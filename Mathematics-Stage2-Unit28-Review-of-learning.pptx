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60" r:id="rId4"/>
  </p:sldMasterIdLst>
  <p:notesMasterIdLst>
    <p:notesMasterId r:id="rId76"/>
  </p:notesMasterIdLst>
  <p:handoutMasterIdLst>
    <p:handoutMasterId r:id="rId77"/>
  </p:handoutMasterIdLst>
  <p:sldIdLst>
    <p:sldId id="365" r:id="rId5"/>
    <p:sldId id="26505" r:id="rId6"/>
    <p:sldId id="26359" r:id="rId7"/>
    <p:sldId id="271" r:id="rId8"/>
    <p:sldId id="26577" r:id="rId9"/>
    <p:sldId id="358" r:id="rId10"/>
    <p:sldId id="26580" r:id="rId11"/>
    <p:sldId id="26581" r:id="rId12"/>
    <p:sldId id="26582" r:id="rId13"/>
    <p:sldId id="26576" r:id="rId14"/>
    <p:sldId id="26650" r:id="rId15"/>
    <p:sldId id="26583" r:id="rId16"/>
    <p:sldId id="26586" r:id="rId17"/>
    <p:sldId id="26587" r:id="rId18"/>
    <p:sldId id="26588" r:id="rId19"/>
    <p:sldId id="26589" r:id="rId20"/>
    <p:sldId id="26590" r:id="rId21"/>
    <p:sldId id="26591" r:id="rId22"/>
    <p:sldId id="26592" r:id="rId23"/>
    <p:sldId id="26594" r:id="rId24"/>
    <p:sldId id="26596" r:id="rId25"/>
    <p:sldId id="26597" r:id="rId26"/>
    <p:sldId id="26598" r:id="rId27"/>
    <p:sldId id="26599" r:id="rId28"/>
    <p:sldId id="26600" r:id="rId29"/>
    <p:sldId id="26651" r:id="rId30"/>
    <p:sldId id="26601" r:id="rId31"/>
    <p:sldId id="26604" r:id="rId32"/>
    <p:sldId id="26605" r:id="rId33"/>
    <p:sldId id="26606" r:id="rId34"/>
    <p:sldId id="26607" r:id="rId35"/>
    <p:sldId id="26608" r:id="rId36"/>
    <p:sldId id="26609" r:id="rId37"/>
    <p:sldId id="26610" r:id="rId38"/>
    <p:sldId id="26611" r:id="rId39"/>
    <p:sldId id="26614" r:id="rId40"/>
    <p:sldId id="26615" r:id="rId41"/>
    <p:sldId id="26616" r:id="rId42"/>
    <p:sldId id="26617" r:id="rId43"/>
    <p:sldId id="26618" r:id="rId44"/>
    <p:sldId id="26652" r:id="rId45"/>
    <p:sldId id="26619" r:id="rId46"/>
    <p:sldId id="26622" r:id="rId47"/>
    <p:sldId id="26623" r:id="rId48"/>
    <p:sldId id="26624" r:id="rId49"/>
    <p:sldId id="26625" r:id="rId50"/>
    <p:sldId id="26626" r:id="rId51"/>
    <p:sldId id="26627" r:id="rId52"/>
    <p:sldId id="26628" r:id="rId53"/>
    <p:sldId id="26629" r:id="rId54"/>
    <p:sldId id="26632" r:id="rId55"/>
    <p:sldId id="26633" r:id="rId56"/>
    <p:sldId id="26634" r:id="rId57"/>
    <p:sldId id="26635" r:id="rId58"/>
    <p:sldId id="26636" r:id="rId59"/>
    <p:sldId id="26637" r:id="rId60"/>
    <p:sldId id="26640" r:id="rId61"/>
    <p:sldId id="26641" r:id="rId62"/>
    <p:sldId id="26642" r:id="rId63"/>
    <p:sldId id="26643" r:id="rId64"/>
    <p:sldId id="26644" r:id="rId65"/>
    <p:sldId id="26645" r:id="rId66"/>
    <p:sldId id="26393" r:id="rId67"/>
    <p:sldId id="26387" r:id="rId68"/>
    <p:sldId id="26395" r:id="rId69"/>
    <p:sldId id="26391" r:id="rId70"/>
    <p:sldId id="26402" r:id="rId71"/>
    <p:sldId id="26507" r:id="rId72"/>
    <p:sldId id="26649" r:id="rId73"/>
    <p:sldId id="360" r:id="rId74"/>
    <p:sldId id="361" r:id="rId75"/>
  </p:sldIdLst>
  <p:sldSz cx="12192000" cy="6858000"/>
  <p:notesSz cx="6858000" cy="9144000"/>
  <p:embeddedFontLst>
    <p:embeddedFont>
      <p:font typeface="Cambria Math" panose="02040503050406030204" pitchFamily="18" charset="0"/>
      <p:regular r:id="rId78"/>
    </p:embeddedFont>
    <p:embeddedFont>
      <p:font typeface="Canva Student Font" panose="020B0604020202020204" charset="0"/>
      <p:regular r:id="rId79"/>
    </p:embeddedFont>
    <p:embeddedFont>
      <p:font typeface="Edu NSW ACT Foundation" panose="020B0604020202020204" charset="0"/>
      <p:regular r:id="rId80"/>
      <p:bold r:id="rId81"/>
    </p:embeddedFont>
    <p:embeddedFont>
      <p:font typeface="Montserrat" panose="00000500000000000000" pitchFamily="2" charset="0"/>
      <p:regular r:id="rId82"/>
      <p:bold r:id="rId83"/>
      <p:italic r:id="rId84"/>
      <p:boldItalic r:id="rId85"/>
    </p:embeddedFont>
    <p:embeddedFont>
      <p:font typeface="Public Sans" pitchFamily="2" charset="0"/>
      <p:regular r:id="rId86"/>
      <p:bold r:id="rId87"/>
      <p:italic r:id="rId88"/>
      <p:boldItalic r:id="rId89"/>
    </p:embeddedFont>
    <p:embeddedFont>
      <p:font typeface="Public Sans Light" pitchFamily="2" charset="0"/>
      <p:regular r:id="rId90"/>
      <p:italic r:id="rId91"/>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365"/>
          </p14:sldIdLst>
        </p14:section>
        <p14:section name="Slide templates" id="{D5A8010D-981F-43AA-A0D6-182EC53CAA84}">
          <p14:sldIdLst>
            <p14:sldId id="26505"/>
            <p14:sldId id="26359"/>
          </p14:sldIdLst>
        </p14:section>
        <p14:section name="Review of learning 1" id="{4B1EDACC-5006-43DF-9D93-DE177A158796}">
          <p14:sldIdLst>
            <p14:sldId id="271"/>
            <p14:sldId id="26577"/>
            <p14:sldId id="358"/>
            <p14:sldId id="26580"/>
            <p14:sldId id="26581"/>
            <p14:sldId id="26582"/>
            <p14:sldId id="26576"/>
            <p14:sldId id="26650"/>
          </p14:sldIdLst>
        </p14:section>
        <p14:section name="Review of learning 2" id="{0AC6BBCB-7E49-46CE-B777-EFCDD4B60F91}">
          <p14:sldIdLst>
            <p14:sldId id="26583"/>
            <p14:sldId id="26586"/>
            <p14:sldId id="26587"/>
            <p14:sldId id="26588"/>
            <p14:sldId id="26589"/>
            <p14:sldId id="26590"/>
            <p14:sldId id="26591"/>
          </p14:sldIdLst>
        </p14:section>
        <p14:section name="Review of learning 3" id="{6F5E1C19-5255-4FF7-A3CD-4549F7EF69B2}">
          <p14:sldIdLst>
            <p14:sldId id="26592"/>
            <p14:sldId id="26594"/>
            <p14:sldId id="26596"/>
            <p14:sldId id="26597"/>
            <p14:sldId id="26598"/>
            <p14:sldId id="26599"/>
            <p14:sldId id="26600"/>
            <p14:sldId id="26651"/>
          </p14:sldIdLst>
        </p14:section>
        <p14:section name="Review of learning 4" id="{6EB8E1CE-ED7B-4635-88AB-9D1D052BB011}">
          <p14:sldIdLst>
            <p14:sldId id="26601"/>
            <p14:sldId id="26604"/>
            <p14:sldId id="26605"/>
            <p14:sldId id="26606"/>
            <p14:sldId id="26607"/>
            <p14:sldId id="26608"/>
            <p14:sldId id="26609"/>
          </p14:sldIdLst>
        </p14:section>
        <p14:section name="Review of learning 5" id="{E365C8CF-14E0-4F5A-BCE8-2E930DEEA864}">
          <p14:sldIdLst>
            <p14:sldId id="26610"/>
            <p14:sldId id="26611"/>
            <p14:sldId id="26614"/>
            <p14:sldId id="26615"/>
            <p14:sldId id="26616"/>
            <p14:sldId id="26617"/>
            <p14:sldId id="26618"/>
            <p14:sldId id="26652"/>
          </p14:sldIdLst>
        </p14:section>
        <p14:section name="Review of learning 6" id="{6721D3DC-F7BB-49CA-9E61-8454C104591D}">
          <p14:sldIdLst>
            <p14:sldId id="26619"/>
            <p14:sldId id="26622"/>
            <p14:sldId id="26623"/>
            <p14:sldId id="26624"/>
            <p14:sldId id="26625"/>
            <p14:sldId id="26626"/>
            <p14:sldId id="26627"/>
          </p14:sldIdLst>
        </p14:section>
        <p14:section name="Review of learning 7" id="{CF63834E-0BE9-495B-9761-037C836F185E}">
          <p14:sldIdLst>
            <p14:sldId id="26628"/>
            <p14:sldId id="26629"/>
            <p14:sldId id="26632"/>
            <p14:sldId id="26633"/>
            <p14:sldId id="26634"/>
            <p14:sldId id="26635"/>
            <p14:sldId id="26636"/>
          </p14:sldIdLst>
        </p14:section>
        <p14:section name="Review of learning 8" id="{6FF8F7EC-803E-4F84-BA41-6B3ED673D597}">
          <p14:sldIdLst>
            <p14:sldId id="26637"/>
            <p14:sldId id="26640"/>
            <p14:sldId id="26641"/>
            <p14:sldId id="26642"/>
            <p14:sldId id="26643"/>
            <p14:sldId id="26644"/>
            <p14:sldId id="26645"/>
          </p14:sldIdLst>
        </p14:section>
        <p14:section name="Assets" id="{ACCADEBA-79DB-4F18-8F19-E4DF86159DFB}">
          <p14:sldIdLst>
            <p14:sldId id="26393"/>
            <p14:sldId id="26387"/>
            <p14:sldId id="26395"/>
            <p14:sldId id="26391"/>
            <p14:sldId id="26402"/>
            <p14:sldId id="26507"/>
            <p14:sldId id="26649"/>
          </p14:sldIdLst>
        </p14:section>
        <p14:section name="References &amp; copyright" id="{DBC31484-F5F8-4CB1-8DB4-A562A9780899}">
          <p14:sldIdLst>
            <p14:sldId id="36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8A0F4A13-4186-FC7E-65CB-FC56583EDF72}" name="Nat Hawkins" initials="NH" userId="S::Natalie.Hawkins7@det.nsw.edu.au::91d64da8-8826-47c8-b06a-208beda74d22" providerId="AD"/>
  <p188:author id="{4021882F-C6B3-C55E-767D-27181BD16F2B}" name="Melinda Ojeda" initials="MO" userId="S::Melinda.Ojeda@det.nsw.edu.au::d90aca96-824c-4874-b48e-bcce1db91155" providerId="AD"/>
  <p188:author id="{95D16B7D-CADB-F2BF-AC29-D680545C75EE}" name="Carrie Webeck" initials="CW" userId="S::CARRIE-ANN.WEBECK@det.nsw.edu.au::e5c4b697-ca15-4f3a-a906-1289ddc2fc07"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DFE1"/>
    <a:srgbClr val="E2F4CD"/>
    <a:srgbClr val="CBEDFD"/>
    <a:srgbClr val="965CF9"/>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C9FAAD-A205-46D1-98E9-0DC20F97B7AA}" v="16" dt="2026-03-23T01:19:12.573"/>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8040" autoAdjust="0"/>
  </p:normalViewPr>
  <p:slideViewPr>
    <p:cSldViewPr snapToGrid="0">
      <p:cViewPr varScale="1">
        <p:scale>
          <a:sx n="46" d="100"/>
          <a:sy n="46" d="100"/>
        </p:scale>
        <p:origin x="584" y="32"/>
      </p:cViewPr>
      <p:guideLst>
        <p:guide orient="horz" pos="2160"/>
        <p:guide pos="386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font" Target="fonts/font12.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font" Target="fonts/font13.fntdata"/><Relationship Id="rId95" Type="http://schemas.openxmlformats.org/officeDocument/2006/relationships/tableStyles" Target="tableStyles.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font" Target="fonts/font11.fntdata"/><Relationship Id="rId91" Type="http://schemas.openxmlformats.org/officeDocument/2006/relationships/font" Target="fonts/font14.fntdata"/><Relationship Id="rId9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94"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notesMaster" Target="notesMasters/notesMaster1.xml"/><Relationship Id="rId97" Type="http://schemas.microsoft.com/office/2018/10/relationships/authors" Target="author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presProps" Target="pres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0.fntdata"/><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handoutMaster" Target="handoutMasters/handout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24/03/2026</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24/03/2026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193358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Reviews may include a combination of question types, requiring students to recall facts and key ideas, as well as apply their knowledge to solve problems and answer questions. To support active engagement, a mix of techniques should be employed.” (AERO, 2024).</a:t>
            </a:r>
          </a:p>
          <a:p>
            <a:endParaRPr lang="en-AU"/>
          </a:p>
          <a:p>
            <a:r>
              <a:rPr lang="en-AU"/>
              <a:t>This Review of Learning slide deck revisits key concepts from the following units:</a:t>
            </a:r>
          </a:p>
          <a:p>
            <a:pPr marL="285750" indent="-285750">
              <a:buFont typeface="Arial" panose="020B0604020202020204" pitchFamily="34" charset="0"/>
              <a:buChar char="•"/>
            </a:pPr>
            <a:r>
              <a:rPr lang="en-AU"/>
              <a:t>Stage 2 Year B Unit 28</a:t>
            </a:r>
          </a:p>
          <a:p>
            <a:pPr marL="285750" indent="-285750">
              <a:buFont typeface="Arial" panose="020B0604020202020204" pitchFamily="34" charset="0"/>
              <a:buChar char="•"/>
            </a:pPr>
            <a:r>
              <a:rPr lang="en-AU"/>
              <a:t>Stage 2 Year B Unit 27</a:t>
            </a:r>
          </a:p>
          <a:p>
            <a:pPr marL="285750" indent="-285750">
              <a:buFont typeface="Arial" panose="020B0604020202020204" pitchFamily="34" charset="0"/>
              <a:buChar char="•"/>
            </a:pPr>
            <a:r>
              <a:rPr lang="en-AU"/>
              <a:t>Stage 2 Year B Unit 26</a:t>
            </a:r>
          </a:p>
          <a:p>
            <a:r>
              <a:rPr lang="en-AU"/>
              <a:t>It also includes opportunities to review prior learning in non-number content, supporting consolidation across focus areas.</a:t>
            </a:r>
          </a:p>
          <a:p>
            <a:endParaRPr lang="en-AU"/>
          </a:p>
          <a:p>
            <a:r>
              <a:rPr lang="en-AU"/>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p>
          <a:p>
            <a:endParaRPr lang="en-AU"/>
          </a:p>
          <a:p>
            <a:r>
              <a:rPr lang="en-AU" b="1"/>
              <a:t>1.</a:t>
            </a:r>
          </a:p>
          <a:p>
            <a:r>
              <a:rPr lang="en-AU" b="1"/>
              <a:t>Multiple-choice questions/True or false: </a:t>
            </a:r>
            <a:r>
              <a:rPr lang="en-AU"/>
              <a:t>Designed to promote active retrieval of key concepts and identify common misconceptions in number, supporting consolidation, understanding and fluency.</a:t>
            </a:r>
            <a:br>
              <a:rPr lang="en-AU"/>
            </a:br>
            <a:r>
              <a:rPr lang="en-AU"/>
              <a:t>These questions:</a:t>
            </a:r>
          </a:p>
          <a:p>
            <a:endParaRPr lang="en-AU"/>
          </a:p>
          <a:p>
            <a:pPr marL="285750" indent="-285750">
              <a:buFont typeface="Wingdings" panose="05000000000000000000" pitchFamily="2" charset="2"/>
              <a:buChar char="ü"/>
            </a:pPr>
            <a:r>
              <a:rPr lang="en-AU"/>
              <a:t>support spaced and interleaved practice</a:t>
            </a:r>
          </a:p>
          <a:p>
            <a:pPr marL="285750" indent="-285750">
              <a:buFont typeface="Wingdings" panose="05000000000000000000" pitchFamily="2" charset="2"/>
              <a:buChar char="ü"/>
            </a:pPr>
            <a:r>
              <a:rPr lang="en-AU"/>
              <a:t>help identify and address common misconceptions </a:t>
            </a:r>
          </a:p>
          <a:p>
            <a:pPr marL="285750" indent="-285750">
              <a:buFont typeface="Wingdings" panose="05000000000000000000" pitchFamily="2" charset="2"/>
              <a:buChar char="ü"/>
            </a:pPr>
            <a:r>
              <a:rPr lang="en-AU"/>
              <a:t>support active recall and immediate feedback</a:t>
            </a:r>
          </a:p>
          <a:p>
            <a:pPr marL="285750" indent="-285750">
              <a:buFont typeface="Wingdings" panose="05000000000000000000" pitchFamily="2" charset="2"/>
              <a:buChar char="ü"/>
            </a:pPr>
            <a:r>
              <a:rPr lang="en-AU"/>
              <a:t>support whole class participation</a:t>
            </a:r>
          </a:p>
          <a:p>
            <a:pPr marL="285750" indent="-285750">
              <a:buFont typeface="Wingdings" panose="05000000000000000000" pitchFamily="2" charset="2"/>
              <a:buChar char="ü"/>
            </a:pPr>
            <a:r>
              <a:rPr lang="en-AU"/>
              <a:t>identify areas requiring reteach</a:t>
            </a:r>
          </a:p>
          <a:p>
            <a:endParaRPr lang="en-AU"/>
          </a:p>
          <a:p>
            <a:r>
              <a:rPr lang="en-AU" b="1"/>
              <a:t>2.</a:t>
            </a:r>
            <a:br>
              <a:rPr lang="en-AU" b="1"/>
            </a:br>
            <a:r>
              <a:rPr lang="en-AU" b="1"/>
              <a:t>Short-response question sets: </a:t>
            </a:r>
            <a:r>
              <a:rPr lang="en-AU"/>
              <a:t>Carefully grouped questions that encourage spaced and interleaved practice across multiple focus areas, helping students revisit and apply knowledge from different points in time.</a:t>
            </a:r>
            <a:br>
              <a:rPr lang="en-AU"/>
            </a:br>
            <a:r>
              <a:rPr lang="en-AU"/>
              <a:t>These questions:</a:t>
            </a:r>
          </a:p>
          <a:p>
            <a:endParaRPr lang="en-AU"/>
          </a:p>
          <a:p>
            <a:pPr marL="285750" indent="-285750">
              <a:buFont typeface="Wingdings" panose="05000000000000000000" pitchFamily="2" charset="2"/>
              <a:buChar char="ü"/>
            </a:pPr>
            <a:r>
              <a:rPr lang="en-AU"/>
              <a:t>have a combination of question types </a:t>
            </a:r>
          </a:p>
          <a:p>
            <a:pPr marL="285750" indent="-285750">
              <a:buFont typeface="Wingdings" panose="05000000000000000000" pitchFamily="2" charset="2"/>
              <a:buChar char="ü"/>
            </a:pPr>
            <a:r>
              <a:rPr lang="en-AU"/>
              <a:t>address a range of focus areas</a:t>
            </a:r>
          </a:p>
          <a:p>
            <a:pPr marL="285750" indent="-285750">
              <a:buFont typeface="Wingdings" panose="05000000000000000000" pitchFamily="2" charset="2"/>
              <a:buChar char="ü"/>
            </a:pPr>
            <a:r>
              <a:rPr lang="en-AU"/>
              <a:t>build automaticity and fluency</a:t>
            </a:r>
          </a:p>
          <a:p>
            <a:pPr marL="285750" indent="-285750">
              <a:buFont typeface="Wingdings" panose="05000000000000000000" pitchFamily="2" charset="2"/>
              <a:buChar char="ü"/>
            </a:pPr>
            <a:r>
              <a:rPr lang="en-AU"/>
              <a:t>support active recall </a:t>
            </a:r>
          </a:p>
          <a:p>
            <a:pPr marL="285750" indent="-285750">
              <a:buFont typeface="Wingdings" panose="05000000000000000000" pitchFamily="2" charset="2"/>
              <a:buChar char="ü"/>
            </a:pPr>
            <a:r>
              <a:rPr lang="en-AU"/>
              <a:t>allow for immediate feedback</a:t>
            </a:r>
          </a:p>
          <a:p>
            <a:pPr marL="285750" indent="-285750">
              <a:buFont typeface="Wingdings" panose="05000000000000000000" pitchFamily="2" charset="2"/>
              <a:buChar char="ü"/>
            </a:pPr>
            <a:r>
              <a:rPr lang="en-AU"/>
              <a:t>identify content requiring reteach</a:t>
            </a:r>
          </a:p>
          <a:p>
            <a:endParaRPr lang="en-AU"/>
          </a:p>
          <a:p>
            <a:r>
              <a:rPr lang="en-AU" b="1"/>
              <a:t>3.</a:t>
            </a:r>
          </a:p>
          <a:p>
            <a:r>
              <a:rPr lang="en-AU" b="1"/>
              <a:t>Developing number sense activities: </a:t>
            </a:r>
            <a:r>
              <a:rPr lang="en-AU"/>
              <a:t>A variety of practical, purposeful tasks that reinforce current learning and build on prior knowledge. These activities promote reasoning, problem-solving and conceptual understanding.</a:t>
            </a:r>
            <a:br>
              <a:rPr lang="en-AU"/>
            </a:br>
            <a:endParaRPr lang="en-AU"/>
          </a:p>
          <a:p>
            <a:r>
              <a:rPr lang="en-AU"/>
              <a:t>The review of learning resources are designed to work support teaching and learning in mathematics. For the most effective implementation, use the resources flexibly, adapting to meet student learning needs and individual classroom contexts.</a:t>
            </a:r>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59AE2-AF11-68C9-77C3-D6829A7CB9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EC8E6A-C97E-DFFB-5165-62A92C4A9F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9F963A-217D-ECF0-F045-7BE367E6408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p>
          <a:p>
            <a:pPr>
              <a:defRPr/>
            </a:pPr>
            <a:r>
              <a:rPr lang="en-AU" b="0">
                <a:solidFill>
                  <a:srgbClr val="444444"/>
                </a:solidFill>
                <a:latin typeface="Arial"/>
                <a:cs typeface="Arial"/>
              </a:rPr>
              <a:t>Partitioned fractions B</a:t>
            </a:r>
            <a:endParaRPr lang="en-US" b="0">
              <a:solidFill>
                <a:srgbClr val="444444"/>
              </a:solidFill>
              <a:latin typeface="Arial"/>
              <a:cs typeface="Arial"/>
            </a:endParaRPr>
          </a:p>
        </p:txBody>
      </p:sp>
      <p:sp>
        <p:nvSpPr>
          <p:cNvPr id="4" name="Slide Number Placeholder 3">
            <a:extLst>
              <a:ext uri="{FF2B5EF4-FFF2-40B4-BE49-F238E27FC236}">
                <a16:creationId xmlns:a16="http://schemas.microsoft.com/office/drawing/2014/main" id="{7718A2AC-C4E4-C028-96E1-2947B2C6CE8A}"/>
              </a:ext>
            </a:extLst>
          </p:cNvPr>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9305794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20152716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67205-FD88-9B41-9EE9-8830B2F18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94C7FD-3BC1-0278-CD44-841588DBB4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976A2F-DE9F-F529-AF25-E322A627AE0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F3A522F-3628-AF3F-2E2F-85F08017A892}"/>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41447756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AA5DC-5346-6496-E50A-627900C76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AF893E-77C8-9FE3-F2E1-569411DD28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9FFFA4-D314-0D12-F2DB-A84ED5285E01}"/>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C12CB1F-4BE7-7218-BE74-35A8BE7058F4}"/>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12434436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EB86B-E4DE-73C3-F794-C15C0B9E1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B38E0-6D6D-6B33-AD6B-85EF6722A7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9C22BD-B1C4-666B-422D-5FAF088CD36E}"/>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F7102AC-F76D-5520-FFA6-0732CFB27A0D}"/>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8052326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E1293A-ACA0-181C-3343-03B9753F5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AA34DF-F40A-E614-1AB8-591BE945AE42}"/>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B</a:t>
                </a:r>
              </a:p>
              <a:p>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Representing equivalent fractions for halves, quarters and eighths</a:t>
                </a:r>
              </a:p>
              <a:p>
                <a:endParaRPr lang="en-AU" sz="1600" b="0" kern="1200">
                  <a:solidFill>
                    <a:schemeClr val="tx1"/>
                  </a:solidFill>
                  <a:effectLst/>
                  <a:latin typeface="Arial" panose="020B0604020202020204" pitchFamily="34" charset="0"/>
                  <a:ea typeface="+mn-ea"/>
                  <a:cs typeface="Arial" panose="020B0604020202020204" pitchFamily="34" charset="0"/>
                </a:endParaRPr>
              </a:p>
              <a:p>
                <a:r>
                  <a:rPr lang="en-AU" b="0"/>
                  <a:t>Note: Students need opportunities to partition linear representations of fractions (</a:t>
                </a:r>
                <a:r>
                  <a:rPr lang="en-AU" b="0" err="1"/>
                  <a:t>eg</a:t>
                </a:r>
                <a:r>
                  <a:rPr lang="en-AU" b="0"/>
                  <a:t> creating fraction strips) to develop an appreciation of the relationship between parts and the whole arising from the process of division. The adjustments needed to create equal parts emphasise both the equality of the parts and that all the parts must form the whole (Wing and Beal 2004). (Stage 2 Teaching advice for Partitioned fractions A)</a:t>
                </a:r>
              </a:p>
              <a:p>
                <a:r>
                  <a:rPr lang="en-AU" b="0"/>
                  <a:t>	</a:t>
                </a:r>
              </a:p>
              <a:p>
                <a:pPr marL="285750" indent="-285750">
                  <a:buFont typeface="Arial" panose="020B0604020202020204" pitchFamily="34" charset="0"/>
                  <a:buChar char="•"/>
                </a:pPr>
                <a:r>
                  <a:rPr lang="en-AU" b="0"/>
                  <a:t>Prior to the lesson, prepare 4 identical strips of card or paper per student.</a:t>
                </a:r>
              </a:p>
              <a:p>
                <a:pPr marL="285750" indent="-285750">
                  <a:buFont typeface="Arial" panose="020B0604020202020204" pitchFamily="34" charset="0"/>
                  <a:buChar char="•"/>
                </a:pPr>
                <a:r>
                  <a:rPr lang="en-AU" b="0"/>
                  <a:t>Ask students to label one of the strips as one whole.</a:t>
                </a:r>
              </a:p>
              <a:p>
                <a:pPr marL="285750" indent="-285750">
                  <a:buFont typeface="Arial" panose="020B0604020202020204" pitchFamily="34" charset="0"/>
                  <a:buChar char="•"/>
                </a:pPr>
                <a:r>
                  <a:rPr lang="en-AU" b="0"/>
                  <a:t>Discuss the need to have equal wholes to compare partitioned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halves and to label each half using fraction notation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2</m:t>
                        </m:r>
                      </m:den>
                    </m:f>
                  </m:oMath>
                </a14:m>
                <a:r>
                  <a:rPr lang="en-AU" sz="1600" kern="1200">
                    <a:solidFill>
                      <a:schemeClr val="tx1"/>
                    </a:solidFill>
                    <a:effectLst/>
                    <a:latin typeface="Arial" panose="020B0604020202020204" pitchFamily="34" charset="0"/>
                    <a:ea typeface="+mn-ea"/>
                    <a:cs typeface="Arial" panose="020B0604020202020204" pitchFamily="34" charset="0"/>
                  </a:rPr>
                  <a:t>. If needed, revise the meaning of fractional notation.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quarters using repeated halving and to label the parts using fraction notation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4</m:t>
                        </m:r>
                      </m:den>
                    </m:f>
                  </m:oMath>
                </a14:m>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the remaining strip into eighths using repeated halving and to label using fraction notation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8</m:t>
                        </m:r>
                      </m:den>
                    </m:f>
                  </m:oMath>
                </a14:m>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equivalent fractions are fractions that are different representations of the same value.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identify equivalent fractions with their fraction strips stacked vertically like a fraction wall.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cut the strips into their fractional parts and to use them to represent equivalent fractions for the following: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half</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quarter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3 quarters</a:t>
                </a:r>
              </a:p>
              <a:p>
                <a:pPr marL="285750" lvl="0" indent="-285750">
                  <a:buFont typeface="Arial" panose="020B0604020202020204" pitchFamily="34" charset="0"/>
                  <a:buChar char="•"/>
                </a:pPr>
                <a:r>
                  <a:rPr lang="en-AU" b="0"/>
                  <a:t>As students share their equivalent fractions, sketch them on the board using a bar model (see next slide)</a:t>
                </a:r>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b="0"/>
              </a:p>
              <a:p>
                <a:pPr marL="285750" indent="-285750">
                  <a:buFont typeface="Arial" panose="020B0604020202020204" pitchFamily="34" charset="0"/>
                  <a:buChar char="•"/>
                </a:pPr>
                <a:endParaRPr lang="en-AU" b="1"/>
              </a:p>
              <a:p>
                <a:pPr marL="342900" indent="-342900">
                  <a:buFont typeface="+mj-lt"/>
                  <a:buAutoNum type="arabicPeriod"/>
                </a:pPr>
                <a:endParaRPr lang="en-AU"/>
              </a:p>
              <a:p>
                <a:endParaRPr lang="en-AU"/>
              </a:p>
            </p:txBody>
          </p:sp>
        </mc:Choice>
        <mc:Fallback xmlns="">
          <p:sp>
            <p:nvSpPr>
              <p:cNvPr id="3" name="Notes Placeholder 2">
                <a:extLst>
                  <a:ext uri="{FF2B5EF4-FFF2-40B4-BE49-F238E27FC236}">
                    <a16:creationId xmlns:a16="http://schemas.microsoft.com/office/drawing/2014/main" id="{09D5BA51-EFD0-1051-0159-B701E597365D}"/>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B</a:t>
                </a:r>
              </a:p>
              <a:p>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Representing equivalent fractions for halves, quarters and eighths</a:t>
                </a:r>
              </a:p>
              <a:p>
                <a:endParaRPr lang="en-AU" sz="1600" b="0" kern="1200">
                  <a:solidFill>
                    <a:schemeClr val="tx1"/>
                  </a:solidFill>
                  <a:effectLst/>
                  <a:latin typeface="Arial" panose="020B0604020202020204" pitchFamily="34" charset="0"/>
                  <a:ea typeface="+mn-ea"/>
                  <a:cs typeface="Arial" panose="020B0604020202020204" pitchFamily="34" charset="0"/>
                </a:endParaRPr>
              </a:p>
              <a:p>
                <a:r>
                  <a:rPr lang="en-AU" b="0"/>
                  <a:t>Note: Students need opportunities to partition linear representations of fractions (</a:t>
                </a:r>
                <a:r>
                  <a:rPr lang="en-AU" b="0" err="1"/>
                  <a:t>eg</a:t>
                </a:r>
                <a:r>
                  <a:rPr lang="en-AU" b="0"/>
                  <a:t> creating fraction strips) to develop an appreciation of the relationship between parts and the whole arising from the process of division. The adjustments needed to create equal parts emphasise both the equality of the parts and that all the parts must form the whole (Wing and Beal 2004). (Stage 2 Teaching advice for Partitioned fractions A)</a:t>
                </a:r>
              </a:p>
              <a:p>
                <a:r>
                  <a:rPr lang="en-AU" b="0"/>
                  <a:t>	</a:t>
                </a:r>
              </a:p>
              <a:p>
                <a:pPr marL="285750" indent="-285750">
                  <a:buFont typeface="Arial" panose="020B0604020202020204" pitchFamily="34" charset="0"/>
                  <a:buChar char="•"/>
                </a:pPr>
                <a:r>
                  <a:rPr lang="en-AU" b="0"/>
                  <a:t>Prior to the lesson, prepare 4 identical strips of card or paper per student.</a:t>
                </a:r>
              </a:p>
              <a:p>
                <a:pPr marL="285750" indent="-285750">
                  <a:buFont typeface="Arial" panose="020B0604020202020204" pitchFamily="34" charset="0"/>
                  <a:buChar char="•"/>
                </a:pPr>
                <a:r>
                  <a:rPr lang="en-AU" b="0"/>
                  <a:t>Ask students to label one of the strips as one whole.</a:t>
                </a:r>
              </a:p>
              <a:p>
                <a:pPr marL="285750" indent="-285750">
                  <a:buFont typeface="Arial" panose="020B0604020202020204" pitchFamily="34" charset="0"/>
                  <a:buChar char="•"/>
                </a:pPr>
                <a:r>
                  <a:rPr lang="en-AU" b="0"/>
                  <a:t>Discuss the need to have equal wholes to compare partitioned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halves and to label each half using fraction notation </a:t>
                </a:r>
                <a:r>
                  <a:rPr lang="en-AU" sz="1600" i="0" kern="1200">
                    <a:solidFill>
                      <a:schemeClr val="tx1"/>
                    </a:solidFill>
                    <a:effectLst/>
                    <a:latin typeface="Cambria Math" panose="02040503050406030204" pitchFamily="18" charset="0"/>
                    <a:ea typeface="+mn-ea"/>
                    <a:cs typeface="Arial" panose="020B0604020202020204" pitchFamily="34" charset="0"/>
                  </a:rPr>
                  <a:t>1/2</a:t>
                </a:r>
                <a:r>
                  <a:rPr lang="en-AU" sz="1600" kern="1200">
                    <a:solidFill>
                      <a:schemeClr val="tx1"/>
                    </a:solidFill>
                    <a:effectLst/>
                    <a:latin typeface="Arial" panose="020B0604020202020204" pitchFamily="34" charset="0"/>
                    <a:ea typeface="+mn-ea"/>
                    <a:cs typeface="Arial" panose="020B0604020202020204" pitchFamily="34" charset="0"/>
                  </a:rPr>
                  <a:t>. If needed, revise the meaning of fractional notation.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quarters using repeated halving and to label the parts using fraction notation </a:t>
                </a:r>
                <a:r>
                  <a:rPr lang="en-AU" sz="1600" i="0" kern="1200">
                    <a:solidFill>
                      <a:schemeClr val="tx1"/>
                    </a:solidFill>
                    <a:effectLst/>
                    <a:latin typeface="Cambria Math" panose="02040503050406030204" pitchFamily="18" charset="0"/>
                    <a:ea typeface="+mn-ea"/>
                    <a:cs typeface="Arial" panose="020B0604020202020204" pitchFamily="34" charset="0"/>
                  </a:rPr>
                  <a:t>1/4</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the remaining strip into eighths using repeated halving and to label using fraction notation </a:t>
                </a:r>
                <a:r>
                  <a:rPr lang="en-AU" sz="1600" i="0" kern="1200">
                    <a:solidFill>
                      <a:schemeClr val="tx1"/>
                    </a:solidFill>
                    <a:effectLst/>
                    <a:latin typeface="Cambria Math" panose="02040503050406030204" pitchFamily="18" charset="0"/>
                    <a:ea typeface="+mn-ea"/>
                    <a:cs typeface="Arial" panose="020B0604020202020204" pitchFamily="34" charset="0"/>
                  </a:rPr>
                  <a:t>1/8</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equivalent fractions are fractions that are different representations of the same value.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identify equivalent fractions with their fraction strips stacked vertically like a fraction wall.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cut the strips into their fractional parts and to use them to represent equivalent fractions for the following: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half</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quarter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3 quarters</a:t>
                </a:r>
              </a:p>
              <a:p>
                <a:pPr marL="285750" lvl="0" indent="-285750">
                  <a:buFont typeface="Arial" panose="020B0604020202020204" pitchFamily="34" charset="0"/>
                  <a:buChar char="•"/>
                </a:pPr>
                <a:r>
                  <a:rPr lang="en-AU" b="0"/>
                  <a:t>As students share their equivalent fractions, sketch them on the board using a bar model (see next slide)</a:t>
                </a:r>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b="0"/>
              </a:p>
              <a:p>
                <a:pPr marL="285750" indent="-285750">
                  <a:buFont typeface="Arial" panose="020B0604020202020204" pitchFamily="34" charset="0"/>
                  <a:buChar char="•"/>
                </a:pPr>
                <a:endParaRPr lang="en-AU" b="1"/>
              </a:p>
              <a:p>
                <a:pPr marL="342900" indent="-342900">
                  <a:buFont typeface="+mj-lt"/>
                  <a:buAutoNum type="arabicPeriod"/>
                </a:pPr>
                <a:endParaRPr lang="en-AU"/>
              </a:p>
              <a:p>
                <a:endParaRPr lang="en-AU"/>
              </a:p>
            </p:txBody>
          </p:sp>
        </mc:Fallback>
      </mc:AlternateContent>
      <p:sp>
        <p:nvSpPr>
          <p:cNvPr id="4" name="Slide Number Placeholder 3">
            <a:extLst>
              <a:ext uri="{FF2B5EF4-FFF2-40B4-BE49-F238E27FC236}">
                <a16:creationId xmlns:a16="http://schemas.microsoft.com/office/drawing/2014/main" id="{366CB7F3-C8D4-58F8-3AEE-E8514DAE136E}"/>
              </a:ext>
            </a:extLst>
          </p:cNvPr>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29155965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1D9F0A-A10A-5747-CEA0-DA33C987CE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EA5D4-A8AF-A3D2-D1F1-0E0E4568D637}"/>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DBF0E415-A3BA-3E4B-B5BB-A83066A83E7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B</a:t>
                </a:r>
              </a:p>
              <a:p>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Representing equivalent fractions for halves, quarters and eighths</a:t>
                </a:r>
              </a:p>
              <a:p>
                <a:endParaRPr lang="en-AU" sz="1600" b="0" kern="1200">
                  <a:solidFill>
                    <a:schemeClr val="tx1"/>
                  </a:solidFill>
                  <a:effectLst/>
                  <a:latin typeface="Arial" panose="020B0604020202020204" pitchFamily="34" charset="0"/>
                  <a:ea typeface="+mn-ea"/>
                  <a:cs typeface="Arial" panose="020B0604020202020204" pitchFamily="34" charset="0"/>
                </a:endParaRPr>
              </a:p>
              <a:p>
                <a:r>
                  <a:rPr lang="en-AU" b="0"/>
                  <a:t>Note: Students need opportunities to partition linear representations of fractions (</a:t>
                </a:r>
                <a:r>
                  <a:rPr lang="en-AU" b="0" err="1"/>
                  <a:t>eg</a:t>
                </a:r>
                <a:r>
                  <a:rPr lang="en-AU" b="0"/>
                  <a:t> creating fraction strips) to develop an appreciation of the relationship between parts and the whole arising from the process of division. The adjustments needed to create equal parts emphasise both the equality of the parts and that all the parts must form the whole (Wing and Beal 2004). (Stage 2 Teaching advice for Partitioned fractions A)</a:t>
                </a:r>
              </a:p>
              <a:p>
                <a:r>
                  <a:rPr lang="en-AU" b="0"/>
                  <a:t>	</a:t>
                </a:r>
              </a:p>
              <a:p>
                <a:pPr marL="285750" indent="-285750">
                  <a:buFont typeface="Arial" panose="020B0604020202020204" pitchFamily="34" charset="0"/>
                  <a:buChar char="•"/>
                </a:pPr>
                <a:r>
                  <a:rPr lang="en-AU" b="0"/>
                  <a:t>Prior to the lesson, prepare 4 identical strips of card or paper per student.</a:t>
                </a:r>
              </a:p>
              <a:p>
                <a:pPr marL="285750" indent="-285750">
                  <a:buFont typeface="Arial" panose="020B0604020202020204" pitchFamily="34" charset="0"/>
                  <a:buChar char="•"/>
                </a:pPr>
                <a:r>
                  <a:rPr lang="en-AU" b="0"/>
                  <a:t>Ask students to label one of the strips as one whole.</a:t>
                </a:r>
              </a:p>
              <a:p>
                <a:pPr marL="285750" indent="-285750">
                  <a:buFont typeface="Arial" panose="020B0604020202020204" pitchFamily="34" charset="0"/>
                  <a:buChar char="•"/>
                </a:pPr>
                <a:r>
                  <a:rPr lang="en-AU" b="0"/>
                  <a:t>Discuss the need to have equal wholes to compare partitioned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halves and to label each half using fraction notation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2</m:t>
                        </m:r>
                      </m:den>
                    </m:f>
                  </m:oMath>
                </a14:m>
                <a:r>
                  <a:rPr lang="en-AU" sz="1600" kern="1200">
                    <a:solidFill>
                      <a:schemeClr val="tx1"/>
                    </a:solidFill>
                    <a:effectLst/>
                    <a:latin typeface="Arial" panose="020B0604020202020204" pitchFamily="34" charset="0"/>
                    <a:ea typeface="+mn-ea"/>
                    <a:cs typeface="Arial" panose="020B0604020202020204" pitchFamily="34" charset="0"/>
                  </a:rPr>
                  <a:t>. If needed, revise the meaning of fractional notation.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quarters using repeated halving and to label the parts using fraction notation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4</m:t>
                        </m:r>
                      </m:den>
                    </m:f>
                  </m:oMath>
                </a14:m>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the remaining strip into eighths using repeated halving and to label using fraction notation </a:t>
                </a:r>
                <a14:m>
                  <m:oMath xmlns:m="http://schemas.openxmlformats.org/officeDocument/2006/math">
                    <m:f>
                      <m:fPr>
                        <m:ctrlPr>
                          <a:rPr lang="en-AU" sz="1600" i="1" kern="1200">
                            <a:solidFill>
                              <a:schemeClr val="tx1"/>
                            </a:solidFill>
                            <a:effectLst/>
                            <a:latin typeface="Cambria Math" panose="02040503050406030204" pitchFamily="18" charset="0"/>
                            <a:ea typeface="+mn-ea"/>
                            <a:cs typeface="Arial" panose="020B0604020202020204" pitchFamily="34" charset="0"/>
                          </a:rPr>
                        </m:ctrlPr>
                      </m:fPr>
                      <m:num>
                        <m:r>
                          <a:rPr lang="en-AU" sz="1600" i="1" kern="1200">
                            <a:solidFill>
                              <a:schemeClr val="tx1"/>
                            </a:solidFill>
                            <a:effectLst/>
                            <a:latin typeface="Cambria Math" panose="02040503050406030204" pitchFamily="18" charset="0"/>
                            <a:ea typeface="+mn-ea"/>
                            <a:cs typeface="Arial" panose="020B0604020202020204" pitchFamily="34" charset="0"/>
                          </a:rPr>
                          <m:t>1</m:t>
                        </m:r>
                      </m:num>
                      <m:den>
                        <m:r>
                          <a:rPr lang="en-AU" sz="1600" i="1" kern="1200">
                            <a:solidFill>
                              <a:schemeClr val="tx1"/>
                            </a:solidFill>
                            <a:effectLst/>
                            <a:latin typeface="Cambria Math" panose="02040503050406030204" pitchFamily="18" charset="0"/>
                            <a:ea typeface="+mn-ea"/>
                            <a:cs typeface="Arial" panose="020B0604020202020204" pitchFamily="34" charset="0"/>
                          </a:rPr>
                          <m:t>8</m:t>
                        </m:r>
                      </m:den>
                    </m:f>
                  </m:oMath>
                </a14:m>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equivalent fractions are fractions that are different representations of the same value.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identify equivalent fractions with their fraction strips stacked vertically like a fraction wall.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cut the strips into their fractional parts and to use them to represent equivalent fractions for the following:</a:t>
                </a:r>
                <a:endParaRPr lang="en-AU" b="0"/>
              </a:p>
              <a:p>
                <a:pPr marL="285750" indent="-285750">
                  <a:buFont typeface="Arial" panose="020B0604020202020204" pitchFamily="34" charset="0"/>
                  <a:buChar char="•"/>
                </a:pPr>
                <a:r>
                  <a:rPr lang="en-AU" b="0"/>
                  <a:t>As students share their equivalent fractions, sketch them on the board using a bar model</a:t>
                </a:r>
              </a:p>
              <a:p>
                <a:pPr marL="285750" indent="-285750">
                  <a:buFont typeface="Arial" panose="020B0604020202020204" pitchFamily="34" charset="0"/>
                  <a:buChar char="•"/>
                </a:pPr>
                <a:r>
                  <a:rPr lang="en-AU" b="0"/>
                  <a:t>Prompt students to collect and keep their fraction pieces in an envelope. They will be used again in Activity 2.</a:t>
                </a:r>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b="0"/>
              </a:p>
              <a:p>
                <a:pPr marL="285750" indent="-285750">
                  <a:buFont typeface="Arial" panose="020B0604020202020204" pitchFamily="34" charset="0"/>
                  <a:buChar char="•"/>
                </a:pPr>
                <a:endParaRPr lang="en-AU" b="1"/>
              </a:p>
              <a:p>
                <a:pPr marL="342900" indent="-342900">
                  <a:buFont typeface="+mj-lt"/>
                  <a:buAutoNum type="arabicPeriod"/>
                </a:pPr>
                <a:endParaRPr lang="en-AU"/>
              </a:p>
              <a:p>
                <a:endParaRPr lang="en-AU"/>
              </a:p>
            </p:txBody>
          </p:sp>
        </mc:Choice>
        <mc:Fallback xmlns="">
          <p:sp>
            <p:nvSpPr>
              <p:cNvPr id="3" name="Notes Placeholder 2">
                <a:extLst>
                  <a:ext uri="{FF2B5EF4-FFF2-40B4-BE49-F238E27FC236}">
                    <a16:creationId xmlns:a16="http://schemas.microsoft.com/office/drawing/2014/main" id="{DBF0E415-A3BA-3E4B-B5BB-A83066A83E7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B</a:t>
                </a:r>
              </a:p>
              <a:p>
                <a:endParaRPr lang="en-AU" b="1"/>
              </a:p>
              <a:p>
                <a:r>
                  <a:rPr lang="en-AU" sz="1600" b="1" kern="1200">
                    <a:solidFill>
                      <a:schemeClr val="tx1"/>
                    </a:solidFill>
                    <a:effectLst/>
                    <a:latin typeface="Arial" panose="020B0604020202020204" pitchFamily="34" charset="0"/>
                    <a:ea typeface="+mn-ea"/>
                    <a:cs typeface="Arial" panose="020B0604020202020204" pitchFamily="34" charset="0"/>
                  </a:rPr>
                  <a:t>Representing equivalent fractions for halves, quarters and eighths</a:t>
                </a:r>
              </a:p>
              <a:p>
                <a:endParaRPr lang="en-AU" sz="1600" b="0" kern="1200">
                  <a:solidFill>
                    <a:schemeClr val="tx1"/>
                  </a:solidFill>
                  <a:effectLst/>
                  <a:latin typeface="Arial" panose="020B0604020202020204" pitchFamily="34" charset="0"/>
                  <a:ea typeface="+mn-ea"/>
                  <a:cs typeface="Arial" panose="020B0604020202020204" pitchFamily="34" charset="0"/>
                </a:endParaRPr>
              </a:p>
              <a:p>
                <a:r>
                  <a:rPr lang="en-AU" b="0"/>
                  <a:t>Note: Students need opportunities to partition linear representations of fractions (</a:t>
                </a:r>
                <a:r>
                  <a:rPr lang="en-AU" b="0" err="1"/>
                  <a:t>eg</a:t>
                </a:r>
                <a:r>
                  <a:rPr lang="en-AU" b="0"/>
                  <a:t> creating fraction strips) to develop an appreciation of the relationship between parts and the whole arising from the process of division. The adjustments needed to create equal parts emphasise both the equality of the parts and that all the parts must form the whole (Wing and Beal 2004). (Stage 2 Teaching advice for Partitioned fractions A)</a:t>
                </a:r>
              </a:p>
              <a:p>
                <a:r>
                  <a:rPr lang="en-AU" b="0"/>
                  <a:t>	</a:t>
                </a:r>
              </a:p>
              <a:p>
                <a:pPr marL="285750" indent="-285750">
                  <a:buFont typeface="Arial" panose="020B0604020202020204" pitchFamily="34" charset="0"/>
                  <a:buChar char="•"/>
                </a:pPr>
                <a:r>
                  <a:rPr lang="en-AU" b="0"/>
                  <a:t>Prior to the lesson, prepare 4 identical strips of card or paper per student.</a:t>
                </a:r>
              </a:p>
              <a:p>
                <a:pPr marL="285750" indent="-285750">
                  <a:buFont typeface="Arial" panose="020B0604020202020204" pitchFamily="34" charset="0"/>
                  <a:buChar char="•"/>
                </a:pPr>
                <a:r>
                  <a:rPr lang="en-AU" b="0"/>
                  <a:t>Ask students to label one of the strips as one whole.</a:t>
                </a:r>
              </a:p>
              <a:p>
                <a:pPr marL="285750" indent="-285750">
                  <a:buFont typeface="Arial" panose="020B0604020202020204" pitchFamily="34" charset="0"/>
                  <a:buChar char="•"/>
                </a:pPr>
                <a:r>
                  <a:rPr lang="en-AU" b="0"/>
                  <a:t>Discuss the need to have equal wholes to compare partitioned fractions.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halves and to label each half using fraction notation </a:t>
                </a:r>
                <a:r>
                  <a:rPr lang="en-AU" sz="1600" i="0" kern="1200">
                    <a:solidFill>
                      <a:schemeClr val="tx1"/>
                    </a:solidFill>
                    <a:effectLst/>
                    <a:latin typeface="Cambria Math" panose="02040503050406030204" pitchFamily="18" charset="0"/>
                    <a:ea typeface="+mn-ea"/>
                    <a:cs typeface="Arial" panose="020B0604020202020204" pitchFamily="34" charset="0"/>
                  </a:rPr>
                  <a:t>1/2</a:t>
                </a:r>
                <a:r>
                  <a:rPr lang="en-AU" sz="1600" kern="1200">
                    <a:solidFill>
                      <a:schemeClr val="tx1"/>
                    </a:solidFill>
                    <a:effectLst/>
                    <a:latin typeface="Arial" panose="020B0604020202020204" pitchFamily="34" charset="0"/>
                    <a:ea typeface="+mn-ea"/>
                    <a:cs typeface="Arial" panose="020B0604020202020204" pitchFamily="34" charset="0"/>
                  </a:rPr>
                  <a:t>. If needed, revise the meaning of fractional notation.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quarters using repeated halving and to label the parts using fraction notation </a:t>
                </a:r>
                <a:r>
                  <a:rPr lang="en-AU" sz="1600" i="0" kern="1200">
                    <a:solidFill>
                      <a:schemeClr val="tx1"/>
                    </a:solidFill>
                    <a:effectLst/>
                    <a:latin typeface="Cambria Math" panose="02040503050406030204" pitchFamily="18" charset="0"/>
                    <a:ea typeface="+mn-ea"/>
                    <a:cs typeface="Arial" panose="020B0604020202020204" pitchFamily="34" charset="0"/>
                  </a:rPr>
                  <a:t>1/4</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the remaining strip into eighths using repeated halving and to label using fraction notation </a:t>
                </a:r>
                <a:r>
                  <a:rPr lang="en-AU" sz="1600" i="0" kern="1200">
                    <a:solidFill>
                      <a:schemeClr val="tx1"/>
                    </a:solidFill>
                    <a:effectLst/>
                    <a:latin typeface="Cambria Math" panose="02040503050406030204" pitchFamily="18" charset="0"/>
                    <a:ea typeface="+mn-ea"/>
                    <a:cs typeface="Arial" panose="020B0604020202020204" pitchFamily="34" charset="0"/>
                  </a:rPr>
                  <a:t>1/8</a:t>
                </a:r>
                <a:r>
                  <a:rPr lang="en-AU" sz="1600" kern="1200">
                    <a:solidFill>
                      <a:schemeClr val="tx1"/>
                    </a:solidFill>
                    <a:effectLst/>
                    <a:latin typeface="Arial" panose="020B0604020202020204" pitchFamily="34" charset="0"/>
                    <a:ea typeface="+mn-ea"/>
                    <a:cs typeface="Arial" panose="020B0604020202020204" pitchFamily="34" charset="0"/>
                  </a:rPr>
                  <a: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that equivalent fractions are fractions that are different representations of the same value.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students to identify equivalent fractions with their fraction strips stacked vertically like a fraction wall.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cut the strips into their fractional parts and to use them to represent equivalent fractions for the following:</a:t>
                </a:r>
                <a:endParaRPr lang="en-AU" b="0"/>
              </a:p>
              <a:p>
                <a:pPr marL="285750" indent="-285750">
                  <a:buFont typeface="Arial" panose="020B0604020202020204" pitchFamily="34" charset="0"/>
                  <a:buChar char="•"/>
                </a:pPr>
                <a:r>
                  <a:rPr lang="en-AU" b="0"/>
                  <a:t>As students share their equivalent fractions, sketch them on the board using a bar model</a:t>
                </a:r>
              </a:p>
              <a:p>
                <a:pPr marL="285750" indent="-285750">
                  <a:buFont typeface="Arial" panose="020B0604020202020204" pitchFamily="34" charset="0"/>
                  <a:buChar char="•"/>
                </a:pPr>
                <a:r>
                  <a:rPr lang="en-AU" b="0"/>
                  <a:t>Prompt students to collect and keep their fraction pieces in an envelope. They will be used again in Activity 2.</a:t>
                </a:r>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b="0"/>
              </a:p>
              <a:p>
                <a:pPr marL="285750" indent="-285750">
                  <a:buFont typeface="Arial" panose="020B0604020202020204" pitchFamily="34" charset="0"/>
                  <a:buChar char="•"/>
                </a:pPr>
                <a:endParaRPr lang="en-AU" b="1"/>
              </a:p>
              <a:p>
                <a:pPr marL="342900" indent="-342900">
                  <a:buFont typeface="+mj-lt"/>
                  <a:buAutoNum type="arabicPeriod"/>
                </a:pPr>
                <a:endParaRPr lang="en-AU"/>
              </a:p>
              <a:p>
                <a:endParaRPr lang="en-AU"/>
              </a:p>
            </p:txBody>
          </p:sp>
        </mc:Fallback>
      </mc:AlternateContent>
      <p:sp>
        <p:nvSpPr>
          <p:cNvPr id="4" name="Slide Number Placeholder 3">
            <a:extLst>
              <a:ext uri="{FF2B5EF4-FFF2-40B4-BE49-F238E27FC236}">
                <a16:creationId xmlns:a16="http://schemas.microsoft.com/office/drawing/2014/main" id="{7547663E-EECD-48B9-1D35-5914DDE032AF}"/>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13122420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7E144-6368-170B-8DA4-670B1C3D0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E9757-8C6B-F81D-9C0D-C6268C9690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37F240-21FF-8986-C44B-3C887372C581}"/>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C2BA03A-216B-16E6-14C0-97AFF5EB3638}"/>
              </a:ext>
            </a:extLst>
          </p:cNvPr>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21872838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B1C04-6FEB-250D-63C2-3673470742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81FEE9-C351-590B-FAE2-EAE2B6B9A4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A466A9-D491-FA43-72DA-90EF16FC513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sz="1600" i="0">
                <a:solidFill>
                  <a:schemeClr val="tx1"/>
                </a:solidFill>
                <a:latin typeface="Arial"/>
                <a:cs typeface="Arial"/>
              </a:rPr>
              <a:t>Partitioned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5C0D79-4D8F-FF5C-70C7-6DF8F997051A}"/>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20520847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D7B5D-03CC-5CEC-A3EB-1E59D8CAF6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0B7E80-EABB-1C39-5313-B4A3AD15F4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7D537F6-925D-5584-F18D-3EDE7D241D6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panose="020B0604020202020204" pitchFamily="34" charset="0"/>
                <a:cs typeface="Arial" panose="020B0604020202020204" pitchFamily="34" charset="0"/>
              </a:rPr>
              <a:t>Geometric measure B</a:t>
            </a:r>
          </a:p>
        </p:txBody>
      </p:sp>
      <p:sp>
        <p:nvSpPr>
          <p:cNvPr id="4" name="Slide Number Placeholder 3">
            <a:extLst>
              <a:ext uri="{FF2B5EF4-FFF2-40B4-BE49-F238E27FC236}">
                <a16:creationId xmlns:a16="http://schemas.microsoft.com/office/drawing/2014/main" id="{598F3768-A034-3C0D-6695-0FF8CE8DCC83}"/>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2757177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371957-37CB-22ED-655F-1FF37585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604F12-B5F3-C3DD-399D-DA978ACD2A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0D5BBD-B48A-DBF2-DD77-C00A65220957}"/>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AF8CE9-E4A5-A7C2-D2A0-31891536A971}"/>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6220390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D4C57-6045-AB0E-671E-EC0E14C02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F81149-5C94-1283-6077-F0E5B1CF7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DB8C4D-555B-E702-8712-5039987854C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i="0">
                <a:solidFill>
                  <a:schemeClr val="tx1"/>
                </a:solidFill>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a:p>
            <a:pPr>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66A0B8C-6089-7AFA-24BA-C5DA3F260D41}"/>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10636120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6F1762-6B1B-7910-D7E9-05CB9F1F02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1790E7-BF47-798B-48D4-65DCA6CF97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D8BDD6-6756-877A-0B16-706287D5F17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410BE7-9EE3-D2B2-AB59-C7EC71A23A65}"/>
              </a:ext>
            </a:extLst>
          </p:cNvPr>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934489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67566-822C-331E-5FDF-63BF85923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C742F-F5FE-204E-3BB9-AF03DC4DD4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1210D7-4F5C-F395-88C9-169EC0C2B6DB}"/>
              </a:ext>
            </a:extLst>
          </p:cNvPr>
          <p:cNvSpPr>
            <a:spLocks noGrp="1"/>
          </p:cNvSpPr>
          <p:nvPr>
            <p:ph type="body" idx="1"/>
          </p:nvPr>
        </p:nvSpPr>
        <p:spPr/>
        <p:txBody>
          <a:bodyPr/>
          <a:lstStyle/>
          <a:p>
            <a:r>
              <a:rPr lang="en-AU" b="1"/>
              <a:t>Note:</a:t>
            </a:r>
            <a:r>
              <a:rPr lang="en-AU" b="0"/>
              <a:t> this  slide is designed to be used in presentation mode.</a:t>
            </a:r>
            <a:endParaRPr lang="en-AU" b="1"/>
          </a:p>
          <a:p>
            <a:endParaRPr lang="en-AU"/>
          </a:p>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B</a:t>
            </a:r>
          </a:p>
          <a:p>
            <a:endParaRPr lang="en-AU"/>
          </a:p>
          <a:p>
            <a:r>
              <a:rPr lang="en-AU" b="1"/>
              <a:t>Representing equivalent fractions for thirds and sixths</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Prior to the lesson, prepare 2 identical strips of construction paper per student. The strips should be the same size as those used in Activity 1.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 envelopes from Activity 1.</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Remind students of the need to have equal wholes to compare partitioned fractions.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one of the strips into thirds and to label the strips using notation one third. Share student strategies for folding in thirds.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do you know the parts are thirds?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fold the remaining strip into sixths by folding into thirds, then halving. Students are to label using notation one sixth.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do you know the parts are sixths?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cut the strips into their fractional parts and to use them to represent equivalent fractions for the following: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half</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 third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two thirds</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students share their equivalent fractions, sketch them on the board using a bar model </a:t>
            </a:r>
            <a:endParaRPr lang="en-AU" b="0"/>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a:p>
          <a:p>
            <a:endParaRPr lang="en-AU"/>
          </a:p>
        </p:txBody>
      </p:sp>
      <p:sp>
        <p:nvSpPr>
          <p:cNvPr id="4" name="Slide Number Placeholder 3">
            <a:extLst>
              <a:ext uri="{FF2B5EF4-FFF2-40B4-BE49-F238E27FC236}">
                <a16:creationId xmlns:a16="http://schemas.microsoft.com/office/drawing/2014/main" id="{889ECE03-A21E-964D-516E-668B074B3F60}"/>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332401114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B0071-6D83-491B-87D9-D91F9F510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847847-8441-5351-352B-27E3A1C096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BE9331-0D17-BC5D-F23B-6C96CFA74E4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880D4E9-0C6D-F114-415D-92C511B7277D}"/>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258004847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85C9A-F7A1-EDFB-0833-0B47E7074B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68E27A-49D0-016C-27E9-F8CDFAEA83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175A8D-C34B-1861-8315-C4CE15124AE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Partitioned fractions B</a:t>
            </a:r>
          </a:p>
        </p:txBody>
      </p:sp>
      <p:sp>
        <p:nvSpPr>
          <p:cNvPr id="4" name="Slide Number Placeholder 3">
            <a:extLst>
              <a:ext uri="{FF2B5EF4-FFF2-40B4-BE49-F238E27FC236}">
                <a16:creationId xmlns:a16="http://schemas.microsoft.com/office/drawing/2014/main" id="{9B2F7CC1-C4B8-8BA8-2D91-7EC995A48CCF}"/>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4436337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FED08-B5FE-FC1F-FD00-5453D9B6A8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065B7C-7F80-5109-C77F-F3696C07A0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F1AA4-F995-0002-8AAE-1D902ABEA6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A29EA8C-3E94-B009-565F-7C0388062C7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372214275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0DAD2-BC75-474C-281B-03B15440DD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3558A-0F49-BFA8-C859-8BA0CFF699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8B09B3-BD05-50CB-7CE8-E8F3F11C893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F38D5F0-35F9-4ED4-9973-07488D5155D9}"/>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636978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F8757-48C8-BC0B-A2EC-4B071C000E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85F7F6-7049-41AD-27D4-DE9D42964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D76780-9CD4-51EA-5782-75AFC89B09C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B062400-1A0E-9153-7D29-B2EECE2ADA1F}"/>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208100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2846E4-A4D3-ACCA-68D8-9C73C11B22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5AF9E-4B5E-989D-9866-2AD0A9C820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D847B3-D2E9-3BD6-B10A-D87BD6414E5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1E6D43-E1C2-968D-25C5-69AF215362A9}"/>
              </a:ext>
            </a:extLst>
          </p:cNvPr>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6638420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6D09E-2538-67C5-A171-741A0407E9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294EF9-C5FF-6A99-B06D-E60D2E2A99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1EA6DF-BECC-03F2-F321-ADAC2B4C90F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B</a:t>
            </a:r>
          </a:p>
          <a:p>
            <a:endParaRPr lang="en-AU"/>
          </a:p>
          <a:p>
            <a:r>
              <a:rPr lang="en-AU" sz="1600" b="1" kern="1200">
                <a:solidFill>
                  <a:schemeClr val="tx1"/>
                </a:solidFill>
                <a:effectLst/>
                <a:latin typeface="Arial" panose="020B0604020202020204" pitchFamily="34" charset="0"/>
                <a:ea typeface="+mn-ea"/>
                <a:cs typeface="Arial" panose="020B0604020202020204" pitchFamily="34" charset="0"/>
              </a:rPr>
              <a:t>Colour in fractions</a:t>
            </a:r>
          </a:p>
          <a:p>
            <a:endParaRPr lang="en-AU" sz="1600" b="1"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0"/>
              <a:t>This resource corresponds to Resource 23 – colour in fractions and Resource 24 – fraction spinners in Stage 2 Year B Unit 28.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b="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adaption of ‘Colour in fractions’ from Engaging Maths: 25 favourite lessons by Clarke and Roche. An example of this game being played can be viewed at Colour in fractions on the NSW Department of Education website. </a:t>
            </a:r>
          </a:p>
          <a:p>
            <a:endParaRPr lang="en-AU" b="0"/>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Highlight the fraction wall part of the resource.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Note that the fractional parts in the wall each combine to a whole of the same size.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the fraction pieces from Activity 1 and Activity 2.</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Prompt students to replicate the fraction wall using the fraction pieces.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Explain how to use the spinners to colour pieces from the fraction wall.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Provide students one die labelled 1, 2, 2, 3, 3, 4 in one colour and another die labelled one half, one third, one quarter, one sixth, one eighth in another colour or use Resource 24 – fraction spinners. Also provide each student with Resource 23 – colour in fractions.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take turns to throw both dice or spin their spinners. Students make a fraction using the first die or spinner to determine the numerator and the second determines the denominator. Students then colour the equivalent of the fraction shown. For example, if a player spins 2 quarters they can colour in: </a:t>
            </a:r>
          </a:p>
          <a:p>
            <a:pPr marL="285750" lvl="0" indent="-285750">
              <a:buFont typeface="Arial" panose="020B0604020202020204" pitchFamily="34" charset="0"/>
              <a:buChar char="•"/>
            </a:pPr>
            <a:r>
              <a:rPr lang="en-AU" sz="1600" kern="1200">
                <a:solidFill>
                  <a:schemeClr val="tx1"/>
                </a:solidFill>
                <a:effectLst/>
                <a:ea typeface="+mn-ea"/>
                <a:cs typeface="Arial" panose="020B0604020202020204" pitchFamily="34" charset="0"/>
              </a:rPr>
              <a:t>Two quarters of </a:t>
            </a:r>
            <a:r>
              <a:rPr lang="en-AU" sz="1600" kern="1200">
                <a:solidFill>
                  <a:schemeClr val="tx1"/>
                </a:solidFill>
                <a:effectLst/>
                <a:latin typeface="Arial" panose="020B0604020202020204" pitchFamily="34" charset="0"/>
                <a:ea typeface="+mn-ea"/>
                <a:cs typeface="Arial" panose="020B0604020202020204" pitchFamily="34" charset="0"/>
              </a:rPr>
              <a:t>one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Four eighths of one line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One</a:t>
            </a:r>
            <a:r>
              <a:rPr lang="en-AU" sz="1600" kern="1200" baseline="0">
                <a:solidFill>
                  <a:schemeClr val="tx1"/>
                </a:solidFill>
                <a:effectLst/>
                <a:latin typeface="Arial" panose="020B0604020202020204" pitchFamily="34" charset="0"/>
                <a:ea typeface="+mn-ea"/>
                <a:cs typeface="Arial" panose="020B0604020202020204" pitchFamily="34" charset="0"/>
              </a:rPr>
              <a:t> quarter </a:t>
            </a:r>
            <a:r>
              <a:rPr lang="en-AU" sz="1600" kern="1200">
                <a:solidFill>
                  <a:schemeClr val="tx1"/>
                </a:solidFill>
                <a:effectLst/>
                <a:latin typeface="Arial" panose="020B0604020202020204" pitchFamily="34" charset="0"/>
                <a:ea typeface="+mn-ea"/>
                <a:cs typeface="Arial" panose="020B0604020202020204" pitchFamily="34" charset="0"/>
              </a:rPr>
              <a:t>of one line and 2</a:t>
            </a:r>
            <a:r>
              <a:rPr lang="en-AU" sz="1600" kern="1200" baseline="0">
                <a:solidFill>
                  <a:schemeClr val="tx1"/>
                </a:solidFill>
                <a:effectLst/>
                <a:latin typeface="Arial" panose="020B0604020202020204" pitchFamily="34" charset="0"/>
                <a:ea typeface="+mn-ea"/>
                <a:cs typeface="Arial" panose="020B0604020202020204" pitchFamily="34" charset="0"/>
              </a:rPr>
              <a:t> eighths </a:t>
            </a:r>
            <a:r>
              <a:rPr lang="en-AU" sz="1600" kern="1200">
                <a:solidFill>
                  <a:schemeClr val="tx1"/>
                </a:solidFill>
                <a:effectLst/>
                <a:latin typeface="Arial" panose="020B0604020202020204" pitchFamily="34" charset="0"/>
                <a:ea typeface="+mn-ea"/>
                <a:cs typeface="Arial" panose="020B0604020202020204" pitchFamily="34" charset="0"/>
              </a:rPr>
              <a:t>of another</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any other combination that is the same as 2 quarters.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For each roll or spin, students should use a different colour pencil or marker. If a player is unable to use their turn they ‘pass’. (See next slide)</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Players take it in turns to roll or spin and make fractions, marking them on their fraction wall. If the fraction rolled or its equivalence cannot be shaded, that player misses a turn. This becomes more frequent later in the game. </a:t>
            </a:r>
          </a:p>
          <a:p>
            <a:pPr marL="28575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The first player to colour in their whole wall is the winner. They should encourage the other player to keep filling their fraction wall or make the greatest number of wholes. If after 14 turns neither player has coloured in their whole wall, the player with the most wholes   coloured wins.</a:t>
            </a:r>
            <a:r>
              <a:rPr lang="en-AU">
                <a:effectLst/>
              </a:rPr>
              <a:t> </a:t>
            </a:r>
            <a:endParaRPr lang="en-AU" b="0"/>
          </a:p>
          <a:p>
            <a:pPr marL="285750" indent="-285750">
              <a:buFont typeface="Arial" panose="020B0604020202020204" pitchFamily="34" charset="0"/>
              <a:buChar char="•"/>
            </a:pPr>
            <a:endParaRPr lang="en-AU" b="1"/>
          </a:p>
          <a:p>
            <a:pPr marL="342900" indent="-342900">
              <a:buFont typeface="Arial" panose="020B0604020202020204" pitchFamily="34" charset="0"/>
              <a:buChar char="•"/>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3A047C17-2D96-3866-B8F9-D9D688EC56F9}"/>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23669789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8176C2-7F02-1A94-A83B-FCB0B5730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A0ED78-1A20-0672-71A2-2A55D59DD0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48F5D-5139-D117-5A97-00FF2D5ACAFC}"/>
              </a:ext>
            </a:extLst>
          </p:cNvPr>
          <p:cNvSpPr>
            <a:spLocks noGrp="1"/>
          </p:cNvSpPr>
          <p:nvPr>
            <p:ph type="body" idx="1"/>
          </p:nvPr>
        </p:nvSpPr>
        <p:spPr/>
        <p:txBody>
          <a:bodyPr/>
          <a:lstStyle/>
          <a:p>
            <a:r>
              <a:rPr lang="en-AU" dirty="0"/>
              <a:t>This is a developing number sense activity. </a:t>
            </a:r>
          </a:p>
          <a:p>
            <a:endParaRPr lang="en-AU" dirty="0"/>
          </a:p>
          <a:p>
            <a:r>
              <a:rPr lang="en-AU" dirty="0"/>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dirty="0"/>
          </a:p>
          <a:p>
            <a:r>
              <a:rPr lang="en-AU" b="1" dirty="0"/>
              <a:t>Syllabus focus area:</a:t>
            </a:r>
          </a:p>
          <a:p>
            <a:r>
              <a:rPr lang="en-AU" dirty="0"/>
              <a:t>Partitioned fractions B</a:t>
            </a:r>
          </a:p>
          <a:p>
            <a:endParaRPr lang="en-AU" dirty="0"/>
          </a:p>
          <a:p>
            <a:r>
              <a:rPr lang="en-AU" sz="1600" b="1" kern="1200" dirty="0">
                <a:solidFill>
                  <a:schemeClr val="tx1"/>
                </a:solidFill>
                <a:effectLst/>
                <a:latin typeface="Arial" panose="020B0604020202020204" pitchFamily="34" charset="0"/>
                <a:ea typeface="+mn-ea"/>
                <a:cs typeface="Arial" panose="020B0604020202020204" pitchFamily="34" charset="0"/>
              </a:rPr>
              <a:t>Colour in fractions</a:t>
            </a:r>
          </a:p>
          <a:p>
            <a:endParaRPr lang="en-AU" sz="1600" b="1" kern="1200" dirty="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b="0" dirty="0"/>
              <a:t>This resource corresponds to Resource 23 – colour in fractions and Resource 24 – fraction spinners in Stage 2 Year B Unit 28.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b="0" dirty="0"/>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dirty="0">
                <a:solidFill>
                  <a:schemeClr val="tx1"/>
                </a:solidFill>
                <a:effectLst/>
                <a:latin typeface="Arial" panose="020B0604020202020204" pitchFamily="34" charset="0"/>
                <a:ea typeface="+mn-ea"/>
                <a:cs typeface="Arial" panose="020B0604020202020204" pitchFamily="34" charset="0"/>
              </a:rPr>
              <a:t>This activity is an adaption of ‘Colour in fractions’ from Engaging Maths: 25 favourite lessons by Clarke and Roche. An example of this game being played can be viewed at Colour in fractions on the NSW Department of Education website. </a:t>
            </a:r>
          </a:p>
          <a:p>
            <a:endParaRPr lang="en-AU" b="0" dirty="0"/>
          </a:p>
          <a:p>
            <a:r>
              <a:rPr lang="en-AU" b="0" dirty="0"/>
              <a:t>(Previous slide)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Highlight the fraction wall part of the resource.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Note that the fractional parts in the wall each combine to a whole of the same size.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the fraction pieces from Activity 1 and Activity 2.</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Prompt students to replicate the fraction wall using the fraction pieces.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Explain how to use the spinners to colour pieces from the fraction wall.</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Provide students one die labelled 1, 2, 2, 3, 3, 4 in one colour and another die labelled one half, one third, one quarter, one sixth, one eighth in another colour or use Resource 24 – fraction spinners. Also provide each student with Resource 23 – colour in fractions. </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Players take turns to throw both dice or spin their spinners. Students make a fraction using the first die or spinner to determine the numerator and the second determines the denominator. Students then colour the equivalent of the fraction shown. For example, if a player spins 2 quarters they can colour in: </a:t>
            </a:r>
          </a:p>
          <a:p>
            <a:pPr marL="285750" lvl="0" indent="-285750">
              <a:buFont typeface="Arial" panose="020B0604020202020204" pitchFamily="34" charset="0"/>
              <a:buChar char="•"/>
            </a:pPr>
            <a:r>
              <a:rPr lang="en-AU" sz="1600" kern="1200" dirty="0">
                <a:solidFill>
                  <a:schemeClr val="tx1"/>
                </a:solidFill>
                <a:effectLst/>
                <a:ea typeface="+mn-ea"/>
                <a:cs typeface="Arial" panose="020B0604020202020204" pitchFamily="34" charset="0"/>
              </a:rPr>
              <a:t>Two quarters of </a:t>
            </a:r>
            <a:r>
              <a:rPr lang="en-AU" sz="1600" kern="1200" dirty="0">
                <a:solidFill>
                  <a:schemeClr val="tx1"/>
                </a:solidFill>
                <a:effectLst/>
                <a:latin typeface="Arial" panose="020B0604020202020204" pitchFamily="34" charset="0"/>
                <a:ea typeface="+mn-ea"/>
                <a:cs typeface="Arial" panose="020B0604020202020204" pitchFamily="34" charset="0"/>
              </a:rPr>
              <a:t>one line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Four eighths of one line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One</a:t>
            </a:r>
            <a:r>
              <a:rPr lang="en-AU" sz="1600" kern="1200" baseline="0" dirty="0">
                <a:solidFill>
                  <a:schemeClr val="tx1"/>
                </a:solidFill>
                <a:effectLst/>
                <a:latin typeface="Arial" panose="020B0604020202020204" pitchFamily="34" charset="0"/>
                <a:ea typeface="+mn-ea"/>
                <a:cs typeface="Arial" panose="020B0604020202020204" pitchFamily="34" charset="0"/>
              </a:rPr>
              <a:t> quarter </a:t>
            </a:r>
            <a:r>
              <a:rPr lang="en-AU" sz="1600" kern="1200" dirty="0">
                <a:solidFill>
                  <a:schemeClr val="tx1"/>
                </a:solidFill>
                <a:effectLst/>
                <a:latin typeface="Arial" panose="020B0604020202020204" pitchFamily="34" charset="0"/>
                <a:ea typeface="+mn-ea"/>
                <a:cs typeface="Arial" panose="020B0604020202020204" pitchFamily="34" charset="0"/>
              </a:rPr>
              <a:t>of one line and 2</a:t>
            </a:r>
            <a:r>
              <a:rPr lang="en-AU" sz="1600" kern="1200" baseline="0" dirty="0">
                <a:solidFill>
                  <a:schemeClr val="tx1"/>
                </a:solidFill>
                <a:effectLst/>
                <a:latin typeface="Arial" panose="020B0604020202020204" pitchFamily="34" charset="0"/>
                <a:ea typeface="+mn-ea"/>
                <a:cs typeface="Arial" panose="020B0604020202020204" pitchFamily="34" charset="0"/>
              </a:rPr>
              <a:t> eighths </a:t>
            </a:r>
            <a:r>
              <a:rPr lang="en-AU" sz="1600" kern="1200" dirty="0">
                <a:solidFill>
                  <a:schemeClr val="tx1"/>
                </a:solidFill>
                <a:effectLst/>
                <a:latin typeface="Arial" panose="020B0604020202020204" pitchFamily="34" charset="0"/>
                <a:ea typeface="+mn-ea"/>
                <a:cs typeface="Arial" panose="020B0604020202020204" pitchFamily="34" charset="0"/>
              </a:rPr>
              <a:t>of another</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any other combination that is the same as 2 quarters.</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For each roll or spin, students should use a different colour pencil or marker. If a player is unable to use their turn they ‘pass’. </a:t>
            </a:r>
          </a:p>
          <a:p>
            <a:pPr marL="285750" lvl="0" indent="-285750">
              <a:buFont typeface="Arial" panose="020B0604020202020204" pitchFamily="34" charset="0"/>
              <a:buChar char="•"/>
            </a:pPr>
            <a:endParaRPr lang="en-AU" sz="1600" kern="1200" dirty="0">
              <a:solidFill>
                <a:schemeClr val="tx1"/>
              </a:solidFill>
              <a:effectLst/>
              <a:latin typeface="Arial" panose="020B0604020202020204" pitchFamily="34" charset="0"/>
              <a:ea typeface="+mn-ea"/>
              <a:cs typeface="Arial" panose="020B0604020202020204" pitchFamily="34" charset="0"/>
            </a:endParaRPr>
          </a:p>
          <a:p>
            <a:pPr marL="0" lvl="0" indent="0">
              <a:buFont typeface="Arial" panose="020B0604020202020204" pitchFamily="34" charset="0"/>
              <a:buNone/>
            </a:pPr>
            <a:r>
              <a:rPr lang="en-AU" sz="1600" kern="1200" dirty="0">
                <a:solidFill>
                  <a:schemeClr val="tx1"/>
                </a:solidFill>
                <a:effectLst/>
                <a:latin typeface="Arial" panose="020B0604020202020204" pitchFamily="34" charset="0"/>
                <a:ea typeface="+mn-ea"/>
                <a:cs typeface="Arial" panose="020B0604020202020204" pitchFamily="34" charset="0"/>
              </a:rPr>
              <a:t>(This slide)</a:t>
            </a:r>
          </a:p>
          <a:p>
            <a:pPr marL="285750" lvl="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Players take it in turns to roll or spin and make fractions, marking them on their fraction wall. If the fraction rolled or its equivalence cannot be shaded, that player misses a turn. This becomes more frequent later in the game. </a:t>
            </a:r>
          </a:p>
          <a:p>
            <a:pPr marL="285750" indent="-285750">
              <a:buFont typeface="Arial" panose="020B0604020202020204" pitchFamily="34" charset="0"/>
              <a:buChar char="•"/>
            </a:pPr>
            <a:r>
              <a:rPr lang="en-AU" sz="1600" kern="1200" dirty="0">
                <a:solidFill>
                  <a:schemeClr val="tx1"/>
                </a:solidFill>
                <a:effectLst/>
                <a:latin typeface="Arial" panose="020B0604020202020204" pitchFamily="34" charset="0"/>
                <a:ea typeface="+mn-ea"/>
                <a:cs typeface="Arial" panose="020B0604020202020204" pitchFamily="34" charset="0"/>
              </a:rPr>
              <a:t>The first player to colour in their whole wall is the winner. They should encourage the other player to keep filling their fraction wall or make the greatest number of wholes. If after 14 turns neither player has coloured in their whole wall, the player with the most wholes   coloured wins.</a:t>
            </a:r>
            <a:r>
              <a:rPr lang="en-AU" dirty="0">
                <a:effectLst/>
              </a:rPr>
              <a:t> </a:t>
            </a:r>
            <a:endParaRPr lang="en-AU" b="0" dirty="0"/>
          </a:p>
          <a:p>
            <a:pPr marL="285750" indent="-285750">
              <a:buFont typeface="Arial" panose="020B0604020202020204" pitchFamily="34" charset="0"/>
              <a:buChar char="•"/>
            </a:pPr>
            <a:endParaRPr lang="en-AU" b="1" dirty="0"/>
          </a:p>
          <a:p>
            <a:pPr marL="342900" indent="-342900">
              <a:buFont typeface="Arial" panose="020B0604020202020204" pitchFamily="34" charset="0"/>
              <a:buChar char="•"/>
            </a:pPr>
            <a:endParaRPr lang="en-AU" b="0" dirty="0"/>
          </a:p>
          <a:p>
            <a:endParaRPr lang="en-AU" b="1" dirty="0"/>
          </a:p>
          <a:p>
            <a:pPr marL="342900" indent="-342900">
              <a:buFont typeface="+mj-lt"/>
              <a:buAutoNum type="arabicPeriod"/>
            </a:pPr>
            <a:endParaRPr lang="en-AU" dirty="0"/>
          </a:p>
          <a:p>
            <a:endParaRPr lang="en-AU" dirty="0"/>
          </a:p>
        </p:txBody>
      </p:sp>
      <p:sp>
        <p:nvSpPr>
          <p:cNvPr id="4" name="Slide Number Placeholder 3">
            <a:extLst>
              <a:ext uri="{FF2B5EF4-FFF2-40B4-BE49-F238E27FC236}">
                <a16:creationId xmlns:a16="http://schemas.microsoft.com/office/drawing/2014/main" id="{F8FE99A0-BD18-0AC6-E378-4DBDA0E821E7}"/>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37982067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25BD7-182E-E445-4BEE-0EFBDDE2E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3F9A88-E143-58E6-5E6C-5EBE54E776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853F96-1837-F922-637D-37721278423F}"/>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4073A49-16BC-F75B-0843-031DD5844E53}"/>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6558921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1129A-A241-1227-E39D-803C0BABD0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5E368-EE69-7F77-469C-BEC25AF77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71666F-DCE5-6E5D-81AA-653595088B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4)</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19100AA-9F2D-B3DF-BA29-892C09F36338}"/>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36788492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26DE5-F70E-020E-83A9-F7EE03174B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4F2CF-BF1B-0DAE-6858-6D1EC839F30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E4536-36A2-46E0-BC68-CAECC1DE1CE6}"/>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Geometric measure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37214E7-26D1-36C4-1617-C202790A45B6}"/>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361644052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8AD824-640F-D2F4-5977-6163AE9B71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2584F1-7BDB-7461-AFFD-782DDDAA29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FD904F-4D98-0993-FF07-278E7D946DB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8A84B2-3EF5-AC61-A21F-AE35F3F9D9FD}"/>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42293668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2B8D8-AFD2-EFEC-E3BD-B83D8A6E7E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4C4EF-68CA-016A-6199-289D7E5DB2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5B0011-6439-4EA5-2F3D-EE8A8C78B02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15CD9B8-FC69-AA44-875E-5F3A0B6DE9C6}"/>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20271881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7C9758-6224-611D-EC30-D43D9D0B6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B89BFD-4C3F-E5EC-27C6-E95DBF2DD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39EB86-4DE6-C4D9-92DC-3B53ACA8C2D2}"/>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Geometric measure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8A801-CA5F-28C2-0A5B-F0EA9FAA4A59}"/>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9499077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676F3-8AAD-12F7-FDFB-4406471D5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83C158-04F4-B169-237F-2EDC1D845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2A1832-7052-DC2A-CF30-4DC6FD0D818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Partitioned fractions B</a:t>
            </a:r>
          </a:p>
          <a:p>
            <a:endParaRPr lang="en-AU"/>
          </a:p>
          <a:p>
            <a:r>
              <a:rPr lang="en-AU" b="1"/>
              <a:t>Equivalent fractions on a number line</a:t>
            </a:r>
          </a:p>
          <a:p>
            <a:endParaRPr lang="en-AU" b="1"/>
          </a:p>
          <a:p>
            <a:pPr marL="342900" indent="-342900">
              <a:buFont typeface="Arial" panose="020B0604020202020204" pitchFamily="34" charset="0"/>
              <a:buChar char="•"/>
            </a:pPr>
            <a:r>
              <a:rPr lang="en-AU" b="0"/>
              <a:t>Create a tower using interconnecting cubes and 3 different colours (4 cubes, 2 cubes and 2 cubes).</a:t>
            </a:r>
          </a:p>
          <a:p>
            <a:pPr marL="342900" indent="-342900">
              <a:buFont typeface="Arial" panose="020B0604020202020204" pitchFamily="34" charset="0"/>
              <a:buChar char="•"/>
            </a:pPr>
            <a:r>
              <a:rPr lang="en-AU" b="0"/>
              <a:t>Explain that the fractions shown in the tower can be represented using a number line and coloured tape diagram. </a:t>
            </a:r>
          </a:p>
          <a:p>
            <a:pPr marL="342900" indent="-342900">
              <a:buFont typeface="Arial" panose="020B0604020202020204" pitchFamily="34" charset="0"/>
              <a:buChar char="•"/>
            </a:pPr>
            <a:r>
              <a:rPr lang="en-AU" b="0"/>
              <a:t>Instruct students to draw a number line and mark it with 8 equally spaced intervals. Students label eighths on the number line.</a:t>
            </a:r>
          </a:p>
          <a:p>
            <a:pPr marL="342900" indent="-342900">
              <a:buFont typeface="Arial" panose="020B0604020202020204" pitchFamily="34" charset="0"/>
              <a:buChar char="•"/>
            </a:pPr>
            <a:r>
              <a:rPr lang="en-AU" b="0"/>
              <a:t>Prompt students to use coloured markers to represent the fractional parts of the tower on the number line as a tape diagram.</a:t>
            </a:r>
          </a:p>
          <a:p>
            <a:pPr marL="342900" indent="-342900">
              <a:buFont typeface="Arial" panose="020B0604020202020204" pitchFamily="34" charset="0"/>
              <a:buChar char="•"/>
            </a:pPr>
            <a:r>
              <a:rPr lang="en-AU" b="0"/>
              <a:t>Instruct students to draw a number line and mark it with 4 equally spaced intervals. Students label quarters on the number line.</a:t>
            </a:r>
          </a:p>
          <a:p>
            <a:pPr marL="342900" indent="-342900">
              <a:buFont typeface="Arial" panose="020B0604020202020204" pitchFamily="34" charset="0"/>
              <a:buChar char="•"/>
            </a:pPr>
            <a:r>
              <a:rPr lang="en-AU" b="0"/>
              <a:t>Prompt students to represent the equivalent fractional parts on the new number line as a tape diagram.</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fraction is represented by 4 cubes? (4 eighths)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are the equivalent fractions of 4 eighths? (2 quarters and one half)</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fraction is represented by 2 cubes? (2 eighths)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equivalent fraction of 2 eighths? (One quarter)</a:t>
            </a:r>
          </a:p>
          <a:p>
            <a:pPr marL="342900" indent="-342900">
              <a:buFont typeface="+mj-lt"/>
              <a:buAutoNum type="arabicPeriod"/>
            </a:pPr>
            <a:endParaRPr lang="en-AU" b="0"/>
          </a:p>
          <a:p>
            <a:pPr marL="342900" indent="-342900">
              <a:buFont typeface="+mj-lt"/>
              <a:buAutoNum type="arabicPeriod"/>
            </a:pPr>
            <a:endParaRPr lang="en-AU" b="0"/>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981557F-9334-0A62-59BD-5F2ABA9538F7}"/>
              </a:ext>
            </a:extLst>
          </p:cNvPr>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21450673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43710-FB2F-FB00-243F-B91970B560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B868A8-8D98-D4B0-033B-3856896AA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BAEDE1-4304-3A6D-6C4F-3D965617786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E233C5D-85DC-0BB6-32A7-310B7FAD1F4A}"/>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0004815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9E0400-E3D3-5DB9-3231-CF9D926D02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9B1941-A7DF-1C2B-AF2A-1BD6E822F5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2D2D55-0375-2479-87D5-2C065D44191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5)</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044AEEB2-E6E4-DE0F-D21D-574CB90AF6F6}"/>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808349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24DD3-5721-14F5-EDD2-E30B6126D1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5F02D0-E214-A760-36A9-3FB3B4F9AAA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992B00-F70A-F579-2146-5C8C6E8A499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Geometric measure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929B697-56AA-87E8-FCD6-8EB978298970}"/>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12284894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9FD1E-52E6-C1FC-15B4-19971F8912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D7B59-84DD-0587-09E6-630DBC0C73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1635F-F80B-95B6-C888-A9F51291AF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2095171-3401-20DE-1F94-F14D43F4E62A}"/>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263333466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4A660-2C9E-41E2-C1B0-CFD6816984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759E8-2964-387A-B4FB-89B79D97B3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195F0F-A841-FDA0-2381-E9895B7E30F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90EF94-C4D7-1238-EA14-ACE66F50C157}"/>
              </a:ext>
            </a:extLst>
          </p:cNvPr>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1475797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FEADE3-0A66-DDC8-F848-D4D6A32488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81B31F-81E8-DBCD-6376-E8C3323BEA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58DDBC-F9E2-477F-9199-D93FB956E51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CAC6B19-DCCE-9D5D-6371-30B15F03922A}"/>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32667622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7A62D-A6C8-A936-3396-403B2DD48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BBE3FA-FB8B-EBAC-E399-A757856431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67F65-9BAE-6E80-4AA0-AD3FDCDCC8EB}"/>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Problem solving involving money</a:t>
            </a:r>
          </a:p>
          <a:p>
            <a:endParaRPr lang="en-AU" b="1"/>
          </a:p>
          <a:p>
            <a:r>
              <a:rPr lang="en-AU" b="0"/>
              <a:t>This lesson is an adaption of Buying a Balloon from NRICH by University of Cambridge.</a:t>
            </a:r>
          </a:p>
          <a:p>
            <a:endParaRPr lang="en-AU" b="0"/>
          </a:p>
          <a:p>
            <a:r>
              <a:rPr lang="en-AU" b="0"/>
              <a:t>(Next slide)</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record their solutions on whiteboards to the following questions. Ask: </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How much might the balloons have cost?</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is the largest amount the father could have paid?</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is the smallest amount the father could have paid?</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Imagine that he used 2 different notes and 2 different coins?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How much might the balloons cost now?</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Can you find all the possible prices? </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How do you know you have found them all?</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Which of your answers seems a reasonable amount to pay for a balloon?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share student results and reasoning for each question. </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43302DC7-71EB-F55D-06D0-906EA93562E1}"/>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0273956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5DF751-357D-AC45-EF90-A5C736BD9F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5E3F50-A4EA-2E06-864D-71D9CE4A7D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4FAFE9-1394-79AB-33A1-8680A49A0C55}"/>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Problem solving involving money</a:t>
            </a:r>
          </a:p>
          <a:p>
            <a:endParaRPr lang="en-AU" b="1"/>
          </a:p>
          <a:p>
            <a:r>
              <a:rPr lang="en-AU" b="0"/>
              <a:t>This lesson is an adaption of Buying a Balloon from NRICH by University of Cambridge.</a:t>
            </a:r>
          </a:p>
          <a:p>
            <a:endParaRPr lang="en-AU" b="0"/>
          </a:p>
          <a:p>
            <a:pPr marL="0" lvl="0" indent="0">
              <a:buFont typeface="Arial" panose="020B0604020202020204" pitchFamily="34" charset="0"/>
              <a:buNone/>
            </a:pPr>
            <a:r>
              <a:rPr lang="en-AU" sz="1600" kern="1200">
                <a:solidFill>
                  <a:schemeClr val="tx1"/>
                </a:solidFill>
                <a:effectLst/>
                <a:latin typeface="Arial" panose="020B0604020202020204" pitchFamily="34" charset="0"/>
                <a:ea typeface="+mn-ea"/>
                <a:cs typeface="Arial" panose="020B0604020202020204" pitchFamily="34" charset="0"/>
              </a:rPr>
              <a:t>(Previous slide: Scenario: A father bought balloons for his 4 children at the community fair. He paid for the balloons using 2 notes and 4 coins. )</a:t>
            </a:r>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record their solutions on whiteboards to the following questions. Ask: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much might the balloons have cost?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largest amount the father could have paid?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What is the smallest amount the father could have paid?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Imagine that he used 2 different notes and 2 different coins?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much might the balloons cost now?</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Can you find all the possible prices? </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How do you know you have found them all?</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Which of your answers seems a reasonable amount to pay for a balloon?</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 a class share student results and reasoning for each question. </a:t>
            </a:r>
          </a:p>
          <a:p>
            <a:endParaRPr lang="en-AU" b="0"/>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5612B50B-5F9A-A2D8-B17C-3AF25949036F}"/>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419563308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9905A-2EC2-DC72-9C47-14B15A1A4E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E48A9B-C10A-348F-52A1-8EA508CD0A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02976-C4DE-57E6-A9ED-B6E094CF8255}"/>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A335D8-90A0-A351-0754-DD4ACAAF1287}"/>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3176243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88966-B098-4FE4-D07C-7D3AB05F54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7881B3-B9F6-08FC-4960-D3C1CDF72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9F3500-7454-FC1A-323C-21B7E06BF8A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6)</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871BA68-1842-8899-7220-9C736B5675D4}"/>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9239099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1894F-CD5A-1A5B-E0D4-52B59932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BC736A-77DC-E3C8-9B14-1C7BB5F1C6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4085F-7886-1B1C-BE0D-0329AB222B5A}"/>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499D83A-49FB-1D76-1A06-BD94441FE3F8}"/>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373792240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324D60-6C55-F1DC-1147-C0034AAE60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E5A0D5-48C3-DB82-36E2-EB26917E8B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26A875-4296-FC05-CA13-99A666F902D3}"/>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DB7087-7973-1B44-E804-72FF5E9F33A7}"/>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13530970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B8064-5153-D494-16C2-0978F1A86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289123-0D0C-8292-6DB6-B68F79520C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0AA3FF-3110-B3E0-9AA8-F1E405508B00}"/>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Representing numbers using place value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56274FD-50CF-5B73-6D8E-B6E8124D6C2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3697034336"/>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9E7677-F12C-A1FF-304A-2976B662D4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388EDB-8B5A-F6CC-7B46-A0C946BED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BDFBA5-5516-556D-0CE9-9866C25700B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Three-dimensional spatial structure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07057D8-5CAF-CBB6-0299-BBF0B3225D3C}"/>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11026661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E7CE0-932C-F4C0-78ED-51F01146D7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956BBB-67C8-BA20-D221-7A68FDD19F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423513-ADF1-902E-116A-54778B585618}"/>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Using estimation to solve problems involving money</a:t>
            </a:r>
          </a:p>
          <a:p>
            <a:endParaRPr lang="en-AU" b="1"/>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lesson is an adaptation of The Puzzling Sweet Shop from NRICH by University of Cambridge. </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600" kern="1200">
              <a:solidFill>
                <a:schemeClr val="tx1"/>
              </a:solidFill>
              <a:effectLst/>
              <a:latin typeface="Arial" panose="020B0604020202020204" pitchFamily="34" charset="0"/>
              <a:ea typeface="+mn-ea"/>
              <a:cs typeface="Arial" panose="020B0604020202020204" pitchFamily="34" charset="0"/>
            </a:endParaRPr>
          </a:p>
          <a:p>
            <a:r>
              <a:rPr lang="en-AU" b="0"/>
              <a:t>This resource corresponds to Resource 25 – candy stall in Stage 2 Year B Unit 28. </a:t>
            </a:r>
          </a:p>
          <a:p>
            <a:endParaRPr lang="en-AU" b="0"/>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In pairs, students solve the following problems on individual whiteboards using estimation to check the validity of their solutions: </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Rosie went to the candy stall at the community fair with $10 to spend. What could Rosie buy if she wanted to spend all her money?</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James, Katie and Henry went into the shop too. They each had $20 to spend and they all spent all their money as follows: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James spent his money on just one kind of sweet, but he does not like chews. Which sweets did he buy?</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Katie bought the same number of sweets as James, but she had 3 different kinds. Which sweets did she buy?</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Henry chose 8 sweets. What could he have bought?</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 How did estimation help you solve the problems?</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Select students to share their responses and communicate their reasoning.</a:t>
            </a:r>
          </a:p>
          <a:p>
            <a:pPr marL="285750" indent="-285750">
              <a:buFont typeface="Arial" panose="020B0604020202020204" pitchFamily="34" charset="0"/>
              <a:buChar char="•"/>
            </a:pPr>
            <a:endParaRPr lang="en-AU" b="0"/>
          </a:p>
          <a:p>
            <a:pPr marL="285750" indent="-285750">
              <a:buFont typeface="Arial" panose="020B0604020202020204" pitchFamily="34" charset="0"/>
              <a:buChar char="•"/>
            </a:pPr>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122EB8A0-FCBF-889F-A186-13976AE53D97}"/>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8033779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AF04B-1E1F-DCFF-DFA5-FCAA7E29B4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8BDD47-36A4-A286-C2FE-AF7871D1B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84AAC7E-965A-2B42-BE0E-7B66A92D345B}"/>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ED1CBCA-4579-C266-1407-210ADF104C98}"/>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618146565"/>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6484B3-723C-5CDC-7F5D-72CC6FDB0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423710-6713-4F46-6DD4-00164B0B40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BBF5B-C384-F7FB-63B0-B257445B7F9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7)</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Additive relations B</a:t>
            </a:r>
          </a:p>
        </p:txBody>
      </p:sp>
      <p:sp>
        <p:nvSpPr>
          <p:cNvPr id="4" name="Slide Number Placeholder 3">
            <a:extLst>
              <a:ext uri="{FF2B5EF4-FFF2-40B4-BE49-F238E27FC236}">
                <a16:creationId xmlns:a16="http://schemas.microsoft.com/office/drawing/2014/main" id="{03A575D5-93F5-6245-6E0E-4824DF33EFBA}"/>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719890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3A993-1E03-2D88-D68D-39CA409296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750E1-10B7-126F-B5BF-F813FF345C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61C2FE-11E8-16C7-B7AD-CCC8AE9AA06C}"/>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2C553AD-A391-D2C3-151E-CF15794588DC}"/>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115352071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4267C6-6600-129D-9A15-8C378BA602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A4C7E7-0661-46C6-F4A0-5CA82DE96F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F94BCB-7BF6-AF2A-5134-EEE9763A7925}"/>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2CAC20D-565A-DC93-F58C-5FDC1FE4EA5F}"/>
              </a:ext>
            </a:extLst>
          </p:cNvPr>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208047960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15F7D5-67F0-D6BC-4DF2-A9E6C7E586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815A4D-B93C-9B57-4221-C31FFE7EE1F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195F2E-EBA7-A8F1-54D9-F5BC7C7D59FB}"/>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5B70F96-4D2B-837C-B26B-E0E8158C2AD0}"/>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9098921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625F9-0FB4-1EDC-1758-FA2D84C069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D6E23D-8324-27B8-39AC-97FBE8567E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90E2A5-C32B-F405-8BDD-E6F16211E2ED}"/>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Data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9E08614-54B2-63B3-D9B4-7D7A56651530}"/>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377517250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357B-A944-5573-7E80-6FBE513354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A7C31-6BC3-5464-5C99-5E100141D1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5C401-C069-0E6A-B54F-9F060D925B5F}"/>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Reflecting on additive strategies</a:t>
            </a:r>
          </a:p>
          <a:p>
            <a:endParaRPr lang="en-AU" sz="1600" kern="1200">
              <a:solidFill>
                <a:schemeClr val="tx1"/>
              </a:solidFill>
              <a:effectLst/>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lesson is an adaptation of Monetary Difference from NRICH by University of Cambridge. </a:t>
            </a:r>
          </a:p>
          <a:p>
            <a:endParaRPr lang="en-AU" b="0"/>
          </a:p>
          <a:p>
            <a:pPr marL="285750" lvl="0" indent="-285750">
              <a:buFont typeface="Arial" panose="020B0604020202020204" pitchFamily="34" charset="0"/>
              <a:buChar char="•"/>
            </a:pPr>
            <a:endParaRPr lang="en-AU" sz="1600" kern="1200">
              <a:solidFill>
                <a:schemeClr val="tx1"/>
              </a:solidFill>
              <a:effectLst/>
              <a:latin typeface="Arial" panose="020B0604020202020204" pitchFamily="34" charset="0"/>
              <a:ea typeface="+mn-ea"/>
              <a:cs typeface="Arial" panose="020B0604020202020204" pitchFamily="34" charset="0"/>
            </a:endParaRP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strategies did you use to solve the problem?</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Did you have any challenges? How did you overcome them?</a:t>
            </a:r>
          </a:p>
          <a:p>
            <a:endParaRPr lang="en-AU" sz="1600" b="1" kern="1200">
              <a:solidFill>
                <a:schemeClr val="tx1"/>
              </a:solidFill>
              <a:effectLst/>
              <a:latin typeface="Arial" panose="020B0604020202020204" pitchFamily="34" charset="0"/>
              <a:ea typeface="+mn-ea"/>
              <a:cs typeface="Arial" panose="020B0604020202020204" pitchFamily="34" charset="0"/>
            </a:endParaRPr>
          </a:p>
          <a:p>
            <a:r>
              <a:rPr lang="en-AU" sz="1600" b="1" kern="1200">
                <a:solidFill>
                  <a:schemeClr val="tx1"/>
                </a:solidFill>
                <a:effectLst/>
                <a:latin typeface="Arial" panose="020B0604020202020204" pitchFamily="34" charset="0"/>
                <a:ea typeface="+mn-ea"/>
                <a:cs typeface="Arial" panose="020B0604020202020204" pitchFamily="34" charset="0"/>
              </a:rPr>
              <a:t>Note:</a:t>
            </a:r>
            <a:r>
              <a:rPr lang="en-AU" sz="1600" kern="1200">
                <a:solidFill>
                  <a:schemeClr val="tx1"/>
                </a:solidFill>
                <a:effectLst/>
                <a:latin typeface="Arial" panose="020B0604020202020204" pitchFamily="34" charset="0"/>
                <a:ea typeface="+mn-ea"/>
                <a:cs typeface="Arial" panose="020B0604020202020204" pitchFamily="34" charset="0"/>
              </a:rPr>
              <a:t> increase the difficulty of the task by adding this information. Alex and Bertie have $55 between them, and Alex and Chris have $65 between them. Students record possible solutions on their whiteboard.</a:t>
            </a:r>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Students share their responses and reflect on the most efficient strategy used to solve the problem.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DCB68029-1079-7750-C066-A2D83C7716ED}"/>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189733854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2F317-3364-6231-8AEE-C5FF33E120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2BBFEF-D03E-AA3B-A2A8-4361146016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B33587-4268-C522-FE25-34BEE041EE4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946D6C7-77F1-CF1E-B9CE-772F33F99BCA}"/>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25539304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AF09C7-9EF0-30BA-87E1-D6AF0E164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339073-7E68-EC8A-8A3D-D71BD9D9D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9013DB-9260-43A5-1F20-1F554DE03BF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8)</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Additive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63542BF-7873-12F2-CA52-467C64AD3406}"/>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118234673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44BF0-4FF1-036E-4A2B-1C3E4099EC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BE256E-6846-CC17-BB34-FA4EF65FF34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944099-A3F4-08E3-E889-DE3740D7F87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a:latin typeface="Arial"/>
                <a:cs typeface="Arial"/>
              </a:rPr>
              <a:t>Chance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6D057D0-815E-46FE-671F-96E8CA565CEB}"/>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46011219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99A7E-601D-B217-99C4-FE98372AE4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8F7CC-0813-1EB4-3899-00043B698E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173D81-8131-41F7-E5D2-A718743F0216}"/>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marL="0" marR="0" lvl="0" indent="0" algn="l" defTabSz="1219170" rtl="0" eaLnBrk="1" fontAlgn="auto" latinLnBrk="0" hangingPunct="1">
              <a:lnSpc>
                <a:spcPct val="100000"/>
              </a:lnSpc>
              <a:spcBef>
                <a:spcPts val="0"/>
              </a:spcBef>
              <a:spcAft>
                <a:spcPts val="0"/>
              </a:spcAft>
              <a:buClrTx/>
              <a:buSzTx/>
              <a:buFontTx/>
              <a:buNone/>
              <a:tabLst/>
              <a:defRPr/>
            </a:pPr>
            <a:r>
              <a:rPr lang="en-AU">
                <a:latin typeface="Arial"/>
                <a:cs typeface="Arial"/>
              </a:rPr>
              <a:t>Multiplicative relations B</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526F28-86A3-8899-A53B-8E710CE7D4E7}"/>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158114540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939377-2907-3BBD-108B-DD487534AA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06FD2F-B33D-7099-B438-B12BAD2292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0F68AC-1A84-3F75-4358-F96C471F3AE9}"/>
              </a:ext>
            </a:extLst>
          </p:cNvPr>
          <p:cNvSpPr>
            <a:spLocks noGrp="1"/>
          </p:cNvSpPr>
          <p:nvPr>
            <p:ph type="body" idx="1"/>
          </p:nvPr>
        </p:nvSpPr>
        <p:spPr/>
        <p:txBody>
          <a:bodyPr/>
          <a:lstStyle/>
          <a:p>
            <a:r>
              <a:rPr lang="en-AU"/>
              <a:t>Short response questions provide brisk paced questions focussing on review of current and previous content to support spaced and interleaved practice. </a:t>
            </a:r>
          </a:p>
          <a:p>
            <a:endParaRPr lang="en-AU"/>
          </a:p>
          <a:p>
            <a:r>
              <a:rPr lang="en-AU" b="1"/>
              <a:t>Syllabus focus area:</a:t>
            </a:r>
          </a:p>
          <a:p>
            <a:pPr>
              <a:defRPr/>
            </a:pPr>
            <a:r>
              <a:rPr lang="en-AU" sz="1600" i="0">
                <a:solidFill>
                  <a:schemeClr val="tx1"/>
                </a:solidFill>
                <a:latin typeface="Arial"/>
                <a:cs typeface="Arial"/>
              </a:rPr>
              <a:t>Additive relations A</a:t>
            </a: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B35F9B-B1C6-0A98-E12E-C2968DF42BFC}"/>
              </a:ext>
            </a:extLst>
          </p:cNvPr>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327813774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DD36A-CE7B-347E-7CEE-779F36A558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6A57-CAC2-8726-654E-4A9B76F585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745F70-34F1-B28B-2FD7-63AFA2193B42}"/>
              </a:ext>
            </a:extLst>
          </p:cNvPr>
          <p:cNvSpPr>
            <a:spLocks noGrp="1"/>
          </p:cNvSpPr>
          <p:nvPr>
            <p:ph type="body" idx="1"/>
          </p:nvPr>
        </p:nvSpPr>
        <p:spPr/>
        <p:txBody>
          <a:bodyPr/>
          <a:lstStyle/>
          <a:p>
            <a:r>
              <a:rPr lang="en-AU" dirty="0"/>
              <a:t>Short response questions provide brisk paced questions focussing on review of current and previous content to support spaced and interleaved practice. </a:t>
            </a:r>
          </a:p>
          <a:p>
            <a:endParaRPr lang="en-AU" dirty="0"/>
          </a:p>
          <a:p>
            <a:r>
              <a:rPr lang="en-AU" b="1" dirty="0"/>
              <a:t>Syllabus focus area:</a:t>
            </a:r>
          </a:p>
          <a:p>
            <a:pPr>
              <a:defRPr/>
            </a:pPr>
            <a:r>
              <a:rPr lang="en-AU" dirty="0">
                <a:latin typeface="Arial"/>
                <a:cs typeface="Arial"/>
              </a:rPr>
              <a:t>Two-dimensional spatial structure A</a:t>
            </a:r>
            <a:endParaRPr lang="en-AU" sz="1600" i="0" dirty="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7D4E9E5-FBA0-8012-41E7-84518A8FA12F}"/>
              </a:ext>
            </a:extLst>
          </p:cNvPr>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396120054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FA89CE-950F-1265-1510-ABEA619863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08BC2A-CE18-88CF-8C8A-8964058F19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32D6F4-AE56-63AB-5986-7D394322BF33}"/>
              </a:ext>
            </a:extLst>
          </p:cNvPr>
          <p:cNvSpPr>
            <a:spLocks noGrp="1"/>
          </p:cNvSpPr>
          <p:nvPr>
            <p:ph type="body" idx="1"/>
          </p:nvPr>
        </p:nvSpPr>
        <p:spPr/>
        <p:txBody>
          <a:bodyPr/>
          <a:lstStyle/>
          <a:p>
            <a:r>
              <a:rPr lang="en-AU"/>
              <a:t>This is a developing number sense activity. </a:t>
            </a:r>
          </a:p>
          <a:p>
            <a:endParaRPr lang="en-AU"/>
          </a:p>
          <a:p>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p>
          <a:p>
            <a:endParaRPr lang="en-AU"/>
          </a:p>
          <a:p>
            <a:r>
              <a:rPr lang="en-AU" b="1"/>
              <a:t>Syllabus focus area:</a:t>
            </a:r>
          </a:p>
          <a:p>
            <a:r>
              <a:rPr lang="en-AU"/>
              <a:t>Additive relations B</a:t>
            </a:r>
          </a:p>
          <a:p>
            <a:endParaRPr lang="en-AU"/>
          </a:p>
          <a:p>
            <a:r>
              <a:rPr lang="en-AU" b="1"/>
              <a:t>Word problems requiring addition and subtraction</a:t>
            </a:r>
          </a:p>
          <a:p>
            <a:endParaRPr lang="en-AU" b="1"/>
          </a:p>
          <a:p>
            <a:pPr marL="285750" lvl="0" indent="-285750">
              <a:buFont typeface="Arial" panose="020B0604020202020204" pitchFamily="34" charset="0"/>
              <a:buChar char="•"/>
            </a:pPr>
            <a:r>
              <a:rPr lang="en-AU" sz="1600" kern="1200">
                <a:solidFill>
                  <a:schemeClr val="tx1"/>
                </a:solidFill>
                <a:effectLst/>
                <a:latin typeface="Arial" panose="020B0604020202020204" pitchFamily="34" charset="0"/>
                <a:ea typeface="+mn-ea"/>
                <a:cs typeface="Arial" panose="020B0604020202020204" pitchFamily="34" charset="0"/>
              </a:rPr>
              <a:t>Display the following scenario: Noah had $10 to spend at the school canteen. He spent $3.20 on a sandwich and $2.50 on a juice. Afterwards, he was still feeling hungry. Does he have enough money to buy another sandwich?</a:t>
            </a:r>
          </a:p>
          <a:p>
            <a:pPr marL="285750" lvl="0" indent="-285750">
              <a:buFont typeface="Arial" panose="020B0604020202020204" pitchFamily="34" charset="0"/>
              <a:buChar char="•"/>
            </a:pPr>
            <a:r>
              <a:rPr lang="en-AU" sz="1600" b="1" kern="1200">
                <a:solidFill>
                  <a:schemeClr val="tx1"/>
                </a:solidFill>
                <a:effectLst/>
                <a:latin typeface="Arial" panose="020B0604020202020204" pitchFamily="34" charset="0"/>
                <a:ea typeface="+mn-ea"/>
                <a:cs typeface="Arial" panose="020B0604020202020204" pitchFamily="34" charset="0"/>
              </a:rPr>
              <a:t>Ask:</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is the total amount he spent on the sandwich and juice?</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strategy did you use to solve this?</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How much change does he get back from the canteen?</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What strategy did you use to solve this step?</a:t>
            </a:r>
          </a:p>
          <a:p>
            <a:pPr marL="285750" lvl="0" indent="-285750">
              <a:buFont typeface="Courier New" panose="02070309020205020404" pitchFamily="49" charset="0"/>
              <a:buChar char="o"/>
            </a:pPr>
            <a:r>
              <a:rPr lang="en-AU" sz="1600" kern="1200">
                <a:solidFill>
                  <a:schemeClr val="tx1"/>
                </a:solidFill>
                <a:effectLst/>
                <a:latin typeface="Arial" panose="020B0604020202020204" pitchFamily="34" charset="0"/>
                <a:ea typeface="+mn-ea"/>
                <a:cs typeface="Arial" panose="020B0604020202020204" pitchFamily="34" charset="0"/>
              </a:rPr>
              <a:t>Does he have enough money to buy another sandwich? How do you know?</a:t>
            </a:r>
            <a:r>
              <a:rPr lang="en-AU" b="0"/>
              <a:t> </a:t>
            </a:r>
          </a:p>
          <a:p>
            <a:endParaRPr lang="en-AU" b="1"/>
          </a:p>
          <a:p>
            <a:pPr marL="342900" indent="-342900">
              <a:buFont typeface="+mj-lt"/>
              <a:buAutoNum type="arabicPeriod"/>
            </a:pPr>
            <a:endParaRPr lang="en-AU" b="0"/>
          </a:p>
          <a:p>
            <a:endParaRPr lang="en-AU" b="1"/>
          </a:p>
          <a:p>
            <a:pPr marL="342900" indent="-342900">
              <a:buFont typeface="+mj-lt"/>
              <a:buAutoNum type="arabicPeriod"/>
            </a:pPr>
            <a:endParaRPr lang="en-AU"/>
          </a:p>
          <a:p>
            <a:endParaRPr lang="en-AU"/>
          </a:p>
        </p:txBody>
      </p:sp>
      <p:sp>
        <p:nvSpPr>
          <p:cNvPr id="4" name="Slide Number Placeholder 3">
            <a:extLst>
              <a:ext uri="{FF2B5EF4-FFF2-40B4-BE49-F238E27FC236}">
                <a16:creationId xmlns:a16="http://schemas.microsoft.com/office/drawing/2014/main" id="{E60FA97F-9E70-99B7-AAAC-955F14E790F4}"/>
              </a:ext>
            </a:extLst>
          </p:cNvPr>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4521423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67</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68</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D1DFF-1757-40E7-9609-EE66A92DD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6A7D61-A142-CC5B-AD36-03DE7BC3B5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16482-D121-8A8E-5C1D-D72018CCF16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3)</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highlight>
                  <a:srgbClr val="FFFF00"/>
                </a:highlight>
                <a:latin typeface="Arial"/>
                <a:cs typeface="Arial"/>
              </a:rPr>
              <a:t>[Focus area A/B]</a:t>
            </a:r>
          </a:p>
        </p:txBody>
      </p:sp>
      <p:sp>
        <p:nvSpPr>
          <p:cNvPr id="4" name="Slide Number Placeholder 3">
            <a:extLst>
              <a:ext uri="{FF2B5EF4-FFF2-40B4-BE49-F238E27FC236}">
                <a16:creationId xmlns:a16="http://schemas.microsoft.com/office/drawing/2014/main" id="{43AA7DAA-37B4-0D95-9755-B59CC60212E6}"/>
              </a:ext>
            </a:extLst>
          </p:cNvPr>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23504170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70</a:t>
            </a:fld>
            <a:endParaRPr lang="en-AU"/>
          </a:p>
        </p:txBody>
      </p:sp>
    </p:spTree>
    <p:extLst>
      <p:ext uri="{BB962C8B-B14F-4D97-AF65-F5344CB8AC3E}">
        <p14:creationId xmlns:p14="http://schemas.microsoft.com/office/powerpoint/2010/main" val="413248540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71</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2.xml"/><Relationship Id="rId3" Type="http://schemas.openxmlformats.org/officeDocument/2006/relationships/slide" Target="slide4.xml"/><Relationship Id="rId7" Type="http://schemas.openxmlformats.org/officeDocument/2006/relationships/slide" Target="slide34.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7.xml"/><Relationship Id="rId5" Type="http://schemas.openxmlformats.org/officeDocument/2006/relationships/slide" Target="slide19.xml"/><Relationship Id="rId10" Type="http://schemas.openxmlformats.org/officeDocument/2006/relationships/slide" Target="slide56.xml"/><Relationship Id="rId4" Type="http://schemas.openxmlformats.org/officeDocument/2006/relationships/slide" Target="slide12.xml"/><Relationship Id="rId9" Type="http://schemas.openxmlformats.org/officeDocument/2006/relationships/slide" Target="slide4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0.svg"/><Relationship Id="rId12"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sv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sv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4.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5.png"/><Relationship Id="rId7" Type="http://schemas.openxmlformats.org/officeDocument/2006/relationships/image" Target="../media/image12.sv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0.svg"/></Relationships>
</file>

<file path=ppt/slides/_rels/slide1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5.png"/><Relationship Id="rId7" Type="http://schemas.openxmlformats.org/officeDocument/2006/relationships/image" Target="../media/image12.sv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10.sv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 Id="rId4" Type="http://schemas.openxmlformats.org/officeDocument/2006/relationships/image" Target="../media/image29.png"/></Relationships>
</file>

<file path=ppt/slides/_rels/slide18.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5.png"/><Relationship Id="rId7" Type="http://schemas.openxmlformats.org/officeDocument/2006/relationships/image" Target="../media/image31.sv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8.svg"/><Relationship Id="rId4" Type="http://schemas.openxmlformats.org/officeDocument/2006/relationships/image" Target="../media/image7.png"/><Relationship Id="rId9" Type="http://schemas.openxmlformats.org/officeDocument/2006/relationships/image" Target="../media/image33.sv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jpe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2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33.svg"/><Relationship Id="rId3" Type="http://schemas.openxmlformats.org/officeDocument/2006/relationships/image" Target="../media/image25.png"/><Relationship Id="rId7" Type="http://schemas.openxmlformats.org/officeDocument/2006/relationships/image" Target="../media/image12.svg"/><Relationship Id="rId12" Type="http://schemas.openxmlformats.org/officeDocument/2006/relationships/image" Target="../media/image32.png"/><Relationship Id="rId2" Type="http://schemas.openxmlformats.org/officeDocument/2006/relationships/notesSlide" Target="../notesSlides/notesSlide26.xml"/><Relationship Id="rId1" Type="http://schemas.openxmlformats.org/officeDocument/2006/relationships/slideLayout" Target="../slideLayouts/slideLayout4.xml"/><Relationship Id="rId6" Type="http://schemas.openxmlformats.org/officeDocument/2006/relationships/image" Target="../media/image11.png"/><Relationship Id="rId11" Type="http://schemas.openxmlformats.org/officeDocument/2006/relationships/image" Target="../media/image31.svg"/><Relationship Id="rId5" Type="http://schemas.openxmlformats.org/officeDocument/2006/relationships/image" Target="../media/image8.svg"/><Relationship Id="rId10" Type="http://schemas.openxmlformats.org/officeDocument/2006/relationships/image" Target="../media/image30.png"/><Relationship Id="rId4" Type="http://schemas.openxmlformats.org/officeDocument/2006/relationships/image" Target="../media/image7.png"/><Relationship Id="rId9" Type="http://schemas.openxmlformats.org/officeDocument/2006/relationships/image" Target="../media/image10.sv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43.png"/><Relationship Id="rId4" Type="http://schemas.openxmlformats.org/officeDocument/2006/relationships/image" Target="../media/image45.png"/></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44.png"/></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0.xml"/><Relationship Id="rId1" Type="http://schemas.openxmlformats.org/officeDocument/2006/relationships/slideLayout" Target="../slideLayouts/slideLayout4.xml"/><Relationship Id="rId4" Type="http://schemas.openxmlformats.org/officeDocument/2006/relationships/image" Target="../media/image46.png"/></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4.xml"/><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8" Type="http://schemas.openxmlformats.org/officeDocument/2006/relationships/image" Target="../media/image53.png"/><Relationship Id="rId3" Type="http://schemas.openxmlformats.org/officeDocument/2006/relationships/image" Target="../media/image25.png"/><Relationship Id="rId7" Type="http://schemas.openxmlformats.org/officeDocument/2006/relationships/image" Target="../media/image52.svg"/><Relationship Id="rId2" Type="http://schemas.openxmlformats.org/officeDocument/2006/relationships/notesSlide" Target="../notesSlides/notesSlide33.xml"/><Relationship Id="rId1" Type="http://schemas.openxmlformats.org/officeDocument/2006/relationships/slideLayout" Target="../slideLayouts/slideLayout4.xml"/><Relationship Id="rId6" Type="http://schemas.openxmlformats.org/officeDocument/2006/relationships/image" Target="../media/image51.png"/><Relationship Id="rId5" Type="http://schemas.openxmlformats.org/officeDocument/2006/relationships/image" Target="../media/image50.svg"/><Relationship Id="rId4" Type="http://schemas.openxmlformats.org/officeDocument/2006/relationships/image" Target="../media/image49.png"/><Relationship Id="rId9" Type="http://schemas.openxmlformats.org/officeDocument/2006/relationships/image" Target="../media/image54.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6.xml"/><Relationship Id="rId1" Type="http://schemas.openxmlformats.org/officeDocument/2006/relationships/slideLayout" Target="../slideLayouts/slideLayout4.xml"/><Relationship Id="rId4" Type="http://schemas.openxmlformats.org/officeDocument/2006/relationships/image" Target="../media/image55.png"/></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56.png"/></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4.xml"/><Relationship Id="rId4" Type="http://schemas.openxmlformats.org/officeDocument/2006/relationships/image" Target="../media/image57.png"/></Relationships>
</file>

<file path=ppt/slides/_rels/slide4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0.xml"/><Relationship Id="rId1" Type="http://schemas.openxmlformats.org/officeDocument/2006/relationships/slideLayout" Target="../slideLayouts/slideLayout4.xml"/><Relationship Id="rId4" Type="http://schemas.openxmlformats.org/officeDocument/2006/relationships/image" Target="../media/image58.png"/></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1.xml"/><Relationship Id="rId1" Type="http://schemas.openxmlformats.org/officeDocument/2006/relationships/slideLayout" Target="../slideLayouts/slideLayout4.xml"/><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4.xml"/><Relationship Id="rId1" Type="http://schemas.openxmlformats.org/officeDocument/2006/relationships/slideLayout" Target="../slideLayouts/slideLayout4.xml"/><Relationship Id="rId5" Type="http://schemas.microsoft.com/office/2007/relationships/hdphoto" Target="../media/hdphoto1.wdp"/><Relationship Id="rId4" Type="http://schemas.openxmlformats.org/officeDocument/2006/relationships/image" Target="../media/image59.png"/></Relationships>
</file>

<file path=ppt/slides/_rels/slide4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6.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4.xml"/><Relationship Id="rId4" Type="http://schemas.openxmlformats.org/officeDocument/2006/relationships/image" Target="../media/image60.png"/></Relationships>
</file>

<file path=ppt/slides/_rels/slide4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8.xml"/><Relationship Id="rId1" Type="http://schemas.openxmlformats.org/officeDocument/2006/relationships/slideLayout" Target="../slideLayouts/slideLayout4.xml"/><Relationship Id="rId4" Type="http://schemas.openxmlformats.org/officeDocument/2006/relationships/image" Target="../media/image61.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1.xml"/><Relationship Id="rId1" Type="http://schemas.openxmlformats.org/officeDocument/2006/relationships/slideLayout" Target="../slideLayouts/slideLayout4.xml"/><Relationship Id="rId4" Type="http://schemas.openxmlformats.org/officeDocument/2006/relationships/image" Target="../media/image62.png"/></Relationships>
</file>

<file path=ppt/slides/_rels/slide5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2.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3.xml"/><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4.xml"/><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17.png"/></Relationships>
</file>

<file path=ppt/slides/_rels/slide5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5.xml"/><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8.xml"/><Relationship Id="rId1" Type="http://schemas.openxmlformats.org/officeDocument/2006/relationships/slideLayout" Target="../slideLayouts/slideLayout4.xml"/><Relationship Id="rId4" Type="http://schemas.openxmlformats.org/officeDocument/2006/relationships/image" Target="../media/image63.png"/></Relationships>
</file>

<file path=ppt/slides/_rels/slide5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64.png"/></Relationships>
</file>

<file path=ppt/slides/_rels/slide6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0.xml"/><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1.xml"/><Relationship Id="rId1" Type="http://schemas.openxmlformats.org/officeDocument/2006/relationships/slideLayout" Target="../slideLayouts/slideLayout4.xml"/><Relationship Id="rId4" Type="http://schemas.openxmlformats.org/officeDocument/2006/relationships/image" Target="../media/image65.png"/></Relationships>
</file>

<file path=ppt/slides/_rels/slide6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7.xml"/><Relationship Id="rId1" Type="http://schemas.openxmlformats.org/officeDocument/2006/relationships/slideLayout" Target="../slideLayouts/slideLayout11.xml"/><Relationship Id="rId6" Type="http://schemas.openxmlformats.org/officeDocument/2006/relationships/image" Target="../media/image67.svg"/><Relationship Id="rId5" Type="http://schemas.openxmlformats.org/officeDocument/2006/relationships/image" Target="../media/image66.png"/><Relationship Id="rId4" Type="http://schemas.openxmlformats.org/officeDocument/2006/relationships/slide" Target="slide1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5.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8" Type="http://schemas.openxmlformats.org/officeDocument/2006/relationships/hyperlink" Target="http://www.australiancurriculum.edu.au/" TargetMode="External"/><Relationship Id="rId3" Type="http://schemas.openxmlformats.org/officeDocument/2006/relationships/hyperlink" Target="https://educationstandards.nsw.edu.au/wps/portal/nesa/mini-footer/copyright" TargetMode="External"/><Relationship Id="rId7" Type="http://schemas.openxmlformats.org/officeDocument/2006/relationships/hyperlink" Target="https://education.nsw.gov.au/teaching-and-learning/curriculum/literacy-and-numeracy/resources-for-schools/learning-progressions" TargetMode="External"/><Relationship Id="rId2" Type="http://schemas.openxmlformats.org/officeDocument/2006/relationships/notesSlide" Target="../notesSlides/notesSlide70.xml"/><Relationship Id="rId1" Type="http://schemas.openxmlformats.org/officeDocument/2006/relationships/slideLayout" Target="../slideLayouts/slideLayout13.xml"/><Relationship Id="rId6" Type="http://schemas.openxmlformats.org/officeDocument/2006/relationships/hyperlink" Target="https://curriculum.nsw.edu.au/learning-areas/mathematics/mathematics-k-10-2022/overview" TargetMode="External"/><Relationship Id="rId11" Type="http://schemas.openxmlformats.org/officeDocument/2006/relationships/hyperlink" Target="https://nrich.maths.org/5703" TargetMode="External"/><Relationship Id="rId5" Type="http://schemas.openxmlformats.org/officeDocument/2006/relationships/hyperlink" Target="https://curriculum.nsw.edu.au/" TargetMode="External"/><Relationship Id="rId10" Type="http://schemas.openxmlformats.org/officeDocument/2006/relationships/hyperlink" Target="https://nrich.maths.org/223" TargetMode="External"/><Relationship Id="rId4" Type="http://schemas.openxmlformats.org/officeDocument/2006/relationships/hyperlink" Target="https://educationstandards.nsw.edu.au/wps/portal/nesa/home" TargetMode="External"/><Relationship Id="rId9" Type="http://schemas.openxmlformats.org/officeDocument/2006/relationships/hyperlink" Target="https://nrich.maths.org/186" TargetMode="External"/></Relationships>
</file>

<file path=ppt/slides/_rels/slide71.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71.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D998069-8808-F7B7-147A-0D45AF051C4E}"/>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41E659CE-3503-CAAB-868D-643BC7328B29}"/>
              </a:ext>
            </a:extLst>
          </p:cNvPr>
          <p:cNvSpPr>
            <a:spLocks noGrp="1"/>
          </p:cNvSpPr>
          <p:nvPr>
            <p:ph type="pic" sz="quarter" idx="13"/>
          </p:nvPr>
        </p:nvSpPr>
        <p:spPr>
          <a:xfrm>
            <a:off x="354000" y="1931625"/>
            <a:ext cx="11483999" cy="4498641"/>
          </a:xfrm>
        </p:spPr>
        <p:txBody>
          <a:bodyPr/>
          <a:lstStyle/>
          <a:p>
            <a:pPr marL="342900" indent="-342900">
              <a:lnSpc>
                <a:spcPct val="150000"/>
              </a:lnSpc>
              <a:buFont typeface="Arial"/>
              <a:buChar char="•"/>
            </a:pPr>
            <a:r>
              <a:rPr lang="en-AU" sz="1800">
                <a:latin typeface="+mn-lt"/>
                <a:ea typeface="+mn-lt"/>
                <a:cs typeface="+mn-lt"/>
              </a:rPr>
              <a:t>This resource is not a teaching and learning program. It should be used in conjunction with Stage 2 Year B Unit 28.</a:t>
            </a:r>
            <a:endParaRPr lang="en-AU" sz="1800">
              <a:solidFill>
                <a:srgbClr val="22272B"/>
              </a:solidFill>
              <a:latin typeface="+mn-lt"/>
            </a:endParaRPr>
          </a:p>
          <a:p>
            <a:pPr marL="342900" indent="-342900">
              <a:lnSpc>
                <a:spcPct val="150000"/>
              </a:lnSpc>
              <a:buFont typeface="Arial"/>
              <a:buChar char="•"/>
            </a:pPr>
            <a:r>
              <a:rPr lang="en-AU" sz="1800">
                <a:solidFill>
                  <a:srgbClr val="22272B"/>
                </a:solidFill>
                <a:latin typeface="+mn-lt"/>
              </a:rPr>
              <a:t>Classroom teachers are encouraged to </a:t>
            </a:r>
            <a:r>
              <a:rPr lang="en-AU" sz="1800" b="1">
                <a:solidFill>
                  <a:srgbClr val="22272B"/>
                </a:solidFill>
                <a:latin typeface="+mn-lt"/>
              </a:rPr>
              <a:t>add and adapt</a:t>
            </a:r>
            <a:r>
              <a:rPr lang="en-AU" sz="1800">
                <a:solidFill>
                  <a:srgbClr val="22272B"/>
                </a:solidFill>
                <a:latin typeface="+mn-lt"/>
              </a:rPr>
              <a:t> slides as required to meet the needs of their students.</a:t>
            </a:r>
          </a:p>
          <a:p>
            <a:pPr marL="342900" indent="-342900">
              <a:lnSpc>
                <a:spcPct val="150000"/>
              </a:lnSpc>
              <a:buFont typeface="Arial"/>
              <a:buChar char="•"/>
            </a:pPr>
            <a:r>
              <a:rPr lang="en-AU" sz="1800">
                <a:solidFill>
                  <a:srgbClr val="22272B"/>
                </a:solidFill>
                <a:latin typeface="+mn-lt"/>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rPr>
              <a:t>To convert the PowerPoint to Google Slides:</a:t>
            </a:r>
          </a:p>
          <a:p>
            <a:pPr marL="913765" lvl="1" indent="-457200">
              <a:lnSpc>
                <a:spcPct val="150000"/>
              </a:lnSpc>
              <a:buFont typeface="+mj-lt"/>
              <a:buAutoNum type="arabicPeriod"/>
            </a:pPr>
            <a:r>
              <a:rPr lang="en-AU">
                <a:solidFill>
                  <a:srgbClr val="22272B"/>
                </a:solidFill>
                <a:latin typeface="+mn-lt"/>
              </a:rPr>
              <a:t>Upload the file into Google Drive and open it.</a:t>
            </a:r>
          </a:p>
          <a:p>
            <a:pPr marL="913765" lvl="1" indent="-457200">
              <a:lnSpc>
                <a:spcPct val="150000"/>
              </a:lnSpc>
              <a:buFont typeface="+mj-lt"/>
              <a:buAutoNum type="arabicPeriod"/>
            </a:pPr>
            <a:r>
              <a:rPr lang="en-AU">
                <a:solidFill>
                  <a:srgbClr val="22272B"/>
                </a:solidFill>
                <a:latin typeface="+mn-lt"/>
              </a:rPr>
              <a:t>Go to File &gt; Save as Google Slides.</a:t>
            </a:r>
          </a:p>
          <a:p>
            <a:pPr marL="456565" lvl="1">
              <a:lnSpc>
                <a:spcPct val="150000"/>
              </a:lnSpc>
            </a:pPr>
            <a:r>
              <a:rPr lang="en-AU">
                <a:solidFill>
                  <a:srgbClr val="22272B"/>
                </a:solidFill>
                <a:latin typeface="+mn-lt"/>
              </a:rPr>
              <a:t>(Note – conversion may cause formatting changes in the slides.)</a:t>
            </a:r>
          </a:p>
        </p:txBody>
      </p:sp>
      <p:sp>
        <p:nvSpPr>
          <p:cNvPr id="2" name="Slide Number Placeholder 1">
            <a:extLst>
              <a:ext uri="{FF2B5EF4-FFF2-40B4-BE49-F238E27FC236}">
                <a16:creationId xmlns:a16="http://schemas.microsoft.com/office/drawing/2014/main" id="{CD087911-6789-4356-F538-4C4ABF1219E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202856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effectLst/>
                <a:latin typeface="+mj-lt"/>
                <a:ea typeface="Times New Roman" panose="02020603050405020304" pitchFamily="18" charset="0"/>
              </a:rPr>
              <a:t>Review of Learning</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a:latin typeface="+mj-lt"/>
              </a:rPr>
              <a:t>Mathematics Stage 2 – Unit 28</a:t>
            </a:r>
          </a:p>
        </p:txBody>
      </p:sp>
      <p:pic>
        <p:nvPicPr>
          <p:cNvPr id="5" name="Picture Placeholder 4" descr="A group of dice on an orange surface">
            <a:extLst>
              <a:ext uri="{FF2B5EF4-FFF2-40B4-BE49-F238E27FC236}">
                <a16:creationId xmlns:a16="http://schemas.microsoft.com/office/drawing/2014/main" id="{80978C62-0887-B1BD-5142-01CF7146B8A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l="1830" r="1830"/>
          <a:stretch>
            <a:fillRect/>
          </a:stretch>
        </p:blipFill>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RoL1">
            <a:extLst>
              <a:ext uri="{FF2B5EF4-FFF2-40B4-BE49-F238E27FC236}">
                <a16:creationId xmlns:a16="http://schemas.microsoft.com/office/drawing/2014/main" id="{1B4FCA10-C38C-7EB1-6B3D-6210A414C65B}"/>
              </a:ext>
              <a:ext uri="{C183D7F6-B498-43B3-948B-1728B52AA6E4}">
                <adec:decorative xmlns:adec="http://schemas.microsoft.com/office/drawing/2017/decorative" val="1"/>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3" action="ppaction://hlinksldjump"/>
                </a:rPr>
                <a:t>Review of learning </a:t>
              </a:r>
              <a:r>
                <a:rPr lang="en-AU" dirty="0">
                  <a:solidFill>
                    <a:schemeClr val="accent1"/>
                  </a:solidFill>
                  <a:latin typeface="+mj-lt"/>
                  <a:hlinkClick r:id="rId3" action="ppaction://hlinksldjump"/>
                </a:rPr>
                <a:t>1</a:t>
              </a:r>
              <a:endParaRPr lang="en-AU" dirty="0">
                <a:solidFill>
                  <a:schemeClr val="accent1"/>
                </a:solidFill>
              </a:endParaRP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RoL2">
            <a:extLst>
              <a:ext uri="{FF2B5EF4-FFF2-40B4-BE49-F238E27FC236}">
                <a16:creationId xmlns:a16="http://schemas.microsoft.com/office/drawing/2014/main" id="{AF7A23A4-F1DB-31F7-E62C-F1BFA9349F64}"/>
              </a:ext>
              <a:ext uri="{C183D7F6-B498-43B3-948B-1728B52AA6E4}">
                <adec:decorative xmlns:adec="http://schemas.microsoft.com/office/drawing/2017/decorative" val="1"/>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4" action="ppaction://hlinksldjump"/>
                </a:rPr>
                <a:t>Review of learning </a:t>
              </a:r>
              <a:r>
                <a:rPr lang="en-AU" dirty="0">
                  <a:solidFill>
                    <a:schemeClr val="accent1"/>
                  </a:solidFill>
                  <a:latin typeface="+mj-lt"/>
                  <a:hlinkClick r:id="rId4" action="ppaction://hlinksldjump"/>
                </a:rPr>
                <a:t>2</a:t>
              </a:r>
              <a:endParaRPr lang="en-AU" dirty="0">
                <a:solidFill>
                  <a:schemeClr val="accent1"/>
                </a:solidFil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RoL3">
            <a:extLst>
              <a:ext uri="{FF2B5EF4-FFF2-40B4-BE49-F238E27FC236}">
                <a16:creationId xmlns:a16="http://schemas.microsoft.com/office/drawing/2014/main" id="{DF37B4A1-413C-FC0F-E0B4-307A5BFA5855}"/>
              </a:ext>
              <a:ext uri="{C183D7F6-B498-43B3-948B-1728B52AA6E4}">
                <adec:decorative xmlns:adec="http://schemas.microsoft.com/office/drawing/2017/decorative" val="1"/>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5" action="ppaction://hlinksldjump"/>
                </a:rPr>
                <a:t>Review of learning </a:t>
              </a:r>
              <a:r>
                <a:rPr lang="en-AU" dirty="0">
                  <a:solidFill>
                    <a:schemeClr val="accent1"/>
                  </a:solidFill>
                  <a:latin typeface="+mj-lt"/>
                  <a:hlinkClick r:id="rId5" action="ppaction://hlinksldjump"/>
                </a:rPr>
                <a:t>3</a:t>
              </a:r>
              <a:endParaRPr lang="en-AU" dirty="0">
                <a:solidFill>
                  <a:schemeClr val="accent1"/>
                </a:solidFill>
              </a:endParaRP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RoL4">
            <a:extLst>
              <a:ext uri="{FF2B5EF4-FFF2-40B4-BE49-F238E27FC236}">
                <a16:creationId xmlns:a16="http://schemas.microsoft.com/office/drawing/2014/main" id="{C989DA6E-4839-1BBD-77AB-6F9CC520B670}"/>
              </a:ext>
              <a:ext uri="{C183D7F6-B498-43B3-948B-1728B52AA6E4}">
                <adec:decorative xmlns:adec="http://schemas.microsoft.com/office/drawing/2017/decorative" val="1"/>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6" action="ppaction://hlinksldjump"/>
                </a:rPr>
                <a:t>Review of learning </a:t>
              </a:r>
              <a:r>
                <a:rPr lang="en-AU" dirty="0">
                  <a:solidFill>
                    <a:schemeClr val="accent1"/>
                  </a:solidFill>
                  <a:latin typeface="+mj-lt"/>
                  <a:hlinkClick r:id="rId6" action="ppaction://hlinksldjump"/>
                </a:rPr>
                <a:t>4</a:t>
              </a:r>
              <a:endParaRPr lang="en-AU" dirty="0">
                <a:solidFill>
                  <a:schemeClr val="accent1"/>
                </a:solidFill>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7" name="RoL5">
            <a:extLst>
              <a:ext uri="{FF2B5EF4-FFF2-40B4-BE49-F238E27FC236}">
                <a16:creationId xmlns:a16="http://schemas.microsoft.com/office/drawing/2014/main" id="{5CA7685F-33D7-262A-AE71-7F572C4FD60A}"/>
              </a:ext>
              <a:ext uri="{C183D7F6-B498-43B3-948B-1728B52AA6E4}">
                <adec:decorative xmlns:adec="http://schemas.microsoft.com/office/drawing/2017/decorative" val="1"/>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7" action="ppaction://hlinksldjump"/>
                </a:rPr>
                <a:t>Review of learning </a:t>
              </a:r>
              <a:r>
                <a:rPr lang="en-AU" dirty="0">
                  <a:solidFill>
                    <a:schemeClr val="accent1"/>
                  </a:solidFill>
                  <a:latin typeface="+mj-lt"/>
                  <a:hlinkClick r:id="rId7" action="ppaction://hlinksldjump"/>
                </a:rPr>
                <a:t>5</a:t>
              </a:r>
              <a:endParaRPr lang="en-AU" dirty="0">
                <a:solidFill>
                  <a:schemeClr val="accent1"/>
                </a:solidFill>
              </a:endParaRPr>
            </a:p>
          </p:txBody>
        </p:sp>
        <p:sp>
          <p:nvSpPr>
            <p:cNvPr id="19" name="Oval 18">
              <a:hlinkClick r:id="rId7"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grpSp>
        <p:nvGrpSpPr>
          <p:cNvPr id="11" name="RoL6">
            <a:extLst>
              <a:ext uri="{FF2B5EF4-FFF2-40B4-BE49-F238E27FC236}">
                <a16:creationId xmlns:a16="http://schemas.microsoft.com/office/drawing/2014/main" id="{98348D52-CA50-F15C-B472-B152337D805F}"/>
              </a:ext>
              <a:ext uri="{C183D7F6-B498-43B3-948B-1728B52AA6E4}">
                <adec:decorative xmlns:adec="http://schemas.microsoft.com/office/drawing/2017/decorative" val="1"/>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8" action="ppaction://hlinksldjump"/>
                </a:rPr>
                <a:t>Review of learning </a:t>
              </a:r>
              <a:r>
                <a:rPr lang="en-AU" dirty="0">
                  <a:solidFill>
                    <a:schemeClr val="accent1"/>
                  </a:solidFill>
                  <a:latin typeface="+mj-lt"/>
                  <a:hlinkClick r:id="rId8" action="ppaction://hlinksldjump"/>
                </a:rPr>
                <a:t>6</a:t>
              </a:r>
              <a:endParaRPr lang="en-AU" dirty="0">
                <a:solidFill>
                  <a:schemeClr val="accent1"/>
                </a:solidFill>
              </a:endParaRPr>
            </a:p>
          </p:txBody>
        </p:sp>
        <p:sp>
          <p:nvSpPr>
            <p:cNvPr id="45" name="Oval 44">
              <a:hlinkClick r:id="rId8"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RoL7">
            <a:extLst>
              <a:ext uri="{FF2B5EF4-FFF2-40B4-BE49-F238E27FC236}">
                <a16:creationId xmlns:a16="http://schemas.microsoft.com/office/drawing/2014/main" id="{E73741F1-615E-A4A4-088D-E0A9187F983E}"/>
              </a:ext>
              <a:ext uri="{C183D7F6-B498-43B3-948B-1728B52AA6E4}">
                <adec:decorative xmlns:adec="http://schemas.microsoft.com/office/drawing/2017/decorative" val="1"/>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9" action="ppaction://hlinksldjump"/>
                </a:rPr>
                <a:t>Review of learning </a:t>
              </a:r>
              <a:r>
                <a:rPr lang="en-AU" dirty="0">
                  <a:solidFill>
                    <a:schemeClr val="accent1"/>
                  </a:solidFill>
                  <a:latin typeface="+mj-lt"/>
                  <a:hlinkClick r:id="rId9" action="ppaction://hlinksldjump"/>
                </a:rPr>
                <a:t>7</a:t>
              </a:r>
              <a:endParaRPr lang="en-AU" dirty="0">
                <a:solidFill>
                  <a:schemeClr val="accent1"/>
                </a:solidFill>
              </a:endParaRPr>
            </a:p>
          </p:txBody>
        </p:sp>
        <p:sp>
          <p:nvSpPr>
            <p:cNvPr id="42" name="Oval 41">
              <a:hlinkClick r:id="rId9"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RoL8">
            <a:extLst>
              <a:ext uri="{FF2B5EF4-FFF2-40B4-BE49-F238E27FC236}">
                <a16:creationId xmlns:a16="http://schemas.microsoft.com/office/drawing/2014/main" id="{8E45D1B3-369A-D013-FFE7-B91D37B811F7}"/>
              </a:ext>
              <a:ext uri="{C183D7F6-B498-43B3-948B-1728B52AA6E4}">
                <adec:decorative xmlns:adec="http://schemas.microsoft.com/office/drawing/2017/decorative" val="1"/>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60000"/>
              <a:r>
                <a:rPr lang="en-US" dirty="0">
                  <a:solidFill>
                    <a:schemeClr val="accent1"/>
                  </a:solidFill>
                  <a:hlinkClick r:id="rId10" action="ppaction://hlinksldjump"/>
                </a:rPr>
                <a:t>Review of learning </a:t>
              </a:r>
              <a:r>
                <a:rPr lang="en-AU" dirty="0">
                  <a:solidFill>
                    <a:schemeClr val="accent1"/>
                  </a:solidFill>
                  <a:latin typeface="+mj-lt"/>
                  <a:hlinkClick r:id="rId10" action="ppaction://hlinksldjump"/>
                </a:rPr>
                <a:t>8</a:t>
              </a:r>
              <a:endParaRPr lang="en-AU" dirty="0">
                <a:solidFill>
                  <a:schemeClr val="accent1"/>
                </a:solidFill>
              </a:endParaRPr>
            </a:p>
          </p:txBody>
        </p:sp>
        <p:sp>
          <p:nvSpPr>
            <p:cNvPr id="39" name="Oval 38">
              <a:hlinkClick r:id="rId10"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rPr>
              <a:t>Review of learning 1</a:t>
            </a: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57F45-2A06-3070-0C83-DC2BE167C21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C3BB4C8-EA31-5C24-8018-17D1DC44D00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(1)</a:t>
            </a:r>
          </a:p>
        </p:txBody>
      </p:sp>
      <p:pic>
        <p:nvPicPr>
          <p:cNvPr id="4" name="Picture 3" descr="image of a finger selecting an option for a multiple choice or true and false">
            <a:extLst>
              <a:ext uri="{FF2B5EF4-FFF2-40B4-BE49-F238E27FC236}">
                <a16:creationId xmlns:a16="http://schemas.microsoft.com/office/drawing/2014/main" id="{5D11F5ED-B427-7A06-EE29-1C83BDE7EF0D}"/>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BCDFCD28-280A-268C-8C92-8A605A7B59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18" name="Text Placeholder 17">
            <a:extLst>
              <a:ext uri="{FF2B5EF4-FFF2-40B4-BE49-F238E27FC236}">
                <a16:creationId xmlns:a16="http://schemas.microsoft.com/office/drawing/2014/main" id="{8CC6182B-05A0-DCFF-C12E-FB8272E0C6A8}"/>
              </a:ext>
            </a:extLst>
          </p:cNvPr>
          <p:cNvSpPr>
            <a:spLocks noGrp="1"/>
          </p:cNvSpPr>
          <p:nvPr>
            <p:ph type="body" sz="quarter" idx="24"/>
          </p:nvPr>
        </p:nvSpPr>
        <p:spPr>
          <a:xfrm>
            <a:off x="2468060" y="943843"/>
            <a:ext cx="7850114" cy="893226"/>
          </a:xfrm>
        </p:spPr>
        <p:txBody>
          <a:bodyPr/>
          <a:lstStyle/>
          <a:p>
            <a:r>
              <a:rPr lang="en-US" sz="4400"/>
              <a:t>What is the </a:t>
            </a:r>
            <a:r>
              <a:rPr lang="en-US" sz="4400" b="1"/>
              <a:t>missing</a:t>
            </a:r>
            <a:r>
              <a:rPr lang="en-US" sz="4400"/>
              <a:t> fraction?</a:t>
            </a:r>
          </a:p>
        </p:txBody>
      </p:sp>
      <p:grpSp>
        <p:nvGrpSpPr>
          <p:cNvPr id="185" name="Group 184" descr="fraction wall&#10;1 whole&#10;2 halves&#10;2 quarters + 2 eighths + ?">
            <a:extLst>
              <a:ext uri="{FF2B5EF4-FFF2-40B4-BE49-F238E27FC236}">
                <a16:creationId xmlns:a16="http://schemas.microsoft.com/office/drawing/2014/main" id="{5643DFF1-C53A-13F8-AB5F-2BC1FBBC8949}"/>
              </a:ext>
            </a:extLst>
          </p:cNvPr>
          <p:cNvGrpSpPr/>
          <p:nvPr/>
        </p:nvGrpSpPr>
        <p:grpSpPr>
          <a:xfrm>
            <a:off x="1330036" y="1953371"/>
            <a:ext cx="9551257" cy="2358856"/>
            <a:chOff x="2321228" y="2459980"/>
            <a:chExt cx="7549536" cy="1629829"/>
          </a:xfrm>
        </p:grpSpPr>
        <p:grpSp>
          <p:nvGrpSpPr>
            <p:cNvPr id="179" name="Group 178">
              <a:extLst>
                <a:ext uri="{FF2B5EF4-FFF2-40B4-BE49-F238E27FC236}">
                  <a16:creationId xmlns:a16="http://schemas.microsoft.com/office/drawing/2014/main" id="{2F628816-3915-015A-2131-DF337F4D26D9}"/>
                </a:ext>
              </a:extLst>
            </p:cNvPr>
            <p:cNvGrpSpPr/>
            <p:nvPr/>
          </p:nvGrpSpPr>
          <p:grpSpPr>
            <a:xfrm>
              <a:off x="2321228" y="2459980"/>
              <a:ext cx="7549536" cy="1629829"/>
              <a:chOff x="2321228" y="2459980"/>
              <a:chExt cx="7549536" cy="1629829"/>
            </a:xfrm>
          </p:grpSpPr>
          <p:grpSp>
            <p:nvGrpSpPr>
              <p:cNvPr id="8" name="Group 9">
                <a:extLst>
                  <a:ext uri="{FF2B5EF4-FFF2-40B4-BE49-F238E27FC236}">
                    <a16:creationId xmlns:a16="http://schemas.microsoft.com/office/drawing/2014/main" id="{1421A82A-2DAF-B93D-FFCE-BEEB40F60242}"/>
                  </a:ext>
                </a:extLst>
              </p:cNvPr>
              <p:cNvGrpSpPr/>
              <p:nvPr/>
            </p:nvGrpSpPr>
            <p:grpSpPr>
              <a:xfrm>
                <a:off x="2321229" y="2459980"/>
                <a:ext cx="7549535" cy="590029"/>
                <a:chOff x="0" y="-28575"/>
                <a:chExt cx="3715605" cy="308126"/>
              </a:xfrm>
            </p:grpSpPr>
            <p:sp>
              <p:nvSpPr>
                <p:cNvPr id="162" name="Freeform 10">
                  <a:extLst>
                    <a:ext uri="{FF2B5EF4-FFF2-40B4-BE49-F238E27FC236}">
                      <a16:creationId xmlns:a16="http://schemas.microsoft.com/office/drawing/2014/main" id="{C2C70592-4234-E11F-651C-5CE349E577B3}"/>
                    </a:ext>
                  </a:extLst>
                </p:cNvPr>
                <p:cNvSpPr/>
                <p:nvPr/>
              </p:nvSpPr>
              <p:spPr>
                <a:xfrm>
                  <a:off x="0" y="0"/>
                  <a:ext cx="3715605" cy="279551"/>
                </a:xfrm>
                <a:custGeom>
                  <a:avLst/>
                  <a:gdLst/>
                  <a:ahLst/>
                  <a:cxnLst/>
                  <a:rect l="l" t="t" r="r" b="b"/>
                  <a:pathLst>
                    <a:path w="3715605" h="279551">
                      <a:moveTo>
                        <a:pt x="0" y="0"/>
                      </a:moveTo>
                      <a:lnTo>
                        <a:pt x="3715605" y="0"/>
                      </a:lnTo>
                      <a:lnTo>
                        <a:pt x="3715605" y="279551"/>
                      </a:lnTo>
                      <a:lnTo>
                        <a:pt x="0" y="279551"/>
                      </a:lnTo>
                      <a:close/>
                    </a:path>
                  </a:pathLst>
                </a:custGeom>
                <a:solidFill>
                  <a:srgbClr val="F7FB55"/>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63" name="TextBox 11">
                  <a:extLst>
                    <a:ext uri="{FF2B5EF4-FFF2-40B4-BE49-F238E27FC236}">
                      <a16:creationId xmlns:a16="http://schemas.microsoft.com/office/drawing/2014/main" id="{AC15E231-38F8-EB22-ECAF-FF5A196E3219}"/>
                    </a:ext>
                  </a:extLst>
                </p:cNvPr>
                <p:cNvSpPr txBox="1"/>
                <p:nvPr/>
              </p:nvSpPr>
              <p:spPr>
                <a:xfrm>
                  <a:off x="0" y="-28575"/>
                  <a:ext cx="3715605"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sp>
            <p:nvSpPr>
              <p:cNvPr id="13" name="TextBox 12">
                <a:extLst>
                  <a:ext uri="{FF2B5EF4-FFF2-40B4-BE49-F238E27FC236}">
                    <a16:creationId xmlns:a16="http://schemas.microsoft.com/office/drawing/2014/main" id="{940F991A-8E67-B081-B284-182E4C7AFEBE}"/>
                  </a:ext>
                </a:extLst>
              </p:cNvPr>
              <p:cNvSpPr txBox="1"/>
              <p:nvPr/>
            </p:nvSpPr>
            <p:spPr>
              <a:xfrm>
                <a:off x="5062698" y="2576808"/>
                <a:ext cx="2010877" cy="341072"/>
              </a:xfrm>
              <a:prstGeom prst="rect">
                <a:avLst/>
              </a:prstGeom>
            </p:spPr>
            <p:txBody>
              <a:bodyPr wrap="square" lIns="0" tIns="0" rIns="0" bIns="0" rtlCol="0" anchor="t">
                <a:spAutoFit/>
              </a:bodyPr>
              <a:lstStyle/>
              <a:p>
                <a:pPr algn="ctr" defTabSz="914400">
                  <a:lnSpc>
                    <a:spcPts val="3802"/>
                  </a:lnSpc>
                </a:pPr>
                <a:r>
                  <a:rPr lang="en-US" sz="2716">
                    <a:solidFill>
                      <a:srgbClr val="000000"/>
                    </a:solidFill>
                    <a:latin typeface="Arial" panose="020B0604020202020204" pitchFamily="34" charset="0"/>
                    <a:ea typeface="Canva Student Font"/>
                    <a:cs typeface="Arial" panose="020B0604020202020204" pitchFamily="34" charset="0"/>
                    <a:sym typeface="Canva Student Font"/>
                  </a:rPr>
                  <a:t>one whole</a:t>
                </a:r>
              </a:p>
            </p:txBody>
          </p:sp>
          <p:grpSp>
            <p:nvGrpSpPr>
              <p:cNvPr id="7" name="Group 6">
                <a:extLst>
                  <a:ext uri="{FF2B5EF4-FFF2-40B4-BE49-F238E27FC236}">
                    <a16:creationId xmlns:a16="http://schemas.microsoft.com/office/drawing/2014/main" id="{3271A84A-FB37-58CC-FE9A-487A9EA60E00}"/>
                  </a:ext>
                </a:extLst>
              </p:cNvPr>
              <p:cNvGrpSpPr/>
              <p:nvPr/>
            </p:nvGrpSpPr>
            <p:grpSpPr>
              <a:xfrm>
                <a:off x="4221267" y="3492605"/>
                <a:ext cx="1874729" cy="597204"/>
                <a:chOff x="-84" y="-28575"/>
                <a:chExt cx="922673" cy="311873"/>
              </a:xfrm>
            </p:grpSpPr>
            <p:sp>
              <p:nvSpPr>
                <p:cNvPr id="164" name="Freeform 7">
                  <a:extLst>
                    <a:ext uri="{FF2B5EF4-FFF2-40B4-BE49-F238E27FC236}">
                      <a16:creationId xmlns:a16="http://schemas.microsoft.com/office/drawing/2014/main" id="{C5A0BBC9-77C7-154F-3364-8FF491F9CB8C}"/>
                    </a:ext>
                  </a:extLst>
                </p:cNvPr>
                <p:cNvSpPr/>
                <p:nvPr/>
              </p:nvSpPr>
              <p:spPr>
                <a:xfrm>
                  <a:off x="-84" y="3747"/>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65" name="TextBox 8">
                  <a:extLst>
                    <a:ext uri="{FF2B5EF4-FFF2-40B4-BE49-F238E27FC236}">
                      <a16:creationId xmlns:a16="http://schemas.microsoft.com/office/drawing/2014/main" id="{7843FEB0-B404-BB4B-A412-556A998105CA}"/>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15" name="Group 14">
                <a:extLst>
                  <a:ext uri="{FF2B5EF4-FFF2-40B4-BE49-F238E27FC236}">
                    <a16:creationId xmlns:a16="http://schemas.microsoft.com/office/drawing/2014/main" id="{DD16664D-A249-15FF-4E73-4CA09C3F664F}"/>
                  </a:ext>
                </a:extLst>
              </p:cNvPr>
              <p:cNvGrpSpPr/>
              <p:nvPr/>
            </p:nvGrpSpPr>
            <p:grpSpPr>
              <a:xfrm>
                <a:off x="2321228" y="2969862"/>
                <a:ext cx="3774767" cy="581857"/>
                <a:chOff x="0" y="-28575"/>
                <a:chExt cx="1883896" cy="308126"/>
              </a:xfrm>
            </p:grpSpPr>
            <p:sp>
              <p:nvSpPr>
                <p:cNvPr id="160" name="Freeform 15">
                  <a:extLst>
                    <a:ext uri="{FF2B5EF4-FFF2-40B4-BE49-F238E27FC236}">
                      <a16:creationId xmlns:a16="http://schemas.microsoft.com/office/drawing/2014/main" id="{660A0987-7BD5-E719-2A09-5A2EE45090D2}"/>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61" name="TextBox 16">
                  <a:extLst>
                    <a:ext uri="{FF2B5EF4-FFF2-40B4-BE49-F238E27FC236}">
                      <a16:creationId xmlns:a16="http://schemas.microsoft.com/office/drawing/2014/main" id="{64F8FD52-C847-66ED-1B76-28ED0DF2D670}"/>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16" name="Group 17">
                <a:extLst>
                  <a:ext uri="{FF2B5EF4-FFF2-40B4-BE49-F238E27FC236}">
                    <a16:creationId xmlns:a16="http://schemas.microsoft.com/office/drawing/2014/main" id="{5C5CF0CA-79B7-EA49-5A27-31C1C1E1023F}"/>
                  </a:ext>
                </a:extLst>
              </p:cNvPr>
              <p:cNvGrpSpPr/>
              <p:nvPr/>
            </p:nvGrpSpPr>
            <p:grpSpPr>
              <a:xfrm>
                <a:off x="6095996" y="2969862"/>
                <a:ext cx="3774767" cy="581857"/>
                <a:chOff x="0" y="-28575"/>
                <a:chExt cx="1883896" cy="308126"/>
              </a:xfrm>
            </p:grpSpPr>
            <p:sp>
              <p:nvSpPr>
                <p:cNvPr id="158" name="Freeform 18">
                  <a:extLst>
                    <a:ext uri="{FF2B5EF4-FFF2-40B4-BE49-F238E27FC236}">
                      <a16:creationId xmlns:a16="http://schemas.microsoft.com/office/drawing/2014/main" id="{352BE370-CBE6-DDE7-2AD5-000A3F6A5C1E}"/>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59" name="TextBox 19">
                  <a:extLst>
                    <a:ext uri="{FF2B5EF4-FFF2-40B4-BE49-F238E27FC236}">
                      <a16:creationId xmlns:a16="http://schemas.microsoft.com/office/drawing/2014/main" id="{98712574-370E-BBA0-842A-4FE723DDEA40}"/>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19" name="Group 23">
                <a:extLst>
                  <a:ext uri="{FF2B5EF4-FFF2-40B4-BE49-F238E27FC236}">
                    <a16:creationId xmlns:a16="http://schemas.microsoft.com/office/drawing/2014/main" id="{8A0F9229-6DD6-E2D6-FA95-F37815690162}"/>
                  </a:ext>
                </a:extLst>
              </p:cNvPr>
              <p:cNvGrpSpPr/>
              <p:nvPr/>
            </p:nvGrpSpPr>
            <p:grpSpPr>
              <a:xfrm>
                <a:off x="2321228" y="3492605"/>
                <a:ext cx="1900209" cy="597204"/>
                <a:chOff x="0" y="-28575"/>
                <a:chExt cx="935214" cy="311873"/>
              </a:xfrm>
            </p:grpSpPr>
            <p:sp>
              <p:nvSpPr>
                <p:cNvPr id="154" name="Freeform 24">
                  <a:extLst>
                    <a:ext uri="{FF2B5EF4-FFF2-40B4-BE49-F238E27FC236}">
                      <a16:creationId xmlns:a16="http://schemas.microsoft.com/office/drawing/2014/main" id="{100ACA22-685B-CA50-A543-2FB18E4968E1}"/>
                    </a:ext>
                  </a:extLst>
                </p:cNvPr>
                <p:cNvSpPr/>
                <p:nvPr/>
              </p:nvSpPr>
              <p:spPr>
                <a:xfrm>
                  <a:off x="0" y="3747"/>
                  <a:ext cx="935214" cy="279551"/>
                </a:xfrm>
                <a:custGeom>
                  <a:avLst/>
                  <a:gdLst/>
                  <a:ahLst/>
                  <a:cxnLst/>
                  <a:rect l="l" t="t" r="r" b="b"/>
                  <a:pathLst>
                    <a:path w="935214" h="279551">
                      <a:moveTo>
                        <a:pt x="0" y="0"/>
                      </a:moveTo>
                      <a:lnTo>
                        <a:pt x="935214" y="0"/>
                      </a:lnTo>
                      <a:lnTo>
                        <a:pt x="935214"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55" name="TextBox 25">
                  <a:extLst>
                    <a:ext uri="{FF2B5EF4-FFF2-40B4-BE49-F238E27FC236}">
                      <a16:creationId xmlns:a16="http://schemas.microsoft.com/office/drawing/2014/main" id="{2DADC18E-E1FF-CDDF-A59D-A124020506C3}"/>
                    </a:ext>
                  </a:extLst>
                </p:cNvPr>
                <p:cNvSpPr txBox="1"/>
                <p:nvPr/>
              </p:nvSpPr>
              <p:spPr>
                <a:xfrm>
                  <a:off x="0" y="-28575"/>
                  <a:ext cx="935214"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21" name="Group 29">
                <a:extLst>
                  <a:ext uri="{FF2B5EF4-FFF2-40B4-BE49-F238E27FC236}">
                    <a16:creationId xmlns:a16="http://schemas.microsoft.com/office/drawing/2014/main" id="{C9FB4260-B3D2-DE03-7B69-13B52723151E}"/>
                  </a:ext>
                </a:extLst>
              </p:cNvPr>
              <p:cNvGrpSpPr/>
              <p:nvPr/>
            </p:nvGrpSpPr>
            <p:grpSpPr>
              <a:xfrm>
                <a:off x="7048621" y="3492605"/>
                <a:ext cx="1874558" cy="590029"/>
                <a:chOff x="0" y="-28575"/>
                <a:chExt cx="922589" cy="308126"/>
              </a:xfrm>
            </p:grpSpPr>
            <p:sp>
              <p:nvSpPr>
                <p:cNvPr id="150" name="Freeform 30">
                  <a:extLst>
                    <a:ext uri="{FF2B5EF4-FFF2-40B4-BE49-F238E27FC236}">
                      <a16:creationId xmlns:a16="http://schemas.microsoft.com/office/drawing/2014/main" id="{61DE1E1B-9FAB-7B44-74B5-BACA42E07701}"/>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51" name="TextBox 31">
                  <a:extLst>
                    <a:ext uri="{FF2B5EF4-FFF2-40B4-BE49-F238E27FC236}">
                      <a16:creationId xmlns:a16="http://schemas.microsoft.com/office/drawing/2014/main" id="{CC013EBE-7146-A725-1C32-BD8D1497F4DC}"/>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28" name="Group 50">
                <a:extLst>
                  <a:ext uri="{FF2B5EF4-FFF2-40B4-BE49-F238E27FC236}">
                    <a16:creationId xmlns:a16="http://schemas.microsoft.com/office/drawing/2014/main" id="{CEA03484-A6B7-1236-105D-F0DDD2ABCDEE}"/>
                  </a:ext>
                </a:extLst>
              </p:cNvPr>
              <p:cNvGrpSpPr/>
              <p:nvPr/>
            </p:nvGrpSpPr>
            <p:grpSpPr>
              <a:xfrm>
                <a:off x="6100867" y="3495045"/>
                <a:ext cx="947755" cy="587588"/>
                <a:chOff x="0" y="-28575"/>
                <a:chExt cx="488223" cy="321175"/>
              </a:xfrm>
            </p:grpSpPr>
            <p:sp>
              <p:nvSpPr>
                <p:cNvPr id="136" name="Freeform 51">
                  <a:extLst>
                    <a:ext uri="{FF2B5EF4-FFF2-40B4-BE49-F238E27FC236}">
                      <a16:creationId xmlns:a16="http://schemas.microsoft.com/office/drawing/2014/main" id="{B7E43240-9B71-1ED4-994A-A29EFE8FC7E9}"/>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37" name="TextBox 52">
                  <a:extLst>
                    <a:ext uri="{FF2B5EF4-FFF2-40B4-BE49-F238E27FC236}">
                      <a16:creationId xmlns:a16="http://schemas.microsoft.com/office/drawing/2014/main" id="{490B1E10-0C7E-AE26-E9BB-C0EE633050CE}"/>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29" name="Group 53">
                <a:extLst>
                  <a:ext uri="{FF2B5EF4-FFF2-40B4-BE49-F238E27FC236}">
                    <a16:creationId xmlns:a16="http://schemas.microsoft.com/office/drawing/2014/main" id="{FD16152E-2DBE-69F5-6930-61D5714F1A08}"/>
                  </a:ext>
                </a:extLst>
              </p:cNvPr>
              <p:cNvGrpSpPr/>
              <p:nvPr/>
            </p:nvGrpSpPr>
            <p:grpSpPr>
              <a:xfrm>
                <a:off x="8923009" y="3495045"/>
                <a:ext cx="947755" cy="587588"/>
                <a:chOff x="0" y="-28575"/>
                <a:chExt cx="488223" cy="321175"/>
              </a:xfrm>
            </p:grpSpPr>
            <p:sp>
              <p:nvSpPr>
                <p:cNvPr id="134" name="Freeform 54">
                  <a:extLst>
                    <a:ext uri="{FF2B5EF4-FFF2-40B4-BE49-F238E27FC236}">
                      <a16:creationId xmlns:a16="http://schemas.microsoft.com/office/drawing/2014/main" id="{2009DD20-56C4-D090-4FCF-214F6D6608C1}"/>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35" name="TextBox 55">
                  <a:extLst>
                    <a:ext uri="{FF2B5EF4-FFF2-40B4-BE49-F238E27FC236}">
                      <a16:creationId xmlns:a16="http://schemas.microsoft.com/office/drawing/2014/main" id="{74DEDF4B-660F-1864-1690-16D792CD1BAB}"/>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44" name="Group 96">
                <a:extLst>
                  <a:ext uri="{FF2B5EF4-FFF2-40B4-BE49-F238E27FC236}">
                    <a16:creationId xmlns:a16="http://schemas.microsoft.com/office/drawing/2014/main" id="{986CADD4-2A51-B09C-AE21-32556BC93963}"/>
                  </a:ext>
                </a:extLst>
              </p:cNvPr>
              <p:cNvGrpSpPr/>
              <p:nvPr/>
            </p:nvGrpSpPr>
            <p:grpSpPr>
              <a:xfrm>
                <a:off x="4110074" y="3056873"/>
                <a:ext cx="222728" cy="461797"/>
                <a:chOff x="0" y="0"/>
                <a:chExt cx="364943" cy="802874"/>
              </a:xfrm>
            </p:grpSpPr>
            <p:sp>
              <p:nvSpPr>
                <p:cNvPr id="107" name="Freeform 97">
                  <a:extLst>
                    <a:ext uri="{FF2B5EF4-FFF2-40B4-BE49-F238E27FC236}">
                      <a16:creationId xmlns:a16="http://schemas.microsoft.com/office/drawing/2014/main" id="{E0510380-6B44-924B-2577-EC5ECA92217C}"/>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45" name="Group 98">
                <a:extLst>
                  <a:ext uri="{FF2B5EF4-FFF2-40B4-BE49-F238E27FC236}">
                    <a16:creationId xmlns:a16="http://schemas.microsoft.com/office/drawing/2014/main" id="{BD774CC3-32D2-35ED-B211-BA7F452A6E10}"/>
                  </a:ext>
                </a:extLst>
              </p:cNvPr>
              <p:cNvGrpSpPr/>
              <p:nvPr/>
            </p:nvGrpSpPr>
            <p:grpSpPr>
              <a:xfrm>
                <a:off x="7866850" y="3056873"/>
                <a:ext cx="222728" cy="461797"/>
                <a:chOff x="0" y="0"/>
                <a:chExt cx="364943" cy="802874"/>
              </a:xfrm>
            </p:grpSpPr>
            <p:sp>
              <p:nvSpPr>
                <p:cNvPr id="106" name="Freeform 99">
                  <a:extLst>
                    <a:ext uri="{FF2B5EF4-FFF2-40B4-BE49-F238E27FC236}">
                      <a16:creationId xmlns:a16="http://schemas.microsoft.com/office/drawing/2014/main" id="{B92E9526-0046-D343-3B66-317FAE0BA00C}"/>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65" name="Group 138">
                <a:extLst>
                  <a:ext uri="{FF2B5EF4-FFF2-40B4-BE49-F238E27FC236}">
                    <a16:creationId xmlns:a16="http://schemas.microsoft.com/office/drawing/2014/main" id="{CE88995F-5EE5-FE94-40A1-F1BDF4AA1604}"/>
                  </a:ext>
                </a:extLst>
              </p:cNvPr>
              <p:cNvGrpSpPr/>
              <p:nvPr/>
            </p:nvGrpSpPr>
            <p:grpSpPr>
              <a:xfrm>
                <a:off x="6480882" y="3584079"/>
                <a:ext cx="222728" cy="461797"/>
                <a:chOff x="0" y="0"/>
                <a:chExt cx="364943" cy="802874"/>
              </a:xfrm>
            </p:grpSpPr>
            <p:sp>
              <p:nvSpPr>
                <p:cNvPr id="86" name="Freeform 139">
                  <a:extLst>
                    <a:ext uri="{FF2B5EF4-FFF2-40B4-BE49-F238E27FC236}">
                      <a16:creationId xmlns:a16="http://schemas.microsoft.com/office/drawing/2014/main" id="{EEB60449-436D-575E-6ED4-FFF54D79BF4C}"/>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66" name="Group 65">
                <a:extLst>
                  <a:ext uri="{FF2B5EF4-FFF2-40B4-BE49-F238E27FC236}">
                    <a16:creationId xmlns:a16="http://schemas.microsoft.com/office/drawing/2014/main" id="{C2EE0280-210B-7431-12C6-C362FEEC2C1F}"/>
                  </a:ext>
                </a:extLst>
              </p:cNvPr>
              <p:cNvGrpSpPr/>
              <p:nvPr/>
            </p:nvGrpSpPr>
            <p:grpSpPr>
              <a:xfrm>
                <a:off x="9315473" y="3584079"/>
                <a:ext cx="222728" cy="461797"/>
                <a:chOff x="0" y="0"/>
                <a:chExt cx="364943" cy="802874"/>
              </a:xfrm>
            </p:grpSpPr>
            <p:sp>
              <p:nvSpPr>
                <p:cNvPr id="85" name="Freeform 141">
                  <a:extLst>
                    <a:ext uri="{FF2B5EF4-FFF2-40B4-BE49-F238E27FC236}">
                      <a16:creationId xmlns:a16="http://schemas.microsoft.com/office/drawing/2014/main" id="{8114CFCD-298C-3D3B-1877-CE57D0DC3C1C}"/>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sp>
            <p:nvSpPr>
              <p:cNvPr id="176" name="TextBox 175">
                <a:extLst>
                  <a:ext uri="{FF2B5EF4-FFF2-40B4-BE49-F238E27FC236}">
                    <a16:creationId xmlns:a16="http://schemas.microsoft.com/office/drawing/2014/main" id="{77938176-88B6-7EA0-D7E0-5FFC9A66DC61}"/>
                  </a:ext>
                </a:extLst>
              </p:cNvPr>
              <p:cNvSpPr txBox="1"/>
              <p:nvPr/>
            </p:nvSpPr>
            <p:spPr>
              <a:xfrm>
                <a:off x="7770689" y="3534957"/>
                <a:ext cx="222728" cy="521251"/>
              </a:xfrm>
              <a:prstGeom prst="rect">
                <a:avLst/>
              </a:prstGeom>
              <a:noFill/>
            </p:spPr>
            <p:txBody>
              <a:bodyPr wrap="square">
                <a:spAutoFit/>
              </a:bodyPr>
              <a:lstStyle/>
              <a:p>
                <a:r>
                  <a:rPr lang="en-US" sz="4400" b="1">
                    <a:solidFill>
                      <a:srgbClr val="FF0000"/>
                    </a:solidFill>
                  </a:rPr>
                  <a:t>?</a:t>
                </a:r>
                <a:endParaRPr lang="en-AU" sz="4400" b="1">
                  <a:solidFill>
                    <a:srgbClr val="FF0000"/>
                  </a:solidFill>
                </a:endParaRPr>
              </a:p>
            </p:txBody>
          </p:sp>
        </p:grpSp>
        <p:grpSp>
          <p:nvGrpSpPr>
            <p:cNvPr id="181" name="Group 100">
              <a:extLst>
                <a:ext uri="{FF2B5EF4-FFF2-40B4-BE49-F238E27FC236}">
                  <a16:creationId xmlns:a16="http://schemas.microsoft.com/office/drawing/2014/main" id="{4A0FC921-4071-DD69-3E63-A82DC44451C3}"/>
                </a:ext>
              </a:extLst>
            </p:cNvPr>
            <p:cNvGrpSpPr/>
            <p:nvPr/>
          </p:nvGrpSpPr>
          <p:grpSpPr>
            <a:xfrm>
              <a:off x="5062698" y="3594411"/>
              <a:ext cx="222728" cy="461797"/>
              <a:chOff x="-3116811" y="3631519"/>
              <a:chExt cx="364943" cy="802874"/>
            </a:xfrm>
          </p:grpSpPr>
          <p:sp>
            <p:nvSpPr>
              <p:cNvPr id="182" name="Freeform 101">
                <a:extLst>
                  <a:ext uri="{FF2B5EF4-FFF2-40B4-BE49-F238E27FC236}">
                    <a16:creationId xmlns:a16="http://schemas.microsoft.com/office/drawing/2014/main" id="{C008C926-4A80-EDAE-A329-0498EA0DCBBA}"/>
                  </a:ext>
                </a:extLst>
              </p:cNvPr>
              <p:cNvSpPr/>
              <p:nvPr/>
            </p:nvSpPr>
            <p:spPr>
              <a:xfrm>
                <a:off x="-3116811" y="3631519"/>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83" name="Group 100">
              <a:extLst>
                <a:ext uri="{FF2B5EF4-FFF2-40B4-BE49-F238E27FC236}">
                  <a16:creationId xmlns:a16="http://schemas.microsoft.com/office/drawing/2014/main" id="{E265F589-040D-C55E-A8C9-AEC402410A46}"/>
                </a:ext>
              </a:extLst>
            </p:cNvPr>
            <p:cNvGrpSpPr/>
            <p:nvPr/>
          </p:nvGrpSpPr>
          <p:grpSpPr>
            <a:xfrm>
              <a:off x="3166196" y="3605679"/>
              <a:ext cx="222728" cy="461797"/>
              <a:chOff x="-3116811" y="3631519"/>
              <a:chExt cx="364943" cy="802874"/>
            </a:xfrm>
          </p:grpSpPr>
          <p:sp>
            <p:nvSpPr>
              <p:cNvPr id="184" name="Freeform 101">
                <a:extLst>
                  <a:ext uri="{FF2B5EF4-FFF2-40B4-BE49-F238E27FC236}">
                    <a16:creationId xmlns:a16="http://schemas.microsoft.com/office/drawing/2014/main" id="{2F0ABE38-EB48-ECEC-B082-C281A52CA6D2}"/>
                  </a:ext>
                </a:extLst>
              </p:cNvPr>
              <p:cNvSpPr/>
              <p:nvPr/>
            </p:nvSpPr>
            <p:spPr>
              <a:xfrm>
                <a:off x="-3116811" y="3631519"/>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sp>
        <p:nvSpPr>
          <p:cNvPr id="170" name="TextBox 169">
            <a:extLst>
              <a:ext uri="{FF2B5EF4-FFF2-40B4-BE49-F238E27FC236}">
                <a16:creationId xmlns:a16="http://schemas.microsoft.com/office/drawing/2014/main" id="{2BCF2D82-EF1F-06B4-6D57-B55892D080CD}"/>
              </a:ext>
            </a:extLst>
          </p:cNvPr>
          <p:cNvSpPr txBox="1"/>
          <p:nvPr/>
        </p:nvSpPr>
        <p:spPr>
          <a:xfrm>
            <a:off x="1215766" y="46684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mc:AlternateContent xmlns:mc="http://schemas.openxmlformats.org/markup-compatibility/2006" xmlns:a14="http://schemas.microsoft.com/office/drawing/2010/main">
        <mc:Choice Requires="a14">
          <p:sp>
            <p:nvSpPr>
              <p:cNvPr id="186" name="TextBox 185">
                <a:extLst>
                  <a:ext uri="{FF2B5EF4-FFF2-40B4-BE49-F238E27FC236}">
                    <a16:creationId xmlns:a16="http://schemas.microsoft.com/office/drawing/2014/main" id="{C855ACE4-D7E7-B68D-07E2-6DD116652342}"/>
                  </a:ext>
                </a:extLst>
              </p:cNvPr>
              <p:cNvSpPr txBox="1"/>
              <p:nvPr/>
            </p:nvSpPr>
            <p:spPr>
              <a:xfrm>
                <a:off x="977685" y="5407097"/>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4</m:t>
                          </m:r>
                        </m:den>
                      </m:f>
                    </m:oMath>
                  </m:oMathPara>
                </a14:m>
                <a:endParaRPr lang="en-AU" sz="1800"/>
              </a:p>
            </p:txBody>
          </p:sp>
        </mc:Choice>
        <mc:Fallback xmlns="">
          <p:sp>
            <p:nvSpPr>
              <p:cNvPr id="186" name="TextBox 185">
                <a:extLst>
                  <a:ext uri="{FF2B5EF4-FFF2-40B4-BE49-F238E27FC236}">
                    <a16:creationId xmlns:a16="http://schemas.microsoft.com/office/drawing/2014/main" id="{C855ACE4-D7E7-B68D-07E2-6DD116652342}"/>
                  </a:ext>
                </a:extLst>
              </p:cNvPr>
              <p:cNvSpPr txBox="1">
                <a:spLocks noRot="1" noChangeAspect="1" noMove="1" noResize="1" noEditPoints="1" noAdjustHandles="1" noChangeArrowheads="1" noChangeShapeType="1" noTextEdit="1"/>
              </p:cNvSpPr>
              <p:nvPr/>
            </p:nvSpPr>
            <p:spPr>
              <a:xfrm>
                <a:off x="977685" y="5407097"/>
                <a:ext cx="914400" cy="914400"/>
              </a:xfrm>
              <a:prstGeom prst="rect">
                <a:avLst/>
              </a:prstGeom>
              <a:blipFill>
                <a:blip r:embed="rId10"/>
                <a:stretch>
                  <a:fillRect/>
                </a:stretch>
              </a:blipFill>
            </p:spPr>
            <p:txBody>
              <a:bodyPr/>
              <a:lstStyle/>
              <a:p>
                <a:r>
                  <a:rPr lang="en-AU">
                    <a:noFill/>
                  </a:rPr>
                  <a:t> </a:t>
                </a:r>
              </a:p>
            </p:txBody>
          </p:sp>
        </mc:Fallback>
      </mc:AlternateContent>
      <p:sp>
        <p:nvSpPr>
          <p:cNvPr id="171" name="TextBox 170">
            <a:extLst>
              <a:ext uri="{FF2B5EF4-FFF2-40B4-BE49-F238E27FC236}">
                <a16:creationId xmlns:a16="http://schemas.microsoft.com/office/drawing/2014/main" id="{1B20FEBB-BE98-68A5-3910-578DE83990D1}"/>
              </a:ext>
            </a:extLst>
          </p:cNvPr>
          <p:cNvSpPr txBox="1"/>
          <p:nvPr/>
        </p:nvSpPr>
        <p:spPr>
          <a:xfrm>
            <a:off x="4219739" y="46684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mc:AlternateContent xmlns:mc="http://schemas.openxmlformats.org/markup-compatibility/2006" xmlns:a14="http://schemas.microsoft.com/office/drawing/2010/main">
        <mc:Choice Requires="a14">
          <p:sp>
            <p:nvSpPr>
              <p:cNvPr id="187" name="TextBox 186">
                <a:extLst>
                  <a:ext uri="{FF2B5EF4-FFF2-40B4-BE49-F238E27FC236}">
                    <a16:creationId xmlns:a16="http://schemas.microsoft.com/office/drawing/2014/main" id="{ACF800FA-1EE6-1875-E659-188CD622E69E}"/>
                  </a:ext>
                </a:extLst>
              </p:cNvPr>
              <p:cNvSpPr txBox="1"/>
              <p:nvPr/>
            </p:nvSpPr>
            <p:spPr>
              <a:xfrm>
                <a:off x="3938007" y="5432650"/>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2</m:t>
                          </m:r>
                        </m:den>
                      </m:f>
                    </m:oMath>
                  </m:oMathPara>
                </a14:m>
                <a:endParaRPr lang="en-AU" sz="1800"/>
              </a:p>
            </p:txBody>
          </p:sp>
        </mc:Choice>
        <mc:Fallback xmlns="">
          <p:sp>
            <p:nvSpPr>
              <p:cNvPr id="187" name="TextBox 186">
                <a:extLst>
                  <a:ext uri="{FF2B5EF4-FFF2-40B4-BE49-F238E27FC236}">
                    <a16:creationId xmlns:a16="http://schemas.microsoft.com/office/drawing/2014/main" id="{ACF800FA-1EE6-1875-E659-188CD622E69E}"/>
                  </a:ext>
                </a:extLst>
              </p:cNvPr>
              <p:cNvSpPr txBox="1">
                <a:spLocks noRot="1" noChangeAspect="1" noMove="1" noResize="1" noEditPoints="1" noAdjustHandles="1" noChangeArrowheads="1" noChangeShapeType="1" noTextEdit="1"/>
              </p:cNvSpPr>
              <p:nvPr/>
            </p:nvSpPr>
            <p:spPr>
              <a:xfrm>
                <a:off x="3938007" y="5432650"/>
                <a:ext cx="914400" cy="914400"/>
              </a:xfrm>
              <a:prstGeom prst="rect">
                <a:avLst/>
              </a:prstGeom>
              <a:blipFill>
                <a:blip r:embed="rId11"/>
                <a:stretch>
                  <a:fillRect b="-667"/>
                </a:stretch>
              </a:blipFill>
            </p:spPr>
            <p:txBody>
              <a:bodyPr/>
              <a:lstStyle/>
              <a:p>
                <a:r>
                  <a:rPr lang="en-AU">
                    <a:noFill/>
                  </a:rPr>
                  <a:t> </a:t>
                </a:r>
              </a:p>
            </p:txBody>
          </p:sp>
        </mc:Fallback>
      </mc:AlternateContent>
      <p:sp>
        <p:nvSpPr>
          <p:cNvPr id="172" name="TextBox 171">
            <a:extLst>
              <a:ext uri="{FF2B5EF4-FFF2-40B4-BE49-F238E27FC236}">
                <a16:creationId xmlns:a16="http://schemas.microsoft.com/office/drawing/2014/main" id="{B1DD3B96-8715-9CAA-D9C8-5C361B867FAD}"/>
              </a:ext>
            </a:extLst>
          </p:cNvPr>
          <p:cNvSpPr txBox="1"/>
          <p:nvPr/>
        </p:nvSpPr>
        <p:spPr>
          <a:xfrm>
            <a:off x="7223712" y="46684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mc:AlternateContent xmlns:mc="http://schemas.openxmlformats.org/markup-compatibility/2006" xmlns:a14="http://schemas.microsoft.com/office/drawing/2010/main">
        <mc:Choice Requires="a14">
          <p:sp>
            <p:nvSpPr>
              <p:cNvPr id="188" name="TextBox 187">
                <a:extLst>
                  <a:ext uri="{FF2B5EF4-FFF2-40B4-BE49-F238E27FC236}">
                    <a16:creationId xmlns:a16="http://schemas.microsoft.com/office/drawing/2014/main" id="{14598573-DAD5-170D-927E-941D65B0CA0B}"/>
                  </a:ext>
                </a:extLst>
              </p:cNvPr>
              <p:cNvSpPr txBox="1"/>
              <p:nvPr/>
            </p:nvSpPr>
            <p:spPr>
              <a:xfrm>
                <a:off x="6952450" y="5407097"/>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1</m:t>
                          </m:r>
                        </m:num>
                        <m:den>
                          <m:r>
                            <a:rPr lang="en-AU" sz="3200" b="0" i="1" smtClean="0">
                              <a:latin typeface="Cambria Math" panose="02040503050406030204" pitchFamily="18" charset="0"/>
                            </a:rPr>
                            <m:t>8</m:t>
                          </m:r>
                        </m:den>
                      </m:f>
                    </m:oMath>
                  </m:oMathPara>
                </a14:m>
                <a:endParaRPr lang="en-AU" sz="1800"/>
              </a:p>
            </p:txBody>
          </p:sp>
        </mc:Choice>
        <mc:Fallback xmlns="">
          <p:sp>
            <p:nvSpPr>
              <p:cNvPr id="188" name="TextBox 187">
                <a:extLst>
                  <a:ext uri="{FF2B5EF4-FFF2-40B4-BE49-F238E27FC236}">
                    <a16:creationId xmlns:a16="http://schemas.microsoft.com/office/drawing/2014/main" id="{14598573-DAD5-170D-927E-941D65B0CA0B}"/>
                  </a:ext>
                </a:extLst>
              </p:cNvPr>
              <p:cNvSpPr txBox="1">
                <a:spLocks noRot="1" noChangeAspect="1" noMove="1" noResize="1" noEditPoints="1" noAdjustHandles="1" noChangeArrowheads="1" noChangeShapeType="1" noTextEdit="1"/>
              </p:cNvSpPr>
              <p:nvPr/>
            </p:nvSpPr>
            <p:spPr>
              <a:xfrm>
                <a:off x="6952450" y="5407097"/>
                <a:ext cx="914400" cy="914400"/>
              </a:xfrm>
              <a:prstGeom prst="rect">
                <a:avLst/>
              </a:prstGeom>
              <a:blipFill>
                <a:blip r:embed="rId12"/>
                <a:stretch>
                  <a:fillRect b="-667"/>
                </a:stretch>
              </a:blipFill>
            </p:spPr>
            <p:txBody>
              <a:bodyPr/>
              <a:lstStyle/>
              <a:p>
                <a:r>
                  <a:rPr lang="en-AU">
                    <a:noFill/>
                  </a:rPr>
                  <a:t> </a:t>
                </a:r>
              </a:p>
            </p:txBody>
          </p:sp>
        </mc:Fallback>
      </mc:AlternateContent>
      <p:sp>
        <p:nvSpPr>
          <p:cNvPr id="173" name="TextBox 172">
            <a:extLst>
              <a:ext uri="{FF2B5EF4-FFF2-40B4-BE49-F238E27FC236}">
                <a16:creationId xmlns:a16="http://schemas.microsoft.com/office/drawing/2014/main" id="{8390709A-0749-BCC3-CEB9-AAA0388C0D8C}"/>
              </a:ext>
            </a:extLst>
          </p:cNvPr>
          <p:cNvSpPr txBox="1"/>
          <p:nvPr/>
        </p:nvSpPr>
        <p:spPr>
          <a:xfrm>
            <a:off x="10227686" y="466843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mc:AlternateContent xmlns:mc="http://schemas.openxmlformats.org/markup-compatibility/2006" xmlns:a14="http://schemas.microsoft.com/office/drawing/2010/main">
        <mc:Choice Requires="a14">
          <p:sp>
            <p:nvSpPr>
              <p:cNvPr id="189" name="TextBox 188">
                <a:extLst>
                  <a:ext uri="{FF2B5EF4-FFF2-40B4-BE49-F238E27FC236}">
                    <a16:creationId xmlns:a16="http://schemas.microsoft.com/office/drawing/2014/main" id="{269D5A14-068D-1162-E239-F69E971B64A2}"/>
                  </a:ext>
                </a:extLst>
              </p:cNvPr>
              <p:cNvSpPr txBox="1"/>
              <p:nvPr/>
            </p:nvSpPr>
            <p:spPr>
              <a:xfrm>
                <a:off x="9966893" y="5426406"/>
                <a:ext cx="914400" cy="914400"/>
              </a:xfrm>
              <a:prstGeom prst="rect">
                <a:avLst/>
              </a:prstGeom>
              <a:noFill/>
            </p:spPr>
            <p:txBody>
              <a:bodyPr wrap="none" lIns="0" tIns="0" rIns="0" bIns="0" rtlCol="0">
                <a:noAutofit/>
              </a:bodyPr>
              <a:lstStyle/>
              <a:p>
                <a:pPr algn="l"/>
                <a14:m>
                  <m:oMathPara xmlns:m="http://schemas.openxmlformats.org/officeDocument/2006/math">
                    <m:oMathParaPr>
                      <m:jc m:val="centerGroup"/>
                    </m:oMathParaPr>
                    <m:oMath xmlns:m="http://schemas.openxmlformats.org/officeDocument/2006/math">
                      <m:f>
                        <m:fPr>
                          <m:ctrlPr>
                            <a:rPr lang="en-AU" sz="3200" i="1" smtClean="0">
                              <a:latin typeface="Cambria Math" panose="02040503050406030204" pitchFamily="18" charset="0"/>
                            </a:rPr>
                          </m:ctrlPr>
                        </m:fPr>
                        <m:num>
                          <m:r>
                            <a:rPr lang="en-AU" sz="3200" b="0" i="1" smtClean="0">
                              <a:latin typeface="Cambria Math" panose="02040503050406030204" pitchFamily="18" charset="0"/>
                            </a:rPr>
                            <m:t>2</m:t>
                          </m:r>
                        </m:num>
                        <m:den>
                          <m:r>
                            <a:rPr lang="en-AU" sz="3200" b="0" i="1" smtClean="0">
                              <a:latin typeface="Cambria Math" panose="02040503050406030204" pitchFamily="18" charset="0"/>
                            </a:rPr>
                            <m:t>4</m:t>
                          </m:r>
                        </m:den>
                      </m:f>
                    </m:oMath>
                  </m:oMathPara>
                </a14:m>
                <a:endParaRPr lang="en-AU" sz="1800"/>
              </a:p>
            </p:txBody>
          </p:sp>
        </mc:Choice>
        <mc:Fallback xmlns="">
          <p:sp>
            <p:nvSpPr>
              <p:cNvPr id="189" name="TextBox 188">
                <a:extLst>
                  <a:ext uri="{FF2B5EF4-FFF2-40B4-BE49-F238E27FC236}">
                    <a16:creationId xmlns:a16="http://schemas.microsoft.com/office/drawing/2014/main" id="{269D5A14-068D-1162-E239-F69E971B64A2}"/>
                  </a:ext>
                </a:extLst>
              </p:cNvPr>
              <p:cNvSpPr txBox="1">
                <a:spLocks noRot="1" noChangeAspect="1" noMove="1" noResize="1" noEditPoints="1" noAdjustHandles="1" noChangeArrowheads="1" noChangeShapeType="1" noTextEdit="1"/>
              </p:cNvSpPr>
              <p:nvPr/>
            </p:nvSpPr>
            <p:spPr>
              <a:xfrm>
                <a:off x="9966893" y="5426406"/>
                <a:ext cx="914400" cy="914400"/>
              </a:xfrm>
              <a:prstGeom prst="rect">
                <a:avLst/>
              </a:prstGeom>
              <a:blipFill>
                <a:blip r:embed="rId13"/>
                <a:stretch>
                  <a:fillRect b="-667"/>
                </a:stretch>
              </a:blipFill>
            </p:spPr>
            <p:txBody>
              <a:bodyPr/>
              <a:lstStyle/>
              <a:p>
                <a:r>
                  <a:rPr lang="en-AU">
                    <a:noFill/>
                  </a:rPr>
                  <a:t> </a:t>
                </a:r>
              </a:p>
            </p:txBody>
          </p:sp>
        </mc:Fallback>
      </mc:AlternateContent>
    </p:spTree>
    <p:extLst>
      <p:ext uri="{BB962C8B-B14F-4D97-AF65-F5344CB8AC3E}">
        <p14:creationId xmlns:p14="http://schemas.microsoft.com/office/powerpoint/2010/main" val="481384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A2FCFCE-567A-FEA7-C18E-789999BB63E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a:t>
            </a:r>
          </a:p>
        </p:txBody>
      </p:sp>
      <p:pic>
        <p:nvPicPr>
          <p:cNvPr id="3" name="Picture 2">
            <a:extLst>
              <a:ext uri="{FF2B5EF4-FFF2-40B4-BE49-F238E27FC236}">
                <a16:creationId xmlns:a16="http://schemas.microsoft.com/office/drawing/2014/main" id="{69E4B2B2-713D-5998-87AB-5FC222AE389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E99FCAD-B981-9BBC-C5BF-914232435E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14" name="TextBox 13">
            <a:extLst>
              <a:ext uri="{FF2B5EF4-FFF2-40B4-BE49-F238E27FC236}">
                <a16:creationId xmlns:a16="http://schemas.microsoft.com/office/drawing/2014/main" id="{44381111-BDB1-FBE8-197D-1FE3F4A12B03}"/>
              </a:ext>
            </a:extLst>
          </p:cNvPr>
          <p:cNvSpPr txBox="1"/>
          <p:nvPr/>
        </p:nvSpPr>
        <p:spPr>
          <a:xfrm>
            <a:off x="293254" y="989231"/>
            <a:ext cx="6531617" cy="2955746"/>
          </a:xfrm>
          <a:prstGeom prst="rect">
            <a:avLst/>
          </a:prstGeom>
          <a:noFill/>
        </p:spPr>
        <p:txBody>
          <a:bodyPr wrap="square">
            <a:spAutoFit/>
          </a:bodyPr>
          <a:lstStyle/>
          <a:p>
            <a:pPr>
              <a:lnSpc>
                <a:spcPct val="150000"/>
              </a:lnSpc>
            </a:pPr>
            <a:r>
              <a:rPr lang="en-AU" sz="3200" dirty="0"/>
              <a:t>When orienting a map, we may t_____ the map so that it faces the same way as the ground it represents.</a:t>
            </a:r>
            <a:endParaRPr lang="en-AU" sz="3200" dirty="0">
              <a:latin typeface="Arial" panose="020B0604020202020204" pitchFamily="34" charset="0"/>
              <a:ea typeface="Calibri" panose="020F0502020204030204" pitchFamily="34" charset="0"/>
            </a:endParaRPr>
          </a:p>
        </p:txBody>
      </p:sp>
      <p:pic>
        <p:nvPicPr>
          <p:cNvPr id="7" name="Picture 6" descr="A half basketball playground markings with the following symbols placed on the lines: 2 river symbols, 3 home symbols, 3 gum leaf symbols, 2 grinding groove symbols and 2 mountain symbols">
            <a:extLst>
              <a:ext uri="{FF2B5EF4-FFF2-40B4-BE49-F238E27FC236}">
                <a16:creationId xmlns:a16="http://schemas.microsoft.com/office/drawing/2014/main" id="{2C46278A-6ED6-277A-E366-4397E8C2EC99}"/>
              </a:ext>
            </a:extLst>
          </p:cNvPr>
          <p:cNvPicPr>
            <a:picLocks noChangeAspect="1"/>
          </p:cNvPicPr>
          <p:nvPr/>
        </p:nvPicPr>
        <p:blipFill>
          <a:blip r:embed="rId4"/>
          <a:stretch>
            <a:fillRect/>
          </a:stretch>
        </p:blipFill>
        <p:spPr>
          <a:xfrm>
            <a:off x="7101454" y="457074"/>
            <a:ext cx="3625814" cy="3495414"/>
          </a:xfrm>
          <a:prstGeom prst="rect">
            <a:avLst/>
          </a:prstGeom>
          <a:ln>
            <a:noFill/>
          </a:ln>
          <a:effectLst>
            <a:outerShdw blurRad="292100" dist="139700" dir="2700000" algn="tl" rotWithShape="0">
              <a:srgbClr val="333333">
                <a:alpha val="65000"/>
              </a:srgbClr>
            </a:outerShdw>
          </a:effectLst>
        </p:spPr>
      </p:pic>
      <p:sp>
        <p:nvSpPr>
          <p:cNvPr id="16" name="TextBox 15">
            <a:extLst>
              <a:ext uri="{FF2B5EF4-FFF2-40B4-BE49-F238E27FC236}">
                <a16:creationId xmlns:a16="http://schemas.microsoft.com/office/drawing/2014/main" id="{05F9364B-9F1E-DB3B-90BB-56BFB5FD9C3D}"/>
              </a:ext>
            </a:extLst>
          </p:cNvPr>
          <p:cNvSpPr txBox="1"/>
          <p:nvPr/>
        </p:nvSpPr>
        <p:spPr>
          <a:xfrm>
            <a:off x="293254" y="4280918"/>
            <a:ext cx="6094562" cy="2217082"/>
          </a:xfrm>
          <a:prstGeom prst="rect">
            <a:avLst/>
          </a:prstGeom>
          <a:noFill/>
        </p:spPr>
        <p:txBody>
          <a:bodyPr wrap="square">
            <a:spAutoFit/>
          </a:bodyPr>
          <a:lstStyle/>
          <a:p>
            <a:pPr>
              <a:lnSpc>
                <a:spcPct val="150000"/>
              </a:lnSpc>
            </a:pPr>
            <a:r>
              <a:rPr lang="en-AU" sz="3200" dirty="0"/>
              <a:t>I am standing at the cone. To </a:t>
            </a:r>
            <a:r>
              <a:rPr lang="en-AU" sz="3200" b="1" dirty="0">
                <a:latin typeface="Arial" panose="020B0604020202020204" pitchFamily="34" charset="0"/>
                <a:ea typeface="Calibri" panose="020F0502020204030204" pitchFamily="34" charset="0"/>
              </a:rPr>
              <a:t>orientate</a:t>
            </a:r>
            <a:r>
              <a:rPr lang="en-AU" sz="3200" dirty="0">
                <a:latin typeface="Arial" panose="020B0604020202020204" pitchFamily="34" charset="0"/>
                <a:ea typeface="Calibri" panose="020F0502020204030204" pitchFamily="34" charset="0"/>
              </a:rPr>
              <a:t> this map, I could turn it to the ________________.</a:t>
            </a:r>
            <a:r>
              <a:rPr lang="en-AU" sz="3200" dirty="0"/>
              <a:t> </a:t>
            </a:r>
          </a:p>
        </p:txBody>
      </p:sp>
      <p:pic>
        <p:nvPicPr>
          <p:cNvPr id="13" name="Picture 12" descr="Hand holding a map (A half basketball playground markings with the following symbols placed on the lines: 2 river symbols, 3 home symbols, 3 gum leaf symbols, 2 grinding groove symbols and 2 mountain symbols). It has been rotated to the right.&#10;">
            <a:extLst>
              <a:ext uri="{FF2B5EF4-FFF2-40B4-BE49-F238E27FC236}">
                <a16:creationId xmlns:a16="http://schemas.microsoft.com/office/drawing/2014/main" id="{2CFE431F-174E-57A0-B444-B7942B0520CF}"/>
              </a:ext>
            </a:extLst>
          </p:cNvPr>
          <p:cNvPicPr>
            <a:picLocks noChangeAspect="1"/>
          </p:cNvPicPr>
          <p:nvPr/>
        </p:nvPicPr>
        <p:blipFill>
          <a:blip r:embed="rId5">
            <a:extLst>
              <a:ext uri="{28A0092B-C50C-407E-A947-70E740481C1C}">
                <a14:useLocalDpi xmlns:a14="http://schemas.microsoft.com/office/drawing/2010/main" val="0"/>
              </a:ext>
            </a:extLst>
          </a:blip>
          <a:srcRect t="19874" b="13836"/>
          <a:stretch>
            <a:fillRect/>
          </a:stretch>
        </p:blipFill>
        <p:spPr>
          <a:xfrm>
            <a:off x="7561889" y="4159808"/>
            <a:ext cx="2704943" cy="2536192"/>
          </a:xfrm>
          <a:prstGeom prst="rect">
            <a:avLst/>
          </a:prstGeom>
        </p:spPr>
      </p:pic>
    </p:spTree>
    <p:extLst>
      <p:ext uri="{BB962C8B-B14F-4D97-AF65-F5344CB8AC3E}">
        <p14:creationId xmlns:p14="http://schemas.microsoft.com/office/powerpoint/2010/main" val="1063542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3411CE-E116-841D-F2F0-1C12109F17D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1014A95-1EC4-1B01-3D2F-522380691BED}"/>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a:t>
            </a:r>
          </a:p>
        </p:txBody>
      </p:sp>
      <p:pic>
        <p:nvPicPr>
          <p:cNvPr id="3" name="Picture 2">
            <a:extLst>
              <a:ext uri="{FF2B5EF4-FFF2-40B4-BE49-F238E27FC236}">
                <a16:creationId xmlns:a16="http://schemas.microsoft.com/office/drawing/2014/main" id="{AB837201-1557-1DB2-05E9-E523FE1B17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5C8C32F4-64EB-8A29-5516-F44EDA67F4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70" name="Text Placeholder 17">
            <a:extLst>
              <a:ext uri="{FF2B5EF4-FFF2-40B4-BE49-F238E27FC236}">
                <a16:creationId xmlns:a16="http://schemas.microsoft.com/office/drawing/2014/main" id="{408A52B4-F595-3A1E-D1E7-41735D777EE5}"/>
              </a:ext>
            </a:extLst>
          </p:cNvPr>
          <p:cNvSpPr txBox="1">
            <a:spLocks/>
          </p:cNvSpPr>
          <p:nvPr/>
        </p:nvSpPr>
        <p:spPr>
          <a:xfrm>
            <a:off x="2368491" y="1005605"/>
            <a:ext cx="623296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dirty="0"/>
              <a:t>Draw</a:t>
            </a:r>
            <a:r>
              <a:rPr lang="en-US" sz="4000" dirty="0"/>
              <a:t> the array for </a:t>
            </a:r>
            <a:r>
              <a:rPr lang="en-US" sz="4000" b="1" dirty="0"/>
              <a:t>step</a:t>
            </a:r>
            <a:r>
              <a:rPr lang="en-US" sz="4000" dirty="0"/>
              <a:t> </a:t>
            </a:r>
            <a:r>
              <a:rPr lang="en-US" sz="4000" b="1" dirty="0"/>
              <a:t>4</a:t>
            </a:r>
            <a:r>
              <a:rPr lang="en-US" sz="4000" dirty="0"/>
              <a:t>.</a:t>
            </a:r>
          </a:p>
        </p:txBody>
      </p:sp>
      <p:pic>
        <p:nvPicPr>
          <p:cNvPr id="75" name="Picture 74" descr="Step 1 shows 3 blue counters in 1 row of 3.&#10;An arrow points to Step 2, which shows 6 blue counters arranged in 2 rows of 3.&#10;Another arrow points to Step 3, which shows 12 blue counters arranged in 4 rows of 3.&#10;Another arrow points to Step 4, which is blank.">
            <a:extLst>
              <a:ext uri="{FF2B5EF4-FFF2-40B4-BE49-F238E27FC236}">
                <a16:creationId xmlns:a16="http://schemas.microsoft.com/office/drawing/2014/main" id="{D8C77F54-CF1B-7668-A29D-D9873DF8E270}"/>
              </a:ext>
            </a:extLst>
          </p:cNvPr>
          <p:cNvPicPr>
            <a:picLocks noChangeAspect="1"/>
          </p:cNvPicPr>
          <p:nvPr/>
        </p:nvPicPr>
        <p:blipFill>
          <a:blip r:embed="rId4"/>
          <a:stretch>
            <a:fillRect/>
          </a:stretch>
        </p:blipFill>
        <p:spPr>
          <a:xfrm>
            <a:off x="1939711" y="2343094"/>
            <a:ext cx="8312577" cy="2171812"/>
          </a:xfrm>
          <a:prstGeom prst="rect">
            <a:avLst/>
          </a:prstGeom>
        </p:spPr>
      </p:pic>
      <p:sp>
        <p:nvSpPr>
          <p:cNvPr id="71" name="Text Placeholder 17">
            <a:extLst>
              <a:ext uri="{FF2B5EF4-FFF2-40B4-BE49-F238E27FC236}">
                <a16:creationId xmlns:a16="http://schemas.microsoft.com/office/drawing/2014/main" id="{2BD0B033-C5E6-128E-CD8F-4F61A56F20A8}"/>
              </a:ext>
            </a:extLst>
          </p:cNvPr>
          <p:cNvSpPr txBox="1">
            <a:spLocks/>
          </p:cNvSpPr>
          <p:nvPr/>
        </p:nvSpPr>
        <p:spPr>
          <a:xfrm>
            <a:off x="1068234" y="5243771"/>
            <a:ext cx="9575602"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dirty="0"/>
              <a:t>Write a </a:t>
            </a:r>
            <a:r>
              <a:rPr lang="en-US" sz="4000" b="1" dirty="0"/>
              <a:t>number sentence </a:t>
            </a:r>
            <a:r>
              <a:rPr lang="en-US" sz="4000" dirty="0"/>
              <a:t>for each array.</a:t>
            </a:r>
          </a:p>
        </p:txBody>
      </p:sp>
    </p:spTree>
    <p:extLst>
      <p:ext uri="{BB962C8B-B14F-4D97-AF65-F5344CB8AC3E}">
        <p14:creationId xmlns:p14="http://schemas.microsoft.com/office/powerpoint/2010/main" val="292321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2CA30-0F81-EF60-3DBE-2C408AF023D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EDF9EE2-B4DE-CF91-3A69-C4D930AFA2C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a:t>
            </a:r>
          </a:p>
        </p:txBody>
      </p:sp>
      <p:pic>
        <p:nvPicPr>
          <p:cNvPr id="3" name="Picture 2" descr="image of a clipboard with a pencil recording short answer responses">
            <a:extLst>
              <a:ext uri="{FF2B5EF4-FFF2-40B4-BE49-F238E27FC236}">
                <a16:creationId xmlns:a16="http://schemas.microsoft.com/office/drawing/2014/main" id="{AE7CD0B4-5C73-21ED-199C-D91A99981CD2}"/>
              </a:ext>
              <a:ext uri="{C183D7F6-B498-43B3-948B-1728B52AA6E4}">
                <adec:decorative xmlns:adec="http://schemas.microsoft.com/office/drawing/2017/decorative" val="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BE7CE53-8469-5597-4AA2-2E907B1CE2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5" name="Text Placeholder 17">
            <a:extLst>
              <a:ext uri="{FF2B5EF4-FFF2-40B4-BE49-F238E27FC236}">
                <a16:creationId xmlns:a16="http://schemas.microsoft.com/office/drawing/2014/main" id="{BEB149AF-9D33-78E8-ABEC-C356FD77ABCA}"/>
              </a:ext>
            </a:extLst>
          </p:cNvPr>
          <p:cNvSpPr txBox="1">
            <a:spLocks/>
          </p:cNvSpPr>
          <p:nvPr/>
        </p:nvSpPr>
        <p:spPr>
          <a:xfrm>
            <a:off x="1029951" y="1351926"/>
            <a:ext cx="1000052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a:t>Write the numbers in </a:t>
            </a:r>
            <a:r>
              <a:rPr lang="en-US" sz="4000" b="1"/>
              <a:t>expanded notation.</a:t>
            </a:r>
            <a:endParaRPr lang="en-US" sz="4000"/>
          </a:p>
        </p:txBody>
      </p:sp>
      <p:pic>
        <p:nvPicPr>
          <p:cNvPr id="10" name="Picture 9" descr="Place value houses with the numbers:&#10;395  682&#10;604 003">
            <a:extLst>
              <a:ext uri="{FF2B5EF4-FFF2-40B4-BE49-F238E27FC236}">
                <a16:creationId xmlns:a16="http://schemas.microsoft.com/office/drawing/2014/main" id="{B5779686-1540-E85F-9011-2417A20E8EAB}"/>
              </a:ext>
            </a:extLst>
          </p:cNvPr>
          <p:cNvPicPr>
            <a:picLocks noChangeAspect="1"/>
          </p:cNvPicPr>
          <p:nvPr/>
        </p:nvPicPr>
        <p:blipFill>
          <a:blip r:embed="rId4"/>
          <a:stretch>
            <a:fillRect/>
          </a:stretch>
        </p:blipFill>
        <p:spPr>
          <a:xfrm>
            <a:off x="2614152" y="2691477"/>
            <a:ext cx="7267696" cy="3617697"/>
          </a:xfrm>
          <a:prstGeom prst="rect">
            <a:avLst/>
          </a:prstGeom>
        </p:spPr>
      </p:pic>
    </p:spTree>
    <p:extLst>
      <p:ext uri="{BB962C8B-B14F-4D97-AF65-F5344CB8AC3E}">
        <p14:creationId xmlns:p14="http://schemas.microsoft.com/office/powerpoint/2010/main" val="1274309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2423E-F2E2-B49F-2327-BC3E79940CA0}"/>
            </a:ext>
          </a:extLst>
        </p:cNvPr>
        <p:cNvGrpSpPr/>
        <p:nvPr/>
      </p:nvGrpSpPr>
      <p:grpSpPr>
        <a:xfrm>
          <a:off x="0" y="0"/>
          <a:ext cx="0" cy="0"/>
          <a:chOff x="0" y="0"/>
          <a:chExt cx="0" cy="0"/>
        </a:xfrm>
      </p:grpSpPr>
      <p:pic>
        <p:nvPicPr>
          <p:cNvPr id="9" name="Picture 8" descr="Bar chart comparing average monthly temperatures in Celsius for four cities: New York, London, Tokyo, and Sydney. Each city is represented by a different color with labeled months on the x-axis and temperature values on the y-axis, showing New York and Tokyo peaking in summer months while London and Sydney have milder fluctuations.&#10;&#10;AI-generated content may be incorrect.">
            <a:extLst>
              <a:ext uri="{FF2B5EF4-FFF2-40B4-BE49-F238E27FC236}">
                <a16:creationId xmlns:a16="http://schemas.microsoft.com/office/drawing/2014/main" id="{DA12E316-56DA-F432-B8AA-BC65D01AC1F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4893804" y="579222"/>
            <a:ext cx="6220942" cy="6116778"/>
          </a:xfrm>
          <a:prstGeom prst="rect">
            <a:avLst/>
          </a:prstGeom>
          <a:ln>
            <a:noFill/>
          </a:ln>
          <a:effectLst>
            <a:outerShdw blurRad="292100" dist="139700" dir="2700000" algn="tl" rotWithShape="0">
              <a:srgbClr val="333333">
                <a:alpha val="65000"/>
              </a:srgbClr>
            </a:outerShdw>
          </a:effectLst>
        </p:spPr>
      </p:pic>
      <p:sp>
        <p:nvSpPr>
          <p:cNvPr id="6" name="Title 5">
            <a:extLst>
              <a:ext uri="{FF2B5EF4-FFF2-40B4-BE49-F238E27FC236}">
                <a16:creationId xmlns:a16="http://schemas.microsoft.com/office/drawing/2014/main" id="{5EA135D9-427D-42CB-A5F0-ABB98DAD705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(4)</a:t>
            </a:r>
          </a:p>
        </p:txBody>
      </p:sp>
      <p:pic>
        <p:nvPicPr>
          <p:cNvPr id="3" name="Picture 2" descr="image of a clipboard with a pencil recording short answer responses">
            <a:extLst>
              <a:ext uri="{FF2B5EF4-FFF2-40B4-BE49-F238E27FC236}">
                <a16:creationId xmlns:a16="http://schemas.microsoft.com/office/drawing/2014/main" id="{FC9A4B87-D950-48CA-7AF9-006C90DB933D}"/>
              </a:ext>
              <a:ext uri="{C183D7F6-B498-43B3-948B-1728B52AA6E4}">
                <adec:decorative xmlns:adec="http://schemas.microsoft.com/office/drawing/2017/decorative" val="0"/>
              </a:ext>
            </a:extLst>
          </p:cNvPr>
          <p:cNvPicPr>
            <a:picLocks noChangeAspect="1"/>
          </p:cNvPicPr>
          <p:nvPr/>
        </p:nvPicPr>
        <p:blipFill>
          <a:blip r:embed="rId4"/>
          <a:stretch>
            <a:fillRect/>
          </a:stretch>
        </p:blipFill>
        <p:spPr>
          <a:xfrm>
            <a:off x="11124000" y="162000"/>
            <a:ext cx="915500" cy="915500"/>
          </a:xfrm>
          <a:prstGeom prst="rect">
            <a:avLst/>
          </a:prstGeom>
        </p:spPr>
      </p:pic>
      <p:sp>
        <p:nvSpPr>
          <p:cNvPr id="2" name="Slide Number Placeholder 1">
            <a:extLst>
              <a:ext uri="{FF2B5EF4-FFF2-40B4-BE49-F238E27FC236}">
                <a16:creationId xmlns:a16="http://schemas.microsoft.com/office/drawing/2014/main" id="{391F93CB-988D-BE1F-57FD-B3D1C9E40F0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14" name="Text Placeholder 17">
            <a:extLst>
              <a:ext uri="{FF2B5EF4-FFF2-40B4-BE49-F238E27FC236}">
                <a16:creationId xmlns:a16="http://schemas.microsoft.com/office/drawing/2014/main" id="{E0480382-5067-EB2E-AD9E-7D8EF49F7598}"/>
              </a:ext>
            </a:extLst>
          </p:cNvPr>
          <p:cNvSpPr txBox="1">
            <a:spLocks/>
          </p:cNvSpPr>
          <p:nvPr/>
        </p:nvSpPr>
        <p:spPr>
          <a:xfrm>
            <a:off x="234139" y="1557817"/>
            <a:ext cx="4479488"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3600" b="1"/>
              <a:t>How many </a:t>
            </a:r>
            <a:r>
              <a:rPr lang="en-US" sz="3600"/>
              <a:t>house points were awarded to </a:t>
            </a:r>
            <a:r>
              <a:rPr lang="en-US" sz="3600" b="1"/>
              <a:t>each house </a:t>
            </a:r>
            <a:r>
              <a:rPr lang="en-US" sz="3600"/>
              <a:t>in the athletics carnival?</a:t>
            </a:r>
          </a:p>
        </p:txBody>
      </p:sp>
      <p:grpSp>
        <p:nvGrpSpPr>
          <p:cNvPr id="29" name="Group 28" descr="A column graph showing athletics carnival house points.&#10;Bradman: 300&#10;Goolagong: 700&#10;Alcott: 1000&#10;Thorpe: 500">
            <a:extLst>
              <a:ext uri="{FF2B5EF4-FFF2-40B4-BE49-F238E27FC236}">
                <a16:creationId xmlns:a16="http://schemas.microsoft.com/office/drawing/2014/main" id="{3959490D-01E8-486E-2341-E8830D10DB59}"/>
              </a:ext>
            </a:extLst>
          </p:cNvPr>
          <p:cNvGrpSpPr/>
          <p:nvPr/>
        </p:nvGrpSpPr>
        <p:grpSpPr>
          <a:xfrm>
            <a:off x="4917346" y="905601"/>
            <a:ext cx="5992720" cy="5676290"/>
            <a:chOff x="2029263" y="1075534"/>
            <a:chExt cx="5958547" cy="5949091"/>
          </a:xfrm>
        </p:grpSpPr>
        <p:grpSp>
          <p:nvGrpSpPr>
            <p:cNvPr id="30" name="Group 2">
              <a:extLst>
                <a:ext uri="{FF2B5EF4-FFF2-40B4-BE49-F238E27FC236}">
                  <a16:creationId xmlns:a16="http://schemas.microsoft.com/office/drawing/2014/main" id="{F1D78361-D2E8-1ACF-7AC9-EE8538C9045C}"/>
                </a:ext>
              </a:extLst>
            </p:cNvPr>
            <p:cNvGrpSpPr/>
            <p:nvPr/>
          </p:nvGrpSpPr>
          <p:grpSpPr>
            <a:xfrm>
              <a:off x="2418597" y="1075534"/>
              <a:ext cx="5569213" cy="5126209"/>
              <a:chOff x="0" y="0"/>
              <a:chExt cx="7425618" cy="6834945"/>
            </a:xfrm>
          </p:grpSpPr>
          <p:sp>
            <p:nvSpPr>
              <p:cNvPr id="37" name="Freeform 3">
                <a:extLst>
                  <a:ext uri="{FF2B5EF4-FFF2-40B4-BE49-F238E27FC236}">
                    <a16:creationId xmlns:a16="http://schemas.microsoft.com/office/drawing/2014/main" id="{A9EDA1FE-D55C-7F44-FEFA-74152C1A9817}"/>
                  </a:ext>
                </a:extLst>
              </p:cNvPr>
              <p:cNvSpPr/>
              <p:nvPr/>
            </p:nvSpPr>
            <p:spPr>
              <a:xfrm>
                <a:off x="826989" y="606290"/>
                <a:ext cx="6111867" cy="6228655"/>
              </a:xfrm>
              <a:custGeom>
                <a:avLst/>
                <a:gdLst/>
                <a:ahLst/>
                <a:cxnLst/>
                <a:rect l="l" t="t" r="r" b="b"/>
                <a:pathLst>
                  <a:path w="6111867" h="6228655">
                    <a:moveTo>
                      <a:pt x="0" y="0"/>
                    </a:moveTo>
                    <a:lnTo>
                      <a:pt x="6111867" y="0"/>
                    </a:lnTo>
                    <a:lnTo>
                      <a:pt x="6111867" y="6228655"/>
                    </a:lnTo>
                    <a:lnTo>
                      <a:pt x="0" y="62286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38" name="TextBox 4">
                <a:extLst>
                  <a:ext uri="{FF2B5EF4-FFF2-40B4-BE49-F238E27FC236}">
                    <a16:creationId xmlns:a16="http://schemas.microsoft.com/office/drawing/2014/main" id="{9BE26215-425E-6CB2-EF97-386B6B35636C}"/>
                  </a:ext>
                </a:extLst>
              </p:cNvPr>
              <p:cNvSpPr txBox="1"/>
              <p:nvPr/>
            </p:nvSpPr>
            <p:spPr>
              <a:xfrm>
                <a:off x="111550" y="5407546"/>
                <a:ext cx="54152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200</a:t>
                </a:r>
              </a:p>
            </p:txBody>
          </p:sp>
          <p:sp>
            <p:nvSpPr>
              <p:cNvPr id="39" name="TextBox 5">
                <a:extLst>
                  <a:ext uri="{FF2B5EF4-FFF2-40B4-BE49-F238E27FC236}">
                    <a16:creationId xmlns:a16="http://schemas.microsoft.com/office/drawing/2014/main" id="{EFF8D3FE-583B-A92F-6302-D13D1466555B}"/>
                  </a:ext>
                </a:extLst>
              </p:cNvPr>
              <p:cNvSpPr txBox="1"/>
              <p:nvPr/>
            </p:nvSpPr>
            <p:spPr>
              <a:xfrm>
                <a:off x="111550" y="4180884"/>
                <a:ext cx="54152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400</a:t>
                </a:r>
              </a:p>
            </p:txBody>
          </p:sp>
          <p:sp>
            <p:nvSpPr>
              <p:cNvPr id="40" name="TextBox 6">
                <a:extLst>
                  <a:ext uri="{FF2B5EF4-FFF2-40B4-BE49-F238E27FC236}">
                    <a16:creationId xmlns:a16="http://schemas.microsoft.com/office/drawing/2014/main" id="{38424D4D-43AE-2655-2F23-89F5EF0711C1}"/>
                  </a:ext>
                </a:extLst>
              </p:cNvPr>
              <p:cNvSpPr txBox="1"/>
              <p:nvPr/>
            </p:nvSpPr>
            <p:spPr>
              <a:xfrm>
                <a:off x="111550" y="2952370"/>
                <a:ext cx="54152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600</a:t>
                </a:r>
              </a:p>
            </p:txBody>
          </p:sp>
          <p:sp>
            <p:nvSpPr>
              <p:cNvPr id="41" name="TextBox 7">
                <a:extLst>
                  <a:ext uri="{FF2B5EF4-FFF2-40B4-BE49-F238E27FC236}">
                    <a16:creationId xmlns:a16="http://schemas.microsoft.com/office/drawing/2014/main" id="{14373F9B-9F5D-F9D0-82B7-FFC9C0BC2814}"/>
                  </a:ext>
                </a:extLst>
              </p:cNvPr>
              <p:cNvSpPr txBox="1"/>
              <p:nvPr/>
            </p:nvSpPr>
            <p:spPr>
              <a:xfrm>
                <a:off x="111550" y="1796694"/>
                <a:ext cx="54152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800</a:t>
                </a:r>
              </a:p>
            </p:txBody>
          </p:sp>
          <p:sp>
            <p:nvSpPr>
              <p:cNvPr id="42" name="TextBox 8">
                <a:extLst>
                  <a:ext uri="{FF2B5EF4-FFF2-40B4-BE49-F238E27FC236}">
                    <a16:creationId xmlns:a16="http://schemas.microsoft.com/office/drawing/2014/main" id="{FD497CD5-EC9A-E88F-E60F-F5C0BFD71CFD}"/>
                  </a:ext>
                </a:extLst>
              </p:cNvPr>
              <p:cNvSpPr txBox="1"/>
              <p:nvPr/>
            </p:nvSpPr>
            <p:spPr>
              <a:xfrm>
                <a:off x="0" y="568190"/>
                <a:ext cx="65307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1000</a:t>
                </a:r>
              </a:p>
            </p:txBody>
          </p:sp>
          <p:sp>
            <p:nvSpPr>
              <p:cNvPr id="43" name="TextBox 9">
                <a:extLst>
                  <a:ext uri="{FF2B5EF4-FFF2-40B4-BE49-F238E27FC236}">
                    <a16:creationId xmlns:a16="http://schemas.microsoft.com/office/drawing/2014/main" id="{4C2A7A38-DA0E-861D-DC67-A34612A70B03}"/>
                  </a:ext>
                </a:extLst>
              </p:cNvPr>
              <p:cNvSpPr txBox="1"/>
              <p:nvPr/>
            </p:nvSpPr>
            <p:spPr>
              <a:xfrm>
                <a:off x="486762" y="-38100"/>
                <a:ext cx="6938856"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Athletics Carnival House Points</a:t>
                </a:r>
              </a:p>
            </p:txBody>
          </p:sp>
        </p:grpSp>
        <p:sp>
          <p:nvSpPr>
            <p:cNvPr id="31" name="TextBox 10">
              <a:extLst>
                <a:ext uri="{FF2B5EF4-FFF2-40B4-BE49-F238E27FC236}">
                  <a16:creationId xmlns:a16="http://schemas.microsoft.com/office/drawing/2014/main" id="{94350479-A1E5-F78A-1139-AA04696A03B6}"/>
                </a:ext>
              </a:extLst>
            </p:cNvPr>
            <p:cNvSpPr txBox="1"/>
            <p:nvPr/>
          </p:nvSpPr>
          <p:spPr>
            <a:xfrm rot="-5400000">
              <a:off x="1431223" y="3285255"/>
              <a:ext cx="1454806" cy="258725"/>
            </a:xfrm>
            <a:prstGeom prst="rect">
              <a:avLst/>
            </a:prstGeom>
          </p:spPr>
          <p:txBody>
            <a:bodyPr wrap="square"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House Points</a:t>
              </a:r>
            </a:p>
          </p:txBody>
        </p:sp>
        <p:sp>
          <p:nvSpPr>
            <p:cNvPr id="32" name="TextBox 11">
              <a:extLst>
                <a:ext uri="{FF2B5EF4-FFF2-40B4-BE49-F238E27FC236}">
                  <a16:creationId xmlns:a16="http://schemas.microsoft.com/office/drawing/2014/main" id="{38AD26E9-9CE7-B427-C74A-85759E5C4D15}"/>
                </a:ext>
              </a:extLst>
            </p:cNvPr>
            <p:cNvSpPr txBox="1"/>
            <p:nvPr/>
          </p:nvSpPr>
          <p:spPr>
            <a:xfrm>
              <a:off x="3502115" y="6293978"/>
              <a:ext cx="901303" cy="273685"/>
            </a:xfrm>
            <a:prstGeom prst="rect">
              <a:avLst/>
            </a:prstGeom>
          </p:spPr>
          <p:txBody>
            <a:bodyPr lIns="0" tIns="0" rIns="0" bIns="0" rtlCol="0" anchor="t">
              <a:spAutoFit/>
            </a:bodyPr>
            <a:lstStyle/>
            <a:p>
              <a:pPr algn="l">
                <a:lnSpc>
                  <a:spcPts val="2239"/>
                </a:lnSpc>
              </a:pPr>
              <a:r>
                <a:rPr lang="en-US" sz="1599">
                  <a:solidFill>
                    <a:srgbClr val="000000"/>
                  </a:solidFill>
                  <a:latin typeface="Public Sans"/>
                  <a:ea typeface="Public Sans"/>
                  <a:cs typeface="Public Sans"/>
                  <a:sym typeface="Public Sans"/>
                </a:rPr>
                <a:t>Bradman </a:t>
              </a:r>
            </a:p>
          </p:txBody>
        </p:sp>
        <p:sp>
          <p:nvSpPr>
            <p:cNvPr id="33" name="TextBox 12">
              <a:extLst>
                <a:ext uri="{FF2B5EF4-FFF2-40B4-BE49-F238E27FC236}">
                  <a16:creationId xmlns:a16="http://schemas.microsoft.com/office/drawing/2014/main" id="{8C8480F4-0D2E-205D-6A5E-79FED64E41D6}"/>
                </a:ext>
              </a:extLst>
            </p:cNvPr>
            <p:cNvSpPr txBox="1"/>
            <p:nvPr/>
          </p:nvSpPr>
          <p:spPr>
            <a:xfrm>
              <a:off x="4482452" y="6293978"/>
              <a:ext cx="1092848" cy="258725"/>
            </a:xfrm>
            <a:prstGeom prst="rect">
              <a:avLst/>
            </a:prstGeom>
          </p:spPr>
          <p:txBody>
            <a:bodyPr wrap="square" lIns="0" tIns="0" rIns="0" bIns="0" rtlCol="0" anchor="t">
              <a:spAutoFit/>
            </a:bodyPr>
            <a:lstStyle/>
            <a:p>
              <a:pPr algn="l">
                <a:lnSpc>
                  <a:spcPts val="2239"/>
                </a:lnSpc>
              </a:pPr>
              <a:r>
                <a:rPr lang="en-US" sz="1599">
                  <a:solidFill>
                    <a:srgbClr val="000000"/>
                  </a:solidFill>
                  <a:latin typeface="Public Sans"/>
                  <a:ea typeface="Public Sans"/>
                  <a:cs typeface="Public Sans"/>
                  <a:sym typeface="Public Sans"/>
                </a:rPr>
                <a:t>Goolagong</a:t>
              </a:r>
            </a:p>
          </p:txBody>
        </p:sp>
        <p:sp>
          <p:nvSpPr>
            <p:cNvPr id="34" name="TextBox 13">
              <a:extLst>
                <a:ext uri="{FF2B5EF4-FFF2-40B4-BE49-F238E27FC236}">
                  <a16:creationId xmlns:a16="http://schemas.microsoft.com/office/drawing/2014/main" id="{A5BEA95F-10CB-B865-8219-583F60192C19}"/>
                </a:ext>
              </a:extLst>
            </p:cNvPr>
            <p:cNvSpPr txBox="1"/>
            <p:nvPr/>
          </p:nvSpPr>
          <p:spPr>
            <a:xfrm>
              <a:off x="5690532" y="6293978"/>
              <a:ext cx="668238" cy="258725"/>
            </a:xfrm>
            <a:prstGeom prst="rect">
              <a:avLst/>
            </a:prstGeom>
          </p:spPr>
          <p:txBody>
            <a:bodyPr wrap="square" lIns="0" tIns="0" rIns="0" bIns="0" rtlCol="0" anchor="t">
              <a:spAutoFit/>
            </a:bodyPr>
            <a:lstStyle/>
            <a:p>
              <a:pPr algn="l">
                <a:lnSpc>
                  <a:spcPts val="2239"/>
                </a:lnSpc>
              </a:pPr>
              <a:r>
                <a:rPr lang="en-US" sz="1599">
                  <a:solidFill>
                    <a:srgbClr val="000000"/>
                  </a:solidFill>
                  <a:latin typeface="Public Sans"/>
                  <a:ea typeface="Public Sans"/>
                  <a:cs typeface="Public Sans"/>
                  <a:sym typeface="Public Sans"/>
                </a:rPr>
                <a:t>Alcott</a:t>
              </a:r>
            </a:p>
          </p:txBody>
        </p:sp>
        <p:sp>
          <p:nvSpPr>
            <p:cNvPr id="35" name="TextBox 14">
              <a:extLst>
                <a:ext uri="{FF2B5EF4-FFF2-40B4-BE49-F238E27FC236}">
                  <a16:creationId xmlns:a16="http://schemas.microsoft.com/office/drawing/2014/main" id="{2979E0E0-4264-9364-3859-E7FD61551455}"/>
                </a:ext>
              </a:extLst>
            </p:cNvPr>
            <p:cNvSpPr txBox="1"/>
            <p:nvPr/>
          </p:nvSpPr>
          <p:spPr>
            <a:xfrm>
              <a:off x="6557864" y="6293978"/>
              <a:ext cx="668238" cy="273685"/>
            </a:xfrm>
            <a:prstGeom prst="rect">
              <a:avLst/>
            </a:prstGeom>
          </p:spPr>
          <p:txBody>
            <a:bodyPr lIns="0" tIns="0" rIns="0" bIns="0" rtlCol="0" anchor="t">
              <a:spAutoFit/>
            </a:bodyPr>
            <a:lstStyle/>
            <a:p>
              <a:pPr algn="l">
                <a:lnSpc>
                  <a:spcPts val="2239"/>
                </a:lnSpc>
              </a:pPr>
              <a:r>
                <a:rPr lang="en-US" sz="1599">
                  <a:solidFill>
                    <a:srgbClr val="000000"/>
                  </a:solidFill>
                  <a:latin typeface="Public Sans"/>
                  <a:ea typeface="Public Sans"/>
                  <a:cs typeface="Public Sans"/>
                  <a:sym typeface="Public Sans"/>
                </a:rPr>
                <a:t>Thorpe</a:t>
              </a:r>
            </a:p>
          </p:txBody>
        </p:sp>
        <p:sp>
          <p:nvSpPr>
            <p:cNvPr id="36" name="TextBox 15">
              <a:extLst>
                <a:ext uri="{FF2B5EF4-FFF2-40B4-BE49-F238E27FC236}">
                  <a16:creationId xmlns:a16="http://schemas.microsoft.com/office/drawing/2014/main" id="{EF54B43A-5D0A-85DC-2783-1E7D88506447}"/>
                </a:ext>
              </a:extLst>
            </p:cNvPr>
            <p:cNvSpPr txBox="1"/>
            <p:nvPr/>
          </p:nvSpPr>
          <p:spPr>
            <a:xfrm>
              <a:off x="5001341" y="6765900"/>
              <a:ext cx="802559" cy="258725"/>
            </a:xfrm>
            <a:prstGeom prst="rect">
              <a:avLst/>
            </a:prstGeom>
          </p:spPr>
          <p:txBody>
            <a:bodyPr wrap="square"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Houses</a:t>
              </a:r>
            </a:p>
          </p:txBody>
        </p:sp>
      </p:grpSp>
    </p:spTree>
    <p:extLst>
      <p:ext uri="{BB962C8B-B14F-4D97-AF65-F5344CB8AC3E}">
        <p14:creationId xmlns:p14="http://schemas.microsoft.com/office/powerpoint/2010/main" val="2844644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746C6-FA22-32E8-8566-C234C402B66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77CC03-C72F-F73A-A565-4FA55751E368}"/>
              </a:ext>
            </a:extLst>
          </p:cNvPr>
          <p:cNvSpPr>
            <a:spLocks noGrp="1"/>
          </p:cNvSpPr>
          <p:nvPr>
            <p:ph type="title"/>
          </p:nvPr>
        </p:nvSpPr>
        <p:spPr>
          <a:xfrm>
            <a:off x="360000" y="360000"/>
            <a:ext cx="10367268" cy="545601"/>
          </a:xfrm>
        </p:spPr>
        <p:txBody>
          <a:bodyPr/>
          <a:lstStyle/>
          <a:p>
            <a:r>
              <a:rPr lang="en-AU"/>
              <a:t>Activity 1 – representing equivalent fractions for halves, quarters and eighths</a:t>
            </a:r>
          </a:p>
        </p:txBody>
      </p:sp>
      <p:pic>
        <p:nvPicPr>
          <p:cNvPr id="4" name="Picture 3">
            <a:extLst>
              <a:ext uri="{FF2B5EF4-FFF2-40B4-BE49-F238E27FC236}">
                <a16:creationId xmlns:a16="http://schemas.microsoft.com/office/drawing/2014/main" id="{8C7CF980-54BA-5CDE-FA07-65080BB2C43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0B43993-9C30-0CC3-DF2A-4A100C52F6A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10</a:t>
            </a:fld>
            <a:endParaRPr lang="en-AU"/>
          </a:p>
        </p:txBody>
      </p:sp>
      <p:grpSp>
        <p:nvGrpSpPr>
          <p:cNvPr id="84" name="Group 83" descr="A fraction wall showing 1 whole, halves, quarters and eighths.">
            <a:extLst>
              <a:ext uri="{FF2B5EF4-FFF2-40B4-BE49-F238E27FC236}">
                <a16:creationId xmlns:a16="http://schemas.microsoft.com/office/drawing/2014/main" id="{EEBC1B03-F7A4-C999-E43D-0A1D292F10CD}"/>
              </a:ext>
            </a:extLst>
          </p:cNvPr>
          <p:cNvGrpSpPr/>
          <p:nvPr/>
        </p:nvGrpSpPr>
        <p:grpSpPr>
          <a:xfrm>
            <a:off x="1819515" y="2350840"/>
            <a:ext cx="8552970" cy="3076859"/>
            <a:chOff x="2072389" y="1777098"/>
            <a:chExt cx="8552970" cy="3076859"/>
          </a:xfrm>
        </p:grpSpPr>
        <p:grpSp>
          <p:nvGrpSpPr>
            <p:cNvPr id="3" name="Group 2" descr="A yellow rectangle representing a whole.">
              <a:extLst>
                <a:ext uri="{FF2B5EF4-FFF2-40B4-BE49-F238E27FC236}">
                  <a16:creationId xmlns:a16="http://schemas.microsoft.com/office/drawing/2014/main" id="{7C8E2CBA-4846-CEFB-4072-48C51E973E78}"/>
                </a:ext>
              </a:extLst>
            </p:cNvPr>
            <p:cNvGrpSpPr/>
            <p:nvPr/>
          </p:nvGrpSpPr>
          <p:grpSpPr>
            <a:xfrm>
              <a:off x="2080135" y="1777098"/>
              <a:ext cx="8545223" cy="696742"/>
              <a:chOff x="2150215" y="821184"/>
              <a:chExt cx="8545223" cy="696742"/>
            </a:xfrm>
          </p:grpSpPr>
          <p:grpSp>
            <p:nvGrpSpPr>
              <p:cNvPr id="5" name="Group 9">
                <a:extLst>
                  <a:ext uri="{FF2B5EF4-FFF2-40B4-BE49-F238E27FC236}">
                    <a16:creationId xmlns:a16="http://schemas.microsoft.com/office/drawing/2014/main" id="{0297227D-044F-5F70-5E24-D2A97DDB5D3A}"/>
                  </a:ext>
                </a:extLst>
              </p:cNvPr>
              <p:cNvGrpSpPr/>
              <p:nvPr/>
            </p:nvGrpSpPr>
            <p:grpSpPr>
              <a:xfrm>
                <a:off x="2150215" y="821184"/>
                <a:ext cx="8545223" cy="696742"/>
                <a:chOff x="0" y="-28575"/>
                <a:chExt cx="3715605" cy="308126"/>
              </a:xfrm>
            </p:grpSpPr>
            <p:sp>
              <p:nvSpPr>
                <p:cNvPr id="8" name="Freeform 10">
                  <a:extLst>
                    <a:ext uri="{FF2B5EF4-FFF2-40B4-BE49-F238E27FC236}">
                      <a16:creationId xmlns:a16="http://schemas.microsoft.com/office/drawing/2014/main" id="{9FA44124-545C-32BF-9607-D734C2283CCB}"/>
                    </a:ext>
                  </a:extLst>
                </p:cNvPr>
                <p:cNvSpPr/>
                <p:nvPr/>
              </p:nvSpPr>
              <p:spPr>
                <a:xfrm>
                  <a:off x="0" y="0"/>
                  <a:ext cx="3715605" cy="279551"/>
                </a:xfrm>
                <a:custGeom>
                  <a:avLst/>
                  <a:gdLst/>
                  <a:ahLst/>
                  <a:cxnLst/>
                  <a:rect l="l" t="t" r="r" b="b"/>
                  <a:pathLst>
                    <a:path w="3715605" h="279551">
                      <a:moveTo>
                        <a:pt x="0" y="0"/>
                      </a:moveTo>
                      <a:lnTo>
                        <a:pt x="3715605" y="0"/>
                      </a:lnTo>
                      <a:lnTo>
                        <a:pt x="3715605" y="279551"/>
                      </a:lnTo>
                      <a:lnTo>
                        <a:pt x="0" y="279551"/>
                      </a:lnTo>
                      <a:close/>
                    </a:path>
                  </a:pathLst>
                </a:custGeom>
                <a:solidFill>
                  <a:srgbClr val="F7FB55"/>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9" name="TextBox 11">
                  <a:extLst>
                    <a:ext uri="{FF2B5EF4-FFF2-40B4-BE49-F238E27FC236}">
                      <a16:creationId xmlns:a16="http://schemas.microsoft.com/office/drawing/2014/main" id="{561D9551-C480-9CA8-05A6-82E83A8B59AC}"/>
                    </a:ext>
                  </a:extLst>
                </p:cNvPr>
                <p:cNvSpPr txBox="1"/>
                <p:nvPr/>
              </p:nvSpPr>
              <p:spPr>
                <a:xfrm>
                  <a:off x="0" y="-28575"/>
                  <a:ext cx="3715605"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sp>
            <p:nvSpPr>
              <p:cNvPr id="7" name="TextBox 12">
                <a:extLst>
                  <a:ext uri="{FF2B5EF4-FFF2-40B4-BE49-F238E27FC236}">
                    <a16:creationId xmlns:a16="http://schemas.microsoft.com/office/drawing/2014/main" id="{B71DB3E7-ED69-004D-7A7B-905CA8F4D650}"/>
                  </a:ext>
                </a:extLst>
              </p:cNvPr>
              <p:cNvSpPr txBox="1"/>
              <p:nvPr/>
            </p:nvSpPr>
            <p:spPr>
              <a:xfrm>
                <a:off x="5207445" y="1003263"/>
                <a:ext cx="2276086" cy="402759"/>
              </a:xfrm>
              <a:prstGeom prst="rect">
                <a:avLst/>
              </a:prstGeom>
            </p:spPr>
            <p:txBody>
              <a:bodyPr wrap="square" lIns="0" tIns="0" rIns="0" bIns="0" rtlCol="0" anchor="t">
                <a:spAutoFit/>
              </a:bodyPr>
              <a:lstStyle/>
              <a:p>
                <a:pPr algn="ctr" defTabSz="914400">
                  <a:lnSpc>
                    <a:spcPts val="3802"/>
                  </a:lnSpc>
                </a:pPr>
                <a:r>
                  <a:rPr lang="en-US" sz="2716">
                    <a:solidFill>
                      <a:srgbClr val="000000"/>
                    </a:solidFill>
                    <a:latin typeface="Arial" panose="020B0604020202020204" pitchFamily="34" charset="0"/>
                    <a:ea typeface="Canva Student Font"/>
                    <a:cs typeface="Arial" panose="020B0604020202020204" pitchFamily="34" charset="0"/>
                    <a:sym typeface="Canva Student Font"/>
                  </a:rPr>
                  <a:t>one whole</a:t>
                </a:r>
              </a:p>
            </p:txBody>
          </p:sp>
        </p:grpSp>
        <p:grpSp>
          <p:nvGrpSpPr>
            <p:cNvPr id="10" name="Group 9" descr="a blue rectangle divided in halves">
              <a:extLst>
                <a:ext uri="{FF2B5EF4-FFF2-40B4-BE49-F238E27FC236}">
                  <a16:creationId xmlns:a16="http://schemas.microsoft.com/office/drawing/2014/main" id="{89971260-63BC-24FE-087C-2F92E081038A}"/>
                </a:ext>
              </a:extLst>
            </p:cNvPr>
            <p:cNvGrpSpPr/>
            <p:nvPr/>
          </p:nvGrpSpPr>
          <p:grpSpPr>
            <a:xfrm>
              <a:off x="2080135" y="2536233"/>
              <a:ext cx="8545224" cy="687092"/>
              <a:chOff x="2150215" y="1762243"/>
              <a:chExt cx="8545224" cy="687092"/>
            </a:xfrm>
          </p:grpSpPr>
          <p:grpSp>
            <p:nvGrpSpPr>
              <p:cNvPr id="11" name="Group 2">
                <a:extLst>
                  <a:ext uri="{FF2B5EF4-FFF2-40B4-BE49-F238E27FC236}">
                    <a16:creationId xmlns:a16="http://schemas.microsoft.com/office/drawing/2014/main" id="{9492B946-8C5A-2101-B1B4-F973A79B16B8}"/>
                  </a:ext>
                </a:extLst>
              </p:cNvPr>
              <p:cNvGrpSpPr/>
              <p:nvPr/>
            </p:nvGrpSpPr>
            <p:grpSpPr>
              <a:xfrm>
                <a:off x="2150215" y="1762243"/>
                <a:ext cx="4272612" cy="687092"/>
                <a:chOff x="0" y="-28575"/>
                <a:chExt cx="1883896" cy="308126"/>
              </a:xfrm>
            </p:grpSpPr>
            <p:sp>
              <p:nvSpPr>
                <p:cNvPr id="19" name="Freeform 3">
                  <a:extLst>
                    <a:ext uri="{FF2B5EF4-FFF2-40B4-BE49-F238E27FC236}">
                      <a16:creationId xmlns:a16="http://schemas.microsoft.com/office/drawing/2014/main" id="{1D93812C-2677-04F6-30D2-B60A17CF0048}"/>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0" name="TextBox 4">
                  <a:extLst>
                    <a:ext uri="{FF2B5EF4-FFF2-40B4-BE49-F238E27FC236}">
                      <a16:creationId xmlns:a16="http://schemas.microsoft.com/office/drawing/2014/main" id="{67A50565-01DA-A988-B22A-22238E4E9D36}"/>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12" name="Group 20">
                <a:extLst>
                  <a:ext uri="{FF2B5EF4-FFF2-40B4-BE49-F238E27FC236}">
                    <a16:creationId xmlns:a16="http://schemas.microsoft.com/office/drawing/2014/main" id="{6495EB61-6461-2D7A-81EE-A421DA2F973D}"/>
                  </a:ext>
                </a:extLst>
              </p:cNvPr>
              <p:cNvGrpSpPr/>
              <p:nvPr/>
            </p:nvGrpSpPr>
            <p:grpSpPr>
              <a:xfrm>
                <a:off x="6422827" y="1762243"/>
                <a:ext cx="4272612" cy="687092"/>
                <a:chOff x="0" y="-28575"/>
                <a:chExt cx="1883896" cy="308126"/>
              </a:xfrm>
            </p:grpSpPr>
            <p:sp>
              <p:nvSpPr>
                <p:cNvPr id="17" name="Freeform 21">
                  <a:extLst>
                    <a:ext uri="{FF2B5EF4-FFF2-40B4-BE49-F238E27FC236}">
                      <a16:creationId xmlns:a16="http://schemas.microsoft.com/office/drawing/2014/main" id="{02BD0AD1-11DE-FE43-8B97-746FCAE1239C}"/>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8" name="TextBox 22">
                  <a:extLst>
                    <a:ext uri="{FF2B5EF4-FFF2-40B4-BE49-F238E27FC236}">
                      <a16:creationId xmlns:a16="http://schemas.microsoft.com/office/drawing/2014/main" id="{E331265D-3DCF-B4D3-B9C8-93716BA3A734}"/>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13" name="Group 92">
                <a:extLst>
                  <a:ext uri="{FF2B5EF4-FFF2-40B4-BE49-F238E27FC236}">
                    <a16:creationId xmlns:a16="http://schemas.microsoft.com/office/drawing/2014/main" id="{E33C429F-A296-C467-3898-1826644C8CB3}"/>
                  </a:ext>
                </a:extLst>
              </p:cNvPr>
              <p:cNvGrpSpPr/>
              <p:nvPr/>
            </p:nvGrpSpPr>
            <p:grpSpPr>
              <a:xfrm>
                <a:off x="4169667" y="1864989"/>
                <a:ext cx="252103" cy="545319"/>
                <a:chOff x="0" y="0"/>
                <a:chExt cx="364943" cy="802874"/>
              </a:xfrm>
            </p:grpSpPr>
            <p:sp>
              <p:nvSpPr>
                <p:cNvPr id="16" name="Freeform 93">
                  <a:extLst>
                    <a:ext uri="{FF2B5EF4-FFF2-40B4-BE49-F238E27FC236}">
                      <a16:creationId xmlns:a16="http://schemas.microsoft.com/office/drawing/2014/main" id="{3749414B-06BD-44C9-26FA-2E0CE7059D8C}"/>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14" name="Group 94">
                <a:extLst>
                  <a:ext uri="{FF2B5EF4-FFF2-40B4-BE49-F238E27FC236}">
                    <a16:creationId xmlns:a16="http://schemas.microsoft.com/office/drawing/2014/main" id="{B7343F6E-1E64-A6F1-3932-870B04533A1F}"/>
                  </a:ext>
                </a:extLst>
              </p:cNvPr>
              <p:cNvGrpSpPr/>
              <p:nvPr/>
            </p:nvGrpSpPr>
            <p:grpSpPr>
              <a:xfrm>
                <a:off x="8453444" y="1864989"/>
                <a:ext cx="252103" cy="545319"/>
                <a:chOff x="0" y="0"/>
                <a:chExt cx="364943" cy="802874"/>
              </a:xfrm>
            </p:grpSpPr>
            <p:sp>
              <p:nvSpPr>
                <p:cNvPr id="15" name="Freeform 95">
                  <a:extLst>
                    <a:ext uri="{FF2B5EF4-FFF2-40B4-BE49-F238E27FC236}">
                      <a16:creationId xmlns:a16="http://schemas.microsoft.com/office/drawing/2014/main" id="{8DDEF76C-CDD1-8FDE-23B1-27A8C0AB07FE}"/>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grpSp>
          <p:nvGrpSpPr>
            <p:cNvPr id="21" name="Group 59" descr="A rectangle to represent one quarter">
              <a:extLst>
                <a:ext uri="{FF2B5EF4-FFF2-40B4-BE49-F238E27FC236}">
                  <a16:creationId xmlns:a16="http://schemas.microsoft.com/office/drawing/2014/main" id="{12993463-8119-C06A-C2C0-5496477C2DC3}"/>
                </a:ext>
              </a:extLst>
            </p:cNvPr>
            <p:cNvGrpSpPr/>
            <p:nvPr/>
          </p:nvGrpSpPr>
          <p:grpSpPr>
            <a:xfrm>
              <a:off x="6339154" y="3285718"/>
              <a:ext cx="2121788" cy="696742"/>
              <a:chOff x="0" y="-28575"/>
              <a:chExt cx="922589" cy="308126"/>
            </a:xfrm>
          </p:grpSpPr>
          <p:sp>
            <p:nvSpPr>
              <p:cNvPr id="22" name="Freeform 60">
                <a:extLst>
                  <a:ext uri="{FF2B5EF4-FFF2-40B4-BE49-F238E27FC236}">
                    <a16:creationId xmlns:a16="http://schemas.microsoft.com/office/drawing/2014/main" id="{127A6701-6134-5C53-8F5F-60226C9265D3}"/>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3" name="TextBox 61">
                <a:extLst>
                  <a:ext uri="{FF2B5EF4-FFF2-40B4-BE49-F238E27FC236}">
                    <a16:creationId xmlns:a16="http://schemas.microsoft.com/office/drawing/2014/main" id="{A7AC371B-D35D-DF26-7F69-83F3776B50BD}"/>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24" name="Group 62" descr="A rectangle to represent one quarter">
              <a:extLst>
                <a:ext uri="{FF2B5EF4-FFF2-40B4-BE49-F238E27FC236}">
                  <a16:creationId xmlns:a16="http://schemas.microsoft.com/office/drawing/2014/main" id="{003C0026-7BD2-420F-4601-C316DB109C93}"/>
                </a:ext>
              </a:extLst>
            </p:cNvPr>
            <p:cNvGrpSpPr/>
            <p:nvPr/>
          </p:nvGrpSpPr>
          <p:grpSpPr>
            <a:xfrm>
              <a:off x="8460943" y="3285718"/>
              <a:ext cx="2142151" cy="696742"/>
              <a:chOff x="0" y="-28575"/>
              <a:chExt cx="931443" cy="308126"/>
            </a:xfrm>
          </p:grpSpPr>
          <p:sp>
            <p:nvSpPr>
              <p:cNvPr id="25" name="Freeform 63">
                <a:extLst>
                  <a:ext uri="{FF2B5EF4-FFF2-40B4-BE49-F238E27FC236}">
                    <a16:creationId xmlns:a16="http://schemas.microsoft.com/office/drawing/2014/main" id="{5F51E81C-E97F-9B3D-54B0-DE6A743A1814}"/>
                  </a:ext>
                </a:extLst>
              </p:cNvPr>
              <p:cNvSpPr/>
              <p:nvPr/>
            </p:nvSpPr>
            <p:spPr>
              <a:xfrm>
                <a:off x="0" y="0"/>
                <a:ext cx="931443" cy="279551"/>
              </a:xfrm>
              <a:custGeom>
                <a:avLst/>
                <a:gdLst/>
                <a:ahLst/>
                <a:cxnLst/>
                <a:rect l="l" t="t" r="r" b="b"/>
                <a:pathLst>
                  <a:path w="931443" h="279551">
                    <a:moveTo>
                      <a:pt x="0" y="0"/>
                    </a:moveTo>
                    <a:lnTo>
                      <a:pt x="931443" y="0"/>
                    </a:lnTo>
                    <a:lnTo>
                      <a:pt x="931443"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6" name="TextBox 64">
                <a:extLst>
                  <a:ext uri="{FF2B5EF4-FFF2-40B4-BE49-F238E27FC236}">
                    <a16:creationId xmlns:a16="http://schemas.microsoft.com/office/drawing/2014/main" id="{2D9C7DCB-CE18-5ECE-5915-84A657F30E5F}"/>
                  </a:ext>
                </a:extLst>
              </p:cNvPr>
              <p:cNvSpPr txBox="1"/>
              <p:nvPr/>
            </p:nvSpPr>
            <p:spPr>
              <a:xfrm>
                <a:off x="0" y="-28575"/>
                <a:ext cx="931443"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27" name="Group 80" descr="A rectangle to represent one quarter">
              <a:extLst>
                <a:ext uri="{FF2B5EF4-FFF2-40B4-BE49-F238E27FC236}">
                  <a16:creationId xmlns:a16="http://schemas.microsoft.com/office/drawing/2014/main" id="{E134E6CE-5020-0747-DB13-8E66AA892271}"/>
                </a:ext>
              </a:extLst>
            </p:cNvPr>
            <p:cNvGrpSpPr/>
            <p:nvPr/>
          </p:nvGrpSpPr>
          <p:grpSpPr>
            <a:xfrm>
              <a:off x="2072389" y="3285718"/>
              <a:ext cx="2121788" cy="696742"/>
              <a:chOff x="0" y="-28575"/>
              <a:chExt cx="922589" cy="308126"/>
            </a:xfrm>
          </p:grpSpPr>
          <p:sp>
            <p:nvSpPr>
              <p:cNvPr id="28" name="Freeform 81">
                <a:extLst>
                  <a:ext uri="{FF2B5EF4-FFF2-40B4-BE49-F238E27FC236}">
                    <a16:creationId xmlns:a16="http://schemas.microsoft.com/office/drawing/2014/main" id="{C1D161BE-5AA2-EAA1-AE42-AF8C53708E79}"/>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9" name="TextBox 82">
                <a:extLst>
                  <a:ext uri="{FF2B5EF4-FFF2-40B4-BE49-F238E27FC236}">
                    <a16:creationId xmlns:a16="http://schemas.microsoft.com/office/drawing/2014/main" id="{52C8D1C0-FF15-BD48-3761-C9E0BE176437}"/>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30" name="Group 104" descr="Symbol for one quarter">
              <a:extLst>
                <a:ext uri="{FF2B5EF4-FFF2-40B4-BE49-F238E27FC236}">
                  <a16:creationId xmlns:a16="http://schemas.microsoft.com/office/drawing/2014/main" id="{209B2566-838F-C7E5-74F9-1F9CCE79D31D}"/>
                </a:ext>
              </a:extLst>
            </p:cNvPr>
            <p:cNvGrpSpPr/>
            <p:nvPr/>
          </p:nvGrpSpPr>
          <p:grpSpPr>
            <a:xfrm>
              <a:off x="3007231" y="3393736"/>
              <a:ext cx="252103" cy="545319"/>
              <a:chOff x="0" y="0"/>
              <a:chExt cx="364943" cy="802874"/>
            </a:xfrm>
          </p:grpSpPr>
          <p:sp>
            <p:nvSpPr>
              <p:cNvPr id="31" name="Freeform 105">
                <a:extLst>
                  <a:ext uri="{FF2B5EF4-FFF2-40B4-BE49-F238E27FC236}">
                    <a16:creationId xmlns:a16="http://schemas.microsoft.com/office/drawing/2014/main" id="{3BE4B6DF-A05A-CBC9-9739-7BC9D241D1AC}"/>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32" name="Group 106" descr="Symbol for one quarter">
              <a:extLst>
                <a:ext uri="{FF2B5EF4-FFF2-40B4-BE49-F238E27FC236}">
                  <a16:creationId xmlns:a16="http://schemas.microsoft.com/office/drawing/2014/main" id="{34FC1F9E-A2C1-800F-FECC-A1EAE70C8D5D}"/>
                </a:ext>
              </a:extLst>
            </p:cNvPr>
            <p:cNvGrpSpPr/>
            <p:nvPr/>
          </p:nvGrpSpPr>
          <p:grpSpPr>
            <a:xfrm>
              <a:off x="7244773" y="3393736"/>
              <a:ext cx="252103" cy="545319"/>
              <a:chOff x="0" y="0"/>
              <a:chExt cx="364943" cy="802874"/>
            </a:xfrm>
          </p:grpSpPr>
          <p:sp>
            <p:nvSpPr>
              <p:cNvPr id="33" name="Freeform 107">
                <a:extLst>
                  <a:ext uri="{FF2B5EF4-FFF2-40B4-BE49-F238E27FC236}">
                    <a16:creationId xmlns:a16="http://schemas.microsoft.com/office/drawing/2014/main" id="{3A25CAA3-AAFD-C1B9-0D35-FC7CF03EC68E}"/>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34" name="Group 108" descr="Symbol for one quarter">
              <a:extLst>
                <a:ext uri="{FF2B5EF4-FFF2-40B4-BE49-F238E27FC236}">
                  <a16:creationId xmlns:a16="http://schemas.microsoft.com/office/drawing/2014/main" id="{3BE96B9C-32AD-4EA5-C751-87F002A21729}"/>
                </a:ext>
              </a:extLst>
            </p:cNvPr>
            <p:cNvGrpSpPr/>
            <p:nvPr/>
          </p:nvGrpSpPr>
          <p:grpSpPr>
            <a:xfrm>
              <a:off x="9412963" y="3393736"/>
              <a:ext cx="252103" cy="545319"/>
              <a:chOff x="0" y="0"/>
              <a:chExt cx="364943" cy="802874"/>
            </a:xfrm>
          </p:grpSpPr>
          <p:sp>
            <p:nvSpPr>
              <p:cNvPr id="35" name="Freeform 109">
                <a:extLst>
                  <a:ext uri="{FF2B5EF4-FFF2-40B4-BE49-F238E27FC236}">
                    <a16:creationId xmlns:a16="http://schemas.microsoft.com/office/drawing/2014/main" id="{F17432CF-53D8-0C30-92EF-E26A590EF1F8}"/>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36" name="Group 142" descr="A rectangle to represent one quarter">
              <a:extLst>
                <a:ext uri="{FF2B5EF4-FFF2-40B4-BE49-F238E27FC236}">
                  <a16:creationId xmlns:a16="http://schemas.microsoft.com/office/drawing/2014/main" id="{CAF34E1B-A3A5-69D8-F794-27AF3A70C667}"/>
                </a:ext>
              </a:extLst>
            </p:cNvPr>
            <p:cNvGrpSpPr/>
            <p:nvPr/>
          </p:nvGrpSpPr>
          <p:grpSpPr>
            <a:xfrm>
              <a:off x="4205772" y="3285718"/>
              <a:ext cx="2121788" cy="696742"/>
              <a:chOff x="0" y="-28575"/>
              <a:chExt cx="922589" cy="308126"/>
            </a:xfrm>
          </p:grpSpPr>
          <p:sp>
            <p:nvSpPr>
              <p:cNvPr id="37" name="Freeform 143">
                <a:extLst>
                  <a:ext uri="{FF2B5EF4-FFF2-40B4-BE49-F238E27FC236}">
                    <a16:creationId xmlns:a16="http://schemas.microsoft.com/office/drawing/2014/main" id="{4DE69119-0C87-AE8A-7F25-A0EC4D587456}"/>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38" name="TextBox 144">
                <a:extLst>
                  <a:ext uri="{FF2B5EF4-FFF2-40B4-BE49-F238E27FC236}">
                    <a16:creationId xmlns:a16="http://schemas.microsoft.com/office/drawing/2014/main" id="{84FAB0A1-31BD-3FFB-2329-6B41F56D97B8}"/>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39" name="Group 154" descr="Symbol for one quarter">
              <a:extLst>
                <a:ext uri="{FF2B5EF4-FFF2-40B4-BE49-F238E27FC236}">
                  <a16:creationId xmlns:a16="http://schemas.microsoft.com/office/drawing/2014/main" id="{B3DD01B2-0592-4876-1F04-68D62A54F5A7}"/>
                </a:ext>
              </a:extLst>
            </p:cNvPr>
            <p:cNvGrpSpPr/>
            <p:nvPr/>
          </p:nvGrpSpPr>
          <p:grpSpPr>
            <a:xfrm>
              <a:off x="5140614" y="3393736"/>
              <a:ext cx="252103" cy="545319"/>
              <a:chOff x="0" y="0"/>
              <a:chExt cx="364943" cy="802874"/>
            </a:xfrm>
          </p:grpSpPr>
          <p:sp>
            <p:nvSpPr>
              <p:cNvPr id="40" name="Freeform 155">
                <a:extLst>
                  <a:ext uri="{FF2B5EF4-FFF2-40B4-BE49-F238E27FC236}">
                    <a16:creationId xmlns:a16="http://schemas.microsoft.com/office/drawing/2014/main" id="{7FFA84E0-17F1-DCBB-5909-7820E082C30A}"/>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41" name="Group 40" descr="a rectangle divided into eighths">
              <a:extLst>
                <a:ext uri="{FF2B5EF4-FFF2-40B4-BE49-F238E27FC236}">
                  <a16:creationId xmlns:a16="http://schemas.microsoft.com/office/drawing/2014/main" id="{EF071859-EDBA-7049-8107-0F0039651E79}"/>
                </a:ext>
              </a:extLst>
            </p:cNvPr>
            <p:cNvGrpSpPr/>
            <p:nvPr/>
          </p:nvGrpSpPr>
          <p:grpSpPr>
            <a:xfrm>
              <a:off x="2073801" y="4160096"/>
              <a:ext cx="8530705" cy="693861"/>
              <a:chOff x="2172737" y="5504413"/>
              <a:chExt cx="8530705" cy="693861"/>
            </a:xfrm>
          </p:grpSpPr>
          <p:grpSp>
            <p:nvGrpSpPr>
              <p:cNvPr id="42" name="Group 41">
                <a:extLst>
                  <a:ext uri="{FF2B5EF4-FFF2-40B4-BE49-F238E27FC236}">
                    <a16:creationId xmlns:a16="http://schemas.microsoft.com/office/drawing/2014/main" id="{2BB7AFB2-9A1D-98DA-3C5D-B2E84A607C5E}"/>
                  </a:ext>
                </a:extLst>
              </p:cNvPr>
              <p:cNvGrpSpPr/>
              <p:nvPr/>
            </p:nvGrpSpPr>
            <p:grpSpPr>
              <a:xfrm>
                <a:off x="2172737" y="5504413"/>
                <a:ext cx="8530705" cy="693861"/>
                <a:chOff x="2111145" y="4853957"/>
                <a:chExt cx="8530705" cy="693861"/>
              </a:xfrm>
            </p:grpSpPr>
            <p:grpSp>
              <p:nvGrpSpPr>
                <p:cNvPr id="45" name="Group 86">
                  <a:extLst>
                    <a:ext uri="{FF2B5EF4-FFF2-40B4-BE49-F238E27FC236}">
                      <a16:creationId xmlns:a16="http://schemas.microsoft.com/office/drawing/2014/main" id="{E4FB842B-2A03-3FB0-D3D2-D365C45D1897}"/>
                    </a:ext>
                  </a:extLst>
                </p:cNvPr>
                <p:cNvGrpSpPr/>
                <p:nvPr/>
              </p:nvGrpSpPr>
              <p:grpSpPr>
                <a:xfrm>
                  <a:off x="2111145" y="4853957"/>
                  <a:ext cx="1072752" cy="693861"/>
                  <a:chOff x="0" y="-28575"/>
                  <a:chExt cx="488223" cy="321175"/>
                </a:xfrm>
              </p:grpSpPr>
              <p:sp>
                <p:nvSpPr>
                  <p:cNvPr id="82" name="Freeform 87">
                    <a:extLst>
                      <a:ext uri="{FF2B5EF4-FFF2-40B4-BE49-F238E27FC236}">
                        <a16:creationId xmlns:a16="http://schemas.microsoft.com/office/drawing/2014/main" id="{FB6E29B5-ACDE-9BF2-2E78-A2AF44C26C47}"/>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83" name="TextBox 88">
                    <a:extLst>
                      <a:ext uri="{FF2B5EF4-FFF2-40B4-BE49-F238E27FC236}">
                        <a16:creationId xmlns:a16="http://schemas.microsoft.com/office/drawing/2014/main" id="{CF40F89D-9D6A-6B03-FBE7-79FE737532FC}"/>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46" name="Group 45">
                  <a:extLst>
                    <a:ext uri="{FF2B5EF4-FFF2-40B4-BE49-F238E27FC236}">
                      <a16:creationId xmlns:a16="http://schemas.microsoft.com/office/drawing/2014/main" id="{D72C57E4-DE2D-79C3-3A8C-9C982F4FD919}"/>
                    </a:ext>
                  </a:extLst>
                </p:cNvPr>
                <p:cNvGrpSpPr/>
                <p:nvPr/>
              </p:nvGrpSpPr>
              <p:grpSpPr>
                <a:xfrm>
                  <a:off x="3180738" y="4853957"/>
                  <a:ext cx="7461112" cy="693861"/>
                  <a:chOff x="3180738" y="4853957"/>
                  <a:chExt cx="7461112" cy="693861"/>
                </a:xfrm>
              </p:grpSpPr>
              <p:grpSp>
                <p:nvGrpSpPr>
                  <p:cNvPr id="47" name="Group 65">
                    <a:extLst>
                      <a:ext uri="{FF2B5EF4-FFF2-40B4-BE49-F238E27FC236}">
                        <a16:creationId xmlns:a16="http://schemas.microsoft.com/office/drawing/2014/main" id="{10B940E0-DBA6-29E5-4C75-6E2B2C63360E}"/>
                      </a:ext>
                    </a:extLst>
                  </p:cNvPr>
                  <p:cNvGrpSpPr/>
                  <p:nvPr/>
                </p:nvGrpSpPr>
                <p:grpSpPr>
                  <a:xfrm>
                    <a:off x="8502359" y="4853957"/>
                    <a:ext cx="1072752" cy="693861"/>
                    <a:chOff x="0" y="-28575"/>
                    <a:chExt cx="488223" cy="321175"/>
                  </a:xfrm>
                </p:grpSpPr>
                <p:sp>
                  <p:nvSpPr>
                    <p:cNvPr id="80" name="Freeform 66">
                      <a:extLst>
                        <a:ext uri="{FF2B5EF4-FFF2-40B4-BE49-F238E27FC236}">
                          <a16:creationId xmlns:a16="http://schemas.microsoft.com/office/drawing/2014/main" id="{F9B5FFE3-EB5C-C3DB-D641-99CB4C46C82F}"/>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81" name="TextBox 67">
                      <a:extLst>
                        <a:ext uri="{FF2B5EF4-FFF2-40B4-BE49-F238E27FC236}">
                          <a16:creationId xmlns:a16="http://schemas.microsoft.com/office/drawing/2014/main" id="{2D249360-B836-1E42-E9D9-E32E71109CC5}"/>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48" name="Group 68">
                    <a:extLst>
                      <a:ext uri="{FF2B5EF4-FFF2-40B4-BE49-F238E27FC236}">
                        <a16:creationId xmlns:a16="http://schemas.microsoft.com/office/drawing/2014/main" id="{AD115869-4426-3667-9D80-DA9471BA2A03}"/>
                      </a:ext>
                    </a:extLst>
                  </p:cNvPr>
                  <p:cNvGrpSpPr/>
                  <p:nvPr/>
                </p:nvGrpSpPr>
                <p:grpSpPr>
                  <a:xfrm>
                    <a:off x="9577770" y="4853957"/>
                    <a:ext cx="1064080" cy="693861"/>
                    <a:chOff x="0" y="-28575"/>
                    <a:chExt cx="484277" cy="321175"/>
                  </a:xfrm>
                </p:grpSpPr>
                <p:sp>
                  <p:nvSpPr>
                    <p:cNvPr id="78" name="Freeform 69">
                      <a:extLst>
                        <a:ext uri="{FF2B5EF4-FFF2-40B4-BE49-F238E27FC236}">
                          <a16:creationId xmlns:a16="http://schemas.microsoft.com/office/drawing/2014/main" id="{75A722FD-E5A4-1381-06A8-C7E0ABD374EE}"/>
                        </a:ext>
                      </a:extLst>
                    </p:cNvPr>
                    <p:cNvSpPr/>
                    <p:nvPr/>
                  </p:nvSpPr>
                  <p:spPr>
                    <a:xfrm>
                      <a:off x="0" y="0"/>
                      <a:ext cx="484277" cy="292600"/>
                    </a:xfrm>
                    <a:custGeom>
                      <a:avLst/>
                      <a:gdLst/>
                      <a:ahLst/>
                      <a:cxnLst/>
                      <a:rect l="l" t="t" r="r" b="b"/>
                      <a:pathLst>
                        <a:path w="484277" h="292600">
                          <a:moveTo>
                            <a:pt x="0" y="0"/>
                          </a:moveTo>
                          <a:lnTo>
                            <a:pt x="484277" y="0"/>
                          </a:lnTo>
                          <a:lnTo>
                            <a:pt x="484277"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79" name="TextBox 70">
                      <a:extLst>
                        <a:ext uri="{FF2B5EF4-FFF2-40B4-BE49-F238E27FC236}">
                          <a16:creationId xmlns:a16="http://schemas.microsoft.com/office/drawing/2014/main" id="{8843A362-DF2A-B1ED-7553-88DAB004532D}"/>
                        </a:ext>
                      </a:extLst>
                    </p:cNvPr>
                    <p:cNvSpPr txBox="1"/>
                    <p:nvPr/>
                  </p:nvSpPr>
                  <p:spPr>
                    <a:xfrm>
                      <a:off x="0" y="-28575"/>
                      <a:ext cx="484277"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49" name="Group 74">
                    <a:extLst>
                      <a:ext uri="{FF2B5EF4-FFF2-40B4-BE49-F238E27FC236}">
                        <a16:creationId xmlns:a16="http://schemas.microsoft.com/office/drawing/2014/main" id="{5B93F54C-D9B8-B352-0401-872C149061B5}"/>
                      </a:ext>
                    </a:extLst>
                  </p:cNvPr>
                  <p:cNvGrpSpPr/>
                  <p:nvPr/>
                </p:nvGrpSpPr>
                <p:grpSpPr>
                  <a:xfrm>
                    <a:off x="6377910" y="4853957"/>
                    <a:ext cx="1072752" cy="693861"/>
                    <a:chOff x="0" y="-28575"/>
                    <a:chExt cx="488223" cy="321175"/>
                  </a:xfrm>
                </p:grpSpPr>
                <p:sp>
                  <p:nvSpPr>
                    <p:cNvPr id="76" name="Freeform 75">
                      <a:extLst>
                        <a:ext uri="{FF2B5EF4-FFF2-40B4-BE49-F238E27FC236}">
                          <a16:creationId xmlns:a16="http://schemas.microsoft.com/office/drawing/2014/main" id="{780FA453-9F63-3582-E312-B037E4BDAA4F}"/>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77" name="TextBox 76">
                      <a:extLst>
                        <a:ext uri="{FF2B5EF4-FFF2-40B4-BE49-F238E27FC236}">
                          <a16:creationId xmlns:a16="http://schemas.microsoft.com/office/drawing/2014/main" id="{496D5745-22BC-BC9B-53C2-CE4EA98B4B12}"/>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50" name="Group 77">
                    <a:extLst>
                      <a:ext uri="{FF2B5EF4-FFF2-40B4-BE49-F238E27FC236}">
                        <a16:creationId xmlns:a16="http://schemas.microsoft.com/office/drawing/2014/main" id="{1D63450E-B2B4-B3A6-D3C4-5BED17033648}"/>
                      </a:ext>
                    </a:extLst>
                  </p:cNvPr>
                  <p:cNvGrpSpPr/>
                  <p:nvPr/>
                </p:nvGrpSpPr>
                <p:grpSpPr>
                  <a:xfrm>
                    <a:off x="7447503" y="4853957"/>
                    <a:ext cx="1052196" cy="693861"/>
                    <a:chOff x="0" y="-28575"/>
                    <a:chExt cx="478868" cy="321175"/>
                  </a:xfrm>
                </p:grpSpPr>
                <p:sp>
                  <p:nvSpPr>
                    <p:cNvPr id="74" name="Freeform 78">
                      <a:extLst>
                        <a:ext uri="{FF2B5EF4-FFF2-40B4-BE49-F238E27FC236}">
                          <a16:creationId xmlns:a16="http://schemas.microsoft.com/office/drawing/2014/main" id="{9F37392A-1043-A880-1742-87CE00797F03}"/>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75" name="TextBox 79">
                      <a:extLst>
                        <a:ext uri="{FF2B5EF4-FFF2-40B4-BE49-F238E27FC236}">
                          <a16:creationId xmlns:a16="http://schemas.microsoft.com/office/drawing/2014/main" id="{4F20B388-DA63-14BD-3903-3A1B0563EC88}"/>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51" name="Group 89">
                    <a:extLst>
                      <a:ext uri="{FF2B5EF4-FFF2-40B4-BE49-F238E27FC236}">
                        <a16:creationId xmlns:a16="http://schemas.microsoft.com/office/drawing/2014/main" id="{ADCEC964-DFAB-A3C0-76BD-296840C84B8C}"/>
                      </a:ext>
                    </a:extLst>
                  </p:cNvPr>
                  <p:cNvGrpSpPr/>
                  <p:nvPr/>
                </p:nvGrpSpPr>
                <p:grpSpPr>
                  <a:xfrm>
                    <a:off x="3180738" y="4853957"/>
                    <a:ext cx="1052196" cy="693861"/>
                    <a:chOff x="0" y="-28575"/>
                    <a:chExt cx="478868" cy="321175"/>
                  </a:xfrm>
                </p:grpSpPr>
                <p:sp>
                  <p:nvSpPr>
                    <p:cNvPr id="72" name="Freeform 90">
                      <a:extLst>
                        <a:ext uri="{FF2B5EF4-FFF2-40B4-BE49-F238E27FC236}">
                          <a16:creationId xmlns:a16="http://schemas.microsoft.com/office/drawing/2014/main" id="{FCDBBC34-6BB1-E1BA-CF84-B747B2BDD348}"/>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73" name="TextBox 91">
                      <a:extLst>
                        <a:ext uri="{FF2B5EF4-FFF2-40B4-BE49-F238E27FC236}">
                          <a16:creationId xmlns:a16="http://schemas.microsoft.com/office/drawing/2014/main" id="{569798B5-8507-3482-E131-3D3CC9A0E8D8}"/>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52" name="Group 128">
                    <a:extLst>
                      <a:ext uri="{FF2B5EF4-FFF2-40B4-BE49-F238E27FC236}">
                        <a16:creationId xmlns:a16="http://schemas.microsoft.com/office/drawing/2014/main" id="{378E5237-4E29-45CE-2249-6030DC3E734C}"/>
                      </a:ext>
                    </a:extLst>
                  </p:cNvPr>
                  <p:cNvGrpSpPr/>
                  <p:nvPr/>
                </p:nvGrpSpPr>
                <p:grpSpPr>
                  <a:xfrm>
                    <a:off x="3551992" y="4959093"/>
                    <a:ext cx="252103" cy="545319"/>
                    <a:chOff x="0" y="0"/>
                    <a:chExt cx="364943" cy="802874"/>
                  </a:xfrm>
                </p:grpSpPr>
                <p:sp>
                  <p:nvSpPr>
                    <p:cNvPr id="71" name="Freeform 129">
                      <a:extLst>
                        <a:ext uri="{FF2B5EF4-FFF2-40B4-BE49-F238E27FC236}">
                          <a16:creationId xmlns:a16="http://schemas.microsoft.com/office/drawing/2014/main" id="{BAE72858-030D-513B-45FE-6454BAD76C0A}"/>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53" name="Group 130">
                    <a:extLst>
                      <a:ext uri="{FF2B5EF4-FFF2-40B4-BE49-F238E27FC236}">
                        <a16:creationId xmlns:a16="http://schemas.microsoft.com/office/drawing/2014/main" id="{2EEDFAD0-1EE7-55CD-62FE-2FBFA3C62B25}"/>
                      </a:ext>
                    </a:extLst>
                  </p:cNvPr>
                  <p:cNvGrpSpPr/>
                  <p:nvPr/>
                </p:nvGrpSpPr>
                <p:grpSpPr>
                  <a:xfrm>
                    <a:off x="6821150" y="4959091"/>
                    <a:ext cx="252103" cy="545319"/>
                    <a:chOff x="0" y="0"/>
                    <a:chExt cx="364943" cy="802874"/>
                  </a:xfrm>
                </p:grpSpPr>
                <p:sp>
                  <p:nvSpPr>
                    <p:cNvPr id="70" name="Freeform 131">
                      <a:extLst>
                        <a:ext uri="{FF2B5EF4-FFF2-40B4-BE49-F238E27FC236}">
                          <a16:creationId xmlns:a16="http://schemas.microsoft.com/office/drawing/2014/main" id="{20A415AB-C7B4-9AB7-B838-1E4E8A276258}"/>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54" name="Group 132">
                    <a:extLst>
                      <a:ext uri="{FF2B5EF4-FFF2-40B4-BE49-F238E27FC236}">
                        <a16:creationId xmlns:a16="http://schemas.microsoft.com/office/drawing/2014/main" id="{0D833123-FC08-3F2D-CAD2-C002AA74B76C}"/>
                      </a:ext>
                    </a:extLst>
                  </p:cNvPr>
                  <p:cNvGrpSpPr/>
                  <p:nvPr/>
                </p:nvGrpSpPr>
                <p:grpSpPr>
                  <a:xfrm>
                    <a:off x="7767850" y="4959091"/>
                    <a:ext cx="252103" cy="545319"/>
                    <a:chOff x="0" y="0"/>
                    <a:chExt cx="364943" cy="802874"/>
                  </a:xfrm>
                </p:grpSpPr>
                <p:sp>
                  <p:nvSpPr>
                    <p:cNvPr id="69" name="Freeform 133">
                      <a:extLst>
                        <a:ext uri="{FF2B5EF4-FFF2-40B4-BE49-F238E27FC236}">
                          <a16:creationId xmlns:a16="http://schemas.microsoft.com/office/drawing/2014/main" id="{89D932B5-6451-D481-187D-4F0B0D83D586}"/>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55" name="Group 134">
                    <a:extLst>
                      <a:ext uri="{FF2B5EF4-FFF2-40B4-BE49-F238E27FC236}">
                        <a16:creationId xmlns:a16="http://schemas.microsoft.com/office/drawing/2014/main" id="{328A9298-74D1-489D-F254-50BC3FB2192C}"/>
                      </a:ext>
                    </a:extLst>
                  </p:cNvPr>
                  <p:cNvGrpSpPr/>
                  <p:nvPr/>
                </p:nvGrpSpPr>
                <p:grpSpPr>
                  <a:xfrm>
                    <a:off x="8825922" y="4959091"/>
                    <a:ext cx="252103" cy="545319"/>
                    <a:chOff x="0" y="0"/>
                    <a:chExt cx="364943" cy="802874"/>
                  </a:xfrm>
                </p:grpSpPr>
                <p:sp>
                  <p:nvSpPr>
                    <p:cNvPr id="68" name="Freeform 135">
                      <a:extLst>
                        <a:ext uri="{FF2B5EF4-FFF2-40B4-BE49-F238E27FC236}">
                          <a16:creationId xmlns:a16="http://schemas.microsoft.com/office/drawing/2014/main" id="{B733EA5A-B9B9-7151-B4C7-44C827D0C98B}"/>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56" name="Group 136">
                    <a:extLst>
                      <a:ext uri="{FF2B5EF4-FFF2-40B4-BE49-F238E27FC236}">
                        <a16:creationId xmlns:a16="http://schemas.microsoft.com/office/drawing/2014/main" id="{5A8E2E1D-92CD-80B5-DEEE-6FBEBEB7ED5B}"/>
                      </a:ext>
                    </a:extLst>
                  </p:cNvPr>
                  <p:cNvGrpSpPr/>
                  <p:nvPr/>
                </p:nvGrpSpPr>
                <p:grpSpPr>
                  <a:xfrm>
                    <a:off x="9898674" y="4959090"/>
                    <a:ext cx="252103" cy="545319"/>
                    <a:chOff x="0" y="0"/>
                    <a:chExt cx="364943" cy="802874"/>
                  </a:xfrm>
                </p:grpSpPr>
                <p:sp>
                  <p:nvSpPr>
                    <p:cNvPr id="67" name="Freeform 137">
                      <a:extLst>
                        <a:ext uri="{FF2B5EF4-FFF2-40B4-BE49-F238E27FC236}">
                          <a16:creationId xmlns:a16="http://schemas.microsoft.com/office/drawing/2014/main" id="{9ACDE010-506E-06AB-4779-A9F5F7F56D75}"/>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57" name="Group 148">
                    <a:extLst>
                      <a:ext uri="{FF2B5EF4-FFF2-40B4-BE49-F238E27FC236}">
                        <a16:creationId xmlns:a16="http://schemas.microsoft.com/office/drawing/2014/main" id="{1AF56A60-3D95-D3D5-C8D9-6F2D0918DDBB}"/>
                      </a:ext>
                    </a:extLst>
                  </p:cNvPr>
                  <p:cNvGrpSpPr/>
                  <p:nvPr/>
                </p:nvGrpSpPr>
                <p:grpSpPr>
                  <a:xfrm>
                    <a:off x="4244528" y="4853957"/>
                    <a:ext cx="1072752" cy="693861"/>
                    <a:chOff x="0" y="-28575"/>
                    <a:chExt cx="488223" cy="321175"/>
                  </a:xfrm>
                </p:grpSpPr>
                <p:sp>
                  <p:nvSpPr>
                    <p:cNvPr id="65" name="Freeform 149">
                      <a:extLst>
                        <a:ext uri="{FF2B5EF4-FFF2-40B4-BE49-F238E27FC236}">
                          <a16:creationId xmlns:a16="http://schemas.microsoft.com/office/drawing/2014/main" id="{11183CC8-BD5A-8F18-AE2F-AF3C438F3A11}"/>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66" name="TextBox 150">
                      <a:extLst>
                        <a:ext uri="{FF2B5EF4-FFF2-40B4-BE49-F238E27FC236}">
                          <a16:creationId xmlns:a16="http://schemas.microsoft.com/office/drawing/2014/main" id="{64770A79-181C-C9B0-2CFB-EA8403D0BFC3}"/>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58" name="Group 151">
                    <a:extLst>
                      <a:ext uri="{FF2B5EF4-FFF2-40B4-BE49-F238E27FC236}">
                        <a16:creationId xmlns:a16="http://schemas.microsoft.com/office/drawing/2014/main" id="{F14D58BD-F69C-B8E5-24A5-36E99F7DCD82}"/>
                      </a:ext>
                    </a:extLst>
                  </p:cNvPr>
                  <p:cNvGrpSpPr/>
                  <p:nvPr/>
                </p:nvGrpSpPr>
                <p:grpSpPr>
                  <a:xfrm>
                    <a:off x="5314120" y="4853957"/>
                    <a:ext cx="1052196" cy="693861"/>
                    <a:chOff x="0" y="-28575"/>
                    <a:chExt cx="478868" cy="321175"/>
                  </a:xfrm>
                </p:grpSpPr>
                <p:sp>
                  <p:nvSpPr>
                    <p:cNvPr id="63" name="Freeform 152">
                      <a:extLst>
                        <a:ext uri="{FF2B5EF4-FFF2-40B4-BE49-F238E27FC236}">
                          <a16:creationId xmlns:a16="http://schemas.microsoft.com/office/drawing/2014/main" id="{58D1FA92-016C-E5AE-C2F9-4BB39ECB2877}"/>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64" name="TextBox 153">
                      <a:extLst>
                        <a:ext uri="{FF2B5EF4-FFF2-40B4-BE49-F238E27FC236}">
                          <a16:creationId xmlns:a16="http://schemas.microsoft.com/office/drawing/2014/main" id="{EC75B58D-7100-BC83-D6E1-9DAEA928183B}"/>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59" name="Group 156">
                    <a:extLst>
                      <a:ext uri="{FF2B5EF4-FFF2-40B4-BE49-F238E27FC236}">
                        <a16:creationId xmlns:a16="http://schemas.microsoft.com/office/drawing/2014/main" id="{B745CBBE-FC0D-2B0C-41E3-FDAB1AD6EBC6}"/>
                      </a:ext>
                    </a:extLst>
                  </p:cNvPr>
                  <p:cNvGrpSpPr/>
                  <p:nvPr/>
                </p:nvGrpSpPr>
                <p:grpSpPr>
                  <a:xfrm>
                    <a:off x="4558271" y="4959092"/>
                    <a:ext cx="252103" cy="545319"/>
                    <a:chOff x="0" y="0"/>
                    <a:chExt cx="364943" cy="802874"/>
                  </a:xfrm>
                </p:grpSpPr>
                <p:sp>
                  <p:nvSpPr>
                    <p:cNvPr id="62" name="Freeform 157">
                      <a:extLst>
                        <a:ext uri="{FF2B5EF4-FFF2-40B4-BE49-F238E27FC236}">
                          <a16:creationId xmlns:a16="http://schemas.microsoft.com/office/drawing/2014/main" id="{1C3F9C2A-CB10-16E8-21DF-AB4A82E4A477}"/>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60" name="Group 158">
                    <a:extLst>
                      <a:ext uri="{FF2B5EF4-FFF2-40B4-BE49-F238E27FC236}">
                        <a16:creationId xmlns:a16="http://schemas.microsoft.com/office/drawing/2014/main" id="{B77EA0C7-D21B-98AF-25E1-DECF0325922C}"/>
                      </a:ext>
                    </a:extLst>
                  </p:cNvPr>
                  <p:cNvGrpSpPr/>
                  <p:nvPr/>
                </p:nvGrpSpPr>
                <p:grpSpPr>
                  <a:xfrm>
                    <a:off x="5664730" y="4959092"/>
                    <a:ext cx="252103" cy="545319"/>
                    <a:chOff x="0" y="0"/>
                    <a:chExt cx="364943" cy="802874"/>
                  </a:xfrm>
                </p:grpSpPr>
                <p:sp>
                  <p:nvSpPr>
                    <p:cNvPr id="61" name="Freeform 159">
                      <a:extLst>
                        <a:ext uri="{FF2B5EF4-FFF2-40B4-BE49-F238E27FC236}">
                          <a16:creationId xmlns:a16="http://schemas.microsoft.com/office/drawing/2014/main" id="{51308608-78F2-201F-DF85-64F8D10021B3}"/>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grpSp>
          <p:grpSp>
            <p:nvGrpSpPr>
              <p:cNvPr id="43" name="Group 126">
                <a:extLst>
                  <a:ext uri="{FF2B5EF4-FFF2-40B4-BE49-F238E27FC236}">
                    <a16:creationId xmlns:a16="http://schemas.microsoft.com/office/drawing/2014/main" id="{09D4AEA3-3EBD-016D-4DC8-53B7F8FAACBB}"/>
                  </a:ext>
                </a:extLst>
              </p:cNvPr>
              <p:cNvGrpSpPr/>
              <p:nvPr/>
            </p:nvGrpSpPr>
            <p:grpSpPr>
              <a:xfrm>
                <a:off x="2540744" y="5613813"/>
                <a:ext cx="252103" cy="545319"/>
                <a:chOff x="0" y="0"/>
                <a:chExt cx="364943" cy="802874"/>
              </a:xfrm>
            </p:grpSpPr>
            <p:sp>
              <p:nvSpPr>
                <p:cNvPr id="44" name="Freeform 127">
                  <a:extLst>
                    <a:ext uri="{FF2B5EF4-FFF2-40B4-BE49-F238E27FC236}">
                      <a16:creationId xmlns:a16="http://schemas.microsoft.com/office/drawing/2014/main" id="{E87EA9D5-7923-215C-A694-390382F04780}"/>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grpSp>
    </p:spTree>
    <p:extLst>
      <p:ext uri="{BB962C8B-B14F-4D97-AF65-F5344CB8AC3E}">
        <p14:creationId xmlns:p14="http://schemas.microsoft.com/office/powerpoint/2010/main" val="3027897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5FD71-CDDD-8732-CF36-CE64070C962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8D72DFA-581E-B1E9-0B94-C61B0D15F44B}"/>
              </a:ext>
            </a:extLst>
          </p:cNvPr>
          <p:cNvSpPr>
            <a:spLocks noGrp="1"/>
          </p:cNvSpPr>
          <p:nvPr>
            <p:ph type="title"/>
          </p:nvPr>
        </p:nvSpPr>
        <p:spPr>
          <a:xfrm>
            <a:off x="360000" y="360000"/>
            <a:ext cx="10367268" cy="545601"/>
          </a:xfrm>
        </p:spPr>
        <p:txBody>
          <a:bodyPr/>
          <a:lstStyle/>
          <a:p>
            <a:r>
              <a:rPr lang="en-AU"/>
              <a:t>Activity 1 – representing equivalent fractions for halves, quarters and eighths (2)</a:t>
            </a:r>
            <a:endParaRPr lang="en-AU">
              <a:solidFill>
                <a:schemeClr val="bg1"/>
              </a:solidFill>
            </a:endParaRPr>
          </a:p>
        </p:txBody>
      </p:sp>
      <p:pic>
        <p:nvPicPr>
          <p:cNvPr id="4" name="Picture 3">
            <a:extLst>
              <a:ext uri="{FF2B5EF4-FFF2-40B4-BE49-F238E27FC236}">
                <a16:creationId xmlns:a16="http://schemas.microsoft.com/office/drawing/2014/main" id="{AA4DF211-8E04-9947-29BC-55D213B6A94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7AA24D6-E6F8-6416-DE49-B669C3642AE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11</a:t>
            </a:fld>
            <a:endParaRPr lang="en-AU"/>
          </a:p>
        </p:txBody>
      </p:sp>
      <p:grpSp>
        <p:nvGrpSpPr>
          <p:cNvPr id="85" name="Group 84" descr="A series of rectangles to represent fractions. The figure is titled equivalent fractions under which is a yellow rectangle labelled one whole. Under the whole are 6 sets of equivalent fractions. Set 1 is 1/2 presented with 4 one eights. Set 2 is 1/2 presented with two eighths and 1/4. Set three is 1/2 presented with two quarters. Set four is 1/2 presented with 1/8, 1/4 and 1/8. Set five is 1/4 presented with two eighths. Set six is two quarters presented with four eighths.">
            <a:extLst>
              <a:ext uri="{FF2B5EF4-FFF2-40B4-BE49-F238E27FC236}">
                <a16:creationId xmlns:a16="http://schemas.microsoft.com/office/drawing/2014/main" id="{491144EB-AEF9-10E3-763D-9BAE8CCA9CE0}"/>
              </a:ext>
            </a:extLst>
          </p:cNvPr>
          <p:cNvGrpSpPr/>
          <p:nvPr/>
        </p:nvGrpSpPr>
        <p:grpSpPr>
          <a:xfrm>
            <a:off x="2312237" y="1589167"/>
            <a:ext cx="7567526" cy="4926833"/>
            <a:chOff x="696199" y="878092"/>
            <a:chExt cx="9299603" cy="6424285"/>
          </a:xfrm>
        </p:grpSpPr>
        <p:grpSp>
          <p:nvGrpSpPr>
            <p:cNvPr id="86" name="Group 2">
              <a:extLst>
                <a:ext uri="{FF2B5EF4-FFF2-40B4-BE49-F238E27FC236}">
                  <a16:creationId xmlns:a16="http://schemas.microsoft.com/office/drawing/2014/main" id="{816DBAB0-486D-F352-6A9A-FF77AD23D7D5}"/>
                </a:ext>
              </a:extLst>
            </p:cNvPr>
            <p:cNvGrpSpPr/>
            <p:nvPr/>
          </p:nvGrpSpPr>
          <p:grpSpPr>
            <a:xfrm>
              <a:off x="696199" y="1917234"/>
              <a:ext cx="4638747" cy="758705"/>
              <a:chOff x="0" y="-28575"/>
              <a:chExt cx="1883896" cy="308126"/>
            </a:xfrm>
          </p:grpSpPr>
          <p:sp>
            <p:nvSpPr>
              <p:cNvPr id="241" name="Freeform 3">
                <a:extLst>
                  <a:ext uri="{FF2B5EF4-FFF2-40B4-BE49-F238E27FC236}">
                    <a16:creationId xmlns:a16="http://schemas.microsoft.com/office/drawing/2014/main" id="{1C640DCF-2A0A-846D-6CED-CD4E66E84726}"/>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42" name="TextBox 4">
                <a:extLst>
                  <a:ext uri="{FF2B5EF4-FFF2-40B4-BE49-F238E27FC236}">
                    <a16:creationId xmlns:a16="http://schemas.microsoft.com/office/drawing/2014/main" id="{C4741093-9F44-7702-066B-DE6BDBE7AE6A}"/>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87" name="Group 6">
              <a:extLst>
                <a:ext uri="{FF2B5EF4-FFF2-40B4-BE49-F238E27FC236}">
                  <a16:creationId xmlns:a16="http://schemas.microsoft.com/office/drawing/2014/main" id="{40AC0FDE-E13F-07B2-0F90-065AADB8B585}"/>
                </a:ext>
              </a:extLst>
            </p:cNvPr>
            <p:cNvGrpSpPr/>
            <p:nvPr/>
          </p:nvGrpSpPr>
          <p:grpSpPr>
            <a:xfrm>
              <a:off x="3053442" y="4671043"/>
              <a:ext cx="2303612" cy="769361"/>
              <a:chOff x="0" y="-28575"/>
              <a:chExt cx="922589" cy="308126"/>
            </a:xfrm>
          </p:grpSpPr>
          <p:sp>
            <p:nvSpPr>
              <p:cNvPr id="239" name="Freeform 7">
                <a:extLst>
                  <a:ext uri="{FF2B5EF4-FFF2-40B4-BE49-F238E27FC236}">
                    <a16:creationId xmlns:a16="http://schemas.microsoft.com/office/drawing/2014/main" id="{C39F2490-F121-1692-EBEB-FA4466CAD4AD}"/>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40" name="TextBox 8">
                <a:extLst>
                  <a:ext uri="{FF2B5EF4-FFF2-40B4-BE49-F238E27FC236}">
                    <a16:creationId xmlns:a16="http://schemas.microsoft.com/office/drawing/2014/main" id="{26BF0FA0-DA15-46F7-A0A4-0DD41B87477B}"/>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88" name="Group 9">
              <a:extLst>
                <a:ext uri="{FF2B5EF4-FFF2-40B4-BE49-F238E27FC236}">
                  <a16:creationId xmlns:a16="http://schemas.microsoft.com/office/drawing/2014/main" id="{C2789151-4A81-DE2C-DB8E-1C29D406CBA3}"/>
                </a:ext>
              </a:extLst>
            </p:cNvPr>
            <p:cNvGrpSpPr/>
            <p:nvPr/>
          </p:nvGrpSpPr>
          <p:grpSpPr>
            <a:xfrm>
              <a:off x="696199" y="878092"/>
              <a:ext cx="9277494" cy="769361"/>
              <a:chOff x="0" y="-28575"/>
              <a:chExt cx="3715605" cy="308126"/>
            </a:xfrm>
          </p:grpSpPr>
          <p:sp>
            <p:nvSpPr>
              <p:cNvPr id="237" name="Freeform 10">
                <a:extLst>
                  <a:ext uri="{FF2B5EF4-FFF2-40B4-BE49-F238E27FC236}">
                    <a16:creationId xmlns:a16="http://schemas.microsoft.com/office/drawing/2014/main" id="{D1AE8060-807D-DC77-FD63-96A4BCE117A9}"/>
                  </a:ext>
                </a:extLst>
              </p:cNvPr>
              <p:cNvSpPr/>
              <p:nvPr/>
            </p:nvSpPr>
            <p:spPr>
              <a:xfrm>
                <a:off x="0" y="0"/>
                <a:ext cx="3715605" cy="279551"/>
              </a:xfrm>
              <a:custGeom>
                <a:avLst/>
                <a:gdLst/>
                <a:ahLst/>
                <a:cxnLst/>
                <a:rect l="l" t="t" r="r" b="b"/>
                <a:pathLst>
                  <a:path w="3715605" h="279551">
                    <a:moveTo>
                      <a:pt x="0" y="0"/>
                    </a:moveTo>
                    <a:lnTo>
                      <a:pt x="3715605" y="0"/>
                    </a:lnTo>
                    <a:lnTo>
                      <a:pt x="3715605" y="279551"/>
                    </a:lnTo>
                    <a:lnTo>
                      <a:pt x="0" y="279551"/>
                    </a:lnTo>
                    <a:close/>
                  </a:path>
                </a:pathLst>
              </a:custGeom>
              <a:solidFill>
                <a:srgbClr val="F7FB55"/>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38" name="TextBox 11">
                <a:extLst>
                  <a:ext uri="{FF2B5EF4-FFF2-40B4-BE49-F238E27FC236}">
                    <a16:creationId xmlns:a16="http://schemas.microsoft.com/office/drawing/2014/main" id="{ECE77E6D-A6A1-BB97-AEA8-588441C8209F}"/>
                  </a:ext>
                </a:extLst>
              </p:cNvPr>
              <p:cNvSpPr txBox="1"/>
              <p:nvPr/>
            </p:nvSpPr>
            <p:spPr>
              <a:xfrm>
                <a:off x="0" y="-28575"/>
                <a:ext cx="3715605"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sp>
          <p:nvSpPr>
            <p:cNvPr id="89" name="TextBox 12">
              <a:extLst>
                <a:ext uri="{FF2B5EF4-FFF2-40B4-BE49-F238E27FC236}">
                  <a16:creationId xmlns:a16="http://schemas.microsoft.com/office/drawing/2014/main" id="{776E629B-531C-FEF9-2A3C-3304B247D2D3}"/>
                </a:ext>
              </a:extLst>
            </p:cNvPr>
            <p:cNvSpPr txBox="1"/>
            <p:nvPr/>
          </p:nvSpPr>
          <p:spPr>
            <a:xfrm>
              <a:off x="4015414" y="1079148"/>
              <a:ext cx="2471132" cy="444737"/>
            </a:xfrm>
            <a:prstGeom prst="rect">
              <a:avLst/>
            </a:prstGeom>
          </p:spPr>
          <p:txBody>
            <a:bodyPr wrap="square" lIns="0" tIns="0" rIns="0" bIns="0" rtlCol="0" anchor="t">
              <a:spAutoFit/>
            </a:bodyPr>
            <a:lstStyle/>
            <a:p>
              <a:pPr algn="ctr" defTabSz="914400">
                <a:lnSpc>
                  <a:spcPts val="3802"/>
                </a:lnSpc>
              </a:pPr>
              <a:r>
                <a:rPr lang="en-US" sz="2716">
                  <a:solidFill>
                    <a:srgbClr val="000000"/>
                  </a:solidFill>
                  <a:latin typeface="Arial" panose="020B0604020202020204" pitchFamily="34" charset="0"/>
                  <a:ea typeface="Canva Student Font"/>
                  <a:cs typeface="Arial" panose="020B0604020202020204" pitchFamily="34" charset="0"/>
                  <a:sym typeface="Canva Student Font"/>
                </a:rPr>
                <a:t>one whole</a:t>
              </a:r>
            </a:p>
          </p:txBody>
        </p:sp>
        <p:sp>
          <p:nvSpPr>
            <p:cNvPr id="90" name="TextBox 13">
              <a:extLst>
                <a:ext uri="{FF2B5EF4-FFF2-40B4-BE49-F238E27FC236}">
                  <a16:creationId xmlns:a16="http://schemas.microsoft.com/office/drawing/2014/main" id="{AB5526FE-7475-60B9-447F-FA591F209FBC}"/>
                </a:ext>
              </a:extLst>
            </p:cNvPr>
            <p:cNvSpPr txBox="1"/>
            <p:nvPr/>
          </p:nvSpPr>
          <p:spPr>
            <a:xfrm>
              <a:off x="7128695" y="2188411"/>
              <a:ext cx="1227884" cy="461344"/>
            </a:xfrm>
            <a:prstGeom prst="rect">
              <a:avLst/>
            </a:prstGeom>
          </p:spPr>
          <p:txBody>
            <a:bodyPr lIns="0" tIns="0" rIns="0" bIns="0" rtlCol="0" anchor="t">
              <a:spAutoFit/>
            </a:bodyPr>
            <a:lstStyle/>
            <a:p>
              <a:pPr algn="ctr" defTabSz="914400">
                <a:lnSpc>
                  <a:spcPts val="3632"/>
                </a:lnSpc>
              </a:pPr>
              <a:r>
                <a:rPr lang="en-US" sz="2594">
                  <a:solidFill>
                    <a:srgbClr val="000000"/>
                  </a:solidFill>
                  <a:latin typeface="Canva Student Font"/>
                  <a:ea typeface="Canva Student Font"/>
                  <a:cs typeface="Canva Student Font"/>
                  <a:sym typeface="Canva Student Font"/>
                </a:rPr>
                <a:t>1/2</a:t>
              </a:r>
            </a:p>
          </p:txBody>
        </p:sp>
        <p:grpSp>
          <p:nvGrpSpPr>
            <p:cNvPr id="91" name="Group 14">
              <a:extLst>
                <a:ext uri="{FF2B5EF4-FFF2-40B4-BE49-F238E27FC236}">
                  <a16:creationId xmlns:a16="http://schemas.microsoft.com/office/drawing/2014/main" id="{146153A0-72EB-6BA1-005C-4C63C7457B5C}"/>
                </a:ext>
              </a:extLst>
            </p:cNvPr>
            <p:cNvGrpSpPr/>
            <p:nvPr/>
          </p:nvGrpSpPr>
          <p:grpSpPr>
            <a:xfrm>
              <a:off x="718307" y="3989419"/>
              <a:ext cx="4638747" cy="758705"/>
              <a:chOff x="0" y="-28575"/>
              <a:chExt cx="1883896" cy="308126"/>
            </a:xfrm>
          </p:grpSpPr>
          <p:sp>
            <p:nvSpPr>
              <p:cNvPr id="235" name="Freeform 15">
                <a:extLst>
                  <a:ext uri="{FF2B5EF4-FFF2-40B4-BE49-F238E27FC236}">
                    <a16:creationId xmlns:a16="http://schemas.microsoft.com/office/drawing/2014/main" id="{4A036239-5062-8511-7BF5-6E65D59A9466}"/>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36" name="TextBox 16">
                <a:extLst>
                  <a:ext uri="{FF2B5EF4-FFF2-40B4-BE49-F238E27FC236}">
                    <a16:creationId xmlns:a16="http://schemas.microsoft.com/office/drawing/2014/main" id="{5557BCC8-B258-BA36-387D-EAC93AFC418F}"/>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92" name="Group 17">
              <a:extLst>
                <a:ext uri="{FF2B5EF4-FFF2-40B4-BE49-F238E27FC236}">
                  <a16:creationId xmlns:a16="http://schemas.microsoft.com/office/drawing/2014/main" id="{D40E0B80-5312-E91C-6426-D060B24C5259}"/>
                </a:ext>
              </a:extLst>
            </p:cNvPr>
            <p:cNvGrpSpPr/>
            <p:nvPr/>
          </p:nvGrpSpPr>
          <p:grpSpPr>
            <a:xfrm>
              <a:off x="5357054" y="3989419"/>
              <a:ext cx="4638747" cy="758705"/>
              <a:chOff x="0" y="-28575"/>
              <a:chExt cx="1883896" cy="308126"/>
            </a:xfrm>
          </p:grpSpPr>
          <p:sp>
            <p:nvSpPr>
              <p:cNvPr id="233" name="Freeform 18">
                <a:extLst>
                  <a:ext uri="{FF2B5EF4-FFF2-40B4-BE49-F238E27FC236}">
                    <a16:creationId xmlns:a16="http://schemas.microsoft.com/office/drawing/2014/main" id="{AA2531A5-A9E0-CC85-8D41-7FCEEA44121A}"/>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34" name="TextBox 19">
                <a:extLst>
                  <a:ext uri="{FF2B5EF4-FFF2-40B4-BE49-F238E27FC236}">
                    <a16:creationId xmlns:a16="http://schemas.microsoft.com/office/drawing/2014/main" id="{ED24E62A-943A-4FD8-4188-13598FC6216A}"/>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93" name="Group 20">
              <a:extLst>
                <a:ext uri="{FF2B5EF4-FFF2-40B4-BE49-F238E27FC236}">
                  <a16:creationId xmlns:a16="http://schemas.microsoft.com/office/drawing/2014/main" id="{DE148102-8029-0729-8565-6C89194E6EF5}"/>
                </a:ext>
              </a:extLst>
            </p:cNvPr>
            <p:cNvGrpSpPr/>
            <p:nvPr/>
          </p:nvGrpSpPr>
          <p:grpSpPr>
            <a:xfrm>
              <a:off x="5334946" y="1917234"/>
              <a:ext cx="4638747" cy="758705"/>
              <a:chOff x="0" y="-28575"/>
              <a:chExt cx="1883896" cy="308126"/>
            </a:xfrm>
          </p:grpSpPr>
          <p:sp>
            <p:nvSpPr>
              <p:cNvPr id="231" name="Freeform 21">
                <a:extLst>
                  <a:ext uri="{FF2B5EF4-FFF2-40B4-BE49-F238E27FC236}">
                    <a16:creationId xmlns:a16="http://schemas.microsoft.com/office/drawing/2014/main" id="{B59D1A24-AB27-378A-9940-C831874B99DC}"/>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32" name="TextBox 22">
                <a:extLst>
                  <a:ext uri="{FF2B5EF4-FFF2-40B4-BE49-F238E27FC236}">
                    <a16:creationId xmlns:a16="http://schemas.microsoft.com/office/drawing/2014/main" id="{D3AADAC0-47E0-A430-17C8-D2DF901F44D5}"/>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94" name="Group 23">
              <a:extLst>
                <a:ext uri="{FF2B5EF4-FFF2-40B4-BE49-F238E27FC236}">
                  <a16:creationId xmlns:a16="http://schemas.microsoft.com/office/drawing/2014/main" id="{126F5495-4E76-D793-ED4E-7208DA976E4E}"/>
                </a:ext>
              </a:extLst>
            </p:cNvPr>
            <p:cNvGrpSpPr/>
            <p:nvPr/>
          </p:nvGrpSpPr>
          <p:grpSpPr>
            <a:xfrm>
              <a:off x="718307" y="4671043"/>
              <a:ext cx="2335135" cy="769361"/>
              <a:chOff x="0" y="-28575"/>
              <a:chExt cx="935214" cy="308126"/>
            </a:xfrm>
          </p:grpSpPr>
          <p:sp>
            <p:nvSpPr>
              <p:cNvPr id="229" name="Freeform 24">
                <a:extLst>
                  <a:ext uri="{FF2B5EF4-FFF2-40B4-BE49-F238E27FC236}">
                    <a16:creationId xmlns:a16="http://schemas.microsoft.com/office/drawing/2014/main" id="{6673DA4D-76FC-BE26-5E92-5CEF8F6CAA0A}"/>
                  </a:ext>
                </a:extLst>
              </p:cNvPr>
              <p:cNvSpPr/>
              <p:nvPr/>
            </p:nvSpPr>
            <p:spPr>
              <a:xfrm>
                <a:off x="0" y="0"/>
                <a:ext cx="935214" cy="279551"/>
              </a:xfrm>
              <a:custGeom>
                <a:avLst/>
                <a:gdLst/>
                <a:ahLst/>
                <a:cxnLst/>
                <a:rect l="l" t="t" r="r" b="b"/>
                <a:pathLst>
                  <a:path w="935214" h="279551">
                    <a:moveTo>
                      <a:pt x="0" y="0"/>
                    </a:moveTo>
                    <a:lnTo>
                      <a:pt x="935214" y="0"/>
                    </a:lnTo>
                    <a:lnTo>
                      <a:pt x="935214"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30" name="TextBox 25">
                <a:extLst>
                  <a:ext uri="{FF2B5EF4-FFF2-40B4-BE49-F238E27FC236}">
                    <a16:creationId xmlns:a16="http://schemas.microsoft.com/office/drawing/2014/main" id="{CF1BF6F0-DE3A-1364-6078-8E189504A99A}"/>
                  </a:ext>
                </a:extLst>
              </p:cNvPr>
              <p:cNvSpPr txBox="1"/>
              <p:nvPr/>
            </p:nvSpPr>
            <p:spPr>
              <a:xfrm>
                <a:off x="0" y="-28575"/>
                <a:ext cx="935214"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95" name="Group 26">
              <a:extLst>
                <a:ext uri="{FF2B5EF4-FFF2-40B4-BE49-F238E27FC236}">
                  <a16:creationId xmlns:a16="http://schemas.microsoft.com/office/drawing/2014/main" id="{87FC3C3D-8D2C-FA75-EC87-6554ECF92CC8}"/>
                </a:ext>
              </a:extLst>
            </p:cNvPr>
            <p:cNvGrpSpPr/>
            <p:nvPr/>
          </p:nvGrpSpPr>
          <p:grpSpPr>
            <a:xfrm>
              <a:off x="7670081" y="2604590"/>
              <a:ext cx="2303612" cy="769361"/>
              <a:chOff x="0" y="-28575"/>
              <a:chExt cx="922589" cy="308126"/>
            </a:xfrm>
          </p:grpSpPr>
          <p:sp>
            <p:nvSpPr>
              <p:cNvPr id="227" name="Freeform 27">
                <a:extLst>
                  <a:ext uri="{FF2B5EF4-FFF2-40B4-BE49-F238E27FC236}">
                    <a16:creationId xmlns:a16="http://schemas.microsoft.com/office/drawing/2014/main" id="{50CC5A98-E38A-95D9-2BF3-4712F76092FF}"/>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28" name="TextBox 28">
                <a:extLst>
                  <a:ext uri="{FF2B5EF4-FFF2-40B4-BE49-F238E27FC236}">
                    <a16:creationId xmlns:a16="http://schemas.microsoft.com/office/drawing/2014/main" id="{1F6647EA-CA2A-1323-9D63-2DCE916D92DF}"/>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96" name="Group 29">
              <a:extLst>
                <a:ext uri="{FF2B5EF4-FFF2-40B4-BE49-F238E27FC236}">
                  <a16:creationId xmlns:a16="http://schemas.microsoft.com/office/drawing/2014/main" id="{42B29C12-62AF-5AE1-3683-DD433277668D}"/>
                </a:ext>
              </a:extLst>
            </p:cNvPr>
            <p:cNvGrpSpPr/>
            <p:nvPr/>
          </p:nvGrpSpPr>
          <p:grpSpPr>
            <a:xfrm>
              <a:off x="6527719" y="4671043"/>
              <a:ext cx="2303612" cy="769361"/>
              <a:chOff x="0" y="-28575"/>
              <a:chExt cx="922589" cy="308126"/>
            </a:xfrm>
          </p:grpSpPr>
          <p:sp>
            <p:nvSpPr>
              <p:cNvPr id="225" name="Freeform 30">
                <a:extLst>
                  <a:ext uri="{FF2B5EF4-FFF2-40B4-BE49-F238E27FC236}">
                    <a16:creationId xmlns:a16="http://schemas.microsoft.com/office/drawing/2014/main" id="{CC9E92EB-AEC2-A3CE-CFF0-4A5C5277450E}"/>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26" name="TextBox 31">
                <a:extLst>
                  <a:ext uri="{FF2B5EF4-FFF2-40B4-BE49-F238E27FC236}">
                    <a16:creationId xmlns:a16="http://schemas.microsoft.com/office/drawing/2014/main" id="{959F132A-3B3B-25A6-965C-A29E1BB4F013}"/>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97" name="Group 32">
              <a:extLst>
                <a:ext uri="{FF2B5EF4-FFF2-40B4-BE49-F238E27FC236}">
                  <a16:creationId xmlns:a16="http://schemas.microsoft.com/office/drawing/2014/main" id="{7005E8A1-1E30-ABB4-FC9D-F713BAF7C62E}"/>
                </a:ext>
              </a:extLst>
            </p:cNvPr>
            <p:cNvGrpSpPr/>
            <p:nvPr/>
          </p:nvGrpSpPr>
          <p:grpSpPr>
            <a:xfrm>
              <a:off x="5339938" y="2607772"/>
              <a:ext cx="1164680" cy="766179"/>
              <a:chOff x="0" y="-28575"/>
              <a:chExt cx="488223" cy="321175"/>
            </a:xfrm>
          </p:grpSpPr>
          <p:sp>
            <p:nvSpPr>
              <p:cNvPr id="223" name="Freeform 33">
                <a:extLst>
                  <a:ext uri="{FF2B5EF4-FFF2-40B4-BE49-F238E27FC236}">
                    <a16:creationId xmlns:a16="http://schemas.microsoft.com/office/drawing/2014/main" id="{2C3DD033-29E7-CE3B-C3BF-C1C80F7E015E}"/>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24" name="TextBox 34">
                <a:extLst>
                  <a:ext uri="{FF2B5EF4-FFF2-40B4-BE49-F238E27FC236}">
                    <a16:creationId xmlns:a16="http://schemas.microsoft.com/office/drawing/2014/main" id="{DD1E6742-01BE-5893-96CE-FAF8DF4C3E78}"/>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98" name="Group 35">
              <a:extLst>
                <a:ext uri="{FF2B5EF4-FFF2-40B4-BE49-F238E27FC236}">
                  <a16:creationId xmlns:a16="http://schemas.microsoft.com/office/drawing/2014/main" id="{3E6E8581-6A3F-FC21-A9C4-10D07D2C8CAD}"/>
                </a:ext>
              </a:extLst>
            </p:cNvPr>
            <p:cNvGrpSpPr/>
            <p:nvPr/>
          </p:nvGrpSpPr>
          <p:grpSpPr>
            <a:xfrm>
              <a:off x="6505401" y="2607772"/>
              <a:ext cx="1164680" cy="766179"/>
              <a:chOff x="0" y="-28575"/>
              <a:chExt cx="488223" cy="321175"/>
            </a:xfrm>
          </p:grpSpPr>
          <p:sp>
            <p:nvSpPr>
              <p:cNvPr id="221" name="Freeform 36">
                <a:extLst>
                  <a:ext uri="{FF2B5EF4-FFF2-40B4-BE49-F238E27FC236}">
                    <a16:creationId xmlns:a16="http://schemas.microsoft.com/office/drawing/2014/main" id="{9D7C6666-0260-BF0F-7008-CE35445D5EA2}"/>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22" name="TextBox 37">
                <a:extLst>
                  <a:ext uri="{FF2B5EF4-FFF2-40B4-BE49-F238E27FC236}">
                    <a16:creationId xmlns:a16="http://schemas.microsoft.com/office/drawing/2014/main" id="{284B8BBF-C278-5463-2E85-F2FCACE01160}"/>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99" name="Group 38">
              <a:extLst>
                <a:ext uri="{FF2B5EF4-FFF2-40B4-BE49-F238E27FC236}">
                  <a16:creationId xmlns:a16="http://schemas.microsoft.com/office/drawing/2014/main" id="{1A0530D6-19F4-7F44-37CD-FC532CF3B2C4}"/>
                </a:ext>
              </a:extLst>
            </p:cNvPr>
            <p:cNvGrpSpPr/>
            <p:nvPr/>
          </p:nvGrpSpPr>
          <p:grpSpPr>
            <a:xfrm>
              <a:off x="3015571" y="2607772"/>
              <a:ext cx="1164680" cy="766179"/>
              <a:chOff x="0" y="-28575"/>
              <a:chExt cx="488223" cy="321175"/>
            </a:xfrm>
          </p:grpSpPr>
          <p:sp>
            <p:nvSpPr>
              <p:cNvPr id="219" name="Freeform 39">
                <a:extLst>
                  <a:ext uri="{FF2B5EF4-FFF2-40B4-BE49-F238E27FC236}">
                    <a16:creationId xmlns:a16="http://schemas.microsoft.com/office/drawing/2014/main" id="{50938086-7790-15F7-CFE6-0A14D2BBA700}"/>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20" name="TextBox 40">
                <a:extLst>
                  <a:ext uri="{FF2B5EF4-FFF2-40B4-BE49-F238E27FC236}">
                    <a16:creationId xmlns:a16="http://schemas.microsoft.com/office/drawing/2014/main" id="{37D6D37E-A299-7ABD-03F7-BDA5E94D538E}"/>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00" name="Group 41">
              <a:extLst>
                <a:ext uri="{FF2B5EF4-FFF2-40B4-BE49-F238E27FC236}">
                  <a16:creationId xmlns:a16="http://schemas.microsoft.com/office/drawing/2014/main" id="{125D826E-D821-0823-8F14-FEDF1BDF23B6}"/>
                </a:ext>
              </a:extLst>
            </p:cNvPr>
            <p:cNvGrpSpPr/>
            <p:nvPr/>
          </p:nvGrpSpPr>
          <p:grpSpPr>
            <a:xfrm>
              <a:off x="4170266" y="2607772"/>
              <a:ext cx="1164680" cy="766179"/>
              <a:chOff x="0" y="-28575"/>
              <a:chExt cx="488223" cy="321175"/>
            </a:xfrm>
          </p:grpSpPr>
          <p:sp>
            <p:nvSpPr>
              <p:cNvPr id="217" name="Freeform 42">
                <a:extLst>
                  <a:ext uri="{FF2B5EF4-FFF2-40B4-BE49-F238E27FC236}">
                    <a16:creationId xmlns:a16="http://schemas.microsoft.com/office/drawing/2014/main" id="{1AFEFABC-768B-E681-48FF-0E552EC5AE0E}"/>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18" name="TextBox 43">
                <a:extLst>
                  <a:ext uri="{FF2B5EF4-FFF2-40B4-BE49-F238E27FC236}">
                    <a16:creationId xmlns:a16="http://schemas.microsoft.com/office/drawing/2014/main" id="{76B8B3A6-2AE1-AA13-E985-AF8D7D6A3095}"/>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01" name="Group 44">
              <a:extLst>
                <a:ext uri="{FF2B5EF4-FFF2-40B4-BE49-F238E27FC236}">
                  <a16:creationId xmlns:a16="http://schemas.microsoft.com/office/drawing/2014/main" id="{BC209DAC-A06E-6040-557B-BFC52982DC51}"/>
                </a:ext>
              </a:extLst>
            </p:cNvPr>
            <p:cNvGrpSpPr/>
            <p:nvPr/>
          </p:nvGrpSpPr>
          <p:grpSpPr>
            <a:xfrm>
              <a:off x="696199" y="2607772"/>
              <a:ext cx="1164680" cy="766179"/>
              <a:chOff x="0" y="-28575"/>
              <a:chExt cx="488223" cy="321175"/>
            </a:xfrm>
          </p:grpSpPr>
          <p:sp>
            <p:nvSpPr>
              <p:cNvPr id="215" name="Freeform 45">
                <a:extLst>
                  <a:ext uri="{FF2B5EF4-FFF2-40B4-BE49-F238E27FC236}">
                    <a16:creationId xmlns:a16="http://schemas.microsoft.com/office/drawing/2014/main" id="{EA8719FD-3A10-0595-6C70-7B2AB16C1B31}"/>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16" name="TextBox 46">
                <a:extLst>
                  <a:ext uri="{FF2B5EF4-FFF2-40B4-BE49-F238E27FC236}">
                    <a16:creationId xmlns:a16="http://schemas.microsoft.com/office/drawing/2014/main" id="{3FB4A90E-4324-F3F2-EEBB-9B0147887BAA}"/>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02" name="Group 47">
              <a:extLst>
                <a:ext uri="{FF2B5EF4-FFF2-40B4-BE49-F238E27FC236}">
                  <a16:creationId xmlns:a16="http://schemas.microsoft.com/office/drawing/2014/main" id="{769A5C64-86DB-E159-B093-E0FC2912CE03}"/>
                </a:ext>
              </a:extLst>
            </p:cNvPr>
            <p:cNvGrpSpPr/>
            <p:nvPr/>
          </p:nvGrpSpPr>
          <p:grpSpPr>
            <a:xfrm>
              <a:off x="1860878" y="2607772"/>
              <a:ext cx="1164680" cy="766179"/>
              <a:chOff x="0" y="-28575"/>
              <a:chExt cx="488223" cy="321175"/>
            </a:xfrm>
          </p:grpSpPr>
          <p:sp>
            <p:nvSpPr>
              <p:cNvPr id="213" name="Freeform 48">
                <a:extLst>
                  <a:ext uri="{FF2B5EF4-FFF2-40B4-BE49-F238E27FC236}">
                    <a16:creationId xmlns:a16="http://schemas.microsoft.com/office/drawing/2014/main" id="{C9F459A3-AC9D-C4BB-5E86-529633E19315}"/>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14" name="TextBox 49">
                <a:extLst>
                  <a:ext uri="{FF2B5EF4-FFF2-40B4-BE49-F238E27FC236}">
                    <a16:creationId xmlns:a16="http://schemas.microsoft.com/office/drawing/2014/main" id="{B50123FC-48FD-9CEB-8D6E-DB40F6811AC5}"/>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03" name="Group 50">
              <a:extLst>
                <a:ext uri="{FF2B5EF4-FFF2-40B4-BE49-F238E27FC236}">
                  <a16:creationId xmlns:a16="http://schemas.microsoft.com/office/drawing/2014/main" id="{F9A4841C-FC24-F656-0489-A2B9CC201DCF}"/>
                </a:ext>
              </a:extLst>
            </p:cNvPr>
            <p:cNvGrpSpPr/>
            <p:nvPr/>
          </p:nvGrpSpPr>
          <p:grpSpPr>
            <a:xfrm>
              <a:off x="5363040" y="4674225"/>
              <a:ext cx="1164680" cy="766179"/>
              <a:chOff x="0" y="-28575"/>
              <a:chExt cx="488223" cy="321175"/>
            </a:xfrm>
          </p:grpSpPr>
          <p:sp>
            <p:nvSpPr>
              <p:cNvPr id="211" name="Freeform 51">
                <a:extLst>
                  <a:ext uri="{FF2B5EF4-FFF2-40B4-BE49-F238E27FC236}">
                    <a16:creationId xmlns:a16="http://schemas.microsoft.com/office/drawing/2014/main" id="{54CF25D9-0803-6BF7-A45F-C0237CAF98FD}"/>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12" name="TextBox 52">
                <a:extLst>
                  <a:ext uri="{FF2B5EF4-FFF2-40B4-BE49-F238E27FC236}">
                    <a16:creationId xmlns:a16="http://schemas.microsoft.com/office/drawing/2014/main" id="{E89089C4-F58F-E797-D909-2295DBF7AD18}"/>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04" name="Group 53">
              <a:extLst>
                <a:ext uri="{FF2B5EF4-FFF2-40B4-BE49-F238E27FC236}">
                  <a16:creationId xmlns:a16="http://schemas.microsoft.com/office/drawing/2014/main" id="{7C0BECCE-2C97-5DFB-6CA4-050D14292864}"/>
                </a:ext>
              </a:extLst>
            </p:cNvPr>
            <p:cNvGrpSpPr/>
            <p:nvPr/>
          </p:nvGrpSpPr>
          <p:grpSpPr>
            <a:xfrm>
              <a:off x="8831122" y="4674225"/>
              <a:ext cx="1164680" cy="766179"/>
              <a:chOff x="0" y="-28575"/>
              <a:chExt cx="488223" cy="321175"/>
            </a:xfrm>
          </p:grpSpPr>
          <p:sp>
            <p:nvSpPr>
              <p:cNvPr id="209" name="Freeform 54">
                <a:extLst>
                  <a:ext uri="{FF2B5EF4-FFF2-40B4-BE49-F238E27FC236}">
                    <a16:creationId xmlns:a16="http://schemas.microsoft.com/office/drawing/2014/main" id="{58B74FC8-D1E3-9008-D68B-8D79BCBA4712}"/>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10" name="TextBox 55">
                <a:extLst>
                  <a:ext uri="{FF2B5EF4-FFF2-40B4-BE49-F238E27FC236}">
                    <a16:creationId xmlns:a16="http://schemas.microsoft.com/office/drawing/2014/main" id="{4668EC0E-0D07-D129-7FBA-FEC90A46735D}"/>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05" name="Group 56">
              <a:extLst>
                <a:ext uri="{FF2B5EF4-FFF2-40B4-BE49-F238E27FC236}">
                  <a16:creationId xmlns:a16="http://schemas.microsoft.com/office/drawing/2014/main" id="{B649DE85-373E-01D0-1001-C347EFAEBC9D}"/>
                </a:ext>
              </a:extLst>
            </p:cNvPr>
            <p:cNvGrpSpPr/>
            <p:nvPr/>
          </p:nvGrpSpPr>
          <p:grpSpPr>
            <a:xfrm>
              <a:off x="7755161" y="6339828"/>
              <a:ext cx="1831960" cy="631650"/>
              <a:chOff x="0" y="-28575"/>
              <a:chExt cx="893653" cy="308126"/>
            </a:xfrm>
          </p:grpSpPr>
          <p:sp>
            <p:nvSpPr>
              <p:cNvPr id="207" name="Freeform 57">
                <a:extLst>
                  <a:ext uri="{FF2B5EF4-FFF2-40B4-BE49-F238E27FC236}">
                    <a16:creationId xmlns:a16="http://schemas.microsoft.com/office/drawing/2014/main" id="{6535A315-3446-0BCA-6611-4FA1DF7D6FF8}"/>
                  </a:ext>
                </a:extLst>
              </p:cNvPr>
              <p:cNvSpPr/>
              <p:nvPr/>
            </p:nvSpPr>
            <p:spPr>
              <a:xfrm>
                <a:off x="0" y="0"/>
                <a:ext cx="893653" cy="279551"/>
              </a:xfrm>
              <a:custGeom>
                <a:avLst/>
                <a:gdLst/>
                <a:ahLst/>
                <a:cxnLst/>
                <a:rect l="l" t="t" r="r" b="b"/>
                <a:pathLst>
                  <a:path w="893653" h="279551">
                    <a:moveTo>
                      <a:pt x="0" y="0"/>
                    </a:moveTo>
                    <a:lnTo>
                      <a:pt x="893653" y="0"/>
                    </a:lnTo>
                    <a:lnTo>
                      <a:pt x="893653"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08" name="TextBox 58">
                <a:extLst>
                  <a:ext uri="{FF2B5EF4-FFF2-40B4-BE49-F238E27FC236}">
                    <a16:creationId xmlns:a16="http://schemas.microsoft.com/office/drawing/2014/main" id="{6837213C-B7D0-C80D-BDE8-3265B49E7482}"/>
                  </a:ext>
                </a:extLst>
              </p:cNvPr>
              <p:cNvSpPr txBox="1"/>
              <p:nvPr/>
            </p:nvSpPr>
            <p:spPr>
              <a:xfrm>
                <a:off x="0" y="-28575"/>
                <a:ext cx="893653" cy="308126"/>
              </a:xfrm>
              <a:prstGeom prst="rect">
                <a:avLst/>
              </a:prstGeom>
            </p:spPr>
            <p:txBody>
              <a:bodyPr lIns="28106" tIns="28106" rIns="28106" bIns="28106" rtlCol="0" anchor="ctr"/>
              <a:lstStyle/>
              <a:p>
                <a:pPr algn="ctr" defTabSz="914400">
                  <a:lnSpc>
                    <a:spcPts val="1575"/>
                  </a:lnSpc>
                </a:pPr>
                <a:endParaRPr sz="1800">
                  <a:solidFill>
                    <a:prstClr val="black"/>
                  </a:solidFill>
                  <a:latin typeface="Calibri"/>
                </a:endParaRPr>
              </a:p>
            </p:txBody>
          </p:sp>
        </p:grpSp>
        <p:grpSp>
          <p:nvGrpSpPr>
            <p:cNvPr id="106" name="Group 59">
              <a:extLst>
                <a:ext uri="{FF2B5EF4-FFF2-40B4-BE49-F238E27FC236}">
                  <a16:creationId xmlns:a16="http://schemas.microsoft.com/office/drawing/2014/main" id="{D4B95169-CECB-073E-982E-39FC2D00B63C}"/>
                </a:ext>
              </a:extLst>
            </p:cNvPr>
            <p:cNvGrpSpPr/>
            <p:nvPr/>
          </p:nvGrpSpPr>
          <p:grpSpPr>
            <a:xfrm>
              <a:off x="5366469" y="5835004"/>
              <a:ext cx="2303612" cy="769361"/>
              <a:chOff x="0" y="-28575"/>
              <a:chExt cx="922589" cy="308126"/>
            </a:xfrm>
          </p:grpSpPr>
          <p:sp>
            <p:nvSpPr>
              <p:cNvPr id="205" name="Freeform 60">
                <a:extLst>
                  <a:ext uri="{FF2B5EF4-FFF2-40B4-BE49-F238E27FC236}">
                    <a16:creationId xmlns:a16="http://schemas.microsoft.com/office/drawing/2014/main" id="{497D96AF-062F-4B14-BE11-3659B0C00076}"/>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06" name="TextBox 61">
                <a:extLst>
                  <a:ext uri="{FF2B5EF4-FFF2-40B4-BE49-F238E27FC236}">
                    <a16:creationId xmlns:a16="http://schemas.microsoft.com/office/drawing/2014/main" id="{3C576AC7-7AD0-A2CB-534D-598F6E85A7BF}"/>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107" name="Group 62">
              <a:extLst>
                <a:ext uri="{FF2B5EF4-FFF2-40B4-BE49-F238E27FC236}">
                  <a16:creationId xmlns:a16="http://schemas.microsoft.com/office/drawing/2014/main" id="{B2D1BEDC-D12D-C009-2A25-B0293E726518}"/>
                </a:ext>
              </a:extLst>
            </p:cNvPr>
            <p:cNvGrpSpPr/>
            <p:nvPr/>
          </p:nvGrpSpPr>
          <p:grpSpPr>
            <a:xfrm>
              <a:off x="7670081" y="5835004"/>
              <a:ext cx="2325720" cy="769361"/>
              <a:chOff x="0" y="-28575"/>
              <a:chExt cx="931443" cy="308126"/>
            </a:xfrm>
          </p:grpSpPr>
          <p:sp>
            <p:nvSpPr>
              <p:cNvPr id="203" name="Freeform 63">
                <a:extLst>
                  <a:ext uri="{FF2B5EF4-FFF2-40B4-BE49-F238E27FC236}">
                    <a16:creationId xmlns:a16="http://schemas.microsoft.com/office/drawing/2014/main" id="{83B64278-9DFB-1E0F-9350-17EB23632BC6}"/>
                  </a:ext>
                </a:extLst>
              </p:cNvPr>
              <p:cNvSpPr/>
              <p:nvPr/>
            </p:nvSpPr>
            <p:spPr>
              <a:xfrm>
                <a:off x="0" y="0"/>
                <a:ext cx="931443" cy="279551"/>
              </a:xfrm>
              <a:custGeom>
                <a:avLst/>
                <a:gdLst/>
                <a:ahLst/>
                <a:cxnLst/>
                <a:rect l="l" t="t" r="r" b="b"/>
                <a:pathLst>
                  <a:path w="931443" h="279551">
                    <a:moveTo>
                      <a:pt x="0" y="0"/>
                    </a:moveTo>
                    <a:lnTo>
                      <a:pt x="931443" y="0"/>
                    </a:lnTo>
                    <a:lnTo>
                      <a:pt x="931443"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04" name="TextBox 64">
                <a:extLst>
                  <a:ext uri="{FF2B5EF4-FFF2-40B4-BE49-F238E27FC236}">
                    <a16:creationId xmlns:a16="http://schemas.microsoft.com/office/drawing/2014/main" id="{BFED6A88-A76C-A308-F1AF-40B81F012E2E}"/>
                  </a:ext>
                </a:extLst>
              </p:cNvPr>
              <p:cNvSpPr txBox="1"/>
              <p:nvPr/>
            </p:nvSpPr>
            <p:spPr>
              <a:xfrm>
                <a:off x="0" y="-28575"/>
                <a:ext cx="931443"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108" name="Group 65">
              <a:extLst>
                <a:ext uri="{FF2B5EF4-FFF2-40B4-BE49-F238E27FC236}">
                  <a16:creationId xmlns:a16="http://schemas.microsoft.com/office/drawing/2014/main" id="{52B0629E-896B-A734-77C3-58736ACF6F60}"/>
                </a:ext>
              </a:extLst>
            </p:cNvPr>
            <p:cNvGrpSpPr/>
            <p:nvPr/>
          </p:nvGrpSpPr>
          <p:grpSpPr>
            <a:xfrm>
              <a:off x="7672969" y="6536198"/>
              <a:ext cx="1164680" cy="766179"/>
              <a:chOff x="0" y="-28575"/>
              <a:chExt cx="488223" cy="321175"/>
            </a:xfrm>
          </p:grpSpPr>
          <p:sp>
            <p:nvSpPr>
              <p:cNvPr id="201" name="Freeform 66">
                <a:extLst>
                  <a:ext uri="{FF2B5EF4-FFF2-40B4-BE49-F238E27FC236}">
                    <a16:creationId xmlns:a16="http://schemas.microsoft.com/office/drawing/2014/main" id="{1996D489-F23F-E6B4-3B3D-6019EBF13039}"/>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02" name="TextBox 67">
                <a:extLst>
                  <a:ext uri="{FF2B5EF4-FFF2-40B4-BE49-F238E27FC236}">
                    <a16:creationId xmlns:a16="http://schemas.microsoft.com/office/drawing/2014/main" id="{E19A2F40-0F2E-24F8-A573-047535323954}"/>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09" name="Group 68">
              <a:extLst>
                <a:ext uri="{FF2B5EF4-FFF2-40B4-BE49-F238E27FC236}">
                  <a16:creationId xmlns:a16="http://schemas.microsoft.com/office/drawing/2014/main" id="{040A7541-903B-5F44-CA61-71AA3AC90210}"/>
                </a:ext>
              </a:extLst>
            </p:cNvPr>
            <p:cNvGrpSpPr/>
            <p:nvPr/>
          </p:nvGrpSpPr>
          <p:grpSpPr>
            <a:xfrm>
              <a:off x="8840536" y="6536198"/>
              <a:ext cx="1155265" cy="766179"/>
              <a:chOff x="0" y="-28575"/>
              <a:chExt cx="484277" cy="321175"/>
            </a:xfrm>
          </p:grpSpPr>
          <p:sp>
            <p:nvSpPr>
              <p:cNvPr id="199" name="Freeform 69">
                <a:extLst>
                  <a:ext uri="{FF2B5EF4-FFF2-40B4-BE49-F238E27FC236}">
                    <a16:creationId xmlns:a16="http://schemas.microsoft.com/office/drawing/2014/main" id="{D41A4CC9-33AF-2351-269E-297F72B9A516}"/>
                  </a:ext>
                </a:extLst>
              </p:cNvPr>
              <p:cNvSpPr/>
              <p:nvPr/>
            </p:nvSpPr>
            <p:spPr>
              <a:xfrm>
                <a:off x="0" y="0"/>
                <a:ext cx="484277" cy="292600"/>
              </a:xfrm>
              <a:custGeom>
                <a:avLst/>
                <a:gdLst/>
                <a:ahLst/>
                <a:cxnLst/>
                <a:rect l="l" t="t" r="r" b="b"/>
                <a:pathLst>
                  <a:path w="484277" h="292600">
                    <a:moveTo>
                      <a:pt x="0" y="0"/>
                    </a:moveTo>
                    <a:lnTo>
                      <a:pt x="484277" y="0"/>
                    </a:lnTo>
                    <a:lnTo>
                      <a:pt x="484277"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00" name="TextBox 70">
                <a:extLst>
                  <a:ext uri="{FF2B5EF4-FFF2-40B4-BE49-F238E27FC236}">
                    <a16:creationId xmlns:a16="http://schemas.microsoft.com/office/drawing/2014/main" id="{0D150BC8-9885-CE05-6D82-AD34589BB156}"/>
                  </a:ext>
                </a:extLst>
              </p:cNvPr>
              <p:cNvSpPr txBox="1"/>
              <p:nvPr/>
            </p:nvSpPr>
            <p:spPr>
              <a:xfrm>
                <a:off x="0" y="-28575"/>
                <a:ext cx="484277"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10" name="Group 71">
              <a:extLst>
                <a:ext uri="{FF2B5EF4-FFF2-40B4-BE49-F238E27FC236}">
                  <a16:creationId xmlns:a16="http://schemas.microsoft.com/office/drawing/2014/main" id="{0430FA7B-FF3E-3C1C-D0F4-9EED85D37975}"/>
                </a:ext>
              </a:extLst>
            </p:cNvPr>
            <p:cNvGrpSpPr/>
            <p:nvPr/>
          </p:nvGrpSpPr>
          <p:grpSpPr>
            <a:xfrm>
              <a:off x="5366469" y="6536198"/>
              <a:ext cx="1164680" cy="766179"/>
              <a:chOff x="0" y="-28575"/>
              <a:chExt cx="488223" cy="321175"/>
            </a:xfrm>
          </p:grpSpPr>
          <p:sp>
            <p:nvSpPr>
              <p:cNvPr id="197" name="Freeform 72">
                <a:extLst>
                  <a:ext uri="{FF2B5EF4-FFF2-40B4-BE49-F238E27FC236}">
                    <a16:creationId xmlns:a16="http://schemas.microsoft.com/office/drawing/2014/main" id="{57FAEC04-0094-B164-E9F5-B98598960521}"/>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98" name="TextBox 73">
                <a:extLst>
                  <a:ext uri="{FF2B5EF4-FFF2-40B4-BE49-F238E27FC236}">
                    <a16:creationId xmlns:a16="http://schemas.microsoft.com/office/drawing/2014/main" id="{B7223E63-FA90-E265-4F59-C3F2CB447CAD}"/>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11" name="Group 74">
              <a:extLst>
                <a:ext uri="{FF2B5EF4-FFF2-40B4-BE49-F238E27FC236}">
                  <a16:creationId xmlns:a16="http://schemas.microsoft.com/office/drawing/2014/main" id="{B825D4F7-7E01-DC68-0856-5EDF44129A9C}"/>
                </a:ext>
              </a:extLst>
            </p:cNvPr>
            <p:cNvGrpSpPr/>
            <p:nvPr/>
          </p:nvGrpSpPr>
          <p:grpSpPr>
            <a:xfrm>
              <a:off x="5366469" y="6536198"/>
              <a:ext cx="1164680" cy="766179"/>
              <a:chOff x="0" y="-28575"/>
              <a:chExt cx="488223" cy="321175"/>
            </a:xfrm>
          </p:grpSpPr>
          <p:sp>
            <p:nvSpPr>
              <p:cNvPr id="195" name="Freeform 75">
                <a:extLst>
                  <a:ext uri="{FF2B5EF4-FFF2-40B4-BE49-F238E27FC236}">
                    <a16:creationId xmlns:a16="http://schemas.microsoft.com/office/drawing/2014/main" id="{FF6E04D8-BE53-9EC4-7DD4-15A5558C1293}"/>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96" name="TextBox 76">
                <a:extLst>
                  <a:ext uri="{FF2B5EF4-FFF2-40B4-BE49-F238E27FC236}">
                    <a16:creationId xmlns:a16="http://schemas.microsoft.com/office/drawing/2014/main" id="{933DB277-B6A7-0C82-8F05-4458CCA99354}"/>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12" name="Group 77">
              <a:extLst>
                <a:ext uri="{FF2B5EF4-FFF2-40B4-BE49-F238E27FC236}">
                  <a16:creationId xmlns:a16="http://schemas.microsoft.com/office/drawing/2014/main" id="{5B6C4D05-FEE2-D415-6783-9FA19409E80E}"/>
                </a:ext>
              </a:extLst>
            </p:cNvPr>
            <p:cNvGrpSpPr/>
            <p:nvPr/>
          </p:nvGrpSpPr>
          <p:grpSpPr>
            <a:xfrm>
              <a:off x="6527719" y="6536198"/>
              <a:ext cx="1142362" cy="766179"/>
              <a:chOff x="0" y="-28575"/>
              <a:chExt cx="478868" cy="321175"/>
            </a:xfrm>
          </p:grpSpPr>
          <p:sp>
            <p:nvSpPr>
              <p:cNvPr id="193" name="Freeform 78">
                <a:extLst>
                  <a:ext uri="{FF2B5EF4-FFF2-40B4-BE49-F238E27FC236}">
                    <a16:creationId xmlns:a16="http://schemas.microsoft.com/office/drawing/2014/main" id="{191930A7-11FA-B9D5-936B-87347C7A5AE2}"/>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94" name="TextBox 79">
                <a:extLst>
                  <a:ext uri="{FF2B5EF4-FFF2-40B4-BE49-F238E27FC236}">
                    <a16:creationId xmlns:a16="http://schemas.microsoft.com/office/drawing/2014/main" id="{583C60EA-7DC8-0AFE-5E0F-E55A413E4AA1}"/>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13" name="Group 80">
              <a:extLst>
                <a:ext uri="{FF2B5EF4-FFF2-40B4-BE49-F238E27FC236}">
                  <a16:creationId xmlns:a16="http://schemas.microsoft.com/office/drawing/2014/main" id="{A5633F0B-7388-D9BC-65CC-A042A78B4A97}"/>
                </a:ext>
              </a:extLst>
            </p:cNvPr>
            <p:cNvGrpSpPr/>
            <p:nvPr/>
          </p:nvGrpSpPr>
          <p:grpSpPr>
            <a:xfrm>
              <a:off x="734069" y="5835004"/>
              <a:ext cx="2303612" cy="769361"/>
              <a:chOff x="0" y="-28575"/>
              <a:chExt cx="922589" cy="308126"/>
            </a:xfrm>
          </p:grpSpPr>
          <p:sp>
            <p:nvSpPr>
              <p:cNvPr id="191" name="Freeform 81">
                <a:extLst>
                  <a:ext uri="{FF2B5EF4-FFF2-40B4-BE49-F238E27FC236}">
                    <a16:creationId xmlns:a16="http://schemas.microsoft.com/office/drawing/2014/main" id="{1AD4BD3A-BFB3-BED3-C73E-75741631BD8B}"/>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92" name="TextBox 82">
                <a:extLst>
                  <a:ext uri="{FF2B5EF4-FFF2-40B4-BE49-F238E27FC236}">
                    <a16:creationId xmlns:a16="http://schemas.microsoft.com/office/drawing/2014/main" id="{64D67087-5506-6E7C-67EF-5F4271B60ED0}"/>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114" name="Group 83">
              <a:extLst>
                <a:ext uri="{FF2B5EF4-FFF2-40B4-BE49-F238E27FC236}">
                  <a16:creationId xmlns:a16="http://schemas.microsoft.com/office/drawing/2014/main" id="{1B9599D3-AAEE-519B-8ED2-2D8A420D2057}"/>
                </a:ext>
              </a:extLst>
            </p:cNvPr>
            <p:cNvGrpSpPr/>
            <p:nvPr/>
          </p:nvGrpSpPr>
          <p:grpSpPr>
            <a:xfrm>
              <a:off x="734069" y="6536198"/>
              <a:ext cx="1164680" cy="766179"/>
              <a:chOff x="0" y="-28575"/>
              <a:chExt cx="488223" cy="321175"/>
            </a:xfrm>
          </p:grpSpPr>
          <p:sp>
            <p:nvSpPr>
              <p:cNvPr id="189" name="Freeform 84">
                <a:extLst>
                  <a:ext uri="{FF2B5EF4-FFF2-40B4-BE49-F238E27FC236}">
                    <a16:creationId xmlns:a16="http://schemas.microsoft.com/office/drawing/2014/main" id="{6E787C47-AB36-3B37-83D2-F179EC4D8806}"/>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90" name="TextBox 85">
                <a:extLst>
                  <a:ext uri="{FF2B5EF4-FFF2-40B4-BE49-F238E27FC236}">
                    <a16:creationId xmlns:a16="http://schemas.microsoft.com/office/drawing/2014/main" id="{E62C1A8F-4476-ED57-4F69-3A595BDD6B98}"/>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15" name="Group 86">
              <a:extLst>
                <a:ext uri="{FF2B5EF4-FFF2-40B4-BE49-F238E27FC236}">
                  <a16:creationId xmlns:a16="http://schemas.microsoft.com/office/drawing/2014/main" id="{E64FD71C-D168-0318-87F2-7CBAB081746F}"/>
                </a:ext>
              </a:extLst>
            </p:cNvPr>
            <p:cNvGrpSpPr/>
            <p:nvPr/>
          </p:nvGrpSpPr>
          <p:grpSpPr>
            <a:xfrm>
              <a:off x="734069" y="6536198"/>
              <a:ext cx="1164680" cy="766179"/>
              <a:chOff x="0" y="-28575"/>
              <a:chExt cx="488223" cy="321175"/>
            </a:xfrm>
          </p:grpSpPr>
          <p:sp>
            <p:nvSpPr>
              <p:cNvPr id="187" name="Freeform 87">
                <a:extLst>
                  <a:ext uri="{FF2B5EF4-FFF2-40B4-BE49-F238E27FC236}">
                    <a16:creationId xmlns:a16="http://schemas.microsoft.com/office/drawing/2014/main" id="{8991BB12-BBB8-CEA1-05D3-FE1E3702E161}"/>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88" name="TextBox 88">
                <a:extLst>
                  <a:ext uri="{FF2B5EF4-FFF2-40B4-BE49-F238E27FC236}">
                    <a16:creationId xmlns:a16="http://schemas.microsoft.com/office/drawing/2014/main" id="{8B40FC0E-6DF1-218F-07DD-241F46482B90}"/>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16" name="Group 89">
              <a:extLst>
                <a:ext uri="{FF2B5EF4-FFF2-40B4-BE49-F238E27FC236}">
                  <a16:creationId xmlns:a16="http://schemas.microsoft.com/office/drawing/2014/main" id="{48466742-38EB-179B-F7FA-197D22422411}"/>
                </a:ext>
              </a:extLst>
            </p:cNvPr>
            <p:cNvGrpSpPr/>
            <p:nvPr/>
          </p:nvGrpSpPr>
          <p:grpSpPr>
            <a:xfrm>
              <a:off x="1895319" y="6536198"/>
              <a:ext cx="1142362" cy="766179"/>
              <a:chOff x="0" y="-28575"/>
              <a:chExt cx="478868" cy="321175"/>
            </a:xfrm>
          </p:grpSpPr>
          <p:sp>
            <p:nvSpPr>
              <p:cNvPr id="185" name="Freeform 90">
                <a:extLst>
                  <a:ext uri="{FF2B5EF4-FFF2-40B4-BE49-F238E27FC236}">
                    <a16:creationId xmlns:a16="http://schemas.microsoft.com/office/drawing/2014/main" id="{A03718FD-C340-FCC4-1B59-B637A0857E51}"/>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86" name="TextBox 91">
                <a:extLst>
                  <a:ext uri="{FF2B5EF4-FFF2-40B4-BE49-F238E27FC236}">
                    <a16:creationId xmlns:a16="http://schemas.microsoft.com/office/drawing/2014/main" id="{DAA129B7-B5AD-CBC0-272D-F510A0A134F5}"/>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17" name="Group 92">
              <a:extLst>
                <a:ext uri="{FF2B5EF4-FFF2-40B4-BE49-F238E27FC236}">
                  <a16:creationId xmlns:a16="http://schemas.microsoft.com/office/drawing/2014/main" id="{04BE3718-389C-8B97-8C82-8E2B31851209}"/>
                </a:ext>
              </a:extLst>
            </p:cNvPr>
            <p:cNvGrpSpPr/>
            <p:nvPr/>
          </p:nvGrpSpPr>
          <p:grpSpPr>
            <a:xfrm>
              <a:off x="2888705" y="2030689"/>
              <a:ext cx="273707" cy="602155"/>
              <a:chOff x="0" y="0"/>
              <a:chExt cx="364943" cy="802874"/>
            </a:xfrm>
          </p:grpSpPr>
          <p:sp>
            <p:nvSpPr>
              <p:cNvPr id="184" name="Freeform 93">
                <a:extLst>
                  <a:ext uri="{FF2B5EF4-FFF2-40B4-BE49-F238E27FC236}">
                    <a16:creationId xmlns:a16="http://schemas.microsoft.com/office/drawing/2014/main" id="{36BA8CE3-83A5-392B-9E9E-B5B2D8B935BA}"/>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118" name="Group 94">
              <a:extLst>
                <a:ext uri="{FF2B5EF4-FFF2-40B4-BE49-F238E27FC236}">
                  <a16:creationId xmlns:a16="http://schemas.microsoft.com/office/drawing/2014/main" id="{C13CC5A2-21A8-21B3-0ED7-95FE6EEA91A7}"/>
                </a:ext>
              </a:extLst>
            </p:cNvPr>
            <p:cNvGrpSpPr/>
            <p:nvPr/>
          </p:nvGrpSpPr>
          <p:grpSpPr>
            <a:xfrm>
              <a:off x="7539574" y="2030689"/>
              <a:ext cx="273707" cy="602155"/>
              <a:chOff x="0" y="0"/>
              <a:chExt cx="364943" cy="802874"/>
            </a:xfrm>
          </p:grpSpPr>
          <p:sp>
            <p:nvSpPr>
              <p:cNvPr id="183" name="Freeform 95">
                <a:extLst>
                  <a:ext uri="{FF2B5EF4-FFF2-40B4-BE49-F238E27FC236}">
                    <a16:creationId xmlns:a16="http://schemas.microsoft.com/office/drawing/2014/main" id="{7B8EA980-882C-6FE1-0145-D4C2CDC57057}"/>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119" name="Group 96">
              <a:extLst>
                <a:ext uri="{FF2B5EF4-FFF2-40B4-BE49-F238E27FC236}">
                  <a16:creationId xmlns:a16="http://schemas.microsoft.com/office/drawing/2014/main" id="{35A7F338-6A31-0C33-8C8E-A62E969780F0}"/>
                </a:ext>
              </a:extLst>
            </p:cNvPr>
            <p:cNvGrpSpPr/>
            <p:nvPr/>
          </p:nvGrpSpPr>
          <p:grpSpPr>
            <a:xfrm>
              <a:off x="2916589" y="4102875"/>
              <a:ext cx="273707" cy="602155"/>
              <a:chOff x="0" y="0"/>
              <a:chExt cx="364943" cy="802874"/>
            </a:xfrm>
          </p:grpSpPr>
          <p:sp>
            <p:nvSpPr>
              <p:cNvPr id="182" name="Freeform 97">
                <a:extLst>
                  <a:ext uri="{FF2B5EF4-FFF2-40B4-BE49-F238E27FC236}">
                    <a16:creationId xmlns:a16="http://schemas.microsoft.com/office/drawing/2014/main" id="{2D4AE211-4AE3-BB4A-D4F5-79227524DD7E}"/>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120" name="Group 98">
              <a:extLst>
                <a:ext uri="{FF2B5EF4-FFF2-40B4-BE49-F238E27FC236}">
                  <a16:creationId xmlns:a16="http://schemas.microsoft.com/office/drawing/2014/main" id="{78E0DE16-5BB7-8FF8-BE55-CA8273FE478C}"/>
                </a:ext>
              </a:extLst>
            </p:cNvPr>
            <p:cNvGrpSpPr/>
            <p:nvPr/>
          </p:nvGrpSpPr>
          <p:grpSpPr>
            <a:xfrm>
              <a:off x="7533227" y="4102875"/>
              <a:ext cx="273707" cy="602155"/>
              <a:chOff x="0" y="0"/>
              <a:chExt cx="364943" cy="802874"/>
            </a:xfrm>
          </p:grpSpPr>
          <p:sp>
            <p:nvSpPr>
              <p:cNvPr id="181" name="Freeform 99">
                <a:extLst>
                  <a:ext uri="{FF2B5EF4-FFF2-40B4-BE49-F238E27FC236}">
                    <a16:creationId xmlns:a16="http://schemas.microsoft.com/office/drawing/2014/main" id="{D25E7AE3-D0B6-A210-863D-1246E3BBD50B}"/>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121" name="Group 100">
              <a:extLst>
                <a:ext uri="{FF2B5EF4-FFF2-40B4-BE49-F238E27FC236}">
                  <a16:creationId xmlns:a16="http://schemas.microsoft.com/office/drawing/2014/main" id="{CEA62647-5897-7CC1-2200-20C276560954}"/>
                </a:ext>
              </a:extLst>
            </p:cNvPr>
            <p:cNvGrpSpPr/>
            <p:nvPr/>
          </p:nvGrpSpPr>
          <p:grpSpPr>
            <a:xfrm>
              <a:off x="1749021" y="4790320"/>
              <a:ext cx="273707" cy="602155"/>
              <a:chOff x="0" y="0"/>
              <a:chExt cx="364943" cy="802874"/>
            </a:xfrm>
          </p:grpSpPr>
          <p:sp>
            <p:nvSpPr>
              <p:cNvPr id="180" name="Freeform 101">
                <a:extLst>
                  <a:ext uri="{FF2B5EF4-FFF2-40B4-BE49-F238E27FC236}">
                    <a16:creationId xmlns:a16="http://schemas.microsoft.com/office/drawing/2014/main" id="{05144B5D-664C-D9C8-8663-3FD6912E8BC9}"/>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22" name="Group 102">
              <a:extLst>
                <a:ext uri="{FF2B5EF4-FFF2-40B4-BE49-F238E27FC236}">
                  <a16:creationId xmlns:a16="http://schemas.microsoft.com/office/drawing/2014/main" id="{FCA9BA76-CDAD-D3FE-86B2-BFC25E89EC6C}"/>
                </a:ext>
              </a:extLst>
            </p:cNvPr>
            <p:cNvGrpSpPr/>
            <p:nvPr/>
          </p:nvGrpSpPr>
          <p:grpSpPr>
            <a:xfrm>
              <a:off x="4033413" y="4790320"/>
              <a:ext cx="273707" cy="602155"/>
              <a:chOff x="0" y="0"/>
              <a:chExt cx="364943" cy="802874"/>
            </a:xfrm>
          </p:grpSpPr>
          <p:sp>
            <p:nvSpPr>
              <p:cNvPr id="179" name="Freeform 103">
                <a:extLst>
                  <a:ext uri="{FF2B5EF4-FFF2-40B4-BE49-F238E27FC236}">
                    <a16:creationId xmlns:a16="http://schemas.microsoft.com/office/drawing/2014/main" id="{7DE0B6EF-F639-5E72-517D-5012A35CC365}"/>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23" name="Group 104">
              <a:extLst>
                <a:ext uri="{FF2B5EF4-FFF2-40B4-BE49-F238E27FC236}">
                  <a16:creationId xmlns:a16="http://schemas.microsoft.com/office/drawing/2014/main" id="{041DAC0E-6772-8E0A-7480-B188FFA34227}"/>
                </a:ext>
              </a:extLst>
            </p:cNvPr>
            <p:cNvGrpSpPr/>
            <p:nvPr/>
          </p:nvGrpSpPr>
          <p:grpSpPr>
            <a:xfrm>
              <a:off x="1749021" y="5954281"/>
              <a:ext cx="273707" cy="602155"/>
              <a:chOff x="0" y="0"/>
              <a:chExt cx="364943" cy="802874"/>
            </a:xfrm>
          </p:grpSpPr>
          <p:sp>
            <p:nvSpPr>
              <p:cNvPr id="178" name="Freeform 105">
                <a:extLst>
                  <a:ext uri="{FF2B5EF4-FFF2-40B4-BE49-F238E27FC236}">
                    <a16:creationId xmlns:a16="http://schemas.microsoft.com/office/drawing/2014/main" id="{F8D2E392-9A58-6C2D-83D4-0AE98D5AADEB}"/>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24" name="Group 106">
              <a:extLst>
                <a:ext uri="{FF2B5EF4-FFF2-40B4-BE49-F238E27FC236}">
                  <a16:creationId xmlns:a16="http://schemas.microsoft.com/office/drawing/2014/main" id="{1483924A-6B50-EAF8-4D7D-3D5642784A0F}"/>
                </a:ext>
              </a:extLst>
            </p:cNvPr>
            <p:cNvGrpSpPr/>
            <p:nvPr/>
          </p:nvGrpSpPr>
          <p:grpSpPr>
            <a:xfrm>
              <a:off x="6349693" y="5954281"/>
              <a:ext cx="273707" cy="602155"/>
              <a:chOff x="0" y="0"/>
              <a:chExt cx="364943" cy="802874"/>
            </a:xfrm>
          </p:grpSpPr>
          <p:sp>
            <p:nvSpPr>
              <p:cNvPr id="177" name="Freeform 107">
                <a:extLst>
                  <a:ext uri="{FF2B5EF4-FFF2-40B4-BE49-F238E27FC236}">
                    <a16:creationId xmlns:a16="http://schemas.microsoft.com/office/drawing/2014/main" id="{8BC64620-3200-E52B-296E-64BF531C57E7}"/>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25" name="Group 108">
              <a:extLst>
                <a:ext uri="{FF2B5EF4-FFF2-40B4-BE49-F238E27FC236}">
                  <a16:creationId xmlns:a16="http://schemas.microsoft.com/office/drawing/2014/main" id="{912D033B-2745-2274-ADBF-ED56F9152F26}"/>
                </a:ext>
              </a:extLst>
            </p:cNvPr>
            <p:cNvGrpSpPr/>
            <p:nvPr/>
          </p:nvGrpSpPr>
          <p:grpSpPr>
            <a:xfrm>
              <a:off x="8703683" y="5954281"/>
              <a:ext cx="273707" cy="602155"/>
              <a:chOff x="0" y="0"/>
              <a:chExt cx="364943" cy="802874"/>
            </a:xfrm>
          </p:grpSpPr>
          <p:sp>
            <p:nvSpPr>
              <p:cNvPr id="176" name="Freeform 109">
                <a:extLst>
                  <a:ext uri="{FF2B5EF4-FFF2-40B4-BE49-F238E27FC236}">
                    <a16:creationId xmlns:a16="http://schemas.microsoft.com/office/drawing/2014/main" id="{F3977C5A-AC8D-623B-F05A-4136AFBE59A0}"/>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26" name="Group 110">
              <a:extLst>
                <a:ext uri="{FF2B5EF4-FFF2-40B4-BE49-F238E27FC236}">
                  <a16:creationId xmlns:a16="http://schemas.microsoft.com/office/drawing/2014/main" id="{0D948FFF-7304-E3E0-C373-F30C73382D4E}"/>
                </a:ext>
              </a:extLst>
            </p:cNvPr>
            <p:cNvGrpSpPr/>
            <p:nvPr/>
          </p:nvGrpSpPr>
          <p:grpSpPr>
            <a:xfrm>
              <a:off x="8703683" y="2723867"/>
              <a:ext cx="273707" cy="602155"/>
              <a:chOff x="0" y="0"/>
              <a:chExt cx="364943" cy="802874"/>
            </a:xfrm>
          </p:grpSpPr>
          <p:sp>
            <p:nvSpPr>
              <p:cNvPr id="175" name="Freeform 111">
                <a:extLst>
                  <a:ext uri="{FF2B5EF4-FFF2-40B4-BE49-F238E27FC236}">
                    <a16:creationId xmlns:a16="http://schemas.microsoft.com/office/drawing/2014/main" id="{1DF0A802-6398-8575-95DC-ED70F9B6B7EB}"/>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27" name="Group 112">
              <a:extLst>
                <a:ext uri="{FF2B5EF4-FFF2-40B4-BE49-F238E27FC236}">
                  <a16:creationId xmlns:a16="http://schemas.microsoft.com/office/drawing/2014/main" id="{617588EC-736E-B691-23BF-63BFCC688CFE}"/>
                </a:ext>
              </a:extLst>
            </p:cNvPr>
            <p:cNvGrpSpPr/>
            <p:nvPr/>
          </p:nvGrpSpPr>
          <p:grpSpPr>
            <a:xfrm>
              <a:off x="7533227" y="4790320"/>
              <a:ext cx="273707" cy="602155"/>
              <a:chOff x="0" y="0"/>
              <a:chExt cx="364943" cy="802874"/>
            </a:xfrm>
          </p:grpSpPr>
          <p:sp>
            <p:nvSpPr>
              <p:cNvPr id="174" name="Freeform 113">
                <a:extLst>
                  <a:ext uri="{FF2B5EF4-FFF2-40B4-BE49-F238E27FC236}">
                    <a16:creationId xmlns:a16="http://schemas.microsoft.com/office/drawing/2014/main" id="{9EB39214-D89A-DB99-612F-4FCC29BC8474}"/>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28" name="Group 114">
              <a:extLst>
                <a:ext uri="{FF2B5EF4-FFF2-40B4-BE49-F238E27FC236}">
                  <a16:creationId xmlns:a16="http://schemas.microsoft.com/office/drawing/2014/main" id="{E5EAF075-774C-9DCB-C983-76D9B86A77BF}"/>
                </a:ext>
              </a:extLst>
            </p:cNvPr>
            <p:cNvGrpSpPr/>
            <p:nvPr/>
          </p:nvGrpSpPr>
          <p:grpSpPr>
            <a:xfrm>
              <a:off x="1179555" y="2723867"/>
              <a:ext cx="273707" cy="602155"/>
              <a:chOff x="0" y="0"/>
              <a:chExt cx="364943" cy="802874"/>
            </a:xfrm>
          </p:grpSpPr>
          <p:sp>
            <p:nvSpPr>
              <p:cNvPr id="173" name="Freeform 115">
                <a:extLst>
                  <a:ext uri="{FF2B5EF4-FFF2-40B4-BE49-F238E27FC236}">
                    <a16:creationId xmlns:a16="http://schemas.microsoft.com/office/drawing/2014/main" id="{5D2C4BE4-94F1-2182-FA36-EAA0AAF8DD5A}"/>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29" name="Group 116">
              <a:extLst>
                <a:ext uri="{FF2B5EF4-FFF2-40B4-BE49-F238E27FC236}">
                  <a16:creationId xmlns:a16="http://schemas.microsoft.com/office/drawing/2014/main" id="{C486771F-F950-195F-F81A-5436BB783B77}"/>
                </a:ext>
              </a:extLst>
            </p:cNvPr>
            <p:cNvGrpSpPr/>
            <p:nvPr/>
          </p:nvGrpSpPr>
          <p:grpSpPr>
            <a:xfrm>
              <a:off x="2301371" y="2723867"/>
              <a:ext cx="273707" cy="602155"/>
              <a:chOff x="0" y="0"/>
              <a:chExt cx="364943" cy="802874"/>
            </a:xfrm>
          </p:grpSpPr>
          <p:sp>
            <p:nvSpPr>
              <p:cNvPr id="172" name="Freeform 117">
                <a:extLst>
                  <a:ext uri="{FF2B5EF4-FFF2-40B4-BE49-F238E27FC236}">
                    <a16:creationId xmlns:a16="http://schemas.microsoft.com/office/drawing/2014/main" id="{C057C4FF-EAAB-3780-3CE2-AB734A796303}"/>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0" name="Group 118">
              <a:extLst>
                <a:ext uri="{FF2B5EF4-FFF2-40B4-BE49-F238E27FC236}">
                  <a16:creationId xmlns:a16="http://schemas.microsoft.com/office/drawing/2014/main" id="{34D3F8E4-0958-E8B8-8362-8B26796D92AE}"/>
                </a:ext>
              </a:extLst>
            </p:cNvPr>
            <p:cNvGrpSpPr/>
            <p:nvPr/>
          </p:nvGrpSpPr>
          <p:grpSpPr>
            <a:xfrm>
              <a:off x="3463708" y="2723867"/>
              <a:ext cx="273707" cy="602155"/>
              <a:chOff x="0" y="0"/>
              <a:chExt cx="364943" cy="802874"/>
            </a:xfrm>
          </p:grpSpPr>
          <p:sp>
            <p:nvSpPr>
              <p:cNvPr id="171" name="Freeform 119">
                <a:extLst>
                  <a:ext uri="{FF2B5EF4-FFF2-40B4-BE49-F238E27FC236}">
                    <a16:creationId xmlns:a16="http://schemas.microsoft.com/office/drawing/2014/main" id="{7EDBB844-DEC9-93E5-502C-9138DC8968AC}"/>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1" name="Group 120">
              <a:extLst>
                <a:ext uri="{FF2B5EF4-FFF2-40B4-BE49-F238E27FC236}">
                  <a16:creationId xmlns:a16="http://schemas.microsoft.com/office/drawing/2014/main" id="{764AAAA6-3E05-1253-6979-C49711D44BE9}"/>
                </a:ext>
              </a:extLst>
            </p:cNvPr>
            <p:cNvGrpSpPr/>
            <p:nvPr/>
          </p:nvGrpSpPr>
          <p:grpSpPr>
            <a:xfrm>
              <a:off x="4623241" y="2723867"/>
              <a:ext cx="273707" cy="602155"/>
              <a:chOff x="0" y="0"/>
              <a:chExt cx="364943" cy="802874"/>
            </a:xfrm>
          </p:grpSpPr>
          <p:sp>
            <p:nvSpPr>
              <p:cNvPr id="170" name="Freeform 121">
                <a:extLst>
                  <a:ext uri="{FF2B5EF4-FFF2-40B4-BE49-F238E27FC236}">
                    <a16:creationId xmlns:a16="http://schemas.microsoft.com/office/drawing/2014/main" id="{44749627-3405-1106-0B9B-D0EB4DA89F61}"/>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2" name="Group 122">
              <a:extLst>
                <a:ext uri="{FF2B5EF4-FFF2-40B4-BE49-F238E27FC236}">
                  <a16:creationId xmlns:a16="http://schemas.microsoft.com/office/drawing/2014/main" id="{DF0B9607-F3BE-22C7-124F-0695516BEC34}"/>
                </a:ext>
              </a:extLst>
            </p:cNvPr>
            <p:cNvGrpSpPr/>
            <p:nvPr/>
          </p:nvGrpSpPr>
          <p:grpSpPr>
            <a:xfrm>
              <a:off x="5811955" y="2723867"/>
              <a:ext cx="273707" cy="602155"/>
              <a:chOff x="0" y="0"/>
              <a:chExt cx="364943" cy="802874"/>
            </a:xfrm>
          </p:grpSpPr>
          <p:sp>
            <p:nvSpPr>
              <p:cNvPr id="169" name="Freeform 123">
                <a:extLst>
                  <a:ext uri="{FF2B5EF4-FFF2-40B4-BE49-F238E27FC236}">
                    <a16:creationId xmlns:a16="http://schemas.microsoft.com/office/drawing/2014/main" id="{1FF40206-D61D-8E05-0605-0C75C02A739C}"/>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3" name="Group 124">
              <a:extLst>
                <a:ext uri="{FF2B5EF4-FFF2-40B4-BE49-F238E27FC236}">
                  <a16:creationId xmlns:a16="http://schemas.microsoft.com/office/drawing/2014/main" id="{5990C2AF-298C-4C97-AA71-58120032EA39}"/>
                </a:ext>
              </a:extLst>
            </p:cNvPr>
            <p:cNvGrpSpPr/>
            <p:nvPr/>
          </p:nvGrpSpPr>
          <p:grpSpPr>
            <a:xfrm>
              <a:off x="6991841" y="2723867"/>
              <a:ext cx="273707" cy="602155"/>
              <a:chOff x="0" y="0"/>
              <a:chExt cx="364943" cy="802874"/>
            </a:xfrm>
          </p:grpSpPr>
          <p:sp>
            <p:nvSpPr>
              <p:cNvPr id="168" name="Freeform 125">
                <a:extLst>
                  <a:ext uri="{FF2B5EF4-FFF2-40B4-BE49-F238E27FC236}">
                    <a16:creationId xmlns:a16="http://schemas.microsoft.com/office/drawing/2014/main" id="{B274399A-2C86-8359-34EC-53D77B7228B8}"/>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4" name="Group 126">
              <a:extLst>
                <a:ext uri="{FF2B5EF4-FFF2-40B4-BE49-F238E27FC236}">
                  <a16:creationId xmlns:a16="http://schemas.microsoft.com/office/drawing/2014/main" id="{E9D2CB4A-BE1F-040F-7E43-00C58B746665}"/>
                </a:ext>
              </a:extLst>
            </p:cNvPr>
            <p:cNvGrpSpPr/>
            <p:nvPr/>
          </p:nvGrpSpPr>
          <p:grpSpPr>
            <a:xfrm>
              <a:off x="1179555" y="6651990"/>
              <a:ext cx="273707" cy="602155"/>
              <a:chOff x="0" y="0"/>
              <a:chExt cx="364943" cy="802874"/>
            </a:xfrm>
          </p:grpSpPr>
          <p:sp>
            <p:nvSpPr>
              <p:cNvPr id="167" name="Freeform 127">
                <a:extLst>
                  <a:ext uri="{FF2B5EF4-FFF2-40B4-BE49-F238E27FC236}">
                    <a16:creationId xmlns:a16="http://schemas.microsoft.com/office/drawing/2014/main" id="{7C587B1B-B5E9-6B6C-E37F-6DDEC0F90171}"/>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5" name="Group 128">
              <a:extLst>
                <a:ext uri="{FF2B5EF4-FFF2-40B4-BE49-F238E27FC236}">
                  <a16:creationId xmlns:a16="http://schemas.microsoft.com/office/drawing/2014/main" id="{ED17E176-6C76-3855-3116-3B8E01CD2F46}"/>
                </a:ext>
              </a:extLst>
            </p:cNvPr>
            <p:cNvGrpSpPr/>
            <p:nvPr/>
          </p:nvGrpSpPr>
          <p:grpSpPr>
            <a:xfrm>
              <a:off x="2329646" y="6652293"/>
              <a:ext cx="273707" cy="602155"/>
              <a:chOff x="0" y="0"/>
              <a:chExt cx="364943" cy="802874"/>
            </a:xfrm>
          </p:grpSpPr>
          <p:sp>
            <p:nvSpPr>
              <p:cNvPr id="166" name="Freeform 129">
                <a:extLst>
                  <a:ext uri="{FF2B5EF4-FFF2-40B4-BE49-F238E27FC236}">
                    <a16:creationId xmlns:a16="http://schemas.microsoft.com/office/drawing/2014/main" id="{2D62DC2F-B3BE-645C-93D4-7AF6BB9EA53E}"/>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6" name="Group 130">
              <a:extLst>
                <a:ext uri="{FF2B5EF4-FFF2-40B4-BE49-F238E27FC236}">
                  <a16:creationId xmlns:a16="http://schemas.microsoft.com/office/drawing/2014/main" id="{818B0256-14A2-39BB-3776-03504E4A97B5}"/>
                </a:ext>
              </a:extLst>
            </p:cNvPr>
            <p:cNvGrpSpPr/>
            <p:nvPr/>
          </p:nvGrpSpPr>
          <p:grpSpPr>
            <a:xfrm>
              <a:off x="5820829" y="6652293"/>
              <a:ext cx="273707" cy="602155"/>
              <a:chOff x="0" y="0"/>
              <a:chExt cx="364943" cy="802874"/>
            </a:xfrm>
          </p:grpSpPr>
          <p:sp>
            <p:nvSpPr>
              <p:cNvPr id="165" name="Freeform 131">
                <a:extLst>
                  <a:ext uri="{FF2B5EF4-FFF2-40B4-BE49-F238E27FC236}">
                    <a16:creationId xmlns:a16="http://schemas.microsoft.com/office/drawing/2014/main" id="{C9EDB9CE-9ECE-404A-445C-4158CC637F7E}"/>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7" name="Group 132">
              <a:extLst>
                <a:ext uri="{FF2B5EF4-FFF2-40B4-BE49-F238E27FC236}">
                  <a16:creationId xmlns:a16="http://schemas.microsoft.com/office/drawing/2014/main" id="{6D34FA0B-8CF8-7A3A-363A-10DBB6B66875}"/>
                </a:ext>
              </a:extLst>
            </p:cNvPr>
            <p:cNvGrpSpPr/>
            <p:nvPr/>
          </p:nvGrpSpPr>
          <p:grpSpPr>
            <a:xfrm>
              <a:off x="6942645" y="6652293"/>
              <a:ext cx="273707" cy="602155"/>
              <a:chOff x="0" y="0"/>
              <a:chExt cx="364943" cy="802874"/>
            </a:xfrm>
          </p:grpSpPr>
          <p:sp>
            <p:nvSpPr>
              <p:cNvPr id="164" name="Freeform 133">
                <a:extLst>
                  <a:ext uri="{FF2B5EF4-FFF2-40B4-BE49-F238E27FC236}">
                    <a16:creationId xmlns:a16="http://schemas.microsoft.com/office/drawing/2014/main" id="{1C46B6DE-5F9C-E1C0-E0BF-717C2862F604}"/>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8" name="Group 134">
              <a:extLst>
                <a:ext uri="{FF2B5EF4-FFF2-40B4-BE49-F238E27FC236}">
                  <a16:creationId xmlns:a16="http://schemas.microsoft.com/office/drawing/2014/main" id="{9BFDCF39-7976-0F27-562F-7B1478ED2D64}"/>
                </a:ext>
              </a:extLst>
            </p:cNvPr>
            <p:cNvGrpSpPr/>
            <p:nvPr/>
          </p:nvGrpSpPr>
          <p:grpSpPr>
            <a:xfrm>
              <a:off x="8104982" y="6652293"/>
              <a:ext cx="273707" cy="602155"/>
              <a:chOff x="0" y="0"/>
              <a:chExt cx="364943" cy="802874"/>
            </a:xfrm>
          </p:grpSpPr>
          <p:sp>
            <p:nvSpPr>
              <p:cNvPr id="163" name="Freeform 135">
                <a:extLst>
                  <a:ext uri="{FF2B5EF4-FFF2-40B4-BE49-F238E27FC236}">
                    <a16:creationId xmlns:a16="http://schemas.microsoft.com/office/drawing/2014/main" id="{A7519E61-41EA-4389-77A9-6E441E35F007}"/>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39" name="Group 136">
              <a:extLst>
                <a:ext uri="{FF2B5EF4-FFF2-40B4-BE49-F238E27FC236}">
                  <a16:creationId xmlns:a16="http://schemas.microsoft.com/office/drawing/2014/main" id="{02132339-7C03-7A35-EBE2-DD6641B2BCF1}"/>
                </a:ext>
              </a:extLst>
            </p:cNvPr>
            <p:cNvGrpSpPr/>
            <p:nvPr/>
          </p:nvGrpSpPr>
          <p:grpSpPr>
            <a:xfrm>
              <a:off x="9264515" y="6652293"/>
              <a:ext cx="273707" cy="602155"/>
              <a:chOff x="0" y="0"/>
              <a:chExt cx="364943" cy="802874"/>
            </a:xfrm>
          </p:grpSpPr>
          <p:sp>
            <p:nvSpPr>
              <p:cNvPr id="162" name="Freeform 137">
                <a:extLst>
                  <a:ext uri="{FF2B5EF4-FFF2-40B4-BE49-F238E27FC236}">
                    <a16:creationId xmlns:a16="http://schemas.microsoft.com/office/drawing/2014/main" id="{487D6E42-C21C-4450-A941-0C7A60C69C55}"/>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40" name="Group 138">
              <a:extLst>
                <a:ext uri="{FF2B5EF4-FFF2-40B4-BE49-F238E27FC236}">
                  <a16:creationId xmlns:a16="http://schemas.microsoft.com/office/drawing/2014/main" id="{41B22D25-7718-E8B1-40AF-9657AFDE1F10}"/>
                </a:ext>
              </a:extLst>
            </p:cNvPr>
            <p:cNvGrpSpPr/>
            <p:nvPr/>
          </p:nvGrpSpPr>
          <p:grpSpPr>
            <a:xfrm>
              <a:off x="5830034" y="4790320"/>
              <a:ext cx="273707" cy="602155"/>
              <a:chOff x="0" y="0"/>
              <a:chExt cx="364943" cy="802874"/>
            </a:xfrm>
          </p:grpSpPr>
          <p:sp>
            <p:nvSpPr>
              <p:cNvPr id="161" name="Freeform 139">
                <a:extLst>
                  <a:ext uri="{FF2B5EF4-FFF2-40B4-BE49-F238E27FC236}">
                    <a16:creationId xmlns:a16="http://schemas.microsoft.com/office/drawing/2014/main" id="{FF4FF6BA-7F58-2EB8-FF67-67FF108EC563}"/>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41" name="Group 140">
              <a:extLst>
                <a:ext uri="{FF2B5EF4-FFF2-40B4-BE49-F238E27FC236}">
                  <a16:creationId xmlns:a16="http://schemas.microsoft.com/office/drawing/2014/main" id="{81771C28-CE6E-1521-9CA8-63306D29ABE2}"/>
                </a:ext>
              </a:extLst>
            </p:cNvPr>
            <p:cNvGrpSpPr/>
            <p:nvPr/>
          </p:nvGrpSpPr>
          <p:grpSpPr>
            <a:xfrm>
              <a:off x="9313415" y="4790320"/>
              <a:ext cx="273707" cy="602155"/>
              <a:chOff x="0" y="0"/>
              <a:chExt cx="364943" cy="802874"/>
            </a:xfrm>
          </p:grpSpPr>
          <p:sp>
            <p:nvSpPr>
              <p:cNvPr id="160" name="Freeform 141">
                <a:extLst>
                  <a:ext uri="{FF2B5EF4-FFF2-40B4-BE49-F238E27FC236}">
                    <a16:creationId xmlns:a16="http://schemas.microsoft.com/office/drawing/2014/main" id="{73EBE7E9-0119-59D0-3B26-E5BD3AEDD522}"/>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42" name="Group 142">
              <a:extLst>
                <a:ext uri="{FF2B5EF4-FFF2-40B4-BE49-F238E27FC236}">
                  <a16:creationId xmlns:a16="http://schemas.microsoft.com/office/drawing/2014/main" id="{79BCFB98-8690-857F-21FF-5952B8AD9D55}"/>
                </a:ext>
              </a:extLst>
            </p:cNvPr>
            <p:cNvGrpSpPr/>
            <p:nvPr/>
          </p:nvGrpSpPr>
          <p:grpSpPr>
            <a:xfrm>
              <a:off x="3050269" y="5835004"/>
              <a:ext cx="2303612" cy="769361"/>
              <a:chOff x="0" y="-28575"/>
              <a:chExt cx="922589" cy="308126"/>
            </a:xfrm>
          </p:grpSpPr>
          <p:sp>
            <p:nvSpPr>
              <p:cNvPr id="158" name="Freeform 143">
                <a:extLst>
                  <a:ext uri="{FF2B5EF4-FFF2-40B4-BE49-F238E27FC236}">
                    <a16:creationId xmlns:a16="http://schemas.microsoft.com/office/drawing/2014/main" id="{4C9BAC22-C1C5-EB9B-AC3D-AFCD9CD25ACD}"/>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59" name="TextBox 144">
                <a:extLst>
                  <a:ext uri="{FF2B5EF4-FFF2-40B4-BE49-F238E27FC236}">
                    <a16:creationId xmlns:a16="http://schemas.microsoft.com/office/drawing/2014/main" id="{EBFADA4F-3CF1-4AA5-25B3-72AC94617E4F}"/>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143" name="Group 145">
              <a:extLst>
                <a:ext uri="{FF2B5EF4-FFF2-40B4-BE49-F238E27FC236}">
                  <a16:creationId xmlns:a16="http://schemas.microsoft.com/office/drawing/2014/main" id="{5E0E8B81-943C-55A9-90C3-AA7B7AE7DA62}"/>
                </a:ext>
              </a:extLst>
            </p:cNvPr>
            <p:cNvGrpSpPr/>
            <p:nvPr/>
          </p:nvGrpSpPr>
          <p:grpSpPr>
            <a:xfrm>
              <a:off x="3050269" y="6536198"/>
              <a:ext cx="1164680" cy="766179"/>
              <a:chOff x="0" y="-28575"/>
              <a:chExt cx="488223" cy="321175"/>
            </a:xfrm>
          </p:grpSpPr>
          <p:sp>
            <p:nvSpPr>
              <p:cNvPr id="156" name="Freeform 146">
                <a:extLst>
                  <a:ext uri="{FF2B5EF4-FFF2-40B4-BE49-F238E27FC236}">
                    <a16:creationId xmlns:a16="http://schemas.microsoft.com/office/drawing/2014/main" id="{B7A93833-19EE-D034-A433-659ED87EABA9}"/>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57" name="TextBox 147">
                <a:extLst>
                  <a:ext uri="{FF2B5EF4-FFF2-40B4-BE49-F238E27FC236}">
                    <a16:creationId xmlns:a16="http://schemas.microsoft.com/office/drawing/2014/main" id="{427C3B8B-A691-2E23-3695-D2C042A81BA6}"/>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44" name="Group 148">
              <a:extLst>
                <a:ext uri="{FF2B5EF4-FFF2-40B4-BE49-F238E27FC236}">
                  <a16:creationId xmlns:a16="http://schemas.microsoft.com/office/drawing/2014/main" id="{88B9F2B0-AF32-4521-D590-1D4FA3CF74EC}"/>
                </a:ext>
              </a:extLst>
            </p:cNvPr>
            <p:cNvGrpSpPr/>
            <p:nvPr/>
          </p:nvGrpSpPr>
          <p:grpSpPr>
            <a:xfrm>
              <a:off x="3050269" y="6536198"/>
              <a:ext cx="1164680" cy="766179"/>
              <a:chOff x="0" y="-28575"/>
              <a:chExt cx="488223" cy="321175"/>
            </a:xfrm>
          </p:grpSpPr>
          <p:sp>
            <p:nvSpPr>
              <p:cNvPr id="154" name="Freeform 149">
                <a:extLst>
                  <a:ext uri="{FF2B5EF4-FFF2-40B4-BE49-F238E27FC236}">
                    <a16:creationId xmlns:a16="http://schemas.microsoft.com/office/drawing/2014/main" id="{DD6CEC7C-A19A-936E-7AC3-6F269687F800}"/>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55" name="TextBox 150">
                <a:extLst>
                  <a:ext uri="{FF2B5EF4-FFF2-40B4-BE49-F238E27FC236}">
                    <a16:creationId xmlns:a16="http://schemas.microsoft.com/office/drawing/2014/main" id="{E374ABD0-C3D8-9186-B49B-D7C0007E52F9}"/>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45" name="Group 151">
              <a:extLst>
                <a:ext uri="{FF2B5EF4-FFF2-40B4-BE49-F238E27FC236}">
                  <a16:creationId xmlns:a16="http://schemas.microsoft.com/office/drawing/2014/main" id="{219D9215-D555-5DF4-FA6C-C74044294219}"/>
                </a:ext>
              </a:extLst>
            </p:cNvPr>
            <p:cNvGrpSpPr/>
            <p:nvPr/>
          </p:nvGrpSpPr>
          <p:grpSpPr>
            <a:xfrm>
              <a:off x="4211519" y="6536198"/>
              <a:ext cx="1142362" cy="766179"/>
              <a:chOff x="0" y="-28575"/>
              <a:chExt cx="478868" cy="321175"/>
            </a:xfrm>
          </p:grpSpPr>
          <p:sp>
            <p:nvSpPr>
              <p:cNvPr id="152" name="Freeform 152">
                <a:extLst>
                  <a:ext uri="{FF2B5EF4-FFF2-40B4-BE49-F238E27FC236}">
                    <a16:creationId xmlns:a16="http://schemas.microsoft.com/office/drawing/2014/main" id="{E2C24953-B2ED-CFDD-B8C9-44DEF342DB19}"/>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53" name="TextBox 153">
                <a:extLst>
                  <a:ext uri="{FF2B5EF4-FFF2-40B4-BE49-F238E27FC236}">
                    <a16:creationId xmlns:a16="http://schemas.microsoft.com/office/drawing/2014/main" id="{22B6E92C-500B-68B3-863D-F4635DA9ADFC}"/>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146" name="Group 154">
              <a:extLst>
                <a:ext uri="{FF2B5EF4-FFF2-40B4-BE49-F238E27FC236}">
                  <a16:creationId xmlns:a16="http://schemas.microsoft.com/office/drawing/2014/main" id="{2C50050D-6D84-5001-4223-F43B230A16CB}"/>
                </a:ext>
              </a:extLst>
            </p:cNvPr>
            <p:cNvGrpSpPr/>
            <p:nvPr/>
          </p:nvGrpSpPr>
          <p:grpSpPr>
            <a:xfrm>
              <a:off x="4065221" y="5954281"/>
              <a:ext cx="273707" cy="602155"/>
              <a:chOff x="0" y="0"/>
              <a:chExt cx="364943" cy="802874"/>
            </a:xfrm>
          </p:grpSpPr>
          <p:sp>
            <p:nvSpPr>
              <p:cNvPr id="151" name="Freeform 155">
                <a:extLst>
                  <a:ext uri="{FF2B5EF4-FFF2-40B4-BE49-F238E27FC236}">
                    <a16:creationId xmlns:a16="http://schemas.microsoft.com/office/drawing/2014/main" id="{7986FE0C-9D07-7A95-DF98-115E01FF326B}"/>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47" name="Group 156">
              <a:extLst>
                <a:ext uri="{FF2B5EF4-FFF2-40B4-BE49-F238E27FC236}">
                  <a16:creationId xmlns:a16="http://schemas.microsoft.com/office/drawing/2014/main" id="{626CE3ED-6DBD-E86A-EFC5-B79DB588B31D}"/>
                </a:ext>
              </a:extLst>
            </p:cNvPr>
            <p:cNvGrpSpPr/>
            <p:nvPr/>
          </p:nvGrpSpPr>
          <p:grpSpPr>
            <a:xfrm>
              <a:off x="3495755" y="6651990"/>
              <a:ext cx="273707" cy="602155"/>
              <a:chOff x="0" y="0"/>
              <a:chExt cx="364943" cy="802874"/>
            </a:xfrm>
          </p:grpSpPr>
          <p:sp>
            <p:nvSpPr>
              <p:cNvPr id="150" name="Freeform 157">
                <a:extLst>
                  <a:ext uri="{FF2B5EF4-FFF2-40B4-BE49-F238E27FC236}">
                    <a16:creationId xmlns:a16="http://schemas.microsoft.com/office/drawing/2014/main" id="{7608D8F4-57C8-D348-03AC-0899DA96FA7B}"/>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148" name="Group 158">
              <a:extLst>
                <a:ext uri="{FF2B5EF4-FFF2-40B4-BE49-F238E27FC236}">
                  <a16:creationId xmlns:a16="http://schemas.microsoft.com/office/drawing/2014/main" id="{5AA9D950-249F-DE61-2FC8-4E464EF271C2}"/>
                </a:ext>
              </a:extLst>
            </p:cNvPr>
            <p:cNvGrpSpPr/>
            <p:nvPr/>
          </p:nvGrpSpPr>
          <p:grpSpPr>
            <a:xfrm>
              <a:off x="4645846" y="6652293"/>
              <a:ext cx="273707" cy="602155"/>
              <a:chOff x="0" y="0"/>
              <a:chExt cx="364943" cy="802874"/>
            </a:xfrm>
          </p:grpSpPr>
          <p:sp>
            <p:nvSpPr>
              <p:cNvPr id="149" name="Freeform 159">
                <a:extLst>
                  <a:ext uri="{FF2B5EF4-FFF2-40B4-BE49-F238E27FC236}">
                    <a16:creationId xmlns:a16="http://schemas.microsoft.com/office/drawing/2014/main" id="{A54A0C12-BBAC-70B3-FCAA-CB453690FB60}"/>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spTree>
    <p:extLst>
      <p:ext uri="{BB962C8B-B14F-4D97-AF65-F5344CB8AC3E}">
        <p14:creationId xmlns:p14="http://schemas.microsoft.com/office/powerpoint/2010/main" val="4035991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0BEA8-D559-A435-EEF0-28E2AFD04D9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921F8AB-0B6A-B8B9-7B23-724B5428069F}"/>
              </a:ext>
            </a:extLst>
          </p:cNvPr>
          <p:cNvSpPr>
            <a:spLocks noGrp="1"/>
          </p:cNvSpPr>
          <p:nvPr>
            <p:ph type="ctrTitle"/>
          </p:nvPr>
        </p:nvSpPr>
        <p:spPr/>
        <p:txBody>
          <a:bodyPr/>
          <a:lstStyle/>
          <a:p>
            <a:r>
              <a:rPr lang="en-AU">
                <a:latin typeface="+mj-lt"/>
              </a:rPr>
              <a:t>Review of learning 2</a:t>
            </a:r>
          </a:p>
        </p:txBody>
      </p:sp>
    </p:spTree>
    <p:extLst>
      <p:ext uri="{BB962C8B-B14F-4D97-AF65-F5344CB8AC3E}">
        <p14:creationId xmlns:p14="http://schemas.microsoft.com/office/powerpoint/2010/main" val="1778144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86EC1-1F53-FC13-BF87-681E5C2B8D5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4B5FD60-0B86-5755-366A-8B1C7AD817A2}"/>
              </a:ext>
            </a:extLst>
          </p:cNvPr>
          <p:cNvSpPr>
            <a:spLocks noGrp="1"/>
          </p:cNvSpPr>
          <p:nvPr>
            <p:ph type="title"/>
          </p:nvPr>
        </p:nvSpPr>
        <p:spPr/>
        <p:txBody>
          <a:bodyPr/>
          <a:lstStyle/>
          <a:p>
            <a:r>
              <a:rPr lang="en-US"/>
              <a:t>True or false </a:t>
            </a:r>
            <a:r>
              <a:rPr lang="en-US">
                <a:solidFill>
                  <a:schemeClr val="bg1"/>
                </a:solidFill>
              </a:rPr>
              <a:t>(1)</a:t>
            </a:r>
          </a:p>
        </p:txBody>
      </p:sp>
      <p:pic>
        <p:nvPicPr>
          <p:cNvPr id="4" name="Picture 3">
            <a:extLst>
              <a:ext uri="{FF2B5EF4-FFF2-40B4-BE49-F238E27FC236}">
                <a16:creationId xmlns:a16="http://schemas.microsoft.com/office/drawing/2014/main" id="{6FB50F61-F068-87AB-4B10-FC2CEB84FBC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8CC0313E-620B-44F6-1CF2-E78C8F63E324}"/>
              </a:ext>
            </a:extLst>
          </p:cNvPr>
          <p:cNvSpPr>
            <a:spLocks noGrp="1"/>
          </p:cNvSpPr>
          <p:nvPr>
            <p:ph type="body" sz="quarter" idx="22"/>
          </p:nvPr>
        </p:nvSpPr>
        <p:spPr/>
        <p:txBody>
          <a:bodyPr/>
          <a:lstStyle/>
          <a:p>
            <a:pPr algn="ctr"/>
            <a:r>
              <a:rPr lang="en-AU" sz="4400" b="1"/>
              <a:t>Two sixths </a:t>
            </a:r>
            <a:r>
              <a:rPr lang="en-AU" sz="4400"/>
              <a:t>are </a:t>
            </a:r>
            <a:r>
              <a:rPr lang="en-AU" sz="4400" b="1"/>
              <a:t>equivalent</a:t>
            </a:r>
            <a:r>
              <a:rPr lang="en-AU" sz="4400"/>
              <a:t> to </a:t>
            </a:r>
            <a:r>
              <a:rPr lang="en-AU" sz="4400" b="1"/>
              <a:t>one third</a:t>
            </a:r>
            <a:r>
              <a:rPr lang="en-AU" sz="4400"/>
              <a:t>.</a:t>
            </a:r>
          </a:p>
        </p:txBody>
      </p:sp>
      <p:graphicFrame>
        <p:nvGraphicFramePr>
          <p:cNvPr id="12" name="Table 11">
            <a:extLst>
              <a:ext uri="{FF2B5EF4-FFF2-40B4-BE49-F238E27FC236}">
                <a16:creationId xmlns:a16="http://schemas.microsoft.com/office/drawing/2014/main" id="{6E7954F0-28D9-426D-5A8E-F0473D1F3B51}"/>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9FE886CB-34FF-0292-C29C-0B025043076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13</a:t>
            </a:fld>
            <a:endParaRPr lang="en-AU"/>
          </a:p>
        </p:txBody>
      </p:sp>
    </p:spTree>
    <p:extLst>
      <p:ext uri="{BB962C8B-B14F-4D97-AF65-F5344CB8AC3E}">
        <p14:creationId xmlns:p14="http://schemas.microsoft.com/office/powerpoint/2010/main" val="509165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3E9BF-15AF-2BAB-123A-1F037454C06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6CBE5C-EB4F-B9C0-4EE6-3D6DB0966B5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(5)</a:t>
            </a:r>
          </a:p>
        </p:txBody>
      </p:sp>
      <p:pic>
        <p:nvPicPr>
          <p:cNvPr id="3" name="Picture 2">
            <a:extLst>
              <a:ext uri="{FF2B5EF4-FFF2-40B4-BE49-F238E27FC236}">
                <a16:creationId xmlns:a16="http://schemas.microsoft.com/office/drawing/2014/main" id="{C7718586-1339-6B81-E608-E6AA891DE5E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82981BCB-7B1E-1C61-0E18-C94BA5A8FC1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5" name="Text Placeholder 5">
            <a:extLst>
              <a:ext uri="{FF2B5EF4-FFF2-40B4-BE49-F238E27FC236}">
                <a16:creationId xmlns:a16="http://schemas.microsoft.com/office/drawing/2014/main" id="{7256D3A1-C92E-EA5F-CAE9-8CE0C024C965}"/>
              </a:ext>
            </a:extLst>
          </p:cNvPr>
          <p:cNvSpPr txBox="1">
            <a:spLocks/>
          </p:cNvSpPr>
          <p:nvPr/>
        </p:nvSpPr>
        <p:spPr>
          <a:xfrm>
            <a:off x="360000" y="1301482"/>
            <a:ext cx="5736000"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b="1"/>
              <a:t>Record </a:t>
            </a:r>
            <a:r>
              <a:rPr lang="en-AU" sz="3600"/>
              <a:t>a</a:t>
            </a:r>
            <a:r>
              <a:rPr lang="en-AU" sz="3600" b="1"/>
              <a:t> journey </a:t>
            </a:r>
            <a:r>
              <a:rPr lang="en-AU" sz="3600"/>
              <a:t>from the </a:t>
            </a:r>
            <a:r>
              <a:rPr lang="en-AU" sz="3600" b="1"/>
              <a:t>supermarket </a:t>
            </a:r>
            <a:r>
              <a:rPr lang="en-AU" sz="3600"/>
              <a:t>to the </a:t>
            </a:r>
            <a:r>
              <a:rPr lang="en-AU" sz="3600" b="1"/>
              <a:t>bank.</a:t>
            </a:r>
          </a:p>
          <a:p>
            <a:r>
              <a:rPr lang="en-AU" sz="3600"/>
              <a:t>Use </a:t>
            </a:r>
            <a:r>
              <a:rPr lang="en-AU" sz="3600" b="1"/>
              <a:t>directional language </a:t>
            </a:r>
            <a:r>
              <a:rPr lang="en-AU" sz="3600"/>
              <a:t>to describe your route.</a:t>
            </a:r>
          </a:p>
        </p:txBody>
      </p:sp>
      <p:pic>
        <p:nvPicPr>
          <p:cNvPr id="4" name="Picture 3" descr="A simple street map on a 5 by 6 grid. The streets are represented by grey squares. Row 1: playground, post office, bank, road, fire station.&#10;Row 2: playground, road, road, road, hardware store.&#10;Row 3: school, road, park, road, pizza shop.&#10;Row 4: library, road, park, road, supermarket.&#10;Row 5: town hall, road, road, road, road.&#10;Row 6: welcome sign, road, bookstore, toy shop, animal rescue.">
            <a:extLst>
              <a:ext uri="{FF2B5EF4-FFF2-40B4-BE49-F238E27FC236}">
                <a16:creationId xmlns:a16="http://schemas.microsoft.com/office/drawing/2014/main" id="{D2715A7D-36E8-D771-C6F7-C9DFE0C69506}"/>
              </a:ext>
            </a:extLst>
          </p:cNvPr>
          <p:cNvPicPr>
            <a:picLocks noChangeAspect="1"/>
          </p:cNvPicPr>
          <p:nvPr/>
        </p:nvPicPr>
        <p:blipFill>
          <a:blip r:embed="rId4"/>
          <a:stretch>
            <a:fillRect/>
          </a:stretch>
        </p:blipFill>
        <p:spPr>
          <a:xfrm>
            <a:off x="6430787" y="1301482"/>
            <a:ext cx="5081788" cy="464667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46765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E3E44-DDF8-BB15-F13B-7E68A1EFC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3D9D8F9-BDFB-13F9-6557-DD00B95ECD0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(6)</a:t>
            </a:r>
          </a:p>
        </p:txBody>
      </p:sp>
      <p:pic>
        <p:nvPicPr>
          <p:cNvPr id="3" name="Picture 2">
            <a:extLst>
              <a:ext uri="{FF2B5EF4-FFF2-40B4-BE49-F238E27FC236}">
                <a16:creationId xmlns:a16="http://schemas.microsoft.com/office/drawing/2014/main" id="{9C8770A4-A467-8E0A-C417-8D3F46A5320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96E3F7-51EE-97B3-1DDD-CDAEB05CFFC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10" name="Text Placeholder 5">
            <a:extLst>
              <a:ext uri="{FF2B5EF4-FFF2-40B4-BE49-F238E27FC236}">
                <a16:creationId xmlns:a16="http://schemas.microsoft.com/office/drawing/2014/main" id="{2BB1CB42-C06C-41E1-26C0-14B7EF662D53}"/>
              </a:ext>
            </a:extLst>
          </p:cNvPr>
          <p:cNvSpPr txBox="1">
            <a:spLocks/>
          </p:cNvSpPr>
          <p:nvPr/>
        </p:nvSpPr>
        <p:spPr>
          <a:xfrm>
            <a:off x="-552811" y="1290395"/>
            <a:ext cx="1309851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AU" sz="3400"/>
              <a:t>Mel has used the </a:t>
            </a:r>
            <a:r>
              <a:rPr lang="en-AU" sz="3400" b="1"/>
              <a:t>associative property </a:t>
            </a:r>
            <a:r>
              <a:rPr lang="en-AU" sz="3400"/>
              <a:t>to </a:t>
            </a:r>
            <a:r>
              <a:rPr lang="en-AU" sz="3400" b="1"/>
              <a:t>regroup</a:t>
            </a:r>
            <a:r>
              <a:rPr lang="en-AU" sz="3400"/>
              <a:t> 4 × 15</a:t>
            </a:r>
            <a:r>
              <a:rPr lang="en-AU" sz="3600" b="1"/>
              <a:t>.</a:t>
            </a:r>
          </a:p>
          <a:p>
            <a:pPr algn="ctr"/>
            <a:endParaRPr lang="en-AU" sz="3600" b="1"/>
          </a:p>
        </p:txBody>
      </p:sp>
      <p:pic>
        <p:nvPicPr>
          <p:cNvPr id="9" name="Picture 8" descr="An array - 4 rows of 15 - that has been divided into 3 groups ((4x5)x3)">
            <a:extLst>
              <a:ext uri="{FF2B5EF4-FFF2-40B4-BE49-F238E27FC236}">
                <a16:creationId xmlns:a16="http://schemas.microsoft.com/office/drawing/2014/main" id="{8590D4AC-286E-B365-EE8E-5D368DDC4202}"/>
              </a:ext>
            </a:extLst>
          </p:cNvPr>
          <p:cNvPicPr>
            <a:picLocks noChangeAspect="1"/>
          </p:cNvPicPr>
          <p:nvPr/>
        </p:nvPicPr>
        <p:blipFill>
          <a:blip r:embed="rId4"/>
          <a:stretch>
            <a:fillRect/>
          </a:stretch>
        </p:blipFill>
        <p:spPr>
          <a:xfrm>
            <a:off x="1739676" y="2334596"/>
            <a:ext cx="8712648" cy="2711589"/>
          </a:xfrm>
          <a:prstGeom prst="rect">
            <a:avLst/>
          </a:prstGeom>
        </p:spPr>
      </p:pic>
      <p:sp>
        <p:nvSpPr>
          <p:cNvPr id="5" name="TextBox 4">
            <a:extLst>
              <a:ext uri="{FF2B5EF4-FFF2-40B4-BE49-F238E27FC236}">
                <a16:creationId xmlns:a16="http://schemas.microsoft.com/office/drawing/2014/main" id="{A9320039-9D36-0108-758F-F061579992CC}"/>
              </a:ext>
            </a:extLst>
          </p:cNvPr>
          <p:cNvSpPr txBox="1"/>
          <p:nvPr/>
        </p:nvSpPr>
        <p:spPr>
          <a:xfrm>
            <a:off x="740780" y="5377631"/>
            <a:ext cx="10868627" cy="646331"/>
          </a:xfrm>
          <a:prstGeom prst="rect">
            <a:avLst/>
          </a:prstGeom>
          <a:noFill/>
        </p:spPr>
        <p:txBody>
          <a:bodyPr wrap="square">
            <a:spAutoFit/>
          </a:bodyPr>
          <a:lstStyle/>
          <a:p>
            <a:pPr algn="ctr"/>
            <a:r>
              <a:rPr lang="en-AU" sz="3400">
                <a:ea typeface="Calibri" panose="020F0502020204030204" pitchFamily="34" charset="0"/>
              </a:rPr>
              <a:t>Write the </a:t>
            </a:r>
            <a:r>
              <a:rPr lang="en-AU" sz="3400" b="1">
                <a:ea typeface="Calibri" panose="020F0502020204030204" pitchFamily="34" charset="0"/>
              </a:rPr>
              <a:t>new</a:t>
            </a:r>
            <a:r>
              <a:rPr lang="en-AU" sz="3400">
                <a:ea typeface="Calibri" panose="020F0502020204030204" pitchFamily="34" charset="0"/>
              </a:rPr>
              <a:t> number sentence and the </a:t>
            </a:r>
            <a:r>
              <a:rPr lang="en-AU" sz="3400" b="1">
                <a:ea typeface="Calibri" panose="020F0502020204030204" pitchFamily="34" charset="0"/>
              </a:rPr>
              <a:t>solution</a:t>
            </a:r>
            <a:r>
              <a:rPr lang="en-AU" sz="3600">
                <a:ea typeface="Calibri" panose="020F0502020204030204" pitchFamily="34" charset="0"/>
              </a:rPr>
              <a:t>.</a:t>
            </a:r>
            <a:endParaRPr lang="en-AU" sz="3600"/>
          </a:p>
        </p:txBody>
      </p:sp>
    </p:spTree>
    <p:extLst>
      <p:ext uri="{BB962C8B-B14F-4D97-AF65-F5344CB8AC3E}">
        <p14:creationId xmlns:p14="http://schemas.microsoft.com/office/powerpoint/2010/main" val="60349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065EB-977E-8A0B-776E-365C47F513D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A20AE0F-3055-9CF7-2815-4C587C167EC6}"/>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(7)</a:t>
            </a:r>
          </a:p>
        </p:txBody>
      </p:sp>
      <p:pic>
        <p:nvPicPr>
          <p:cNvPr id="3" name="Picture 2">
            <a:extLst>
              <a:ext uri="{FF2B5EF4-FFF2-40B4-BE49-F238E27FC236}">
                <a16:creationId xmlns:a16="http://schemas.microsoft.com/office/drawing/2014/main" id="{F22768F3-1D34-7E31-8299-4A2308A11FC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235C9A5-5146-B61D-40A7-3861511E29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16</a:t>
            </a:fld>
            <a:endParaRPr lang="en-AU"/>
          </a:p>
        </p:txBody>
      </p:sp>
      <p:sp>
        <p:nvSpPr>
          <p:cNvPr id="5" name="Text Placeholder 17">
            <a:extLst>
              <a:ext uri="{FF2B5EF4-FFF2-40B4-BE49-F238E27FC236}">
                <a16:creationId xmlns:a16="http://schemas.microsoft.com/office/drawing/2014/main" id="{FDB0F0E4-D710-22E8-0A6C-679BCB728A0C}"/>
              </a:ext>
            </a:extLst>
          </p:cNvPr>
          <p:cNvSpPr txBox="1">
            <a:spLocks/>
          </p:cNvSpPr>
          <p:nvPr/>
        </p:nvSpPr>
        <p:spPr>
          <a:xfrm>
            <a:off x="663209" y="1484443"/>
            <a:ext cx="10367267"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000" b="1"/>
              <a:t>Partition</a:t>
            </a:r>
            <a:r>
              <a:rPr lang="en-US" sz="4000"/>
              <a:t> the number in </a:t>
            </a:r>
            <a:r>
              <a:rPr lang="en-US" sz="4000" b="1"/>
              <a:t>non-standard form.</a:t>
            </a:r>
          </a:p>
        </p:txBody>
      </p:sp>
      <p:pic>
        <p:nvPicPr>
          <p:cNvPr id="9" name="Picture 8" descr="Place value house with the number:&#10;738 546">
            <a:extLst>
              <a:ext uri="{FF2B5EF4-FFF2-40B4-BE49-F238E27FC236}">
                <a16:creationId xmlns:a16="http://schemas.microsoft.com/office/drawing/2014/main" id="{934B170D-EDC4-D7C3-D084-19DD87847428}"/>
              </a:ext>
            </a:extLst>
          </p:cNvPr>
          <p:cNvPicPr>
            <a:picLocks noChangeAspect="1"/>
          </p:cNvPicPr>
          <p:nvPr/>
        </p:nvPicPr>
        <p:blipFill>
          <a:blip r:embed="rId4"/>
          <a:stretch>
            <a:fillRect/>
          </a:stretch>
        </p:blipFill>
        <p:spPr>
          <a:xfrm>
            <a:off x="2774770" y="3292493"/>
            <a:ext cx="5772447" cy="2883048"/>
          </a:xfrm>
          <a:prstGeom prst="rect">
            <a:avLst/>
          </a:prstGeom>
        </p:spPr>
      </p:pic>
    </p:spTree>
    <p:extLst>
      <p:ext uri="{BB962C8B-B14F-4D97-AF65-F5344CB8AC3E}">
        <p14:creationId xmlns:p14="http://schemas.microsoft.com/office/powerpoint/2010/main" val="34314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22E500-9DDC-61C8-5913-B1F20498E16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62D5D31-12A0-FCE7-14C6-C3B229423A2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(8)</a:t>
            </a:r>
          </a:p>
        </p:txBody>
      </p:sp>
      <p:pic>
        <p:nvPicPr>
          <p:cNvPr id="3" name="Picture 2">
            <a:extLst>
              <a:ext uri="{FF2B5EF4-FFF2-40B4-BE49-F238E27FC236}">
                <a16:creationId xmlns:a16="http://schemas.microsoft.com/office/drawing/2014/main" id="{5D2DD89E-AAB3-5EBB-F36F-72D71287FEE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46FA1740-3E84-C0AC-89BB-08009897108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7" name="Text Placeholder 17">
            <a:extLst>
              <a:ext uri="{FF2B5EF4-FFF2-40B4-BE49-F238E27FC236}">
                <a16:creationId xmlns:a16="http://schemas.microsoft.com/office/drawing/2014/main" id="{0C3E7E80-7E9B-300C-6A91-80D795ABBDDC}"/>
              </a:ext>
            </a:extLst>
          </p:cNvPr>
          <p:cNvSpPr txBox="1">
            <a:spLocks/>
          </p:cNvSpPr>
          <p:nvPr/>
        </p:nvSpPr>
        <p:spPr>
          <a:xfrm>
            <a:off x="246024" y="882839"/>
            <a:ext cx="8395952"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200"/>
              <a:t>Give </a:t>
            </a:r>
            <a:r>
              <a:rPr lang="en-US" sz="3200" b="1"/>
              <a:t>directions</a:t>
            </a:r>
            <a:r>
              <a:rPr lang="en-US" sz="3200"/>
              <a:t> from the </a:t>
            </a:r>
            <a:r>
              <a:rPr lang="en-US" sz="3200" b="1"/>
              <a:t>house</a:t>
            </a:r>
            <a:r>
              <a:rPr lang="en-US" sz="3200"/>
              <a:t> to the </a:t>
            </a:r>
            <a:r>
              <a:rPr lang="en-US" sz="3200" b="1"/>
              <a:t>pond</a:t>
            </a:r>
            <a:r>
              <a:rPr lang="en-US" sz="3200"/>
              <a:t>. Fill in the </a:t>
            </a:r>
            <a:r>
              <a:rPr lang="en-US" sz="3200" b="1"/>
              <a:t>blanks</a:t>
            </a:r>
            <a:r>
              <a:rPr lang="en-US" sz="3200"/>
              <a:t> with </a:t>
            </a:r>
            <a:r>
              <a:rPr lang="en-US" sz="3200" b="1"/>
              <a:t>directional language</a:t>
            </a:r>
            <a:r>
              <a:rPr lang="en-US" sz="3200"/>
              <a:t>.</a:t>
            </a:r>
          </a:p>
          <a:p>
            <a:endParaRPr lang="en-US" sz="2800"/>
          </a:p>
          <a:p>
            <a:pPr marL="571500" indent="-571500">
              <a:buFont typeface="Arial" panose="020B0604020202020204" pitchFamily="34" charset="0"/>
              <a:buChar char="•"/>
            </a:pPr>
            <a:endParaRPr lang="en-US" sz="4000" b="1"/>
          </a:p>
        </p:txBody>
      </p:sp>
      <p:pic>
        <p:nvPicPr>
          <p:cNvPr id="14" name="Picture 13" descr="A map (house to pond)  with a path that shows :&#10;Walk out the front door and turn left.&#10;Walk forward past the tree.&#10;Turn left and walk 10 steps.&#10;Turn right and then right again.&#10;Walk 10 steps and then turn left.&#10;Walk forward and the pond is on your left.&#10;">
            <a:extLst>
              <a:ext uri="{FF2B5EF4-FFF2-40B4-BE49-F238E27FC236}">
                <a16:creationId xmlns:a16="http://schemas.microsoft.com/office/drawing/2014/main" id="{07BAD224-23C0-BC64-A33F-522F26237346}"/>
              </a:ext>
            </a:extLst>
          </p:cNvPr>
          <p:cNvPicPr>
            <a:picLocks noChangeAspect="1"/>
          </p:cNvPicPr>
          <p:nvPr/>
        </p:nvPicPr>
        <p:blipFill>
          <a:blip r:embed="rId4"/>
          <a:stretch>
            <a:fillRect/>
          </a:stretch>
        </p:blipFill>
        <p:spPr>
          <a:xfrm>
            <a:off x="8641976" y="1491193"/>
            <a:ext cx="3168813" cy="4934204"/>
          </a:xfrm>
          <a:prstGeom prst="rect">
            <a:avLst/>
          </a:prstGeom>
        </p:spPr>
      </p:pic>
      <p:sp>
        <p:nvSpPr>
          <p:cNvPr id="12" name="Text Placeholder 17">
            <a:extLst>
              <a:ext uri="{FF2B5EF4-FFF2-40B4-BE49-F238E27FC236}">
                <a16:creationId xmlns:a16="http://schemas.microsoft.com/office/drawing/2014/main" id="{2F391D96-1622-EDF4-7F08-95E03EEDCFE1}"/>
              </a:ext>
            </a:extLst>
          </p:cNvPr>
          <p:cNvSpPr txBox="1">
            <a:spLocks/>
          </p:cNvSpPr>
          <p:nvPr/>
        </p:nvSpPr>
        <p:spPr>
          <a:xfrm>
            <a:off x="246024" y="2535774"/>
            <a:ext cx="8395952"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Arial" panose="020B0604020202020204" pitchFamily="34" charset="0"/>
              <a:buChar char="•"/>
            </a:pPr>
            <a:r>
              <a:rPr lang="en-US" sz="2400"/>
              <a:t>Walk _________ past the tree.</a:t>
            </a:r>
          </a:p>
          <a:p>
            <a:pPr marL="342900" indent="-342900">
              <a:buFont typeface="Arial" panose="020B0604020202020204" pitchFamily="34" charset="0"/>
              <a:buChar char="•"/>
            </a:pPr>
            <a:r>
              <a:rPr lang="en-US" sz="2400"/>
              <a:t>Turn _______ and walk 10 steps.</a:t>
            </a:r>
          </a:p>
          <a:p>
            <a:pPr marL="342900" indent="-342900">
              <a:buFont typeface="Arial" panose="020B0604020202020204" pitchFamily="34" charset="0"/>
              <a:buChar char="•"/>
            </a:pPr>
            <a:r>
              <a:rPr lang="en-US" sz="2400"/>
              <a:t>Turn _______ and walk 10 steps.</a:t>
            </a:r>
          </a:p>
          <a:p>
            <a:pPr marL="342900" indent="-342900">
              <a:buFont typeface="Arial" panose="020B0604020202020204" pitchFamily="34" charset="0"/>
              <a:buChar char="•"/>
            </a:pPr>
            <a:r>
              <a:rPr lang="en-US" sz="2400"/>
              <a:t>Turn _______ and walk 10 steps.</a:t>
            </a:r>
          </a:p>
          <a:p>
            <a:pPr marL="342900" indent="-342900">
              <a:buFont typeface="Arial" panose="020B0604020202020204" pitchFamily="34" charset="0"/>
              <a:buChar char="•"/>
            </a:pPr>
            <a:r>
              <a:rPr lang="en-US" sz="2400"/>
              <a:t>Turn__________ and walk 10 steps.</a:t>
            </a:r>
          </a:p>
          <a:p>
            <a:pPr marL="342900" indent="-342900">
              <a:buFont typeface="Arial" panose="020B0604020202020204" pitchFamily="34" charset="0"/>
              <a:buChar char="•"/>
            </a:pPr>
            <a:r>
              <a:rPr lang="en-US" sz="2400"/>
              <a:t>The pond is on your _______.</a:t>
            </a:r>
          </a:p>
          <a:p>
            <a:endParaRPr lang="en-US"/>
          </a:p>
          <a:p>
            <a:pPr marL="571500" indent="-571500">
              <a:buFont typeface="Arial" panose="020B0604020202020204" pitchFamily="34" charset="0"/>
              <a:buChar char="•"/>
            </a:pPr>
            <a:endParaRPr lang="en-US" sz="4000" b="1"/>
          </a:p>
        </p:txBody>
      </p:sp>
    </p:spTree>
    <p:extLst>
      <p:ext uri="{BB962C8B-B14F-4D97-AF65-F5344CB8AC3E}">
        <p14:creationId xmlns:p14="http://schemas.microsoft.com/office/powerpoint/2010/main" val="484808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9613E-331A-83D0-CBD3-A2BA82CF95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23ED363-305A-3A65-38AF-556DA2DAC322}"/>
              </a:ext>
            </a:extLst>
          </p:cNvPr>
          <p:cNvSpPr>
            <a:spLocks noGrp="1"/>
          </p:cNvSpPr>
          <p:nvPr>
            <p:ph type="title"/>
          </p:nvPr>
        </p:nvSpPr>
        <p:spPr>
          <a:xfrm>
            <a:off x="360000" y="360000"/>
            <a:ext cx="10367268" cy="545601"/>
          </a:xfrm>
        </p:spPr>
        <p:txBody>
          <a:bodyPr/>
          <a:lstStyle/>
          <a:p>
            <a:r>
              <a:rPr lang="en-AU"/>
              <a:t>Activity 2 – representing equivalent fractions for thirds and sixths</a:t>
            </a:r>
          </a:p>
        </p:txBody>
      </p:sp>
      <p:pic>
        <p:nvPicPr>
          <p:cNvPr id="4" name="Picture 3">
            <a:extLst>
              <a:ext uri="{FF2B5EF4-FFF2-40B4-BE49-F238E27FC236}">
                <a16:creationId xmlns:a16="http://schemas.microsoft.com/office/drawing/2014/main" id="{D6502462-26FB-38CD-06DC-5F98705966B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67A3C9A-16B3-82E5-17C0-1858EAFCD54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18</a:t>
            </a:fld>
            <a:endParaRPr lang="en-AU"/>
          </a:p>
        </p:txBody>
      </p:sp>
      <p:grpSp>
        <p:nvGrpSpPr>
          <p:cNvPr id="3" name="Group 2" descr="A series of images to represent equivalent fractions. At the top is a yellow rectangle labelled one whole. Underneath the whole are four different sets of equivalent fractions. Set one is 1/2 together with three sixths. Set two is 1/2 together with 1/3 and 1/6. Set three is 2/6 with 1/3. Set four is 4/6 with 2/3.">
            <a:extLst>
              <a:ext uri="{FF2B5EF4-FFF2-40B4-BE49-F238E27FC236}">
                <a16:creationId xmlns:a16="http://schemas.microsoft.com/office/drawing/2014/main" id="{AF1A17E7-BE6C-53E0-AE92-2E35B0D30E9C}"/>
              </a:ext>
            </a:extLst>
          </p:cNvPr>
          <p:cNvGrpSpPr/>
          <p:nvPr/>
        </p:nvGrpSpPr>
        <p:grpSpPr>
          <a:xfrm>
            <a:off x="1457252" y="1600171"/>
            <a:ext cx="9277495" cy="5005829"/>
            <a:chOff x="1457252" y="1600171"/>
            <a:chExt cx="9277495" cy="5005829"/>
          </a:xfrm>
        </p:grpSpPr>
        <p:grpSp>
          <p:nvGrpSpPr>
            <p:cNvPr id="5" name="Group 3" descr="1 whole">
              <a:extLst>
                <a:ext uri="{FF2B5EF4-FFF2-40B4-BE49-F238E27FC236}">
                  <a16:creationId xmlns:a16="http://schemas.microsoft.com/office/drawing/2014/main" id="{0DFC6335-5B18-722C-9882-3F154B5BA413}"/>
                </a:ext>
              </a:extLst>
            </p:cNvPr>
            <p:cNvGrpSpPr/>
            <p:nvPr/>
          </p:nvGrpSpPr>
          <p:grpSpPr>
            <a:xfrm>
              <a:off x="1457252" y="1600171"/>
              <a:ext cx="9277494" cy="769361"/>
              <a:chOff x="0" y="-28575"/>
              <a:chExt cx="3715605" cy="308126"/>
            </a:xfrm>
          </p:grpSpPr>
          <p:sp>
            <p:nvSpPr>
              <p:cNvPr id="102" name="Freeform 4">
                <a:extLst>
                  <a:ext uri="{FF2B5EF4-FFF2-40B4-BE49-F238E27FC236}">
                    <a16:creationId xmlns:a16="http://schemas.microsoft.com/office/drawing/2014/main" id="{98EB66CA-956C-8342-2CAC-C3A82EC9D773}"/>
                  </a:ext>
                </a:extLst>
              </p:cNvPr>
              <p:cNvSpPr/>
              <p:nvPr/>
            </p:nvSpPr>
            <p:spPr>
              <a:xfrm>
                <a:off x="0" y="0"/>
                <a:ext cx="3715605" cy="279551"/>
              </a:xfrm>
              <a:custGeom>
                <a:avLst/>
                <a:gdLst/>
                <a:ahLst/>
                <a:cxnLst/>
                <a:rect l="l" t="t" r="r" b="b"/>
                <a:pathLst>
                  <a:path w="3715605" h="279551">
                    <a:moveTo>
                      <a:pt x="0" y="0"/>
                    </a:moveTo>
                    <a:lnTo>
                      <a:pt x="3715605" y="0"/>
                    </a:lnTo>
                    <a:lnTo>
                      <a:pt x="3715605" y="279551"/>
                    </a:lnTo>
                    <a:lnTo>
                      <a:pt x="0" y="279551"/>
                    </a:lnTo>
                    <a:close/>
                  </a:path>
                </a:pathLst>
              </a:custGeom>
              <a:solidFill>
                <a:srgbClr val="F7FB55"/>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03" name="TextBox 5">
                <a:extLst>
                  <a:ext uri="{FF2B5EF4-FFF2-40B4-BE49-F238E27FC236}">
                    <a16:creationId xmlns:a16="http://schemas.microsoft.com/office/drawing/2014/main" id="{5B13D707-8F35-5772-83DF-707CC7928FFB}"/>
                  </a:ext>
                </a:extLst>
              </p:cNvPr>
              <p:cNvSpPr txBox="1"/>
              <p:nvPr/>
            </p:nvSpPr>
            <p:spPr>
              <a:xfrm>
                <a:off x="0" y="-28575"/>
                <a:ext cx="3715605"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sp>
          <p:nvSpPr>
            <p:cNvPr id="7" name="TextBox 6">
              <a:extLst>
                <a:ext uri="{FF2B5EF4-FFF2-40B4-BE49-F238E27FC236}">
                  <a16:creationId xmlns:a16="http://schemas.microsoft.com/office/drawing/2014/main" id="{4E0655AF-7B51-542A-6CF5-0AD70973CD9B}"/>
                </a:ext>
              </a:extLst>
            </p:cNvPr>
            <p:cNvSpPr txBox="1"/>
            <p:nvPr/>
          </p:nvSpPr>
          <p:spPr>
            <a:xfrm>
              <a:off x="5017564" y="1773180"/>
              <a:ext cx="2183862" cy="502830"/>
            </a:xfrm>
            <a:prstGeom prst="rect">
              <a:avLst/>
            </a:prstGeom>
          </p:spPr>
          <p:txBody>
            <a:bodyPr wrap="square" lIns="0" tIns="0" rIns="0" bIns="0" rtlCol="0" anchor="t">
              <a:spAutoFit/>
            </a:bodyPr>
            <a:lstStyle/>
            <a:p>
              <a:pPr algn="ctr" defTabSz="914400">
                <a:lnSpc>
                  <a:spcPts val="4282"/>
                </a:lnSpc>
              </a:pPr>
              <a:r>
                <a:rPr lang="en-US" sz="3058">
                  <a:solidFill>
                    <a:srgbClr val="000000"/>
                  </a:solidFill>
                  <a:latin typeface="Arial" panose="020B0604020202020204" pitchFamily="34" charset="0"/>
                  <a:ea typeface="Canva Student Font"/>
                  <a:cs typeface="Arial" panose="020B0604020202020204" pitchFamily="34" charset="0"/>
                  <a:sym typeface="Canva Student Font"/>
                </a:rPr>
                <a:t>one whole</a:t>
              </a:r>
            </a:p>
          </p:txBody>
        </p:sp>
        <p:sp>
          <p:nvSpPr>
            <p:cNvPr id="8" name="TextBox 7">
              <a:extLst>
                <a:ext uri="{FF2B5EF4-FFF2-40B4-BE49-F238E27FC236}">
                  <a16:creationId xmlns:a16="http://schemas.microsoft.com/office/drawing/2014/main" id="{9F4EA274-D51C-A944-0DB5-1BA45765AED2}"/>
                </a:ext>
              </a:extLst>
            </p:cNvPr>
            <p:cNvSpPr txBox="1"/>
            <p:nvPr/>
          </p:nvSpPr>
          <p:spPr>
            <a:xfrm>
              <a:off x="7889748" y="3025228"/>
              <a:ext cx="1227884" cy="461344"/>
            </a:xfrm>
            <a:prstGeom prst="rect">
              <a:avLst/>
            </a:prstGeom>
          </p:spPr>
          <p:txBody>
            <a:bodyPr lIns="0" tIns="0" rIns="0" bIns="0" rtlCol="0" anchor="t">
              <a:spAutoFit/>
            </a:bodyPr>
            <a:lstStyle/>
            <a:p>
              <a:pPr algn="ctr" defTabSz="914400">
                <a:lnSpc>
                  <a:spcPts val="3632"/>
                </a:lnSpc>
              </a:pPr>
              <a:r>
                <a:rPr lang="en-US" sz="2594">
                  <a:solidFill>
                    <a:srgbClr val="000000"/>
                  </a:solidFill>
                  <a:latin typeface="Canva Student Font"/>
                  <a:ea typeface="Canva Student Font"/>
                  <a:cs typeface="Canva Student Font"/>
                  <a:sym typeface="Canva Student Font"/>
                </a:rPr>
                <a:t>1/2</a:t>
              </a:r>
            </a:p>
          </p:txBody>
        </p:sp>
        <p:grpSp>
          <p:nvGrpSpPr>
            <p:cNvPr id="9" name="Group 8" descr="one half">
              <a:extLst>
                <a:ext uri="{FF2B5EF4-FFF2-40B4-BE49-F238E27FC236}">
                  <a16:creationId xmlns:a16="http://schemas.microsoft.com/office/drawing/2014/main" id="{8DA27916-13EB-DC35-7C7A-722C420F6D96}"/>
                </a:ext>
              </a:extLst>
            </p:cNvPr>
            <p:cNvGrpSpPr/>
            <p:nvPr/>
          </p:nvGrpSpPr>
          <p:grpSpPr>
            <a:xfrm>
              <a:off x="6095999" y="2754052"/>
              <a:ext cx="4638747" cy="758705"/>
              <a:chOff x="0" y="-28575"/>
              <a:chExt cx="1883896" cy="308126"/>
            </a:xfrm>
          </p:grpSpPr>
          <p:sp>
            <p:nvSpPr>
              <p:cNvPr id="100" name="Freeform 9">
                <a:extLst>
                  <a:ext uri="{FF2B5EF4-FFF2-40B4-BE49-F238E27FC236}">
                    <a16:creationId xmlns:a16="http://schemas.microsoft.com/office/drawing/2014/main" id="{64947E3B-B589-B047-7A54-416576138037}"/>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01" name="TextBox 10">
                <a:extLst>
                  <a:ext uri="{FF2B5EF4-FFF2-40B4-BE49-F238E27FC236}">
                    <a16:creationId xmlns:a16="http://schemas.microsoft.com/office/drawing/2014/main" id="{9B9EC4C6-9E73-7190-2A9D-78B1DD3B59A3}"/>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10" name="Group 11" descr="one half">
              <a:extLst>
                <a:ext uri="{FF2B5EF4-FFF2-40B4-BE49-F238E27FC236}">
                  <a16:creationId xmlns:a16="http://schemas.microsoft.com/office/drawing/2014/main" id="{EEEB0194-358E-3424-3C8F-735E29260D1C}"/>
                </a:ext>
              </a:extLst>
            </p:cNvPr>
            <p:cNvGrpSpPr/>
            <p:nvPr/>
          </p:nvGrpSpPr>
          <p:grpSpPr>
            <a:xfrm>
              <a:off x="8300627" y="2867507"/>
              <a:ext cx="273707" cy="602155"/>
              <a:chOff x="0" y="0"/>
              <a:chExt cx="364943" cy="802874"/>
            </a:xfrm>
          </p:grpSpPr>
          <p:sp>
            <p:nvSpPr>
              <p:cNvPr id="99" name="Freeform 12">
                <a:extLst>
                  <a:ext uri="{FF2B5EF4-FFF2-40B4-BE49-F238E27FC236}">
                    <a16:creationId xmlns:a16="http://schemas.microsoft.com/office/drawing/2014/main" id="{F90B88C5-3747-00EA-4657-4E2430B46394}"/>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12" name="Group 14" descr="one half">
              <a:extLst>
                <a:ext uri="{FF2B5EF4-FFF2-40B4-BE49-F238E27FC236}">
                  <a16:creationId xmlns:a16="http://schemas.microsoft.com/office/drawing/2014/main" id="{358E9B9F-7EDE-FE2C-6A10-FD6B68527984}"/>
                </a:ext>
              </a:extLst>
            </p:cNvPr>
            <p:cNvGrpSpPr/>
            <p:nvPr/>
          </p:nvGrpSpPr>
          <p:grpSpPr>
            <a:xfrm>
              <a:off x="1462244" y="2753354"/>
              <a:ext cx="4638747" cy="758705"/>
              <a:chOff x="0" y="-28575"/>
              <a:chExt cx="1883896" cy="308126"/>
            </a:xfrm>
          </p:grpSpPr>
          <p:sp>
            <p:nvSpPr>
              <p:cNvPr id="97" name="Freeform 15">
                <a:extLst>
                  <a:ext uri="{FF2B5EF4-FFF2-40B4-BE49-F238E27FC236}">
                    <a16:creationId xmlns:a16="http://schemas.microsoft.com/office/drawing/2014/main" id="{794F21C1-AB4B-E252-74F7-127DE30028F5}"/>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98" name="TextBox 16">
                <a:extLst>
                  <a:ext uri="{FF2B5EF4-FFF2-40B4-BE49-F238E27FC236}">
                    <a16:creationId xmlns:a16="http://schemas.microsoft.com/office/drawing/2014/main" id="{D26B1137-7019-6994-D220-ED7854099A00}"/>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13" name="Group 17" descr="one half">
              <a:extLst>
                <a:ext uri="{FF2B5EF4-FFF2-40B4-BE49-F238E27FC236}">
                  <a16:creationId xmlns:a16="http://schemas.microsoft.com/office/drawing/2014/main" id="{3FCFF336-AA19-929B-8724-8E3A004FF5F1}"/>
                </a:ext>
              </a:extLst>
            </p:cNvPr>
            <p:cNvGrpSpPr/>
            <p:nvPr/>
          </p:nvGrpSpPr>
          <p:grpSpPr>
            <a:xfrm>
              <a:off x="3666873" y="2866810"/>
              <a:ext cx="273707" cy="602155"/>
              <a:chOff x="0" y="0"/>
              <a:chExt cx="364943" cy="802874"/>
            </a:xfrm>
          </p:grpSpPr>
          <p:sp>
            <p:nvSpPr>
              <p:cNvPr id="96" name="Freeform 18">
                <a:extLst>
                  <a:ext uri="{FF2B5EF4-FFF2-40B4-BE49-F238E27FC236}">
                    <a16:creationId xmlns:a16="http://schemas.microsoft.com/office/drawing/2014/main" id="{520F837F-BBDF-8293-18AF-A3CBDBE95F7D}"/>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104" name="Group 103" descr="A whole divided into 4 sixths and 1 third">
              <a:extLst>
                <a:ext uri="{FF2B5EF4-FFF2-40B4-BE49-F238E27FC236}">
                  <a16:creationId xmlns:a16="http://schemas.microsoft.com/office/drawing/2014/main" id="{101B1AC8-0F2F-517A-8931-53956308CFC3}"/>
                </a:ext>
              </a:extLst>
            </p:cNvPr>
            <p:cNvGrpSpPr/>
            <p:nvPr/>
          </p:nvGrpSpPr>
          <p:grpSpPr>
            <a:xfrm>
              <a:off x="1457252" y="3434767"/>
              <a:ext cx="9267509" cy="893596"/>
              <a:chOff x="1467237" y="3404920"/>
              <a:chExt cx="9267509" cy="893596"/>
            </a:xfrm>
          </p:grpSpPr>
          <p:grpSp>
            <p:nvGrpSpPr>
              <p:cNvPr id="14" name="Group 19">
                <a:extLst>
                  <a:ext uri="{FF2B5EF4-FFF2-40B4-BE49-F238E27FC236}">
                    <a16:creationId xmlns:a16="http://schemas.microsoft.com/office/drawing/2014/main" id="{6001D067-AAAC-2180-7D22-1909EEA585A0}"/>
                  </a:ext>
                </a:extLst>
              </p:cNvPr>
              <p:cNvGrpSpPr/>
              <p:nvPr/>
            </p:nvGrpSpPr>
            <p:grpSpPr>
              <a:xfrm>
                <a:off x="9181701" y="3405269"/>
                <a:ext cx="1553045" cy="893247"/>
                <a:chOff x="0" y="-38100"/>
                <a:chExt cx="552285" cy="317651"/>
              </a:xfrm>
            </p:grpSpPr>
            <p:sp>
              <p:nvSpPr>
                <p:cNvPr id="94" name="Freeform 20">
                  <a:extLst>
                    <a:ext uri="{FF2B5EF4-FFF2-40B4-BE49-F238E27FC236}">
                      <a16:creationId xmlns:a16="http://schemas.microsoft.com/office/drawing/2014/main" id="{43388DB5-D6A7-0E00-CC51-D8D36DEA6DEE}"/>
                    </a:ext>
                  </a:extLst>
                </p:cNvPr>
                <p:cNvSpPr/>
                <p:nvPr/>
              </p:nvSpPr>
              <p:spPr>
                <a:xfrm>
                  <a:off x="0" y="0"/>
                  <a:ext cx="552285" cy="279551"/>
                </a:xfrm>
                <a:custGeom>
                  <a:avLst/>
                  <a:gdLst/>
                  <a:ahLst/>
                  <a:cxnLst/>
                  <a:rect l="l" t="t" r="r" b="b"/>
                  <a:pathLst>
                    <a:path w="552285" h="279551">
                      <a:moveTo>
                        <a:pt x="0" y="0"/>
                      </a:moveTo>
                      <a:lnTo>
                        <a:pt x="552285" y="0"/>
                      </a:lnTo>
                      <a:lnTo>
                        <a:pt x="552285"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95" name="TextBox 21">
                  <a:extLst>
                    <a:ext uri="{FF2B5EF4-FFF2-40B4-BE49-F238E27FC236}">
                      <a16:creationId xmlns:a16="http://schemas.microsoft.com/office/drawing/2014/main" id="{20104E38-0489-920F-F408-5ABE663FC41D}"/>
                    </a:ext>
                  </a:extLst>
                </p:cNvPr>
                <p:cNvSpPr txBox="1"/>
                <p:nvPr/>
              </p:nvSpPr>
              <p:spPr>
                <a:xfrm>
                  <a:off x="0" y="-38100"/>
                  <a:ext cx="552285"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15" name="Group 22">
                <a:extLst>
                  <a:ext uri="{FF2B5EF4-FFF2-40B4-BE49-F238E27FC236}">
                    <a16:creationId xmlns:a16="http://schemas.microsoft.com/office/drawing/2014/main" id="{2B05F285-DCF0-DC39-7B6C-86F33A479CCB}"/>
                  </a:ext>
                </a:extLst>
              </p:cNvPr>
              <p:cNvGrpSpPr/>
              <p:nvPr/>
            </p:nvGrpSpPr>
            <p:grpSpPr>
              <a:xfrm>
                <a:off x="6100991" y="3405269"/>
                <a:ext cx="3080709" cy="893247"/>
                <a:chOff x="0" y="-38100"/>
                <a:chExt cx="1095545" cy="317651"/>
              </a:xfrm>
            </p:grpSpPr>
            <p:sp>
              <p:nvSpPr>
                <p:cNvPr id="92" name="Freeform 23">
                  <a:extLst>
                    <a:ext uri="{FF2B5EF4-FFF2-40B4-BE49-F238E27FC236}">
                      <a16:creationId xmlns:a16="http://schemas.microsoft.com/office/drawing/2014/main" id="{68007B19-E22E-BECA-D2E4-5E8B39AA67CE}"/>
                    </a:ext>
                  </a:extLst>
                </p:cNvPr>
                <p:cNvSpPr/>
                <p:nvPr/>
              </p:nvSpPr>
              <p:spPr>
                <a:xfrm>
                  <a:off x="0" y="0"/>
                  <a:ext cx="1095545" cy="279551"/>
                </a:xfrm>
                <a:custGeom>
                  <a:avLst/>
                  <a:gdLst/>
                  <a:ahLst/>
                  <a:cxnLst/>
                  <a:rect l="l" t="t" r="r" b="b"/>
                  <a:pathLst>
                    <a:path w="1095545" h="279551">
                      <a:moveTo>
                        <a:pt x="0" y="0"/>
                      </a:moveTo>
                      <a:lnTo>
                        <a:pt x="1095545" y="0"/>
                      </a:lnTo>
                      <a:lnTo>
                        <a:pt x="1095545" y="279551"/>
                      </a:lnTo>
                      <a:lnTo>
                        <a:pt x="0" y="279551"/>
                      </a:lnTo>
                      <a:close/>
                    </a:path>
                  </a:pathLst>
                </a:custGeom>
                <a:solidFill>
                  <a:srgbClr val="ECECEC"/>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93" name="TextBox 24">
                  <a:extLst>
                    <a:ext uri="{FF2B5EF4-FFF2-40B4-BE49-F238E27FC236}">
                      <a16:creationId xmlns:a16="http://schemas.microsoft.com/office/drawing/2014/main" id="{E4E73E9C-171A-09A5-0E81-EEEFD27ED1D7}"/>
                    </a:ext>
                  </a:extLst>
                </p:cNvPr>
                <p:cNvSpPr txBox="1"/>
                <p:nvPr/>
              </p:nvSpPr>
              <p:spPr>
                <a:xfrm>
                  <a:off x="0" y="-38100"/>
                  <a:ext cx="1095545"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16" name="Group 25">
                <a:extLst>
                  <a:ext uri="{FF2B5EF4-FFF2-40B4-BE49-F238E27FC236}">
                    <a16:creationId xmlns:a16="http://schemas.microsoft.com/office/drawing/2014/main" id="{E91BE7FD-CF88-33DF-2D95-440428F77BBE}"/>
                  </a:ext>
                </a:extLst>
              </p:cNvPr>
              <p:cNvGrpSpPr/>
              <p:nvPr/>
            </p:nvGrpSpPr>
            <p:grpSpPr>
              <a:xfrm>
                <a:off x="4547946" y="3404920"/>
                <a:ext cx="1553045" cy="893247"/>
                <a:chOff x="0" y="-38100"/>
                <a:chExt cx="552285" cy="317651"/>
              </a:xfrm>
            </p:grpSpPr>
            <p:sp>
              <p:nvSpPr>
                <p:cNvPr id="90" name="Freeform 26">
                  <a:extLst>
                    <a:ext uri="{FF2B5EF4-FFF2-40B4-BE49-F238E27FC236}">
                      <a16:creationId xmlns:a16="http://schemas.microsoft.com/office/drawing/2014/main" id="{1DD72A3C-163B-E20D-23D4-08E23E847A94}"/>
                    </a:ext>
                  </a:extLst>
                </p:cNvPr>
                <p:cNvSpPr/>
                <p:nvPr/>
              </p:nvSpPr>
              <p:spPr>
                <a:xfrm>
                  <a:off x="0" y="0"/>
                  <a:ext cx="552285" cy="279551"/>
                </a:xfrm>
                <a:custGeom>
                  <a:avLst/>
                  <a:gdLst/>
                  <a:ahLst/>
                  <a:cxnLst/>
                  <a:rect l="l" t="t" r="r" b="b"/>
                  <a:pathLst>
                    <a:path w="552285" h="279551">
                      <a:moveTo>
                        <a:pt x="0" y="0"/>
                      </a:moveTo>
                      <a:lnTo>
                        <a:pt x="552285" y="0"/>
                      </a:lnTo>
                      <a:lnTo>
                        <a:pt x="552285"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91" name="TextBox 27">
                  <a:extLst>
                    <a:ext uri="{FF2B5EF4-FFF2-40B4-BE49-F238E27FC236}">
                      <a16:creationId xmlns:a16="http://schemas.microsoft.com/office/drawing/2014/main" id="{2FBC670F-AF90-52D8-93CE-A0F6FBE3C3ED}"/>
                    </a:ext>
                  </a:extLst>
                </p:cNvPr>
                <p:cNvSpPr txBox="1"/>
                <p:nvPr/>
              </p:nvSpPr>
              <p:spPr>
                <a:xfrm>
                  <a:off x="0" y="-38100"/>
                  <a:ext cx="552285"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17" name="Group 28">
                <a:extLst>
                  <a:ext uri="{FF2B5EF4-FFF2-40B4-BE49-F238E27FC236}">
                    <a16:creationId xmlns:a16="http://schemas.microsoft.com/office/drawing/2014/main" id="{7D420EED-5AD4-6F70-533F-40DA10568E6E}"/>
                  </a:ext>
                </a:extLst>
              </p:cNvPr>
              <p:cNvGrpSpPr/>
              <p:nvPr/>
            </p:nvGrpSpPr>
            <p:grpSpPr>
              <a:xfrm>
                <a:off x="2994901" y="3404920"/>
                <a:ext cx="1553045" cy="893247"/>
                <a:chOff x="0" y="-38100"/>
                <a:chExt cx="552285" cy="317651"/>
              </a:xfrm>
            </p:grpSpPr>
            <p:sp>
              <p:nvSpPr>
                <p:cNvPr id="88" name="Freeform 29">
                  <a:extLst>
                    <a:ext uri="{FF2B5EF4-FFF2-40B4-BE49-F238E27FC236}">
                      <a16:creationId xmlns:a16="http://schemas.microsoft.com/office/drawing/2014/main" id="{615478BB-AF72-45D9-C377-2C344AE556BD}"/>
                    </a:ext>
                  </a:extLst>
                </p:cNvPr>
                <p:cNvSpPr/>
                <p:nvPr/>
              </p:nvSpPr>
              <p:spPr>
                <a:xfrm>
                  <a:off x="0" y="0"/>
                  <a:ext cx="552285" cy="279551"/>
                </a:xfrm>
                <a:custGeom>
                  <a:avLst/>
                  <a:gdLst/>
                  <a:ahLst/>
                  <a:cxnLst/>
                  <a:rect l="l" t="t" r="r" b="b"/>
                  <a:pathLst>
                    <a:path w="552285" h="279551">
                      <a:moveTo>
                        <a:pt x="0" y="0"/>
                      </a:moveTo>
                      <a:lnTo>
                        <a:pt x="552285" y="0"/>
                      </a:lnTo>
                      <a:lnTo>
                        <a:pt x="552285"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89" name="TextBox 30">
                  <a:extLst>
                    <a:ext uri="{FF2B5EF4-FFF2-40B4-BE49-F238E27FC236}">
                      <a16:creationId xmlns:a16="http://schemas.microsoft.com/office/drawing/2014/main" id="{49C72970-5B26-1B0A-70B6-5CDD65C4DC5E}"/>
                    </a:ext>
                  </a:extLst>
                </p:cNvPr>
                <p:cNvSpPr txBox="1"/>
                <p:nvPr/>
              </p:nvSpPr>
              <p:spPr>
                <a:xfrm>
                  <a:off x="0" y="-38100"/>
                  <a:ext cx="552285"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18" name="Group 31">
                <a:extLst>
                  <a:ext uri="{FF2B5EF4-FFF2-40B4-BE49-F238E27FC236}">
                    <a16:creationId xmlns:a16="http://schemas.microsoft.com/office/drawing/2014/main" id="{60E43A5B-157E-4913-6CDB-6B71C374244F}"/>
                  </a:ext>
                </a:extLst>
              </p:cNvPr>
              <p:cNvGrpSpPr/>
              <p:nvPr/>
            </p:nvGrpSpPr>
            <p:grpSpPr>
              <a:xfrm>
                <a:off x="1467237" y="3404920"/>
                <a:ext cx="1553045" cy="893247"/>
                <a:chOff x="0" y="-38100"/>
                <a:chExt cx="552285" cy="317651"/>
              </a:xfrm>
            </p:grpSpPr>
            <p:sp>
              <p:nvSpPr>
                <p:cNvPr id="86" name="Freeform 32">
                  <a:extLst>
                    <a:ext uri="{FF2B5EF4-FFF2-40B4-BE49-F238E27FC236}">
                      <a16:creationId xmlns:a16="http://schemas.microsoft.com/office/drawing/2014/main" id="{2A7D4A34-8862-FAC7-E44C-D77FE4C74775}"/>
                    </a:ext>
                  </a:extLst>
                </p:cNvPr>
                <p:cNvSpPr/>
                <p:nvPr/>
              </p:nvSpPr>
              <p:spPr>
                <a:xfrm>
                  <a:off x="0" y="0"/>
                  <a:ext cx="552285" cy="279551"/>
                </a:xfrm>
                <a:custGeom>
                  <a:avLst/>
                  <a:gdLst/>
                  <a:ahLst/>
                  <a:cxnLst/>
                  <a:rect l="l" t="t" r="r" b="b"/>
                  <a:pathLst>
                    <a:path w="552285" h="279551">
                      <a:moveTo>
                        <a:pt x="0" y="0"/>
                      </a:moveTo>
                      <a:lnTo>
                        <a:pt x="552285" y="0"/>
                      </a:lnTo>
                      <a:lnTo>
                        <a:pt x="552285"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87" name="TextBox 33">
                  <a:extLst>
                    <a:ext uri="{FF2B5EF4-FFF2-40B4-BE49-F238E27FC236}">
                      <a16:creationId xmlns:a16="http://schemas.microsoft.com/office/drawing/2014/main" id="{8F13C5F3-469F-D6BE-CAB9-1DDCE6A2A3ED}"/>
                    </a:ext>
                  </a:extLst>
                </p:cNvPr>
                <p:cNvSpPr txBox="1"/>
                <p:nvPr/>
              </p:nvSpPr>
              <p:spPr>
                <a:xfrm>
                  <a:off x="0" y="-38100"/>
                  <a:ext cx="552285"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24" name="Group 73">
                <a:extLst>
                  <a:ext uri="{FF2B5EF4-FFF2-40B4-BE49-F238E27FC236}">
                    <a16:creationId xmlns:a16="http://schemas.microsoft.com/office/drawing/2014/main" id="{F246CD42-103F-8827-69D4-1CDC4EB4964A}"/>
                  </a:ext>
                </a:extLst>
              </p:cNvPr>
              <p:cNvGrpSpPr/>
              <p:nvPr/>
            </p:nvGrpSpPr>
            <p:grpSpPr>
              <a:xfrm>
                <a:off x="7482818" y="3556351"/>
                <a:ext cx="317057" cy="697525"/>
                <a:chOff x="0" y="0"/>
                <a:chExt cx="422742" cy="930033"/>
              </a:xfrm>
            </p:grpSpPr>
            <p:sp>
              <p:nvSpPr>
                <p:cNvPr id="51" name="Freeform 74">
                  <a:extLst>
                    <a:ext uri="{FF2B5EF4-FFF2-40B4-BE49-F238E27FC236}">
                      <a16:creationId xmlns:a16="http://schemas.microsoft.com/office/drawing/2014/main" id="{306B0E12-9432-3A0C-0B77-CB605745DF8B}"/>
                    </a:ext>
                  </a:extLst>
                </p:cNvPr>
                <p:cNvSpPr/>
                <p:nvPr/>
              </p:nvSpPr>
              <p:spPr>
                <a:xfrm>
                  <a:off x="0" y="0"/>
                  <a:ext cx="422742" cy="930033"/>
                </a:xfrm>
                <a:custGeom>
                  <a:avLst/>
                  <a:gdLst/>
                  <a:ahLst/>
                  <a:cxnLst/>
                  <a:rect l="l" t="t" r="r" b="b"/>
                  <a:pathLst>
                    <a:path w="422742" h="930033">
                      <a:moveTo>
                        <a:pt x="0" y="0"/>
                      </a:moveTo>
                      <a:lnTo>
                        <a:pt x="422742" y="0"/>
                      </a:lnTo>
                      <a:lnTo>
                        <a:pt x="422742" y="930033"/>
                      </a:lnTo>
                      <a:lnTo>
                        <a:pt x="0" y="9300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28" name="Group 81">
                <a:extLst>
                  <a:ext uri="{FF2B5EF4-FFF2-40B4-BE49-F238E27FC236}">
                    <a16:creationId xmlns:a16="http://schemas.microsoft.com/office/drawing/2014/main" id="{3BAC8471-2FA7-15FD-C755-581223865602}"/>
                  </a:ext>
                </a:extLst>
              </p:cNvPr>
              <p:cNvGrpSpPr/>
              <p:nvPr/>
            </p:nvGrpSpPr>
            <p:grpSpPr>
              <a:xfrm>
                <a:off x="2092729" y="3572846"/>
                <a:ext cx="302061" cy="664535"/>
                <a:chOff x="0" y="0"/>
                <a:chExt cx="402748" cy="886047"/>
              </a:xfrm>
            </p:grpSpPr>
            <p:sp>
              <p:nvSpPr>
                <p:cNvPr id="47" name="Freeform 82">
                  <a:extLst>
                    <a:ext uri="{FF2B5EF4-FFF2-40B4-BE49-F238E27FC236}">
                      <a16:creationId xmlns:a16="http://schemas.microsoft.com/office/drawing/2014/main" id="{CDD90AC6-2CD7-6BC8-40DE-89D1997E3293}"/>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29" name="Group 83">
                <a:extLst>
                  <a:ext uri="{FF2B5EF4-FFF2-40B4-BE49-F238E27FC236}">
                    <a16:creationId xmlns:a16="http://schemas.microsoft.com/office/drawing/2014/main" id="{5EB5DF63-0C55-9B4C-DEC6-4B45CB03D426}"/>
                  </a:ext>
                </a:extLst>
              </p:cNvPr>
              <p:cNvGrpSpPr/>
              <p:nvPr/>
            </p:nvGrpSpPr>
            <p:grpSpPr>
              <a:xfrm>
                <a:off x="3638518" y="3573195"/>
                <a:ext cx="302061" cy="664535"/>
                <a:chOff x="0" y="0"/>
                <a:chExt cx="402748" cy="886047"/>
              </a:xfrm>
            </p:grpSpPr>
            <p:sp>
              <p:nvSpPr>
                <p:cNvPr id="46" name="Freeform 84">
                  <a:extLst>
                    <a:ext uri="{FF2B5EF4-FFF2-40B4-BE49-F238E27FC236}">
                      <a16:creationId xmlns:a16="http://schemas.microsoft.com/office/drawing/2014/main" id="{4C237B56-21E2-714E-68A1-EB105769DD34}"/>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30" name="Group 85">
                <a:extLst>
                  <a:ext uri="{FF2B5EF4-FFF2-40B4-BE49-F238E27FC236}">
                    <a16:creationId xmlns:a16="http://schemas.microsoft.com/office/drawing/2014/main" id="{0CF0C04F-89F6-7B2E-401F-49D1E16D96F7}"/>
                  </a:ext>
                </a:extLst>
              </p:cNvPr>
              <p:cNvGrpSpPr/>
              <p:nvPr/>
            </p:nvGrpSpPr>
            <p:grpSpPr>
              <a:xfrm>
                <a:off x="5173438" y="3556351"/>
                <a:ext cx="302061" cy="664535"/>
                <a:chOff x="0" y="0"/>
                <a:chExt cx="402748" cy="886047"/>
              </a:xfrm>
            </p:grpSpPr>
            <p:sp>
              <p:nvSpPr>
                <p:cNvPr id="45" name="Freeform 86">
                  <a:extLst>
                    <a:ext uri="{FF2B5EF4-FFF2-40B4-BE49-F238E27FC236}">
                      <a16:creationId xmlns:a16="http://schemas.microsoft.com/office/drawing/2014/main" id="{FBD8DD0D-231F-09CE-DEA9-DD8F428F0D8D}"/>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31" name="Group 87">
                <a:extLst>
                  <a:ext uri="{FF2B5EF4-FFF2-40B4-BE49-F238E27FC236}">
                    <a16:creationId xmlns:a16="http://schemas.microsoft.com/office/drawing/2014/main" id="{44137B57-F0E4-D99D-15B6-90EA6774B850}"/>
                  </a:ext>
                </a:extLst>
              </p:cNvPr>
              <p:cNvGrpSpPr/>
              <p:nvPr/>
            </p:nvGrpSpPr>
            <p:grpSpPr>
              <a:xfrm>
                <a:off x="9877304" y="3573195"/>
                <a:ext cx="302061" cy="664535"/>
                <a:chOff x="0" y="0"/>
                <a:chExt cx="402748" cy="886047"/>
              </a:xfrm>
            </p:grpSpPr>
            <p:sp>
              <p:nvSpPr>
                <p:cNvPr id="44" name="Freeform 88">
                  <a:extLst>
                    <a:ext uri="{FF2B5EF4-FFF2-40B4-BE49-F238E27FC236}">
                      <a16:creationId xmlns:a16="http://schemas.microsoft.com/office/drawing/2014/main" id="{373E92EB-76A7-DFB5-2618-2D977DA4826F}"/>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grpSp>
          <p:nvGrpSpPr>
            <p:cNvPr id="108" name="Group 107" descr="Two wholes divided into 6 sixths and 3 thirds">
              <a:extLst>
                <a:ext uri="{FF2B5EF4-FFF2-40B4-BE49-F238E27FC236}">
                  <a16:creationId xmlns:a16="http://schemas.microsoft.com/office/drawing/2014/main" id="{F374FA2C-A3EE-2E2D-660F-731216199E79}"/>
                </a:ext>
              </a:extLst>
            </p:cNvPr>
            <p:cNvGrpSpPr/>
            <p:nvPr/>
          </p:nvGrpSpPr>
          <p:grpSpPr>
            <a:xfrm>
              <a:off x="1470418" y="4914353"/>
              <a:ext cx="9264329" cy="1691647"/>
              <a:chOff x="1470418" y="4914353"/>
              <a:chExt cx="9264329" cy="1691647"/>
            </a:xfrm>
          </p:grpSpPr>
          <p:grpSp>
            <p:nvGrpSpPr>
              <p:cNvPr id="19" name="Group 34">
                <a:extLst>
                  <a:ext uri="{FF2B5EF4-FFF2-40B4-BE49-F238E27FC236}">
                    <a16:creationId xmlns:a16="http://schemas.microsoft.com/office/drawing/2014/main" id="{344BBB36-5E1E-2B09-430C-D3C406B6E940}"/>
                  </a:ext>
                </a:extLst>
              </p:cNvPr>
              <p:cNvGrpSpPr/>
              <p:nvPr/>
            </p:nvGrpSpPr>
            <p:grpSpPr>
              <a:xfrm>
                <a:off x="1470418" y="4914401"/>
                <a:ext cx="3092731" cy="897654"/>
                <a:chOff x="0" y="-38100"/>
                <a:chExt cx="1094419" cy="317651"/>
              </a:xfrm>
            </p:grpSpPr>
            <p:sp>
              <p:nvSpPr>
                <p:cNvPr id="84" name="Freeform 35">
                  <a:extLst>
                    <a:ext uri="{FF2B5EF4-FFF2-40B4-BE49-F238E27FC236}">
                      <a16:creationId xmlns:a16="http://schemas.microsoft.com/office/drawing/2014/main" id="{79A8ABA5-EB37-CBB3-2D5B-10DE050CF019}"/>
                    </a:ext>
                  </a:extLst>
                </p:cNvPr>
                <p:cNvSpPr/>
                <p:nvPr/>
              </p:nvSpPr>
              <p:spPr>
                <a:xfrm>
                  <a:off x="0" y="0"/>
                  <a:ext cx="1094419" cy="279551"/>
                </a:xfrm>
                <a:custGeom>
                  <a:avLst/>
                  <a:gdLst/>
                  <a:ahLst/>
                  <a:cxnLst/>
                  <a:rect l="l" t="t" r="r" b="b"/>
                  <a:pathLst>
                    <a:path w="1094419" h="279551">
                      <a:moveTo>
                        <a:pt x="0" y="0"/>
                      </a:moveTo>
                      <a:lnTo>
                        <a:pt x="1094419" y="0"/>
                      </a:lnTo>
                      <a:lnTo>
                        <a:pt x="1094419" y="279551"/>
                      </a:lnTo>
                      <a:lnTo>
                        <a:pt x="0" y="279551"/>
                      </a:lnTo>
                      <a:close/>
                    </a:path>
                  </a:pathLst>
                </a:custGeom>
                <a:solidFill>
                  <a:srgbClr val="ECECEC"/>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85" name="TextBox 36">
                  <a:extLst>
                    <a:ext uri="{FF2B5EF4-FFF2-40B4-BE49-F238E27FC236}">
                      <a16:creationId xmlns:a16="http://schemas.microsoft.com/office/drawing/2014/main" id="{23FFB0FA-2C1D-8C89-0E7B-493CA25C901B}"/>
                    </a:ext>
                  </a:extLst>
                </p:cNvPr>
                <p:cNvSpPr txBox="1"/>
                <p:nvPr/>
              </p:nvSpPr>
              <p:spPr>
                <a:xfrm>
                  <a:off x="0" y="-38100"/>
                  <a:ext cx="1094419"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22" name="Group 47">
                <a:extLst>
                  <a:ext uri="{FF2B5EF4-FFF2-40B4-BE49-F238E27FC236}">
                    <a16:creationId xmlns:a16="http://schemas.microsoft.com/office/drawing/2014/main" id="{C3C10292-238F-A598-80A4-7D42E51272E7}"/>
                  </a:ext>
                </a:extLst>
              </p:cNvPr>
              <p:cNvGrpSpPr/>
              <p:nvPr/>
            </p:nvGrpSpPr>
            <p:grpSpPr>
              <a:xfrm>
                <a:off x="4566330" y="4914353"/>
                <a:ext cx="3105484" cy="1691474"/>
                <a:chOff x="0" y="-143853"/>
                <a:chExt cx="4140645" cy="2255298"/>
              </a:xfrm>
            </p:grpSpPr>
            <p:grpSp>
              <p:nvGrpSpPr>
                <p:cNvPr id="64" name="Group 48">
                  <a:extLst>
                    <a:ext uri="{FF2B5EF4-FFF2-40B4-BE49-F238E27FC236}">
                      <a16:creationId xmlns:a16="http://schemas.microsoft.com/office/drawing/2014/main" id="{933955D6-7EDE-C47B-E8CE-F1FFFF57A86C}"/>
                    </a:ext>
                  </a:extLst>
                </p:cNvPr>
                <p:cNvGrpSpPr/>
                <p:nvPr/>
              </p:nvGrpSpPr>
              <p:grpSpPr>
                <a:xfrm>
                  <a:off x="4250" y="-143853"/>
                  <a:ext cx="4132144" cy="1199342"/>
                  <a:chOff x="0" y="-38100"/>
                  <a:chExt cx="1094419" cy="317651"/>
                </a:xfrm>
              </p:grpSpPr>
              <p:sp>
                <p:nvSpPr>
                  <p:cNvPr id="74" name="Freeform 49">
                    <a:extLst>
                      <a:ext uri="{FF2B5EF4-FFF2-40B4-BE49-F238E27FC236}">
                        <a16:creationId xmlns:a16="http://schemas.microsoft.com/office/drawing/2014/main" id="{24BEB2E3-35D8-53F2-C2F6-7F513D14F395}"/>
                      </a:ext>
                    </a:extLst>
                  </p:cNvPr>
                  <p:cNvSpPr/>
                  <p:nvPr/>
                </p:nvSpPr>
                <p:spPr>
                  <a:xfrm>
                    <a:off x="0" y="0"/>
                    <a:ext cx="1094419" cy="279551"/>
                  </a:xfrm>
                  <a:custGeom>
                    <a:avLst/>
                    <a:gdLst/>
                    <a:ahLst/>
                    <a:cxnLst/>
                    <a:rect l="l" t="t" r="r" b="b"/>
                    <a:pathLst>
                      <a:path w="1094419" h="279551">
                        <a:moveTo>
                          <a:pt x="0" y="0"/>
                        </a:moveTo>
                        <a:lnTo>
                          <a:pt x="1094419" y="0"/>
                        </a:lnTo>
                        <a:lnTo>
                          <a:pt x="1094419" y="279551"/>
                        </a:lnTo>
                        <a:lnTo>
                          <a:pt x="0" y="279551"/>
                        </a:lnTo>
                        <a:close/>
                      </a:path>
                    </a:pathLst>
                  </a:custGeom>
                  <a:solidFill>
                    <a:srgbClr val="ECECEC"/>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75" name="TextBox 50">
                    <a:extLst>
                      <a:ext uri="{FF2B5EF4-FFF2-40B4-BE49-F238E27FC236}">
                        <a16:creationId xmlns:a16="http://schemas.microsoft.com/office/drawing/2014/main" id="{C3245D5B-BB3B-DD11-59FD-7DDDD3F8BAC4}"/>
                      </a:ext>
                    </a:extLst>
                  </p:cNvPr>
                  <p:cNvSpPr txBox="1"/>
                  <p:nvPr/>
                </p:nvSpPr>
                <p:spPr>
                  <a:xfrm>
                    <a:off x="0" y="-38100"/>
                    <a:ext cx="1094419"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65" name="Group 51">
                  <a:extLst>
                    <a:ext uri="{FF2B5EF4-FFF2-40B4-BE49-F238E27FC236}">
                      <a16:creationId xmlns:a16="http://schemas.microsoft.com/office/drawing/2014/main" id="{A9075367-0694-5498-8E7E-5FEFA1A6006B}"/>
                    </a:ext>
                  </a:extLst>
                </p:cNvPr>
                <p:cNvGrpSpPr/>
                <p:nvPr/>
              </p:nvGrpSpPr>
              <p:grpSpPr>
                <a:xfrm>
                  <a:off x="0" y="911636"/>
                  <a:ext cx="2057553" cy="1199342"/>
                  <a:chOff x="0" y="-38100"/>
                  <a:chExt cx="544953" cy="317651"/>
                </a:xfrm>
              </p:grpSpPr>
              <p:sp>
                <p:nvSpPr>
                  <p:cNvPr id="72" name="Freeform 52">
                    <a:extLst>
                      <a:ext uri="{FF2B5EF4-FFF2-40B4-BE49-F238E27FC236}">
                        <a16:creationId xmlns:a16="http://schemas.microsoft.com/office/drawing/2014/main" id="{BAA21801-C8CC-76B9-C217-7D1D5838020A}"/>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73" name="TextBox 53">
                    <a:extLst>
                      <a:ext uri="{FF2B5EF4-FFF2-40B4-BE49-F238E27FC236}">
                        <a16:creationId xmlns:a16="http://schemas.microsoft.com/office/drawing/2014/main" id="{F7B507D1-3122-7C38-BE52-470045F16980}"/>
                      </a:ext>
                    </a:extLst>
                  </p:cNvPr>
                  <p:cNvSpPr txBox="1"/>
                  <p:nvPr/>
                </p:nvSpPr>
                <p:spPr>
                  <a:xfrm>
                    <a:off x="0" y="-38100"/>
                    <a:ext cx="544953"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66" name="Group 54">
                  <a:extLst>
                    <a:ext uri="{FF2B5EF4-FFF2-40B4-BE49-F238E27FC236}">
                      <a16:creationId xmlns:a16="http://schemas.microsoft.com/office/drawing/2014/main" id="{DD9E1458-D0EF-9BAE-4025-6E20133DD75B}"/>
                    </a:ext>
                  </a:extLst>
                </p:cNvPr>
                <p:cNvGrpSpPr/>
                <p:nvPr/>
              </p:nvGrpSpPr>
              <p:grpSpPr>
                <a:xfrm>
                  <a:off x="4250" y="903552"/>
                  <a:ext cx="2071416" cy="1207422"/>
                  <a:chOff x="0" y="-38100"/>
                  <a:chExt cx="544953" cy="317651"/>
                </a:xfrm>
              </p:grpSpPr>
              <p:sp>
                <p:nvSpPr>
                  <p:cNvPr id="70" name="Freeform 55">
                    <a:extLst>
                      <a:ext uri="{FF2B5EF4-FFF2-40B4-BE49-F238E27FC236}">
                        <a16:creationId xmlns:a16="http://schemas.microsoft.com/office/drawing/2014/main" id="{E05C4509-36E2-89A7-DF77-C0570D8C2601}"/>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71" name="TextBox 56">
                    <a:extLst>
                      <a:ext uri="{FF2B5EF4-FFF2-40B4-BE49-F238E27FC236}">
                        <a16:creationId xmlns:a16="http://schemas.microsoft.com/office/drawing/2014/main" id="{4285B375-697A-6415-E219-BAE2A454D380}"/>
                      </a:ext>
                    </a:extLst>
                  </p:cNvPr>
                  <p:cNvSpPr txBox="1"/>
                  <p:nvPr/>
                </p:nvSpPr>
                <p:spPr>
                  <a:xfrm>
                    <a:off x="0" y="-38100"/>
                    <a:ext cx="544953"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67" name="Group 57">
                  <a:extLst>
                    <a:ext uri="{FF2B5EF4-FFF2-40B4-BE49-F238E27FC236}">
                      <a16:creationId xmlns:a16="http://schemas.microsoft.com/office/drawing/2014/main" id="{51A795C0-52A9-38FA-3E9E-2217C136AFF2}"/>
                    </a:ext>
                  </a:extLst>
                </p:cNvPr>
                <p:cNvGrpSpPr/>
                <p:nvPr/>
              </p:nvGrpSpPr>
              <p:grpSpPr>
                <a:xfrm>
                  <a:off x="2069229" y="904023"/>
                  <a:ext cx="2071416" cy="1207422"/>
                  <a:chOff x="0" y="-38100"/>
                  <a:chExt cx="544953" cy="317651"/>
                </a:xfrm>
              </p:grpSpPr>
              <p:sp>
                <p:nvSpPr>
                  <p:cNvPr id="68" name="Freeform 58">
                    <a:extLst>
                      <a:ext uri="{FF2B5EF4-FFF2-40B4-BE49-F238E27FC236}">
                        <a16:creationId xmlns:a16="http://schemas.microsoft.com/office/drawing/2014/main" id="{64EA8970-143E-F101-128A-9CA31385F4C8}"/>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69" name="TextBox 59">
                    <a:extLst>
                      <a:ext uri="{FF2B5EF4-FFF2-40B4-BE49-F238E27FC236}">
                        <a16:creationId xmlns:a16="http://schemas.microsoft.com/office/drawing/2014/main" id="{726A63C4-9C65-53BE-663B-53E475081306}"/>
                      </a:ext>
                    </a:extLst>
                  </p:cNvPr>
                  <p:cNvSpPr txBox="1"/>
                  <p:nvPr/>
                </p:nvSpPr>
                <p:spPr>
                  <a:xfrm>
                    <a:off x="0" y="-38100"/>
                    <a:ext cx="544953"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grpSp>
            <p:nvGrpSpPr>
              <p:cNvPr id="23" name="Group 60">
                <a:extLst>
                  <a:ext uri="{FF2B5EF4-FFF2-40B4-BE49-F238E27FC236}">
                    <a16:creationId xmlns:a16="http://schemas.microsoft.com/office/drawing/2014/main" id="{4B27C3D7-D8C3-3129-4832-5F9F1D6BF4E1}"/>
                  </a:ext>
                </a:extLst>
              </p:cNvPr>
              <p:cNvGrpSpPr/>
              <p:nvPr/>
            </p:nvGrpSpPr>
            <p:grpSpPr>
              <a:xfrm>
                <a:off x="7629263" y="4914526"/>
                <a:ext cx="3105484" cy="1691474"/>
                <a:chOff x="0" y="-143853"/>
                <a:chExt cx="4140645" cy="2255298"/>
              </a:xfrm>
            </p:grpSpPr>
            <p:grpSp>
              <p:nvGrpSpPr>
                <p:cNvPr id="52" name="Group 61">
                  <a:extLst>
                    <a:ext uri="{FF2B5EF4-FFF2-40B4-BE49-F238E27FC236}">
                      <a16:creationId xmlns:a16="http://schemas.microsoft.com/office/drawing/2014/main" id="{1BE3B678-F6C8-87C5-C7CB-79E5AF0C300C}"/>
                    </a:ext>
                  </a:extLst>
                </p:cNvPr>
                <p:cNvGrpSpPr/>
                <p:nvPr/>
              </p:nvGrpSpPr>
              <p:grpSpPr>
                <a:xfrm>
                  <a:off x="4250" y="-143853"/>
                  <a:ext cx="4132144" cy="1199342"/>
                  <a:chOff x="0" y="-38100"/>
                  <a:chExt cx="1094419" cy="317651"/>
                </a:xfrm>
              </p:grpSpPr>
              <p:sp>
                <p:nvSpPr>
                  <p:cNvPr id="62" name="Freeform 62">
                    <a:extLst>
                      <a:ext uri="{FF2B5EF4-FFF2-40B4-BE49-F238E27FC236}">
                        <a16:creationId xmlns:a16="http://schemas.microsoft.com/office/drawing/2014/main" id="{B1063532-6E0C-BBC5-10E3-F40D0782731C}"/>
                      </a:ext>
                    </a:extLst>
                  </p:cNvPr>
                  <p:cNvSpPr/>
                  <p:nvPr/>
                </p:nvSpPr>
                <p:spPr>
                  <a:xfrm>
                    <a:off x="0" y="0"/>
                    <a:ext cx="1094419" cy="279551"/>
                  </a:xfrm>
                  <a:custGeom>
                    <a:avLst/>
                    <a:gdLst/>
                    <a:ahLst/>
                    <a:cxnLst/>
                    <a:rect l="l" t="t" r="r" b="b"/>
                    <a:pathLst>
                      <a:path w="1094419" h="279551">
                        <a:moveTo>
                          <a:pt x="0" y="0"/>
                        </a:moveTo>
                        <a:lnTo>
                          <a:pt x="1094419" y="0"/>
                        </a:lnTo>
                        <a:lnTo>
                          <a:pt x="1094419" y="279551"/>
                        </a:lnTo>
                        <a:lnTo>
                          <a:pt x="0" y="279551"/>
                        </a:lnTo>
                        <a:close/>
                      </a:path>
                    </a:pathLst>
                  </a:custGeom>
                  <a:solidFill>
                    <a:srgbClr val="ECECEC"/>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63" name="TextBox 63">
                    <a:extLst>
                      <a:ext uri="{FF2B5EF4-FFF2-40B4-BE49-F238E27FC236}">
                        <a16:creationId xmlns:a16="http://schemas.microsoft.com/office/drawing/2014/main" id="{FC45E12C-2470-C2D5-1231-B87405707653}"/>
                      </a:ext>
                    </a:extLst>
                  </p:cNvPr>
                  <p:cNvSpPr txBox="1"/>
                  <p:nvPr/>
                </p:nvSpPr>
                <p:spPr>
                  <a:xfrm>
                    <a:off x="0" y="-38100"/>
                    <a:ext cx="1094419"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53" name="Group 64">
                  <a:extLst>
                    <a:ext uri="{FF2B5EF4-FFF2-40B4-BE49-F238E27FC236}">
                      <a16:creationId xmlns:a16="http://schemas.microsoft.com/office/drawing/2014/main" id="{F6505071-07D9-EA5B-8432-5DE04A2C8FDB}"/>
                    </a:ext>
                  </a:extLst>
                </p:cNvPr>
                <p:cNvGrpSpPr/>
                <p:nvPr/>
              </p:nvGrpSpPr>
              <p:grpSpPr>
                <a:xfrm>
                  <a:off x="0" y="911636"/>
                  <a:ext cx="2057553" cy="1199342"/>
                  <a:chOff x="0" y="-38100"/>
                  <a:chExt cx="544953" cy="317651"/>
                </a:xfrm>
              </p:grpSpPr>
              <p:sp>
                <p:nvSpPr>
                  <p:cNvPr id="60" name="Freeform 65">
                    <a:extLst>
                      <a:ext uri="{FF2B5EF4-FFF2-40B4-BE49-F238E27FC236}">
                        <a16:creationId xmlns:a16="http://schemas.microsoft.com/office/drawing/2014/main" id="{66E01927-6C4F-BA73-E6FF-B0D637920007}"/>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61" name="TextBox 66">
                    <a:extLst>
                      <a:ext uri="{FF2B5EF4-FFF2-40B4-BE49-F238E27FC236}">
                        <a16:creationId xmlns:a16="http://schemas.microsoft.com/office/drawing/2014/main" id="{E93B6C21-C620-7624-0C5C-AB8B19530680}"/>
                      </a:ext>
                    </a:extLst>
                  </p:cNvPr>
                  <p:cNvSpPr txBox="1"/>
                  <p:nvPr/>
                </p:nvSpPr>
                <p:spPr>
                  <a:xfrm>
                    <a:off x="0" y="-38100"/>
                    <a:ext cx="544953"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54" name="Group 67">
                  <a:extLst>
                    <a:ext uri="{FF2B5EF4-FFF2-40B4-BE49-F238E27FC236}">
                      <a16:creationId xmlns:a16="http://schemas.microsoft.com/office/drawing/2014/main" id="{2F968713-0362-3627-C7FE-0A12204F9A50}"/>
                    </a:ext>
                  </a:extLst>
                </p:cNvPr>
                <p:cNvGrpSpPr/>
                <p:nvPr/>
              </p:nvGrpSpPr>
              <p:grpSpPr>
                <a:xfrm>
                  <a:off x="4250" y="903552"/>
                  <a:ext cx="2071416" cy="1207422"/>
                  <a:chOff x="0" y="-38100"/>
                  <a:chExt cx="544953" cy="317651"/>
                </a:xfrm>
              </p:grpSpPr>
              <p:sp>
                <p:nvSpPr>
                  <p:cNvPr id="58" name="Freeform 68">
                    <a:extLst>
                      <a:ext uri="{FF2B5EF4-FFF2-40B4-BE49-F238E27FC236}">
                        <a16:creationId xmlns:a16="http://schemas.microsoft.com/office/drawing/2014/main" id="{87523351-D6AE-49C0-EFF0-9A6F9E31ED8E}"/>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59" name="TextBox 69">
                    <a:extLst>
                      <a:ext uri="{FF2B5EF4-FFF2-40B4-BE49-F238E27FC236}">
                        <a16:creationId xmlns:a16="http://schemas.microsoft.com/office/drawing/2014/main" id="{BADB9110-F83E-1425-D7B8-63BA376F8167}"/>
                      </a:ext>
                    </a:extLst>
                  </p:cNvPr>
                  <p:cNvSpPr txBox="1"/>
                  <p:nvPr/>
                </p:nvSpPr>
                <p:spPr>
                  <a:xfrm>
                    <a:off x="0" y="-38100"/>
                    <a:ext cx="544953"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55" name="Group 70">
                  <a:extLst>
                    <a:ext uri="{FF2B5EF4-FFF2-40B4-BE49-F238E27FC236}">
                      <a16:creationId xmlns:a16="http://schemas.microsoft.com/office/drawing/2014/main" id="{06049EF2-3427-9A13-F2B1-269BC29598F7}"/>
                    </a:ext>
                  </a:extLst>
                </p:cNvPr>
                <p:cNvGrpSpPr/>
                <p:nvPr/>
              </p:nvGrpSpPr>
              <p:grpSpPr>
                <a:xfrm>
                  <a:off x="2069229" y="904023"/>
                  <a:ext cx="2071416" cy="1207422"/>
                  <a:chOff x="0" y="-38100"/>
                  <a:chExt cx="544953" cy="317651"/>
                </a:xfrm>
              </p:grpSpPr>
              <p:sp>
                <p:nvSpPr>
                  <p:cNvPr id="56" name="Freeform 71">
                    <a:extLst>
                      <a:ext uri="{FF2B5EF4-FFF2-40B4-BE49-F238E27FC236}">
                        <a16:creationId xmlns:a16="http://schemas.microsoft.com/office/drawing/2014/main" id="{F7524EB6-2880-AEC0-75E4-EE647BB4B578}"/>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57" name="TextBox 72">
                    <a:extLst>
                      <a:ext uri="{FF2B5EF4-FFF2-40B4-BE49-F238E27FC236}">
                        <a16:creationId xmlns:a16="http://schemas.microsoft.com/office/drawing/2014/main" id="{F989BAD3-DB6A-8C1B-474A-FB82B602799D}"/>
                      </a:ext>
                    </a:extLst>
                  </p:cNvPr>
                  <p:cNvSpPr txBox="1"/>
                  <p:nvPr/>
                </p:nvSpPr>
                <p:spPr>
                  <a:xfrm>
                    <a:off x="0" y="-38100"/>
                    <a:ext cx="544953"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grpSp>
            <p:nvGrpSpPr>
              <p:cNvPr id="25" name="Group 75">
                <a:extLst>
                  <a:ext uri="{FF2B5EF4-FFF2-40B4-BE49-F238E27FC236}">
                    <a16:creationId xmlns:a16="http://schemas.microsoft.com/office/drawing/2014/main" id="{DE9F2ADF-A306-5691-501F-D85A4559FB0F}"/>
                  </a:ext>
                </a:extLst>
              </p:cNvPr>
              <p:cNvGrpSpPr/>
              <p:nvPr/>
            </p:nvGrpSpPr>
            <p:grpSpPr>
              <a:xfrm>
                <a:off x="2861754" y="5068299"/>
                <a:ext cx="317057" cy="697525"/>
                <a:chOff x="0" y="0"/>
                <a:chExt cx="422742" cy="930033"/>
              </a:xfrm>
            </p:grpSpPr>
            <p:sp>
              <p:nvSpPr>
                <p:cNvPr id="50" name="Freeform 76">
                  <a:extLst>
                    <a:ext uri="{FF2B5EF4-FFF2-40B4-BE49-F238E27FC236}">
                      <a16:creationId xmlns:a16="http://schemas.microsoft.com/office/drawing/2014/main" id="{CC1899CC-5639-8F3E-BB20-5C7989207C83}"/>
                    </a:ext>
                  </a:extLst>
                </p:cNvPr>
                <p:cNvSpPr/>
                <p:nvPr/>
              </p:nvSpPr>
              <p:spPr>
                <a:xfrm>
                  <a:off x="0" y="0"/>
                  <a:ext cx="422742" cy="930033"/>
                </a:xfrm>
                <a:custGeom>
                  <a:avLst/>
                  <a:gdLst/>
                  <a:ahLst/>
                  <a:cxnLst/>
                  <a:rect l="l" t="t" r="r" b="b"/>
                  <a:pathLst>
                    <a:path w="422742" h="930033">
                      <a:moveTo>
                        <a:pt x="0" y="0"/>
                      </a:moveTo>
                      <a:lnTo>
                        <a:pt x="422742" y="0"/>
                      </a:lnTo>
                      <a:lnTo>
                        <a:pt x="422742" y="930033"/>
                      </a:lnTo>
                      <a:lnTo>
                        <a:pt x="0" y="9300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26" name="Group 77">
                <a:extLst>
                  <a:ext uri="{FF2B5EF4-FFF2-40B4-BE49-F238E27FC236}">
                    <a16:creationId xmlns:a16="http://schemas.microsoft.com/office/drawing/2014/main" id="{62F6A9BA-E26C-3DCE-B360-14DC64B56F00}"/>
                  </a:ext>
                </a:extLst>
              </p:cNvPr>
              <p:cNvGrpSpPr/>
              <p:nvPr/>
            </p:nvGrpSpPr>
            <p:grpSpPr>
              <a:xfrm>
                <a:off x="5960543" y="5068299"/>
                <a:ext cx="317057" cy="697525"/>
                <a:chOff x="0" y="0"/>
                <a:chExt cx="422742" cy="930033"/>
              </a:xfrm>
            </p:grpSpPr>
            <p:sp>
              <p:nvSpPr>
                <p:cNvPr id="49" name="Freeform 78">
                  <a:extLst>
                    <a:ext uri="{FF2B5EF4-FFF2-40B4-BE49-F238E27FC236}">
                      <a16:creationId xmlns:a16="http://schemas.microsoft.com/office/drawing/2014/main" id="{E44F7CB1-0DAE-8A31-0DE8-F83924FC7DF4}"/>
                    </a:ext>
                  </a:extLst>
                </p:cNvPr>
                <p:cNvSpPr/>
                <p:nvPr/>
              </p:nvSpPr>
              <p:spPr>
                <a:xfrm>
                  <a:off x="0" y="0"/>
                  <a:ext cx="422742" cy="930033"/>
                </a:xfrm>
                <a:custGeom>
                  <a:avLst/>
                  <a:gdLst/>
                  <a:ahLst/>
                  <a:cxnLst/>
                  <a:rect l="l" t="t" r="r" b="b"/>
                  <a:pathLst>
                    <a:path w="422742" h="930033">
                      <a:moveTo>
                        <a:pt x="0" y="0"/>
                      </a:moveTo>
                      <a:lnTo>
                        <a:pt x="422742" y="0"/>
                      </a:lnTo>
                      <a:lnTo>
                        <a:pt x="422742" y="930033"/>
                      </a:lnTo>
                      <a:lnTo>
                        <a:pt x="0" y="9300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27" name="Group 79">
                <a:extLst>
                  <a:ext uri="{FF2B5EF4-FFF2-40B4-BE49-F238E27FC236}">
                    <a16:creationId xmlns:a16="http://schemas.microsoft.com/office/drawing/2014/main" id="{B5615980-27C2-F986-03A8-368B3C831EE2}"/>
                  </a:ext>
                </a:extLst>
              </p:cNvPr>
              <p:cNvGrpSpPr/>
              <p:nvPr/>
            </p:nvGrpSpPr>
            <p:grpSpPr>
              <a:xfrm>
                <a:off x="9023172" y="5068299"/>
                <a:ext cx="317057" cy="697525"/>
                <a:chOff x="0" y="0"/>
                <a:chExt cx="422742" cy="930033"/>
              </a:xfrm>
            </p:grpSpPr>
            <p:sp>
              <p:nvSpPr>
                <p:cNvPr id="48" name="Freeform 80">
                  <a:extLst>
                    <a:ext uri="{FF2B5EF4-FFF2-40B4-BE49-F238E27FC236}">
                      <a16:creationId xmlns:a16="http://schemas.microsoft.com/office/drawing/2014/main" id="{9EE4AD95-DD3B-67E7-3736-49E5A2CB8D74}"/>
                    </a:ext>
                  </a:extLst>
                </p:cNvPr>
                <p:cNvSpPr/>
                <p:nvPr/>
              </p:nvSpPr>
              <p:spPr>
                <a:xfrm>
                  <a:off x="0" y="0"/>
                  <a:ext cx="422742" cy="930033"/>
                </a:xfrm>
                <a:custGeom>
                  <a:avLst/>
                  <a:gdLst/>
                  <a:ahLst/>
                  <a:cxnLst/>
                  <a:rect l="l" t="t" r="r" b="b"/>
                  <a:pathLst>
                    <a:path w="422742" h="930033">
                      <a:moveTo>
                        <a:pt x="0" y="0"/>
                      </a:moveTo>
                      <a:lnTo>
                        <a:pt x="422742" y="0"/>
                      </a:lnTo>
                      <a:lnTo>
                        <a:pt x="422742" y="930033"/>
                      </a:lnTo>
                      <a:lnTo>
                        <a:pt x="0" y="93003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06" name="Group 105">
                <a:extLst>
                  <a:ext uri="{FF2B5EF4-FFF2-40B4-BE49-F238E27FC236}">
                    <a16:creationId xmlns:a16="http://schemas.microsoft.com/office/drawing/2014/main" id="{10FDBC11-C411-0A91-2C80-C92E888AB3DB}"/>
                  </a:ext>
                </a:extLst>
              </p:cNvPr>
              <p:cNvGrpSpPr/>
              <p:nvPr/>
            </p:nvGrpSpPr>
            <p:grpSpPr>
              <a:xfrm>
                <a:off x="1470418" y="5699554"/>
                <a:ext cx="8619758" cy="904058"/>
                <a:chOff x="1467237" y="5698336"/>
                <a:chExt cx="8619758" cy="904058"/>
              </a:xfrm>
            </p:grpSpPr>
            <p:grpSp>
              <p:nvGrpSpPr>
                <p:cNvPr id="20" name="Group 37">
                  <a:extLst>
                    <a:ext uri="{FF2B5EF4-FFF2-40B4-BE49-F238E27FC236}">
                      <a16:creationId xmlns:a16="http://schemas.microsoft.com/office/drawing/2014/main" id="{7F2F8C97-AC7E-79FA-A579-780B576841F7}"/>
                    </a:ext>
                  </a:extLst>
                </p:cNvPr>
                <p:cNvGrpSpPr/>
                <p:nvPr/>
              </p:nvGrpSpPr>
              <p:grpSpPr>
                <a:xfrm>
                  <a:off x="1467237" y="5704388"/>
                  <a:ext cx="1539989" cy="897654"/>
                  <a:chOff x="0" y="-38100"/>
                  <a:chExt cx="544953" cy="317651"/>
                </a:xfrm>
              </p:grpSpPr>
              <p:sp>
                <p:nvSpPr>
                  <p:cNvPr id="82" name="Freeform 38">
                    <a:extLst>
                      <a:ext uri="{FF2B5EF4-FFF2-40B4-BE49-F238E27FC236}">
                        <a16:creationId xmlns:a16="http://schemas.microsoft.com/office/drawing/2014/main" id="{7C5B01F5-D7C5-4992-CD8E-2D9AADEA4B59}"/>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83" name="TextBox 39">
                    <a:extLst>
                      <a:ext uri="{FF2B5EF4-FFF2-40B4-BE49-F238E27FC236}">
                        <a16:creationId xmlns:a16="http://schemas.microsoft.com/office/drawing/2014/main" id="{40C1119F-C329-7E14-DB8F-5276B53C8191}"/>
                      </a:ext>
                    </a:extLst>
                  </p:cNvPr>
                  <p:cNvSpPr txBox="1"/>
                  <p:nvPr/>
                </p:nvSpPr>
                <p:spPr>
                  <a:xfrm>
                    <a:off x="0" y="-38100"/>
                    <a:ext cx="544953"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21" name="Group 40">
                  <a:extLst>
                    <a:ext uri="{FF2B5EF4-FFF2-40B4-BE49-F238E27FC236}">
                      <a16:creationId xmlns:a16="http://schemas.microsoft.com/office/drawing/2014/main" id="{C301F648-003A-6E05-16FE-C9F87E9FEE81}"/>
                    </a:ext>
                  </a:extLst>
                </p:cNvPr>
                <p:cNvGrpSpPr/>
                <p:nvPr/>
              </p:nvGrpSpPr>
              <p:grpSpPr>
                <a:xfrm>
                  <a:off x="1470418" y="5698336"/>
                  <a:ext cx="3095912" cy="904058"/>
                  <a:chOff x="0" y="-144524"/>
                  <a:chExt cx="4127882" cy="1205408"/>
                </a:xfrm>
              </p:grpSpPr>
              <p:grpSp>
                <p:nvGrpSpPr>
                  <p:cNvPr id="76" name="Group 41">
                    <a:extLst>
                      <a:ext uri="{FF2B5EF4-FFF2-40B4-BE49-F238E27FC236}">
                        <a16:creationId xmlns:a16="http://schemas.microsoft.com/office/drawing/2014/main" id="{35B445A5-BA26-CC1C-D6DE-F598DF0C42E2}"/>
                      </a:ext>
                    </a:extLst>
                  </p:cNvPr>
                  <p:cNvGrpSpPr/>
                  <p:nvPr/>
                </p:nvGrpSpPr>
                <p:grpSpPr>
                  <a:xfrm>
                    <a:off x="0" y="-144524"/>
                    <a:ext cx="2067153" cy="1204938"/>
                    <a:chOff x="0" y="-38100"/>
                    <a:chExt cx="544953" cy="317651"/>
                  </a:xfrm>
                </p:grpSpPr>
                <p:sp>
                  <p:nvSpPr>
                    <p:cNvPr id="80" name="Freeform 42">
                      <a:extLst>
                        <a:ext uri="{FF2B5EF4-FFF2-40B4-BE49-F238E27FC236}">
                          <a16:creationId xmlns:a16="http://schemas.microsoft.com/office/drawing/2014/main" id="{2C1AF620-722F-5B34-5A58-5DB89BD6052C}"/>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81" name="TextBox 43">
                      <a:extLst>
                        <a:ext uri="{FF2B5EF4-FFF2-40B4-BE49-F238E27FC236}">
                          <a16:creationId xmlns:a16="http://schemas.microsoft.com/office/drawing/2014/main" id="{F1F74778-B298-442E-A9AE-D4A80AE883DD}"/>
                        </a:ext>
                      </a:extLst>
                    </p:cNvPr>
                    <p:cNvSpPr txBox="1"/>
                    <p:nvPr/>
                  </p:nvSpPr>
                  <p:spPr>
                    <a:xfrm>
                      <a:off x="0" y="-38100"/>
                      <a:ext cx="544953"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77" name="Group 44">
                    <a:extLst>
                      <a:ext uri="{FF2B5EF4-FFF2-40B4-BE49-F238E27FC236}">
                        <a16:creationId xmlns:a16="http://schemas.microsoft.com/office/drawing/2014/main" id="{55E275A2-4A68-AF56-D2ED-7A0F0DFC3F45}"/>
                      </a:ext>
                    </a:extLst>
                  </p:cNvPr>
                  <p:cNvGrpSpPr/>
                  <p:nvPr/>
                </p:nvGrpSpPr>
                <p:grpSpPr>
                  <a:xfrm>
                    <a:off x="2060729" y="-144054"/>
                    <a:ext cx="2067153" cy="1204938"/>
                    <a:chOff x="0" y="-38100"/>
                    <a:chExt cx="544953" cy="317651"/>
                  </a:xfrm>
                </p:grpSpPr>
                <p:sp>
                  <p:nvSpPr>
                    <p:cNvPr id="78" name="Freeform 45">
                      <a:extLst>
                        <a:ext uri="{FF2B5EF4-FFF2-40B4-BE49-F238E27FC236}">
                          <a16:creationId xmlns:a16="http://schemas.microsoft.com/office/drawing/2014/main" id="{7794C301-DCC7-5D6D-242C-056364A866E4}"/>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79" name="TextBox 46">
                      <a:extLst>
                        <a:ext uri="{FF2B5EF4-FFF2-40B4-BE49-F238E27FC236}">
                          <a16:creationId xmlns:a16="http://schemas.microsoft.com/office/drawing/2014/main" id="{AA2AAE30-23AC-4670-E464-DED1E1725176}"/>
                        </a:ext>
                      </a:extLst>
                    </p:cNvPr>
                    <p:cNvSpPr txBox="1"/>
                    <p:nvPr/>
                  </p:nvSpPr>
                  <p:spPr>
                    <a:xfrm>
                      <a:off x="0" y="-38100"/>
                      <a:ext cx="544953"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grpSp>
              <p:nvGrpSpPr>
                <p:cNvPr id="32" name="Group 89">
                  <a:extLst>
                    <a:ext uri="{FF2B5EF4-FFF2-40B4-BE49-F238E27FC236}">
                      <a16:creationId xmlns:a16="http://schemas.microsoft.com/office/drawing/2014/main" id="{56FEDEF8-3B1E-2B9A-DB94-D2C805E879BB}"/>
                    </a:ext>
                  </a:extLst>
                </p:cNvPr>
                <p:cNvGrpSpPr/>
                <p:nvPr/>
              </p:nvGrpSpPr>
              <p:grpSpPr>
                <a:xfrm>
                  <a:off x="2092729" y="5885700"/>
                  <a:ext cx="302061" cy="664535"/>
                  <a:chOff x="0" y="0"/>
                  <a:chExt cx="402748" cy="886047"/>
                </a:xfrm>
              </p:grpSpPr>
              <p:sp>
                <p:nvSpPr>
                  <p:cNvPr id="43" name="Freeform 90">
                    <a:extLst>
                      <a:ext uri="{FF2B5EF4-FFF2-40B4-BE49-F238E27FC236}">
                        <a16:creationId xmlns:a16="http://schemas.microsoft.com/office/drawing/2014/main" id="{41A0C4BB-32C0-DE4F-2382-49AD602E81A5}"/>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33" name="Group 91">
                  <a:extLst>
                    <a:ext uri="{FF2B5EF4-FFF2-40B4-BE49-F238E27FC236}">
                      <a16:creationId xmlns:a16="http://schemas.microsoft.com/office/drawing/2014/main" id="{CCBCF5C0-79A0-2041-FFBB-732C088DF6B1}"/>
                    </a:ext>
                  </a:extLst>
                </p:cNvPr>
                <p:cNvGrpSpPr/>
                <p:nvPr/>
              </p:nvGrpSpPr>
              <p:grpSpPr>
                <a:xfrm>
                  <a:off x="3638518" y="5886049"/>
                  <a:ext cx="302061" cy="664535"/>
                  <a:chOff x="0" y="0"/>
                  <a:chExt cx="402748" cy="886047"/>
                </a:xfrm>
              </p:grpSpPr>
              <p:sp>
                <p:nvSpPr>
                  <p:cNvPr id="42" name="Freeform 92">
                    <a:extLst>
                      <a:ext uri="{FF2B5EF4-FFF2-40B4-BE49-F238E27FC236}">
                        <a16:creationId xmlns:a16="http://schemas.microsoft.com/office/drawing/2014/main" id="{4E493673-9679-88F4-0B87-D3A959B6418A}"/>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34" name="Group 93">
                  <a:extLst>
                    <a:ext uri="{FF2B5EF4-FFF2-40B4-BE49-F238E27FC236}">
                      <a16:creationId xmlns:a16="http://schemas.microsoft.com/office/drawing/2014/main" id="{2FE94F61-D98A-E273-B847-2E51ED2B5DCA}"/>
                    </a:ext>
                  </a:extLst>
                </p:cNvPr>
                <p:cNvGrpSpPr/>
                <p:nvPr/>
              </p:nvGrpSpPr>
              <p:grpSpPr>
                <a:xfrm>
                  <a:off x="5173438" y="5869205"/>
                  <a:ext cx="302061" cy="664535"/>
                  <a:chOff x="0" y="0"/>
                  <a:chExt cx="402748" cy="886047"/>
                </a:xfrm>
              </p:grpSpPr>
              <p:sp>
                <p:nvSpPr>
                  <p:cNvPr id="41" name="Freeform 94">
                    <a:extLst>
                      <a:ext uri="{FF2B5EF4-FFF2-40B4-BE49-F238E27FC236}">
                        <a16:creationId xmlns:a16="http://schemas.microsoft.com/office/drawing/2014/main" id="{119BDA93-40E8-F7E4-88B2-D5A991C038A6}"/>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35" name="Group 95">
                  <a:extLst>
                    <a:ext uri="{FF2B5EF4-FFF2-40B4-BE49-F238E27FC236}">
                      <a16:creationId xmlns:a16="http://schemas.microsoft.com/office/drawing/2014/main" id="{570E3D0D-49B2-463C-C0CB-6789C283C6B5}"/>
                    </a:ext>
                  </a:extLst>
                </p:cNvPr>
                <p:cNvGrpSpPr/>
                <p:nvPr/>
              </p:nvGrpSpPr>
              <p:grpSpPr>
                <a:xfrm>
                  <a:off x="6704224" y="5880367"/>
                  <a:ext cx="302061" cy="664535"/>
                  <a:chOff x="0" y="0"/>
                  <a:chExt cx="402748" cy="886047"/>
                </a:xfrm>
              </p:grpSpPr>
              <p:sp>
                <p:nvSpPr>
                  <p:cNvPr id="40" name="Freeform 96">
                    <a:extLst>
                      <a:ext uri="{FF2B5EF4-FFF2-40B4-BE49-F238E27FC236}">
                        <a16:creationId xmlns:a16="http://schemas.microsoft.com/office/drawing/2014/main" id="{E086ABA1-16DF-1613-C02C-93FBA78E5BDD}"/>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36" name="Group 97">
                  <a:extLst>
                    <a:ext uri="{FF2B5EF4-FFF2-40B4-BE49-F238E27FC236}">
                      <a16:creationId xmlns:a16="http://schemas.microsoft.com/office/drawing/2014/main" id="{D4182055-EBE2-18BA-7D48-3D12F8885936}"/>
                    </a:ext>
                  </a:extLst>
                </p:cNvPr>
                <p:cNvGrpSpPr/>
                <p:nvPr/>
              </p:nvGrpSpPr>
              <p:grpSpPr>
                <a:xfrm>
                  <a:off x="8250014" y="5880716"/>
                  <a:ext cx="302061" cy="664535"/>
                  <a:chOff x="0" y="0"/>
                  <a:chExt cx="402748" cy="886047"/>
                </a:xfrm>
              </p:grpSpPr>
              <p:sp>
                <p:nvSpPr>
                  <p:cNvPr id="39" name="Freeform 98">
                    <a:extLst>
                      <a:ext uri="{FF2B5EF4-FFF2-40B4-BE49-F238E27FC236}">
                        <a16:creationId xmlns:a16="http://schemas.microsoft.com/office/drawing/2014/main" id="{19E98CBE-72DF-A971-7506-0F5F8C3FE42E}"/>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37" name="Group 99">
                  <a:extLst>
                    <a:ext uri="{FF2B5EF4-FFF2-40B4-BE49-F238E27FC236}">
                      <a16:creationId xmlns:a16="http://schemas.microsoft.com/office/drawing/2014/main" id="{7997AA54-2861-1B13-1BB8-128CFA6231B6}"/>
                    </a:ext>
                  </a:extLst>
                </p:cNvPr>
                <p:cNvGrpSpPr/>
                <p:nvPr/>
              </p:nvGrpSpPr>
              <p:grpSpPr>
                <a:xfrm>
                  <a:off x="9784934" y="5863872"/>
                  <a:ext cx="302061" cy="664535"/>
                  <a:chOff x="0" y="0"/>
                  <a:chExt cx="402748" cy="886047"/>
                </a:xfrm>
              </p:grpSpPr>
              <p:sp>
                <p:nvSpPr>
                  <p:cNvPr id="38" name="Freeform 100">
                    <a:extLst>
                      <a:ext uri="{FF2B5EF4-FFF2-40B4-BE49-F238E27FC236}">
                        <a16:creationId xmlns:a16="http://schemas.microsoft.com/office/drawing/2014/main" id="{CFF01199-004D-6CC0-3F8D-6E8C9510D11A}"/>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grpSp>
      </p:grpSp>
    </p:spTree>
    <p:extLst>
      <p:ext uri="{BB962C8B-B14F-4D97-AF65-F5344CB8AC3E}">
        <p14:creationId xmlns:p14="http://schemas.microsoft.com/office/powerpoint/2010/main" val="2639464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FECE3-7912-F0C8-58C9-549063BABD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E67CD74-5F87-CD4F-1AEB-6D7CEDAED948}"/>
              </a:ext>
            </a:extLst>
          </p:cNvPr>
          <p:cNvSpPr>
            <a:spLocks noGrp="1"/>
          </p:cNvSpPr>
          <p:nvPr>
            <p:ph type="ctrTitle"/>
          </p:nvPr>
        </p:nvSpPr>
        <p:spPr/>
        <p:txBody>
          <a:bodyPr/>
          <a:lstStyle/>
          <a:p>
            <a:r>
              <a:rPr lang="en-AU">
                <a:latin typeface="+mj-lt"/>
              </a:rPr>
              <a:t>Review of learning 3</a:t>
            </a:r>
          </a:p>
        </p:txBody>
      </p:sp>
    </p:spTree>
    <p:extLst>
      <p:ext uri="{BB962C8B-B14F-4D97-AF65-F5344CB8AC3E}">
        <p14:creationId xmlns:p14="http://schemas.microsoft.com/office/powerpoint/2010/main" val="743924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F1698E-FF3C-D7D7-7361-3B6C06C0CFB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6AF6F33-8B51-F522-6D05-68D5C90AAA03}"/>
              </a:ext>
            </a:extLst>
          </p:cNvPr>
          <p:cNvSpPr>
            <a:spLocks noGrp="1"/>
          </p:cNvSpPr>
          <p:nvPr>
            <p:ph type="title"/>
          </p:nvPr>
        </p:nvSpPr>
        <p:spPr>
          <a:xfrm>
            <a:off x="360000" y="360000"/>
            <a:ext cx="9901600" cy="545601"/>
          </a:xfrm>
        </p:spPr>
        <p:txBody>
          <a:bodyPr/>
          <a:lstStyle/>
          <a:p>
            <a:r>
              <a:rPr lang="en-US"/>
              <a:t>Multiple choice </a:t>
            </a:r>
            <a:r>
              <a:rPr lang="en-US">
                <a:solidFill>
                  <a:schemeClr val="bg1"/>
                </a:solidFill>
              </a:rPr>
              <a:t>(2)</a:t>
            </a:r>
          </a:p>
        </p:txBody>
      </p:sp>
      <p:pic>
        <p:nvPicPr>
          <p:cNvPr id="4" name="Picture 3">
            <a:extLst>
              <a:ext uri="{FF2B5EF4-FFF2-40B4-BE49-F238E27FC236}">
                <a16:creationId xmlns:a16="http://schemas.microsoft.com/office/drawing/2014/main" id="{112D24DC-0614-F76C-9A4C-36E299EAFF5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5" name="Text Placeholder">
            <a:extLst>
              <a:ext uri="{FF2B5EF4-FFF2-40B4-BE49-F238E27FC236}">
                <a16:creationId xmlns:a16="http://schemas.microsoft.com/office/drawing/2014/main" id="{9C7C84D9-7468-F57D-99F1-C58A56040A58}"/>
              </a:ext>
            </a:extLst>
          </p:cNvPr>
          <p:cNvSpPr>
            <a:spLocks noGrp="1"/>
          </p:cNvSpPr>
          <p:nvPr>
            <p:ph type="body" sz="quarter" idx="28"/>
          </p:nvPr>
        </p:nvSpPr>
        <p:spPr>
          <a:xfrm>
            <a:off x="243374" y="1252431"/>
            <a:ext cx="11243037" cy="754243"/>
          </a:xfrm>
        </p:spPr>
        <p:txBody>
          <a:bodyPr/>
          <a:lstStyle/>
          <a:p>
            <a:pPr algn="ctr"/>
            <a:r>
              <a:rPr lang="en-US" sz="4400" dirty="0"/>
              <a:t>Which is </a:t>
            </a:r>
            <a:r>
              <a:rPr lang="en-US" sz="4400" b="1" dirty="0"/>
              <a:t>equivalent</a:t>
            </a:r>
            <a:r>
              <a:rPr lang="en-US" sz="4400" dirty="0"/>
              <a:t> to </a:t>
            </a:r>
            <a:r>
              <a:rPr lang="en-US" sz="4400" b="1" dirty="0"/>
              <a:t>one half</a:t>
            </a:r>
            <a:r>
              <a:rPr lang="en-US" sz="4400" dirty="0"/>
              <a:t>?</a:t>
            </a:r>
          </a:p>
          <a:p>
            <a:endParaRPr lang="en-US" sz="4400" dirty="0"/>
          </a:p>
        </p:txBody>
      </p:sp>
      <p:sp>
        <p:nvSpPr>
          <p:cNvPr id="9" name="B">
            <a:extLst>
              <a:ext uri="{FF2B5EF4-FFF2-40B4-BE49-F238E27FC236}">
                <a16:creationId xmlns:a16="http://schemas.microsoft.com/office/drawing/2014/main" id="{F91A42F4-D8C9-20A3-82EB-86FAD4D776A8}"/>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 Placeholder">
            <a:extLst>
              <a:ext uri="{FF2B5EF4-FFF2-40B4-BE49-F238E27FC236}">
                <a16:creationId xmlns:a16="http://schemas.microsoft.com/office/drawing/2014/main" id="{A47072CA-5D13-BC98-704D-468886EFCBA6}"/>
              </a:ext>
            </a:extLst>
          </p:cNvPr>
          <p:cNvSpPr txBox="1">
            <a:spLocks/>
          </p:cNvSpPr>
          <p:nvPr/>
        </p:nvSpPr>
        <p:spPr>
          <a:xfrm>
            <a:off x="1326519" y="2674757"/>
            <a:ext cx="3792133"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2 thirds</a:t>
            </a:r>
          </a:p>
          <a:p>
            <a:endParaRPr lang="en-US" sz="4400" dirty="0"/>
          </a:p>
        </p:txBody>
      </p:sp>
      <p:sp>
        <p:nvSpPr>
          <p:cNvPr id="10" name="B">
            <a:extLst>
              <a:ext uri="{FF2B5EF4-FFF2-40B4-BE49-F238E27FC236}">
                <a16:creationId xmlns:a16="http://schemas.microsoft.com/office/drawing/2014/main" id="{CA9D5B15-A13C-EE8B-176F-3B4E3454A1A2}"/>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 Placeholder">
            <a:extLst>
              <a:ext uri="{FF2B5EF4-FFF2-40B4-BE49-F238E27FC236}">
                <a16:creationId xmlns:a16="http://schemas.microsoft.com/office/drawing/2014/main" id="{C716D2F8-BF71-F157-D398-5E9A9E4ED89E}"/>
              </a:ext>
            </a:extLst>
          </p:cNvPr>
          <p:cNvSpPr txBox="1">
            <a:spLocks/>
          </p:cNvSpPr>
          <p:nvPr/>
        </p:nvSpPr>
        <p:spPr>
          <a:xfrm>
            <a:off x="1326518" y="3515525"/>
            <a:ext cx="3792133"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3 quarters</a:t>
            </a:r>
          </a:p>
          <a:p>
            <a:endParaRPr lang="en-US" sz="4400" dirty="0"/>
          </a:p>
        </p:txBody>
      </p:sp>
      <p:sp>
        <p:nvSpPr>
          <p:cNvPr id="12" name="C">
            <a:extLst>
              <a:ext uri="{FF2B5EF4-FFF2-40B4-BE49-F238E27FC236}">
                <a16:creationId xmlns:a16="http://schemas.microsoft.com/office/drawing/2014/main" id="{B4746450-E4E2-359C-DFCA-0532E811BD1E}"/>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a:extLst>
              <a:ext uri="{FF2B5EF4-FFF2-40B4-BE49-F238E27FC236}">
                <a16:creationId xmlns:a16="http://schemas.microsoft.com/office/drawing/2014/main" id="{5E0BE77C-18FC-AD26-141D-B9F49BB26B68}"/>
              </a:ext>
            </a:extLst>
          </p:cNvPr>
          <p:cNvSpPr txBox="1">
            <a:spLocks/>
          </p:cNvSpPr>
          <p:nvPr/>
        </p:nvSpPr>
        <p:spPr>
          <a:xfrm>
            <a:off x="1326517" y="4318120"/>
            <a:ext cx="3792133"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2 sixths</a:t>
            </a:r>
          </a:p>
          <a:p>
            <a:endParaRPr lang="en-US" sz="4400" dirty="0"/>
          </a:p>
        </p:txBody>
      </p:sp>
      <p:sp>
        <p:nvSpPr>
          <p:cNvPr id="11" name="D">
            <a:extLst>
              <a:ext uri="{FF2B5EF4-FFF2-40B4-BE49-F238E27FC236}">
                <a16:creationId xmlns:a16="http://schemas.microsoft.com/office/drawing/2014/main" id="{9B8955CE-78C1-2F30-7505-4CA44A86BDFF}"/>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 Placeholder">
            <a:extLst>
              <a:ext uri="{FF2B5EF4-FFF2-40B4-BE49-F238E27FC236}">
                <a16:creationId xmlns:a16="http://schemas.microsoft.com/office/drawing/2014/main" id="{D9630C95-6A20-537A-223B-5287B6A2AC95}"/>
              </a:ext>
            </a:extLst>
          </p:cNvPr>
          <p:cNvSpPr txBox="1">
            <a:spLocks/>
          </p:cNvSpPr>
          <p:nvPr/>
        </p:nvSpPr>
        <p:spPr>
          <a:xfrm>
            <a:off x="1326517" y="5183752"/>
            <a:ext cx="3792133" cy="754243"/>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t>4 eighths</a:t>
            </a:r>
          </a:p>
          <a:p>
            <a:endParaRPr lang="en-US" sz="4400" dirty="0"/>
          </a:p>
        </p:txBody>
      </p:sp>
      <p:sp>
        <p:nvSpPr>
          <p:cNvPr id="2" name="Slide Number Placeholder 1">
            <a:extLst>
              <a:ext uri="{FF2B5EF4-FFF2-40B4-BE49-F238E27FC236}">
                <a16:creationId xmlns:a16="http://schemas.microsoft.com/office/drawing/2014/main" id="{9A31263B-00F9-3026-CDD4-F14B3320EE4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20</a:t>
            </a:fld>
            <a:endParaRPr lang="en-AU"/>
          </a:p>
        </p:txBody>
      </p:sp>
    </p:spTree>
    <p:extLst>
      <p:ext uri="{BB962C8B-B14F-4D97-AF65-F5344CB8AC3E}">
        <p14:creationId xmlns:p14="http://schemas.microsoft.com/office/powerpoint/2010/main" val="833696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76592-8546-AA66-F9DD-D95356B3BAF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F3775D0-0B24-4768-0204-CF0839C6FC4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(9)</a:t>
            </a:r>
          </a:p>
        </p:txBody>
      </p:sp>
      <p:pic>
        <p:nvPicPr>
          <p:cNvPr id="3" name="Picture 2">
            <a:extLst>
              <a:ext uri="{FF2B5EF4-FFF2-40B4-BE49-F238E27FC236}">
                <a16:creationId xmlns:a16="http://schemas.microsoft.com/office/drawing/2014/main" id="{5EA70859-D7F4-2B7A-27DC-68B58B2816C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F4A34C4-F847-0934-D1D0-89AAB0D7E88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5" name="Text Placeholder 5">
            <a:extLst>
              <a:ext uri="{FF2B5EF4-FFF2-40B4-BE49-F238E27FC236}">
                <a16:creationId xmlns:a16="http://schemas.microsoft.com/office/drawing/2014/main" id="{3711521E-C311-F516-F052-5B026FAF740E}"/>
              </a:ext>
            </a:extLst>
          </p:cNvPr>
          <p:cNvSpPr txBox="1">
            <a:spLocks/>
          </p:cNvSpPr>
          <p:nvPr/>
        </p:nvSpPr>
        <p:spPr>
          <a:xfrm>
            <a:off x="360000" y="1301482"/>
            <a:ext cx="4964475"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a:t>Use </a:t>
            </a:r>
            <a:r>
              <a:rPr lang="en-AU" sz="3600" b="1"/>
              <a:t>landmarks </a:t>
            </a:r>
            <a:r>
              <a:rPr lang="en-AU" sz="3600"/>
              <a:t>and </a:t>
            </a:r>
            <a:r>
              <a:rPr lang="en-AU" sz="3600" b="1"/>
              <a:t>directional language </a:t>
            </a:r>
            <a:r>
              <a:rPr lang="en-AU" sz="3600"/>
              <a:t>to describe a</a:t>
            </a:r>
            <a:r>
              <a:rPr lang="en-AU" sz="3600" b="1"/>
              <a:t> route </a:t>
            </a:r>
            <a:r>
              <a:rPr lang="en-AU" sz="3600"/>
              <a:t>from the </a:t>
            </a:r>
            <a:r>
              <a:rPr lang="en-AU" sz="3600" b="1"/>
              <a:t>farm </a:t>
            </a:r>
            <a:r>
              <a:rPr lang="en-AU" sz="3600"/>
              <a:t>to the </a:t>
            </a:r>
            <a:r>
              <a:rPr lang="en-AU" sz="3600" b="1"/>
              <a:t>hospital.</a:t>
            </a:r>
          </a:p>
        </p:txBody>
      </p:sp>
      <p:pic>
        <p:nvPicPr>
          <p:cNvPr id="4" name="Picture 3" descr="A series of roads joined at intersections to represent a street map. At different locations on the map are the following landmarks: a forest, a farm, a factory, wind turbines, a supermarket, two houses, a school, a hospital, a park with a lake, a fairground, two apartment buildings, a museum, a petrol station and a repair shop.  ">
            <a:extLst>
              <a:ext uri="{FF2B5EF4-FFF2-40B4-BE49-F238E27FC236}">
                <a16:creationId xmlns:a16="http://schemas.microsoft.com/office/drawing/2014/main" id="{0D802B3A-D14D-646A-3774-9D33E5795E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66364" y="1301482"/>
            <a:ext cx="6690354" cy="478001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664817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06CCD-AF1B-DF29-E79F-904E76F4C11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EDA13F8-3530-8D03-3161-194CC3B55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(10)</a:t>
            </a:r>
          </a:p>
        </p:txBody>
      </p:sp>
      <p:pic>
        <p:nvPicPr>
          <p:cNvPr id="3" name="Picture 2">
            <a:extLst>
              <a:ext uri="{FF2B5EF4-FFF2-40B4-BE49-F238E27FC236}">
                <a16:creationId xmlns:a16="http://schemas.microsoft.com/office/drawing/2014/main" id="{95A63C50-93CA-645D-9F2D-21E08F0D170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49ABDF-CA21-927E-7367-4325D9C01F9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20" name="TextBox 19">
            <a:extLst>
              <a:ext uri="{FF2B5EF4-FFF2-40B4-BE49-F238E27FC236}">
                <a16:creationId xmlns:a16="http://schemas.microsoft.com/office/drawing/2014/main" id="{64E37787-2086-79AB-0280-01CBEF7ABD01}"/>
              </a:ext>
            </a:extLst>
          </p:cNvPr>
          <p:cNvSpPr txBox="1"/>
          <p:nvPr/>
        </p:nvSpPr>
        <p:spPr>
          <a:xfrm>
            <a:off x="682728" y="905601"/>
            <a:ext cx="11697529" cy="2413161"/>
          </a:xfrm>
          <a:prstGeom prst="rect">
            <a:avLst/>
          </a:prstGeom>
          <a:noFill/>
        </p:spPr>
        <p:txBody>
          <a:bodyPr wrap="square">
            <a:spAutoFit/>
          </a:bodyPr>
          <a:lstStyle/>
          <a:p>
            <a:pPr lvl="0">
              <a:lnSpc>
                <a:spcPct val="150000"/>
              </a:lnSpc>
              <a:spcBef>
                <a:spcPts val="1200"/>
              </a:spcBef>
              <a:spcAft>
                <a:spcPts val="600"/>
              </a:spcAft>
            </a:pPr>
            <a:r>
              <a:rPr lang="en-AU" sz="2800" dirty="0">
                <a:effectLst/>
                <a:latin typeface="Arial" panose="020B0604020202020204" pitchFamily="34" charset="0"/>
                <a:ea typeface="Calibri" panose="020F0502020204030204" pitchFamily="34" charset="0"/>
              </a:rPr>
              <a:t>Tanvi the tiler has started paving the courtyard. </a:t>
            </a:r>
          </a:p>
          <a:p>
            <a:pPr lvl="0">
              <a:lnSpc>
                <a:spcPct val="150000"/>
              </a:lnSpc>
              <a:spcBef>
                <a:spcPts val="1200"/>
              </a:spcBef>
              <a:spcAft>
                <a:spcPts val="600"/>
              </a:spcAft>
            </a:pPr>
            <a:r>
              <a:rPr lang="en-AU" sz="2800" dirty="0">
                <a:effectLst/>
                <a:latin typeface="Arial" panose="020B0604020202020204" pitchFamily="34" charset="0"/>
                <a:ea typeface="Calibri" panose="020F0502020204030204" pitchFamily="34" charset="0"/>
              </a:rPr>
              <a:t>She has finished the </a:t>
            </a:r>
            <a:r>
              <a:rPr lang="en-AU" sz="2800" b="1" dirty="0">
                <a:effectLst/>
                <a:latin typeface="Arial" panose="020B0604020202020204" pitchFamily="34" charset="0"/>
                <a:ea typeface="Calibri" panose="020F0502020204030204" pitchFamily="34" charset="0"/>
              </a:rPr>
              <a:t>edges</a:t>
            </a:r>
            <a:r>
              <a:rPr lang="en-AU" sz="2800" dirty="0">
                <a:effectLst/>
                <a:latin typeface="Arial" panose="020B0604020202020204" pitchFamily="34" charset="0"/>
                <a:ea typeface="Calibri" panose="020F0502020204030204" pitchFamily="34" charset="0"/>
              </a:rPr>
              <a:t> but hasn’t finished filling the rest. </a:t>
            </a:r>
            <a:endParaRPr lang="en-AU" sz="2800" dirty="0">
              <a:latin typeface="Arial" panose="020B0604020202020204" pitchFamily="34" charset="0"/>
              <a:ea typeface="Calibri" panose="020F0502020204030204" pitchFamily="34" charset="0"/>
            </a:endParaRPr>
          </a:p>
          <a:p>
            <a:pPr lvl="0">
              <a:lnSpc>
                <a:spcPct val="150000"/>
              </a:lnSpc>
              <a:spcBef>
                <a:spcPts val="1200"/>
              </a:spcBef>
              <a:spcAft>
                <a:spcPts val="600"/>
              </a:spcAft>
            </a:pPr>
            <a:r>
              <a:rPr lang="en-AU" sz="2800" b="1" dirty="0">
                <a:effectLst/>
                <a:latin typeface="Arial" panose="020B0604020202020204" pitchFamily="34" charset="0"/>
                <a:ea typeface="Calibri" panose="020F0502020204030204" pitchFamily="34" charset="0"/>
              </a:rPr>
              <a:t>How many </a:t>
            </a:r>
            <a:r>
              <a:rPr lang="en-AU" sz="2800" dirty="0">
                <a:effectLst/>
                <a:latin typeface="Arial" panose="020B0604020202020204" pitchFamily="34" charset="0"/>
                <a:ea typeface="Calibri" panose="020F0502020204030204" pitchFamily="34" charset="0"/>
              </a:rPr>
              <a:t>tiles will </a:t>
            </a:r>
            <a:r>
              <a:rPr lang="en-AU" sz="2800" b="1" dirty="0">
                <a:effectLst/>
                <a:latin typeface="Arial" panose="020B0604020202020204" pitchFamily="34" charset="0"/>
                <a:ea typeface="Calibri" panose="020F0502020204030204" pitchFamily="34" charset="0"/>
              </a:rPr>
              <a:t>cover the whole rectangle </a:t>
            </a:r>
            <a:r>
              <a:rPr lang="en-AU" sz="2800" dirty="0">
                <a:effectLst/>
                <a:latin typeface="Arial" panose="020B0604020202020204" pitchFamily="34" charset="0"/>
                <a:ea typeface="Calibri" panose="020F0502020204030204" pitchFamily="34" charset="0"/>
              </a:rPr>
              <a:t>when she is finished?</a:t>
            </a:r>
            <a:endParaRPr lang="en-AU" sz="2000" dirty="0">
              <a:effectLst/>
              <a:latin typeface="Arial" panose="020B0604020202020204" pitchFamily="34" charset="0"/>
              <a:ea typeface="Calibri" panose="020F0502020204030204" pitchFamily="34" charset="0"/>
            </a:endParaRPr>
          </a:p>
        </p:txBody>
      </p:sp>
      <p:grpSp>
        <p:nvGrpSpPr>
          <p:cNvPr id="18" name="Group 17" descr="An image of an incomplete array (tiles) the top row is visible with 7 tiles and there are 4 in the first column (4x7)">
            <a:extLst>
              <a:ext uri="{FF2B5EF4-FFF2-40B4-BE49-F238E27FC236}">
                <a16:creationId xmlns:a16="http://schemas.microsoft.com/office/drawing/2014/main" id="{EA134444-A030-D1A8-86B0-2499D1506E79}"/>
              </a:ext>
            </a:extLst>
          </p:cNvPr>
          <p:cNvGrpSpPr/>
          <p:nvPr/>
        </p:nvGrpSpPr>
        <p:grpSpPr>
          <a:xfrm>
            <a:off x="2372046" y="3429000"/>
            <a:ext cx="7914074" cy="4134285"/>
            <a:chOff x="1346467" y="3154744"/>
            <a:chExt cx="9180922" cy="4400371"/>
          </a:xfrm>
        </p:grpSpPr>
        <p:sp>
          <p:nvSpPr>
            <p:cNvPr id="7" name="Freeform 2">
              <a:extLst>
                <a:ext uri="{FF2B5EF4-FFF2-40B4-BE49-F238E27FC236}">
                  <a16:creationId xmlns:a16="http://schemas.microsoft.com/office/drawing/2014/main" id="{4D457537-DA62-47F9-BB0C-A51F3D64DD19}"/>
                </a:ext>
              </a:extLst>
            </p:cNvPr>
            <p:cNvSpPr/>
            <p:nvPr/>
          </p:nvSpPr>
          <p:spPr>
            <a:xfrm>
              <a:off x="2513980" y="3362659"/>
              <a:ext cx="6941355" cy="2419423"/>
            </a:xfrm>
            <a:custGeom>
              <a:avLst/>
              <a:gdLst/>
              <a:ahLst/>
              <a:cxnLst/>
              <a:rect l="l" t="t" r="r" b="b"/>
              <a:pathLst>
                <a:path w="8124603" h="3069240">
                  <a:moveTo>
                    <a:pt x="0" y="0"/>
                  </a:moveTo>
                  <a:lnTo>
                    <a:pt x="8124603" y="0"/>
                  </a:lnTo>
                  <a:lnTo>
                    <a:pt x="8124603" y="3069240"/>
                  </a:lnTo>
                  <a:lnTo>
                    <a:pt x="0" y="3069240"/>
                  </a:lnTo>
                  <a:lnTo>
                    <a:pt x="0" y="0"/>
                  </a:lnTo>
                  <a:close/>
                </a:path>
              </a:pathLst>
            </a:custGeom>
            <a:blipFill>
              <a:blip r:embed="rId4"/>
              <a:stretch>
                <a:fillRect r="-25093" b="-131795"/>
              </a:stretch>
            </a:blipFill>
          </p:spPr>
          <p:txBody>
            <a:bodyPr/>
            <a:lstStyle/>
            <a:p>
              <a:endParaRPr lang="en-AU"/>
            </a:p>
          </p:txBody>
        </p:sp>
        <p:sp>
          <p:nvSpPr>
            <p:cNvPr id="9" name="Freeform 4">
              <a:extLst>
                <a:ext uri="{FF2B5EF4-FFF2-40B4-BE49-F238E27FC236}">
                  <a16:creationId xmlns:a16="http://schemas.microsoft.com/office/drawing/2014/main" id="{1B677F47-2919-9F40-0CC0-42D928AE8DB7}"/>
                </a:ext>
              </a:extLst>
            </p:cNvPr>
            <p:cNvSpPr/>
            <p:nvPr/>
          </p:nvSpPr>
          <p:spPr>
            <a:xfrm>
              <a:off x="1346467" y="3154744"/>
              <a:ext cx="884073" cy="830222"/>
            </a:xfrm>
            <a:custGeom>
              <a:avLst/>
              <a:gdLst/>
              <a:ahLst/>
              <a:cxnLst/>
              <a:rect l="l" t="t" r="r" b="b"/>
              <a:pathLst>
                <a:path w="1034775" h="1053206">
                  <a:moveTo>
                    <a:pt x="0" y="0"/>
                  </a:moveTo>
                  <a:lnTo>
                    <a:pt x="1034776" y="0"/>
                  </a:lnTo>
                  <a:lnTo>
                    <a:pt x="1034776" y="1053206"/>
                  </a:lnTo>
                  <a:lnTo>
                    <a:pt x="0" y="105320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1" name="Freeform 6">
              <a:extLst>
                <a:ext uri="{FF2B5EF4-FFF2-40B4-BE49-F238E27FC236}">
                  <a16:creationId xmlns:a16="http://schemas.microsoft.com/office/drawing/2014/main" id="{BA3D8B72-E8C3-07FB-5E20-159E07866B27}"/>
                </a:ext>
              </a:extLst>
            </p:cNvPr>
            <p:cNvSpPr/>
            <p:nvPr/>
          </p:nvSpPr>
          <p:spPr>
            <a:xfrm>
              <a:off x="2513980" y="5782082"/>
              <a:ext cx="6921157" cy="819541"/>
            </a:xfrm>
            <a:custGeom>
              <a:avLst/>
              <a:gdLst/>
              <a:ahLst/>
              <a:cxnLst/>
              <a:rect l="l" t="t" r="r" b="b"/>
              <a:pathLst>
                <a:path w="8100962" h="1039656">
                  <a:moveTo>
                    <a:pt x="0" y="0"/>
                  </a:moveTo>
                  <a:lnTo>
                    <a:pt x="8100962" y="0"/>
                  </a:lnTo>
                  <a:lnTo>
                    <a:pt x="8100962" y="1039656"/>
                  </a:lnTo>
                  <a:lnTo>
                    <a:pt x="0" y="1039656"/>
                  </a:lnTo>
                  <a:lnTo>
                    <a:pt x="0" y="0"/>
                  </a:lnTo>
                  <a:close/>
                </a:path>
              </a:pathLst>
            </a:custGeom>
            <a:blipFill>
              <a:blip r:embed="rId4"/>
              <a:stretch>
                <a:fillRect t="-195217" r="-25458" b="-389082"/>
              </a:stretch>
            </a:blipFill>
          </p:spPr>
          <p:txBody>
            <a:bodyPr/>
            <a:lstStyle/>
            <a:p>
              <a:endParaRPr lang="en-AU"/>
            </a:p>
          </p:txBody>
        </p:sp>
        <p:grpSp>
          <p:nvGrpSpPr>
            <p:cNvPr id="12" name="Group 7">
              <a:extLst>
                <a:ext uri="{FF2B5EF4-FFF2-40B4-BE49-F238E27FC236}">
                  <a16:creationId xmlns:a16="http://schemas.microsoft.com/office/drawing/2014/main" id="{4FA186BB-72C4-22E7-9D0C-9154ABF368C9}"/>
                </a:ext>
              </a:extLst>
            </p:cNvPr>
            <p:cNvGrpSpPr/>
            <p:nvPr/>
          </p:nvGrpSpPr>
          <p:grpSpPr>
            <a:xfrm>
              <a:off x="8589695" y="3238548"/>
              <a:ext cx="1937694" cy="3363075"/>
              <a:chOff x="0" y="0"/>
              <a:chExt cx="812800" cy="1528961"/>
            </a:xfrm>
          </p:grpSpPr>
          <p:sp>
            <p:nvSpPr>
              <p:cNvPr id="16" name="Freeform 8">
                <a:extLst>
                  <a:ext uri="{FF2B5EF4-FFF2-40B4-BE49-F238E27FC236}">
                    <a16:creationId xmlns:a16="http://schemas.microsoft.com/office/drawing/2014/main" id="{C61C1CAE-BF67-3516-9C30-F3B6D3B635F0}"/>
                  </a:ext>
                </a:extLst>
              </p:cNvPr>
              <p:cNvSpPr/>
              <p:nvPr/>
            </p:nvSpPr>
            <p:spPr>
              <a:xfrm>
                <a:off x="0" y="0"/>
                <a:ext cx="812800" cy="1528961"/>
              </a:xfrm>
              <a:custGeom>
                <a:avLst/>
                <a:gdLst/>
                <a:ahLst/>
                <a:cxnLst/>
                <a:rect l="l" t="t" r="r" b="b"/>
                <a:pathLst>
                  <a:path w="812800" h="1528961">
                    <a:moveTo>
                      <a:pt x="0" y="0"/>
                    </a:moveTo>
                    <a:lnTo>
                      <a:pt x="812800" y="0"/>
                    </a:lnTo>
                    <a:lnTo>
                      <a:pt x="812800" y="1528961"/>
                    </a:lnTo>
                    <a:lnTo>
                      <a:pt x="0" y="1528961"/>
                    </a:lnTo>
                    <a:close/>
                  </a:path>
                </a:pathLst>
              </a:custGeom>
              <a:solidFill>
                <a:srgbClr val="FFFFFF"/>
              </a:solidFill>
            </p:spPr>
            <p:txBody>
              <a:bodyPr/>
              <a:lstStyle/>
              <a:p>
                <a:endParaRPr lang="en-AU"/>
              </a:p>
            </p:txBody>
          </p:sp>
          <p:sp>
            <p:nvSpPr>
              <p:cNvPr id="17" name="TextBox 9">
                <a:extLst>
                  <a:ext uri="{FF2B5EF4-FFF2-40B4-BE49-F238E27FC236}">
                    <a16:creationId xmlns:a16="http://schemas.microsoft.com/office/drawing/2014/main" id="{67C95BB5-005E-FE1D-96AD-9126FB0118F4}"/>
                  </a:ext>
                </a:extLst>
              </p:cNvPr>
              <p:cNvSpPr txBox="1"/>
              <p:nvPr/>
            </p:nvSpPr>
            <p:spPr>
              <a:xfrm>
                <a:off x="0" y="-38100"/>
                <a:ext cx="812800" cy="1567061"/>
              </a:xfrm>
              <a:prstGeom prst="rect">
                <a:avLst/>
              </a:prstGeom>
            </p:spPr>
            <p:txBody>
              <a:bodyPr lIns="50800" tIns="50800" rIns="50800" bIns="50800" rtlCol="0" anchor="ctr"/>
              <a:lstStyle/>
              <a:p>
                <a:pPr algn="ctr">
                  <a:lnSpc>
                    <a:spcPts val="2228"/>
                  </a:lnSpc>
                </a:pPr>
                <a:endParaRPr/>
              </a:p>
            </p:txBody>
          </p:sp>
        </p:grpSp>
        <p:grpSp>
          <p:nvGrpSpPr>
            <p:cNvPr id="13" name="Group 10">
              <a:extLst>
                <a:ext uri="{FF2B5EF4-FFF2-40B4-BE49-F238E27FC236}">
                  <a16:creationId xmlns:a16="http://schemas.microsoft.com/office/drawing/2014/main" id="{39330346-921A-3D34-2AD0-4089C2BD71A0}"/>
                </a:ext>
              </a:extLst>
            </p:cNvPr>
            <p:cNvGrpSpPr/>
            <p:nvPr/>
          </p:nvGrpSpPr>
          <p:grpSpPr>
            <a:xfrm>
              <a:off x="3398053" y="4096246"/>
              <a:ext cx="5427110" cy="3458869"/>
              <a:chOff x="0" y="-38100"/>
              <a:chExt cx="2276497" cy="1572512"/>
            </a:xfrm>
          </p:grpSpPr>
          <p:sp>
            <p:nvSpPr>
              <p:cNvPr id="14" name="Freeform 11">
                <a:extLst>
                  <a:ext uri="{FF2B5EF4-FFF2-40B4-BE49-F238E27FC236}">
                    <a16:creationId xmlns:a16="http://schemas.microsoft.com/office/drawing/2014/main" id="{DC011555-1BCE-0C35-B02C-0591B9ADEACF}"/>
                  </a:ext>
                </a:extLst>
              </p:cNvPr>
              <p:cNvSpPr/>
              <p:nvPr/>
            </p:nvSpPr>
            <p:spPr>
              <a:xfrm>
                <a:off x="0" y="0"/>
                <a:ext cx="2276497" cy="1123742"/>
              </a:xfrm>
              <a:custGeom>
                <a:avLst/>
                <a:gdLst/>
                <a:ahLst/>
                <a:cxnLst/>
                <a:rect l="l" t="t" r="r" b="b"/>
                <a:pathLst>
                  <a:path w="2276497" h="1534412">
                    <a:moveTo>
                      <a:pt x="0" y="0"/>
                    </a:moveTo>
                    <a:lnTo>
                      <a:pt x="2276497" y="0"/>
                    </a:lnTo>
                    <a:lnTo>
                      <a:pt x="2276497" y="1534412"/>
                    </a:lnTo>
                    <a:lnTo>
                      <a:pt x="0" y="1534412"/>
                    </a:lnTo>
                    <a:close/>
                  </a:path>
                </a:pathLst>
              </a:custGeom>
              <a:solidFill>
                <a:srgbClr val="FFFFFF"/>
              </a:solidFill>
            </p:spPr>
            <p:txBody>
              <a:bodyPr/>
              <a:lstStyle/>
              <a:p>
                <a:endParaRPr lang="en-AU"/>
              </a:p>
            </p:txBody>
          </p:sp>
          <p:sp>
            <p:nvSpPr>
              <p:cNvPr id="15" name="TextBox 12">
                <a:extLst>
                  <a:ext uri="{FF2B5EF4-FFF2-40B4-BE49-F238E27FC236}">
                    <a16:creationId xmlns:a16="http://schemas.microsoft.com/office/drawing/2014/main" id="{C8405CA2-6718-B937-03F9-7918FEFBF0D3}"/>
                  </a:ext>
                </a:extLst>
              </p:cNvPr>
              <p:cNvSpPr txBox="1"/>
              <p:nvPr/>
            </p:nvSpPr>
            <p:spPr>
              <a:xfrm>
                <a:off x="0" y="-38100"/>
                <a:ext cx="2276497" cy="1572512"/>
              </a:xfrm>
              <a:prstGeom prst="rect">
                <a:avLst/>
              </a:prstGeom>
            </p:spPr>
            <p:txBody>
              <a:bodyPr lIns="50800" tIns="50800" rIns="50800" bIns="50800" rtlCol="0" anchor="ctr"/>
              <a:lstStyle/>
              <a:p>
                <a:pPr algn="ctr">
                  <a:lnSpc>
                    <a:spcPts val="2228"/>
                  </a:lnSpc>
                </a:pPr>
                <a:endParaRPr/>
              </a:p>
            </p:txBody>
          </p:sp>
        </p:grpSp>
      </p:grpSp>
    </p:spTree>
    <p:extLst>
      <p:ext uri="{BB962C8B-B14F-4D97-AF65-F5344CB8AC3E}">
        <p14:creationId xmlns:p14="http://schemas.microsoft.com/office/powerpoint/2010/main" val="40422803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F93E5-F139-F392-251F-752BCC53FF1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FD7EA02-B2B2-9AE1-FADE-A274B950DE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(11)</a:t>
            </a:r>
          </a:p>
        </p:txBody>
      </p:sp>
      <p:pic>
        <p:nvPicPr>
          <p:cNvPr id="3" name="Picture 2">
            <a:extLst>
              <a:ext uri="{FF2B5EF4-FFF2-40B4-BE49-F238E27FC236}">
                <a16:creationId xmlns:a16="http://schemas.microsoft.com/office/drawing/2014/main" id="{CDC9578D-E509-83DC-F7E6-82182EFDC99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0D2A36A-A9B5-D2C0-90BB-0368FCAF4E8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9" name="TextBox 8">
            <a:extLst>
              <a:ext uri="{FF2B5EF4-FFF2-40B4-BE49-F238E27FC236}">
                <a16:creationId xmlns:a16="http://schemas.microsoft.com/office/drawing/2014/main" id="{BCDB3912-C312-83C4-5948-492DF60F7C1D}"/>
              </a:ext>
            </a:extLst>
          </p:cNvPr>
          <p:cNvSpPr txBox="1"/>
          <p:nvPr/>
        </p:nvSpPr>
        <p:spPr>
          <a:xfrm>
            <a:off x="246024" y="1050895"/>
            <a:ext cx="11948541" cy="1951496"/>
          </a:xfrm>
          <a:prstGeom prst="rect">
            <a:avLst/>
          </a:prstGeom>
          <a:noFill/>
        </p:spPr>
        <p:txBody>
          <a:bodyPr wrap="square">
            <a:spAutoFit/>
          </a:bodyPr>
          <a:lstStyle/>
          <a:p>
            <a:pPr lvl="0">
              <a:lnSpc>
                <a:spcPct val="150000"/>
              </a:lnSpc>
              <a:spcBef>
                <a:spcPts val="1200"/>
              </a:spcBef>
              <a:spcAft>
                <a:spcPts val="600"/>
              </a:spcAft>
            </a:pPr>
            <a:r>
              <a:rPr lang="en-AU" sz="2800" dirty="0">
                <a:effectLst/>
                <a:latin typeface="Arial" panose="020B0604020202020204" pitchFamily="34" charset="0"/>
                <a:ea typeface="Calibri" panose="020F0502020204030204" pitchFamily="34" charset="0"/>
              </a:rPr>
              <a:t>A school needs to order </a:t>
            </a:r>
            <a:r>
              <a:rPr lang="en-AU" sz="2800" b="1" dirty="0">
                <a:effectLst/>
                <a:latin typeface="Arial" panose="020B0604020202020204" pitchFamily="34" charset="0"/>
                <a:ea typeface="Calibri" panose="020F0502020204030204" pitchFamily="34" charset="0"/>
              </a:rPr>
              <a:t>14 780 </a:t>
            </a:r>
            <a:r>
              <a:rPr lang="en-AU" sz="2800" dirty="0">
                <a:effectLst/>
                <a:latin typeface="Arial" panose="020B0604020202020204" pitchFamily="34" charset="0"/>
                <a:ea typeface="Calibri" panose="020F0502020204030204" pitchFamily="34" charset="0"/>
              </a:rPr>
              <a:t>glue sticks. </a:t>
            </a:r>
            <a:r>
              <a:rPr lang="en-AU" sz="2800" dirty="0">
                <a:latin typeface="Arial" panose="020B0604020202020204" pitchFamily="34" charset="0"/>
                <a:ea typeface="Calibri" panose="020F0502020204030204" pitchFamily="34" charset="0"/>
              </a:rPr>
              <a:t>There are </a:t>
            </a:r>
            <a:r>
              <a:rPr lang="en-AU" sz="2800" b="1" dirty="0">
                <a:latin typeface="Arial" panose="020B0604020202020204" pitchFamily="34" charset="0"/>
                <a:ea typeface="Calibri" panose="020F0502020204030204" pitchFamily="34" charset="0"/>
              </a:rPr>
              <a:t>no boxes</a:t>
            </a:r>
            <a:r>
              <a:rPr lang="en-AU" sz="2800" dirty="0">
                <a:latin typeface="Arial" panose="020B0604020202020204" pitchFamily="34" charset="0"/>
                <a:ea typeface="Calibri" panose="020F0502020204030204" pitchFamily="34" charset="0"/>
              </a:rPr>
              <a:t> available from the supplier. Record </a:t>
            </a:r>
            <a:r>
              <a:rPr lang="en-AU" sz="2800" b="1" dirty="0">
                <a:latin typeface="Arial" panose="020B0604020202020204" pitchFamily="34" charset="0"/>
                <a:ea typeface="Calibri" panose="020F0502020204030204" pitchFamily="34" charset="0"/>
              </a:rPr>
              <a:t>2 ways </a:t>
            </a:r>
            <a:r>
              <a:rPr lang="en-AU" sz="2800" dirty="0">
                <a:latin typeface="Arial" panose="020B0604020202020204" pitchFamily="34" charset="0"/>
                <a:ea typeface="Calibri" panose="020F0502020204030204" pitchFamily="34" charset="0"/>
              </a:rPr>
              <a:t>they can order this amount using     </a:t>
            </a:r>
            <a:r>
              <a:rPr lang="en-AU" sz="2800" b="1" dirty="0">
                <a:latin typeface="Arial" panose="020B0604020202020204" pitchFamily="34" charset="0"/>
                <a:ea typeface="Calibri" panose="020F0502020204030204" pitchFamily="34" charset="0"/>
              </a:rPr>
              <a:t>non- standard partitioning.</a:t>
            </a:r>
            <a:endParaRPr lang="en-AU" sz="2000" b="1" dirty="0">
              <a:effectLst/>
              <a:latin typeface="Arial" panose="020B0604020202020204" pitchFamily="34" charset="0"/>
              <a:ea typeface="Calibri" panose="020F0502020204030204" pitchFamily="34" charset="0"/>
            </a:endParaRPr>
          </a:p>
        </p:txBody>
      </p:sp>
      <p:pic>
        <p:nvPicPr>
          <p:cNvPr id="8" name="Picture 7" descr="place value houses (thousands)">
            <a:extLst>
              <a:ext uri="{FF2B5EF4-FFF2-40B4-BE49-F238E27FC236}">
                <a16:creationId xmlns:a16="http://schemas.microsoft.com/office/drawing/2014/main" id="{B9116890-04AF-7022-4613-501B7747FDA1}"/>
              </a:ext>
            </a:extLst>
          </p:cNvPr>
          <p:cNvPicPr>
            <a:picLocks noChangeAspect="1"/>
          </p:cNvPicPr>
          <p:nvPr/>
        </p:nvPicPr>
        <p:blipFill>
          <a:blip r:embed="rId4"/>
          <a:stretch>
            <a:fillRect/>
          </a:stretch>
        </p:blipFill>
        <p:spPr>
          <a:xfrm>
            <a:off x="367097" y="3644442"/>
            <a:ext cx="5050477" cy="2559832"/>
          </a:xfrm>
          <a:prstGeom prst="rect">
            <a:avLst/>
          </a:prstGeom>
        </p:spPr>
      </p:pic>
      <p:pic>
        <p:nvPicPr>
          <p:cNvPr id="5" name="Picture 4" descr="A picture of a school stationary  order page with different amounts of glue sticks for sale. There are 100 glue sticks in a box for $399.50, ten glue sticks in a pack for $42.50, single glue sticks for $4.50, a pallet of glue sticks which is 10 000 glue sticks which as $30 000 and a tower of glue sticks which is 100 glue sticks for $390. ">
            <a:extLst>
              <a:ext uri="{FF2B5EF4-FFF2-40B4-BE49-F238E27FC236}">
                <a16:creationId xmlns:a16="http://schemas.microsoft.com/office/drawing/2014/main" id="{2E2E9A1B-6F33-24FD-0AE1-C3549B111179}"/>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761704" y="2441839"/>
            <a:ext cx="5737199" cy="405616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331896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40840-D7CC-4CCB-8D3E-7D33347E780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74460B9-92F5-903A-AAF0-6C45AAE06521}"/>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(12)</a:t>
            </a:r>
          </a:p>
        </p:txBody>
      </p:sp>
      <p:pic>
        <p:nvPicPr>
          <p:cNvPr id="3" name="Picture 2">
            <a:extLst>
              <a:ext uri="{FF2B5EF4-FFF2-40B4-BE49-F238E27FC236}">
                <a16:creationId xmlns:a16="http://schemas.microsoft.com/office/drawing/2014/main" id="{4F225E6B-742A-E393-5D68-B394EB858BA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341BE9D8-9322-2BA9-592E-BBC8E8C4C8A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7" name="TextBox 6">
            <a:extLst>
              <a:ext uri="{FF2B5EF4-FFF2-40B4-BE49-F238E27FC236}">
                <a16:creationId xmlns:a16="http://schemas.microsoft.com/office/drawing/2014/main" id="{F1BD8343-A2AE-7CF9-33DB-E62F1F7CA91B}"/>
              </a:ext>
            </a:extLst>
          </p:cNvPr>
          <p:cNvSpPr txBox="1"/>
          <p:nvPr/>
        </p:nvSpPr>
        <p:spPr>
          <a:xfrm>
            <a:off x="1114657" y="2313777"/>
            <a:ext cx="9368942" cy="1998176"/>
          </a:xfrm>
          <a:prstGeom prst="rect">
            <a:avLst/>
          </a:prstGeom>
          <a:noFill/>
        </p:spPr>
        <p:txBody>
          <a:bodyPr wrap="square">
            <a:spAutoFit/>
          </a:bodyPr>
          <a:lstStyle/>
          <a:p>
            <a:pPr lvl="0" algn="ctr">
              <a:lnSpc>
                <a:spcPct val="150000"/>
              </a:lnSpc>
              <a:spcBef>
                <a:spcPts val="1200"/>
              </a:spcBef>
              <a:spcAft>
                <a:spcPts val="600"/>
              </a:spcAft>
            </a:pPr>
            <a:r>
              <a:rPr lang="en-AU" sz="4400">
                <a:effectLst/>
                <a:latin typeface="Arial" panose="020B0604020202020204" pitchFamily="34" charset="0"/>
                <a:ea typeface="Calibri" panose="020F0502020204030204" pitchFamily="34" charset="0"/>
              </a:rPr>
              <a:t>How many </a:t>
            </a:r>
            <a:r>
              <a:rPr lang="en-AU" sz="4400" b="1">
                <a:effectLst/>
                <a:latin typeface="Arial" panose="020B0604020202020204" pitchFamily="34" charset="0"/>
                <a:ea typeface="Calibri" panose="020F0502020204030204" pitchFamily="34" charset="0"/>
              </a:rPr>
              <a:t>millimetres (mm)</a:t>
            </a:r>
            <a:r>
              <a:rPr lang="en-AU" sz="4400">
                <a:effectLst/>
                <a:latin typeface="Arial" panose="020B0604020202020204" pitchFamily="34" charset="0"/>
                <a:ea typeface="Calibri" panose="020F0502020204030204" pitchFamily="34" charset="0"/>
              </a:rPr>
              <a:t> are in 1cm?</a:t>
            </a:r>
          </a:p>
        </p:txBody>
      </p:sp>
    </p:spTree>
    <p:extLst>
      <p:ext uri="{BB962C8B-B14F-4D97-AF65-F5344CB8AC3E}">
        <p14:creationId xmlns:p14="http://schemas.microsoft.com/office/powerpoint/2010/main" val="2529001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F9C3A-F1CC-1B05-83FC-899792199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15E8592-49BC-C596-FF4A-EFC9B38B3EC9}"/>
              </a:ext>
            </a:extLst>
          </p:cNvPr>
          <p:cNvSpPr>
            <a:spLocks noGrp="1"/>
          </p:cNvSpPr>
          <p:nvPr>
            <p:ph type="title"/>
          </p:nvPr>
        </p:nvSpPr>
        <p:spPr>
          <a:xfrm>
            <a:off x="360000" y="360000"/>
            <a:ext cx="10367268" cy="545601"/>
          </a:xfrm>
        </p:spPr>
        <p:txBody>
          <a:bodyPr/>
          <a:lstStyle/>
          <a:p>
            <a:r>
              <a:rPr lang="en-AU"/>
              <a:t>Activity 3 – colour in fractions</a:t>
            </a:r>
          </a:p>
        </p:txBody>
      </p:sp>
      <p:pic>
        <p:nvPicPr>
          <p:cNvPr id="4" name="Picture 3">
            <a:extLst>
              <a:ext uri="{FF2B5EF4-FFF2-40B4-BE49-F238E27FC236}">
                <a16:creationId xmlns:a16="http://schemas.microsoft.com/office/drawing/2014/main" id="{296D4226-C1D0-BEBB-1948-F7CDF78884C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F13284F3-A3C3-7E9C-A841-487691CF37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25</a:t>
            </a:fld>
            <a:endParaRPr lang="en-AU"/>
          </a:p>
        </p:txBody>
      </p:sp>
      <p:pic>
        <p:nvPicPr>
          <p:cNvPr id="9" name="Picture 8" descr="A gameboard made up of different sized rectangles to represent fractions. Row one is divided into half, row two is divided into thirds, row three is divided into quarters, row four is divided into 6 and row five is divided into eighths. Underneath the gameboard is a recording sheet in two columns: rolled and shaded. ">
            <a:extLst>
              <a:ext uri="{FF2B5EF4-FFF2-40B4-BE49-F238E27FC236}">
                <a16:creationId xmlns:a16="http://schemas.microsoft.com/office/drawing/2014/main" id="{1B344B2A-3FAF-2232-CD21-949D3152AD5A}"/>
              </a:ext>
            </a:extLst>
          </p:cNvPr>
          <p:cNvPicPr>
            <a:picLocks noChangeAspect="1"/>
          </p:cNvPicPr>
          <p:nvPr/>
        </p:nvPicPr>
        <p:blipFill>
          <a:blip r:embed="rId4"/>
          <a:srcRect b="60222"/>
          <a:stretch>
            <a:fillRect/>
          </a:stretch>
        </p:blipFill>
        <p:spPr>
          <a:xfrm>
            <a:off x="2036508" y="1097258"/>
            <a:ext cx="7767911" cy="3474474"/>
          </a:xfrm>
          <a:prstGeom prst="rect">
            <a:avLst/>
          </a:prstGeom>
        </p:spPr>
      </p:pic>
      <p:pic>
        <p:nvPicPr>
          <p:cNvPr id="10" name="Picture 9" descr="Columns with Rolled/shaded">
            <a:extLst>
              <a:ext uri="{FF2B5EF4-FFF2-40B4-BE49-F238E27FC236}">
                <a16:creationId xmlns:a16="http://schemas.microsoft.com/office/drawing/2014/main" id="{59128B76-598F-DA8D-888A-272234586DD7}"/>
              </a:ext>
            </a:extLst>
          </p:cNvPr>
          <p:cNvPicPr>
            <a:picLocks noChangeAspect="1"/>
          </p:cNvPicPr>
          <p:nvPr/>
        </p:nvPicPr>
        <p:blipFill>
          <a:blip r:embed="rId5"/>
          <a:srcRect t="38982" b="25392"/>
          <a:stretch>
            <a:fillRect/>
          </a:stretch>
        </p:blipFill>
        <p:spPr>
          <a:xfrm>
            <a:off x="2036508" y="4667409"/>
            <a:ext cx="5066215" cy="2028591"/>
          </a:xfrm>
          <a:prstGeom prst="rect">
            <a:avLst/>
          </a:prstGeom>
        </p:spPr>
      </p:pic>
      <p:pic>
        <p:nvPicPr>
          <p:cNvPr id="11" name="Picture 10" descr="two spinners each divided into 6ths&#10;One spinner has the numerals 1, 2, 2, 3, 3, and 4.&#10;The other has halves, quarters, eighths, thirds and sixths.">
            <a:extLst>
              <a:ext uri="{FF2B5EF4-FFF2-40B4-BE49-F238E27FC236}">
                <a16:creationId xmlns:a16="http://schemas.microsoft.com/office/drawing/2014/main" id="{7948BD0A-DC68-A552-0200-27A6A917AD6E}"/>
              </a:ext>
            </a:extLst>
          </p:cNvPr>
          <p:cNvPicPr>
            <a:picLocks noChangeAspect="1"/>
          </p:cNvPicPr>
          <p:nvPr/>
        </p:nvPicPr>
        <p:blipFill>
          <a:blip r:embed="rId6"/>
          <a:stretch>
            <a:fillRect/>
          </a:stretch>
        </p:blipFill>
        <p:spPr>
          <a:xfrm>
            <a:off x="7178248" y="4831977"/>
            <a:ext cx="3341358" cy="1567482"/>
          </a:xfrm>
          <a:prstGeom prst="rect">
            <a:avLst/>
          </a:prstGeom>
        </p:spPr>
      </p:pic>
    </p:spTree>
    <p:extLst>
      <p:ext uri="{BB962C8B-B14F-4D97-AF65-F5344CB8AC3E}">
        <p14:creationId xmlns:p14="http://schemas.microsoft.com/office/powerpoint/2010/main" val="15837104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72D386-3C42-01D4-FE92-8FF2268EC78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4E985EE-65F2-6ABE-2A24-28253DA3CC80}"/>
              </a:ext>
            </a:extLst>
          </p:cNvPr>
          <p:cNvSpPr>
            <a:spLocks noGrp="1"/>
          </p:cNvSpPr>
          <p:nvPr>
            <p:ph type="title"/>
          </p:nvPr>
        </p:nvSpPr>
        <p:spPr>
          <a:xfrm>
            <a:off x="360000" y="360000"/>
            <a:ext cx="10367268" cy="545601"/>
          </a:xfrm>
        </p:spPr>
        <p:txBody>
          <a:bodyPr/>
          <a:lstStyle/>
          <a:p>
            <a:r>
              <a:rPr lang="en-AU"/>
              <a:t>Activity 3 – colour in fractions (2)</a:t>
            </a:r>
            <a:endParaRPr lang="en-AU">
              <a:solidFill>
                <a:schemeClr val="bg1"/>
              </a:solidFill>
            </a:endParaRPr>
          </a:p>
        </p:txBody>
      </p:sp>
      <p:pic>
        <p:nvPicPr>
          <p:cNvPr id="4" name="Picture 3">
            <a:extLst>
              <a:ext uri="{FF2B5EF4-FFF2-40B4-BE49-F238E27FC236}">
                <a16:creationId xmlns:a16="http://schemas.microsoft.com/office/drawing/2014/main" id="{8D65F7F8-DF66-7065-1FAD-CDD031BFEC0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B1538BA2-5E12-265D-F633-BBD747FC99C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26</a:t>
            </a:fld>
            <a:endParaRPr lang="en-AU"/>
          </a:p>
        </p:txBody>
      </p:sp>
      <p:grpSp>
        <p:nvGrpSpPr>
          <p:cNvPr id="3" name="Group 2" descr="Fraction wall with 1 wole, halves, thirds, quarters, sixths, eighths">
            <a:extLst>
              <a:ext uri="{FF2B5EF4-FFF2-40B4-BE49-F238E27FC236}">
                <a16:creationId xmlns:a16="http://schemas.microsoft.com/office/drawing/2014/main" id="{4871C9D6-FB3E-D658-42BC-0B4DFDDFDD68}"/>
              </a:ext>
            </a:extLst>
          </p:cNvPr>
          <p:cNvGrpSpPr/>
          <p:nvPr/>
        </p:nvGrpSpPr>
        <p:grpSpPr>
          <a:xfrm>
            <a:off x="1307600" y="1291083"/>
            <a:ext cx="9576799" cy="4786532"/>
            <a:chOff x="1343247" y="905601"/>
            <a:chExt cx="9576799" cy="4786532"/>
          </a:xfrm>
        </p:grpSpPr>
        <p:grpSp>
          <p:nvGrpSpPr>
            <p:cNvPr id="8" name="Group 7" descr="A rectangle to represent one whole">
              <a:extLst>
                <a:ext uri="{FF2B5EF4-FFF2-40B4-BE49-F238E27FC236}">
                  <a16:creationId xmlns:a16="http://schemas.microsoft.com/office/drawing/2014/main" id="{997F5465-5AC0-E13A-6DFD-04F183B9D80D}"/>
                </a:ext>
              </a:extLst>
            </p:cNvPr>
            <p:cNvGrpSpPr/>
            <p:nvPr/>
          </p:nvGrpSpPr>
          <p:grpSpPr>
            <a:xfrm>
              <a:off x="1354664" y="905601"/>
              <a:ext cx="9565382" cy="840237"/>
              <a:chOff x="2150215" y="821184"/>
              <a:chExt cx="8545223" cy="696742"/>
            </a:xfrm>
          </p:grpSpPr>
          <p:grpSp>
            <p:nvGrpSpPr>
              <p:cNvPr id="141" name="Group 9">
                <a:extLst>
                  <a:ext uri="{FF2B5EF4-FFF2-40B4-BE49-F238E27FC236}">
                    <a16:creationId xmlns:a16="http://schemas.microsoft.com/office/drawing/2014/main" id="{CA2B725C-A671-BA6F-BC14-6DFB9CED1D13}"/>
                  </a:ext>
                </a:extLst>
              </p:cNvPr>
              <p:cNvGrpSpPr/>
              <p:nvPr/>
            </p:nvGrpSpPr>
            <p:grpSpPr>
              <a:xfrm>
                <a:off x="2150215" y="821184"/>
                <a:ext cx="8545223" cy="696742"/>
                <a:chOff x="0" y="-28575"/>
                <a:chExt cx="3715605" cy="308126"/>
              </a:xfrm>
            </p:grpSpPr>
            <p:sp>
              <p:nvSpPr>
                <p:cNvPr id="143" name="Freeform 10">
                  <a:extLst>
                    <a:ext uri="{FF2B5EF4-FFF2-40B4-BE49-F238E27FC236}">
                      <a16:creationId xmlns:a16="http://schemas.microsoft.com/office/drawing/2014/main" id="{D4B48A29-412C-A37A-2546-B5AEF8EE7590}"/>
                    </a:ext>
                  </a:extLst>
                </p:cNvPr>
                <p:cNvSpPr/>
                <p:nvPr/>
              </p:nvSpPr>
              <p:spPr>
                <a:xfrm>
                  <a:off x="0" y="0"/>
                  <a:ext cx="3715605" cy="279551"/>
                </a:xfrm>
                <a:custGeom>
                  <a:avLst/>
                  <a:gdLst/>
                  <a:ahLst/>
                  <a:cxnLst/>
                  <a:rect l="l" t="t" r="r" b="b"/>
                  <a:pathLst>
                    <a:path w="3715605" h="279551">
                      <a:moveTo>
                        <a:pt x="0" y="0"/>
                      </a:moveTo>
                      <a:lnTo>
                        <a:pt x="3715605" y="0"/>
                      </a:lnTo>
                      <a:lnTo>
                        <a:pt x="3715605" y="279551"/>
                      </a:lnTo>
                      <a:lnTo>
                        <a:pt x="0" y="279551"/>
                      </a:lnTo>
                      <a:close/>
                    </a:path>
                  </a:pathLst>
                </a:custGeom>
                <a:solidFill>
                  <a:srgbClr val="F7FB55"/>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44" name="TextBox 11">
                  <a:extLst>
                    <a:ext uri="{FF2B5EF4-FFF2-40B4-BE49-F238E27FC236}">
                      <a16:creationId xmlns:a16="http://schemas.microsoft.com/office/drawing/2014/main" id="{A4895D29-AB88-8FC1-02A2-4AD131F12566}"/>
                    </a:ext>
                  </a:extLst>
                </p:cNvPr>
                <p:cNvSpPr txBox="1"/>
                <p:nvPr/>
              </p:nvSpPr>
              <p:spPr>
                <a:xfrm>
                  <a:off x="0" y="-28575"/>
                  <a:ext cx="3715605"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sp>
            <p:nvSpPr>
              <p:cNvPr id="142" name="TextBox 12">
                <a:extLst>
                  <a:ext uri="{FF2B5EF4-FFF2-40B4-BE49-F238E27FC236}">
                    <a16:creationId xmlns:a16="http://schemas.microsoft.com/office/drawing/2014/main" id="{C58E15F2-6CF7-07D8-5932-353E563DBA7C}"/>
                  </a:ext>
                </a:extLst>
              </p:cNvPr>
              <p:cNvSpPr txBox="1"/>
              <p:nvPr/>
            </p:nvSpPr>
            <p:spPr>
              <a:xfrm>
                <a:off x="5207445" y="1003263"/>
                <a:ext cx="2276086" cy="402759"/>
              </a:xfrm>
              <a:prstGeom prst="rect">
                <a:avLst/>
              </a:prstGeom>
            </p:spPr>
            <p:txBody>
              <a:bodyPr wrap="square" lIns="0" tIns="0" rIns="0" bIns="0" rtlCol="0" anchor="t">
                <a:spAutoFit/>
              </a:bodyPr>
              <a:lstStyle/>
              <a:p>
                <a:pPr algn="ctr" defTabSz="914400">
                  <a:lnSpc>
                    <a:spcPts val="3802"/>
                  </a:lnSpc>
                </a:pPr>
                <a:r>
                  <a:rPr lang="en-US" sz="2716">
                    <a:solidFill>
                      <a:srgbClr val="000000"/>
                    </a:solidFill>
                    <a:latin typeface="Arial" panose="020B0604020202020204" pitchFamily="34" charset="0"/>
                    <a:ea typeface="Canva Student Font"/>
                    <a:cs typeface="Arial" panose="020B0604020202020204" pitchFamily="34" charset="0"/>
                    <a:sym typeface="Canva Student Font"/>
                  </a:rPr>
                  <a:t>one whole</a:t>
                </a:r>
              </a:p>
            </p:txBody>
          </p:sp>
        </p:grpSp>
        <p:grpSp>
          <p:nvGrpSpPr>
            <p:cNvPr id="9" name="Group 8" descr="a rectangle divided into halves">
              <a:extLst>
                <a:ext uri="{FF2B5EF4-FFF2-40B4-BE49-F238E27FC236}">
                  <a16:creationId xmlns:a16="http://schemas.microsoft.com/office/drawing/2014/main" id="{B245F9F1-8687-75AA-83EE-A82A922A07AD}"/>
                </a:ext>
              </a:extLst>
            </p:cNvPr>
            <p:cNvGrpSpPr/>
            <p:nvPr/>
          </p:nvGrpSpPr>
          <p:grpSpPr>
            <a:xfrm>
              <a:off x="1354664" y="1701743"/>
              <a:ext cx="9565382" cy="829440"/>
              <a:chOff x="2150215" y="1762243"/>
              <a:chExt cx="8545224" cy="687092"/>
            </a:xfrm>
          </p:grpSpPr>
          <p:grpSp>
            <p:nvGrpSpPr>
              <p:cNvPr id="131" name="Group 2">
                <a:extLst>
                  <a:ext uri="{FF2B5EF4-FFF2-40B4-BE49-F238E27FC236}">
                    <a16:creationId xmlns:a16="http://schemas.microsoft.com/office/drawing/2014/main" id="{8E8BC119-1463-2816-EC78-302EC6D279D1}"/>
                  </a:ext>
                </a:extLst>
              </p:cNvPr>
              <p:cNvGrpSpPr/>
              <p:nvPr/>
            </p:nvGrpSpPr>
            <p:grpSpPr>
              <a:xfrm>
                <a:off x="2150215" y="1762243"/>
                <a:ext cx="4272612" cy="687092"/>
                <a:chOff x="0" y="-28575"/>
                <a:chExt cx="1883896" cy="308126"/>
              </a:xfrm>
            </p:grpSpPr>
            <p:sp>
              <p:nvSpPr>
                <p:cNvPr id="139" name="Freeform 3">
                  <a:extLst>
                    <a:ext uri="{FF2B5EF4-FFF2-40B4-BE49-F238E27FC236}">
                      <a16:creationId xmlns:a16="http://schemas.microsoft.com/office/drawing/2014/main" id="{BF861ADB-E894-D553-CE99-3A06076CEE95}"/>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40" name="TextBox 4">
                  <a:extLst>
                    <a:ext uri="{FF2B5EF4-FFF2-40B4-BE49-F238E27FC236}">
                      <a16:creationId xmlns:a16="http://schemas.microsoft.com/office/drawing/2014/main" id="{9798CB18-F1A3-79E9-9329-13C05247F9A9}"/>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132" name="Group 20">
                <a:extLst>
                  <a:ext uri="{FF2B5EF4-FFF2-40B4-BE49-F238E27FC236}">
                    <a16:creationId xmlns:a16="http://schemas.microsoft.com/office/drawing/2014/main" id="{36BCAD19-F3F6-811D-6498-54D4C40BD79E}"/>
                  </a:ext>
                </a:extLst>
              </p:cNvPr>
              <p:cNvGrpSpPr/>
              <p:nvPr/>
            </p:nvGrpSpPr>
            <p:grpSpPr>
              <a:xfrm>
                <a:off x="6422827" y="1762243"/>
                <a:ext cx="4272612" cy="687092"/>
                <a:chOff x="0" y="-28575"/>
                <a:chExt cx="1883896" cy="308126"/>
              </a:xfrm>
            </p:grpSpPr>
            <p:sp>
              <p:nvSpPr>
                <p:cNvPr id="137" name="Freeform 21">
                  <a:extLst>
                    <a:ext uri="{FF2B5EF4-FFF2-40B4-BE49-F238E27FC236}">
                      <a16:creationId xmlns:a16="http://schemas.microsoft.com/office/drawing/2014/main" id="{DE9FE9B3-C24A-FEFB-1647-F176E99BA622}"/>
                    </a:ext>
                  </a:extLst>
                </p:cNvPr>
                <p:cNvSpPr/>
                <p:nvPr/>
              </p:nvSpPr>
              <p:spPr>
                <a:xfrm>
                  <a:off x="0" y="0"/>
                  <a:ext cx="1883896" cy="279551"/>
                </a:xfrm>
                <a:custGeom>
                  <a:avLst/>
                  <a:gdLst/>
                  <a:ahLst/>
                  <a:cxnLst/>
                  <a:rect l="l" t="t" r="r" b="b"/>
                  <a:pathLst>
                    <a:path w="1883896" h="279551">
                      <a:moveTo>
                        <a:pt x="0" y="0"/>
                      </a:moveTo>
                      <a:lnTo>
                        <a:pt x="1883896" y="0"/>
                      </a:lnTo>
                      <a:lnTo>
                        <a:pt x="1883896" y="279551"/>
                      </a:lnTo>
                      <a:lnTo>
                        <a:pt x="0" y="279551"/>
                      </a:lnTo>
                      <a:close/>
                    </a:path>
                  </a:pathLst>
                </a:custGeom>
                <a:solidFill>
                  <a:srgbClr val="CBEDF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38" name="TextBox 22">
                  <a:extLst>
                    <a:ext uri="{FF2B5EF4-FFF2-40B4-BE49-F238E27FC236}">
                      <a16:creationId xmlns:a16="http://schemas.microsoft.com/office/drawing/2014/main" id="{BAA25297-5D5A-7B03-FF10-AB912163BEDF}"/>
                    </a:ext>
                  </a:extLst>
                </p:cNvPr>
                <p:cNvSpPr txBox="1"/>
                <p:nvPr/>
              </p:nvSpPr>
              <p:spPr>
                <a:xfrm>
                  <a:off x="0" y="-28575"/>
                  <a:ext cx="1883896" cy="308126"/>
                </a:xfrm>
                <a:prstGeom prst="rect">
                  <a:avLst/>
                </a:prstGeom>
              </p:spPr>
              <p:txBody>
                <a:bodyPr lIns="35919" tIns="35919" rIns="35919" bIns="35919" rtlCol="0" anchor="ctr"/>
                <a:lstStyle/>
                <a:p>
                  <a:pPr algn="ctr" defTabSz="914400">
                    <a:lnSpc>
                      <a:spcPts val="1575"/>
                    </a:lnSpc>
                  </a:pPr>
                  <a:endParaRPr sz="1800">
                    <a:solidFill>
                      <a:prstClr val="black"/>
                    </a:solidFill>
                    <a:latin typeface="Calibri"/>
                  </a:endParaRPr>
                </a:p>
              </p:txBody>
            </p:sp>
          </p:grpSp>
          <p:grpSp>
            <p:nvGrpSpPr>
              <p:cNvPr id="133" name="Group 92">
                <a:extLst>
                  <a:ext uri="{FF2B5EF4-FFF2-40B4-BE49-F238E27FC236}">
                    <a16:creationId xmlns:a16="http://schemas.microsoft.com/office/drawing/2014/main" id="{E0EF7C0D-9425-D702-8B1D-2D89AEDF7DE4}"/>
                  </a:ext>
                </a:extLst>
              </p:cNvPr>
              <p:cNvGrpSpPr/>
              <p:nvPr/>
            </p:nvGrpSpPr>
            <p:grpSpPr>
              <a:xfrm>
                <a:off x="4169667" y="1864989"/>
                <a:ext cx="252103" cy="545319"/>
                <a:chOff x="0" y="0"/>
                <a:chExt cx="364943" cy="802874"/>
              </a:xfrm>
            </p:grpSpPr>
            <p:sp>
              <p:nvSpPr>
                <p:cNvPr id="136" name="Freeform 93">
                  <a:extLst>
                    <a:ext uri="{FF2B5EF4-FFF2-40B4-BE49-F238E27FC236}">
                      <a16:creationId xmlns:a16="http://schemas.microsoft.com/office/drawing/2014/main" id="{A98A75C0-1C3D-6BA7-16C4-DFBD1F5BD371}"/>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nvGrpSpPr>
              <p:cNvPr id="134" name="Group 94">
                <a:extLst>
                  <a:ext uri="{FF2B5EF4-FFF2-40B4-BE49-F238E27FC236}">
                    <a16:creationId xmlns:a16="http://schemas.microsoft.com/office/drawing/2014/main" id="{13BCE9F1-D373-509E-C4CE-7653C167CF1D}"/>
                  </a:ext>
                </a:extLst>
              </p:cNvPr>
              <p:cNvGrpSpPr/>
              <p:nvPr/>
            </p:nvGrpSpPr>
            <p:grpSpPr>
              <a:xfrm>
                <a:off x="8453444" y="1864989"/>
                <a:ext cx="252103" cy="545319"/>
                <a:chOff x="0" y="0"/>
                <a:chExt cx="364943" cy="802874"/>
              </a:xfrm>
            </p:grpSpPr>
            <p:sp>
              <p:nvSpPr>
                <p:cNvPr id="135" name="Freeform 95">
                  <a:extLst>
                    <a:ext uri="{FF2B5EF4-FFF2-40B4-BE49-F238E27FC236}">
                      <a16:creationId xmlns:a16="http://schemas.microsoft.com/office/drawing/2014/main" id="{17408DA3-3A0D-52F7-297C-D06D52FC3DEE}"/>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defTabSz="914400"/>
                  <a:endParaRPr lang="en-AU" sz="1800">
                    <a:solidFill>
                      <a:prstClr val="black"/>
                    </a:solidFill>
                    <a:latin typeface="Calibri"/>
                  </a:endParaRPr>
                </a:p>
              </p:txBody>
            </p:sp>
          </p:grpSp>
        </p:grpSp>
        <p:grpSp>
          <p:nvGrpSpPr>
            <p:cNvPr id="10" name="Group 9" descr="a rectangle divided into quarters">
              <a:extLst>
                <a:ext uri="{FF2B5EF4-FFF2-40B4-BE49-F238E27FC236}">
                  <a16:creationId xmlns:a16="http://schemas.microsoft.com/office/drawing/2014/main" id="{CCD35262-47AA-6E6E-A59B-63EE35DD74B6}"/>
                </a:ext>
              </a:extLst>
            </p:cNvPr>
            <p:cNvGrpSpPr/>
            <p:nvPr/>
          </p:nvGrpSpPr>
          <p:grpSpPr>
            <a:xfrm>
              <a:off x="1354664" y="3251733"/>
              <a:ext cx="9565382" cy="865969"/>
              <a:chOff x="2686591" y="426353"/>
              <a:chExt cx="8530705" cy="696742"/>
            </a:xfrm>
          </p:grpSpPr>
          <p:grpSp>
            <p:nvGrpSpPr>
              <p:cNvPr id="109" name="Group 108">
                <a:extLst>
                  <a:ext uri="{FF2B5EF4-FFF2-40B4-BE49-F238E27FC236}">
                    <a16:creationId xmlns:a16="http://schemas.microsoft.com/office/drawing/2014/main" id="{7CE7FE47-4395-7EDF-0E61-F89B36419480}"/>
                  </a:ext>
                </a:extLst>
              </p:cNvPr>
              <p:cNvGrpSpPr/>
              <p:nvPr/>
            </p:nvGrpSpPr>
            <p:grpSpPr>
              <a:xfrm>
                <a:off x="2686591" y="426353"/>
                <a:ext cx="8530705" cy="696742"/>
                <a:chOff x="2072389" y="3285718"/>
                <a:chExt cx="8530705" cy="696742"/>
              </a:xfrm>
            </p:grpSpPr>
            <p:grpSp>
              <p:nvGrpSpPr>
                <p:cNvPr id="117" name="Group 59">
                  <a:extLst>
                    <a:ext uri="{FF2B5EF4-FFF2-40B4-BE49-F238E27FC236}">
                      <a16:creationId xmlns:a16="http://schemas.microsoft.com/office/drawing/2014/main" id="{29359300-F6D6-4F56-2117-A4C00C0D335D}"/>
                    </a:ext>
                  </a:extLst>
                </p:cNvPr>
                <p:cNvGrpSpPr/>
                <p:nvPr/>
              </p:nvGrpSpPr>
              <p:grpSpPr>
                <a:xfrm>
                  <a:off x="6339154" y="3285718"/>
                  <a:ext cx="2121788" cy="696742"/>
                  <a:chOff x="0" y="-28575"/>
                  <a:chExt cx="922589" cy="308126"/>
                </a:xfrm>
              </p:grpSpPr>
              <p:sp>
                <p:nvSpPr>
                  <p:cNvPr id="129" name="Freeform 60">
                    <a:extLst>
                      <a:ext uri="{FF2B5EF4-FFF2-40B4-BE49-F238E27FC236}">
                        <a16:creationId xmlns:a16="http://schemas.microsoft.com/office/drawing/2014/main" id="{536256B5-057E-9F96-995C-5DB149B48F77}"/>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30" name="TextBox 61">
                    <a:extLst>
                      <a:ext uri="{FF2B5EF4-FFF2-40B4-BE49-F238E27FC236}">
                        <a16:creationId xmlns:a16="http://schemas.microsoft.com/office/drawing/2014/main" id="{B02909CB-0A68-653C-33A6-20AF72CE79C3}"/>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118" name="Group 62">
                  <a:extLst>
                    <a:ext uri="{FF2B5EF4-FFF2-40B4-BE49-F238E27FC236}">
                      <a16:creationId xmlns:a16="http://schemas.microsoft.com/office/drawing/2014/main" id="{B03F27ED-2F7B-F3D4-2301-0BD13D45C165}"/>
                    </a:ext>
                  </a:extLst>
                </p:cNvPr>
                <p:cNvGrpSpPr/>
                <p:nvPr/>
              </p:nvGrpSpPr>
              <p:grpSpPr>
                <a:xfrm>
                  <a:off x="8460943" y="3285718"/>
                  <a:ext cx="2142151" cy="696742"/>
                  <a:chOff x="0" y="-28575"/>
                  <a:chExt cx="931443" cy="308126"/>
                </a:xfrm>
              </p:grpSpPr>
              <p:sp>
                <p:nvSpPr>
                  <p:cNvPr id="127" name="Freeform 63">
                    <a:extLst>
                      <a:ext uri="{FF2B5EF4-FFF2-40B4-BE49-F238E27FC236}">
                        <a16:creationId xmlns:a16="http://schemas.microsoft.com/office/drawing/2014/main" id="{7B3A333C-1DA9-F502-DA22-69C8FFF56CDB}"/>
                      </a:ext>
                    </a:extLst>
                  </p:cNvPr>
                  <p:cNvSpPr/>
                  <p:nvPr/>
                </p:nvSpPr>
                <p:spPr>
                  <a:xfrm>
                    <a:off x="0" y="0"/>
                    <a:ext cx="931443" cy="279551"/>
                  </a:xfrm>
                  <a:custGeom>
                    <a:avLst/>
                    <a:gdLst/>
                    <a:ahLst/>
                    <a:cxnLst/>
                    <a:rect l="l" t="t" r="r" b="b"/>
                    <a:pathLst>
                      <a:path w="931443" h="279551">
                        <a:moveTo>
                          <a:pt x="0" y="0"/>
                        </a:moveTo>
                        <a:lnTo>
                          <a:pt x="931443" y="0"/>
                        </a:lnTo>
                        <a:lnTo>
                          <a:pt x="931443"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28" name="TextBox 64">
                    <a:extLst>
                      <a:ext uri="{FF2B5EF4-FFF2-40B4-BE49-F238E27FC236}">
                        <a16:creationId xmlns:a16="http://schemas.microsoft.com/office/drawing/2014/main" id="{45216067-B49C-812F-38A6-E7916FC5259F}"/>
                      </a:ext>
                    </a:extLst>
                  </p:cNvPr>
                  <p:cNvSpPr txBox="1"/>
                  <p:nvPr/>
                </p:nvSpPr>
                <p:spPr>
                  <a:xfrm>
                    <a:off x="0" y="-28575"/>
                    <a:ext cx="931443"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119" name="Group 80">
                  <a:extLst>
                    <a:ext uri="{FF2B5EF4-FFF2-40B4-BE49-F238E27FC236}">
                      <a16:creationId xmlns:a16="http://schemas.microsoft.com/office/drawing/2014/main" id="{EDA65C8D-B28D-F723-CC70-6ABA3BDAEFFD}"/>
                    </a:ext>
                  </a:extLst>
                </p:cNvPr>
                <p:cNvGrpSpPr/>
                <p:nvPr/>
              </p:nvGrpSpPr>
              <p:grpSpPr>
                <a:xfrm>
                  <a:off x="2072389" y="3285718"/>
                  <a:ext cx="2121788" cy="696742"/>
                  <a:chOff x="0" y="-28575"/>
                  <a:chExt cx="922589" cy="308126"/>
                </a:xfrm>
              </p:grpSpPr>
              <p:sp>
                <p:nvSpPr>
                  <p:cNvPr id="125" name="Freeform 81">
                    <a:extLst>
                      <a:ext uri="{FF2B5EF4-FFF2-40B4-BE49-F238E27FC236}">
                        <a16:creationId xmlns:a16="http://schemas.microsoft.com/office/drawing/2014/main" id="{AED2559A-5435-D6EE-3289-41E686550A7C}"/>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26" name="TextBox 82">
                    <a:extLst>
                      <a:ext uri="{FF2B5EF4-FFF2-40B4-BE49-F238E27FC236}">
                        <a16:creationId xmlns:a16="http://schemas.microsoft.com/office/drawing/2014/main" id="{8664AB73-2DBA-B79A-90AE-7C2CD9B97687}"/>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nvGrpSpPr>
                <p:cNvPr id="120" name="Group 104">
                  <a:extLst>
                    <a:ext uri="{FF2B5EF4-FFF2-40B4-BE49-F238E27FC236}">
                      <a16:creationId xmlns:a16="http://schemas.microsoft.com/office/drawing/2014/main" id="{5BB2B4BD-253A-F160-EC26-029D3D6A29BC}"/>
                    </a:ext>
                  </a:extLst>
                </p:cNvPr>
                <p:cNvGrpSpPr/>
                <p:nvPr/>
              </p:nvGrpSpPr>
              <p:grpSpPr>
                <a:xfrm>
                  <a:off x="3007231" y="3393736"/>
                  <a:ext cx="252103" cy="545319"/>
                  <a:chOff x="0" y="0"/>
                  <a:chExt cx="364943" cy="802874"/>
                </a:xfrm>
              </p:grpSpPr>
              <p:sp>
                <p:nvSpPr>
                  <p:cNvPr id="124" name="Freeform 105">
                    <a:extLst>
                      <a:ext uri="{FF2B5EF4-FFF2-40B4-BE49-F238E27FC236}">
                        <a16:creationId xmlns:a16="http://schemas.microsoft.com/office/drawing/2014/main" id="{B8FA1FEB-9E8F-8D8C-706E-AABFECEFE308}"/>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21" name="Group 142">
                  <a:extLst>
                    <a:ext uri="{FF2B5EF4-FFF2-40B4-BE49-F238E27FC236}">
                      <a16:creationId xmlns:a16="http://schemas.microsoft.com/office/drawing/2014/main" id="{288862F7-F4AF-1BB3-6F81-ADE823550674}"/>
                    </a:ext>
                  </a:extLst>
                </p:cNvPr>
                <p:cNvGrpSpPr/>
                <p:nvPr/>
              </p:nvGrpSpPr>
              <p:grpSpPr>
                <a:xfrm>
                  <a:off x="4205772" y="3285718"/>
                  <a:ext cx="2121788" cy="696742"/>
                  <a:chOff x="0" y="-28575"/>
                  <a:chExt cx="922589" cy="308126"/>
                </a:xfrm>
              </p:grpSpPr>
              <p:sp>
                <p:nvSpPr>
                  <p:cNvPr id="122" name="Freeform 143">
                    <a:extLst>
                      <a:ext uri="{FF2B5EF4-FFF2-40B4-BE49-F238E27FC236}">
                        <a16:creationId xmlns:a16="http://schemas.microsoft.com/office/drawing/2014/main" id="{3553FDCE-E389-6E5C-0D7E-509CD3B44F74}"/>
                      </a:ext>
                    </a:extLst>
                  </p:cNvPr>
                  <p:cNvSpPr/>
                  <p:nvPr/>
                </p:nvSpPr>
                <p:spPr>
                  <a:xfrm>
                    <a:off x="0" y="0"/>
                    <a:ext cx="922589" cy="279551"/>
                  </a:xfrm>
                  <a:custGeom>
                    <a:avLst/>
                    <a:gdLst/>
                    <a:ahLst/>
                    <a:cxnLst/>
                    <a:rect l="l" t="t" r="r" b="b"/>
                    <a:pathLst>
                      <a:path w="922589" h="279551">
                        <a:moveTo>
                          <a:pt x="0" y="0"/>
                        </a:moveTo>
                        <a:lnTo>
                          <a:pt x="922589" y="0"/>
                        </a:lnTo>
                        <a:lnTo>
                          <a:pt x="922589" y="279551"/>
                        </a:lnTo>
                        <a:lnTo>
                          <a:pt x="0" y="279551"/>
                        </a:lnTo>
                        <a:close/>
                      </a:path>
                    </a:pathLst>
                  </a:custGeom>
                  <a:solidFill>
                    <a:srgbClr val="E2F4CD"/>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23" name="TextBox 144">
                    <a:extLst>
                      <a:ext uri="{FF2B5EF4-FFF2-40B4-BE49-F238E27FC236}">
                        <a16:creationId xmlns:a16="http://schemas.microsoft.com/office/drawing/2014/main" id="{626A296B-77FB-BB76-623D-09B641C657AB}"/>
                      </a:ext>
                    </a:extLst>
                  </p:cNvPr>
                  <p:cNvSpPr txBox="1"/>
                  <p:nvPr/>
                </p:nvSpPr>
                <p:spPr>
                  <a:xfrm>
                    <a:off x="0" y="-28575"/>
                    <a:ext cx="922589" cy="308126"/>
                  </a:xfrm>
                  <a:prstGeom prst="rect">
                    <a:avLst/>
                  </a:prstGeom>
                </p:spPr>
                <p:txBody>
                  <a:bodyPr lIns="39028" tIns="39028" rIns="39028" bIns="39028" rtlCol="0" anchor="ctr"/>
                  <a:lstStyle/>
                  <a:p>
                    <a:pPr algn="ctr" defTabSz="914400">
                      <a:lnSpc>
                        <a:spcPts val="1575"/>
                      </a:lnSpc>
                    </a:pPr>
                    <a:endParaRPr sz="1800">
                      <a:solidFill>
                        <a:prstClr val="black"/>
                      </a:solidFill>
                      <a:latin typeface="Calibri"/>
                    </a:endParaRPr>
                  </a:p>
                </p:txBody>
              </p:sp>
            </p:grpSp>
          </p:grpSp>
          <p:grpSp>
            <p:nvGrpSpPr>
              <p:cNvPr id="110" name="Group 109">
                <a:extLst>
                  <a:ext uri="{FF2B5EF4-FFF2-40B4-BE49-F238E27FC236}">
                    <a16:creationId xmlns:a16="http://schemas.microsoft.com/office/drawing/2014/main" id="{4D0C084F-865F-A7A9-C81A-32A87047B576}"/>
                  </a:ext>
                </a:extLst>
              </p:cNvPr>
              <p:cNvGrpSpPr/>
              <p:nvPr/>
            </p:nvGrpSpPr>
            <p:grpSpPr>
              <a:xfrm>
                <a:off x="5473113" y="537182"/>
                <a:ext cx="4524452" cy="545319"/>
                <a:chOff x="5140614" y="3393736"/>
                <a:chExt cx="4524452" cy="545319"/>
              </a:xfrm>
            </p:grpSpPr>
            <p:grpSp>
              <p:nvGrpSpPr>
                <p:cNvPr id="111" name="Group 106">
                  <a:extLst>
                    <a:ext uri="{FF2B5EF4-FFF2-40B4-BE49-F238E27FC236}">
                      <a16:creationId xmlns:a16="http://schemas.microsoft.com/office/drawing/2014/main" id="{36D340C2-C108-1EEC-D72C-B72BB5043DAA}"/>
                    </a:ext>
                  </a:extLst>
                </p:cNvPr>
                <p:cNvGrpSpPr/>
                <p:nvPr/>
              </p:nvGrpSpPr>
              <p:grpSpPr>
                <a:xfrm>
                  <a:off x="7244773" y="3393736"/>
                  <a:ext cx="252103" cy="545319"/>
                  <a:chOff x="0" y="0"/>
                  <a:chExt cx="364943" cy="802874"/>
                </a:xfrm>
              </p:grpSpPr>
              <p:sp>
                <p:nvSpPr>
                  <p:cNvPr id="116" name="Freeform 107">
                    <a:extLst>
                      <a:ext uri="{FF2B5EF4-FFF2-40B4-BE49-F238E27FC236}">
                        <a16:creationId xmlns:a16="http://schemas.microsoft.com/office/drawing/2014/main" id="{6F7DF615-CB82-6620-489B-B111385A3196}"/>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12" name="Group 108">
                  <a:extLst>
                    <a:ext uri="{FF2B5EF4-FFF2-40B4-BE49-F238E27FC236}">
                      <a16:creationId xmlns:a16="http://schemas.microsoft.com/office/drawing/2014/main" id="{AEDFC5C5-32D6-665C-D6C1-74F3A3C7FEF2}"/>
                    </a:ext>
                  </a:extLst>
                </p:cNvPr>
                <p:cNvGrpSpPr/>
                <p:nvPr/>
              </p:nvGrpSpPr>
              <p:grpSpPr>
                <a:xfrm>
                  <a:off x="9412963" y="3393736"/>
                  <a:ext cx="252103" cy="545319"/>
                  <a:chOff x="0" y="0"/>
                  <a:chExt cx="364943" cy="802874"/>
                </a:xfrm>
              </p:grpSpPr>
              <p:sp>
                <p:nvSpPr>
                  <p:cNvPr id="115" name="Freeform 109">
                    <a:extLst>
                      <a:ext uri="{FF2B5EF4-FFF2-40B4-BE49-F238E27FC236}">
                        <a16:creationId xmlns:a16="http://schemas.microsoft.com/office/drawing/2014/main" id="{4E94E85B-393E-DBFD-92E6-44E858B90728}"/>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nvGrpSpPr>
                <p:cNvPr id="113" name="Group 154">
                  <a:extLst>
                    <a:ext uri="{FF2B5EF4-FFF2-40B4-BE49-F238E27FC236}">
                      <a16:creationId xmlns:a16="http://schemas.microsoft.com/office/drawing/2014/main" id="{000E331C-EFFC-9430-D995-EE1CCE0F548C}"/>
                    </a:ext>
                  </a:extLst>
                </p:cNvPr>
                <p:cNvGrpSpPr/>
                <p:nvPr/>
              </p:nvGrpSpPr>
              <p:grpSpPr>
                <a:xfrm>
                  <a:off x="5140614" y="3393736"/>
                  <a:ext cx="252103" cy="545319"/>
                  <a:chOff x="0" y="0"/>
                  <a:chExt cx="364943" cy="802874"/>
                </a:xfrm>
              </p:grpSpPr>
              <p:sp>
                <p:nvSpPr>
                  <p:cNvPr id="114" name="Freeform 155">
                    <a:extLst>
                      <a:ext uri="{FF2B5EF4-FFF2-40B4-BE49-F238E27FC236}">
                        <a16:creationId xmlns:a16="http://schemas.microsoft.com/office/drawing/2014/main" id="{F080C5CC-4AA7-A5E8-93DE-87D7F0CC206E}"/>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defTabSz="914400"/>
                    <a:endParaRPr lang="en-AU" sz="1800">
                      <a:solidFill>
                        <a:prstClr val="black"/>
                      </a:solidFill>
                      <a:latin typeface="Calibri"/>
                    </a:endParaRPr>
                  </a:p>
                </p:txBody>
              </p:sp>
            </p:grpSp>
          </p:grpSp>
        </p:grpSp>
        <p:grpSp>
          <p:nvGrpSpPr>
            <p:cNvPr id="11" name="Group 10" descr="a rectangle divided into eighths">
              <a:extLst>
                <a:ext uri="{FF2B5EF4-FFF2-40B4-BE49-F238E27FC236}">
                  <a16:creationId xmlns:a16="http://schemas.microsoft.com/office/drawing/2014/main" id="{5167AD6B-ECA3-C787-30ED-24750DB94B89}"/>
                </a:ext>
              </a:extLst>
            </p:cNvPr>
            <p:cNvGrpSpPr/>
            <p:nvPr/>
          </p:nvGrpSpPr>
          <p:grpSpPr>
            <a:xfrm>
              <a:off x="1354664" y="4861872"/>
              <a:ext cx="9565382" cy="830261"/>
              <a:chOff x="2172737" y="5504413"/>
              <a:chExt cx="8530705" cy="693861"/>
            </a:xfrm>
          </p:grpSpPr>
          <p:grpSp>
            <p:nvGrpSpPr>
              <p:cNvPr id="67" name="Group 66">
                <a:extLst>
                  <a:ext uri="{FF2B5EF4-FFF2-40B4-BE49-F238E27FC236}">
                    <a16:creationId xmlns:a16="http://schemas.microsoft.com/office/drawing/2014/main" id="{9073189A-4EB2-3418-F8E0-F2DB05885127}"/>
                  </a:ext>
                </a:extLst>
              </p:cNvPr>
              <p:cNvGrpSpPr/>
              <p:nvPr/>
            </p:nvGrpSpPr>
            <p:grpSpPr>
              <a:xfrm>
                <a:off x="2172737" y="5504413"/>
                <a:ext cx="8530705" cy="693861"/>
                <a:chOff x="2111145" y="4853957"/>
                <a:chExt cx="8530705" cy="693861"/>
              </a:xfrm>
            </p:grpSpPr>
            <p:grpSp>
              <p:nvGrpSpPr>
                <p:cNvPr id="70" name="Group 86">
                  <a:extLst>
                    <a:ext uri="{FF2B5EF4-FFF2-40B4-BE49-F238E27FC236}">
                      <a16:creationId xmlns:a16="http://schemas.microsoft.com/office/drawing/2014/main" id="{394F40DF-0D35-B02D-6DD2-7E8063972D5E}"/>
                    </a:ext>
                  </a:extLst>
                </p:cNvPr>
                <p:cNvGrpSpPr/>
                <p:nvPr/>
              </p:nvGrpSpPr>
              <p:grpSpPr>
                <a:xfrm>
                  <a:off x="2111145" y="4853957"/>
                  <a:ext cx="1072752" cy="693861"/>
                  <a:chOff x="0" y="-28575"/>
                  <a:chExt cx="488223" cy="321175"/>
                </a:xfrm>
              </p:grpSpPr>
              <p:sp>
                <p:nvSpPr>
                  <p:cNvPr id="107" name="Freeform 87">
                    <a:extLst>
                      <a:ext uri="{FF2B5EF4-FFF2-40B4-BE49-F238E27FC236}">
                        <a16:creationId xmlns:a16="http://schemas.microsoft.com/office/drawing/2014/main" id="{3575CFD0-83B2-F012-1426-3EB756AB8D3B}"/>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08" name="TextBox 88">
                    <a:extLst>
                      <a:ext uri="{FF2B5EF4-FFF2-40B4-BE49-F238E27FC236}">
                        <a16:creationId xmlns:a16="http://schemas.microsoft.com/office/drawing/2014/main" id="{9384AA90-4F28-0CAD-11CD-2A6E0207568B}"/>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71" name="Group 70">
                  <a:extLst>
                    <a:ext uri="{FF2B5EF4-FFF2-40B4-BE49-F238E27FC236}">
                      <a16:creationId xmlns:a16="http://schemas.microsoft.com/office/drawing/2014/main" id="{B7309E27-E89A-0673-E081-EE81867C6443}"/>
                    </a:ext>
                  </a:extLst>
                </p:cNvPr>
                <p:cNvGrpSpPr/>
                <p:nvPr/>
              </p:nvGrpSpPr>
              <p:grpSpPr>
                <a:xfrm>
                  <a:off x="3180738" y="4853957"/>
                  <a:ext cx="7461112" cy="693861"/>
                  <a:chOff x="3180738" y="4853957"/>
                  <a:chExt cx="7461112" cy="693861"/>
                </a:xfrm>
              </p:grpSpPr>
              <p:grpSp>
                <p:nvGrpSpPr>
                  <p:cNvPr id="72" name="Group 65">
                    <a:extLst>
                      <a:ext uri="{FF2B5EF4-FFF2-40B4-BE49-F238E27FC236}">
                        <a16:creationId xmlns:a16="http://schemas.microsoft.com/office/drawing/2014/main" id="{18DACEA2-7BA2-2709-000C-21F3145E4110}"/>
                      </a:ext>
                    </a:extLst>
                  </p:cNvPr>
                  <p:cNvGrpSpPr/>
                  <p:nvPr/>
                </p:nvGrpSpPr>
                <p:grpSpPr>
                  <a:xfrm>
                    <a:off x="8502359" y="4853957"/>
                    <a:ext cx="1072752" cy="693861"/>
                    <a:chOff x="0" y="-28575"/>
                    <a:chExt cx="488223" cy="321175"/>
                  </a:xfrm>
                </p:grpSpPr>
                <p:sp>
                  <p:nvSpPr>
                    <p:cNvPr id="105" name="Freeform 66">
                      <a:extLst>
                        <a:ext uri="{FF2B5EF4-FFF2-40B4-BE49-F238E27FC236}">
                          <a16:creationId xmlns:a16="http://schemas.microsoft.com/office/drawing/2014/main" id="{55DF07EF-8B92-CF8C-6215-CFCC8C09A817}"/>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06" name="TextBox 67">
                      <a:extLst>
                        <a:ext uri="{FF2B5EF4-FFF2-40B4-BE49-F238E27FC236}">
                          <a16:creationId xmlns:a16="http://schemas.microsoft.com/office/drawing/2014/main" id="{632193DC-5C06-01A2-2EC4-9F2CEC1F9C19}"/>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73" name="Group 68">
                    <a:extLst>
                      <a:ext uri="{FF2B5EF4-FFF2-40B4-BE49-F238E27FC236}">
                        <a16:creationId xmlns:a16="http://schemas.microsoft.com/office/drawing/2014/main" id="{6A891969-831A-2072-AD68-1A8E7EE5FE7A}"/>
                      </a:ext>
                    </a:extLst>
                  </p:cNvPr>
                  <p:cNvGrpSpPr/>
                  <p:nvPr/>
                </p:nvGrpSpPr>
                <p:grpSpPr>
                  <a:xfrm>
                    <a:off x="9577770" y="4853957"/>
                    <a:ext cx="1064080" cy="693861"/>
                    <a:chOff x="0" y="-28575"/>
                    <a:chExt cx="484277" cy="321175"/>
                  </a:xfrm>
                </p:grpSpPr>
                <p:sp>
                  <p:nvSpPr>
                    <p:cNvPr id="103" name="Freeform 69">
                      <a:extLst>
                        <a:ext uri="{FF2B5EF4-FFF2-40B4-BE49-F238E27FC236}">
                          <a16:creationId xmlns:a16="http://schemas.microsoft.com/office/drawing/2014/main" id="{3E52D1A5-E38A-95C9-DB5A-651F9EB424B2}"/>
                        </a:ext>
                      </a:extLst>
                    </p:cNvPr>
                    <p:cNvSpPr/>
                    <p:nvPr/>
                  </p:nvSpPr>
                  <p:spPr>
                    <a:xfrm>
                      <a:off x="0" y="0"/>
                      <a:ext cx="484277" cy="292600"/>
                    </a:xfrm>
                    <a:custGeom>
                      <a:avLst/>
                      <a:gdLst/>
                      <a:ahLst/>
                      <a:cxnLst/>
                      <a:rect l="l" t="t" r="r" b="b"/>
                      <a:pathLst>
                        <a:path w="484277" h="292600">
                          <a:moveTo>
                            <a:pt x="0" y="0"/>
                          </a:moveTo>
                          <a:lnTo>
                            <a:pt x="484277" y="0"/>
                          </a:lnTo>
                          <a:lnTo>
                            <a:pt x="484277"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04" name="TextBox 70">
                      <a:extLst>
                        <a:ext uri="{FF2B5EF4-FFF2-40B4-BE49-F238E27FC236}">
                          <a16:creationId xmlns:a16="http://schemas.microsoft.com/office/drawing/2014/main" id="{74141F82-A45A-B741-35C9-25C8A727F52C}"/>
                        </a:ext>
                      </a:extLst>
                    </p:cNvPr>
                    <p:cNvSpPr txBox="1"/>
                    <p:nvPr/>
                  </p:nvSpPr>
                  <p:spPr>
                    <a:xfrm>
                      <a:off x="0" y="-28575"/>
                      <a:ext cx="484277"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74" name="Group 74">
                    <a:extLst>
                      <a:ext uri="{FF2B5EF4-FFF2-40B4-BE49-F238E27FC236}">
                        <a16:creationId xmlns:a16="http://schemas.microsoft.com/office/drawing/2014/main" id="{93C74A9C-163A-5B34-2EA4-BA797D4A5720}"/>
                      </a:ext>
                    </a:extLst>
                  </p:cNvPr>
                  <p:cNvGrpSpPr/>
                  <p:nvPr/>
                </p:nvGrpSpPr>
                <p:grpSpPr>
                  <a:xfrm>
                    <a:off x="6377910" y="4853957"/>
                    <a:ext cx="1072752" cy="693861"/>
                    <a:chOff x="0" y="-28575"/>
                    <a:chExt cx="488223" cy="321175"/>
                  </a:xfrm>
                </p:grpSpPr>
                <p:sp>
                  <p:nvSpPr>
                    <p:cNvPr id="101" name="Freeform 75">
                      <a:extLst>
                        <a:ext uri="{FF2B5EF4-FFF2-40B4-BE49-F238E27FC236}">
                          <a16:creationId xmlns:a16="http://schemas.microsoft.com/office/drawing/2014/main" id="{C46B4748-14BA-42EB-DA83-B1FE01CD7DD9}"/>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02" name="TextBox 76">
                      <a:extLst>
                        <a:ext uri="{FF2B5EF4-FFF2-40B4-BE49-F238E27FC236}">
                          <a16:creationId xmlns:a16="http://schemas.microsoft.com/office/drawing/2014/main" id="{07E75CCE-95E9-12DA-ABFD-9574FB27B696}"/>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75" name="Group 77">
                    <a:extLst>
                      <a:ext uri="{FF2B5EF4-FFF2-40B4-BE49-F238E27FC236}">
                        <a16:creationId xmlns:a16="http://schemas.microsoft.com/office/drawing/2014/main" id="{8010229C-1225-46DC-A7FE-2D5FFD65ADD9}"/>
                      </a:ext>
                    </a:extLst>
                  </p:cNvPr>
                  <p:cNvGrpSpPr/>
                  <p:nvPr/>
                </p:nvGrpSpPr>
                <p:grpSpPr>
                  <a:xfrm>
                    <a:off x="7447503" y="4853957"/>
                    <a:ext cx="1052196" cy="693861"/>
                    <a:chOff x="0" y="-28575"/>
                    <a:chExt cx="478868" cy="321175"/>
                  </a:xfrm>
                </p:grpSpPr>
                <p:sp>
                  <p:nvSpPr>
                    <p:cNvPr id="99" name="Freeform 78">
                      <a:extLst>
                        <a:ext uri="{FF2B5EF4-FFF2-40B4-BE49-F238E27FC236}">
                          <a16:creationId xmlns:a16="http://schemas.microsoft.com/office/drawing/2014/main" id="{DB5A443E-E714-0AB3-255B-04B71F0C6D71}"/>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100" name="TextBox 79">
                      <a:extLst>
                        <a:ext uri="{FF2B5EF4-FFF2-40B4-BE49-F238E27FC236}">
                          <a16:creationId xmlns:a16="http://schemas.microsoft.com/office/drawing/2014/main" id="{061FBEC7-64BB-1BC6-42B0-57C5B88EB8F6}"/>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76" name="Group 89">
                    <a:extLst>
                      <a:ext uri="{FF2B5EF4-FFF2-40B4-BE49-F238E27FC236}">
                        <a16:creationId xmlns:a16="http://schemas.microsoft.com/office/drawing/2014/main" id="{4929EADA-6C85-664B-F4A0-4DC0CC270A7A}"/>
                      </a:ext>
                    </a:extLst>
                  </p:cNvPr>
                  <p:cNvGrpSpPr/>
                  <p:nvPr/>
                </p:nvGrpSpPr>
                <p:grpSpPr>
                  <a:xfrm>
                    <a:off x="3180738" y="4853957"/>
                    <a:ext cx="1052196" cy="693861"/>
                    <a:chOff x="0" y="-28575"/>
                    <a:chExt cx="478868" cy="321175"/>
                  </a:xfrm>
                </p:grpSpPr>
                <p:sp>
                  <p:nvSpPr>
                    <p:cNvPr id="97" name="Freeform 90">
                      <a:extLst>
                        <a:ext uri="{FF2B5EF4-FFF2-40B4-BE49-F238E27FC236}">
                          <a16:creationId xmlns:a16="http://schemas.microsoft.com/office/drawing/2014/main" id="{593940DD-89CC-C32C-4AC5-611632C15FE7}"/>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98" name="TextBox 91">
                      <a:extLst>
                        <a:ext uri="{FF2B5EF4-FFF2-40B4-BE49-F238E27FC236}">
                          <a16:creationId xmlns:a16="http://schemas.microsoft.com/office/drawing/2014/main" id="{074BCA22-0F51-C7A0-CB74-B553EAA4F0DB}"/>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77" name="Group 128">
                    <a:extLst>
                      <a:ext uri="{FF2B5EF4-FFF2-40B4-BE49-F238E27FC236}">
                        <a16:creationId xmlns:a16="http://schemas.microsoft.com/office/drawing/2014/main" id="{F1CCA031-25F9-67F4-EFD7-24CA3F6AE7DF}"/>
                      </a:ext>
                    </a:extLst>
                  </p:cNvPr>
                  <p:cNvGrpSpPr/>
                  <p:nvPr/>
                </p:nvGrpSpPr>
                <p:grpSpPr>
                  <a:xfrm>
                    <a:off x="3551992" y="4959093"/>
                    <a:ext cx="252103" cy="545319"/>
                    <a:chOff x="0" y="0"/>
                    <a:chExt cx="364943" cy="802874"/>
                  </a:xfrm>
                </p:grpSpPr>
                <p:sp>
                  <p:nvSpPr>
                    <p:cNvPr id="96" name="Freeform 129">
                      <a:extLst>
                        <a:ext uri="{FF2B5EF4-FFF2-40B4-BE49-F238E27FC236}">
                          <a16:creationId xmlns:a16="http://schemas.microsoft.com/office/drawing/2014/main" id="{E0692088-6A42-DAF7-4A68-28FEFD174482}"/>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78" name="Group 130">
                    <a:extLst>
                      <a:ext uri="{FF2B5EF4-FFF2-40B4-BE49-F238E27FC236}">
                        <a16:creationId xmlns:a16="http://schemas.microsoft.com/office/drawing/2014/main" id="{18087706-58F1-6BD9-5D54-D1238C9BAA7A}"/>
                      </a:ext>
                    </a:extLst>
                  </p:cNvPr>
                  <p:cNvGrpSpPr/>
                  <p:nvPr/>
                </p:nvGrpSpPr>
                <p:grpSpPr>
                  <a:xfrm>
                    <a:off x="6821150" y="4959091"/>
                    <a:ext cx="252103" cy="545319"/>
                    <a:chOff x="0" y="0"/>
                    <a:chExt cx="364943" cy="802874"/>
                  </a:xfrm>
                </p:grpSpPr>
                <p:sp>
                  <p:nvSpPr>
                    <p:cNvPr id="95" name="Freeform 131">
                      <a:extLst>
                        <a:ext uri="{FF2B5EF4-FFF2-40B4-BE49-F238E27FC236}">
                          <a16:creationId xmlns:a16="http://schemas.microsoft.com/office/drawing/2014/main" id="{6154158C-10B2-FF11-DBFA-2E372E7151AD}"/>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79" name="Group 132">
                    <a:extLst>
                      <a:ext uri="{FF2B5EF4-FFF2-40B4-BE49-F238E27FC236}">
                        <a16:creationId xmlns:a16="http://schemas.microsoft.com/office/drawing/2014/main" id="{4CB9CE27-B37D-0B69-1C61-593FD8F8596F}"/>
                      </a:ext>
                    </a:extLst>
                  </p:cNvPr>
                  <p:cNvGrpSpPr/>
                  <p:nvPr/>
                </p:nvGrpSpPr>
                <p:grpSpPr>
                  <a:xfrm>
                    <a:off x="7767850" y="4959091"/>
                    <a:ext cx="252103" cy="545319"/>
                    <a:chOff x="0" y="0"/>
                    <a:chExt cx="364943" cy="802874"/>
                  </a:xfrm>
                </p:grpSpPr>
                <p:sp>
                  <p:nvSpPr>
                    <p:cNvPr id="94" name="Freeform 133">
                      <a:extLst>
                        <a:ext uri="{FF2B5EF4-FFF2-40B4-BE49-F238E27FC236}">
                          <a16:creationId xmlns:a16="http://schemas.microsoft.com/office/drawing/2014/main" id="{5E75F613-1251-FBCF-0D53-68107D9467C8}"/>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80" name="Group 134">
                    <a:extLst>
                      <a:ext uri="{FF2B5EF4-FFF2-40B4-BE49-F238E27FC236}">
                        <a16:creationId xmlns:a16="http://schemas.microsoft.com/office/drawing/2014/main" id="{090D958A-DDD2-D211-63B2-090912CC069D}"/>
                      </a:ext>
                    </a:extLst>
                  </p:cNvPr>
                  <p:cNvGrpSpPr/>
                  <p:nvPr/>
                </p:nvGrpSpPr>
                <p:grpSpPr>
                  <a:xfrm>
                    <a:off x="8825922" y="4959091"/>
                    <a:ext cx="252103" cy="545319"/>
                    <a:chOff x="0" y="0"/>
                    <a:chExt cx="364943" cy="802874"/>
                  </a:xfrm>
                </p:grpSpPr>
                <p:sp>
                  <p:nvSpPr>
                    <p:cNvPr id="93" name="Freeform 135">
                      <a:extLst>
                        <a:ext uri="{FF2B5EF4-FFF2-40B4-BE49-F238E27FC236}">
                          <a16:creationId xmlns:a16="http://schemas.microsoft.com/office/drawing/2014/main" id="{04DDCE99-30D8-7186-2183-F134E337754F}"/>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81" name="Group 136">
                    <a:extLst>
                      <a:ext uri="{FF2B5EF4-FFF2-40B4-BE49-F238E27FC236}">
                        <a16:creationId xmlns:a16="http://schemas.microsoft.com/office/drawing/2014/main" id="{1C60108F-7262-F667-AF3B-0D40D2B6AC9C}"/>
                      </a:ext>
                    </a:extLst>
                  </p:cNvPr>
                  <p:cNvGrpSpPr/>
                  <p:nvPr/>
                </p:nvGrpSpPr>
                <p:grpSpPr>
                  <a:xfrm>
                    <a:off x="9898674" y="4959090"/>
                    <a:ext cx="252103" cy="545319"/>
                    <a:chOff x="0" y="0"/>
                    <a:chExt cx="364943" cy="802874"/>
                  </a:xfrm>
                </p:grpSpPr>
                <p:sp>
                  <p:nvSpPr>
                    <p:cNvPr id="92" name="Freeform 137">
                      <a:extLst>
                        <a:ext uri="{FF2B5EF4-FFF2-40B4-BE49-F238E27FC236}">
                          <a16:creationId xmlns:a16="http://schemas.microsoft.com/office/drawing/2014/main" id="{F25E26A0-BDF6-80A8-3713-981701C1BF33}"/>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82" name="Group 148">
                    <a:extLst>
                      <a:ext uri="{FF2B5EF4-FFF2-40B4-BE49-F238E27FC236}">
                        <a16:creationId xmlns:a16="http://schemas.microsoft.com/office/drawing/2014/main" id="{C1655B7F-D962-7E87-A5EA-7A1CDA35D268}"/>
                      </a:ext>
                    </a:extLst>
                  </p:cNvPr>
                  <p:cNvGrpSpPr/>
                  <p:nvPr/>
                </p:nvGrpSpPr>
                <p:grpSpPr>
                  <a:xfrm>
                    <a:off x="4244528" y="4853957"/>
                    <a:ext cx="1072752" cy="693861"/>
                    <a:chOff x="0" y="-28575"/>
                    <a:chExt cx="488223" cy="321175"/>
                  </a:xfrm>
                </p:grpSpPr>
                <p:sp>
                  <p:nvSpPr>
                    <p:cNvPr id="90" name="Freeform 149">
                      <a:extLst>
                        <a:ext uri="{FF2B5EF4-FFF2-40B4-BE49-F238E27FC236}">
                          <a16:creationId xmlns:a16="http://schemas.microsoft.com/office/drawing/2014/main" id="{C7801D81-7241-EDB5-42A2-9545280A0275}"/>
                        </a:ext>
                      </a:extLst>
                    </p:cNvPr>
                    <p:cNvSpPr/>
                    <p:nvPr/>
                  </p:nvSpPr>
                  <p:spPr>
                    <a:xfrm>
                      <a:off x="0" y="0"/>
                      <a:ext cx="488223" cy="292600"/>
                    </a:xfrm>
                    <a:custGeom>
                      <a:avLst/>
                      <a:gdLst/>
                      <a:ahLst/>
                      <a:cxnLst/>
                      <a:rect l="l" t="t" r="r" b="b"/>
                      <a:pathLst>
                        <a:path w="488223" h="292600">
                          <a:moveTo>
                            <a:pt x="0" y="0"/>
                          </a:moveTo>
                          <a:lnTo>
                            <a:pt x="488223" y="0"/>
                          </a:lnTo>
                          <a:lnTo>
                            <a:pt x="488223"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91" name="TextBox 150">
                      <a:extLst>
                        <a:ext uri="{FF2B5EF4-FFF2-40B4-BE49-F238E27FC236}">
                          <a16:creationId xmlns:a16="http://schemas.microsoft.com/office/drawing/2014/main" id="{C3057733-45A5-8E55-6C20-ADB9B516949B}"/>
                        </a:ext>
                      </a:extLst>
                    </p:cNvPr>
                    <p:cNvSpPr txBox="1"/>
                    <p:nvPr/>
                  </p:nvSpPr>
                  <p:spPr>
                    <a:xfrm>
                      <a:off x="0" y="-28575"/>
                      <a:ext cx="488223"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83" name="Group 151">
                    <a:extLst>
                      <a:ext uri="{FF2B5EF4-FFF2-40B4-BE49-F238E27FC236}">
                        <a16:creationId xmlns:a16="http://schemas.microsoft.com/office/drawing/2014/main" id="{5C117768-0A41-BFBC-5758-603D1A6475B0}"/>
                      </a:ext>
                    </a:extLst>
                  </p:cNvPr>
                  <p:cNvGrpSpPr/>
                  <p:nvPr/>
                </p:nvGrpSpPr>
                <p:grpSpPr>
                  <a:xfrm>
                    <a:off x="5314120" y="4853957"/>
                    <a:ext cx="1052196" cy="693861"/>
                    <a:chOff x="0" y="-28575"/>
                    <a:chExt cx="478868" cy="321175"/>
                  </a:xfrm>
                </p:grpSpPr>
                <p:sp>
                  <p:nvSpPr>
                    <p:cNvPr id="88" name="Freeform 152">
                      <a:extLst>
                        <a:ext uri="{FF2B5EF4-FFF2-40B4-BE49-F238E27FC236}">
                          <a16:creationId xmlns:a16="http://schemas.microsoft.com/office/drawing/2014/main" id="{5DCC8B18-FB75-FB56-2713-604409F46AE3}"/>
                        </a:ext>
                      </a:extLst>
                    </p:cNvPr>
                    <p:cNvSpPr/>
                    <p:nvPr/>
                  </p:nvSpPr>
                  <p:spPr>
                    <a:xfrm>
                      <a:off x="0" y="0"/>
                      <a:ext cx="478868" cy="292600"/>
                    </a:xfrm>
                    <a:custGeom>
                      <a:avLst/>
                      <a:gdLst/>
                      <a:ahLst/>
                      <a:cxnLst/>
                      <a:rect l="l" t="t" r="r" b="b"/>
                      <a:pathLst>
                        <a:path w="478868" h="292600">
                          <a:moveTo>
                            <a:pt x="0" y="0"/>
                          </a:moveTo>
                          <a:lnTo>
                            <a:pt x="478868" y="0"/>
                          </a:lnTo>
                          <a:lnTo>
                            <a:pt x="478868" y="292600"/>
                          </a:lnTo>
                          <a:lnTo>
                            <a:pt x="0" y="292600"/>
                          </a:lnTo>
                          <a:close/>
                        </a:path>
                      </a:pathLst>
                    </a:custGeom>
                    <a:solidFill>
                      <a:srgbClr val="C8DFE1"/>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89" name="TextBox 153">
                      <a:extLst>
                        <a:ext uri="{FF2B5EF4-FFF2-40B4-BE49-F238E27FC236}">
                          <a16:creationId xmlns:a16="http://schemas.microsoft.com/office/drawing/2014/main" id="{B106BBAE-543C-FE18-F50E-773B90816029}"/>
                        </a:ext>
                      </a:extLst>
                    </p:cNvPr>
                    <p:cNvSpPr txBox="1"/>
                    <p:nvPr/>
                  </p:nvSpPr>
                  <p:spPr>
                    <a:xfrm>
                      <a:off x="0" y="-28575"/>
                      <a:ext cx="478868" cy="321175"/>
                    </a:xfrm>
                    <a:prstGeom prst="rect">
                      <a:avLst/>
                    </a:prstGeom>
                  </p:spPr>
                  <p:txBody>
                    <a:bodyPr lIns="25515" tIns="25515" rIns="25515" bIns="25515" rtlCol="0" anchor="ctr"/>
                    <a:lstStyle/>
                    <a:p>
                      <a:pPr algn="ctr" defTabSz="914400">
                        <a:lnSpc>
                          <a:spcPts val="1575"/>
                        </a:lnSpc>
                      </a:pPr>
                      <a:endParaRPr sz="1800">
                        <a:solidFill>
                          <a:prstClr val="black"/>
                        </a:solidFill>
                        <a:latin typeface="Calibri"/>
                      </a:endParaRPr>
                    </a:p>
                  </p:txBody>
                </p:sp>
              </p:grpSp>
              <p:grpSp>
                <p:nvGrpSpPr>
                  <p:cNvPr id="84" name="Group 156">
                    <a:extLst>
                      <a:ext uri="{FF2B5EF4-FFF2-40B4-BE49-F238E27FC236}">
                        <a16:creationId xmlns:a16="http://schemas.microsoft.com/office/drawing/2014/main" id="{E9370741-D0C9-DC3F-9FE9-162C4F6CDB65}"/>
                      </a:ext>
                    </a:extLst>
                  </p:cNvPr>
                  <p:cNvGrpSpPr/>
                  <p:nvPr/>
                </p:nvGrpSpPr>
                <p:grpSpPr>
                  <a:xfrm>
                    <a:off x="4558271" y="4959092"/>
                    <a:ext cx="252103" cy="545319"/>
                    <a:chOff x="0" y="0"/>
                    <a:chExt cx="364943" cy="802874"/>
                  </a:xfrm>
                </p:grpSpPr>
                <p:sp>
                  <p:nvSpPr>
                    <p:cNvPr id="87" name="Freeform 157">
                      <a:extLst>
                        <a:ext uri="{FF2B5EF4-FFF2-40B4-BE49-F238E27FC236}">
                          <a16:creationId xmlns:a16="http://schemas.microsoft.com/office/drawing/2014/main" id="{4FA5C019-17F8-7EDF-079D-0DDC5537FEB7}"/>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nvGrpSpPr>
                  <p:cNvPr id="85" name="Group 158">
                    <a:extLst>
                      <a:ext uri="{FF2B5EF4-FFF2-40B4-BE49-F238E27FC236}">
                        <a16:creationId xmlns:a16="http://schemas.microsoft.com/office/drawing/2014/main" id="{49586025-0A17-299E-3EA8-BEB31641DA23}"/>
                      </a:ext>
                    </a:extLst>
                  </p:cNvPr>
                  <p:cNvGrpSpPr/>
                  <p:nvPr/>
                </p:nvGrpSpPr>
                <p:grpSpPr>
                  <a:xfrm>
                    <a:off x="5664730" y="4959092"/>
                    <a:ext cx="252103" cy="545319"/>
                    <a:chOff x="0" y="0"/>
                    <a:chExt cx="364943" cy="802874"/>
                  </a:xfrm>
                </p:grpSpPr>
                <p:sp>
                  <p:nvSpPr>
                    <p:cNvPr id="86" name="Freeform 159">
                      <a:extLst>
                        <a:ext uri="{FF2B5EF4-FFF2-40B4-BE49-F238E27FC236}">
                          <a16:creationId xmlns:a16="http://schemas.microsoft.com/office/drawing/2014/main" id="{B0F19A80-85DC-A10E-5FE7-3D26911ADE84}"/>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grpSp>
          <p:grpSp>
            <p:nvGrpSpPr>
              <p:cNvPr id="68" name="Group 126">
                <a:extLst>
                  <a:ext uri="{FF2B5EF4-FFF2-40B4-BE49-F238E27FC236}">
                    <a16:creationId xmlns:a16="http://schemas.microsoft.com/office/drawing/2014/main" id="{862174E6-2393-8DE6-7C5A-B160288D5890}"/>
                  </a:ext>
                </a:extLst>
              </p:cNvPr>
              <p:cNvGrpSpPr/>
              <p:nvPr/>
            </p:nvGrpSpPr>
            <p:grpSpPr>
              <a:xfrm>
                <a:off x="2540744" y="5613813"/>
                <a:ext cx="252103" cy="545319"/>
                <a:chOff x="0" y="0"/>
                <a:chExt cx="364943" cy="802874"/>
              </a:xfrm>
            </p:grpSpPr>
            <p:sp>
              <p:nvSpPr>
                <p:cNvPr id="69" name="Freeform 127">
                  <a:extLst>
                    <a:ext uri="{FF2B5EF4-FFF2-40B4-BE49-F238E27FC236}">
                      <a16:creationId xmlns:a16="http://schemas.microsoft.com/office/drawing/2014/main" id="{6A5B6CF1-25F6-7056-86AD-634C6E596E22}"/>
                    </a:ext>
                  </a:extLst>
                </p:cNvPr>
                <p:cNvSpPr/>
                <p:nvPr/>
              </p:nvSpPr>
              <p:spPr>
                <a:xfrm>
                  <a:off x="0" y="0"/>
                  <a:ext cx="364943" cy="802874"/>
                </a:xfrm>
                <a:custGeom>
                  <a:avLst/>
                  <a:gdLst/>
                  <a:ahLst/>
                  <a:cxnLst/>
                  <a:rect l="l" t="t" r="r" b="b"/>
                  <a:pathLst>
                    <a:path w="364943" h="802874">
                      <a:moveTo>
                        <a:pt x="0" y="0"/>
                      </a:moveTo>
                      <a:lnTo>
                        <a:pt x="364943" y="0"/>
                      </a:lnTo>
                      <a:lnTo>
                        <a:pt x="364943" y="802874"/>
                      </a:lnTo>
                      <a:lnTo>
                        <a:pt x="0" y="80287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defTabSz="914400"/>
                  <a:endParaRPr lang="en-AU" sz="1800">
                    <a:solidFill>
                      <a:prstClr val="black"/>
                    </a:solidFill>
                    <a:latin typeface="Calibri"/>
                  </a:endParaRPr>
                </a:p>
              </p:txBody>
            </p:sp>
          </p:grpSp>
        </p:grpSp>
        <p:grpSp>
          <p:nvGrpSpPr>
            <p:cNvPr id="12" name="Group 11" descr="a rectangle divided into thirds">
              <a:extLst>
                <a:ext uri="{FF2B5EF4-FFF2-40B4-BE49-F238E27FC236}">
                  <a16:creationId xmlns:a16="http://schemas.microsoft.com/office/drawing/2014/main" id="{904CEDDE-7025-D647-AFCF-DFD383145098}"/>
                </a:ext>
              </a:extLst>
            </p:cNvPr>
            <p:cNvGrpSpPr/>
            <p:nvPr/>
          </p:nvGrpSpPr>
          <p:grpSpPr>
            <a:xfrm>
              <a:off x="1354664" y="2428482"/>
              <a:ext cx="9565382" cy="888046"/>
              <a:chOff x="1909056" y="4595622"/>
              <a:chExt cx="9307991" cy="897654"/>
            </a:xfrm>
          </p:grpSpPr>
          <p:grpSp>
            <p:nvGrpSpPr>
              <p:cNvPr id="50" name="Group 49">
                <a:extLst>
                  <a:ext uri="{FF2B5EF4-FFF2-40B4-BE49-F238E27FC236}">
                    <a16:creationId xmlns:a16="http://schemas.microsoft.com/office/drawing/2014/main" id="{1FC62F53-A446-AD00-AC4F-14B4B1E2F283}"/>
                  </a:ext>
                </a:extLst>
              </p:cNvPr>
              <p:cNvGrpSpPr/>
              <p:nvPr/>
            </p:nvGrpSpPr>
            <p:grpSpPr>
              <a:xfrm>
                <a:off x="1909056" y="4595622"/>
                <a:ext cx="9307991" cy="897654"/>
                <a:chOff x="1634960" y="4433347"/>
                <a:chExt cx="9307991" cy="897654"/>
              </a:xfrm>
            </p:grpSpPr>
            <p:grpSp>
              <p:nvGrpSpPr>
                <p:cNvPr id="58" name="Group 34">
                  <a:extLst>
                    <a:ext uri="{FF2B5EF4-FFF2-40B4-BE49-F238E27FC236}">
                      <a16:creationId xmlns:a16="http://schemas.microsoft.com/office/drawing/2014/main" id="{01345667-8631-8A15-C6FD-2E3253F6B7FE}"/>
                    </a:ext>
                  </a:extLst>
                </p:cNvPr>
                <p:cNvGrpSpPr/>
                <p:nvPr/>
              </p:nvGrpSpPr>
              <p:grpSpPr>
                <a:xfrm>
                  <a:off x="1634960" y="4433347"/>
                  <a:ext cx="3092731" cy="897654"/>
                  <a:chOff x="0" y="-38100"/>
                  <a:chExt cx="1094419" cy="317651"/>
                </a:xfrm>
              </p:grpSpPr>
              <p:sp>
                <p:nvSpPr>
                  <p:cNvPr id="65" name="Freeform 35">
                    <a:extLst>
                      <a:ext uri="{FF2B5EF4-FFF2-40B4-BE49-F238E27FC236}">
                        <a16:creationId xmlns:a16="http://schemas.microsoft.com/office/drawing/2014/main" id="{B1167C04-0D89-3FD7-92E7-EA023B9681AD}"/>
                      </a:ext>
                    </a:extLst>
                  </p:cNvPr>
                  <p:cNvSpPr/>
                  <p:nvPr/>
                </p:nvSpPr>
                <p:spPr>
                  <a:xfrm>
                    <a:off x="0" y="0"/>
                    <a:ext cx="1094419" cy="279551"/>
                  </a:xfrm>
                  <a:custGeom>
                    <a:avLst/>
                    <a:gdLst/>
                    <a:ahLst/>
                    <a:cxnLst/>
                    <a:rect l="l" t="t" r="r" b="b"/>
                    <a:pathLst>
                      <a:path w="1094419" h="279551">
                        <a:moveTo>
                          <a:pt x="0" y="0"/>
                        </a:moveTo>
                        <a:lnTo>
                          <a:pt x="1094419" y="0"/>
                        </a:lnTo>
                        <a:lnTo>
                          <a:pt x="1094419" y="279551"/>
                        </a:lnTo>
                        <a:lnTo>
                          <a:pt x="0" y="279551"/>
                        </a:lnTo>
                        <a:close/>
                      </a:path>
                    </a:pathLst>
                  </a:custGeom>
                  <a:solidFill>
                    <a:srgbClr val="ECECEC"/>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66" name="TextBox 36">
                    <a:extLst>
                      <a:ext uri="{FF2B5EF4-FFF2-40B4-BE49-F238E27FC236}">
                        <a16:creationId xmlns:a16="http://schemas.microsoft.com/office/drawing/2014/main" id="{9B73C694-E34D-A083-DBC4-7B077C95688B}"/>
                      </a:ext>
                    </a:extLst>
                  </p:cNvPr>
                  <p:cNvSpPr txBox="1"/>
                  <p:nvPr/>
                </p:nvSpPr>
                <p:spPr>
                  <a:xfrm>
                    <a:off x="0" y="-38100"/>
                    <a:ext cx="1094419"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59" name="Group 34">
                  <a:extLst>
                    <a:ext uri="{FF2B5EF4-FFF2-40B4-BE49-F238E27FC236}">
                      <a16:creationId xmlns:a16="http://schemas.microsoft.com/office/drawing/2014/main" id="{D74751B6-8F42-F158-F2F1-7FB3EBEAD8F0}"/>
                    </a:ext>
                  </a:extLst>
                </p:cNvPr>
                <p:cNvGrpSpPr/>
                <p:nvPr/>
              </p:nvGrpSpPr>
              <p:grpSpPr>
                <a:xfrm>
                  <a:off x="4742590" y="4433347"/>
                  <a:ext cx="3092731" cy="897654"/>
                  <a:chOff x="0" y="-38100"/>
                  <a:chExt cx="1094419" cy="317651"/>
                </a:xfrm>
              </p:grpSpPr>
              <p:sp>
                <p:nvSpPr>
                  <p:cNvPr id="63" name="Freeform 35">
                    <a:extLst>
                      <a:ext uri="{FF2B5EF4-FFF2-40B4-BE49-F238E27FC236}">
                        <a16:creationId xmlns:a16="http://schemas.microsoft.com/office/drawing/2014/main" id="{5AA1AD23-3CC4-D145-DFCC-D098B43D7B39}"/>
                      </a:ext>
                    </a:extLst>
                  </p:cNvPr>
                  <p:cNvSpPr/>
                  <p:nvPr/>
                </p:nvSpPr>
                <p:spPr>
                  <a:xfrm>
                    <a:off x="0" y="0"/>
                    <a:ext cx="1094419" cy="279551"/>
                  </a:xfrm>
                  <a:custGeom>
                    <a:avLst/>
                    <a:gdLst/>
                    <a:ahLst/>
                    <a:cxnLst/>
                    <a:rect l="l" t="t" r="r" b="b"/>
                    <a:pathLst>
                      <a:path w="1094419" h="279551">
                        <a:moveTo>
                          <a:pt x="0" y="0"/>
                        </a:moveTo>
                        <a:lnTo>
                          <a:pt x="1094419" y="0"/>
                        </a:lnTo>
                        <a:lnTo>
                          <a:pt x="1094419" y="279551"/>
                        </a:lnTo>
                        <a:lnTo>
                          <a:pt x="0" y="279551"/>
                        </a:lnTo>
                        <a:close/>
                      </a:path>
                    </a:pathLst>
                  </a:custGeom>
                  <a:solidFill>
                    <a:srgbClr val="ECECEC"/>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64" name="TextBox 36">
                    <a:extLst>
                      <a:ext uri="{FF2B5EF4-FFF2-40B4-BE49-F238E27FC236}">
                        <a16:creationId xmlns:a16="http://schemas.microsoft.com/office/drawing/2014/main" id="{4DD5B76C-0C36-8C5E-EC0B-D14FDF4871F5}"/>
                      </a:ext>
                    </a:extLst>
                  </p:cNvPr>
                  <p:cNvSpPr txBox="1"/>
                  <p:nvPr/>
                </p:nvSpPr>
                <p:spPr>
                  <a:xfrm>
                    <a:off x="0" y="-38100"/>
                    <a:ext cx="1094419"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nvGrpSpPr>
                <p:cNvPr id="60" name="Group 34">
                  <a:extLst>
                    <a:ext uri="{FF2B5EF4-FFF2-40B4-BE49-F238E27FC236}">
                      <a16:creationId xmlns:a16="http://schemas.microsoft.com/office/drawing/2014/main" id="{30BCECDB-C6D6-3C3E-ECE8-6E0B7C18228E}"/>
                    </a:ext>
                  </a:extLst>
                </p:cNvPr>
                <p:cNvGrpSpPr/>
                <p:nvPr/>
              </p:nvGrpSpPr>
              <p:grpSpPr>
                <a:xfrm>
                  <a:off x="7850220" y="4433347"/>
                  <a:ext cx="3092731" cy="897654"/>
                  <a:chOff x="0" y="-38100"/>
                  <a:chExt cx="1094419" cy="317651"/>
                </a:xfrm>
              </p:grpSpPr>
              <p:sp>
                <p:nvSpPr>
                  <p:cNvPr id="61" name="Freeform 35">
                    <a:extLst>
                      <a:ext uri="{FF2B5EF4-FFF2-40B4-BE49-F238E27FC236}">
                        <a16:creationId xmlns:a16="http://schemas.microsoft.com/office/drawing/2014/main" id="{859C7147-5358-3FEA-FACC-5A588ECAA23A}"/>
                      </a:ext>
                    </a:extLst>
                  </p:cNvPr>
                  <p:cNvSpPr/>
                  <p:nvPr/>
                </p:nvSpPr>
                <p:spPr>
                  <a:xfrm>
                    <a:off x="0" y="0"/>
                    <a:ext cx="1094419" cy="279551"/>
                  </a:xfrm>
                  <a:custGeom>
                    <a:avLst/>
                    <a:gdLst/>
                    <a:ahLst/>
                    <a:cxnLst/>
                    <a:rect l="l" t="t" r="r" b="b"/>
                    <a:pathLst>
                      <a:path w="1094419" h="279551">
                        <a:moveTo>
                          <a:pt x="0" y="0"/>
                        </a:moveTo>
                        <a:lnTo>
                          <a:pt x="1094419" y="0"/>
                        </a:lnTo>
                        <a:lnTo>
                          <a:pt x="1094419" y="279551"/>
                        </a:lnTo>
                        <a:lnTo>
                          <a:pt x="0" y="279551"/>
                        </a:lnTo>
                        <a:close/>
                      </a:path>
                    </a:pathLst>
                  </a:custGeom>
                  <a:solidFill>
                    <a:srgbClr val="ECECEC"/>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62" name="TextBox 36">
                    <a:extLst>
                      <a:ext uri="{FF2B5EF4-FFF2-40B4-BE49-F238E27FC236}">
                        <a16:creationId xmlns:a16="http://schemas.microsoft.com/office/drawing/2014/main" id="{42BF7606-E810-29D6-BDC9-5759CA10B0DC}"/>
                      </a:ext>
                    </a:extLst>
                  </p:cNvPr>
                  <p:cNvSpPr txBox="1"/>
                  <p:nvPr/>
                </p:nvSpPr>
                <p:spPr>
                  <a:xfrm>
                    <a:off x="0" y="-38100"/>
                    <a:ext cx="1094419" cy="317651"/>
                  </a:xfrm>
                  <a:prstGeom prst="rect">
                    <a:avLst/>
                  </a:prstGeom>
                </p:spPr>
                <p:txBody>
                  <a:bodyPr lIns="51195" tIns="51195" rIns="51195" bIns="51195" rtlCol="0" anchor="ctr"/>
                  <a:lstStyle/>
                  <a:p>
                    <a:pPr algn="ctr" defTabSz="914400">
                      <a:lnSpc>
                        <a:spcPts val="2228"/>
                      </a:lnSpc>
                    </a:pPr>
                    <a:endParaRPr sz="1800">
                      <a:solidFill>
                        <a:prstClr val="black"/>
                      </a:solidFill>
                      <a:latin typeface="Calibri"/>
                    </a:endParaRPr>
                  </a:p>
                </p:txBody>
              </p:sp>
            </p:grpSp>
          </p:grpSp>
          <p:grpSp>
            <p:nvGrpSpPr>
              <p:cNvPr id="51" name="Group 50">
                <a:extLst>
                  <a:ext uri="{FF2B5EF4-FFF2-40B4-BE49-F238E27FC236}">
                    <a16:creationId xmlns:a16="http://schemas.microsoft.com/office/drawing/2014/main" id="{248904A8-E4BA-A8F7-1422-F385069ECFED}"/>
                  </a:ext>
                </a:extLst>
              </p:cNvPr>
              <p:cNvGrpSpPr/>
              <p:nvPr/>
            </p:nvGrpSpPr>
            <p:grpSpPr>
              <a:xfrm>
                <a:off x="3116091" y="4749685"/>
                <a:ext cx="6422599" cy="702794"/>
                <a:chOff x="2907339" y="4581975"/>
                <a:chExt cx="6422599" cy="702794"/>
              </a:xfrm>
            </p:grpSpPr>
            <p:grpSp>
              <p:nvGrpSpPr>
                <p:cNvPr id="52" name="Group 75">
                  <a:extLst>
                    <a:ext uri="{FF2B5EF4-FFF2-40B4-BE49-F238E27FC236}">
                      <a16:creationId xmlns:a16="http://schemas.microsoft.com/office/drawing/2014/main" id="{176BB494-954E-DD3F-8D62-158C87658972}"/>
                    </a:ext>
                  </a:extLst>
                </p:cNvPr>
                <p:cNvGrpSpPr/>
                <p:nvPr/>
              </p:nvGrpSpPr>
              <p:grpSpPr>
                <a:xfrm>
                  <a:off x="2907339" y="4587244"/>
                  <a:ext cx="317057" cy="697525"/>
                  <a:chOff x="-3830749" y="-672051"/>
                  <a:chExt cx="422742" cy="930033"/>
                </a:xfrm>
              </p:grpSpPr>
              <p:sp>
                <p:nvSpPr>
                  <p:cNvPr id="57" name="Freeform 76">
                    <a:extLst>
                      <a:ext uri="{FF2B5EF4-FFF2-40B4-BE49-F238E27FC236}">
                        <a16:creationId xmlns:a16="http://schemas.microsoft.com/office/drawing/2014/main" id="{04EC3CE1-B7A9-28B1-B3AE-2559F402BCBF}"/>
                      </a:ext>
                    </a:extLst>
                  </p:cNvPr>
                  <p:cNvSpPr/>
                  <p:nvPr/>
                </p:nvSpPr>
                <p:spPr>
                  <a:xfrm>
                    <a:off x="-3830749" y="-672051"/>
                    <a:ext cx="422742" cy="930033"/>
                  </a:xfrm>
                  <a:custGeom>
                    <a:avLst/>
                    <a:gdLst/>
                    <a:ahLst/>
                    <a:cxnLst/>
                    <a:rect l="l" t="t" r="r" b="b"/>
                    <a:pathLst>
                      <a:path w="422742" h="930033">
                        <a:moveTo>
                          <a:pt x="0" y="0"/>
                        </a:moveTo>
                        <a:lnTo>
                          <a:pt x="422742" y="0"/>
                        </a:lnTo>
                        <a:lnTo>
                          <a:pt x="422742" y="930033"/>
                        </a:lnTo>
                        <a:lnTo>
                          <a:pt x="0" y="9300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defTabSz="914400"/>
                    <a:endParaRPr lang="en-AU" sz="1800">
                      <a:solidFill>
                        <a:prstClr val="black"/>
                      </a:solidFill>
                      <a:latin typeface="Calibri"/>
                    </a:endParaRPr>
                  </a:p>
                </p:txBody>
              </p:sp>
            </p:grpSp>
            <p:grpSp>
              <p:nvGrpSpPr>
                <p:cNvPr id="53" name="Group 75">
                  <a:extLst>
                    <a:ext uri="{FF2B5EF4-FFF2-40B4-BE49-F238E27FC236}">
                      <a16:creationId xmlns:a16="http://schemas.microsoft.com/office/drawing/2014/main" id="{AE60BC2C-AE9D-F479-1B26-25D6CFD5DCE5}"/>
                    </a:ext>
                  </a:extLst>
                </p:cNvPr>
                <p:cNvGrpSpPr/>
                <p:nvPr/>
              </p:nvGrpSpPr>
              <p:grpSpPr>
                <a:xfrm>
                  <a:off x="9012881" y="4581975"/>
                  <a:ext cx="317057" cy="697525"/>
                  <a:chOff x="-3830749" y="-672051"/>
                  <a:chExt cx="422742" cy="930033"/>
                </a:xfrm>
              </p:grpSpPr>
              <p:sp>
                <p:nvSpPr>
                  <p:cNvPr id="56" name="Freeform 76">
                    <a:extLst>
                      <a:ext uri="{FF2B5EF4-FFF2-40B4-BE49-F238E27FC236}">
                        <a16:creationId xmlns:a16="http://schemas.microsoft.com/office/drawing/2014/main" id="{2A9DF37C-FB31-FF51-0F95-5C7268527457}"/>
                      </a:ext>
                    </a:extLst>
                  </p:cNvPr>
                  <p:cNvSpPr/>
                  <p:nvPr/>
                </p:nvSpPr>
                <p:spPr>
                  <a:xfrm>
                    <a:off x="-3830749" y="-672051"/>
                    <a:ext cx="422742" cy="930033"/>
                  </a:xfrm>
                  <a:custGeom>
                    <a:avLst/>
                    <a:gdLst/>
                    <a:ahLst/>
                    <a:cxnLst/>
                    <a:rect l="l" t="t" r="r" b="b"/>
                    <a:pathLst>
                      <a:path w="422742" h="930033">
                        <a:moveTo>
                          <a:pt x="0" y="0"/>
                        </a:moveTo>
                        <a:lnTo>
                          <a:pt x="422742" y="0"/>
                        </a:lnTo>
                        <a:lnTo>
                          <a:pt x="422742" y="930033"/>
                        </a:lnTo>
                        <a:lnTo>
                          <a:pt x="0" y="9300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defTabSz="914400"/>
                    <a:endParaRPr lang="en-AU" sz="1800">
                      <a:solidFill>
                        <a:prstClr val="black"/>
                      </a:solidFill>
                      <a:latin typeface="Calibri"/>
                    </a:endParaRPr>
                  </a:p>
                </p:txBody>
              </p:sp>
            </p:grpSp>
            <p:grpSp>
              <p:nvGrpSpPr>
                <p:cNvPr id="54" name="Group 75">
                  <a:extLst>
                    <a:ext uri="{FF2B5EF4-FFF2-40B4-BE49-F238E27FC236}">
                      <a16:creationId xmlns:a16="http://schemas.microsoft.com/office/drawing/2014/main" id="{F6A57D93-A65A-C998-B356-EEB0364ED991}"/>
                    </a:ext>
                  </a:extLst>
                </p:cNvPr>
                <p:cNvGrpSpPr/>
                <p:nvPr/>
              </p:nvGrpSpPr>
              <p:grpSpPr>
                <a:xfrm>
                  <a:off x="6288955" y="4581975"/>
                  <a:ext cx="317057" cy="697525"/>
                  <a:chOff x="-3830749" y="-672051"/>
                  <a:chExt cx="422742" cy="930033"/>
                </a:xfrm>
              </p:grpSpPr>
              <p:sp>
                <p:nvSpPr>
                  <p:cNvPr id="55" name="Freeform 76">
                    <a:extLst>
                      <a:ext uri="{FF2B5EF4-FFF2-40B4-BE49-F238E27FC236}">
                        <a16:creationId xmlns:a16="http://schemas.microsoft.com/office/drawing/2014/main" id="{087E213E-ADE1-E197-1699-A71EA595C91A}"/>
                      </a:ext>
                    </a:extLst>
                  </p:cNvPr>
                  <p:cNvSpPr/>
                  <p:nvPr/>
                </p:nvSpPr>
                <p:spPr>
                  <a:xfrm>
                    <a:off x="-3830749" y="-672051"/>
                    <a:ext cx="422742" cy="930033"/>
                  </a:xfrm>
                  <a:custGeom>
                    <a:avLst/>
                    <a:gdLst/>
                    <a:ahLst/>
                    <a:cxnLst/>
                    <a:rect l="l" t="t" r="r" b="b"/>
                    <a:pathLst>
                      <a:path w="422742" h="930033">
                        <a:moveTo>
                          <a:pt x="0" y="0"/>
                        </a:moveTo>
                        <a:lnTo>
                          <a:pt x="422742" y="0"/>
                        </a:lnTo>
                        <a:lnTo>
                          <a:pt x="422742" y="930033"/>
                        </a:lnTo>
                        <a:lnTo>
                          <a:pt x="0" y="930033"/>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defTabSz="914400"/>
                    <a:endParaRPr lang="en-AU" sz="1800">
                      <a:solidFill>
                        <a:prstClr val="black"/>
                      </a:solidFill>
                      <a:latin typeface="Calibri"/>
                    </a:endParaRPr>
                  </a:p>
                </p:txBody>
              </p:sp>
            </p:grpSp>
          </p:grpSp>
        </p:grpSp>
        <p:grpSp>
          <p:nvGrpSpPr>
            <p:cNvPr id="13" name="Group 12" descr="a rectangle divided into 6ths">
              <a:extLst>
                <a:ext uri="{FF2B5EF4-FFF2-40B4-BE49-F238E27FC236}">
                  <a16:creationId xmlns:a16="http://schemas.microsoft.com/office/drawing/2014/main" id="{26486913-B415-9D83-1488-546E257B88E0}"/>
                </a:ext>
              </a:extLst>
            </p:cNvPr>
            <p:cNvGrpSpPr/>
            <p:nvPr/>
          </p:nvGrpSpPr>
          <p:grpSpPr>
            <a:xfrm>
              <a:off x="1343247" y="4021635"/>
              <a:ext cx="9565382" cy="865969"/>
              <a:chOff x="2351891" y="5178724"/>
              <a:chExt cx="9314198" cy="899507"/>
            </a:xfrm>
          </p:grpSpPr>
          <p:grpSp>
            <p:nvGrpSpPr>
              <p:cNvPr id="14" name="Group 13">
                <a:extLst>
                  <a:ext uri="{FF2B5EF4-FFF2-40B4-BE49-F238E27FC236}">
                    <a16:creationId xmlns:a16="http://schemas.microsoft.com/office/drawing/2014/main" id="{A34593ED-104E-1A2B-54C0-7633B8F31800}"/>
                  </a:ext>
                </a:extLst>
              </p:cNvPr>
              <p:cNvGrpSpPr/>
              <p:nvPr/>
            </p:nvGrpSpPr>
            <p:grpSpPr>
              <a:xfrm>
                <a:off x="2351891" y="5178724"/>
                <a:ext cx="1551992" cy="899507"/>
                <a:chOff x="2336603" y="5166045"/>
                <a:chExt cx="1551992" cy="899507"/>
              </a:xfrm>
            </p:grpSpPr>
            <p:grpSp>
              <p:nvGrpSpPr>
                <p:cNvPr id="45" name="Group 51">
                  <a:extLst>
                    <a:ext uri="{FF2B5EF4-FFF2-40B4-BE49-F238E27FC236}">
                      <a16:creationId xmlns:a16="http://schemas.microsoft.com/office/drawing/2014/main" id="{E1FD1ED4-8B4C-072C-A2DC-8AA8ADD76089}"/>
                    </a:ext>
                  </a:extLst>
                </p:cNvPr>
                <p:cNvGrpSpPr/>
                <p:nvPr/>
              </p:nvGrpSpPr>
              <p:grpSpPr>
                <a:xfrm>
                  <a:off x="2336603" y="5166045"/>
                  <a:ext cx="1551992" cy="899507"/>
                  <a:chOff x="0" y="-38100"/>
                  <a:chExt cx="548070" cy="317651"/>
                </a:xfrm>
              </p:grpSpPr>
              <p:sp>
                <p:nvSpPr>
                  <p:cNvPr id="48" name="Freeform 52">
                    <a:extLst>
                      <a:ext uri="{FF2B5EF4-FFF2-40B4-BE49-F238E27FC236}">
                        <a16:creationId xmlns:a16="http://schemas.microsoft.com/office/drawing/2014/main" id="{A23DA9A1-1A65-9962-CC70-61AB081DFB36}"/>
                      </a:ext>
                    </a:extLst>
                  </p:cNvPr>
                  <p:cNvSpPr/>
                  <p:nvPr/>
                </p:nvSpPr>
                <p:spPr>
                  <a:xfrm>
                    <a:off x="3117"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49" name="TextBox 53">
                    <a:extLst>
                      <a:ext uri="{FF2B5EF4-FFF2-40B4-BE49-F238E27FC236}">
                        <a16:creationId xmlns:a16="http://schemas.microsoft.com/office/drawing/2014/main" id="{ADF93B8F-BC12-71CD-74F2-0AAC509329B3}"/>
                      </a:ext>
                    </a:extLst>
                  </p:cNvPr>
                  <p:cNvSpPr txBox="1"/>
                  <p:nvPr/>
                </p:nvSpPr>
                <p:spPr>
                  <a:xfrm>
                    <a:off x="0" y="-38100"/>
                    <a:ext cx="544953"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46" name="Group 89">
                  <a:extLst>
                    <a:ext uri="{FF2B5EF4-FFF2-40B4-BE49-F238E27FC236}">
                      <a16:creationId xmlns:a16="http://schemas.microsoft.com/office/drawing/2014/main" id="{74A45009-F658-56EB-57D1-76865860B191}"/>
                    </a:ext>
                  </a:extLst>
                </p:cNvPr>
                <p:cNvGrpSpPr/>
                <p:nvPr/>
              </p:nvGrpSpPr>
              <p:grpSpPr>
                <a:xfrm>
                  <a:off x="2957154" y="5339434"/>
                  <a:ext cx="302061" cy="664535"/>
                  <a:chOff x="0" y="0"/>
                  <a:chExt cx="402748" cy="886047"/>
                </a:xfrm>
              </p:grpSpPr>
              <p:sp>
                <p:nvSpPr>
                  <p:cNvPr id="47" name="Freeform 90">
                    <a:extLst>
                      <a:ext uri="{FF2B5EF4-FFF2-40B4-BE49-F238E27FC236}">
                        <a16:creationId xmlns:a16="http://schemas.microsoft.com/office/drawing/2014/main" id="{BED3F77E-2D3C-6B37-9AE3-660C469EDAF8}"/>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defTabSz="914400"/>
                    <a:endParaRPr lang="en-AU" sz="1800">
                      <a:solidFill>
                        <a:prstClr val="black"/>
                      </a:solidFill>
                      <a:latin typeface="Calibri"/>
                    </a:endParaRPr>
                  </a:p>
                </p:txBody>
              </p:sp>
            </p:grpSp>
          </p:grpSp>
          <p:grpSp>
            <p:nvGrpSpPr>
              <p:cNvPr id="15" name="Group 14">
                <a:extLst>
                  <a:ext uri="{FF2B5EF4-FFF2-40B4-BE49-F238E27FC236}">
                    <a16:creationId xmlns:a16="http://schemas.microsoft.com/office/drawing/2014/main" id="{D9D73602-DEEF-6FF6-8AA1-9AAE0F804C0C}"/>
                  </a:ext>
                </a:extLst>
              </p:cNvPr>
              <p:cNvGrpSpPr/>
              <p:nvPr/>
            </p:nvGrpSpPr>
            <p:grpSpPr>
              <a:xfrm>
                <a:off x="3899699" y="5178724"/>
                <a:ext cx="1543165" cy="899507"/>
                <a:chOff x="2336603" y="5166045"/>
                <a:chExt cx="1543165" cy="899507"/>
              </a:xfrm>
            </p:grpSpPr>
            <p:grpSp>
              <p:nvGrpSpPr>
                <p:cNvPr id="40" name="Group 51">
                  <a:extLst>
                    <a:ext uri="{FF2B5EF4-FFF2-40B4-BE49-F238E27FC236}">
                      <a16:creationId xmlns:a16="http://schemas.microsoft.com/office/drawing/2014/main" id="{7A50C7E0-F857-8A58-C394-3424F1426D36}"/>
                    </a:ext>
                  </a:extLst>
                </p:cNvPr>
                <p:cNvGrpSpPr/>
                <p:nvPr/>
              </p:nvGrpSpPr>
              <p:grpSpPr>
                <a:xfrm>
                  <a:off x="2336603" y="5166045"/>
                  <a:ext cx="1543165" cy="899507"/>
                  <a:chOff x="0" y="-38100"/>
                  <a:chExt cx="544953" cy="317651"/>
                </a:xfrm>
              </p:grpSpPr>
              <p:sp>
                <p:nvSpPr>
                  <p:cNvPr id="43" name="Freeform 52">
                    <a:extLst>
                      <a:ext uri="{FF2B5EF4-FFF2-40B4-BE49-F238E27FC236}">
                        <a16:creationId xmlns:a16="http://schemas.microsoft.com/office/drawing/2014/main" id="{526180C7-405C-8CAE-36A5-7ECD03DF85DA}"/>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44" name="TextBox 53">
                    <a:extLst>
                      <a:ext uri="{FF2B5EF4-FFF2-40B4-BE49-F238E27FC236}">
                        <a16:creationId xmlns:a16="http://schemas.microsoft.com/office/drawing/2014/main" id="{D9FAAFAE-0304-6731-0976-06CFB4EB0ABC}"/>
                      </a:ext>
                    </a:extLst>
                  </p:cNvPr>
                  <p:cNvSpPr txBox="1"/>
                  <p:nvPr/>
                </p:nvSpPr>
                <p:spPr>
                  <a:xfrm>
                    <a:off x="0" y="-38100"/>
                    <a:ext cx="544953"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41" name="Group 89">
                  <a:extLst>
                    <a:ext uri="{FF2B5EF4-FFF2-40B4-BE49-F238E27FC236}">
                      <a16:creationId xmlns:a16="http://schemas.microsoft.com/office/drawing/2014/main" id="{895BC7B2-819B-FA47-143F-55710C1648BE}"/>
                    </a:ext>
                  </a:extLst>
                </p:cNvPr>
                <p:cNvGrpSpPr/>
                <p:nvPr/>
              </p:nvGrpSpPr>
              <p:grpSpPr>
                <a:xfrm>
                  <a:off x="2957154" y="5339434"/>
                  <a:ext cx="302061" cy="664535"/>
                  <a:chOff x="0" y="0"/>
                  <a:chExt cx="402748" cy="886047"/>
                </a:xfrm>
              </p:grpSpPr>
              <p:sp>
                <p:nvSpPr>
                  <p:cNvPr id="42" name="Freeform 90">
                    <a:extLst>
                      <a:ext uri="{FF2B5EF4-FFF2-40B4-BE49-F238E27FC236}">
                        <a16:creationId xmlns:a16="http://schemas.microsoft.com/office/drawing/2014/main" id="{68FDF53D-97B3-12D1-6E73-BAF8D9761806}"/>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defTabSz="914400"/>
                    <a:endParaRPr lang="en-AU" sz="1800">
                      <a:solidFill>
                        <a:prstClr val="black"/>
                      </a:solidFill>
                      <a:latin typeface="Calibri"/>
                    </a:endParaRPr>
                  </a:p>
                </p:txBody>
              </p:sp>
            </p:grpSp>
          </p:grpSp>
          <p:grpSp>
            <p:nvGrpSpPr>
              <p:cNvPr id="16" name="Group 15">
                <a:extLst>
                  <a:ext uri="{FF2B5EF4-FFF2-40B4-BE49-F238E27FC236}">
                    <a16:creationId xmlns:a16="http://schemas.microsoft.com/office/drawing/2014/main" id="{AEE6B772-BBB5-2C8F-A8DF-C9DEABB1DD66}"/>
                  </a:ext>
                </a:extLst>
              </p:cNvPr>
              <p:cNvGrpSpPr/>
              <p:nvPr/>
            </p:nvGrpSpPr>
            <p:grpSpPr>
              <a:xfrm>
                <a:off x="5453690" y="5178724"/>
                <a:ext cx="1543165" cy="899507"/>
                <a:chOff x="2336603" y="5166045"/>
                <a:chExt cx="1543165" cy="899507"/>
              </a:xfrm>
            </p:grpSpPr>
            <p:grpSp>
              <p:nvGrpSpPr>
                <p:cNvPr id="35" name="Group 51">
                  <a:extLst>
                    <a:ext uri="{FF2B5EF4-FFF2-40B4-BE49-F238E27FC236}">
                      <a16:creationId xmlns:a16="http://schemas.microsoft.com/office/drawing/2014/main" id="{A787E0C1-F79C-F37A-8B53-985503320877}"/>
                    </a:ext>
                  </a:extLst>
                </p:cNvPr>
                <p:cNvGrpSpPr/>
                <p:nvPr/>
              </p:nvGrpSpPr>
              <p:grpSpPr>
                <a:xfrm>
                  <a:off x="2336603" y="5166045"/>
                  <a:ext cx="1543165" cy="899507"/>
                  <a:chOff x="0" y="-38100"/>
                  <a:chExt cx="544953" cy="317651"/>
                </a:xfrm>
              </p:grpSpPr>
              <p:sp>
                <p:nvSpPr>
                  <p:cNvPr id="38" name="Freeform 52">
                    <a:extLst>
                      <a:ext uri="{FF2B5EF4-FFF2-40B4-BE49-F238E27FC236}">
                        <a16:creationId xmlns:a16="http://schemas.microsoft.com/office/drawing/2014/main" id="{B8D59ECB-4820-8F26-343C-2CB34CCB1986}"/>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39" name="TextBox 53">
                    <a:extLst>
                      <a:ext uri="{FF2B5EF4-FFF2-40B4-BE49-F238E27FC236}">
                        <a16:creationId xmlns:a16="http://schemas.microsoft.com/office/drawing/2014/main" id="{732F9215-D5FB-7805-2F5B-261EB037202D}"/>
                      </a:ext>
                    </a:extLst>
                  </p:cNvPr>
                  <p:cNvSpPr txBox="1"/>
                  <p:nvPr/>
                </p:nvSpPr>
                <p:spPr>
                  <a:xfrm>
                    <a:off x="0" y="-38100"/>
                    <a:ext cx="544953"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36" name="Group 89">
                  <a:extLst>
                    <a:ext uri="{FF2B5EF4-FFF2-40B4-BE49-F238E27FC236}">
                      <a16:creationId xmlns:a16="http://schemas.microsoft.com/office/drawing/2014/main" id="{787F304D-C69C-8E23-D90F-1342692E3729}"/>
                    </a:ext>
                  </a:extLst>
                </p:cNvPr>
                <p:cNvGrpSpPr/>
                <p:nvPr/>
              </p:nvGrpSpPr>
              <p:grpSpPr>
                <a:xfrm>
                  <a:off x="2957154" y="5339434"/>
                  <a:ext cx="302061" cy="664535"/>
                  <a:chOff x="0" y="0"/>
                  <a:chExt cx="402748" cy="886047"/>
                </a:xfrm>
              </p:grpSpPr>
              <p:sp>
                <p:nvSpPr>
                  <p:cNvPr id="37" name="Freeform 90">
                    <a:extLst>
                      <a:ext uri="{FF2B5EF4-FFF2-40B4-BE49-F238E27FC236}">
                        <a16:creationId xmlns:a16="http://schemas.microsoft.com/office/drawing/2014/main" id="{C34C61F2-B6C1-237F-E3D8-9D9B5839E839}"/>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defTabSz="914400"/>
                    <a:endParaRPr lang="en-AU" sz="1800">
                      <a:solidFill>
                        <a:prstClr val="black"/>
                      </a:solidFill>
                      <a:latin typeface="Calibri"/>
                    </a:endParaRPr>
                  </a:p>
                </p:txBody>
              </p:sp>
            </p:grpSp>
          </p:grpSp>
          <p:grpSp>
            <p:nvGrpSpPr>
              <p:cNvPr id="17" name="Group 16">
                <a:extLst>
                  <a:ext uri="{FF2B5EF4-FFF2-40B4-BE49-F238E27FC236}">
                    <a16:creationId xmlns:a16="http://schemas.microsoft.com/office/drawing/2014/main" id="{72B030EF-548E-00E9-83AB-50921B97450D}"/>
                  </a:ext>
                </a:extLst>
              </p:cNvPr>
              <p:cNvGrpSpPr/>
              <p:nvPr/>
            </p:nvGrpSpPr>
            <p:grpSpPr>
              <a:xfrm>
                <a:off x="7007681" y="5178724"/>
                <a:ext cx="1543165" cy="899507"/>
                <a:chOff x="2336603" y="5166045"/>
                <a:chExt cx="1543165" cy="899507"/>
              </a:xfrm>
            </p:grpSpPr>
            <p:grpSp>
              <p:nvGrpSpPr>
                <p:cNvPr id="30" name="Group 51">
                  <a:extLst>
                    <a:ext uri="{FF2B5EF4-FFF2-40B4-BE49-F238E27FC236}">
                      <a16:creationId xmlns:a16="http://schemas.microsoft.com/office/drawing/2014/main" id="{3F911600-D70D-86BE-106A-E05DED3369CA}"/>
                    </a:ext>
                  </a:extLst>
                </p:cNvPr>
                <p:cNvGrpSpPr/>
                <p:nvPr/>
              </p:nvGrpSpPr>
              <p:grpSpPr>
                <a:xfrm>
                  <a:off x="2336603" y="5166045"/>
                  <a:ext cx="1543165" cy="899507"/>
                  <a:chOff x="0" y="-38100"/>
                  <a:chExt cx="544953" cy="317651"/>
                </a:xfrm>
              </p:grpSpPr>
              <p:sp>
                <p:nvSpPr>
                  <p:cNvPr id="33" name="Freeform 52">
                    <a:extLst>
                      <a:ext uri="{FF2B5EF4-FFF2-40B4-BE49-F238E27FC236}">
                        <a16:creationId xmlns:a16="http://schemas.microsoft.com/office/drawing/2014/main" id="{48AE1003-E245-0ED7-C382-CB2087561C99}"/>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34" name="TextBox 53">
                    <a:extLst>
                      <a:ext uri="{FF2B5EF4-FFF2-40B4-BE49-F238E27FC236}">
                        <a16:creationId xmlns:a16="http://schemas.microsoft.com/office/drawing/2014/main" id="{FDB89416-2244-0A78-19CA-256F7D0AA06B}"/>
                      </a:ext>
                    </a:extLst>
                  </p:cNvPr>
                  <p:cNvSpPr txBox="1"/>
                  <p:nvPr/>
                </p:nvSpPr>
                <p:spPr>
                  <a:xfrm>
                    <a:off x="0" y="-38100"/>
                    <a:ext cx="544953"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31" name="Group 89">
                  <a:extLst>
                    <a:ext uri="{FF2B5EF4-FFF2-40B4-BE49-F238E27FC236}">
                      <a16:creationId xmlns:a16="http://schemas.microsoft.com/office/drawing/2014/main" id="{983D6B78-F933-14CE-F0D7-C3E4EAB3DFB2}"/>
                    </a:ext>
                  </a:extLst>
                </p:cNvPr>
                <p:cNvGrpSpPr/>
                <p:nvPr/>
              </p:nvGrpSpPr>
              <p:grpSpPr>
                <a:xfrm>
                  <a:off x="2957154" y="5339434"/>
                  <a:ext cx="302061" cy="664535"/>
                  <a:chOff x="0" y="0"/>
                  <a:chExt cx="402748" cy="886047"/>
                </a:xfrm>
              </p:grpSpPr>
              <p:sp>
                <p:nvSpPr>
                  <p:cNvPr id="32" name="Freeform 90">
                    <a:extLst>
                      <a:ext uri="{FF2B5EF4-FFF2-40B4-BE49-F238E27FC236}">
                        <a16:creationId xmlns:a16="http://schemas.microsoft.com/office/drawing/2014/main" id="{875C26A6-6BDE-614C-D573-0532BAC8FFBB}"/>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defTabSz="914400"/>
                    <a:endParaRPr lang="en-AU" sz="1800">
                      <a:solidFill>
                        <a:prstClr val="black"/>
                      </a:solidFill>
                      <a:latin typeface="Calibri"/>
                    </a:endParaRPr>
                  </a:p>
                </p:txBody>
              </p:sp>
            </p:grpSp>
          </p:grpSp>
          <p:grpSp>
            <p:nvGrpSpPr>
              <p:cNvPr id="18" name="Group 17">
                <a:extLst>
                  <a:ext uri="{FF2B5EF4-FFF2-40B4-BE49-F238E27FC236}">
                    <a16:creationId xmlns:a16="http://schemas.microsoft.com/office/drawing/2014/main" id="{E227B6B0-73CC-8C6C-860A-8F74AA2D27F9}"/>
                  </a:ext>
                </a:extLst>
              </p:cNvPr>
              <p:cNvGrpSpPr/>
              <p:nvPr/>
            </p:nvGrpSpPr>
            <p:grpSpPr>
              <a:xfrm>
                <a:off x="8570932" y="5178724"/>
                <a:ext cx="1543165" cy="899507"/>
                <a:chOff x="2336603" y="5166045"/>
                <a:chExt cx="1543165" cy="899507"/>
              </a:xfrm>
            </p:grpSpPr>
            <p:grpSp>
              <p:nvGrpSpPr>
                <p:cNvPr id="25" name="Group 51">
                  <a:extLst>
                    <a:ext uri="{FF2B5EF4-FFF2-40B4-BE49-F238E27FC236}">
                      <a16:creationId xmlns:a16="http://schemas.microsoft.com/office/drawing/2014/main" id="{E57D3888-1A11-6EF9-2FBB-574D79042281}"/>
                    </a:ext>
                  </a:extLst>
                </p:cNvPr>
                <p:cNvGrpSpPr/>
                <p:nvPr/>
              </p:nvGrpSpPr>
              <p:grpSpPr>
                <a:xfrm>
                  <a:off x="2336603" y="5166045"/>
                  <a:ext cx="1543165" cy="899507"/>
                  <a:chOff x="0" y="-38100"/>
                  <a:chExt cx="544953" cy="317651"/>
                </a:xfrm>
              </p:grpSpPr>
              <p:sp>
                <p:nvSpPr>
                  <p:cNvPr id="28" name="Freeform 52">
                    <a:extLst>
                      <a:ext uri="{FF2B5EF4-FFF2-40B4-BE49-F238E27FC236}">
                        <a16:creationId xmlns:a16="http://schemas.microsoft.com/office/drawing/2014/main" id="{11A866D8-4E17-F1BB-1888-CD3612656680}"/>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9" name="TextBox 53">
                    <a:extLst>
                      <a:ext uri="{FF2B5EF4-FFF2-40B4-BE49-F238E27FC236}">
                        <a16:creationId xmlns:a16="http://schemas.microsoft.com/office/drawing/2014/main" id="{A405BF15-54F8-EC6F-449A-0E7F35B91101}"/>
                      </a:ext>
                    </a:extLst>
                  </p:cNvPr>
                  <p:cNvSpPr txBox="1"/>
                  <p:nvPr/>
                </p:nvSpPr>
                <p:spPr>
                  <a:xfrm>
                    <a:off x="0" y="-38100"/>
                    <a:ext cx="544953"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26" name="Group 89">
                  <a:extLst>
                    <a:ext uri="{FF2B5EF4-FFF2-40B4-BE49-F238E27FC236}">
                      <a16:creationId xmlns:a16="http://schemas.microsoft.com/office/drawing/2014/main" id="{A3E935ED-FF98-E256-D864-0094961D66BD}"/>
                    </a:ext>
                  </a:extLst>
                </p:cNvPr>
                <p:cNvGrpSpPr/>
                <p:nvPr/>
              </p:nvGrpSpPr>
              <p:grpSpPr>
                <a:xfrm>
                  <a:off x="2957154" y="5339434"/>
                  <a:ext cx="302061" cy="664535"/>
                  <a:chOff x="0" y="0"/>
                  <a:chExt cx="402748" cy="886047"/>
                </a:xfrm>
              </p:grpSpPr>
              <p:sp>
                <p:nvSpPr>
                  <p:cNvPr id="27" name="Freeform 90">
                    <a:extLst>
                      <a:ext uri="{FF2B5EF4-FFF2-40B4-BE49-F238E27FC236}">
                        <a16:creationId xmlns:a16="http://schemas.microsoft.com/office/drawing/2014/main" id="{2BDC35D1-2F4A-FEAC-A4CD-4CAEE7D03B69}"/>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defTabSz="914400"/>
                    <a:endParaRPr lang="en-AU" sz="1800">
                      <a:solidFill>
                        <a:prstClr val="black"/>
                      </a:solidFill>
                      <a:latin typeface="Calibri"/>
                    </a:endParaRPr>
                  </a:p>
                </p:txBody>
              </p:sp>
            </p:grpSp>
          </p:grpSp>
          <p:grpSp>
            <p:nvGrpSpPr>
              <p:cNvPr id="19" name="Group 18">
                <a:extLst>
                  <a:ext uri="{FF2B5EF4-FFF2-40B4-BE49-F238E27FC236}">
                    <a16:creationId xmlns:a16="http://schemas.microsoft.com/office/drawing/2014/main" id="{C1BFE8FB-1EC1-83B8-603E-76C57BF48474}"/>
                  </a:ext>
                </a:extLst>
              </p:cNvPr>
              <p:cNvGrpSpPr/>
              <p:nvPr/>
            </p:nvGrpSpPr>
            <p:grpSpPr>
              <a:xfrm>
                <a:off x="10122924" y="5178724"/>
                <a:ext cx="1543165" cy="899507"/>
                <a:chOff x="2336603" y="5166045"/>
                <a:chExt cx="1543165" cy="899507"/>
              </a:xfrm>
            </p:grpSpPr>
            <p:grpSp>
              <p:nvGrpSpPr>
                <p:cNvPr id="20" name="Group 51">
                  <a:extLst>
                    <a:ext uri="{FF2B5EF4-FFF2-40B4-BE49-F238E27FC236}">
                      <a16:creationId xmlns:a16="http://schemas.microsoft.com/office/drawing/2014/main" id="{470929C1-3AA2-2D77-C8A1-E8832806BC27}"/>
                    </a:ext>
                  </a:extLst>
                </p:cNvPr>
                <p:cNvGrpSpPr/>
                <p:nvPr/>
              </p:nvGrpSpPr>
              <p:grpSpPr>
                <a:xfrm>
                  <a:off x="2336603" y="5166045"/>
                  <a:ext cx="1543165" cy="899507"/>
                  <a:chOff x="0" y="-38100"/>
                  <a:chExt cx="544953" cy="317651"/>
                </a:xfrm>
              </p:grpSpPr>
              <p:sp>
                <p:nvSpPr>
                  <p:cNvPr id="23" name="Freeform 52">
                    <a:extLst>
                      <a:ext uri="{FF2B5EF4-FFF2-40B4-BE49-F238E27FC236}">
                        <a16:creationId xmlns:a16="http://schemas.microsoft.com/office/drawing/2014/main" id="{CC667D7A-C03F-ECA6-77AD-C7887B706619}"/>
                      </a:ext>
                    </a:extLst>
                  </p:cNvPr>
                  <p:cNvSpPr/>
                  <p:nvPr/>
                </p:nvSpPr>
                <p:spPr>
                  <a:xfrm>
                    <a:off x="0" y="0"/>
                    <a:ext cx="544953" cy="279551"/>
                  </a:xfrm>
                  <a:custGeom>
                    <a:avLst/>
                    <a:gdLst/>
                    <a:ahLst/>
                    <a:cxnLst/>
                    <a:rect l="l" t="t" r="r" b="b"/>
                    <a:pathLst>
                      <a:path w="544953" h="279551">
                        <a:moveTo>
                          <a:pt x="0" y="0"/>
                        </a:moveTo>
                        <a:lnTo>
                          <a:pt x="544953" y="0"/>
                        </a:lnTo>
                        <a:lnTo>
                          <a:pt x="544953" y="279551"/>
                        </a:lnTo>
                        <a:lnTo>
                          <a:pt x="0" y="279551"/>
                        </a:lnTo>
                        <a:close/>
                      </a:path>
                    </a:pathLst>
                  </a:custGeom>
                  <a:solidFill>
                    <a:srgbClr val="EADAF6"/>
                  </a:solidFill>
                  <a:ln w="9525" cap="sq">
                    <a:solidFill>
                      <a:srgbClr val="000000"/>
                    </a:solidFill>
                    <a:prstDash val="solid"/>
                    <a:miter/>
                  </a:ln>
                </p:spPr>
                <p:txBody>
                  <a:bodyPr/>
                  <a:lstStyle/>
                  <a:p>
                    <a:pPr defTabSz="914400"/>
                    <a:endParaRPr lang="en-AU" sz="1800">
                      <a:solidFill>
                        <a:prstClr val="black"/>
                      </a:solidFill>
                      <a:latin typeface="Calibri"/>
                    </a:endParaRPr>
                  </a:p>
                </p:txBody>
              </p:sp>
              <p:sp>
                <p:nvSpPr>
                  <p:cNvPr id="24" name="TextBox 53">
                    <a:extLst>
                      <a:ext uri="{FF2B5EF4-FFF2-40B4-BE49-F238E27FC236}">
                        <a16:creationId xmlns:a16="http://schemas.microsoft.com/office/drawing/2014/main" id="{71CA9990-5357-2F66-676D-64B8048D3662}"/>
                      </a:ext>
                    </a:extLst>
                  </p:cNvPr>
                  <p:cNvSpPr txBox="1"/>
                  <p:nvPr/>
                </p:nvSpPr>
                <p:spPr>
                  <a:xfrm>
                    <a:off x="0" y="-38100"/>
                    <a:ext cx="544953" cy="317651"/>
                  </a:xfrm>
                  <a:prstGeom prst="rect">
                    <a:avLst/>
                  </a:prstGeom>
                </p:spPr>
                <p:txBody>
                  <a:bodyPr lIns="50852" tIns="50852" rIns="50852" bIns="50852" rtlCol="0" anchor="ctr"/>
                  <a:lstStyle/>
                  <a:p>
                    <a:pPr algn="ctr" defTabSz="914400">
                      <a:lnSpc>
                        <a:spcPts val="2228"/>
                      </a:lnSpc>
                    </a:pPr>
                    <a:endParaRPr sz="1800">
                      <a:solidFill>
                        <a:prstClr val="black"/>
                      </a:solidFill>
                      <a:latin typeface="Calibri"/>
                    </a:endParaRPr>
                  </a:p>
                </p:txBody>
              </p:sp>
            </p:grpSp>
            <p:grpSp>
              <p:nvGrpSpPr>
                <p:cNvPr id="21" name="Group 89">
                  <a:extLst>
                    <a:ext uri="{FF2B5EF4-FFF2-40B4-BE49-F238E27FC236}">
                      <a16:creationId xmlns:a16="http://schemas.microsoft.com/office/drawing/2014/main" id="{40EA2568-18DF-99B9-B8B5-0002DCABAB99}"/>
                    </a:ext>
                  </a:extLst>
                </p:cNvPr>
                <p:cNvGrpSpPr/>
                <p:nvPr/>
              </p:nvGrpSpPr>
              <p:grpSpPr>
                <a:xfrm>
                  <a:off x="2957154" y="5339434"/>
                  <a:ext cx="302061" cy="664535"/>
                  <a:chOff x="0" y="0"/>
                  <a:chExt cx="402748" cy="886047"/>
                </a:xfrm>
              </p:grpSpPr>
              <p:sp>
                <p:nvSpPr>
                  <p:cNvPr id="22" name="Freeform 90">
                    <a:extLst>
                      <a:ext uri="{FF2B5EF4-FFF2-40B4-BE49-F238E27FC236}">
                        <a16:creationId xmlns:a16="http://schemas.microsoft.com/office/drawing/2014/main" id="{D2CAFF13-4C4B-14FD-683C-E6B75750BD58}"/>
                      </a:ext>
                    </a:extLst>
                  </p:cNvPr>
                  <p:cNvSpPr/>
                  <p:nvPr/>
                </p:nvSpPr>
                <p:spPr>
                  <a:xfrm>
                    <a:off x="0" y="0"/>
                    <a:ext cx="402748" cy="886047"/>
                  </a:xfrm>
                  <a:custGeom>
                    <a:avLst/>
                    <a:gdLst/>
                    <a:ahLst/>
                    <a:cxnLst/>
                    <a:rect l="l" t="t" r="r" b="b"/>
                    <a:pathLst>
                      <a:path w="402748" h="886047">
                        <a:moveTo>
                          <a:pt x="0" y="0"/>
                        </a:moveTo>
                        <a:lnTo>
                          <a:pt x="402748" y="0"/>
                        </a:lnTo>
                        <a:lnTo>
                          <a:pt x="402748" y="886047"/>
                        </a:lnTo>
                        <a:lnTo>
                          <a:pt x="0" y="886047"/>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defTabSz="914400"/>
                    <a:endParaRPr lang="en-AU" sz="1800">
                      <a:solidFill>
                        <a:prstClr val="black"/>
                      </a:solidFill>
                      <a:latin typeface="Calibri"/>
                    </a:endParaRPr>
                  </a:p>
                </p:txBody>
              </p:sp>
            </p:grpSp>
          </p:grpSp>
        </p:grpSp>
      </p:grpSp>
    </p:spTree>
    <p:extLst>
      <p:ext uri="{BB962C8B-B14F-4D97-AF65-F5344CB8AC3E}">
        <p14:creationId xmlns:p14="http://schemas.microsoft.com/office/powerpoint/2010/main" val="2501398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2DF9B-3550-BFA9-EED0-38CBAC7E9614}"/>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1CD758A-1643-8963-9FA0-97E7FF62C8FF}"/>
              </a:ext>
            </a:extLst>
          </p:cNvPr>
          <p:cNvSpPr>
            <a:spLocks noGrp="1"/>
          </p:cNvSpPr>
          <p:nvPr>
            <p:ph type="ctrTitle"/>
          </p:nvPr>
        </p:nvSpPr>
        <p:spPr/>
        <p:txBody>
          <a:bodyPr/>
          <a:lstStyle/>
          <a:p>
            <a:r>
              <a:rPr lang="en-AU">
                <a:latin typeface="+mj-lt"/>
              </a:rPr>
              <a:t>Review of learning 4</a:t>
            </a:r>
          </a:p>
        </p:txBody>
      </p:sp>
    </p:spTree>
    <p:extLst>
      <p:ext uri="{BB962C8B-B14F-4D97-AF65-F5344CB8AC3E}">
        <p14:creationId xmlns:p14="http://schemas.microsoft.com/office/powerpoint/2010/main" val="2508436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1E96E-77B4-2C82-4376-4892043A4FD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DA66D7F-0F12-2ED7-6EE7-87E24A15E5B6}"/>
              </a:ext>
            </a:extLst>
          </p:cNvPr>
          <p:cNvSpPr>
            <a:spLocks noGrp="1"/>
          </p:cNvSpPr>
          <p:nvPr>
            <p:ph type="title"/>
          </p:nvPr>
        </p:nvSpPr>
        <p:spPr/>
        <p:txBody>
          <a:bodyPr/>
          <a:lstStyle/>
          <a:p>
            <a:r>
              <a:rPr lang="en-US"/>
              <a:t>True or false </a:t>
            </a:r>
            <a:r>
              <a:rPr lang="en-US">
                <a:solidFill>
                  <a:schemeClr val="bg1"/>
                </a:solidFill>
              </a:rPr>
              <a:t>(2)</a:t>
            </a:r>
          </a:p>
        </p:txBody>
      </p:sp>
      <p:pic>
        <p:nvPicPr>
          <p:cNvPr id="4" name="Picture 3">
            <a:extLst>
              <a:ext uri="{FF2B5EF4-FFF2-40B4-BE49-F238E27FC236}">
                <a16:creationId xmlns:a16="http://schemas.microsoft.com/office/drawing/2014/main" id="{10894CBE-266A-B58D-5858-0C2919DF611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mc:AlternateContent xmlns:mc="http://schemas.openxmlformats.org/markup-compatibility/2006" xmlns:a14="http://schemas.microsoft.com/office/drawing/2010/main">
        <mc:Choice Requires="a14">
          <p:sp>
            <p:nvSpPr>
              <p:cNvPr id="6" name="Text Placeholder 5">
                <a:extLst>
                  <a:ext uri="{FF2B5EF4-FFF2-40B4-BE49-F238E27FC236}">
                    <a16:creationId xmlns:a16="http://schemas.microsoft.com/office/drawing/2014/main" id="{1F74B9A4-EFE2-0CD1-0E45-27C87BBC65EB}"/>
                  </a:ext>
                </a:extLst>
              </p:cNvPr>
              <p:cNvSpPr>
                <a:spLocks noGrp="1"/>
              </p:cNvSpPr>
              <p:nvPr>
                <p:ph type="body" sz="quarter" idx="22"/>
              </p:nvPr>
            </p:nvSpPr>
            <p:spPr>
              <a:xfrm>
                <a:off x="777508" y="2198368"/>
                <a:ext cx="5047130" cy="893226"/>
              </a:xfrm>
            </p:spPr>
            <p:txBody>
              <a:bodyPr/>
              <a:lstStyle/>
              <a:p>
                <a14:m>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6</m:t>
                        </m:r>
                      </m:num>
                      <m:den>
                        <m:r>
                          <a:rPr lang="en-AU" sz="4400" b="0" i="1" smtClean="0">
                            <a:latin typeface="Cambria Math" panose="02040503050406030204" pitchFamily="18" charset="0"/>
                          </a:rPr>
                          <m:t>8</m:t>
                        </m:r>
                      </m:den>
                    </m:f>
                  </m:oMath>
                </a14:m>
                <a:r>
                  <a:rPr lang="en-AU" sz="4400" b="0"/>
                  <a:t> is </a:t>
                </a:r>
                <a:r>
                  <a:rPr lang="en-AU" sz="4400" b="1"/>
                  <a:t>equivalent</a:t>
                </a:r>
                <a:r>
                  <a:rPr lang="en-AU" sz="4400" b="0"/>
                  <a:t> to </a:t>
                </a:r>
                <a14:m>
                  <m:oMath xmlns:m="http://schemas.openxmlformats.org/officeDocument/2006/math">
                    <m:f>
                      <m:fPr>
                        <m:ctrlPr>
                          <a:rPr lang="en-AU" sz="4400" b="0" i="1" smtClean="0">
                            <a:latin typeface="Cambria Math" panose="02040503050406030204" pitchFamily="18" charset="0"/>
                          </a:rPr>
                        </m:ctrlPr>
                      </m:fPr>
                      <m:num>
                        <m:r>
                          <a:rPr lang="en-AU" sz="4400" b="0" i="1" smtClean="0">
                            <a:latin typeface="Cambria Math" panose="02040503050406030204" pitchFamily="18" charset="0"/>
                          </a:rPr>
                          <m:t>3</m:t>
                        </m:r>
                      </m:num>
                      <m:den>
                        <m:r>
                          <a:rPr lang="en-AU" sz="4400" b="0" i="1" smtClean="0">
                            <a:latin typeface="Cambria Math" panose="02040503050406030204" pitchFamily="18" charset="0"/>
                          </a:rPr>
                          <m:t>4</m:t>
                        </m:r>
                      </m:den>
                    </m:f>
                  </m:oMath>
                </a14:m>
                <a:r>
                  <a:rPr lang="en-AU" sz="4400" b="0"/>
                  <a:t>.</a:t>
                </a:r>
              </a:p>
              <a:p>
                <a:endParaRPr lang="en-AU" sz="4400" b="0"/>
              </a:p>
              <a:p>
                <a:endParaRPr lang="en-AU" sz="4400"/>
              </a:p>
            </p:txBody>
          </p:sp>
        </mc:Choice>
        <mc:Fallback xmlns="">
          <p:sp>
            <p:nvSpPr>
              <p:cNvPr id="6" name="Text Placeholder 5">
                <a:extLst>
                  <a:ext uri="{FF2B5EF4-FFF2-40B4-BE49-F238E27FC236}">
                    <a16:creationId xmlns:a16="http://schemas.microsoft.com/office/drawing/2014/main" id="{1F74B9A4-EFE2-0CD1-0E45-27C87BBC65EB}"/>
                  </a:ext>
                </a:extLst>
              </p:cNvPr>
              <p:cNvSpPr>
                <a:spLocks noGrp="1" noRot="1" noChangeAspect="1" noMove="1" noResize="1" noEditPoints="1" noAdjustHandles="1" noChangeArrowheads="1" noChangeShapeType="1" noTextEdit="1"/>
              </p:cNvSpPr>
              <p:nvPr>
                <p:ph type="body" sz="quarter" idx="22"/>
              </p:nvPr>
            </p:nvSpPr>
            <p:spPr>
              <a:xfrm>
                <a:off x="777508" y="2198368"/>
                <a:ext cx="5047130" cy="893226"/>
              </a:xfrm>
              <a:blipFill>
                <a:blip r:embed="rId4"/>
                <a:stretch>
                  <a:fillRect l="-121" r="-3628" b="-66438"/>
                </a:stretch>
              </a:blipFill>
            </p:spPr>
            <p:txBody>
              <a:bodyPr/>
              <a:lstStyle/>
              <a:p>
                <a:r>
                  <a:rPr lang="en-AU">
                    <a:noFill/>
                  </a:rPr>
                  <a:t> </a:t>
                </a:r>
              </a:p>
            </p:txBody>
          </p:sp>
        </mc:Fallback>
      </mc:AlternateContent>
      <p:sp>
        <p:nvSpPr>
          <p:cNvPr id="128" name="Rectangle 127" descr="2 number lines. The first has eighths marked and the second has quarter. A bar indicates 3 quarters.">
            <a:extLst>
              <a:ext uri="{FF2B5EF4-FFF2-40B4-BE49-F238E27FC236}">
                <a16:creationId xmlns:a16="http://schemas.microsoft.com/office/drawing/2014/main" id="{A0EF79AE-5B9E-2F77-8ECF-763B02863A9E}"/>
              </a:ext>
            </a:extLst>
          </p:cNvPr>
          <p:cNvSpPr/>
          <p:nvPr/>
        </p:nvSpPr>
        <p:spPr>
          <a:xfrm>
            <a:off x="5969328" y="1770793"/>
            <a:ext cx="5874672" cy="3316413"/>
          </a:xfrm>
          <a:prstGeom prst="rect">
            <a:avLst/>
          </a:prstGeom>
          <a:effectLst>
            <a:outerShdw blurRad="50800" dist="38100" algn="l"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tlCol="0" anchor="ctr"/>
          <a:lstStyle/>
          <a:p>
            <a:pPr algn="ctr"/>
            <a:endParaRPr lang="en-AU"/>
          </a:p>
        </p:txBody>
      </p:sp>
      <p:grpSp>
        <p:nvGrpSpPr>
          <p:cNvPr id="127" name="Group 126" descr="2 Number lines marked with eighths and quarters.&#10;&#10;3 quarters is indicated with a bar.">
            <a:extLst>
              <a:ext uri="{FF2B5EF4-FFF2-40B4-BE49-F238E27FC236}">
                <a16:creationId xmlns:a16="http://schemas.microsoft.com/office/drawing/2014/main" id="{BA9AB251-FA26-AA60-8A40-2BBDB19BC5C0}"/>
              </a:ext>
            </a:extLst>
          </p:cNvPr>
          <p:cNvGrpSpPr/>
          <p:nvPr/>
        </p:nvGrpSpPr>
        <p:grpSpPr>
          <a:xfrm>
            <a:off x="6085251" y="2140230"/>
            <a:ext cx="5606330" cy="3025473"/>
            <a:chOff x="4165833" y="3136070"/>
            <a:chExt cx="4456123" cy="2451639"/>
          </a:xfrm>
        </p:grpSpPr>
        <p:pic>
          <p:nvPicPr>
            <p:cNvPr id="125" name="Picture 124" descr="2 Number lines marked with eighths and quarters.">
              <a:extLst>
                <a:ext uri="{FF2B5EF4-FFF2-40B4-BE49-F238E27FC236}">
                  <a16:creationId xmlns:a16="http://schemas.microsoft.com/office/drawing/2014/main" id="{836FED6C-ECCE-722F-621B-E6D5E4DF8EC6}"/>
                </a:ext>
              </a:extLst>
            </p:cNvPr>
            <p:cNvPicPr>
              <a:picLocks noChangeAspect="1"/>
            </p:cNvPicPr>
            <p:nvPr/>
          </p:nvPicPr>
          <p:blipFill>
            <a:blip r:embed="rId5"/>
            <a:stretch>
              <a:fillRect/>
            </a:stretch>
          </p:blipFill>
          <p:spPr>
            <a:xfrm>
              <a:off x="4165833" y="3136070"/>
              <a:ext cx="4456123" cy="2451639"/>
            </a:xfrm>
            <a:prstGeom prst="rect">
              <a:avLst/>
            </a:prstGeom>
          </p:spPr>
        </p:pic>
        <p:sp>
          <p:nvSpPr>
            <p:cNvPr id="126" name="Rectangle 125">
              <a:extLst>
                <a:ext uri="{FF2B5EF4-FFF2-40B4-BE49-F238E27FC236}">
                  <a16:creationId xmlns:a16="http://schemas.microsoft.com/office/drawing/2014/main" id="{A4E29EFC-2AEB-17CA-79D5-F08B986231BA}"/>
                </a:ext>
              </a:extLst>
            </p:cNvPr>
            <p:cNvSpPr/>
            <p:nvPr/>
          </p:nvSpPr>
          <p:spPr>
            <a:xfrm>
              <a:off x="4473389" y="4551798"/>
              <a:ext cx="2859741" cy="276962"/>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AU"/>
            </a:p>
          </p:txBody>
        </p:sp>
      </p:grpSp>
      <p:graphicFrame>
        <p:nvGraphicFramePr>
          <p:cNvPr id="12" name="Table 11">
            <a:extLst>
              <a:ext uri="{FF2B5EF4-FFF2-40B4-BE49-F238E27FC236}">
                <a16:creationId xmlns:a16="http://schemas.microsoft.com/office/drawing/2014/main" id="{0C09EB67-5723-E2C5-3550-4148039E5CF8}"/>
              </a:ext>
            </a:extLst>
          </p:cNvPr>
          <p:cNvGraphicFramePr>
            <a:graphicFrameLocks noGrp="1"/>
          </p:cNvGraphicFramePr>
          <p:nvPr>
            <p:extLst>
              <p:ext uri="{D42A27DB-BD31-4B8C-83A1-F6EECF244321}">
                <p14:modId xmlns:p14="http://schemas.microsoft.com/office/powerpoint/2010/main" val="2554531408"/>
              </p:ext>
            </p:extLst>
          </p:nvPr>
        </p:nvGraphicFramePr>
        <p:xfrm>
          <a:off x="2709862" y="5701200"/>
          <a:ext cx="7077076" cy="70104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696118">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5543D758-EFDD-EFF7-9F6F-60499B8070E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28</a:t>
            </a:fld>
            <a:endParaRPr lang="en-AU"/>
          </a:p>
        </p:txBody>
      </p:sp>
    </p:spTree>
    <p:extLst>
      <p:ext uri="{BB962C8B-B14F-4D97-AF65-F5344CB8AC3E}">
        <p14:creationId xmlns:p14="http://schemas.microsoft.com/office/powerpoint/2010/main" val="18194785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CA98-100A-82FC-58FD-FFDA6148D2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30B1BA5-248F-FC3D-9ED9-FCB290EF8BE9}"/>
              </a:ext>
            </a:extLst>
          </p:cNvPr>
          <p:cNvSpPr>
            <a:spLocks noGrp="1"/>
          </p:cNvSpPr>
          <p:nvPr>
            <p:ph type="title"/>
          </p:nvPr>
        </p:nvSpPr>
        <p:spPr>
          <a:xfrm>
            <a:off x="360000" y="453672"/>
            <a:ext cx="10367268" cy="545601"/>
          </a:xfrm>
        </p:spPr>
        <p:txBody>
          <a:bodyPr/>
          <a:lstStyle/>
          <a:p>
            <a:r>
              <a:rPr lang="en-AU"/>
              <a:t>Short response </a:t>
            </a:r>
            <a:r>
              <a:rPr lang="en-AU">
                <a:solidFill>
                  <a:schemeClr val="bg1"/>
                </a:solidFill>
              </a:rPr>
              <a:t>(13)</a:t>
            </a:r>
          </a:p>
        </p:txBody>
      </p:sp>
      <p:pic>
        <p:nvPicPr>
          <p:cNvPr id="3" name="Picture 2">
            <a:extLst>
              <a:ext uri="{FF2B5EF4-FFF2-40B4-BE49-F238E27FC236}">
                <a16:creationId xmlns:a16="http://schemas.microsoft.com/office/drawing/2014/main" id="{B6B8916C-EC27-6464-77C1-A2C737717E1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12689097-B53F-3D67-9672-54777688B02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5" name="Text Placeholder 5">
            <a:extLst>
              <a:ext uri="{FF2B5EF4-FFF2-40B4-BE49-F238E27FC236}">
                <a16:creationId xmlns:a16="http://schemas.microsoft.com/office/drawing/2014/main" id="{7A0907C0-1F3B-77D5-E658-0152296B1068}"/>
              </a:ext>
            </a:extLst>
          </p:cNvPr>
          <p:cNvSpPr txBox="1">
            <a:spLocks/>
          </p:cNvSpPr>
          <p:nvPr/>
        </p:nvSpPr>
        <p:spPr>
          <a:xfrm>
            <a:off x="360000" y="1301482"/>
            <a:ext cx="5480361"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b="1"/>
              <a:t>Record</a:t>
            </a:r>
            <a:r>
              <a:rPr lang="en-AU" sz="3600"/>
              <a:t> the landmarks at the following </a:t>
            </a:r>
            <a:r>
              <a:rPr lang="en-AU" sz="3600" b="1"/>
              <a:t>positions </a:t>
            </a:r>
            <a:r>
              <a:rPr lang="en-AU" sz="3600"/>
              <a:t>on the map:</a:t>
            </a:r>
          </a:p>
          <a:p>
            <a:pPr marL="571500" indent="-571500">
              <a:buFont typeface="Arial" panose="020B0604020202020204" pitchFamily="34" charset="0"/>
              <a:buChar char="•"/>
            </a:pPr>
            <a:r>
              <a:rPr lang="en-AU" sz="3600"/>
              <a:t>C4</a:t>
            </a:r>
          </a:p>
          <a:p>
            <a:pPr marL="571500" indent="-571500">
              <a:buFont typeface="Arial" panose="020B0604020202020204" pitchFamily="34" charset="0"/>
              <a:buChar char="•"/>
            </a:pPr>
            <a:r>
              <a:rPr lang="en-AU" sz="3600"/>
              <a:t>D3</a:t>
            </a:r>
          </a:p>
          <a:p>
            <a:pPr marL="571500" indent="-571500">
              <a:buFont typeface="Arial" panose="020B0604020202020204" pitchFamily="34" charset="0"/>
              <a:buChar char="•"/>
            </a:pPr>
            <a:r>
              <a:rPr lang="en-AU" sz="3600"/>
              <a:t>B2</a:t>
            </a:r>
          </a:p>
        </p:txBody>
      </p:sp>
      <p:pic>
        <p:nvPicPr>
          <p:cNvPr id="4" name="Picture 3" descr="A treasure map with a grid. The rows are labelled 1 to 4 and the columns labelled A to F.  The following landmarks are these locations: &#10;&#10;Row 1: shark, sea, sea, sea, rocks, sea.&#10;&#10;Row 2: sea, volcano, sea, land, land, mermaid.&#10;&#10;Row 3: sea, land, land, palm trees, land, sea.&#10;&#10;Row 4: pirate ship, land, mountains, land, land, treasure chest.&#10;">
            <a:extLst>
              <a:ext uri="{FF2B5EF4-FFF2-40B4-BE49-F238E27FC236}">
                <a16:creationId xmlns:a16="http://schemas.microsoft.com/office/drawing/2014/main" id="{1FCECFF8-9544-CCAA-0AAD-388F95BC3F18}"/>
              </a:ext>
            </a:extLst>
          </p:cNvPr>
          <p:cNvPicPr>
            <a:picLocks noChangeAspect="1"/>
          </p:cNvPicPr>
          <p:nvPr/>
        </p:nvPicPr>
        <p:blipFill>
          <a:blip r:embed="rId4"/>
          <a:stretch>
            <a:fillRect/>
          </a:stretch>
        </p:blipFill>
        <p:spPr>
          <a:xfrm>
            <a:off x="5687524" y="1580104"/>
            <a:ext cx="6028189" cy="449784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873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77FF-2A16-10CF-68D0-D060D759E70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2B6525A-9343-F89F-87C0-124967484F38}"/>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(14)</a:t>
            </a:r>
          </a:p>
        </p:txBody>
      </p:sp>
      <p:pic>
        <p:nvPicPr>
          <p:cNvPr id="3" name="Picture 2">
            <a:extLst>
              <a:ext uri="{FF2B5EF4-FFF2-40B4-BE49-F238E27FC236}">
                <a16:creationId xmlns:a16="http://schemas.microsoft.com/office/drawing/2014/main" id="{5F20B6C4-74D6-9AE8-543F-873936583C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97BF6F51-2AEF-BB3D-81B3-B9127FE54FD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5" name="TextBox 4">
            <a:extLst>
              <a:ext uri="{FF2B5EF4-FFF2-40B4-BE49-F238E27FC236}">
                <a16:creationId xmlns:a16="http://schemas.microsoft.com/office/drawing/2014/main" id="{3D275A4C-0984-FFF6-14EF-205E1D591AD3}"/>
              </a:ext>
            </a:extLst>
          </p:cNvPr>
          <p:cNvSpPr txBox="1"/>
          <p:nvPr/>
        </p:nvSpPr>
        <p:spPr>
          <a:xfrm>
            <a:off x="877924" y="1303097"/>
            <a:ext cx="10966076" cy="820674"/>
          </a:xfrm>
          <a:prstGeom prst="rect">
            <a:avLst/>
          </a:prstGeom>
          <a:noFill/>
        </p:spPr>
        <p:txBody>
          <a:bodyPr wrap="square">
            <a:spAutoFit/>
          </a:bodyPr>
          <a:lstStyle/>
          <a:p>
            <a:pPr lvl="0">
              <a:lnSpc>
                <a:spcPct val="150000"/>
              </a:lnSpc>
              <a:spcBef>
                <a:spcPts val="1200"/>
              </a:spcBef>
              <a:spcAft>
                <a:spcPts val="600"/>
              </a:spcAft>
            </a:pPr>
            <a:r>
              <a:rPr lang="en-AU" sz="3200">
                <a:effectLst/>
                <a:latin typeface="Arial" panose="020B0604020202020204" pitchFamily="34" charset="0"/>
                <a:ea typeface="Calibri" panose="020F0502020204030204" pitchFamily="34" charset="0"/>
              </a:rPr>
              <a:t>Write the </a:t>
            </a:r>
            <a:r>
              <a:rPr lang="en-AU" sz="3200" b="1">
                <a:effectLst/>
                <a:latin typeface="Arial" panose="020B0604020202020204" pitchFamily="34" charset="0"/>
                <a:ea typeface="Calibri" panose="020F0502020204030204" pitchFamily="34" charset="0"/>
              </a:rPr>
              <a:t>missing number </a:t>
            </a:r>
            <a:r>
              <a:rPr lang="en-AU" sz="3200">
                <a:effectLst/>
                <a:latin typeface="Arial" panose="020B0604020202020204" pitchFamily="34" charset="0"/>
                <a:ea typeface="Calibri" panose="020F0502020204030204" pitchFamily="34" charset="0"/>
              </a:rPr>
              <a:t>from each </a:t>
            </a:r>
            <a:r>
              <a:rPr lang="en-AU" sz="3200" b="1">
                <a:effectLst/>
                <a:latin typeface="Arial" panose="020B0604020202020204" pitchFamily="34" charset="0"/>
                <a:ea typeface="Calibri" panose="020F0502020204030204" pitchFamily="34" charset="0"/>
              </a:rPr>
              <a:t>fact family </a:t>
            </a:r>
            <a:r>
              <a:rPr lang="en-AU" sz="3200">
                <a:effectLst/>
                <a:latin typeface="Arial" panose="020B0604020202020204" pitchFamily="34" charset="0"/>
                <a:ea typeface="Calibri" panose="020F0502020204030204" pitchFamily="34" charset="0"/>
              </a:rPr>
              <a:t>triangle</a:t>
            </a:r>
            <a:r>
              <a:rPr lang="en-AU" sz="3600">
                <a:effectLst/>
                <a:latin typeface="Arial" panose="020B0604020202020204" pitchFamily="34" charset="0"/>
                <a:ea typeface="Calibri" panose="020F0502020204030204" pitchFamily="34" charset="0"/>
              </a:rPr>
              <a:t>.</a:t>
            </a:r>
            <a:endParaRPr lang="en-AU" sz="2800">
              <a:effectLst/>
              <a:latin typeface="Arial" panose="020B0604020202020204" pitchFamily="34" charset="0"/>
              <a:ea typeface="Calibri" panose="020F0502020204030204" pitchFamily="34" charset="0"/>
            </a:endParaRPr>
          </a:p>
        </p:txBody>
      </p:sp>
      <p:pic>
        <p:nvPicPr>
          <p:cNvPr id="8" name="Picture 7" descr="3 fact family triangles&#10;1: ?, 5, 15&#10;2: 4, 6, ?&#10;3: 2, ?, 16">
            <a:extLst>
              <a:ext uri="{FF2B5EF4-FFF2-40B4-BE49-F238E27FC236}">
                <a16:creationId xmlns:a16="http://schemas.microsoft.com/office/drawing/2014/main" id="{15642A6D-CD39-EEFA-56B8-0246B1B31879}"/>
              </a:ext>
            </a:extLst>
          </p:cNvPr>
          <p:cNvPicPr>
            <a:picLocks noChangeAspect="1"/>
          </p:cNvPicPr>
          <p:nvPr/>
        </p:nvPicPr>
        <p:blipFill>
          <a:blip r:embed="rId4"/>
          <a:stretch>
            <a:fillRect/>
          </a:stretch>
        </p:blipFill>
        <p:spPr>
          <a:xfrm>
            <a:off x="1730552" y="2521267"/>
            <a:ext cx="8730896" cy="2846735"/>
          </a:xfrm>
          <a:prstGeom prst="rect">
            <a:avLst/>
          </a:prstGeom>
        </p:spPr>
      </p:pic>
    </p:spTree>
    <p:extLst>
      <p:ext uri="{BB962C8B-B14F-4D97-AF65-F5344CB8AC3E}">
        <p14:creationId xmlns:p14="http://schemas.microsoft.com/office/powerpoint/2010/main" val="724378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E3725-9A89-0933-A940-2CE05148EF2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D1946FFF-848E-9812-E601-ED8530B7FCD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(15)</a:t>
            </a:r>
          </a:p>
        </p:txBody>
      </p:sp>
      <p:pic>
        <p:nvPicPr>
          <p:cNvPr id="3" name="Picture 2">
            <a:extLst>
              <a:ext uri="{FF2B5EF4-FFF2-40B4-BE49-F238E27FC236}">
                <a16:creationId xmlns:a16="http://schemas.microsoft.com/office/drawing/2014/main" id="{71518DCE-2BBE-0AC2-F72B-B5E11C24F8A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47CE97E-586E-C333-9F6D-2E7F908C23F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5" name="TextBox 4">
            <a:extLst>
              <a:ext uri="{FF2B5EF4-FFF2-40B4-BE49-F238E27FC236}">
                <a16:creationId xmlns:a16="http://schemas.microsoft.com/office/drawing/2014/main" id="{1DDF75A0-8CB2-27C3-0C49-DC23708E538C}"/>
              </a:ext>
            </a:extLst>
          </p:cNvPr>
          <p:cNvSpPr txBox="1"/>
          <p:nvPr/>
        </p:nvSpPr>
        <p:spPr>
          <a:xfrm>
            <a:off x="737419" y="1477112"/>
            <a:ext cx="11667019" cy="820674"/>
          </a:xfrm>
          <a:prstGeom prst="rect">
            <a:avLst/>
          </a:prstGeom>
          <a:noFill/>
        </p:spPr>
        <p:txBody>
          <a:bodyPr wrap="square">
            <a:spAutoFit/>
          </a:bodyPr>
          <a:lstStyle/>
          <a:p>
            <a:pPr lvl="0">
              <a:lnSpc>
                <a:spcPct val="150000"/>
              </a:lnSpc>
              <a:spcBef>
                <a:spcPts val="1200"/>
              </a:spcBef>
              <a:spcAft>
                <a:spcPts val="600"/>
              </a:spcAft>
            </a:pPr>
            <a:r>
              <a:rPr lang="en-AU" sz="3200">
                <a:latin typeface="Arial" panose="020B0604020202020204" pitchFamily="34" charset="0"/>
                <a:ea typeface="Calibri" panose="020F0502020204030204" pitchFamily="34" charset="0"/>
              </a:rPr>
              <a:t>What</a:t>
            </a:r>
            <a:r>
              <a:rPr lang="en-AU" sz="3200" b="1">
                <a:latin typeface="Arial" panose="020B0604020202020204" pitchFamily="34" charset="0"/>
                <a:ea typeface="Calibri" panose="020F0502020204030204" pitchFamily="34" charset="0"/>
              </a:rPr>
              <a:t> decimal </a:t>
            </a:r>
            <a:r>
              <a:rPr lang="en-AU" sz="3200">
                <a:latin typeface="Arial" panose="020B0604020202020204" pitchFamily="34" charset="0"/>
                <a:ea typeface="Calibri" panose="020F0502020204030204" pitchFamily="34" charset="0"/>
              </a:rPr>
              <a:t>would be </a:t>
            </a:r>
            <a:r>
              <a:rPr lang="en-AU" sz="3200" b="1">
                <a:latin typeface="Arial" panose="020B0604020202020204" pitchFamily="34" charset="0"/>
                <a:ea typeface="Calibri" panose="020F0502020204030204" pitchFamily="34" charset="0"/>
              </a:rPr>
              <a:t>placed </a:t>
            </a:r>
            <a:r>
              <a:rPr lang="en-AU" sz="3200">
                <a:latin typeface="Arial" panose="020B0604020202020204" pitchFamily="34" charset="0"/>
                <a:ea typeface="Calibri" panose="020F0502020204030204" pitchFamily="34" charset="0"/>
              </a:rPr>
              <a:t>here on the </a:t>
            </a:r>
            <a:r>
              <a:rPr lang="en-AU" sz="3200" b="1">
                <a:effectLst/>
                <a:latin typeface="Arial" panose="020B0604020202020204" pitchFamily="34" charset="0"/>
                <a:ea typeface="Calibri" panose="020F0502020204030204" pitchFamily="34" charset="0"/>
              </a:rPr>
              <a:t>number line</a:t>
            </a:r>
            <a:r>
              <a:rPr lang="en-AU" sz="3600" b="1">
                <a:latin typeface="Arial" panose="020B0604020202020204" pitchFamily="34" charset="0"/>
                <a:ea typeface="Calibri" panose="020F0502020204030204" pitchFamily="34" charset="0"/>
              </a:rPr>
              <a:t>?</a:t>
            </a:r>
            <a:endParaRPr lang="en-AU" sz="2800">
              <a:effectLst/>
              <a:latin typeface="Arial" panose="020B0604020202020204" pitchFamily="34" charset="0"/>
              <a:ea typeface="Calibri" panose="020F0502020204030204" pitchFamily="34" charset="0"/>
            </a:endParaRPr>
          </a:p>
        </p:txBody>
      </p:sp>
      <p:grpSp>
        <p:nvGrpSpPr>
          <p:cNvPr id="9" name="Group 8" descr="A number line from 0 to 1 with equally spaced tick marks.&#10;&#10;The interval from 0 to 1 is divided into 10 equal parts.&#10;A rectangle is drawn above the number line from 0 to the seventh tick mark, showing 7 of the 10 equal parts.">
            <a:extLst>
              <a:ext uri="{FF2B5EF4-FFF2-40B4-BE49-F238E27FC236}">
                <a16:creationId xmlns:a16="http://schemas.microsoft.com/office/drawing/2014/main" id="{D680E5F3-FE1B-2098-6DCB-DBBEC5B313B9}"/>
              </a:ext>
            </a:extLst>
          </p:cNvPr>
          <p:cNvGrpSpPr/>
          <p:nvPr/>
        </p:nvGrpSpPr>
        <p:grpSpPr>
          <a:xfrm>
            <a:off x="1949237" y="2869297"/>
            <a:ext cx="8293526" cy="1816193"/>
            <a:chOff x="1949237" y="2869297"/>
            <a:chExt cx="8293526" cy="1816193"/>
          </a:xfrm>
        </p:grpSpPr>
        <p:pic>
          <p:nvPicPr>
            <p:cNvPr id="8" name="Picture 7" descr="A number line with 10 equal intervals 0-1.&#10;A fraction strip indicating 7 tenths is above.">
              <a:extLst>
                <a:ext uri="{FF2B5EF4-FFF2-40B4-BE49-F238E27FC236}">
                  <a16:creationId xmlns:a16="http://schemas.microsoft.com/office/drawing/2014/main" id="{472E05A1-0779-B515-7ACB-ACCC0ECBAE96}"/>
                </a:ext>
              </a:extLst>
            </p:cNvPr>
            <p:cNvPicPr>
              <a:picLocks noChangeAspect="1"/>
            </p:cNvPicPr>
            <p:nvPr/>
          </p:nvPicPr>
          <p:blipFill>
            <a:blip r:embed="rId4"/>
            <a:stretch>
              <a:fillRect/>
            </a:stretch>
          </p:blipFill>
          <p:spPr>
            <a:xfrm>
              <a:off x="1949237" y="2869297"/>
              <a:ext cx="8293526" cy="1816193"/>
            </a:xfrm>
            <a:prstGeom prst="rect">
              <a:avLst/>
            </a:prstGeom>
            <a:ln>
              <a:noFill/>
            </a:ln>
            <a:effectLst>
              <a:outerShdw blurRad="292100" dist="139700" dir="2700000" algn="tl" rotWithShape="0">
                <a:srgbClr val="333333">
                  <a:alpha val="65000"/>
                </a:srgbClr>
              </a:outerShdw>
            </a:effectLst>
          </p:spPr>
        </p:pic>
        <p:sp>
          <p:nvSpPr>
            <p:cNvPr id="7" name="Arrow: Up 6" descr="arrow pointing at 0.7 on the number line">
              <a:extLst>
                <a:ext uri="{FF2B5EF4-FFF2-40B4-BE49-F238E27FC236}">
                  <a16:creationId xmlns:a16="http://schemas.microsoft.com/office/drawing/2014/main" id="{D7F54873-94C8-D4B7-F746-14D95270DCFC}"/>
                </a:ext>
              </a:extLst>
            </p:cNvPr>
            <p:cNvSpPr/>
            <p:nvPr/>
          </p:nvSpPr>
          <p:spPr>
            <a:xfrm>
              <a:off x="7175090" y="4017726"/>
              <a:ext cx="368710" cy="575187"/>
            </a:xfrm>
            <a:prstGeom prst="up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4" name="TextBox 3">
            <a:extLst>
              <a:ext uri="{FF2B5EF4-FFF2-40B4-BE49-F238E27FC236}">
                <a16:creationId xmlns:a16="http://schemas.microsoft.com/office/drawing/2014/main" id="{82974F57-4AB2-A395-79CB-A5ACE6C19416}"/>
              </a:ext>
            </a:extLst>
          </p:cNvPr>
          <p:cNvSpPr txBox="1"/>
          <p:nvPr/>
        </p:nvSpPr>
        <p:spPr>
          <a:xfrm>
            <a:off x="2890684" y="5257001"/>
            <a:ext cx="5855109" cy="820674"/>
          </a:xfrm>
          <a:prstGeom prst="rect">
            <a:avLst/>
          </a:prstGeom>
          <a:noFill/>
        </p:spPr>
        <p:txBody>
          <a:bodyPr wrap="square">
            <a:spAutoFit/>
          </a:bodyPr>
          <a:lstStyle/>
          <a:p>
            <a:pPr lvl="0">
              <a:lnSpc>
                <a:spcPct val="150000"/>
              </a:lnSpc>
              <a:spcBef>
                <a:spcPts val="1200"/>
              </a:spcBef>
              <a:spcAft>
                <a:spcPts val="600"/>
              </a:spcAft>
            </a:pPr>
            <a:r>
              <a:rPr lang="en-AU" sz="3200" b="1">
                <a:latin typeface="Arial" panose="020B0604020202020204" pitchFamily="34" charset="0"/>
                <a:ea typeface="Calibri" panose="020F0502020204030204" pitchFamily="34" charset="0"/>
              </a:rPr>
              <a:t>Communicate</a:t>
            </a:r>
            <a:r>
              <a:rPr lang="en-AU" sz="3200">
                <a:latin typeface="Arial" panose="020B0604020202020204" pitchFamily="34" charset="0"/>
                <a:ea typeface="Calibri" panose="020F0502020204030204" pitchFamily="34" charset="0"/>
              </a:rPr>
              <a:t> your </a:t>
            </a:r>
            <a:r>
              <a:rPr lang="en-AU" sz="3200" b="1">
                <a:latin typeface="Arial" panose="020B0604020202020204" pitchFamily="34" charset="0"/>
                <a:ea typeface="Calibri" panose="020F0502020204030204" pitchFamily="34" charset="0"/>
              </a:rPr>
              <a:t>thinking</a:t>
            </a:r>
            <a:r>
              <a:rPr lang="en-AU" sz="3600" b="1">
                <a:latin typeface="Arial" panose="020B0604020202020204" pitchFamily="34" charset="0"/>
                <a:ea typeface="Calibri" panose="020F0502020204030204" pitchFamily="34" charset="0"/>
              </a:rPr>
              <a:t>?</a:t>
            </a:r>
            <a:endParaRPr lang="en-AU" sz="280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194185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394F1-D43D-A45D-3AB1-8D1AEF2162E0}"/>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49D0780-0279-B8AE-5921-49907D85CF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(16)</a:t>
            </a:r>
          </a:p>
        </p:txBody>
      </p:sp>
      <p:pic>
        <p:nvPicPr>
          <p:cNvPr id="3" name="Picture 2" descr="image of a clipboard with a pencil recording short answer responses">
            <a:extLst>
              <a:ext uri="{FF2B5EF4-FFF2-40B4-BE49-F238E27FC236}">
                <a16:creationId xmlns:a16="http://schemas.microsoft.com/office/drawing/2014/main" id="{602A5C36-777A-4A3B-4BB2-D0CC6ABD6738}"/>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47FF89B-D856-D739-4F5E-3F6B3FB63C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32</a:t>
            </a:fld>
            <a:endParaRPr lang="en-AU"/>
          </a:p>
        </p:txBody>
      </p:sp>
      <p:sp>
        <p:nvSpPr>
          <p:cNvPr id="5" name="TextBox 4">
            <a:extLst>
              <a:ext uri="{FF2B5EF4-FFF2-40B4-BE49-F238E27FC236}">
                <a16:creationId xmlns:a16="http://schemas.microsoft.com/office/drawing/2014/main" id="{310E8885-4A1B-E4C2-CABC-6181E0A88BC5}"/>
              </a:ext>
            </a:extLst>
          </p:cNvPr>
          <p:cNvSpPr txBox="1"/>
          <p:nvPr/>
        </p:nvSpPr>
        <p:spPr>
          <a:xfrm>
            <a:off x="2079549" y="905601"/>
            <a:ext cx="8032902" cy="982513"/>
          </a:xfrm>
          <a:prstGeom prst="rect">
            <a:avLst/>
          </a:prstGeom>
          <a:noFill/>
        </p:spPr>
        <p:txBody>
          <a:bodyPr wrap="square">
            <a:spAutoFit/>
          </a:bodyPr>
          <a:lstStyle/>
          <a:p>
            <a:pPr lvl="0">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rPr>
              <a:t>Name</a:t>
            </a:r>
            <a:r>
              <a:rPr lang="en-AU" sz="4400">
                <a:effectLst/>
                <a:latin typeface="Arial" panose="020B0604020202020204" pitchFamily="34" charset="0"/>
                <a:ea typeface="Calibri" panose="020F0502020204030204" pitchFamily="34" charset="0"/>
              </a:rPr>
              <a:t> these </a:t>
            </a:r>
            <a:r>
              <a:rPr lang="en-AU" sz="4400" b="1">
                <a:effectLst/>
                <a:latin typeface="Arial" panose="020B0604020202020204" pitchFamily="34" charset="0"/>
                <a:ea typeface="Calibri" panose="020F0502020204030204" pitchFamily="34" charset="0"/>
              </a:rPr>
              <a:t>parts</a:t>
            </a:r>
            <a:r>
              <a:rPr lang="en-AU" sz="4400">
                <a:effectLst/>
                <a:latin typeface="Arial" panose="020B0604020202020204" pitchFamily="34" charset="0"/>
                <a:ea typeface="Calibri" panose="020F0502020204030204" pitchFamily="34" charset="0"/>
              </a:rPr>
              <a:t> of an </a:t>
            </a:r>
            <a:r>
              <a:rPr lang="en-AU" sz="4400" b="1">
                <a:effectLst/>
                <a:latin typeface="Arial" panose="020B0604020202020204" pitchFamily="34" charset="0"/>
                <a:ea typeface="Calibri" panose="020F0502020204030204" pitchFamily="34" charset="0"/>
              </a:rPr>
              <a:t>angle</a:t>
            </a:r>
            <a:r>
              <a:rPr lang="en-AU" sz="4400">
                <a:effectLst/>
                <a:latin typeface="Arial" panose="020B0604020202020204" pitchFamily="34" charset="0"/>
                <a:ea typeface="Calibri" panose="020F0502020204030204" pitchFamily="34" charset="0"/>
              </a:rPr>
              <a:t>.</a:t>
            </a:r>
          </a:p>
        </p:txBody>
      </p:sp>
      <p:pic>
        <p:nvPicPr>
          <p:cNvPr id="8" name="Picture 7" descr="An angle with arrows poining to the arm and the vertex.">
            <a:extLst>
              <a:ext uri="{FF2B5EF4-FFF2-40B4-BE49-F238E27FC236}">
                <a16:creationId xmlns:a16="http://schemas.microsoft.com/office/drawing/2014/main" id="{295ACA11-B15F-BADC-1D17-959C7484E96A}"/>
              </a:ext>
            </a:extLst>
          </p:cNvPr>
          <p:cNvPicPr>
            <a:picLocks noChangeAspect="1"/>
          </p:cNvPicPr>
          <p:nvPr/>
        </p:nvPicPr>
        <p:blipFill>
          <a:blip r:embed="rId4"/>
          <a:stretch>
            <a:fillRect/>
          </a:stretch>
        </p:blipFill>
        <p:spPr>
          <a:xfrm>
            <a:off x="3056246" y="2114085"/>
            <a:ext cx="5280930" cy="4491915"/>
          </a:xfrm>
          <a:prstGeom prst="rect">
            <a:avLst/>
          </a:prstGeom>
        </p:spPr>
      </p:pic>
    </p:spTree>
    <p:extLst>
      <p:ext uri="{BB962C8B-B14F-4D97-AF65-F5344CB8AC3E}">
        <p14:creationId xmlns:p14="http://schemas.microsoft.com/office/powerpoint/2010/main" val="270899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BD60A-E779-22FD-4578-BEB4E67B734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E50385-A185-E6F9-B9FE-E9FBF4957437}"/>
              </a:ext>
            </a:extLst>
          </p:cNvPr>
          <p:cNvSpPr>
            <a:spLocks noGrp="1"/>
          </p:cNvSpPr>
          <p:nvPr>
            <p:ph type="title"/>
          </p:nvPr>
        </p:nvSpPr>
        <p:spPr>
          <a:xfrm>
            <a:off x="360000" y="360000"/>
            <a:ext cx="10367268" cy="545601"/>
          </a:xfrm>
        </p:spPr>
        <p:txBody>
          <a:bodyPr/>
          <a:lstStyle/>
          <a:p>
            <a:r>
              <a:rPr lang="en-AU"/>
              <a:t>Activity 4 – equivalent fractions on a number line</a:t>
            </a:r>
          </a:p>
        </p:txBody>
      </p:sp>
      <p:pic>
        <p:nvPicPr>
          <p:cNvPr id="4" name="Picture 3">
            <a:extLst>
              <a:ext uri="{FF2B5EF4-FFF2-40B4-BE49-F238E27FC236}">
                <a16:creationId xmlns:a16="http://schemas.microsoft.com/office/drawing/2014/main" id="{A43A6869-C067-0F7B-A324-667A71E83728}"/>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5B1015B8-4B7B-5E27-FE5A-8B7B8AE6D31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33</a:t>
            </a:fld>
            <a:endParaRPr lang="en-AU"/>
          </a:p>
        </p:txBody>
      </p:sp>
      <p:grpSp>
        <p:nvGrpSpPr>
          <p:cNvPr id="40" name="Group 39" descr="Tower with 4 purple cubes, 2 yellow cubes and 2 green cubes.&#10;">
            <a:extLst>
              <a:ext uri="{FF2B5EF4-FFF2-40B4-BE49-F238E27FC236}">
                <a16:creationId xmlns:a16="http://schemas.microsoft.com/office/drawing/2014/main" id="{BBF072BD-ECAB-4F35-4AA3-BF93FA0558DD}"/>
              </a:ext>
            </a:extLst>
          </p:cNvPr>
          <p:cNvGrpSpPr/>
          <p:nvPr/>
        </p:nvGrpSpPr>
        <p:grpSpPr>
          <a:xfrm>
            <a:off x="2109610" y="1538665"/>
            <a:ext cx="744278" cy="4869857"/>
            <a:chOff x="0" y="0"/>
            <a:chExt cx="992371" cy="6493143"/>
          </a:xfrm>
        </p:grpSpPr>
        <p:sp>
          <p:nvSpPr>
            <p:cNvPr id="62" name="Freeform 40">
              <a:extLst>
                <a:ext uri="{FF2B5EF4-FFF2-40B4-BE49-F238E27FC236}">
                  <a16:creationId xmlns:a16="http://schemas.microsoft.com/office/drawing/2014/main" id="{EFEBA260-5380-0FDA-45D1-9CB737F08B3B}"/>
                </a:ext>
              </a:extLst>
            </p:cNvPr>
            <p:cNvSpPr/>
            <p:nvPr/>
          </p:nvSpPr>
          <p:spPr>
            <a:xfrm>
              <a:off x="0" y="5449541"/>
              <a:ext cx="992371" cy="1043602"/>
            </a:xfrm>
            <a:custGeom>
              <a:avLst/>
              <a:gdLst/>
              <a:ahLst/>
              <a:cxnLst/>
              <a:rect l="l" t="t" r="r" b="b"/>
              <a:pathLst>
                <a:path w="992371" h="1043602">
                  <a:moveTo>
                    <a:pt x="0" y="0"/>
                  </a:moveTo>
                  <a:lnTo>
                    <a:pt x="992371" y="0"/>
                  </a:lnTo>
                  <a:lnTo>
                    <a:pt x="992371" y="1043602"/>
                  </a:lnTo>
                  <a:lnTo>
                    <a:pt x="0" y="104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itchFamily="2" charset="0"/>
              </a:endParaRPr>
            </a:p>
          </p:txBody>
        </p:sp>
        <p:sp>
          <p:nvSpPr>
            <p:cNvPr id="63" name="Freeform 41">
              <a:extLst>
                <a:ext uri="{FF2B5EF4-FFF2-40B4-BE49-F238E27FC236}">
                  <a16:creationId xmlns:a16="http://schemas.microsoft.com/office/drawing/2014/main" id="{8956052C-EE8A-F405-C90E-B178A48B5F5C}"/>
                </a:ext>
              </a:extLst>
            </p:cNvPr>
            <p:cNvSpPr/>
            <p:nvPr/>
          </p:nvSpPr>
          <p:spPr>
            <a:xfrm>
              <a:off x="0" y="4659491"/>
              <a:ext cx="992371" cy="1043602"/>
            </a:xfrm>
            <a:custGeom>
              <a:avLst/>
              <a:gdLst/>
              <a:ahLst/>
              <a:cxnLst/>
              <a:rect l="l" t="t" r="r" b="b"/>
              <a:pathLst>
                <a:path w="992371" h="1043602">
                  <a:moveTo>
                    <a:pt x="0" y="0"/>
                  </a:moveTo>
                  <a:lnTo>
                    <a:pt x="992371" y="0"/>
                  </a:lnTo>
                  <a:lnTo>
                    <a:pt x="992371" y="1043602"/>
                  </a:lnTo>
                  <a:lnTo>
                    <a:pt x="0" y="104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itchFamily="2" charset="0"/>
              </a:endParaRPr>
            </a:p>
          </p:txBody>
        </p:sp>
        <p:sp>
          <p:nvSpPr>
            <p:cNvPr id="64" name="Freeform 42">
              <a:extLst>
                <a:ext uri="{FF2B5EF4-FFF2-40B4-BE49-F238E27FC236}">
                  <a16:creationId xmlns:a16="http://schemas.microsoft.com/office/drawing/2014/main" id="{C3B56761-1235-5374-4DCD-434CCC16AA00}"/>
                </a:ext>
              </a:extLst>
            </p:cNvPr>
            <p:cNvSpPr/>
            <p:nvPr/>
          </p:nvSpPr>
          <p:spPr>
            <a:xfrm>
              <a:off x="0" y="3869440"/>
              <a:ext cx="992371" cy="1043602"/>
            </a:xfrm>
            <a:custGeom>
              <a:avLst/>
              <a:gdLst/>
              <a:ahLst/>
              <a:cxnLst/>
              <a:rect l="l" t="t" r="r" b="b"/>
              <a:pathLst>
                <a:path w="992371" h="1043602">
                  <a:moveTo>
                    <a:pt x="0" y="0"/>
                  </a:moveTo>
                  <a:lnTo>
                    <a:pt x="992371" y="0"/>
                  </a:lnTo>
                  <a:lnTo>
                    <a:pt x="992371" y="1043602"/>
                  </a:lnTo>
                  <a:lnTo>
                    <a:pt x="0" y="104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itchFamily="2" charset="0"/>
              </a:endParaRPr>
            </a:p>
          </p:txBody>
        </p:sp>
        <p:sp>
          <p:nvSpPr>
            <p:cNvPr id="65" name="Freeform 43">
              <a:extLst>
                <a:ext uri="{FF2B5EF4-FFF2-40B4-BE49-F238E27FC236}">
                  <a16:creationId xmlns:a16="http://schemas.microsoft.com/office/drawing/2014/main" id="{AF088B9B-E033-7805-5651-DC5E3ED69D8D}"/>
                </a:ext>
              </a:extLst>
            </p:cNvPr>
            <p:cNvSpPr/>
            <p:nvPr/>
          </p:nvSpPr>
          <p:spPr>
            <a:xfrm>
              <a:off x="0" y="3079390"/>
              <a:ext cx="992371" cy="1043602"/>
            </a:xfrm>
            <a:custGeom>
              <a:avLst/>
              <a:gdLst/>
              <a:ahLst/>
              <a:cxnLst/>
              <a:rect l="l" t="t" r="r" b="b"/>
              <a:pathLst>
                <a:path w="992371" h="1043602">
                  <a:moveTo>
                    <a:pt x="0" y="0"/>
                  </a:moveTo>
                  <a:lnTo>
                    <a:pt x="992371" y="0"/>
                  </a:lnTo>
                  <a:lnTo>
                    <a:pt x="992371" y="1043602"/>
                  </a:lnTo>
                  <a:lnTo>
                    <a:pt x="0" y="104360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AU">
                <a:latin typeface="Edu NSW ACT Foundation" pitchFamily="2" charset="0"/>
              </a:endParaRPr>
            </a:p>
          </p:txBody>
        </p:sp>
        <p:sp>
          <p:nvSpPr>
            <p:cNvPr id="66" name="Freeform 44">
              <a:extLst>
                <a:ext uri="{FF2B5EF4-FFF2-40B4-BE49-F238E27FC236}">
                  <a16:creationId xmlns:a16="http://schemas.microsoft.com/office/drawing/2014/main" id="{18679A55-657F-585B-FD6A-31FD3CCA564B}"/>
                </a:ext>
              </a:extLst>
            </p:cNvPr>
            <p:cNvSpPr/>
            <p:nvPr/>
          </p:nvSpPr>
          <p:spPr>
            <a:xfrm>
              <a:off x="0" y="2281417"/>
              <a:ext cx="992371" cy="1043602"/>
            </a:xfrm>
            <a:custGeom>
              <a:avLst/>
              <a:gdLst/>
              <a:ahLst/>
              <a:cxnLst/>
              <a:rect l="l" t="t" r="r" b="b"/>
              <a:pathLst>
                <a:path w="992371" h="1043602">
                  <a:moveTo>
                    <a:pt x="0" y="0"/>
                  </a:moveTo>
                  <a:lnTo>
                    <a:pt x="992371" y="0"/>
                  </a:lnTo>
                  <a:lnTo>
                    <a:pt x="992371" y="1043602"/>
                  </a:lnTo>
                  <a:lnTo>
                    <a:pt x="0" y="10436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latin typeface="Edu NSW ACT Foundation" pitchFamily="2" charset="0"/>
              </a:endParaRPr>
            </a:p>
          </p:txBody>
        </p:sp>
        <p:sp>
          <p:nvSpPr>
            <p:cNvPr id="67" name="Freeform 45">
              <a:extLst>
                <a:ext uri="{FF2B5EF4-FFF2-40B4-BE49-F238E27FC236}">
                  <a16:creationId xmlns:a16="http://schemas.microsoft.com/office/drawing/2014/main" id="{04BA72D0-CF54-97B4-D0E1-BA3A1435823E}"/>
                </a:ext>
              </a:extLst>
            </p:cNvPr>
            <p:cNvSpPr/>
            <p:nvPr/>
          </p:nvSpPr>
          <p:spPr>
            <a:xfrm>
              <a:off x="0" y="1504308"/>
              <a:ext cx="992371" cy="1043602"/>
            </a:xfrm>
            <a:custGeom>
              <a:avLst/>
              <a:gdLst/>
              <a:ahLst/>
              <a:cxnLst/>
              <a:rect l="l" t="t" r="r" b="b"/>
              <a:pathLst>
                <a:path w="992371" h="1043602">
                  <a:moveTo>
                    <a:pt x="0" y="0"/>
                  </a:moveTo>
                  <a:lnTo>
                    <a:pt x="992371" y="0"/>
                  </a:lnTo>
                  <a:lnTo>
                    <a:pt x="992371" y="1043602"/>
                  </a:lnTo>
                  <a:lnTo>
                    <a:pt x="0" y="104360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AU">
                <a:latin typeface="Edu NSW ACT Foundation" pitchFamily="2" charset="0"/>
              </a:endParaRPr>
            </a:p>
          </p:txBody>
        </p:sp>
        <p:sp>
          <p:nvSpPr>
            <p:cNvPr id="68" name="Freeform 46">
              <a:extLst>
                <a:ext uri="{FF2B5EF4-FFF2-40B4-BE49-F238E27FC236}">
                  <a16:creationId xmlns:a16="http://schemas.microsoft.com/office/drawing/2014/main" id="{16DBB90D-3E98-DC46-A5AF-4A2CE85CC894}"/>
                </a:ext>
              </a:extLst>
            </p:cNvPr>
            <p:cNvSpPr/>
            <p:nvPr/>
          </p:nvSpPr>
          <p:spPr>
            <a:xfrm>
              <a:off x="0" y="742091"/>
              <a:ext cx="992371" cy="1043602"/>
            </a:xfrm>
            <a:custGeom>
              <a:avLst/>
              <a:gdLst/>
              <a:ahLst/>
              <a:cxnLst/>
              <a:rect l="l" t="t" r="r" b="b"/>
              <a:pathLst>
                <a:path w="992371" h="1043602">
                  <a:moveTo>
                    <a:pt x="0" y="0"/>
                  </a:moveTo>
                  <a:lnTo>
                    <a:pt x="992371" y="0"/>
                  </a:lnTo>
                  <a:lnTo>
                    <a:pt x="992371" y="1043602"/>
                  </a:lnTo>
                  <a:lnTo>
                    <a:pt x="0" y="10436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latin typeface="Edu NSW ACT Foundation" pitchFamily="2" charset="0"/>
              </a:endParaRPr>
            </a:p>
          </p:txBody>
        </p:sp>
        <p:sp>
          <p:nvSpPr>
            <p:cNvPr id="69" name="Freeform 47">
              <a:extLst>
                <a:ext uri="{FF2B5EF4-FFF2-40B4-BE49-F238E27FC236}">
                  <a16:creationId xmlns:a16="http://schemas.microsoft.com/office/drawing/2014/main" id="{FAA59F4D-585C-6047-1EFA-D31688546C2E}"/>
                </a:ext>
              </a:extLst>
            </p:cNvPr>
            <p:cNvSpPr/>
            <p:nvPr/>
          </p:nvSpPr>
          <p:spPr>
            <a:xfrm>
              <a:off x="0" y="0"/>
              <a:ext cx="992371" cy="1043602"/>
            </a:xfrm>
            <a:custGeom>
              <a:avLst/>
              <a:gdLst/>
              <a:ahLst/>
              <a:cxnLst/>
              <a:rect l="l" t="t" r="r" b="b"/>
              <a:pathLst>
                <a:path w="992371" h="1043602">
                  <a:moveTo>
                    <a:pt x="0" y="0"/>
                  </a:moveTo>
                  <a:lnTo>
                    <a:pt x="992371" y="0"/>
                  </a:lnTo>
                  <a:lnTo>
                    <a:pt x="992371" y="1043602"/>
                  </a:lnTo>
                  <a:lnTo>
                    <a:pt x="0" y="104360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AU">
                <a:latin typeface="Edu NSW ACT Foundation" pitchFamily="2" charset="0"/>
              </a:endParaRPr>
            </a:p>
          </p:txBody>
        </p:sp>
      </p:grpSp>
      <p:grpSp>
        <p:nvGrpSpPr>
          <p:cNvPr id="75" name="Group 74" descr="2 Number lines marked with eighths and quarters.">
            <a:extLst>
              <a:ext uri="{FF2B5EF4-FFF2-40B4-BE49-F238E27FC236}">
                <a16:creationId xmlns:a16="http://schemas.microsoft.com/office/drawing/2014/main" id="{BE7AEC43-F778-0A2F-0BDA-C2BC87B2AB64}"/>
              </a:ext>
            </a:extLst>
          </p:cNvPr>
          <p:cNvGrpSpPr/>
          <p:nvPr/>
        </p:nvGrpSpPr>
        <p:grpSpPr>
          <a:xfrm>
            <a:off x="4021311" y="2486583"/>
            <a:ext cx="6414169" cy="3606872"/>
            <a:chOff x="4048205" y="2999128"/>
            <a:chExt cx="6414169" cy="3606872"/>
          </a:xfrm>
        </p:grpSpPr>
        <p:sp>
          <p:nvSpPr>
            <p:cNvPr id="7" name="TextBox 2">
              <a:extLst>
                <a:ext uri="{FF2B5EF4-FFF2-40B4-BE49-F238E27FC236}">
                  <a16:creationId xmlns:a16="http://schemas.microsoft.com/office/drawing/2014/main" id="{DA272913-8513-324F-BE73-02EDE49D7DD5}"/>
                </a:ext>
              </a:extLst>
            </p:cNvPr>
            <p:cNvSpPr txBox="1"/>
            <p:nvPr/>
          </p:nvSpPr>
          <p:spPr>
            <a:xfrm>
              <a:off x="6424175" y="3315233"/>
              <a:ext cx="11311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3</a:t>
              </a:r>
            </a:p>
          </p:txBody>
        </p:sp>
        <p:sp>
          <p:nvSpPr>
            <p:cNvPr id="8" name="AutoShape 3">
              <a:extLst>
                <a:ext uri="{FF2B5EF4-FFF2-40B4-BE49-F238E27FC236}">
                  <a16:creationId xmlns:a16="http://schemas.microsoft.com/office/drawing/2014/main" id="{768FF32C-7E8B-06F9-BDF1-73B8CE143800}"/>
                </a:ext>
              </a:extLst>
            </p:cNvPr>
            <p:cNvSpPr/>
            <p:nvPr/>
          </p:nvSpPr>
          <p:spPr>
            <a:xfrm>
              <a:off x="6374974" y="3630049"/>
              <a:ext cx="18074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9" name="TextBox 4">
              <a:extLst>
                <a:ext uri="{FF2B5EF4-FFF2-40B4-BE49-F238E27FC236}">
                  <a16:creationId xmlns:a16="http://schemas.microsoft.com/office/drawing/2014/main" id="{C3D38D79-DC89-452B-3A64-CDA20622485D}"/>
                </a:ext>
              </a:extLst>
            </p:cNvPr>
            <p:cNvSpPr txBox="1"/>
            <p:nvPr/>
          </p:nvSpPr>
          <p:spPr>
            <a:xfrm>
              <a:off x="4950635" y="3305071"/>
              <a:ext cx="46329"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1</a:t>
              </a:r>
            </a:p>
          </p:txBody>
        </p:sp>
        <p:sp>
          <p:nvSpPr>
            <p:cNvPr id="10" name="AutoShape 5">
              <a:extLst>
                <a:ext uri="{FF2B5EF4-FFF2-40B4-BE49-F238E27FC236}">
                  <a16:creationId xmlns:a16="http://schemas.microsoft.com/office/drawing/2014/main" id="{4F9B8F45-0F63-E362-D561-C1BF6E07E819}"/>
                </a:ext>
              </a:extLst>
            </p:cNvPr>
            <p:cNvSpPr/>
            <p:nvPr/>
          </p:nvSpPr>
          <p:spPr>
            <a:xfrm>
              <a:off x="4868043" y="3619887"/>
              <a:ext cx="18074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1" name="TextBox 6">
              <a:extLst>
                <a:ext uri="{FF2B5EF4-FFF2-40B4-BE49-F238E27FC236}">
                  <a16:creationId xmlns:a16="http://schemas.microsoft.com/office/drawing/2014/main" id="{FAFCCF68-0B22-F188-73EB-2E581065AFFC}"/>
                </a:ext>
              </a:extLst>
            </p:cNvPr>
            <p:cNvSpPr txBox="1"/>
            <p:nvPr/>
          </p:nvSpPr>
          <p:spPr>
            <a:xfrm>
              <a:off x="7963529" y="3320314"/>
              <a:ext cx="119583"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5</a:t>
              </a:r>
            </a:p>
          </p:txBody>
        </p:sp>
        <p:sp>
          <p:nvSpPr>
            <p:cNvPr id="12" name="AutoShape 7">
              <a:extLst>
                <a:ext uri="{FF2B5EF4-FFF2-40B4-BE49-F238E27FC236}">
                  <a16:creationId xmlns:a16="http://schemas.microsoft.com/office/drawing/2014/main" id="{4E2A63E8-71DC-209D-9406-B068AF29EC5D}"/>
                </a:ext>
              </a:extLst>
            </p:cNvPr>
            <p:cNvSpPr/>
            <p:nvPr/>
          </p:nvSpPr>
          <p:spPr>
            <a:xfrm>
              <a:off x="7917563" y="3635130"/>
              <a:ext cx="18074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3" name="TextBox 8">
              <a:extLst>
                <a:ext uri="{FF2B5EF4-FFF2-40B4-BE49-F238E27FC236}">
                  <a16:creationId xmlns:a16="http://schemas.microsoft.com/office/drawing/2014/main" id="{116D56FF-3271-D3B9-4F51-53427FEAD8A5}"/>
                </a:ext>
              </a:extLst>
            </p:cNvPr>
            <p:cNvSpPr txBox="1"/>
            <p:nvPr/>
          </p:nvSpPr>
          <p:spPr>
            <a:xfrm>
              <a:off x="7190224" y="3320314"/>
              <a:ext cx="12360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4</a:t>
              </a:r>
            </a:p>
          </p:txBody>
        </p:sp>
        <p:sp>
          <p:nvSpPr>
            <p:cNvPr id="14" name="AutoShape 9">
              <a:extLst>
                <a:ext uri="{FF2B5EF4-FFF2-40B4-BE49-F238E27FC236}">
                  <a16:creationId xmlns:a16="http://schemas.microsoft.com/office/drawing/2014/main" id="{7DDCDB99-6C22-8F60-CEF8-FFC00DA9CDFC}"/>
                </a:ext>
              </a:extLst>
            </p:cNvPr>
            <p:cNvSpPr/>
            <p:nvPr/>
          </p:nvSpPr>
          <p:spPr>
            <a:xfrm>
              <a:off x="7146269" y="3635130"/>
              <a:ext cx="18074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5" name="TextBox 10">
              <a:extLst>
                <a:ext uri="{FF2B5EF4-FFF2-40B4-BE49-F238E27FC236}">
                  <a16:creationId xmlns:a16="http://schemas.microsoft.com/office/drawing/2014/main" id="{E09E4701-5B3D-88CA-78FF-A529BEB82BAE}"/>
                </a:ext>
              </a:extLst>
            </p:cNvPr>
            <p:cNvSpPr txBox="1"/>
            <p:nvPr/>
          </p:nvSpPr>
          <p:spPr>
            <a:xfrm>
              <a:off x="5668349" y="3310152"/>
              <a:ext cx="101226"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2</a:t>
              </a:r>
            </a:p>
          </p:txBody>
        </p:sp>
        <p:sp>
          <p:nvSpPr>
            <p:cNvPr id="16" name="AutoShape 11">
              <a:extLst>
                <a:ext uri="{FF2B5EF4-FFF2-40B4-BE49-F238E27FC236}">
                  <a16:creationId xmlns:a16="http://schemas.microsoft.com/office/drawing/2014/main" id="{B011DBE6-7910-A201-69D6-C950AD82103D}"/>
                </a:ext>
              </a:extLst>
            </p:cNvPr>
            <p:cNvSpPr/>
            <p:nvPr/>
          </p:nvSpPr>
          <p:spPr>
            <a:xfrm>
              <a:off x="5613205" y="3624968"/>
              <a:ext cx="18074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7" name="TextBox 12">
              <a:extLst>
                <a:ext uri="{FF2B5EF4-FFF2-40B4-BE49-F238E27FC236}">
                  <a16:creationId xmlns:a16="http://schemas.microsoft.com/office/drawing/2014/main" id="{58C676EF-7F81-5DB0-4A95-15663BA8117E}"/>
                </a:ext>
              </a:extLst>
            </p:cNvPr>
            <p:cNvSpPr txBox="1"/>
            <p:nvPr/>
          </p:nvSpPr>
          <p:spPr>
            <a:xfrm>
              <a:off x="8727586" y="3310152"/>
              <a:ext cx="113813"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6</a:t>
              </a:r>
            </a:p>
          </p:txBody>
        </p:sp>
        <p:sp>
          <p:nvSpPr>
            <p:cNvPr id="18" name="AutoShape 13">
              <a:extLst>
                <a:ext uri="{FF2B5EF4-FFF2-40B4-BE49-F238E27FC236}">
                  <a16:creationId xmlns:a16="http://schemas.microsoft.com/office/drawing/2014/main" id="{83BE41F4-7211-A32E-04CA-CB7087BC4DB4}"/>
                </a:ext>
              </a:extLst>
            </p:cNvPr>
            <p:cNvSpPr/>
            <p:nvPr/>
          </p:nvSpPr>
          <p:spPr>
            <a:xfrm>
              <a:off x="8678736" y="3624968"/>
              <a:ext cx="18074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9" name="TextBox 14">
              <a:extLst>
                <a:ext uri="{FF2B5EF4-FFF2-40B4-BE49-F238E27FC236}">
                  <a16:creationId xmlns:a16="http://schemas.microsoft.com/office/drawing/2014/main" id="{4E76F747-0AD9-21E3-B68B-79C6BAF37A3A}"/>
                </a:ext>
              </a:extLst>
            </p:cNvPr>
            <p:cNvSpPr txBox="1"/>
            <p:nvPr/>
          </p:nvSpPr>
          <p:spPr>
            <a:xfrm>
              <a:off x="9454087" y="3310152"/>
              <a:ext cx="107170"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7</a:t>
              </a:r>
            </a:p>
          </p:txBody>
        </p:sp>
        <p:sp>
          <p:nvSpPr>
            <p:cNvPr id="20" name="AutoShape 15">
              <a:extLst>
                <a:ext uri="{FF2B5EF4-FFF2-40B4-BE49-F238E27FC236}">
                  <a16:creationId xmlns:a16="http://schemas.microsoft.com/office/drawing/2014/main" id="{58C64CAC-6A82-7B1F-47A9-D24383AE7BF2}"/>
                </a:ext>
              </a:extLst>
            </p:cNvPr>
            <p:cNvSpPr/>
            <p:nvPr/>
          </p:nvSpPr>
          <p:spPr>
            <a:xfrm>
              <a:off x="9401914" y="3624968"/>
              <a:ext cx="18074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1" name="AutoShape 16">
              <a:extLst>
                <a:ext uri="{FF2B5EF4-FFF2-40B4-BE49-F238E27FC236}">
                  <a16:creationId xmlns:a16="http://schemas.microsoft.com/office/drawing/2014/main" id="{B4103DB0-CA47-E92A-3ED4-CB193B422774}"/>
                </a:ext>
              </a:extLst>
            </p:cNvPr>
            <p:cNvSpPr/>
            <p:nvPr/>
          </p:nvSpPr>
          <p:spPr>
            <a:xfrm>
              <a:off x="4221123" y="3125698"/>
              <a:ext cx="6051280" cy="0"/>
            </a:xfrm>
            <a:prstGeom prst="line">
              <a:avLst/>
            </a:prstGeom>
            <a:ln w="47625"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2" name="AutoShape 17">
              <a:extLst>
                <a:ext uri="{FF2B5EF4-FFF2-40B4-BE49-F238E27FC236}">
                  <a16:creationId xmlns:a16="http://schemas.microsoft.com/office/drawing/2014/main" id="{98A39607-31D8-9366-12C3-FBE07576B9AB}"/>
                </a:ext>
              </a:extLst>
            </p:cNvPr>
            <p:cNvSpPr/>
            <p:nvPr/>
          </p:nvSpPr>
          <p:spPr>
            <a:xfrm>
              <a:off x="7246763" y="2999128"/>
              <a:ext cx="0" cy="253141"/>
            </a:xfrm>
            <a:prstGeom prst="line">
              <a:avLst/>
            </a:prstGeom>
            <a:ln w="47625"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3" name="AutoShape 18">
              <a:extLst>
                <a:ext uri="{FF2B5EF4-FFF2-40B4-BE49-F238E27FC236}">
                  <a16:creationId xmlns:a16="http://schemas.microsoft.com/office/drawing/2014/main" id="{8FBE76D5-7424-2E58-A9D8-0E2591D2363F}"/>
                </a:ext>
              </a:extLst>
            </p:cNvPr>
            <p:cNvSpPr/>
            <p:nvPr/>
          </p:nvSpPr>
          <p:spPr>
            <a:xfrm flipH="1">
              <a:off x="5724418" y="2999128"/>
              <a:ext cx="0" cy="253141"/>
            </a:xfrm>
            <a:prstGeom prst="line">
              <a:avLst/>
            </a:prstGeom>
            <a:ln w="47625"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4" name="AutoShape 19">
              <a:extLst>
                <a:ext uri="{FF2B5EF4-FFF2-40B4-BE49-F238E27FC236}">
                  <a16:creationId xmlns:a16="http://schemas.microsoft.com/office/drawing/2014/main" id="{75B8488C-F9F8-E199-FEE0-3CF22D1F7FA0}"/>
                </a:ext>
              </a:extLst>
            </p:cNvPr>
            <p:cNvSpPr/>
            <p:nvPr/>
          </p:nvSpPr>
          <p:spPr>
            <a:xfrm>
              <a:off x="8769108" y="2999128"/>
              <a:ext cx="0" cy="253141"/>
            </a:xfrm>
            <a:prstGeom prst="line">
              <a:avLst/>
            </a:prstGeom>
            <a:ln w="47625" cap="flat">
              <a:solidFill>
                <a:srgbClr val="000000"/>
              </a:solidFill>
              <a:prstDash val="solid"/>
              <a:headEnd type="none" w="sm" len="sm"/>
              <a:tailEnd type="none" w="sm" len="sm"/>
            </a:ln>
          </p:spPr>
          <p:txBody>
            <a:bodyPr/>
            <a:lstStyle/>
            <a:p>
              <a:endParaRPr lang="en-AU">
                <a:latin typeface="Edu NSW ACT Foundation" pitchFamily="2" charset="0"/>
              </a:endParaRPr>
            </a:p>
          </p:txBody>
        </p:sp>
        <p:grpSp>
          <p:nvGrpSpPr>
            <p:cNvPr id="25" name="Group 20">
              <a:extLst>
                <a:ext uri="{FF2B5EF4-FFF2-40B4-BE49-F238E27FC236}">
                  <a16:creationId xmlns:a16="http://schemas.microsoft.com/office/drawing/2014/main" id="{A93DD9E8-7773-89F5-8FAB-5358F002987B}"/>
                </a:ext>
              </a:extLst>
            </p:cNvPr>
            <p:cNvGrpSpPr/>
            <p:nvPr/>
          </p:nvGrpSpPr>
          <p:grpSpPr>
            <a:xfrm rot="5400000">
              <a:off x="4035854" y="3023879"/>
              <a:ext cx="197620" cy="172917"/>
              <a:chOff x="0" y="0"/>
              <a:chExt cx="812800" cy="711200"/>
            </a:xfrm>
          </p:grpSpPr>
          <p:sp>
            <p:nvSpPr>
              <p:cNvPr id="72" name="Freeform 21">
                <a:extLst>
                  <a:ext uri="{FF2B5EF4-FFF2-40B4-BE49-F238E27FC236}">
                    <a16:creationId xmlns:a16="http://schemas.microsoft.com/office/drawing/2014/main" id="{7A99E384-C89D-32E2-F111-C6DFBB9EE041}"/>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0000"/>
              </a:solidFill>
            </p:spPr>
            <p:txBody>
              <a:bodyPr/>
              <a:lstStyle/>
              <a:p>
                <a:endParaRPr lang="en-AU">
                  <a:latin typeface="Edu NSW ACT Foundation" pitchFamily="2" charset="0"/>
                </a:endParaRPr>
              </a:p>
            </p:txBody>
          </p:sp>
          <p:sp>
            <p:nvSpPr>
              <p:cNvPr id="73" name="TextBox 22">
                <a:extLst>
                  <a:ext uri="{FF2B5EF4-FFF2-40B4-BE49-F238E27FC236}">
                    <a16:creationId xmlns:a16="http://schemas.microsoft.com/office/drawing/2014/main" id="{27A4132D-313F-F64E-6949-0B6958F1D9F6}"/>
                  </a:ext>
                </a:extLst>
              </p:cNvPr>
              <p:cNvSpPr txBox="1"/>
              <p:nvPr/>
            </p:nvSpPr>
            <p:spPr>
              <a:xfrm>
                <a:off x="127000" y="22225"/>
                <a:ext cx="558800" cy="358775"/>
              </a:xfrm>
              <a:prstGeom prst="rect">
                <a:avLst/>
              </a:prstGeom>
            </p:spPr>
            <p:txBody>
              <a:bodyPr lIns="50800" tIns="50800" rIns="50800" bIns="50800" rtlCol="0" anchor="ctr"/>
              <a:lstStyle/>
              <a:p>
                <a:pPr algn="ctr">
                  <a:lnSpc>
                    <a:spcPts val="2186"/>
                  </a:lnSpc>
                </a:pPr>
                <a:endParaRPr>
                  <a:latin typeface="Edu NSW ACT Foundation" pitchFamily="2" charset="0"/>
                </a:endParaRPr>
              </a:p>
            </p:txBody>
          </p:sp>
        </p:grpSp>
        <p:grpSp>
          <p:nvGrpSpPr>
            <p:cNvPr id="26" name="Group 23">
              <a:extLst>
                <a:ext uri="{FF2B5EF4-FFF2-40B4-BE49-F238E27FC236}">
                  <a16:creationId xmlns:a16="http://schemas.microsoft.com/office/drawing/2014/main" id="{A75645E5-EDD5-B506-915A-8AC655B6E9E3}"/>
                </a:ext>
              </a:extLst>
            </p:cNvPr>
            <p:cNvGrpSpPr/>
            <p:nvPr/>
          </p:nvGrpSpPr>
          <p:grpSpPr>
            <a:xfrm rot="16200000">
              <a:off x="10260052" y="3023879"/>
              <a:ext cx="197620" cy="172917"/>
              <a:chOff x="0" y="0"/>
              <a:chExt cx="812800" cy="711200"/>
            </a:xfrm>
          </p:grpSpPr>
          <p:sp>
            <p:nvSpPr>
              <p:cNvPr id="70" name="Freeform 24">
                <a:extLst>
                  <a:ext uri="{FF2B5EF4-FFF2-40B4-BE49-F238E27FC236}">
                    <a16:creationId xmlns:a16="http://schemas.microsoft.com/office/drawing/2014/main" id="{FAC4F14E-3D55-634C-D292-940AF747F4B8}"/>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0000"/>
              </a:solidFill>
            </p:spPr>
            <p:txBody>
              <a:bodyPr/>
              <a:lstStyle/>
              <a:p>
                <a:endParaRPr lang="en-AU">
                  <a:latin typeface="Edu NSW ACT Foundation" pitchFamily="2" charset="0"/>
                </a:endParaRPr>
              </a:p>
            </p:txBody>
          </p:sp>
          <p:sp>
            <p:nvSpPr>
              <p:cNvPr id="71" name="TextBox 25">
                <a:extLst>
                  <a:ext uri="{FF2B5EF4-FFF2-40B4-BE49-F238E27FC236}">
                    <a16:creationId xmlns:a16="http://schemas.microsoft.com/office/drawing/2014/main" id="{AD12B990-CF86-B2BE-7534-B9E776A1D5CB}"/>
                  </a:ext>
                </a:extLst>
              </p:cNvPr>
              <p:cNvSpPr txBox="1"/>
              <p:nvPr/>
            </p:nvSpPr>
            <p:spPr>
              <a:xfrm>
                <a:off x="127000" y="22225"/>
                <a:ext cx="558800" cy="358775"/>
              </a:xfrm>
              <a:prstGeom prst="rect">
                <a:avLst/>
              </a:prstGeom>
            </p:spPr>
            <p:txBody>
              <a:bodyPr lIns="50800" tIns="50800" rIns="50800" bIns="50800" rtlCol="0" anchor="ctr"/>
              <a:lstStyle/>
              <a:p>
                <a:pPr algn="ctr">
                  <a:lnSpc>
                    <a:spcPts val="2186"/>
                  </a:lnSpc>
                </a:pPr>
                <a:endParaRPr>
                  <a:latin typeface="Edu NSW ACT Foundation" pitchFamily="2" charset="0"/>
                </a:endParaRPr>
              </a:p>
            </p:txBody>
          </p:sp>
        </p:grpSp>
        <p:sp>
          <p:nvSpPr>
            <p:cNvPr id="27" name="AutoShape 26">
              <a:extLst>
                <a:ext uri="{FF2B5EF4-FFF2-40B4-BE49-F238E27FC236}">
                  <a16:creationId xmlns:a16="http://schemas.microsoft.com/office/drawing/2014/main" id="{2EDDD86D-995E-2E46-1A12-41BEC1C9C792}"/>
                </a:ext>
              </a:extLst>
            </p:cNvPr>
            <p:cNvSpPr/>
            <p:nvPr/>
          </p:nvSpPr>
          <p:spPr>
            <a:xfrm>
              <a:off x="6485590" y="2999128"/>
              <a:ext cx="0" cy="253141"/>
            </a:xfrm>
            <a:prstGeom prst="line">
              <a:avLst/>
            </a:prstGeom>
            <a:ln w="47625"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8" name="AutoShape 27">
              <a:extLst>
                <a:ext uri="{FF2B5EF4-FFF2-40B4-BE49-F238E27FC236}">
                  <a16:creationId xmlns:a16="http://schemas.microsoft.com/office/drawing/2014/main" id="{87D1988C-6311-FFF0-EB0F-768603717E69}"/>
                </a:ext>
              </a:extLst>
            </p:cNvPr>
            <p:cNvSpPr/>
            <p:nvPr/>
          </p:nvSpPr>
          <p:spPr>
            <a:xfrm flipH="1">
              <a:off x="4963245" y="2999128"/>
              <a:ext cx="0" cy="253141"/>
            </a:xfrm>
            <a:prstGeom prst="line">
              <a:avLst/>
            </a:prstGeom>
            <a:ln w="47625"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9" name="AutoShape 28">
              <a:extLst>
                <a:ext uri="{FF2B5EF4-FFF2-40B4-BE49-F238E27FC236}">
                  <a16:creationId xmlns:a16="http://schemas.microsoft.com/office/drawing/2014/main" id="{4176749C-BC09-3325-6ED0-97FADF2EE590}"/>
                </a:ext>
              </a:extLst>
            </p:cNvPr>
            <p:cNvSpPr/>
            <p:nvPr/>
          </p:nvSpPr>
          <p:spPr>
            <a:xfrm>
              <a:off x="8007935" y="2999128"/>
              <a:ext cx="0" cy="253141"/>
            </a:xfrm>
            <a:prstGeom prst="line">
              <a:avLst/>
            </a:prstGeom>
            <a:ln w="47625"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30" name="AutoShape 29">
              <a:extLst>
                <a:ext uri="{FF2B5EF4-FFF2-40B4-BE49-F238E27FC236}">
                  <a16:creationId xmlns:a16="http://schemas.microsoft.com/office/drawing/2014/main" id="{91F77C3C-0414-F2B1-838C-828B57E028CE}"/>
                </a:ext>
              </a:extLst>
            </p:cNvPr>
            <p:cNvSpPr/>
            <p:nvPr/>
          </p:nvSpPr>
          <p:spPr>
            <a:xfrm>
              <a:off x="9530281" y="2999128"/>
              <a:ext cx="0" cy="253141"/>
            </a:xfrm>
            <a:prstGeom prst="line">
              <a:avLst/>
            </a:prstGeom>
            <a:ln w="47625"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31" name="TextBox 30">
              <a:extLst>
                <a:ext uri="{FF2B5EF4-FFF2-40B4-BE49-F238E27FC236}">
                  <a16:creationId xmlns:a16="http://schemas.microsoft.com/office/drawing/2014/main" id="{68560C0B-8112-561C-71D3-29E6A2596BF5}"/>
                </a:ext>
              </a:extLst>
            </p:cNvPr>
            <p:cNvSpPr txBox="1"/>
            <p:nvPr/>
          </p:nvSpPr>
          <p:spPr>
            <a:xfrm>
              <a:off x="6426710" y="3610439"/>
              <a:ext cx="10804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8</a:t>
              </a:r>
            </a:p>
          </p:txBody>
        </p:sp>
        <p:sp>
          <p:nvSpPr>
            <p:cNvPr id="32" name="TextBox 31">
              <a:extLst>
                <a:ext uri="{FF2B5EF4-FFF2-40B4-BE49-F238E27FC236}">
                  <a16:creationId xmlns:a16="http://schemas.microsoft.com/office/drawing/2014/main" id="{CBC31506-CC4D-2B48-3A6B-DC7B8F6CD36A}"/>
                </a:ext>
              </a:extLst>
            </p:cNvPr>
            <p:cNvSpPr txBox="1"/>
            <p:nvPr/>
          </p:nvSpPr>
          <p:spPr>
            <a:xfrm>
              <a:off x="4919778" y="3600277"/>
              <a:ext cx="10804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8</a:t>
              </a:r>
            </a:p>
          </p:txBody>
        </p:sp>
        <p:sp>
          <p:nvSpPr>
            <p:cNvPr id="33" name="TextBox 32">
              <a:extLst>
                <a:ext uri="{FF2B5EF4-FFF2-40B4-BE49-F238E27FC236}">
                  <a16:creationId xmlns:a16="http://schemas.microsoft.com/office/drawing/2014/main" id="{9EB24FAC-E6A7-7169-B205-96E7D8C1B3AE}"/>
                </a:ext>
              </a:extLst>
            </p:cNvPr>
            <p:cNvSpPr txBox="1"/>
            <p:nvPr/>
          </p:nvSpPr>
          <p:spPr>
            <a:xfrm>
              <a:off x="7969298" y="3615520"/>
              <a:ext cx="10804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8</a:t>
              </a:r>
            </a:p>
          </p:txBody>
        </p:sp>
        <p:sp>
          <p:nvSpPr>
            <p:cNvPr id="34" name="TextBox 33">
              <a:extLst>
                <a:ext uri="{FF2B5EF4-FFF2-40B4-BE49-F238E27FC236}">
                  <a16:creationId xmlns:a16="http://schemas.microsoft.com/office/drawing/2014/main" id="{888137FF-FA7A-1D12-7666-5AA39F73AA49}"/>
                </a:ext>
              </a:extLst>
            </p:cNvPr>
            <p:cNvSpPr txBox="1"/>
            <p:nvPr/>
          </p:nvSpPr>
          <p:spPr>
            <a:xfrm>
              <a:off x="7198004" y="3615520"/>
              <a:ext cx="10804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8</a:t>
              </a:r>
            </a:p>
          </p:txBody>
        </p:sp>
        <p:sp>
          <p:nvSpPr>
            <p:cNvPr id="35" name="TextBox 34">
              <a:extLst>
                <a:ext uri="{FF2B5EF4-FFF2-40B4-BE49-F238E27FC236}">
                  <a16:creationId xmlns:a16="http://schemas.microsoft.com/office/drawing/2014/main" id="{B0E0258E-B468-C3E5-A3FE-D025A61FEB20}"/>
                </a:ext>
              </a:extLst>
            </p:cNvPr>
            <p:cNvSpPr txBox="1"/>
            <p:nvPr/>
          </p:nvSpPr>
          <p:spPr>
            <a:xfrm>
              <a:off x="5664940" y="3605358"/>
              <a:ext cx="10804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8</a:t>
              </a:r>
            </a:p>
          </p:txBody>
        </p:sp>
        <p:sp>
          <p:nvSpPr>
            <p:cNvPr id="36" name="TextBox 35">
              <a:extLst>
                <a:ext uri="{FF2B5EF4-FFF2-40B4-BE49-F238E27FC236}">
                  <a16:creationId xmlns:a16="http://schemas.microsoft.com/office/drawing/2014/main" id="{A19B13EF-B720-F7A9-C1A3-A7BFD53F4239}"/>
                </a:ext>
              </a:extLst>
            </p:cNvPr>
            <p:cNvSpPr txBox="1"/>
            <p:nvPr/>
          </p:nvSpPr>
          <p:spPr>
            <a:xfrm>
              <a:off x="8730471" y="3605358"/>
              <a:ext cx="10804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8</a:t>
              </a:r>
            </a:p>
          </p:txBody>
        </p:sp>
        <p:sp>
          <p:nvSpPr>
            <p:cNvPr id="37" name="TextBox 36">
              <a:extLst>
                <a:ext uri="{FF2B5EF4-FFF2-40B4-BE49-F238E27FC236}">
                  <a16:creationId xmlns:a16="http://schemas.microsoft.com/office/drawing/2014/main" id="{06077CBC-22A9-84D2-0182-536468ACCD5F}"/>
                </a:ext>
              </a:extLst>
            </p:cNvPr>
            <p:cNvSpPr txBox="1"/>
            <p:nvPr/>
          </p:nvSpPr>
          <p:spPr>
            <a:xfrm>
              <a:off x="9453650" y="3605358"/>
              <a:ext cx="108044" cy="363155"/>
            </a:xfrm>
            <a:prstGeom prst="rect">
              <a:avLst/>
            </a:prstGeom>
          </p:spPr>
          <p:txBody>
            <a:bodyPr lIns="0" tIns="0" rIns="0" bIns="0" rtlCol="0" anchor="t">
              <a:spAutoFit/>
            </a:bodyPr>
            <a:lstStyle/>
            <a:p>
              <a:pPr algn="ctr">
                <a:lnSpc>
                  <a:spcPts val="2960"/>
                </a:lnSpc>
                <a:spcBef>
                  <a:spcPct val="0"/>
                </a:spcBef>
              </a:pPr>
              <a:r>
                <a:rPr lang="en-US" sz="2114">
                  <a:solidFill>
                    <a:srgbClr val="000000"/>
                  </a:solidFill>
                  <a:latin typeface="Edu NSW ACT Foundation" pitchFamily="2" charset="0"/>
                  <a:ea typeface="Canva Student Font"/>
                  <a:cs typeface="Canva Student Font"/>
                  <a:sym typeface="Canva Student Font"/>
                </a:rPr>
                <a:t>8</a:t>
              </a:r>
            </a:p>
          </p:txBody>
        </p:sp>
        <p:sp>
          <p:nvSpPr>
            <p:cNvPr id="38" name="TextBox 37">
              <a:extLst>
                <a:ext uri="{FF2B5EF4-FFF2-40B4-BE49-F238E27FC236}">
                  <a16:creationId xmlns:a16="http://schemas.microsoft.com/office/drawing/2014/main" id="{642569E7-110B-00C9-1222-00775FB19F76}"/>
                </a:ext>
              </a:extLst>
            </p:cNvPr>
            <p:cNvSpPr txBox="1"/>
            <p:nvPr/>
          </p:nvSpPr>
          <p:spPr>
            <a:xfrm>
              <a:off x="4048206" y="3264442"/>
              <a:ext cx="218480" cy="610616"/>
            </a:xfrm>
            <a:prstGeom prst="rect">
              <a:avLst/>
            </a:prstGeom>
          </p:spPr>
          <p:txBody>
            <a:bodyPr lIns="0" tIns="0" rIns="0" bIns="0" rtlCol="0" anchor="t">
              <a:spAutoFit/>
            </a:bodyPr>
            <a:lstStyle/>
            <a:p>
              <a:pPr algn="ctr">
                <a:lnSpc>
                  <a:spcPts val="5190"/>
                </a:lnSpc>
                <a:spcBef>
                  <a:spcPct val="0"/>
                </a:spcBef>
              </a:pPr>
              <a:r>
                <a:rPr lang="en-US" sz="3707">
                  <a:solidFill>
                    <a:srgbClr val="000000"/>
                  </a:solidFill>
                  <a:latin typeface="Edu NSW ACT Foundation" pitchFamily="2" charset="0"/>
                  <a:ea typeface="Canva Student Font"/>
                  <a:cs typeface="Canva Student Font"/>
                  <a:sym typeface="Canva Student Font"/>
                </a:rPr>
                <a:t>0</a:t>
              </a:r>
            </a:p>
          </p:txBody>
        </p:sp>
        <p:sp>
          <p:nvSpPr>
            <p:cNvPr id="39" name="TextBox 38">
              <a:extLst>
                <a:ext uri="{FF2B5EF4-FFF2-40B4-BE49-F238E27FC236}">
                  <a16:creationId xmlns:a16="http://schemas.microsoft.com/office/drawing/2014/main" id="{128A0E5D-7ED8-3881-3DF0-D404E96DB085}"/>
                </a:ext>
              </a:extLst>
            </p:cNvPr>
            <p:cNvSpPr txBox="1"/>
            <p:nvPr/>
          </p:nvSpPr>
          <p:spPr>
            <a:xfrm>
              <a:off x="10277750" y="3264442"/>
              <a:ext cx="81111" cy="610616"/>
            </a:xfrm>
            <a:prstGeom prst="rect">
              <a:avLst/>
            </a:prstGeom>
          </p:spPr>
          <p:txBody>
            <a:bodyPr lIns="0" tIns="0" rIns="0" bIns="0" rtlCol="0" anchor="t">
              <a:spAutoFit/>
            </a:bodyPr>
            <a:lstStyle/>
            <a:p>
              <a:pPr algn="ctr">
                <a:lnSpc>
                  <a:spcPts val="5190"/>
                </a:lnSpc>
                <a:spcBef>
                  <a:spcPct val="0"/>
                </a:spcBef>
              </a:pPr>
              <a:r>
                <a:rPr lang="en-US" sz="3707">
                  <a:solidFill>
                    <a:srgbClr val="000000"/>
                  </a:solidFill>
                  <a:latin typeface="Edu NSW ACT Foundation" pitchFamily="2" charset="0"/>
                  <a:ea typeface="Canva Student Font"/>
                  <a:cs typeface="Canva Student Font"/>
                  <a:sym typeface="Canva Student Font"/>
                </a:rPr>
                <a:t>1</a:t>
              </a:r>
            </a:p>
          </p:txBody>
        </p:sp>
        <p:sp>
          <p:nvSpPr>
            <p:cNvPr id="41" name="AutoShape 48">
              <a:extLst>
                <a:ext uri="{FF2B5EF4-FFF2-40B4-BE49-F238E27FC236}">
                  <a16:creationId xmlns:a16="http://schemas.microsoft.com/office/drawing/2014/main" id="{12AC4211-8284-AA20-D2A5-7C79784B7E23}"/>
                </a:ext>
              </a:extLst>
            </p:cNvPr>
            <p:cNvSpPr/>
            <p:nvPr/>
          </p:nvSpPr>
          <p:spPr>
            <a:xfrm>
              <a:off x="4238177" y="5714854"/>
              <a:ext cx="6051280" cy="0"/>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2" name="AutoShape 49">
              <a:extLst>
                <a:ext uri="{FF2B5EF4-FFF2-40B4-BE49-F238E27FC236}">
                  <a16:creationId xmlns:a16="http://schemas.microsoft.com/office/drawing/2014/main" id="{7B476B32-0109-B7B4-F699-6FA6DBBE61F5}"/>
                </a:ext>
              </a:extLst>
            </p:cNvPr>
            <p:cNvSpPr/>
            <p:nvPr/>
          </p:nvSpPr>
          <p:spPr>
            <a:xfrm>
              <a:off x="7269501" y="5588284"/>
              <a:ext cx="0" cy="253141"/>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3" name="AutoShape 50">
              <a:extLst>
                <a:ext uri="{FF2B5EF4-FFF2-40B4-BE49-F238E27FC236}">
                  <a16:creationId xmlns:a16="http://schemas.microsoft.com/office/drawing/2014/main" id="{7A82D0F3-9D69-24B0-064C-E080CEF29705}"/>
                </a:ext>
              </a:extLst>
            </p:cNvPr>
            <p:cNvSpPr/>
            <p:nvPr/>
          </p:nvSpPr>
          <p:spPr>
            <a:xfrm flipH="1">
              <a:off x="5753392" y="5588284"/>
              <a:ext cx="0" cy="253141"/>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4" name="AutoShape 51">
              <a:extLst>
                <a:ext uri="{FF2B5EF4-FFF2-40B4-BE49-F238E27FC236}">
                  <a16:creationId xmlns:a16="http://schemas.microsoft.com/office/drawing/2014/main" id="{9DFAFA49-F518-378B-E425-435D4E144481}"/>
                </a:ext>
              </a:extLst>
            </p:cNvPr>
            <p:cNvSpPr/>
            <p:nvPr/>
          </p:nvSpPr>
          <p:spPr>
            <a:xfrm>
              <a:off x="8754298" y="5588284"/>
              <a:ext cx="0" cy="253141"/>
            </a:xfrm>
            <a:prstGeom prst="line">
              <a:avLst/>
            </a:prstGeom>
            <a:ln w="381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5" name="TextBox 52">
              <a:extLst>
                <a:ext uri="{FF2B5EF4-FFF2-40B4-BE49-F238E27FC236}">
                  <a16:creationId xmlns:a16="http://schemas.microsoft.com/office/drawing/2014/main" id="{E00269DE-9B2F-6CCA-9493-3E94F67AD4A1}"/>
                </a:ext>
              </a:extLst>
            </p:cNvPr>
            <p:cNvSpPr txBox="1"/>
            <p:nvPr/>
          </p:nvSpPr>
          <p:spPr>
            <a:xfrm>
              <a:off x="5718120" y="5889657"/>
              <a:ext cx="39439" cy="294055"/>
            </a:xfrm>
            <a:prstGeom prst="rect">
              <a:avLst/>
            </a:prstGeom>
          </p:spPr>
          <p:txBody>
            <a:bodyPr lIns="0" tIns="0" rIns="0" bIns="0" rtlCol="0" anchor="t">
              <a:spAutoFit/>
            </a:bodyPr>
            <a:lstStyle/>
            <a:p>
              <a:pPr algn="ctr">
                <a:lnSpc>
                  <a:spcPts val="2519"/>
                </a:lnSpc>
                <a:spcBef>
                  <a:spcPct val="0"/>
                </a:spcBef>
              </a:pPr>
              <a:r>
                <a:rPr lang="en-US" sz="1799">
                  <a:solidFill>
                    <a:srgbClr val="000000"/>
                  </a:solidFill>
                  <a:latin typeface="Edu NSW ACT Foundation" pitchFamily="2" charset="0"/>
                  <a:ea typeface="Canva Student Font"/>
                  <a:cs typeface="Canva Student Font"/>
                  <a:sym typeface="Canva Student Font"/>
                </a:rPr>
                <a:t>1</a:t>
              </a:r>
            </a:p>
          </p:txBody>
        </p:sp>
        <p:sp>
          <p:nvSpPr>
            <p:cNvPr id="46" name="AutoShape 53">
              <a:extLst>
                <a:ext uri="{FF2B5EF4-FFF2-40B4-BE49-F238E27FC236}">
                  <a16:creationId xmlns:a16="http://schemas.microsoft.com/office/drawing/2014/main" id="{DEBCEB71-A310-CC18-05AB-0209519601D4}"/>
                </a:ext>
              </a:extLst>
            </p:cNvPr>
            <p:cNvSpPr/>
            <p:nvPr/>
          </p:nvSpPr>
          <p:spPr>
            <a:xfrm>
              <a:off x="5647810" y="6164736"/>
              <a:ext cx="15386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7" name="TextBox 54">
              <a:extLst>
                <a:ext uri="{FF2B5EF4-FFF2-40B4-BE49-F238E27FC236}">
                  <a16:creationId xmlns:a16="http://schemas.microsoft.com/office/drawing/2014/main" id="{8D961788-9EDC-0540-A9CB-0F1E0142CFA5}"/>
                </a:ext>
              </a:extLst>
            </p:cNvPr>
            <p:cNvSpPr txBox="1"/>
            <p:nvPr/>
          </p:nvSpPr>
          <p:spPr>
            <a:xfrm>
              <a:off x="8713139" y="5889657"/>
              <a:ext cx="96887" cy="294055"/>
            </a:xfrm>
            <a:prstGeom prst="rect">
              <a:avLst/>
            </a:prstGeom>
          </p:spPr>
          <p:txBody>
            <a:bodyPr lIns="0" tIns="0" rIns="0" bIns="0" rtlCol="0" anchor="t">
              <a:spAutoFit/>
            </a:bodyPr>
            <a:lstStyle/>
            <a:p>
              <a:pPr algn="ctr">
                <a:lnSpc>
                  <a:spcPts val="2519"/>
                </a:lnSpc>
                <a:spcBef>
                  <a:spcPct val="0"/>
                </a:spcBef>
              </a:pPr>
              <a:r>
                <a:rPr lang="en-US" sz="1799">
                  <a:solidFill>
                    <a:srgbClr val="000000"/>
                  </a:solidFill>
                  <a:latin typeface="Edu NSW ACT Foundation" pitchFamily="2" charset="0"/>
                  <a:ea typeface="Canva Student Font"/>
                  <a:cs typeface="Canva Student Font"/>
                  <a:sym typeface="Canva Student Font"/>
                </a:rPr>
                <a:t>3</a:t>
              </a:r>
            </a:p>
          </p:txBody>
        </p:sp>
        <p:sp>
          <p:nvSpPr>
            <p:cNvPr id="48" name="AutoShape 55">
              <a:extLst>
                <a:ext uri="{FF2B5EF4-FFF2-40B4-BE49-F238E27FC236}">
                  <a16:creationId xmlns:a16="http://schemas.microsoft.com/office/drawing/2014/main" id="{8AA44401-D25C-C6E8-3569-177175B87363}"/>
                </a:ext>
              </a:extLst>
            </p:cNvPr>
            <p:cNvSpPr/>
            <p:nvPr/>
          </p:nvSpPr>
          <p:spPr>
            <a:xfrm>
              <a:off x="8671554" y="6164736"/>
              <a:ext cx="15386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9" name="TextBox 56">
              <a:extLst>
                <a:ext uri="{FF2B5EF4-FFF2-40B4-BE49-F238E27FC236}">
                  <a16:creationId xmlns:a16="http://schemas.microsoft.com/office/drawing/2014/main" id="{6FCAF75A-49D4-F495-0660-F3BD536EDA60}"/>
                </a:ext>
              </a:extLst>
            </p:cNvPr>
            <p:cNvSpPr txBox="1"/>
            <p:nvPr/>
          </p:nvSpPr>
          <p:spPr>
            <a:xfrm>
              <a:off x="7216622" y="5898308"/>
              <a:ext cx="96292" cy="294055"/>
            </a:xfrm>
            <a:prstGeom prst="rect">
              <a:avLst/>
            </a:prstGeom>
          </p:spPr>
          <p:txBody>
            <a:bodyPr lIns="0" tIns="0" rIns="0" bIns="0" rtlCol="0" anchor="t">
              <a:spAutoFit/>
            </a:bodyPr>
            <a:lstStyle/>
            <a:p>
              <a:pPr algn="ctr">
                <a:lnSpc>
                  <a:spcPts val="2519"/>
                </a:lnSpc>
                <a:spcBef>
                  <a:spcPct val="0"/>
                </a:spcBef>
              </a:pPr>
              <a:r>
                <a:rPr lang="en-US" sz="1799">
                  <a:solidFill>
                    <a:srgbClr val="000000"/>
                  </a:solidFill>
                  <a:latin typeface="Edu NSW ACT Foundation" pitchFamily="2" charset="0"/>
                  <a:ea typeface="Canva Student Font"/>
                  <a:cs typeface="Canva Student Font"/>
                  <a:sym typeface="Canva Student Font"/>
                </a:rPr>
                <a:t>2</a:t>
              </a:r>
            </a:p>
          </p:txBody>
        </p:sp>
        <p:sp>
          <p:nvSpPr>
            <p:cNvPr id="50" name="AutoShape 57">
              <a:extLst>
                <a:ext uri="{FF2B5EF4-FFF2-40B4-BE49-F238E27FC236}">
                  <a16:creationId xmlns:a16="http://schemas.microsoft.com/office/drawing/2014/main" id="{036BE502-B123-B0A9-6DDE-09985DE345DD}"/>
                </a:ext>
              </a:extLst>
            </p:cNvPr>
            <p:cNvSpPr/>
            <p:nvPr/>
          </p:nvSpPr>
          <p:spPr>
            <a:xfrm>
              <a:off x="7174739" y="6173387"/>
              <a:ext cx="153864"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grpSp>
          <p:nvGrpSpPr>
            <p:cNvPr id="51" name="Group 58">
              <a:extLst>
                <a:ext uri="{FF2B5EF4-FFF2-40B4-BE49-F238E27FC236}">
                  <a16:creationId xmlns:a16="http://schemas.microsoft.com/office/drawing/2014/main" id="{DEE698CE-B5A2-0F8B-EBE9-AD6F59329269}"/>
                </a:ext>
              </a:extLst>
            </p:cNvPr>
            <p:cNvGrpSpPr/>
            <p:nvPr/>
          </p:nvGrpSpPr>
          <p:grpSpPr>
            <a:xfrm rot="5400000">
              <a:off x="4052908" y="5628395"/>
              <a:ext cx="197620" cy="172917"/>
              <a:chOff x="0" y="0"/>
              <a:chExt cx="812800" cy="711200"/>
            </a:xfrm>
          </p:grpSpPr>
          <p:sp>
            <p:nvSpPr>
              <p:cNvPr id="60" name="Freeform 59">
                <a:extLst>
                  <a:ext uri="{FF2B5EF4-FFF2-40B4-BE49-F238E27FC236}">
                    <a16:creationId xmlns:a16="http://schemas.microsoft.com/office/drawing/2014/main" id="{6E2F27A7-B2D5-0EB9-EB4D-79B41ED58D26}"/>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0000"/>
              </a:solidFill>
            </p:spPr>
            <p:txBody>
              <a:bodyPr/>
              <a:lstStyle/>
              <a:p>
                <a:endParaRPr lang="en-AU">
                  <a:latin typeface="Edu NSW ACT Foundation" pitchFamily="2" charset="0"/>
                </a:endParaRPr>
              </a:p>
            </p:txBody>
          </p:sp>
          <p:sp>
            <p:nvSpPr>
              <p:cNvPr id="61" name="TextBox 60">
                <a:extLst>
                  <a:ext uri="{FF2B5EF4-FFF2-40B4-BE49-F238E27FC236}">
                    <a16:creationId xmlns:a16="http://schemas.microsoft.com/office/drawing/2014/main" id="{59584549-DD66-B071-7F54-79BC1760517B}"/>
                  </a:ext>
                </a:extLst>
              </p:cNvPr>
              <p:cNvSpPr txBox="1"/>
              <p:nvPr/>
            </p:nvSpPr>
            <p:spPr>
              <a:xfrm>
                <a:off x="127000" y="22225"/>
                <a:ext cx="558800" cy="358775"/>
              </a:xfrm>
              <a:prstGeom prst="rect">
                <a:avLst/>
              </a:prstGeom>
            </p:spPr>
            <p:txBody>
              <a:bodyPr lIns="50800" tIns="50800" rIns="50800" bIns="50800" rtlCol="0" anchor="ctr"/>
              <a:lstStyle/>
              <a:p>
                <a:pPr algn="ctr">
                  <a:lnSpc>
                    <a:spcPts val="2186"/>
                  </a:lnSpc>
                </a:pPr>
                <a:endParaRPr>
                  <a:latin typeface="Edu NSW ACT Foundation" pitchFamily="2" charset="0"/>
                </a:endParaRPr>
              </a:p>
            </p:txBody>
          </p:sp>
        </p:grpSp>
        <p:grpSp>
          <p:nvGrpSpPr>
            <p:cNvPr id="52" name="Group 61">
              <a:extLst>
                <a:ext uri="{FF2B5EF4-FFF2-40B4-BE49-F238E27FC236}">
                  <a16:creationId xmlns:a16="http://schemas.microsoft.com/office/drawing/2014/main" id="{73C8F9A8-8D28-BB04-6650-32782F51D8CA}"/>
                </a:ext>
              </a:extLst>
            </p:cNvPr>
            <p:cNvGrpSpPr/>
            <p:nvPr/>
          </p:nvGrpSpPr>
          <p:grpSpPr>
            <a:xfrm rot="16200000">
              <a:off x="10277106" y="5628395"/>
              <a:ext cx="197620" cy="172917"/>
              <a:chOff x="0" y="0"/>
              <a:chExt cx="812800" cy="711200"/>
            </a:xfrm>
          </p:grpSpPr>
          <p:sp>
            <p:nvSpPr>
              <p:cNvPr id="58" name="Freeform 62">
                <a:extLst>
                  <a:ext uri="{FF2B5EF4-FFF2-40B4-BE49-F238E27FC236}">
                    <a16:creationId xmlns:a16="http://schemas.microsoft.com/office/drawing/2014/main" id="{3CABFA97-D769-4A8B-CE60-D636B885EA0C}"/>
                  </a:ext>
                </a:extLst>
              </p:cNvPr>
              <p:cNvSpPr/>
              <p:nvPr/>
            </p:nvSpPr>
            <p:spPr>
              <a:xfrm>
                <a:off x="0" y="0"/>
                <a:ext cx="812800" cy="711200"/>
              </a:xfrm>
              <a:custGeom>
                <a:avLst/>
                <a:gdLst/>
                <a:ahLst/>
                <a:cxnLst/>
                <a:rect l="l" t="t" r="r" b="b"/>
                <a:pathLst>
                  <a:path w="812800" h="711200">
                    <a:moveTo>
                      <a:pt x="406400" y="711200"/>
                    </a:moveTo>
                    <a:lnTo>
                      <a:pt x="812800" y="0"/>
                    </a:lnTo>
                    <a:lnTo>
                      <a:pt x="0" y="0"/>
                    </a:lnTo>
                    <a:lnTo>
                      <a:pt x="406400" y="711200"/>
                    </a:lnTo>
                    <a:close/>
                  </a:path>
                </a:pathLst>
              </a:custGeom>
              <a:solidFill>
                <a:srgbClr val="000000"/>
              </a:solidFill>
            </p:spPr>
            <p:txBody>
              <a:bodyPr/>
              <a:lstStyle/>
              <a:p>
                <a:endParaRPr lang="en-AU">
                  <a:latin typeface="Edu NSW ACT Foundation" pitchFamily="2" charset="0"/>
                </a:endParaRPr>
              </a:p>
            </p:txBody>
          </p:sp>
          <p:sp>
            <p:nvSpPr>
              <p:cNvPr id="59" name="TextBox 63">
                <a:extLst>
                  <a:ext uri="{FF2B5EF4-FFF2-40B4-BE49-F238E27FC236}">
                    <a16:creationId xmlns:a16="http://schemas.microsoft.com/office/drawing/2014/main" id="{195DBCF1-E45D-D9AF-7916-5778B71630AD}"/>
                  </a:ext>
                </a:extLst>
              </p:cNvPr>
              <p:cNvSpPr txBox="1"/>
              <p:nvPr/>
            </p:nvSpPr>
            <p:spPr>
              <a:xfrm>
                <a:off x="127000" y="22225"/>
                <a:ext cx="558800" cy="358775"/>
              </a:xfrm>
              <a:prstGeom prst="rect">
                <a:avLst/>
              </a:prstGeom>
            </p:spPr>
            <p:txBody>
              <a:bodyPr lIns="50800" tIns="50800" rIns="50800" bIns="50800" rtlCol="0" anchor="ctr"/>
              <a:lstStyle/>
              <a:p>
                <a:pPr algn="ctr">
                  <a:lnSpc>
                    <a:spcPts val="2186"/>
                  </a:lnSpc>
                </a:pPr>
                <a:endParaRPr>
                  <a:latin typeface="Edu NSW ACT Foundation" pitchFamily="2" charset="0"/>
                </a:endParaRPr>
              </a:p>
            </p:txBody>
          </p:sp>
        </p:grpSp>
        <p:sp>
          <p:nvSpPr>
            <p:cNvPr id="53" name="TextBox 64">
              <a:extLst>
                <a:ext uri="{FF2B5EF4-FFF2-40B4-BE49-F238E27FC236}">
                  <a16:creationId xmlns:a16="http://schemas.microsoft.com/office/drawing/2014/main" id="{D0867B91-26DD-2E13-6FB2-C4D2D548ACE1}"/>
                </a:ext>
              </a:extLst>
            </p:cNvPr>
            <p:cNvSpPr txBox="1"/>
            <p:nvPr/>
          </p:nvSpPr>
          <p:spPr>
            <a:xfrm>
              <a:off x="10208346" y="5995384"/>
              <a:ext cx="81111" cy="610616"/>
            </a:xfrm>
            <a:prstGeom prst="rect">
              <a:avLst/>
            </a:prstGeom>
          </p:spPr>
          <p:txBody>
            <a:bodyPr lIns="0" tIns="0" rIns="0" bIns="0" rtlCol="0" anchor="t">
              <a:spAutoFit/>
            </a:bodyPr>
            <a:lstStyle/>
            <a:p>
              <a:pPr algn="ctr">
                <a:lnSpc>
                  <a:spcPts val="5190"/>
                </a:lnSpc>
                <a:spcBef>
                  <a:spcPct val="0"/>
                </a:spcBef>
              </a:pPr>
              <a:r>
                <a:rPr lang="en-US" sz="3707">
                  <a:solidFill>
                    <a:srgbClr val="000000"/>
                  </a:solidFill>
                  <a:latin typeface="Edu NSW ACT Foundation" pitchFamily="2" charset="0"/>
                  <a:ea typeface="Canva Student Font"/>
                  <a:cs typeface="Canva Student Font"/>
                  <a:sym typeface="Canva Student Font"/>
                </a:rPr>
                <a:t>1</a:t>
              </a:r>
            </a:p>
          </p:txBody>
        </p:sp>
        <p:sp>
          <p:nvSpPr>
            <p:cNvPr id="54" name="TextBox 65">
              <a:extLst>
                <a:ext uri="{FF2B5EF4-FFF2-40B4-BE49-F238E27FC236}">
                  <a16:creationId xmlns:a16="http://schemas.microsoft.com/office/drawing/2014/main" id="{9C8C01EE-D7AC-FADC-C2DF-48F3E5431DAB}"/>
                </a:ext>
              </a:extLst>
            </p:cNvPr>
            <p:cNvSpPr txBox="1"/>
            <p:nvPr/>
          </p:nvSpPr>
          <p:spPr>
            <a:xfrm>
              <a:off x="5685229" y="6140960"/>
              <a:ext cx="105221" cy="294055"/>
            </a:xfrm>
            <a:prstGeom prst="rect">
              <a:avLst/>
            </a:prstGeom>
          </p:spPr>
          <p:txBody>
            <a:bodyPr lIns="0" tIns="0" rIns="0" bIns="0" rtlCol="0" anchor="t">
              <a:spAutoFit/>
            </a:bodyPr>
            <a:lstStyle/>
            <a:p>
              <a:pPr algn="ctr">
                <a:lnSpc>
                  <a:spcPts val="2519"/>
                </a:lnSpc>
                <a:spcBef>
                  <a:spcPct val="0"/>
                </a:spcBef>
              </a:pPr>
              <a:r>
                <a:rPr lang="en-US" sz="1799">
                  <a:solidFill>
                    <a:srgbClr val="000000"/>
                  </a:solidFill>
                  <a:latin typeface="Edu NSW ACT Foundation" pitchFamily="2" charset="0"/>
                  <a:ea typeface="Canva Student Font"/>
                  <a:cs typeface="Canva Student Font"/>
                  <a:sym typeface="Canva Student Font"/>
                </a:rPr>
                <a:t>4</a:t>
              </a:r>
            </a:p>
          </p:txBody>
        </p:sp>
        <p:sp>
          <p:nvSpPr>
            <p:cNvPr id="55" name="TextBox 66">
              <a:extLst>
                <a:ext uri="{FF2B5EF4-FFF2-40B4-BE49-F238E27FC236}">
                  <a16:creationId xmlns:a16="http://schemas.microsoft.com/office/drawing/2014/main" id="{CB8ECE60-0E5D-3A5F-5876-5CD7B62BB331}"/>
                </a:ext>
              </a:extLst>
            </p:cNvPr>
            <p:cNvSpPr txBox="1"/>
            <p:nvPr/>
          </p:nvSpPr>
          <p:spPr>
            <a:xfrm>
              <a:off x="8708972" y="6140960"/>
              <a:ext cx="105221" cy="294055"/>
            </a:xfrm>
            <a:prstGeom prst="rect">
              <a:avLst/>
            </a:prstGeom>
          </p:spPr>
          <p:txBody>
            <a:bodyPr lIns="0" tIns="0" rIns="0" bIns="0" rtlCol="0" anchor="t">
              <a:spAutoFit/>
            </a:bodyPr>
            <a:lstStyle/>
            <a:p>
              <a:pPr algn="ctr">
                <a:lnSpc>
                  <a:spcPts val="2519"/>
                </a:lnSpc>
                <a:spcBef>
                  <a:spcPct val="0"/>
                </a:spcBef>
              </a:pPr>
              <a:r>
                <a:rPr lang="en-US" sz="1799">
                  <a:solidFill>
                    <a:srgbClr val="000000"/>
                  </a:solidFill>
                  <a:latin typeface="Edu NSW ACT Foundation" pitchFamily="2" charset="0"/>
                  <a:ea typeface="Canva Student Font"/>
                  <a:cs typeface="Canva Student Font"/>
                  <a:sym typeface="Canva Student Font"/>
                </a:rPr>
                <a:t>4</a:t>
              </a:r>
            </a:p>
          </p:txBody>
        </p:sp>
        <p:sp>
          <p:nvSpPr>
            <p:cNvPr id="56" name="TextBox 67">
              <a:extLst>
                <a:ext uri="{FF2B5EF4-FFF2-40B4-BE49-F238E27FC236}">
                  <a16:creationId xmlns:a16="http://schemas.microsoft.com/office/drawing/2014/main" id="{CF4203ED-5DE5-A137-00C2-22320FA377A7}"/>
                </a:ext>
              </a:extLst>
            </p:cNvPr>
            <p:cNvSpPr txBox="1"/>
            <p:nvPr/>
          </p:nvSpPr>
          <p:spPr>
            <a:xfrm>
              <a:off x="7212158" y="6149611"/>
              <a:ext cx="105221" cy="294055"/>
            </a:xfrm>
            <a:prstGeom prst="rect">
              <a:avLst/>
            </a:prstGeom>
          </p:spPr>
          <p:txBody>
            <a:bodyPr lIns="0" tIns="0" rIns="0" bIns="0" rtlCol="0" anchor="t">
              <a:spAutoFit/>
            </a:bodyPr>
            <a:lstStyle/>
            <a:p>
              <a:pPr algn="ctr">
                <a:lnSpc>
                  <a:spcPts val="2519"/>
                </a:lnSpc>
                <a:spcBef>
                  <a:spcPct val="0"/>
                </a:spcBef>
              </a:pPr>
              <a:r>
                <a:rPr lang="en-US" sz="1799">
                  <a:solidFill>
                    <a:srgbClr val="000000"/>
                  </a:solidFill>
                  <a:latin typeface="Edu NSW ACT Foundation" pitchFamily="2" charset="0"/>
                  <a:ea typeface="Canva Student Font"/>
                  <a:cs typeface="Canva Student Font"/>
                  <a:sym typeface="Canva Student Font"/>
                </a:rPr>
                <a:t>4</a:t>
              </a:r>
            </a:p>
          </p:txBody>
        </p:sp>
        <p:sp>
          <p:nvSpPr>
            <p:cNvPr id="57" name="TextBox 68">
              <a:extLst>
                <a:ext uri="{FF2B5EF4-FFF2-40B4-BE49-F238E27FC236}">
                  <a16:creationId xmlns:a16="http://schemas.microsoft.com/office/drawing/2014/main" id="{306C82DF-B212-344B-EF40-83F6634DD789}"/>
                </a:ext>
              </a:extLst>
            </p:cNvPr>
            <p:cNvSpPr txBox="1"/>
            <p:nvPr/>
          </p:nvSpPr>
          <p:spPr>
            <a:xfrm>
              <a:off x="4048206" y="5911198"/>
              <a:ext cx="218480" cy="610616"/>
            </a:xfrm>
            <a:prstGeom prst="rect">
              <a:avLst/>
            </a:prstGeom>
          </p:spPr>
          <p:txBody>
            <a:bodyPr lIns="0" tIns="0" rIns="0" bIns="0" rtlCol="0" anchor="t">
              <a:spAutoFit/>
            </a:bodyPr>
            <a:lstStyle/>
            <a:p>
              <a:pPr algn="ctr">
                <a:lnSpc>
                  <a:spcPts val="5190"/>
                </a:lnSpc>
                <a:spcBef>
                  <a:spcPct val="0"/>
                </a:spcBef>
              </a:pPr>
              <a:r>
                <a:rPr lang="en-US" sz="3707">
                  <a:solidFill>
                    <a:srgbClr val="000000"/>
                  </a:solidFill>
                  <a:latin typeface="Edu NSW ACT Foundation" pitchFamily="2" charset="0"/>
                  <a:ea typeface="Canva Student Font"/>
                  <a:cs typeface="Canva Student Font"/>
                  <a:sym typeface="Canva Student Font"/>
                </a:rPr>
                <a:t>0</a:t>
              </a:r>
            </a:p>
          </p:txBody>
        </p:sp>
      </p:grpSp>
    </p:spTree>
    <p:extLst>
      <p:ext uri="{BB962C8B-B14F-4D97-AF65-F5344CB8AC3E}">
        <p14:creationId xmlns:p14="http://schemas.microsoft.com/office/powerpoint/2010/main" val="2412672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0FE969-6427-B4CC-9D22-A9702C3552C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E887C5-E8F6-203B-99C2-DCBB078A85C7}"/>
              </a:ext>
            </a:extLst>
          </p:cNvPr>
          <p:cNvSpPr>
            <a:spLocks noGrp="1"/>
          </p:cNvSpPr>
          <p:nvPr>
            <p:ph type="ctrTitle"/>
          </p:nvPr>
        </p:nvSpPr>
        <p:spPr/>
        <p:txBody>
          <a:bodyPr/>
          <a:lstStyle/>
          <a:p>
            <a:r>
              <a:rPr lang="en-AU">
                <a:latin typeface="+mj-lt"/>
              </a:rPr>
              <a:t>Review of learning 5</a:t>
            </a:r>
          </a:p>
        </p:txBody>
      </p:sp>
    </p:spTree>
    <p:extLst>
      <p:ext uri="{BB962C8B-B14F-4D97-AF65-F5344CB8AC3E}">
        <p14:creationId xmlns:p14="http://schemas.microsoft.com/office/powerpoint/2010/main" val="411931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A4F62-887D-AFD2-E976-96EC9113760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85C7A13-FF33-191B-A60E-4D4573CCD3C9}"/>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(3)</a:t>
            </a:r>
          </a:p>
        </p:txBody>
      </p:sp>
      <p:pic>
        <p:nvPicPr>
          <p:cNvPr id="4" name="Picture 3">
            <a:extLst>
              <a:ext uri="{FF2B5EF4-FFF2-40B4-BE49-F238E27FC236}">
                <a16:creationId xmlns:a16="http://schemas.microsoft.com/office/drawing/2014/main" id="{052C7F21-CF1B-B8E5-D48F-252B3A5306C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E180F3B1-ACC7-4559-EA73-174DB17A0983}"/>
              </a:ext>
            </a:extLst>
          </p:cNvPr>
          <p:cNvSpPr>
            <a:spLocks noGrp="1"/>
          </p:cNvSpPr>
          <p:nvPr>
            <p:ph type="body" sz="quarter" idx="24"/>
          </p:nvPr>
        </p:nvSpPr>
        <p:spPr/>
        <p:txBody>
          <a:bodyPr/>
          <a:lstStyle/>
          <a:p>
            <a:pPr algn="ctr"/>
            <a:r>
              <a:rPr lang="en-US" sz="4400"/>
              <a:t>$10 + $20 + 50c + 20c + 10c + 5c =</a:t>
            </a:r>
          </a:p>
        </p:txBody>
      </p:sp>
      <p:sp>
        <p:nvSpPr>
          <p:cNvPr id="9" name="TextBox 8">
            <a:extLst>
              <a:ext uri="{FF2B5EF4-FFF2-40B4-BE49-F238E27FC236}">
                <a16:creationId xmlns:a16="http://schemas.microsoft.com/office/drawing/2014/main" id="{4E6EA9CC-6235-8807-420B-A4371AC418C0}"/>
              </a:ext>
            </a:extLst>
          </p:cNvPr>
          <p:cNvSpPr txBox="1"/>
          <p:nvPr/>
        </p:nvSpPr>
        <p:spPr>
          <a:xfrm>
            <a:off x="1266559" y="46545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6" name="Text Placeholder 17">
            <a:extLst>
              <a:ext uri="{FF2B5EF4-FFF2-40B4-BE49-F238E27FC236}">
                <a16:creationId xmlns:a16="http://schemas.microsoft.com/office/drawing/2014/main" id="{B2B828F7-BCE6-8FC1-F5F5-F102979E5BEA}"/>
              </a:ext>
            </a:extLst>
          </p:cNvPr>
          <p:cNvSpPr txBox="1">
            <a:spLocks/>
          </p:cNvSpPr>
          <p:nvPr/>
        </p:nvSpPr>
        <p:spPr>
          <a:xfrm>
            <a:off x="179937" y="5232054"/>
            <a:ext cx="240831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$30.95</a:t>
            </a:r>
          </a:p>
        </p:txBody>
      </p:sp>
      <p:sp>
        <p:nvSpPr>
          <p:cNvPr id="10" name="TextBox 9">
            <a:extLst>
              <a:ext uri="{FF2B5EF4-FFF2-40B4-BE49-F238E27FC236}">
                <a16:creationId xmlns:a16="http://schemas.microsoft.com/office/drawing/2014/main" id="{4AB24A3E-5574-D79C-6A0F-06D3F8A29BB1}"/>
              </a:ext>
            </a:extLst>
          </p:cNvPr>
          <p:cNvSpPr txBox="1"/>
          <p:nvPr/>
        </p:nvSpPr>
        <p:spPr>
          <a:xfrm>
            <a:off x="4270532" y="46545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7" name="Text Placeholder 17">
            <a:extLst>
              <a:ext uri="{FF2B5EF4-FFF2-40B4-BE49-F238E27FC236}">
                <a16:creationId xmlns:a16="http://schemas.microsoft.com/office/drawing/2014/main" id="{C53C5A78-D459-A703-5858-46BB21444903}"/>
              </a:ext>
            </a:extLst>
          </p:cNvPr>
          <p:cNvSpPr txBox="1">
            <a:spLocks/>
          </p:cNvSpPr>
          <p:nvPr/>
        </p:nvSpPr>
        <p:spPr>
          <a:xfrm>
            <a:off x="3150247" y="5232054"/>
            <a:ext cx="240831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$20.85</a:t>
            </a:r>
          </a:p>
        </p:txBody>
      </p:sp>
      <p:sp>
        <p:nvSpPr>
          <p:cNvPr id="12" name="TextBox 11">
            <a:extLst>
              <a:ext uri="{FF2B5EF4-FFF2-40B4-BE49-F238E27FC236}">
                <a16:creationId xmlns:a16="http://schemas.microsoft.com/office/drawing/2014/main" id="{D92289C6-858E-E449-16B6-10640E9A4385}"/>
              </a:ext>
            </a:extLst>
          </p:cNvPr>
          <p:cNvSpPr txBox="1"/>
          <p:nvPr/>
        </p:nvSpPr>
        <p:spPr>
          <a:xfrm>
            <a:off x="7274505" y="46545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8" name="Text Placeholder 17">
            <a:extLst>
              <a:ext uri="{FF2B5EF4-FFF2-40B4-BE49-F238E27FC236}">
                <a16:creationId xmlns:a16="http://schemas.microsoft.com/office/drawing/2014/main" id="{9E581293-F447-3BF1-9A5E-224699DA9AD6}"/>
              </a:ext>
            </a:extLst>
          </p:cNvPr>
          <p:cNvSpPr txBox="1">
            <a:spLocks/>
          </p:cNvSpPr>
          <p:nvPr/>
        </p:nvSpPr>
        <p:spPr>
          <a:xfrm>
            <a:off x="6120557" y="5232054"/>
            <a:ext cx="240831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$30.85</a:t>
            </a:r>
          </a:p>
        </p:txBody>
      </p:sp>
      <p:sp>
        <p:nvSpPr>
          <p:cNvPr id="11" name="TextBox 10">
            <a:extLst>
              <a:ext uri="{FF2B5EF4-FFF2-40B4-BE49-F238E27FC236}">
                <a16:creationId xmlns:a16="http://schemas.microsoft.com/office/drawing/2014/main" id="{C22AC239-77AC-A298-F7CD-0F89091EC017}"/>
              </a:ext>
            </a:extLst>
          </p:cNvPr>
          <p:cNvSpPr txBox="1"/>
          <p:nvPr/>
        </p:nvSpPr>
        <p:spPr>
          <a:xfrm>
            <a:off x="10278479" y="4654562"/>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3" name="Text Placeholder 17">
            <a:extLst>
              <a:ext uri="{FF2B5EF4-FFF2-40B4-BE49-F238E27FC236}">
                <a16:creationId xmlns:a16="http://schemas.microsoft.com/office/drawing/2014/main" id="{F26944D4-5B1E-8A5C-FB32-A5E8EE462D75}"/>
              </a:ext>
            </a:extLst>
          </p:cNvPr>
          <p:cNvSpPr txBox="1">
            <a:spLocks/>
          </p:cNvSpPr>
          <p:nvPr/>
        </p:nvSpPr>
        <p:spPr>
          <a:xfrm>
            <a:off x="9090867" y="5232054"/>
            <a:ext cx="2408310"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$30.65</a:t>
            </a:r>
          </a:p>
        </p:txBody>
      </p:sp>
      <p:sp>
        <p:nvSpPr>
          <p:cNvPr id="2" name="Slide Number Placeholder 1">
            <a:extLst>
              <a:ext uri="{FF2B5EF4-FFF2-40B4-BE49-F238E27FC236}">
                <a16:creationId xmlns:a16="http://schemas.microsoft.com/office/drawing/2014/main" id="{29BCC904-C834-E490-B334-2E65478E2C6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35</a:t>
            </a:fld>
            <a:endParaRPr lang="en-AU"/>
          </a:p>
        </p:txBody>
      </p:sp>
    </p:spTree>
    <p:extLst>
      <p:ext uri="{BB962C8B-B14F-4D97-AF65-F5344CB8AC3E}">
        <p14:creationId xmlns:p14="http://schemas.microsoft.com/office/powerpoint/2010/main" val="3754241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308A6B-C68A-FF44-E71E-18A9E64F0EF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9FCD6D4-3BA7-FB4B-7855-CDFBF1074A04}"/>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(17)</a:t>
            </a:r>
          </a:p>
        </p:txBody>
      </p:sp>
      <p:pic>
        <p:nvPicPr>
          <p:cNvPr id="3" name="Picture 2">
            <a:extLst>
              <a:ext uri="{FF2B5EF4-FFF2-40B4-BE49-F238E27FC236}">
                <a16:creationId xmlns:a16="http://schemas.microsoft.com/office/drawing/2014/main" id="{2D93CD05-EEB0-3C8B-380D-9FC3C1D1498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D07BE7B-7F4A-3286-1609-FE23686ED1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5" name="Text Placeholder 5">
            <a:extLst>
              <a:ext uri="{FF2B5EF4-FFF2-40B4-BE49-F238E27FC236}">
                <a16:creationId xmlns:a16="http://schemas.microsoft.com/office/drawing/2014/main" id="{4CA2116A-99BF-6D49-75CF-D580650D3E25}"/>
              </a:ext>
            </a:extLst>
          </p:cNvPr>
          <p:cNvSpPr txBox="1">
            <a:spLocks/>
          </p:cNvSpPr>
          <p:nvPr/>
        </p:nvSpPr>
        <p:spPr>
          <a:xfrm>
            <a:off x="360000" y="1253502"/>
            <a:ext cx="5480361"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3600" b="1"/>
              <a:t>Record </a:t>
            </a:r>
            <a:r>
              <a:rPr lang="en-AU" sz="3600"/>
              <a:t>a</a:t>
            </a:r>
            <a:r>
              <a:rPr lang="en-AU" sz="3600" b="1"/>
              <a:t> route </a:t>
            </a:r>
            <a:r>
              <a:rPr lang="en-AU" sz="3600"/>
              <a:t>from the </a:t>
            </a:r>
            <a:r>
              <a:rPr lang="en-AU" sz="3600" b="1"/>
              <a:t>parrots </a:t>
            </a:r>
            <a:r>
              <a:rPr lang="en-AU" sz="3600"/>
              <a:t>to the </a:t>
            </a:r>
            <a:r>
              <a:rPr lang="en-AU" sz="3600" b="1"/>
              <a:t>snakes.</a:t>
            </a:r>
          </a:p>
          <a:p>
            <a:r>
              <a:rPr lang="en-AU" sz="3600"/>
              <a:t>Use </a:t>
            </a:r>
            <a:r>
              <a:rPr lang="en-AU" sz="3600" b="1"/>
              <a:t>compass directions </a:t>
            </a:r>
            <a:r>
              <a:rPr lang="en-AU" sz="3600"/>
              <a:t>and </a:t>
            </a:r>
            <a:r>
              <a:rPr lang="en-AU" sz="3600" b="1"/>
              <a:t>grid references </a:t>
            </a:r>
            <a:r>
              <a:rPr lang="en-AU" sz="3600"/>
              <a:t>to describe your route.</a:t>
            </a:r>
          </a:p>
        </p:txBody>
      </p:sp>
      <p:pic>
        <p:nvPicPr>
          <p:cNvPr id="8" name="Picture 7" descr="A map of a zoo with the following animals at the grid references:&#10;koala A3, chimps B2, turtles B2, emus B3snakes B4 spiders C2 elephants C2 kangaroo C3 quokkas C3 eagles C4 zebras C4 giraffe C5.&#10;A ring is around the parrots and the snakes.&#10;">
            <a:extLst>
              <a:ext uri="{FF2B5EF4-FFF2-40B4-BE49-F238E27FC236}">
                <a16:creationId xmlns:a16="http://schemas.microsoft.com/office/drawing/2014/main" id="{8AB66D17-7356-D6F3-1794-4E6868DF4C16}"/>
              </a:ext>
            </a:extLst>
          </p:cNvPr>
          <p:cNvPicPr>
            <a:picLocks noChangeAspect="1"/>
          </p:cNvPicPr>
          <p:nvPr/>
        </p:nvPicPr>
        <p:blipFill>
          <a:blip r:embed="rId4">
            <a:extLst>
              <a:ext uri="{28A0092B-C50C-407E-A947-70E740481C1C}">
                <a14:useLocalDpi xmlns:a14="http://schemas.microsoft.com/office/drawing/2010/main" val="0"/>
              </a:ext>
            </a:extLst>
          </a:blip>
          <a:srcRect l="4204" t="8357" r="2688" b="23196"/>
          <a:stretch>
            <a:fillRect/>
          </a:stretch>
        </p:blipFill>
        <p:spPr>
          <a:xfrm>
            <a:off x="6528759" y="1363955"/>
            <a:ext cx="4955241" cy="515204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873457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5DD2C-2360-F941-78C2-119C5F7439E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B668BC7-E07F-8763-81B9-7969BEF094A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(18)</a:t>
            </a:r>
          </a:p>
        </p:txBody>
      </p:sp>
      <p:pic>
        <p:nvPicPr>
          <p:cNvPr id="3" name="Picture 2">
            <a:extLst>
              <a:ext uri="{FF2B5EF4-FFF2-40B4-BE49-F238E27FC236}">
                <a16:creationId xmlns:a16="http://schemas.microsoft.com/office/drawing/2014/main" id="{E34FFB15-F7DE-0945-FB9C-D8A36F224B61}"/>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C6278ABA-47B2-1E8F-9361-762350052CB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7" name="TextBox 6">
            <a:extLst>
              <a:ext uri="{FF2B5EF4-FFF2-40B4-BE49-F238E27FC236}">
                <a16:creationId xmlns:a16="http://schemas.microsoft.com/office/drawing/2014/main" id="{D9A7F73B-63E4-09B1-4D3F-7C214BA58873}"/>
              </a:ext>
            </a:extLst>
          </p:cNvPr>
          <p:cNvSpPr txBox="1"/>
          <p:nvPr/>
        </p:nvSpPr>
        <p:spPr>
          <a:xfrm>
            <a:off x="1075764" y="1714194"/>
            <a:ext cx="10246659" cy="3902415"/>
          </a:xfrm>
          <a:prstGeom prst="rect">
            <a:avLst/>
          </a:prstGeom>
          <a:noFill/>
        </p:spPr>
        <p:txBody>
          <a:bodyPr wrap="square">
            <a:spAutoFit/>
          </a:bodyPr>
          <a:lstStyle/>
          <a:p>
            <a:pPr lvl="0">
              <a:lnSpc>
                <a:spcPct val="150000"/>
              </a:lnSpc>
              <a:spcBef>
                <a:spcPts val="1200"/>
              </a:spcBef>
              <a:spcAft>
                <a:spcPts val="600"/>
              </a:spcAft>
            </a:pPr>
            <a:r>
              <a:rPr lang="en-AU" sz="4000">
                <a:effectLst/>
                <a:latin typeface="Arial" panose="020B0604020202020204" pitchFamily="34" charset="0"/>
                <a:ea typeface="Calibri" panose="020F0502020204030204" pitchFamily="34" charset="0"/>
              </a:rPr>
              <a:t>There are </a:t>
            </a:r>
            <a:r>
              <a:rPr lang="en-AU" sz="4000" b="1">
                <a:latin typeface="Arial" panose="020B0604020202020204" pitchFamily="34" charset="0"/>
                <a:ea typeface="Calibri" panose="020F0502020204030204" pitchFamily="34" charset="0"/>
              </a:rPr>
              <a:t>54</a:t>
            </a:r>
            <a:r>
              <a:rPr lang="en-AU" sz="4000" b="1">
                <a:effectLst/>
                <a:latin typeface="Arial" panose="020B0604020202020204" pitchFamily="34" charset="0"/>
                <a:ea typeface="Calibri" panose="020F0502020204030204" pitchFamily="34" charset="0"/>
              </a:rPr>
              <a:t> beads </a:t>
            </a:r>
            <a:r>
              <a:rPr lang="en-AU" sz="4000">
                <a:effectLst/>
                <a:latin typeface="Arial" panose="020B0604020202020204" pitchFamily="34" charset="0"/>
                <a:ea typeface="Calibri" panose="020F0502020204030204" pitchFamily="34" charset="0"/>
              </a:rPr>
              <a:t>in a bowl, and I need to make </a:t>
            </a:r>
            <a:r>
              <a:rPr lang="en-AU" sz="4000" b="1">
                <a:effectLst/>
                <a:latin typeface="Arial" panose="020B0604020202020204" pitchFamily="34" charset="0"/>
                <a:ea typeface="Calibri" panose="020F0502020204030204" pitchFamily="34" charset="0"/>
              </a:rPr>
              <a:t>6 bracelets </a:t>
            </a:r>
            <a:r>
              <a:rPr lang="en-AU" sz="4000">
                <a:effectLst/>
                <a:latin typeface="Arial" panose="020B0604020202020204" pitchFamily="34" charset="0"/>
                <a:ea typeface="Calibri" panose="020F0502020204030204" pitchFamily="34" charset="0"/>
              </a:rPr>
              <a:t>with an </a:t>
            </a:r>
            <a:r>
              <a:rPr lang="en-AU" sz="4000" b="1">
                <a:effectLst/>
                <a:latin typeface="Arial" panose="020B0604020202020204" pitchFamily="34" charset="0"/>
                <a:ea typeface="Calibri" panose="020F0502020204030204" pitchFamily="34" charset="0"/>
              </a:rPr>
              <a:t>equal </a:t>
            </a:r>
            <a:r>
              <a:rPr lang="en-AU" sz="4000">
                <a:effectLst/>
                <a:latin typeface="Arial" panose="020B0604020202020204" pitchFamily="34" charset="0"/>
                <a:ea typeface="Calibri" panose="020F0502020204030204" pitchFamily="34" charset="0"/>
              </a:rPr>
              <a:t>number of beads. </a:t>
            </a:r>
          </a:p>
          <a:p>
            <a:pPr lvl="0">
              <a:lnSpc>
                <a:spcPct val="150000"/>
              </a:lnSpc>
              <a:spcBef>
                <a:spcPts val="1200"/>
              </a:spcBef>
              <a:spcAft>
                <a:spcPts val="600"/>
              </a:spcAft>
            </a:pPr>
            <a:r>
              <a:rPr lang="en-AU" sz="4000" b="1">
                <a:effectLst/>
                <a:latin typeface="Arial" panose="020B0604020202020204" pitchFamily="34" charset="0"/>
                <a:ea typeface="Calibri" panose="020F0502020204030204" pitchFamily="34" charset="0"/>
              </a:rPr>
              <a:t>How many </a:t>
            </a:r>
            <a:r>
              <a:rPr lang="en-AU" sz="4000">
                <a:effectLst/>
                <a:latin typeface="Arial" panose="020B0604020202020204" pitchFamily="34" charset="0"/>
                <a:ea typeface="Calibri" panose="020F0502020204030204" pitchFamily="34" charset="0"/>
              </a:rPr>
              <a:t>beads</a:t>
            </a:r>
            <a:r>
              <a:rPr lang="en-AU" sz="4000" b="1">
                <a:effectLst/>
                <a:latin typeface="Arial" panose="020B0604020202020204" pitchFamily="34" charset="0"/>
                <a:ea typeface="Calibri" panose="020F0502020204030204" pitchFamily="34" charset="0"/>
              </a:rPr>
              <a:t> </a:t>
            </a:r>
            <a:r>
              <a:rPr lang="en-AU" sz="4000">
                <a:effectLst/>
                <a:latin typeface="Arial" panose="020B0604020202020204" pitchFamily="34" charset="0"/>
                <a:ea typeface="Calibri" panose="020F0502020204030204" pitchFamily="34" charset="0"/>
              </a:rPr>
              <a:t>go on </a:t>
            </a:r>
            <a:r>
              <a:rPr lang="en-AU" sz="4000" b="1">
                <a:effectLst/>
                <a:latin typeface="Arial" panose="020B0604020202020204" pitchFamily="34" charset="0"/>
                <a:ea typeface="Calibri" panose="020F0502020204030204" pitchFamily="34" charset="0"/>
              </a:rPr>
              <a:t>each bracelet</a:t>
            </a:r>
            <a:r>
              <a:rPr lang="en-AU" sz="400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3073205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7CB53-A4C0-A55A-FFE1-4FB771BE398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CC4B563-2BB1-344B-48AD-6B4DBD04F76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(19)</a:t>
            </a:r>
          </a:p>
        </p:txBody>
      </p:sp>
      <p:pic>
        <p:nvPicPr>
          <p:cNvPr id="3" name="Picture 2">
            <a:extLst>
              <a:ext uri="{FF2B5EF4-FFF2-40B4-BE49-F238E27FC236}">
                <a16:creationId xmlns:a16="http://schemas.microsoft.com/office/drawing/2014/main" id="{B38D0ADF-3DD6-732F-15F0-9E23C650943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EF03837-CD4E-1218-9144-F017FA537B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12" name="TextBox 11">
            <a:extLst>
              <a:ext uri="{FF2B5EF4-FFF2-40B4-BE49-F238E27FC236}">
                <a16:creationId xmlns:a16="http://schemas.microsoft.com/office/drawing/2014/main" id="{BBB749B7-E1E1-B647-9B1C-2892631426FE}"/>
              </a:ext>
            </a:extLst>
          </p:cNvPr>
          <p:cNvSpPr txBox="1"/>
          <p:nvPr/>
        </p:nvSpPr>
        <p:spPr>
          <a:xfrm>
            <a:off x="0" y="1150138"/>
            <a:ext cx="12076252" cy="901593"/>
          </a:xfrm>
          <a:prstGeom prst="rect">
            <a:avLst/>
          </a:prstGeom>
          <a:noFill/>
        </p:spPr>
        <p:txBody>
          <a:bodyPr wrap="square">
            <a:spAutoFit/>
          </a:bodyPr>
          <a:lstStyle/>
          <a:p>
            <a:pPr lvl="0" algn="ctr">
              <a:lnSpc>
                <a:spcPct val="150000"/>
              </a:lnSpc>
              <a:spcBef>
                <a:spcPts val="1200"/>
              </a:spcBef>
              <a:spcAft>
                <a:spcPts val="600"/>
              </a:spcAft>
            </a:pPr>
            <a:r>
              <a:rPr lang="en-AU" sz="4000" b="1">
                <a:effectLst/>
                <a:latin typeface="Arial" panose="020B0604020202020204" pitchFamily="34" charset="0"/>
                <a:ea typeface="Calibri" panose="020F0502020204030204" pitchFamily="34" charset="0"/>
              </a:rPr>
              <a:t>Record</a:t>
            </a:r>
            <a:r>
              <a:rPr lang="en-AU" sz="4000">
                <a:effectLst/>
                <a:latin typeface="Arial" panose="020B0604020202020204" pitchFamily="34" charset="0"/>
                <a:ea typeface="Calibri" panose="020F0502020204030204" pitchFamily="34" charset="0"/>
              </a:rPr>
              <a:t> this representation using </a:t>
            </a:r>
            <a:r>
              <a:rPr lang="en-AU" sz="4000" b="1">
                <a:effectLst/>
                <a:latin typeface="Arial" panose="020B0604020202020204" pitchFamily="34" charset="0"/>
                <a:ea typeface="Calibri" panose="020F0502020204030204" pitchFamily="34" charset="0"/>
              </a:rPr>
              <a:t>decimal notation</a:t>
            </a:r>
            <a:r>
              <a:rPr lang="en-AU" sz="4000">
                <a:effectLst/>
                <a:latin typeface="Arial" panose="020B0604020202020204" pitchFamily="34" charset="0"/>
                <a:ea typeface="Calibri" panose="020F0502020204030204" pitchFamily="34" charset="0"/>
              </a:rPr>
              <a:t>.</a:t>
            </a:r>
          </a:p>
        </p:txBody>
      </p:sp>
      <p:pic>
        <p:nvPicPr>
          <p:cNvPr id="10" name="Picture 9" descr="Fractions strips - 2 wholes, 2 tenths and 9 hundredths">
            <a:extLst>
              <a:ext uri="{FF2B5EF4-FFF2-40B4-BE49-F238E27FC236}">
                <a16:creationId xmlns:a16="http://schemas.microsoft.com/office/drawing/2014/main" id="{D08404E2-C244-C539-2AF7-5665E49BB532}"/>
              </a:ext>
            </a:extLst>
          </p:cNvPr>
          <p:cNvPicPr>
            <a:picLocks noChangeAspect="1"/>
          </p:cNvPicPr>
          <p:nvPr/>
        </p:nvPicPr>
        <p:blipFill>
          <a:blip r:embed="rId4"/>
          <a:srcRect r="36835"/>
          <a:stretch>
            <a:fillRect/>
          </a:stretch>
        </p:blipFill>
        <p:spPr>
          <a:xfrm>
            <a:off x="244373" y="2181875"/>
            <a:ext cx="7111410" cy="3802235"/>
          </a:xfrm>
          <a:prstGeom prst="rect">
            <a:avLst/>
          </a:prstGeom>
        </p:spPr>
      </p:pic>
      <p:pic>
        <p:nvPicPr>
          <p:cNvPr id="11" name="Picture 10" descr="place value houses (ones and hundredths)">
            <a:extLst>
              <a:ext uri="{FF2B5EF4-FFF2-40B4-BE49-F238E27FC236}">
                <a16:creationId xmlns:a16="http://schemas.microsoft.com/office/drawing/2014/main" id="{0A546AC5-14DB-1473-5AD2-89BEDFF600CC}"/>
              </a:ext>
            </a:extLst>
          </p:cNvPr>
          <p:cNvPicPr>
            <a:picLocks noChangeAspect="1"/>
          </p:cNvPicPr>
          <p:nvPr/>
        </p:nvPicPr>
        <p:blipFill>
          <a:blip r:embed="rId4"/>
          <a:srcRect l="63106" r="1" b="21556"/>
          <a:stretch>
            <a:fillRect/>
          </a:stretch>
        </p:blipFill>
        <p:spPr>
          <a:xfrm>
            <a:off x="7423282" y="2606725"/>
            <a:ext cx="4522694" cy="3247659"/>
          </a:xfrm>
          <a:prstGeom prst="rect">
            <a:avLst/>
          </a:prstGeom>
        </p:spPr>
      </p:pic>
    </p:spTree>
    <p:extLst>
      <p:ext uri="{BB962C8B-B14F-4D97-AF65-F5344CB8AC3E}">
        <p14:creationId xmlns:p14="http://schemas.microsoft.com/office/powerpoint/2010/main" val="4118180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5DB769-B15B-0A1A-67BB-631316F013D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0EBDC36-B60F-D91B-E29F-D0E33662F0B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(20)</a:t>
            </a:r>
          </a:p>
        </p:txBody>
      </p:sp>
      <p:pic>
        <p:nvPicPr>
          <p:cNvPr id="3" name="Picture 2">
            <a:extLst>
              <a:ext uri="{FF2B5EF4-FFF2-40B4-BE49-F238E27FC236}">
                <a16:creationId xmlns:a16="http://schemas.microsoft.com/office/drawing/2014/main" id="{8579B78F-E8F7-2A31-5798-ADB627F8314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E0381E3-2DB8-73E7-C1C9-7163E688626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39</a:t>
            </a:fld>
            <a:endParaRPr lang="en-AU"/>
          </a:p>
        </p:txBody>
      </p:sp>
      <p:sp>
        <p:nvSpPr>
          <p:cNvPr id="5" name="TextBox 4">
            <a:extLst>
              <a:ext uri="{FF2B5EF4-FFF2-40B4-BE49-F238E27FC236}">
                <a16:creationId xmlns:a16="http://schemas.microsoft.com/office/drawing/2014/main" id="{83842AA2-FB3C-BCA1-9F34-0D90D6B85A73}"/>
              </a:ext>
            </a:extLst>
          </p:cNvPr>
          <p:cNvSpPr txBox="1"/>
          <p:nvPr/>
        </p:nvSpPr>
        <p:spPr>
          <a:xfrm>
            <a:off x="1168857" y="1139271"/>
            <a:ext cx="9328814" cy="901593"/>
          </a:xfrm>
          <a:prstGeom prst="rect">
            <a:avLst/>
          </a:prstGeom>
          <a:noFill/>
        </p:spPr>
        <p:txBody>
          <a:bodyPr wrap="square">
            <a:spAutoFit/>
          </a:bodyPr>
          <a:lstStyle/>
          <a:p>
            <a:pPr lvl="0" algn="ctr">
              <a:lnSpc>
                <a:spcPct val="150000"/>
              </a:lnSpc>
              <a:spcBef>
                <a:spcPts val="1200"/>
              </a:spcBef>
              <a:spcAft>
                <a:spcPts val="600"/>
              </a:spcAft>
            </a:pPr>
            <a:r>
              <a:rPr lang="en-AU" sz="4000">
                <a:effectLst/>
                <a:latin typeface="Arial" panose="020B0604020202020204" pitchFamily="34" charset="0"/>
                <a:ea typeface="Calibri" panose="020F0502020204030204" pitchFamily="34" charset="0"/>
              </a:rPr>
              <a:t>Which of these </a:t>
            </a:r>
            <a:r>
              <a:rPr lang="en-AU" sz="4000" b="1">
                <a:effectLst/>
                <a:latin typeface="Arial" panose="020B0604020202020204" pitchFamily="34" charset="0"/>
                <a:ea typeface="Calibri" panose="020F0502020204030204" pitchFamily="34" charset="0"/>
              </a:rPr>
              <a:t>3D objects </a:t>
            </a:r>
            <a:r>
              <a:rPr lang="en-AU" sz="4000">
                <a:effectLst/>
                <a:latin typeface="Arial" panose="020B0604020202020204" pitchFamily="34" charset="0"/>
                <a:ea typeface="Calibri" panose="020F0502020204030204" pitchFamily="34" charset="0"/>
              </a:rPr>
              <a:t>are</a:t>
            </a:r>
            <a:r>
              <a:rPr lang="en-AU" sz="4000" b="1">
                <a:effectLst/>
                <a:latin typeface="Arial" panose="020B0604020202020204" pitchFamily="34" charset="0"/>
                <a:ea typeface="Calibri" panose="020F0502020204030204" pitchFamily="34" charset="0"/>
              </a:rPr>
              <a:t> prisms?</a:t>
            </a:r>
            <a:endParaRPr lang="en-AU" sz="4000">
              <a:effectLst/>
              <a:latin typeface="Arial" panose="020B0604020202020204" pitchFamily="34" charset="0"/>
              <a:ea typeface="Calibri" panose="020F0502020204030204" pitchFamily="34" charset="0"/>
            </a:endParaRPr>
          </a:p>
        </p:txBody>
      </p:sp>
      <p:pic>
        <p:nvPicPr>
          <p:cNvPr id="10" name="Picture 9" descr="Four 3D objects:&#10;A: triangular prism&#10;B Square pyramid&#10;C: cone&#10;D: cube">
            <a:extLst>
              <a:ext uri="{FF2B5EF4-FFF2-40B4-BE49-F238E27FC236}">
                <a16:creationId xmlns:a16="http://schemas.microsoft.com/office/drawing/2014/main" id="{7D1C73A4-61AD-4ED7-8884-854EA8E0BCB5}"/>
              </a:ext>
            </a:extLst>
          </p:cNvPr>
          <p:cNvPicPr>
            <a:picLocks noChangeAspect="1"/>
          </p:cNvPicPr>
          <p:nvPr/>
        </p:nvPicPr>
        <p:blipFill>
          <a:blip r:embed="rId4"/>
          <a:stretch>
            <a:fillRect/>
          </a:stretch>
        </p:blipFill>
        <p:spPr>
          <a:xfrm>
            <a:off x="813880" y="2320046"/>
            <a:ext cx="10038768" cy="3015178"/>
          </a:xfrm>
          <a:prstGeom prst="rect">
            <a:avLst/>
          </a:prstGeom>
          <a:ln>
            <a:noFill/>
          </a:ln>
          <a:effectLst/>
        </p:spPr>
      </p:pic>
      <p:sp>
        <p:nvSpPr>
          <p:cNvPr id="4" name="TextBox 3">
            <a:extLst>
              <a:ext uri="{FF2B5EF4-FFF2-40B4-BE49-F238E27FC236}">
                <a16:creationId xmlns:a16="http://schemas.microsoft.com/office/drawing/2014/main" id="{A9CE4655-2337-DEBA-D595-097583A1DAF8}"/>
              </a:ext>
            </a:extLst>
          </p:cNvPr>
          <p:cNvSpPr txBox="1"/>
          <p:nvPr/>
        </p:nvSpPr>
        <p:spPr>
          <a:xfrm>
            <a:off x="1431593" y="5614407"/>
            <a:ext cx="9328814" cy="901593"/>
          </a:xfrm>
          <a:prstGeom prst="rect">
            <a:avLst/>
          </a:prstGeom>
          <a:noFill/>
        </p:spPr>
        <p:txBody>
          <a:bodyPr wrap="square">
            <a:spAutoFit/>
          </a:bodyPr>
          <a:lstStyle/>
          <a:p>
            <a:pPr lvl="0" algn="ctr">
              <a:lnSpc>
                <a:spcPct val="150000"/>
              </a:lnSpc>
              <a:spcBef>
                <a:spcPts val="1200"/>
              </a:spcBef>
              <a:spcAft>
                <a:spcPts val="600"/>
              </a:spcAft>
            </a:pPr>
            <a:r>
              <a:rPr lang="en-AU" sz="4000" b="1">
                <a:effectLst/>
                <a:latin typeface="Arial" panose="020B0604020202020204" pitchFamily="34" charset="0"/>
                <a:ea typeface="Calibri" panose="020F0502020204030204" pitchFamily="34" charset="0"/>
              </a:rPr>
              <a:t>Communicate</a:t>
            </a:r>
            <a:r>
              <a:rPr lang="en-AU" sz="4000">
                <a:effectLst/>
                <a:latin typeface="Arial" panose="020B0604020202020204" pitchFamily="34" charset="0"/>
                <a:ea typeface="Calibri" panose="020F0502020204030204" pitchFamily="34" charset="0"/>
              </a:rPr>
              <a:t> your </a:t>
            </a:r>
            <a:r>
              <a:rPr lang="en-AU" sz="4000" b="1">
                <a:effectLst/>
                <a:latin typeface="Arial" panose="020B0604020202020204" pitchFamily="34" charset="0"/>
                <a:ea typeface="Calibri" panose="020F0502020204030204" pitchFamily="34" charset="0"/>
              </a:rPr>
              <a:t>reasoning</a:t>
            </a:r>
            <a:r>
              <a:rPr lang="en-AU" sz="400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1795020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8C752-60AE-8F34-02FE-7A059F7EC67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165B703-4BF0-919D-3A82-B0D8690C78C3}"/>
              </a:ext>
            </a:extLst>
          </p:cNvPr>
          <p:cNvSpPr>
            <a:spLocks noGrp="1"/>
          </p:cNvSpPr>
          <p:nvPr>
            <p:ph type="title"/>
          </p:nvPr>
        </p:nvSpPr>
        <p:spPr>
          <a:xfrm>
            <a:off x="360000" y="360000"/>
            <a:ext cx="10367268" cy="545601"/>
          </a:xfrm>
        </p:spPr>
        <p:txBody>
          <a:bodyPr/>
          <a:lstStyle/>
          <a:p>
            <a:r>
              <a:rPr lang="en-AU"/>
              <a:t>Activity 5 – problem solving involving money</a:t>
            </a:r>
          </a:p>
        </p:txBody>
      </p:sp>
      <p:pic>
        <p:nvPicPr>
          <p:cNvPr id="4" name="Picture 3">
            <a:extLst>
              <a:ext uri="{FF2B5EF4-FFF2-40B4-BE49-F238E27FC236}">
                <a16:creationId xmlns:a16="http://schemas.microsoft.com/office/drawing/2014/main" id="{310F3533-70A3-049C-FD4D-BE7CFB97024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3056E265-7FEE-677A-4128-6A92340D5400}"/>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extBox 2">
            <a:extLst>
              <a:ext uri="{FF2B5EF4-FFF2-40B4-BE49-F238E27FC236}">
                <a16:creationId xmlns:a16="http://schemas.microsoft.com/office/drawing/2014/main" id="{DD7D5640-7C55-FA0C-257F-900918809588}"/>
              </a:ext>
            </a:extLst>
          </p:cNvPr>
          <p:cNvSpPr txBox="1"/>
          <p:nvPr/>
        </p:nvSpPr>
        <p:spPr>
          <a:xfrm>
            <a:off x="360000" y="1473606"/>
            <a:ext cx="7579062" cy="4287136"/>
          </a:xfrm>
          <a:prstGeom prst="rect">
            <a:avLst/>
          </a:prstGeom>
          <a:noFill/>
        </p:spPr>
        <p:txBody>
          <a:bodyPr wrap="square">
            <a:spAutoFit/>
          </a:bodyPr>
          <a:lstStyle/>
          <a:p>
            <a:pPr>
              <a:lnSpc>
                <a:spcPct val="150000"/>
              </a:lnSpc>
            </a:pPr>
            <a:r>
              <a:rPr lang="en-AU" sz="4000">
                <a:effectLst/>
                <a:latin typeface="Arial" panose="020B0604020202020204" pitchFamily="34" charset="0"/>
                <a:ea typeface="Calibri" panose="020F0502020204030204" pitchFamily="34" charset="0"/>
              </a:rPr>
              <a:t>A father bought balloons for his </a:t>
            </a:r>
            <a:r>
              <a:rPr lang="en-AU" sz="4000" b="1">
                <a:effectLst/>
                <a:latin typeface="Arial" panose="020B0604020202020204" pitchFamily="34" charset="0"/>
                <a:ea typeface="Calibri" panose="020F0502020204030204" pitchFamily="34" charset="0"/>
              </a:rPr>
              <a:t>4 children </a:t>
            </a:r>
            <a:r>
              <a:rPr lang="en-AU" sz="4000">
                <a:effectLst/>
                <a:latin typeface="Arial" panose="020B0604020202020204" pitchFamily="34" charset="0"/>
                <a:ea typeface="Calibri" panose="020F0502020204030204" pitchFamily="34" charset="0"/>
              </a:rPr>
              <a:t>at the community fair.</a:t>
            </a:r>
          </a:p>
          <a:p>
            <a:r>
              <a:rPr lang="en-AU" sz="4000">
                <a:effectLst/>
                <a:latin typeface="Arial" panose="020B0604020202020204" pitchFamily="34" charset="0"/>
                <a:ea typeface="Calibri" panose="020F0502020204030204" pitchFamily="34" charset="0"/>
              </a:rPr>
              <a:t> </a:t>
            </a:r>
          </a:p>
          <a:p>
            <a:pPr>
              <a:lnSpc>
                <a:spcPct val="150000"/>
              </a:lnSpc>
            </a:pPr>
            <a:r>
              <a:rPr lang="en-AU" sz="4000">
                <a:effectLst/>
                <a:latin typeface="Arial" panose="020B0604020202020204" pitchFamily="34" charset="0"/>
                <a:ea typeface="Calibri" panose="020F0502020204030204" pitchFamily="34" charset="0"/>
              </a:rPr>
              <a:t>He paid for the balloons using </a:t>
            </a:r>
            <a:r>
              <a:rPr lang="en-AU" sz="4000" b="1">
                <a:effectLst/>
                <a:latin typeface="Arial" panose="020B0604020202020204" pitchFamily="34" charset="0"/>
                <a:ea typeface="Calibri" panose="020F0502020204030204" pitchFamily="34" charset="0"/>
              </a:rPr>
              <a:t>2 notes and 4 coins</a:t>
            </a:r>
            <a:r>
              <a:rPr lang="en-AU" sz="4000">
                <a:effectLst/>
                <a:latin typeface="Arial" panose="020B0604020202020204" pitchFamily="34" charset="0"/>
                <a:ea typeface="Calibri" panose="020F0502020204030204" pitchFamily="34" charset="0"/>
              </a:rPr>
              <a:t>. </a:t>
            </a:r>
            <a:endParaRPr lang="en-AU" sz="4000"/>
          </a:p>
        </p:txBody>
      </p:sp>
      <p:pic>
        <p:nvPicPr>
          <p:cNvPr id="8" name="Picture 7">
            <a:extLst>
              <a:ext uri="{FF2B5EF4-FFF2-40B4-BE49-F238E27FC236}">
                <a16:creationId xmlns:a16="http://schemas.microsoft.com/office/drawing/2014/main" id="{A173146D-ECD6-1E5A-FDA4-207BBFD8BAA3}"/>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045841" y="1397788"/>
            <a:ext cx="3781162" cy="4802942"/>
          </a:xfrm>
          <a:prstGeom prst="rect">
            <a:avLst/>
          </a:prstGeom>
        </p:spPr>
      </p:pic>
    </p:spTree>
    <p:extLst>
      <p:ext uri="{BB962C8B-B14F-4D97-AF65-F5344CB8AC3E}">
        <p14:creationId xmlns:p14="http://schemas.microsoft.com/office/powerpoint/2010/main" val="122943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6BB0C-ECD1-7778-2D20-C130A7C84EA8}"/>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02B3A9E8-E92B-6AD9-933C-549E735032F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25236" y="3784874"/>
            <a:ext cx="2220958" cy="2821126"/>
          </a:xfrm>
          <a:prstGeom prst="rect">
            <a:avLst/>
          </a:prstGeom>
        </p:spPr>
      </p:pic>
      <p:sp>
        <p:nvSpPr>
          <p:cNvPr id="6" name="Title 5">
            <a:extLst>
              <a:ext uri="{FF2B5EF4-FFF2-40B4-BE49-F238E27FC236}">
                <a16:creationId xmlns:a16="http://schemas.microsoft.com/office/drawing/2014/main" id="{1EEF83B0-7447-34F1-4E1D-660722E797A1}"/>
              </a:ext>
            </a:extLst>
          </p:cNvPr>
          <p:cNvSpPr>
            <a:spLocks noGrp="1"/>
          </p:cNvSpPr>
          <p:nvPr>
            <p:ph type="title"/>
          </p:nvPr>
        </p:nvSpPr>
        <p:spPr>
          <a:xfrm>
            <a:off x="360000" y="360000"/>
            <a:ext cx="10367268" cy="545601"/>
          </a:xfrm>
        </p:spPr>
        <p:txBody>
          <a:bodyPr/>
          <a:lstStyle/>
          <a:p>
            <a:r>
              <a:rPr lang="en-AU"/>
              <a:t>Activity 5 – problem solving involving money </a:t>
            </a:r>
            <a:r>
              <a:rPr lang="en-AU">
                <a:solidFill>
                  <a:schemeClr val="bg1"/>
                </a:solidFill>
              </a:rPr>
              <a:t>(2)</a:t>
            </a:r>
          </a:p>
        </p:txBody>
      </p:sp>
      <p:pic>
        <p:nvPicPr>
          <p:cNvPr id="4" name="Picture 3">
            <a:extLst>
              <a:ext uri="{FF2B5EF4-FFF2-40B4-BE49-F238E27FC236}">
                <a16:creationId xmlns:a16="http://schemas.microsoft.com/office/drawing/2014/main" id="{C59132BB-0FEA-D2FD-F301-E6BC6C46BDA6}"/>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0B9A5D15-29AA-E1E8-378A-A9F8D41E395C}"/>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extBox 2">
            <a:extLst>
              <a:ext uri="{FF2B5EF4-FFF2-40B4-BE49-F238E27FC236}">
                <a16:creationId xmlns:a16="http://schemas.microsoft.com/office/drawing/2014/main" id="{80C3688D-B11F-D635-843B-D8FEDADFFB59}"/>
              </a:ext>
            </a:extLst>
          </p:cNvPr>
          <p:cNvSpPr txBox="1"/>
          <p:nvPr/>
        </p:nvSpPr>
        <p:spPr>
          <a:xfrm>
            <a:off x="692216" y="1156022"/>
            <a:ext cx="10158637" cy="5539978"/>
          </a:xfrm>
          <a:prstGeom prst="rect">
            <a:avLst/>
          </a:prstGeom>
          <a:noFill/>
        </p:spPr>
        <p:txBody>
          <a:bodyPr wrap="square">
            <a:spAutoFit/>
          </a:bodyPr>
          <a:lstStyle/>
          <a:p>
            <a:pPr marL="285750" lvl="0" indent="-285750">
              <a:lnSpc>
                <a:spcPct val="150000"/>
              </a:lnSpc>
              <a:spcBef>
                <a:spcPts val="600"/>
              </a:spcBef>
              <a:spcAft>
                <a:spcPts val="1200"/>
              </a:spcAft>
              <a:buFont typeface="Arial" panose="020B0604020202020204" pitchFamily="34" charset="0"/>
              <a:buChar char="•"/>
            </a:pPr>
            <a:r>
              <a:rPr lang="en-AU" sz="2800" b="1" dirty="0">
                <a:latin typeface="Arial" panose="020B0604020202020204" pitchFamily="34" charset="0"/>
                <a:cs typeface="Arial" panose="020B0604020202020204" pitchFamily="34" charset="0"/>
              </a:rPr>
              <a:t>How much </a:t>
            </a:r>
            <a:r>
              <a:rPr lang="en-AU" sz="2800" dirty="0">
                <a:latin typeface="Arial" panose="020B0604020202020204" pitchFamily="34" charset="0"/>
                <a:cs typeface="Arial" panose="020B0604020202020204" pitchFamily="34" charset="0"/>
              </a:rPr>
              <a:t>might the balloons have </a:t>
            </a:r>
            <a:r>
              <a:rPr lang="en-AU" sz="2800" b="1" dirty="0">
                <a:latin typeface="Arial" panose="020B0604020202020204" pitchFamily="34" charset="0"/>
                <a:cs typeface="Arial" panose="020B0604020202020204" pitchFamily="34" charset="0"/>
              </a:rPr>
              <a:t>cost</a:t>
            </a:r>
            <a:r>
              <a:rPr lang="en-AU" sz="2800" dirty="0">
                <a:latin typeface="Arial" panose="020B0604020202020204" pitchFamily="34" charset="0"/>
                <a:cs typeface="Arial" panose="020B0604020202020204" pitchFamily="34" charset="0"/>
              </a:rPr>
              <a:t>?</a:t>
            </a:r>
          </a:p>
          <a:p>
            <a:pPr marL="285750" lvl="0" indent="-285750">
              <a:lnSpc>
                <a:spcPct val="150000"/>
              </a:lnSpc>
              <a:spcBef>
                <a:spcPts val="600"/>
              </a:spcBef>
              <a:spcAft>
                <a:spcPts val="1200"/>
              </a:spcAft>
              <a:buFont typeface="Arial" panose="020B0604020202020204" pitchFamily="34" charset="0"/>
              <a:buChar char="•"/>
            </a:pPr>
            <a:r>
              <a:rPr lang="en-AU" sz="2800" dirty="0">
                <a:latin typeface="Arial" panose="020B0604020202020204" pitchFamily="34" charset="0"/>
                <a:cs typeface="Arial" panose="020B0604020202020204" pitchFamily="34" charset="0"/>
              </a:rPr>
              <a:t>What is the </a:t>
            </a:r>
            <a:r>
              <a:rPr lang="en-AU" sz="2800" b="1" dirty="0">
                <a:latin typeface="Arial" panose="020B0604020202020204" pitchFamily="34" charset="0"/>
                <a:cs typeface="Arial" panose="020B0604020202020204" pitchFamily="34" charset="0"/>
              </a:rPr>
              <a:t>largest amount </a:t>
            </a:r>
            <a:r>
              <a:rPr lang="en-AU" sz="2800" dirty="0">
                <a:latin typeface="Arial" panose="020B0604020202020204" pitchFamily="34" charset="0"/>
                <a:cs typeface="Arial" panose="020B0604020202020204" pitchFamily="34" charset="0"/>
              </a:rPr>
              <a:t>the father could have paid?</a:t>
            </a:r>
          </a:p>
          <a:p>
            <a:pPr marL="285750" lvl="0" indent="-285750">
              <a:lnSpc>
                <a:spcPct val="150000"/>
              </a:lnSpc>
              <a:spcBef>
                <a:spcPts val="600"/>
              </a:spcBef>
              <a:spcAft>
                <a:spcPts val="1200"/>
              </a:spcAft>
              <a:buFont typeface="Arial" panose="020B0604020202020204" pitchFamily="34" charset="0"/>
              <a:buChar char="•"/>
            </a:pPr>
            <a:r>
              <a:rPr lang="en-AU" sz="2800" dirty="0">
                <a:latin typeface="Arial" panose="020B0604020202020204" pitchFamily="34" charset="0"/>
                <a:cs typeface="Arial" panose="020B0604020202020204" pitchFamily="34" charset="0"/>
              </a:rPr>
              <a:t>What is the </a:t>
            </a:r>
            <a:r>
              <a:rPr lang="en-AU" sz="2800" b="1" dirty="0">
                <a:latin typeface="Arial" panose="020B0604020202020204" pitchFamily="34" charset="0"/>
                <a:cs typeface="Arial" panose="020B0604020202020204" pitchFamily="34" charset="0"/>
              </a:rPr>
              <a:t>smallest amount </a:t>
            </a:r>
            <a:r>
              <a:rPr lang="en-AU" sz="2800" dirty="0">
                <a:latin typeface="Arial" panose="020B0604020202020204" pitchFamily="34" charset="0"/>
                <a:cs typeface="Arial" panose="020B0604020202020204" pitchFamily="34" charset="0"/>
              </a:rPr>
              <a:t>the father could have paid?</a:t>
            </a:r>
          </a:p>
          <a:p>
            <a:pPr marL="285750" lvl="0" indent="-285750">
              <a:lnSpc>
                <a:spcPct val="150000"/>
              </a:lnSpc>
              <a:spcBef>
                <a:spcPts val="600"/>
              </a:spcBef>
              <a:spcAft>
                <a:spcPts val="1200"/>
              </a:spcAft>
              <a:buFont typeface="Arial" panose="020B0604020202020204" pitchFamily="34" charset="0"/>
              <a:buChar char="•"/>
            </a:pPr>
            <a:r>
              <a:rPr lang="en-AU" sz="2800" dirty="0">
                <a:latin typeface="Arial" panose="020B0604020202020204" pitchFamily="34" charset="0"/>
                <a:cs typeface="Arial" panose="020B0604020202020204" pitchFamily="34" charset="0"/>
              </a:rPr>
              <a:t>Imagine that he used </a:t>
            </a:r>
            <a:r>
              <a:rPr lang="en-AU" sz="2800" b="1" dirty="0">
                <a:latin typeface="Arial" panose="020B0604020202020204" pitchFamily="34" charset="0"/>
                <a:cs typeface="Arial" panose="020B0604020202020204" pitchFamily="34" charset="0"/>
              </a:rPr>
              <a:t>2 different notes </a:t>
            </a:r>
            <a:r>
              <a:rPr lang="en-AU" sz="2800" dirty="0">
                <a:latin typeface="Arial" panose="020B0604020202020204" pitchFamily="34" charset="0"/>
                <a:cs typeface="Arial" panose="020B0604020202020204" pitchFamily="34" charset="0"/>
              </a:rPr>
              <a:t>and </a:t>
            </a:r>
            <a:r>
              <a:rPr lang="en-AU" sz="2800" b="1" dirty="0">
                <a:latin typeface="Arial" panose="020B0604020202020204" pitchFamily="34" charset="0"/>
                <a:cs typeface="Arial" panose="020B0604020202020204" pitchFamily="34" charset="0"/>
              </a:rPr>
              <a:t>2 different coins</a:t>
            </a:r>
            <a:r>
              <a:rPr lang="en-AU" sz="2800" dirty="0">
                <a:latin typeface="Arial" panose="020B0604020202020204" pitchFamily="34" charset="0"/>
                <a:cs typeface="Arial" panose="020B0604020202020204" pitchFamily="34" charset="0"/>
              </a:rPr>
              <a:t>? </a:t>
            </a:r>
            <a:r>
              <a:rPr lang="en-AU" sz="2800" b="1" dirty="0">
                <a:latin typeface="Arial" panose="020B0604020202020204" pitchFamily="34" charset="0"/>
                <a:cs typeface="Arial" panose="020B0604020202020204" pitchFamily="34" charset="0"/>
              </a:rPr>
              <a:t>How </a:t>
            </a:r>
            <a:r>
              <a:rPr lang="en-AU" sz="2800" b="1" dirty="0">
                <a:solidFill>
                  <a:srgbClr val="FF0000"/>
                </a:solidFill>
                <a:latin typeface="Arial" panose="020B0604020202020204" pitchFamily="34" charset="0"/>
                <a:cs typeface="Arial" panose="020B0604020202020204" pitchFamily="34" charset="0"/>
              </a:rPr>
              <a:t>much</a:t>
            </a:r>
            <a:r>
              <a:rPr lang="en-AU" sz="2800" b="1" dirty="0">
                <a:latin typeface="Arial" panose="020B0604020202020204" pitchFamily="34" charset="0"/>
                <a:cs typeface="Arial" panose="020B0604020202020204" pitchFamily="34" charset="0"/>
              </a:rPr>
              <a:t> </a:t>
            </a:r>
            <a:r>
              <a:rPr lang="en-AU" sz="2800" dirty="0">
                <a:latin typeface="Arial" panose="020B0604020202020204" pitchFamily="34" charset="0"/>
                <a:cs typeface="Arial" panose="020B0604020202020204" pitchFamily="34" charset="0"/>
              </a:rPr>
              <a:t>might the balloons cost now?</a:t>
            </a:r>
          </a:p>
          <a:p>
            <a:pPr marL="285750" indent="-285750">
              <a:lnSpc>
                <a:spcPct val="150000"/>
              </a:lnSpc>
              <a:spcBef>
                <a:spcPts val="600"/>
              </a:spcBef>
              <a:spcAft>
                <a:spcPts val="1200"/>
              </a:spcAft>
              <a:buFont typeface="Arial" panose="020B0604020202020204" pitchFamily="34" charset="0"/>
              <a:buChar char="•"/>
            </a:pPr>
            <a:r>
              <a:rPr lang="en-AU" sz="2800" dirty="0">
                <a:latin typeface="Arial" panose="020B0604020202020204" pitchFamily="34" charset="0"/>
                <a:cs typeface="Arial" panose="020B0604020202020204" pitchFamily="34" charset="0"/>
              </a:rPr>
              <a:t>Can you find </a:t>
            </a:r>
            <a:r>
              <a:rPr lang="en-AU" sz="2800" b="1" dirty="0">
                <a:latin typeface="Arial" panose="020B0604020202020204" pitchFamily="34" charset="0"/>
                <a:cs typeface="Arial" panose="020B0604020202020204" pitchFamily="34" charset="0"/>
              </a:rPr>
              <a:t>all</a:t>
            </a:r>
            <a:r>
              <a:rPr lang="en-AU" sz="2800" dirty="0">
                <a:latin typeface="Arial" panose="020B0604020202020204" pitchFamily="34" charset="0"/>
                <a:cs typeface="Arial" panose="020B0604020202020204" pitchFamily="34" charset="0"/>
              </a:rPr>
              <a:t> the possible prices? </a:t>
            </a:r>
          </a:p>
          <a:p>
            <a:pPr marL="285750" lvl="0" indent="-285750">
              <a:buFont typeface="Arial" panose="020B0604020202020204" pitchFamily="34" charset="0"/>
              <a:buChar char="•"/>
            </a:pPr>
            <a:endParaRPr lang="en-AU" sz="32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7504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47A72-3CE0-EEDF-F581-1C72D9F9D93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C9C6836-E69A-E531-CE2B-FD2948273D56}"/>
              </a:ext>
            </a:extLst>
          </p:cNvPr>
          <p:cNvSpPr>
            <a:spLocks noGrp="1"/>
          </p:cNvSpPr>
          <p:nvPr>
            <p:ph type="ctrTitle"/>
          </p:nvPr>
        </p:nvSpPr>
        <p:spPr/>
        <p:txBody>
          <a:bodyPr/>
          <a:lstStyle/>
          <a:p>
            <a:r>
              <a:rPr lang="en-AU">
                <a:latin typeface="+mj-lt"/>
              </a:rPr>
              <a:t>Review of learning 6</a:t>
            </a:r>
          </a:p>
        </p:txBody>
      </p:sp>
    </p:spTree>
    <p:extLst>
      <p:ext uri="{BB962C8B-B14F-4D97-AF65-F5344CB8AC3E}">
        <p14:creationId xmlns:p14="http://schemas.microsoft.com/office/powerpoint/2010/main" val="31033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7B432-F3DF-0955-9F52-3DACF4B5B3ED}"/>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96F0155-A6F4-0D5E-C07C-33FCB952EC5D}"/>
              </a:ext>
            </a:extLst>
          </p:cNvPr>
          <p:cNvSpPr>
            <a:spLocks noGrp="1"/>
          </p:cNvSpPr>
          <p:nvPr>
            <p:ph type="title"/>
          </p:nvPr>
        </p:nvSpPr>
        <p:spPr/>
        <p:txBody>
          <a:bodyPr/>
          <a:lstStyle/>
          <a:p>
            <a:r>
              <a:rPr lang="en-US"/>
              <a:t>True or false </a:t>
            </a:r>
            <a:r>
              <a:rPr lang="en-US">
                <a:solidFill>
                  <a:schemeClr val="bg1"/>
                </a:solidFill>
              </a:rPr>
              <a:t>(3)</a:t>
            </a:r>
          </a:p>
        </p:txBody>
      </p:sp>
      <p:pic>
        <p:nvPicPr>
          <p:cNvPr id="4" name="Picture 3">
            <a:extLst>
              <a:ext uri="{FF2B5EF4-FFF2-40B4-BE49-F238E27FC236}">
                <a16:creationId xmlns:a16="http://schemas.microsoft.com/office/drawing/2014/main" id="{239F5F22-5449-95CB-BD5E-F141E81E86F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6" name="Text Placeholder 5">
            <a:extLst>
              <a:ext uri="{FF2B5EF4-FFF2-40B4-BE49-F238E27FC236}">
                <a16:creationId xmlns:a16="http://schemas.microsoft.com/office/drawing/2014/main" id="{B4E45FD3-3CB9-7929-21B5-6CF9A37684C0}"/>
              </a:ext>
            </a:extLst>
          </p:cNvPr>
          <p:cNvSpPr>
            <a:spLocks noGrp="1"/>
          </p:cNvSpPr>
          <p:nvPr>
            <p:ph type="body" sz="quarter" idx="22"/>
          </p:nvPr>
        </p:nvSpPr>
        <p:spPr>
          <a:xfrm>
            <a:off x="1124559" y="905601"/>
            <a:ext cx="10119741" cy="893226"/>
          </a:xfrm>
        </p:spPr>
        <p:txBody>
          <a:bodyPr/>
          <a:lstStyle/>
          <a:p>
            <a:pPr algn="ctr">
              <a:spcBef>
                <a:spcPts val="600"/>
              </a:spcBef>
              <a:spcAft>
                <a:spcPts val="1200"/>
              </a:spcAft>
            </a:pPr>
            <a:r>
              <a:rPr lang="en-AU" sz="4400" dirty="0"/>
              <a:t>Harry has </a:t>
            </a:r>
            <a:r>
              <a:rPr lang="en-AU" sz="4400" b="1" dirty="0"/>
              <a:t>$15</a:t>
            </a:r>
            <a:r>
              <a:rPr lang="en-AU" sz="4400" dirty="0"/>
              <a:t>. </a:t>
            </a:r>
          </a:p>
          <a:p>
            <a:pPr algn="ctr">
              <a:spcBef>
                <a:spcPts val="600"/>
              </a:spcBef>
              <a:spcAft>
                <a:spcPts val="1200"/>
              </a:spcAft>
            </a:pPr>
            <a:r>
              <a:rPr lang="en-AU" sz="4400" dirty="0"/>
              <a:t>He has </a:t>
            </a:r>
            <a:r>
              <a:rPr lang="en-AU" sz="4400" b="1" dirty="0"/>
              <a:t>enough</a:t>
            </a:r>
            <a:r>
              <a:rPr lang="en-AU" sz="4400" dirty="0"/>
              <a:t> money to buy a sandwich for </a:t>
            </a:r>
            <a:r>
              <a:rPr lang="en-AU" sz="4400" b="1" dirty="0"/>
              <a:t>$8.50, </a:t>
            </a:r>
            <a:r>
              <a:rPr lang="en-AU" sz="4400" dirty="0"/>
              <a:t>cookie </a:t>
            </a:r>
            <a:r>
              <a:rPr lang="en-AU" sz="4400" b="1" dirty="0"/>
              <a:t>$3.50 </a:t>
            </a:r>
            <a:r>
              <a:rPr lang="en-AU" sz="4400" dirty="0"/>
              <a:t>and a drink </a:t>
            </a:r>
            <a:r>
              <a:rPr lang="en-AU" sz="4400" b="1" dirty="0"/>
              <a:t>$3.50 </a:t>
            </a:r>
            <a:r>
              <a:rPr lang="en-AU" sz="4400" dirty="0"/>
              <a:t>for lunch. </a:t>
            </a:r>
          </a:p>
        </p:txBody>
      </p:sp>
      <p:graphicFrame>
        <p:nvGraphicFramePr>
          <p:cNvPr id="12" name="Table 11">
            <a:extLst>
              <a:ext uri="{FF2B5EF4-FFF2-40B4-BE49-F238E27FC236}">
                <a16:creationId xmlns:a16="http://schemas.microsoft.com/office/drawing/2014/main" id="{EB40C059-5597-0CF6-B41C-53C5C0669382}"/>
              </a:ext>
            </a:extLst>
          </p:cNvPr>
          <p:cNvGraphicFramePr>
            <a:graphicFrameLocks noGrp="1"/>
          </p:cNvGraphicFramePr>
          <p:nvPr>
            <p:extLst>
              <p:ext uri="{D42A27DB-BD31-4B8C-83A1-F6EECF244321}">
                <p14:modId xmlns:p14="http://schemas.microsoft.com/office/powerpoint/2010/main" val="825482135"/>
              </p:ext>
            </p:extLst>
          </p:nvPr>
        </p:nvGraphicFramePr>
        <p:xfrm>
          <a:off x="2442981" y="5544944"/>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
        <p:nvSpPr>
          <p:cNvPr id="2" name="Slide Number Placeholder 1">
            <a:extLst>
              <a:ext uri="{FF2B5EF4-FFF2-40B4-BE49-F238E27FC236}">
                <a16:creationId xmlns:a16="http://schemas.microsoft.com/office/drawing/2014/main" id="{DD7F305F-4DA6-37EC-D1B7-85EBA549092D}"/>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43</a:t>
            </a:fld>
            <a:endParaRPr lang="en-AU"/>
          </a:p>
        </p:txBody>
      </p:sp>
    </p:spTree>
    <p:extLst>
      <p:ext uri="{BB962C8B-B14F-4D97-AF65-F5344CB8AC3E}">
        <p14:creationId xmlns:p14="http://schemas.microsoft.com/office/powerpoint/2010/main" val="385980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F156-ACD3-31BC-F90B-1BA3C4271C8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1D002B7-D42B-5011-390B-E05924737939}"/>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(21)</a:t>
            </a:r>
          </a:p>
        </p:txBody>
      </p:sp>
      <p:pic>
        <p:nvPicPr>
          <p:cNvPr id="3" name="Picture 2">
            <a:extLst>
              <a:ext uri="{FF2B5EF4-FFF2-40B4-BE49-F238E27FC236}">
                <a16:creationId xmlns:a16="http://schemas.microsoft.com/office/drawing/2014/main" id="{4BDD99B8-CF6E-F7A3-575D-5F08BFBF6D73}"/>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0139FD8-B5E6-E3E1-790F-C625C4C68B4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4" name="Text Placeholder 5">
            <a:extLst>
              <a:ext uri="{FF2B5EF4-FFF2-40B4-BE49-F238E27FC236}">
                <a16:creationId xmlns:a16="http://schemas.microsoft.com/office/drawing/2014/main" id="{707BAAFB-7340-AB53-CA52-7CF3DE01FCC4}"/>
              </a:ext>
            </a:extLst>
          </p:cNvPr>
          <p:cNvSpPr txBox="1">
            <a:spLocks/>
          </p:cNvSpPr>
          <p:nvPr/>
        </p:nvSpPr>
        <p:spPr>
          <a:xfrm>
            <a:off x="652612" y="1387013"/>
            <a:ext cx="6057904"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sz="4400" b="1"/>
              <a:t>Record</a:t>
            </a:r>
            <a:r>
              <a:rPr lang="en-AU" sz="4400"/>
              <a:t> the possible </a:t>
            </a:r>
            <a:r>
              <a:rPr lang="en-AU" sz="4400" b="1"/>
              <a:t>outcomes</a:t>
            </a:r>
            <a:r>
              <a:rPr lang="en-AU" sz="4400"/>
              <a:t> in a </a:t>
            </a:r>
            <a:r>
              <a:rPr lang="en-AU" sz="4400" b="1"/>
              <a:t>chance</a:t>
            </a:r>
            <a:r>
              <a:rPr lang="en-AU" sz="4400"/>
              <a:t> experiment using this </a:t>
            </a:r>
            <a:r>
              <a:rPr lang="en-AU" sz="4400" b="1"/>
              <a:t>spinner.</a:t>
            </a:r>
          </a:p>
        </p:txBody>
      </p:sp>
      <p:pic>
        <p:nvPicPr>
          <p:cNvPr id="7" name="Picture 6" descr="A spinner separated into 4 quarters. The colours of each quarter are green, bluem red and yellow.">
            <a:extLst>
              <a:ext uri="{FF2B5EF4-FFF2-40B4-BE49-F238E27FC236}">
                <a16:creationId xmlns:a16="http://schemas.microsoft.com/office/drawing/2014/main" id="{173B2F49-81C1-7D5C-9EAA-9AC797581AD3}"/>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8503" b="92237" l="9108" r="92007">
                        <a14:foregroundMark x1="29926" y1="8503" x2="29926" y2="8503"/>
                        <a14:foregroundMark x1="92379" y1="30499" x2="92379" y2="30499"/>
                        <a14:foregroundMark x1="72305" y1="92237" x2="72305" y2="92237"/>
                        <a14:foregroundMark x1="9108" y1="72458" x2="9108" y2="72458"/>
                      </a14:backgroundRemoval>
                    </a14:imgEffect>
                  </a14:imgLayer>
                </a14:imgProps>
              </a:ext>
            </a:extLst>
          </a:blip>
          <a:stretch>
            <a:fillRect/>
          </a:stretch>
        </p:blipFill>
        <p:spPr>
          <a:xfrm>
            <a:off x="6505124" y="868731"/>
            <a:ext cx="5338876" cy="536864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348219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669D0-0B65-247C-6D36-C3D9EA86849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D5EB2CF-5D89-9797-8321-44F22ADC9817}"/>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(22)</a:t>
            </a:r>
          </a:p>
        </p:txBody>
      </p:sp>
      <p:pic>
        <p:nvPicPr>
          <p:cNvPr id="3" name="Picture 2" descr="image of a clipboard with a pencil recording short answer responses">
            <a:extLst>
              <a:ext uri="{FF2B5EF4-FFF2-40B4-BE49-F238E27FC236}">
                <a16:creationId xmlns:a16="http://schemas.microsoft.com/office/drawing/2014/main" id="{4B3A2BE0-B930-2216-835B-AE9E6856E5F7}"/>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EF31EE8-79A7-0DBA-B9DB-8A157B4E86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8" name="TextBox 7">
            <a:extLst>
              <a:ext uri="{FF2B5EF4-FFF2-40B4-BE49-F238E27FC236}">
                <a16:creationId xmlns:a16="http://schemas.microsoft.com/office/drawing/2014/main" id="{AB2F6ACE-327A-30AF-A3E5-3784A04E881D}"/>
              </a:ext>
            </a:extLst>
          </p:cNvPr>
          <p:cNvSpPr txBox="1"/>
          <p:nvPr/>
        </p:nvSpPr>
        <p:spPr>
          <a:xfrm>
            <a:off x="474563" y="932620"/>
            <a:ext cx="11471413" cy="1651671"/>
          </a:xfrm>
          <a:prstGeom prst="rect">
            <a:avLst/>
          </a:prstGeom>
          <a:noFill/>
        </p:spPr>
        <p:txBody>
          <a:bodyPr wrap="square">
            <a:spAutoFit/>
          </a:bodyPr>
          <a:lstStyle/>
          <a:p>
            <a:pPr lvl="0" algn="ctr">
              <a:lnSpc>
                <a:spcPct val="150000"/>
              </a:lnSpc>
              <a:spcBef>
                <a:spcPts val="1200"/>
              </a:spcBef>
              <a:spcAft>
                <a:spcPts val="600"/>
              </a:spcAft>
            </a:pPr>
            <a:r>
              <a:rPr lang="en-AU" sz="3600">
                <a:effectLst/>
                <a:latin typeface="Arial" panose="020B0604020202020204" pitchFamily="34" charset="0"/>
                <a:ea typeface="Calibri" panose="020F0502020204030204" pitchFamily="34" charset="0"/>
              </a:rPr>
              <a:t>Which </a:t>
            </a:r>
            <a:r>
              <a:rPr lang="en-AU" sz="3600" b="1">
                <a:effectLst/>
                <a:latin typeface="Arial" panose="020B0604020202020204" pitchFamily="34" charset="0"/>
                <a:ea typeface="Calibri" panose="020F0502020204030204" pitchFamily="34" charset="0"/>
              </a:rPr>
              <a:t>two</a:t>
            </a:r>
            <a:r>
              <a:rPr lang="en-AU" sz="3600">
                <a:effectLst/>
                <a:latin typeface="Arial" panose="020B0604020202020204" pitchFamily="34" charset="0"/>
                <a:ea typeface="Calibri" panose="020F0502020204030204" pitchFamily="34" charset="0"/>
              </a:rPr>
              <a:t> number sentences represent the </a:t>
            </a:r>
            <a:r>
              <a:rPr lang="en-AU" sz="3600" b="1">
                <a:effectLst/>
                <a:latin typeface="Arial" panose="020B0604020202020204" pitchFamily="34" charset="0"/>
                <a:ea typeface="Calibri" panose="020F0502020204030204" pitchFamily="34" charset="0"/>
              </a:rPr>
              <a:t>commutative property</a:t>
            </a:r>
            <a:r>
              <a:rPr lang="en-AU" sz="3600">
                <a:effectLst/>
                <a:latin typeface="Arial" panose="020B0604020202020204" pitchFamily="34" charset="0"/>
                <a:ea typeface="Calibri" panose="020F0502020204030204" pitchFamily="34" charset="0"/>
              </a:rPr>
              <a:t> of multiplication?</a:t>
            </a:r>
          </a:p>
        </p:txBody>
      </p:sp>
      <p:sp>
        <p:nvSpPr>
          <p:cNvPr id="7" name="TextBox 6">
            <a:extLst>
              <a:ext uri="{FF2B5EF4-FFF2-40B4-BE49-F238E27FC236}">
                <a16:creationId xmlns:a16="http://schemas.microsoft.com/office/drawing/2014/main" id="{55BEFD4F-8A26-D475-2421-C439CCEE8C33}"/>
              </a:ext>
            </a:extLst>
          </p:cNvPr>
          <p:cNvSpPr txBox="1"/>
          <p:nvPr/>
        </p:nvSpPr>
        <p:spPr>
          <a:xfrm>
            <a:off x="5100589" y="2724657"/>
            <a:ext cx="2219359" cy="2690480"/>
          </a:xfrm>
          <a:prstGeom prst="rect">
            <a:avLst/>
          </a:prstGeom>
          <a:noFill/>
        </p:spPr>
        <p:txBody>
          <a:bodyPr wrap="square">
            <a:spAutoFit/>
          </a:bodyPr>
          <a:lstStyle/>
          <a:p>
            <a:pPr marL="342900" lvl="0" indent="-342900">
              <a:lnSpc>
                <a:spcPct val="150000"/>
              </a:lnSpc>
              <a:spcBef>
                <a:spcPts val="1200"/>
              </a:spcBef>
              <a:spcAft>
                <a:spcPts val="600"/>
              </a:spcAft>
              <a:buFont typeface="+mj-lt"/>
              <a:buAutoNum type="alphaLcPeriod"/>
            </a:pPr>
            <a:r>
              <a:rPr lang="en-AU" sz="3200" b="1">
                <a:solidFill>
                  <a:schemeClr val="accent2"/>
                </a:solidFill>
                <a:effectLst/>
                <a:latin typeface="Arial" panose="020B0604020202020204" pitchFamily="34" charset="0"/>
                <a:ea typeface="Calibri" panose="020F0502020204030204" pitchFamily="34" charset="0"/>
              </a:rPr>
              <a:t> 3 × 2 × 5</a:t>
            </a:r>
          </a:p>
          <a:p>
            <a:pPr marL="342900" lvl="0" indent="-342900">
              <a:lnSpc>
                <a:spcPct val="150000"/>
              </a:lnSpc>
              <a:spcBef>
                <a:spcPts val="1200"/>
              </a:spcBef>
              <a:spcAft>
                <a:spcPts val="600"/>
              </a:spcAft>
              <a:buFont typeface="+mj-lt"/>
              <a:buAutoNum type="alphaLcPeriod"/>
            </a:pPr>
            <a:r>
              <a:rPr lang="en-AU" sz="3200" b="1">
                <a:solidFill>
                  <a:schemeClr val="accent2"/>
                </a:solidFill>
                <a:effectLst/>
                <a:latin typeface="Arial" panose="020B0604020202020204" pitchFamily="34" charset="0"/>
                <a:ea typeface="Calibri" panose="020F0502020204030204" pitchFamily="34" charset="0"/>
              </a:rPr>
              <a:t> 4 × 5 × 3</a:t>
            </a:r>
          </a:p>
          <a:p>
            <a:pPr marL="342900" lvl="0" indent="-342900">
              <a:lnSpc>
                <a:spcPct val="150000"/>
              </a:lnSpc>
              <a:spcBef>
                <a:spcPts val="1200"/>
              </a:spcBef>
              <a:spcAft>
                <a:spcPts val="600"/>
              </a:spcAft>
              <a:buFont typeface="+mj-lt"/>
              <a:buAutoNum type="alphaLcPeriod"/>
            </a:pPr>
            <a:r>
              <a:rPr lang="en-AU" sz="3200" b="1">
                <a:solidFill>
                  <a:schemeClr val="accent2"/>
                </a:solidFill>
                <a:effectLst/>
                <a:latin typeface="Arial" panose="020B0604020202020204" pitchFamily="34" charset="0"/>
                <a:ea typeface="Calibri" panose="020F0502020204030204" pitchFamily="34" charset="0"/>
              </a:rPr>
              <a:t> 5 × 2 × 3</a:t>
            </a:r>
          </a:p>
        </p:txBody>
      </p:sp>
      <p:sp>
        <p:nvSpPr>
          <p:cNvPr id="9" name="TextBox 8">
            <a:extLst>
              <a:ext uri="{FF2B5EF4-FFF2-40B4-BE49-F238E27FC236}">
                <a16:creationId xmlns:a16="http://schemas.microsoft.com/office/drawing/2014/main" id="{C9628B11-E9AD-12B2-F0E3-3B7D51B2C0E3}"/>
              </a:ext>
            </a:extLst>
          </p:cNvPr>
          <p:cNvSpPr txBox="1"/>
          <p:nvPr/>
        </p:nvSpPr>
        <p:spPr>
          <a:xfrm>
            <a:off x="230473" y="5710132"/>
            <a:ext cx="11447929" cy="739754"/>
          </a:xfrm>
          <a:prstGeom prst="rect">
            <a:avLst/>
          </a:prstGeom>
          <a:noFill/>
        </p:spPr>
        <p:txBody>
          <a:bodyPr wrap="square">
            <a:spAutoFit/>
          </a:bodyPr>
          <a:lstStyle/>
          <a:p>
            <a:pPr lvl="0" algn="ctr">
              <a:lnSpc>
                <a:spcPct val="150000"/>
              </a:lnSpc>
              <a:spcBef>
                <a:spcPts val="1200"/>
              </a:spcBef>
              <a:spcAft>
                <a:spcPts val="600"/>
              </a:spcAft>
            </a:pPr>
            <a:r>
              <a:rPr lang="en-AU" sz="3200" b="1">
                <a:latin typeface="Arial" panose="020B0604020202020204" pitchFamily="34" charset="0"/>
                <a:ea typeface="Calibri" panose="020F0502020204030204" pitchFamily="34" charset="0"/>
              </a:rPr>
              <a:t>Communication</a:t>
            </a:r>
            <a:r>
              <a:rPr lang="en-AU" sz="3200">
                <a:latin typeface="Arial" panose="020B0604020202020204" pitchFamily="34" charset="0"/>
                <a:ea typeface="Calibri" panose="020F0502020204030204" pitchFamily="34" charset="0"/>
              </a:rPr>
              <a:t> your </a:t>
            </a:r>
            <a:r>
              <a:rPr lang="en-AU" sz="3200" b="1">
                <a:latin typeface="Arial" panose="020B0604020202020204" pitchFamily="34" charset="0"/>
                <a:ea typeface="Calibri" panose="020F0502020204030204" pitchFamily="34" charset="0"/>
              </a:rPr>
              <a:t>reasoning</a:t>
            </a:r>
            <a:r>
              <a:rPr lang="en-AU" sz="3200">
                <a:latin typeface="Arial" panose="020B0604020202020204" pitchFamily="34" charset="0"/>
                <a:ea typeface="Calibri" panose="020F0502020204030204" pitchFamily="34" charset="0"/>
              </a:rPr>
              <a:t>.</a:t>
            </a:r>
            <a:endParaRPr lang="en-AU" sz="3200">
              <a:effectLst/>
              <a:latin typeface="Arial" panose="020B0604020202020204" pitchFamily="34" charset="0"/>
              <a:ea typeface="Calibri" panose="020F0502020204030204" pitchFamily="34" charset="0"/>
            </a:endParaRPr>
          </a:p>
        </p:txBody>
      </p:sp>
    </p:spTree>
    <p:extLst>
      <p:ext uri="{BB962C8B-B14F-4D97-AF65-F5344CB8AC3E}">
        <p14:creationId xmlns:p14="http://schemas.microsoft.com/office/powerpoint/2010/main" val="2926051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8976A-D32B-E916-870D-31227D48EB2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14A0A-A3B4-3657-0EBE-0BA190D282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(23)</a:t>
            </a:r>
          </a:p>
        </p:txBody>
      </p:sp>
      <p:pic>
        <p:nvPicPr>
          <p:cNvPr id="3" name="Picture 2">
            <a:extLst>
              <a:ext uri="{FF2B5EF4-FFF2-40B4-BE49-F238E27FC236}">
                <a16:creationId xmlns:a16="http://schemas.microsoft.com/office/drawing/2014/main" id="{414B841E-8840-471A-4D5D-BE5947D1F0DF}"/>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4360D9A-5A72-254F-3BE7-8A0F2BAE4D95}"/>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46</a:t>
            </a:fld>
            <a:endParaRPr lang="en-AU"/>
          </a:p>
        </p:txBody>
      </p:sp>
      <p:sp>
        <p:nvSpPr>
          <p:cNvPr id="5" name="TextBox 4">
            <a:extLst>
              <a:ext uri="{FF2B5EF4-FFF2-40B4-BE49-F238E27FC236}">
                <a16:creationId xmlns:a16="http://schemas.microsoft.com/office/drawing/2014/main" id="{D1A96110-94F3-9820-7EDE-F118CA80D469}"/>
              </a:ext>
            </a:extLst>
          </p:cNvPr>
          <p:cNvSpPr txBox="1"/>
          <p:nvPr/>
        </p:nvSpPr>
        <p:spPr>
          <a:xfrm>
            <a:off x="1048872" y="1769261"/>
            <a:ext cx="10286404" cy="901593"/>
          </a:xfrm>
          <a:prstGeom prst="rect">
            <a:avLst/>
          </a:prstGeom>
          <a:noFill/>
        </p:spPr>
        <p:txBody>
          <a:bodyPr wrap="square">
            <a:spAutoFit/>
          </a:bodyPr>
          <a:lstStyle/>
          <a:p>
            <a:pPr lvl="0">
              <a:lnSpc>
                <a:spcPct val="150000"/>
              </a:lnSpc>
              <a:spcBef>
                <a:spcPts val="1200"/>
              </a:spcBef>
              <a:spcAft>
                <a:spcPts val="600"/>
              </a:spcAft>
            </a:pPr>
            <a:r>
              <a:rPr lang="en-AU" sz="4000">
                <a:effectLst/>
                <a:latin typeface="Arial" panose="020B0604020202020204" pitchFamily="34" charset="0"/>
                <a:ea typeface="Calibri" panose="020F0502020204030204" pitchFamily="34" charset="0"/>
              </a:rPr>
              <a:t>Explain the </a:t>
            </a:r>
            <a:r>
              <a:rPr lang="en-AU" sz="4000" b="1">
                <a:effectLst/>
                <a:latin typeface="Arial" panose="020B0604020202020204" pitchFamily="34" charset="0"/>
                <a:ea typeface="Calibri" panose="020F0502020204030204" pitchFamily="34" charset="0"/>
              </a:rPr>
              <a:t>role of the zero </a:t>
            </a:r>
            <a:r>
              <a:rPr lang="en-AU" sz="4000">
                <a:effectLst/>
                <a:latin typeface="Arial" panose="020B0604020202020204" pitchFamily="34" charset="0"/>
                <a:ea typeface="Calibri" panose="020F0502020204030204" pitchFamily="34" charset="0"/>
              </a:rPr>
              <a:t>in this decimal.</a:t>
            </a:r>
            <a:endParaRPr lang="en-AU" sz="3600">
              <a:effectLst/>
              <a:latin typeface="Arial" panose="020B0604020202020204" pitchFamily="34" charset="0"/>
              <a:ea typeface="Calibri" panose="020F0502020204030204" pitchFamily="34" charset="0"/>
            </a:endParaRPr>
          </a:p>
        </p:txBody>
      </p:sp>
      <p:sp>
        <p:nvSpPr>
          <p:cNvPr id="7" name="TextBox 6">
            <a:extLst>
              <a:ext uri="{FF2B5EF4-FFF2-40B4-BE49-F238E27FC236}">
                <a16:creationId xmlns:a16="http://schemas.microsoft.com/office/drawing/2014/main" id="{75E03A8D-C1B5-B38C-0DB3-ECE2793CBD6B}"/>
              </a:ext>
            </a:extLst>
          </p:cNvPr>
          <p:cNvSpPr txBox="1"/>
          <p:nvPr/>
        </p:nvSpPr>
        <p:spPr>
          <a:xfrm>
            <a:off x="5052418" y="3165778"/>
            <a:ext cx="1384239" cy="1063433"/>
          </a:xfrm>
          <a:prstGeom prst="rect">
            <a:avLst/>
          </a:prstGeom>
          <a:noFill/>
        </p:spPr>
        <p:txBody>
          <a:bodyPr wrap="square">
            <a:spAutoFit/>
          </a:bodyPr>
          <a:lstStyle/>
          <a:p>
            <a:pPr lvl="0">
              <a:lnSpc>
                <a:spcPct val="150000"/>
              </a:lnSpc>
              <a:spcBef>
                <a:spcPts val="1200"/>
              </a:spcBef>
              <a:spcAft>
                <a:spcPts val="600"/>
              </a:spcAft>
            </a:pPr>
            <a:r>
              <a:rPr lang="en-AU" sz="4800">
                <a:solidFill>
                  <a:schemeClr val="accent2"/>
                </a:solidFill>
                <a:effectLst/>
                <a:latin typeface="Arial" panose="020B0604020202020204" pitchFamily="34" charset="0"/>
                <a:ea typeface="Calibri" panose="020F0502020204030204" pitchFamily="34" charset="0"/>
              </a:rPr>
              <a:t>0.06</a:t>
            </a:r>
          </a:p>
        </p:txBody>
      </p:sp>
    </p:spTree>
    <p:extLst>
      <p:ext uri="{BB962C8B-B14F-4D97-AF65-F5344CB8AC3E}">
        <p14:creationId xmlns:p14="http://schemas.microsoft.com/office/powerpoint/2010/main" val="888287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62A58-43E6-D46E-B85F-792D2368237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D1F7A2B-D3A6-7777-75B4-1AEC24DBAE2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(24)</a:t>
            </a:r>
          </a:p>
        </p:txBody>
      </p:sp>
      <p:pic>
        <p:nvPicPr>
          <p:cNvPr id="3" name="Picture 2">
            <a:extLst>
              <a:ext uri="{FF2B5EF4-FFF2-40B4-BE49-F238E27FC236}">
                <a16:creationId xmlns:a16="http://schemas.microsoft.com/office/drawing/2014/main" id="{7F0D925D-1709-7016-D09D-4DDBD08A31D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285D5E3-4DE4-798B-E708-0A6F392F0726}"/>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5" name="TextBox 4">
            <a:extLst>
              <a:ext uri="{FF2B5EF4-FFF2-40B4-BE49-F238E27FC236}">
                <a16:creationId xmlns:a16="http://schemas.microsoft.com/office/drawing/2014/main" id="{6BE9F947-0A22-8CED-FAD9-3C4D7257513A}"/>
              </a:ext>
            </a:extLst>
          </p:cNvPr>
          <p:cNvSpPr txBox="1"/>
          <p:nvPr/>
        </p:nvSpPr>
        <p:spPr>
          <a:xfrm>
            <a:off x="1590262" y="963642"/>
            <a:ext cx="9011475" cy="1824923"/>
          </a:xfrm>
          <a:prstGeom prst="rect">
            <a:avLst/>
          </a:prstGeom>
          <a:noFill/>
        </p:spPr>
        <p:txBody>
          <a:bodyPr wrap="square">
            <a:spAutoFit/>
          </a:bodyPr>
          <a:lstStyle/>
          <a:p>
            <a:pPr lvl="0" algn="ctr">
              <a:lnSpc>
                <a:spcPct val="150000"/>
              </a:lnSpc>
              <a:spcBef>
                <a:spcPts val="1200"/>
              </a:spcBef>
              <a:spcAft>
                <a:spcPts val="600"/>
              </a:spcAft>
            </a:pPr>
            <a:r>
              <a:rPr lang="en-AU" sz="4000">
                <a:effectLst/>
                <a:latin typeface="Arial" panose="020B0604020202020204" pitchFamily="34" charset="0"/>
                <a:ea typeface="Calibri" panose="020F0502020204030204" pitchFamily="34" charset="0"/>
              </a:rPr>
              <a:t>What is the </a:t>
            </a:r>
            <a:r>
              <a:rPr lang="en-AU" sz="4000" b="1">
                <a:effectLst/>
                <a:latin typeface="Arial" panose="020B0604020202020204" pitchFamily="34" charset="0"/>
                <a:ea typeface="Calibri" panose="020F0502020204030204" pitchFamily="34" charset="0"/>
              </a:rPr>
              <a:t>volume</a:t>
            </a:r>
            <a:r>
              <a:rPr lang="en-AU" sz="4000">
                <a:effectLst/>
                <a:latin typeface="Arial" panose="020B0604020202020204" pitchFamily="34" charset="0"/>
                <a:ea typeface="Calibri" panose="020F0502020204030204" pitchFamily="34" charset="0"/>
              </a:rPr>
              <a:t> of each </a:t>
            </a:r>
            <a:r>
              <a:rPr lang="en-AU" sz="4000">
                <a:latin typeface="Arial" panose="020B0604020202020204" pitchFamily="34" charset="0"/>
                <a:ea typeface="Calibri" panose="020F0502020204030204" pitchFamily="34" charset="0"/>
              </a:rPr>
              <a:t>of </a:t>
            </a:r>
            <a:r>
              <a:rPr lang="en-AU" sz="4000">
                <a:effectLst/>
                <a:latin typeface="Arial" panose="020B0604020202020204" pitchFamily="34" charset="0"/>
                <a:ea typeface="Calibri" panose="020F0502020204030204" pitchFamily="34" charset="0"/>
              </a:rPr>
              <a:t>these </a:t>
            </a:r>
            <a:r>
              <a:rPr lang="en-AU" sz="4000" b="1">
                <a:effectLst/>
                <a:latin typeface="Arial" panose="020B0604020202020204" pitchFamily="34" charset="0"/>
                <a:ea typeface="Calibri" panose="020F0502020204030204" pitchFamily="34" charset="0"/>
              </a:rPr>
              <a:t>containers</a:t>
            </a:r>
            <a:r>
              <a:rPr lang="en-AU" sz="4000">
                <a:effectLst/>
                <a:latin typeface="Arial" panose="020B0604020202020204" pitchFamily="34" charset="0"/>
                <a:ea typeface="Calibri" panose="020F0502020204030204" pitchFamily="34" charset="0"/>
              </a:rPr>
              <a:t>?</a:t>
            </a:r>
            <a:endParaRPr lang="en-AU" sz="3600">
              <a:effectLst/>
              <a:latin typeface="Arial" panose="020B0604020202020204" pitchFamily="34" charset="0"/>
              <a:ea typeface="Calibri" panose="020F0502020204030204" pitchFamily="34" charset="0"/>
            </a:endParaRPr>
          </a:p>
        </p:txBody>
      </p:sp>
      <p:pic>
        <p:nvPicPr>
          <p:cNvPr id="8" name="Picture 7" descr="3 containers: milk, ice cream and soap dispenser. each one displays 1L.">
            <a:extLst>
              <a:ext uri="{FF2B5EF4-FFF2-40B4-BE49-F238E27FC236}">
                <a16:creationId xmlns:a16="http://schemas.microsoft.com/office/drawing/2014/main" id="{38D6B1B8-61FB-153D-46D5-9FEB0016A694}"/>
              </a:ext>
            </a:extLst>
          </p:cNvPr>
          <p:cNvPicPr>
            <a:picLocks noChangeAspect="1"/>
          </p:cNvPicPr>
          <p:nvPr/>
        </p:nvPicPr>
        <p:blipFill>
          <a:blip r:embed="rId4"/>
          <a:stretch>
            <a:fillRect/>
          </a:stretch>
        </p:blipFill>
        <p:spPr>
          <a:xfrm>
            <a:off x="2227727" y="2808985"/>
            <a:ext cx="7360028" cy="3568883"/>
          </a:xfrm>
          <a:prstGeom prst="rect">
            <a:avLst/>
          </a:prstGeom>
        </p:spPr>
      </p:pic>
    </p:spTree>
    <p:extLst>
      <p:ext uri="{BB962C8B-B14F-4D97-AF65-F5344CB8AC3E}">
        <p14:creationId xmlns:p14="http://schemas.microsoft.com/office/powerpoint/2010/main" val="3173481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916E8-10AB-1681-C643-3B5D7EBF5C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5556EA1-7C0C-9CC3-9B78-9D878371AFC2}"/>
              </a:ext>
            </a:extLst>
          </p:cNvPr>
          <p:cNvSpPr>
            <a:spLocks noGrp="1"/>
          </p:cNvSpPr>
          <p:nvPr>
            <p:ph type="title"/>
          </p:nvPr>
        </p:nvSpPr>
        <p:spPr>
          <a:xfrm>
            <a:off x="360000" y="360000"/>
            <a:ext cx="10367268" cy="545601"/>
          </a:xfrm>
        </p:spPr>
        <p:txBody>
          <a:bodyPr/>
          <a:lstStyle/>
          <a:p>
            <a:r>
              <a:rPr lang="en-AU"/>
              <a:t>Activity 6 – using estimation to solve problems involving money</a:t>
            </a:r>
          </a:p>
        </p:txBody>
      </p:sp>
      <p:pic>
        <p:nvPicPr>
          <p:cNvPr id="4" name="Picture 3">
            <a:extLst>
              <a:ext uri="{FF2B5EF4-FFF2-40B4-BE49-F238E27FC236}">
                <a16:creationId xmlns:a16="http://schemas.microsoft.com/office/drawing/2014/main" id="{98F6F9F3-5640-0D69-7B77-0C79E603F675}"/>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E7F63B6C-A8E8-F8A3-E306-F4D41772B63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27" name="TextBox 26">
            <a:extLst>
              <a:ext uri="{FF2B5EF4-FFF2-40B4-BE49-F238E27FC236}">
                <a16:creationId xmlns:a16="http://schemas.microsoft.com/office/drawing/2014/main" id="{AA12BDF0-17B0-D9B4-8A71-892D8E69F17C}"/>
              </a:ext>
            </a:extLst>
          </p:cNvPr>
          <p:cNvSpPr txBox="1"/>
          <p:nvPr/>
        </p:nvSpPr>
        <p:spPr>
          <a:xfrm>
            <a:off x="123881" y="1466325"/>
            <a:ext cx="7691833" cy="1800493"/>
          </a:xfrm>
          <a:prstGeom prst="rect">
            <a:avLst/>
          </a:prstGeom>
          <a:noFill/>
        </p:spPr>
        <p:txBody>
          <a:bodyPr wrap="square">
            <a:spAutoFit/>
          </a:bodyPr>
          <a:lstStyle/>
          <a:p>
            <a:pPr marL="342900" indent="-342900">
              <a:lnSpc>
                <a:spcPct val="150000"/>
              </a:lnSpc>
              <a:spcBef>
                <a:spcPts val="1200"/>
              </a:spcBef>
              <a:spcAft>
                <a:spcPts val="600"/>
              </a:spcAft>
              <a:buFont typeface="Arial" panose="020B0604020202020204" pitchFamily="34" charset="0"/>
              <a:buChar char="•"/>
            </a:pPr>
            <a:r>
              <a:rPr lang="en-AU">
                <a:latin typeface="Arial" panose="020B0604020202020204" pitchFamily="34" charset="0"/>
                <a:cs typeface="Arial" panose="020B0604020202020204" pitchFamily="34" charset="0"/>
              </a:rPr>
              <a:t>Rosie had </a:t>
            </a:r>
            <a:r>
              <a:rPr lang="en-AU" b="1">
                <a:latin typeface="Arial" panose="020B0604020202020204" pitchFamily="34" charset="0"/>
                <a:cs typeface="Arial" panose="020B0604020202020204" pitchFamily="34" charset="0"/>
              </a:rPr>
              <a:t>$10 </a:t>
            </a:r>
            <a:r>
              <a:rPr lang="en-AU">
                <a:latin typeface="Arial" panose="020B0604020202020204" pitchFamily="34" charset="0"/>
                <a:cs typeface="Arial" panose="020B0604020202020204" pitchFamily="34" charset="0"/>
              </a:rPr>
              <a:t>to spend. What could Rosie buy if she wanted to spend </a:t>
            </a:r>
            <a:r>
              <a:rPr lang="en-AU" b="1">
                <a:latin typeface="Arial" panose="020B0604020202020204" pitchFamily="34" charset="0"/>
                <a:cs typeface="Arial" panose="020B0604020202020204" pitchFamily="34" charset="0"/>
              </a:rPr>
              <a:t>all</a:t>
            </a:r>
            <a:r>
              <a:rPr lang="en-AU">
                <a:latin typeface="Arial" panose="020B0604020202020204" pitchFamily="34" charset="0"/>
                <a:cs typeface="Arial" panose="020B0604020202020204" pitchFamily="34" charset="0"/>
              </a:rPr>
              <a:t> her money?</a:t>
            </a:r>
          </a:p>
          <a:p>
            <a:pPr marL="342900" lvl="0" indent="-342900">
              <a:spcBef>
                <a:spcPts val="1200"/>
              </a:spcBef>
              <a:spcAft>
                <a:spcPts val="600"/>
              </a:spcAft>
              <a:buFont typeface="Arial" panose="020B0604020202020204" pitchFamily="34" charset="0"/>
              <a:buChar char="•"/>
            </a:pPr>
            <a:r>
              <a:rPr lang="en-AU">
                <a:effectLst/>
                <a:latin typeface="Arial" panose="020B0604020202020204" pitchFamily="34" charset="0"/>
                <a:ea typeface="Calibri" panose="020F0502020204030204" pitchFamily="34" charset="0"/>
              </a:rPr>
              <a:t>James, Katie and Henry each spent </a:t>
            </a:r>
            <a:r>
              <a:rPr lang="en-AU" b="1">
                <a:effectLst/>
                <a:latin typeface="Arial" panose="020B0604020202020204" pitchFamily="34" charset="0"/>
                <a:ea typeface="Calibri" panose="020F0502020204030204" pitchFamily="34" charset="0"/>
              </a:rPr>
              <a:t>$20</a:t>
            </a:r>
            <a:r>
              <a:rPr lang="en-AU">
                <a:effectLst/>
                <a:latin typeface="Arial" panose="020B0604020202020204" pitchFamily="34" charset="0"/>
                <a:ea typeface="Calibri" panose="020F0502020204030204" pitchFamily="34" charset="0"/>
              </a:rPr>
              <a:t>.</a:t>
            </a:r>
          </a:p>
        </p:txBody>
      </p:sp>
      <p:pic>
        <p:nvPicPr>
          <p:cNvPr id="25" name="Picture 24" descr="A poster titled candy store of images and prices for chews ($2) , lollipops ($7), chocolates ($5) and icy pops ($3).">
            <a:extLst>
              <a:ext uri="{FF2B5EF4-FFF2-40B4-BE49-F238E27FC236}">
                <a16:creationId xmlns:a16="http://schemas.microsoft.com/office/drawing/2014/main" id="{E15CAC41-9160-1A77-47F1-F613F75E152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5380" y="1200650"/>
            <a:ext cx="3501623" cy="2108145"/>
          </a:xfrm>
          <a:prstGeom prst="rect">
            <a:avLst/>
          </a:prstGeom>
          <a:ln>
            <a:noFill/>
          </a:ln>
          <a:effectLst>
            <a:outerShdw blurRad="292100" dist="139700" dir="2700000" algn="tl" rotWithShape="0">
              <a:srgbClr val="333333">
                <a:alpha val="65000"/>
              </a:srgbClr>
            </a:outerShdw>
          </a:effectLst>
        </p:spPr>
      </p:pic>
      <p:sp>
        <p:nvSpPr>
          <p:cNvPr id="29" name="TextBox 28">
            <a:extLst>
              <a:ext uri="{FF2B5EF4-FFF2-40B4-BE49-F238E27FC236}">
                <a16:creationId xmlns:a16="http://schemas.microsoft.com/office/drawing/2014/main" id="{8E41CA64-775F-F2E4-614C-C8DF11E0FDB4}"/>
              </a:ext>
            </a:extLst>
          </p:cNvPr>
          <p:cNvSpPr txBox="1"/>
          <p:nvPr/>
        </p:nvSpPr>
        <p:spPr>
          <a:xfrm>
            <a:off x="123881" y="3412187"/>
            <a:ext cx="11944238" cy="3255507"/>
          </a:xfrm>
          <a:prstGeom prst="rect">
            <a:avLst/>
          </a:prstGeom>
          <a:noFill/>
        </p:spPr>
        <p:txBody>
          <a:bodyPr wrap="square">
            <a:spAutoFit/>
          </a:bodyPr>
          <a:lstStyle/>
          <a:p>
            <a:pPr marL="342900" lvl="0" indent="-342900">
              <a:lnSpc>
                <a:spcPct val="150000"/>
              </a:lnSpc>
              <a:spcBef>
                <a:spcPts val="1200"/>
              </a:spcBef>
              <a:spcAft>
                <a:spcPts val="600"/>
              </a:spcAft>
              <a:buFont typeface="Arial" panose="020B0604020202020204" pitchFamily="34" charset="0"/>
              <a:buChar char="•"/>
            </a:pPr>
            <a:r>
              <a:rPr lang="en-AU">
                <a:effectLst/>
                <a:latin typeface="Arial" panose="020B0604020202020204" pitchFamily="34" charset="0"/>
                <a:ea typeface="Calibri" panose="020F0502020204030204" pitchFamily="34" charset="0"/>
                <a:cs typeface="Times New Roman" panose="02020603050405020304" pitchFamily="18" charset="0"/>
              </a:rPr>
              <a:t>James spent his money on </a:t>
            </a:r>
            <a:r>
              <a:rPr lang="en-AU" b="1">
                <a:effectLst/>
                <a:latin typeface="Arial" panose="020B0604020202020204" pitchFamily="34" charset="0"/>
                <a:ea typeface="Calibri" panose="020F0502020204030204" pitchFamily="34" charset="0"/>
                <a:cs typeface="Times New Roman" panose="02020603050405020304" pitchFamily="18" charset="0"/>
              </a:rPr>
              <a:t>just one kind of sweet</a:t>
            </a:r>
            <a:r>
              <a:rPr lang="en-AU">
                <a:effectLst/>
                <a:latin typeface="Arial" panose="020B0604020202020204" pitchFamily="34" charset="0"/>
                <a:ea typeface="Calibri" panose="020F0502020204030204" pitchFamily="34" charset="0"/>
                <a:cs typeface="Times New Roman" panose="02020603050405020304" pitchFamily="18" charset="0"/>
              </a:rPr>
              <a:t>, but he does not like chews. Which sweets did he buy?</a:t>
            </a:r>
          </a:p>
          <a:p>
            <a:pPr marL="285750" lvl="0" indent="-285750">
              <a:lnSpc>
                <a:spcPct val="150000"/>
              </a:lnSpc>
              <a:spcBef>
                <a:spcPts val="1200"/>
              </a:spcBef>
              <a:spcAft>
                <a:spcPts val="600"/>
              </a:spcAft>
              <a:buFont typeface="Arial" panose="020B0604020202020204" pitchFamily="34" charset="0"/>
              <a:buChar char="•"/>
            </a:pPr>
            <a:r>
              <a:rPr lang="en-AU">
                <a:effectLst/>
                <a:latin typeface="Arial" panose="020B0604020202020204" pitchFamily="34" charset="0"/>
                <a:ea typeface="Calibri" panose="020F0502020204030204" pitchFamily="34" charset="0"/>
                <a:cs typeface="Times New Roman" panose="02020603050405020304" pitchFamily="18" charset="0"/>
              </a:rPr>
              <a:t>Katie bought </a:t>
            </a:r>
            <a:r>
              <a:rPr lang="en-AU" b="1">
                <a:effectLst/>
                <a:latin typeface="Arial" panose="020B0604020202020204" pitchFamily="34" charset="0"/>
                <a:ea typeface="Calibri" panose="020F0502020204030204" pitchFamily="34" charset="0"/>
                <a:cs typeface="Times New Roman" panose="02020603050405020304" pitchFamily="18" charset="0"/>
              </a:rPr>
              <a:t>the same number of sweets as James</a:t>
            </a:r>
            <a:r>
              <a:rPr lang="en-AU">
                <a:effectLst/>
                <a:latin typeface="Arial" panose="020B0604020202020204" pitchFamily="34" charset="0"/>
                <a:ea typeface="Calibri" panose="020F0502020204030204" pitchFamily="34" charset="0"/>
                <a:cs typeface="Times New Roman" panose="02020603050405020304" pitchFamily="18" charset="0"/>
              </a:rPr>
              <a:t>, but she had 3 different kinds. Which sweets did she buy?</a:t>
            </a:r>
          </a:p>
          <a:p>
            <a:pPr marL="285750" lvl="0" indent="-285750">
              <a:lnSpc>
                <a:spcPct val="150000"/>
              </a:lnSpc>
              <a:spcBef>
                <a:spcPts val="1200"/>
              </a:spcBef>
              <a:spcAft>
                <a:spcPts val="600"/>
              </a:spcAft>
              <a:buFont typeface="Arial" panose="020B0604020202020204" pitchFamily="34" charset="0"/>
              <a:buChar char="•"/>
            </a:pPr>
            <a:r>
              <a:rPr lang="en-AU">
                <a:effectLst/>
                <a:latin typeface="Arial" panose="020B0604020202020204" pitchFamily="34" charset="0"/>
                <a:ea typeface="Calibri" panose="020F0502020204030204" pitchFamily="34" charset="0"/>
                <a:cs typeface="Times New Roman" panose="02020603050405020304" pitchFamily="18" charset="0"/>
              </a:rPr>
              <a:t>Henry chose </a:t>
            </a:r>
            <a:r>
              <a:rPr lang="en-AU" b="1">
                <a:effectLst/>
                <a:latin typeface="Arial" panose="020B0604020202020204" pitchFamily="34" charset="0"/>
                <a:ea typeface="Calibri" panose="020F0502020204030204" pitchFamily="34" charset="0"/>
                <a:cs typeface="Times New Roman" panose="02020603050405020304" pitchFamily="18" charset="0"/>
              </a:rPr>
              <a:t>8 sweets</a:t>
            </a:r>
            <a:r>
              <a:rPr lang="en-AU">
                <a:effectLst/>
                <a:latin typeface="Arial" panose="020B0604020202020204" pitchFamily="34" charset="0"/>
                <a:ea typeface="Calibri" panose="020F0502020204030204" pitchFamily="34" charset="0"/>
                <a:cs typeface="Times New Roman" panose="02020603050405020304" pitchFamily="18" charset="0"/>
              </a:rPr>
              <a:t>. What could he have bought?</a:t>
            </a:r>
          </a:p>
        </p:txBody>
      </p:sp>
    </p:spTree>
    <p:extLst>
      <p:ext uri="{BB962C8B-B14F-4D97-AF65-F5344CB8AC3E}">
        <p14:creationId xmlns:p14="http://schemas.microsoft.com/office/powerpoint/2010/main" val="37127229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6386C0-33B0-D3E7-0595-8DD2D365CFB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FBD97D9-4FF5-59A1-EA03-387CC607D598}"/>
              </a:ext>
            </a:extLst>
          </p:cNvPr>
          <p:cNvSpPr>
            <a:spLocks noGrp="1"/>
          </p:cNvSpPr>
          <p:nvPr>
            <p:ph type="ctrTitle"/>
          </p:nvPr>
        </p:nvSpPr>
        <p:spPr/>
        <p:txBody>
          <a:bodyPr/>
          <a:lstStyle/>
          <a:p>
            <a:r>
              <a:rPr lang="en-AU">
                <a:latin typeface="+mj-lt"/>
              </a:rPr>
              <a:t>Review of learning 7</a:t>
            </a:r>
          </a:p>
        </p:txBody>
      </p:sp>
    </p:spTree>
    <p:extLst>
      <p:ext uri="{BB962C8B-B14F-4D97-AF65-F5344CB8AC3E}">
        <p14:creationId xmlns:p14="http://schemas.microsoft.com/office/powerpoint/2010/main" val="1216313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53E33-C376-9316-D79E-F1839BE9BE3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C9814B5-8402-1903-5B0E-89F1CBCBF51B}"/>
              </a:ext>
            </a:extLst>
          </p:cNvPr>
          <p:cNvSpPr>
            <a:spLocks noGrp="1"/>
          </p:cNvSpPr>
          <p:nvPr>
            <p:ph type="title"/>
          </p:nvPr>
        </p:nvSpPr>
        <p:spPr>
          <a:xfrm>
            <a:off x="360000" y="360000"/>
            <a:ext cx="10397115" cy="545601"/>
          </a:xfrm>
        </p:spPr>
        <p:txBody>
          <a:bodyPr/>
          <a:lstStyle/>
          <a:p>
            <a:r>
              <a:rPr lang="en-US"/>
              <a:t>Multiple choice </a:t>
            </a:r>
            <a:r>
              <a:rPr lang="en-US">
                <a:solidFill>
                  <a:schemeClr val="bg1"/>
                </a:solidFill>
              </a:rPr>
              <a:t>(4)</a:t>
            </a:r>
          </a:p>
        </p:txBody>
      </p:sp>
      <p:pic>
        <p:nvPicPr>
          <p:cNvPr id="4" name="Picture 3">
            <a:extLst>
              <a:ext uri="{FF2B5EF4-FFF2-40B4-BE49-F238E27FC236}">
                <a16:creationId xmlns:a16="http://schemas.microsoft.com/office/drawing/2014/main" id="{C493834B-1122-BF06-4664-175E7A7DB286}"/>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18" name="Text Placeholder 17">
            <a:extLst>
              <a:ext uri="{FF2B5EF4-FFF2-40B4-BE49-F238E27FC236}">
                <a16:creationId xmlns:a16="http://schemas.microsoft.com/office/drawing/2014/main" id="{9E5118E7-BD4E-1C6F-9677-4C0228A02948}"/>
              </a:ext>
            </a:extLst>
          </p:cNvPr>
          <p:cNvSpPr>
            <a:spLocks noGrp="1"/>
          </p:cNvSpPr>
          <p:nvPr>
            <p:ph type="body" sz="quarter" idx="24"/>
          </p:nvPr>
        </p:nvSpPr>
        <p:spPr>
          <a:xfrm>
            <a:off x="363916" y="1850063"/>
            <a:ext cx="11243037" cy="893226"/>
          </a:xfrm>
        </p:spPr>
        <p:txBody>
          <a:bodyPr/>
          <a:lstStyle/>
          <a:p>
            <a:pPr algn="ctr"/>
            <a:r>
              <a:rPr lang="en-US" sz="4400"/>
              <a:t>$10.80 + $5.60 + $2.20 + $11.40 =</a:t>
            </a:r>
          </a:p>
        </p:txBody>
      </p:sp>
      <p:sp>
        <p:nvSpPr>
          <p:cNvPr id="9" name="TextBox 8">
            <a:extLst>
              <a:ext uri="{FF2B5EF4-FFF2-40B4-BE49-F238E27FC236}">
                <a16:creationId xmlns:a16="http://schemas.microsoft.com/office/drawing/2014/main" id="{8B9CE09D-4912-352C-EDD3-2F5B22293E2B}"/>
              </a:ext>
            </a:extLst>
          </p:cNvPr>
          <p:cNvSpPr txBox="1"/>
          <p:nvPr/>
        </p:nvSpPr>
        <p:spPr>
          <a:xfrm>
            <a:off x="1215766" y="433882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5" name="Text Placeholder 17">
            <a:extLst>
              <a:ext uri="{FF2B5EF4-FFF2-40B4-BE49-F238E27FC236}">
                <a16:creationId xmlns:a16="http://schemas.microsoft.com/office/drawing/2014/main" id="{84D1C28F-174A-8EC9-F083-9C0B827F06F8}"/>
              </a:ext>
            </a:extLst>
          </p:cNvPr>
          <p:cNvSpPr txBox="1">
            <a:spLocks/>
          </p:cNvSpPr>
          <p:nvPr/>
        </p:nvSpPr>
        <p:spPr>
          <a:xfrm>
            <a:off x="330183" y="5232054"/>
            <a:ext cx="218711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$29.00</a:t>
            </a:r>
          </a:p>
        </p:txBody>
      </p:sp>
      <p:sp>
        <p:nvSpPr>
          <p:cNvPr id="10" name="TextBox 9">
            <a:extLst>
              <a:ext uri="{FF2B5EF4-FFF2-40B4-BE49-F238E27FC236}">
                <a16:creationId xmlns:a16="http://schemas.microsoft.com/office/drawing/2014/main" id="{6720C9BD-206D-1246-CC58-B94DA2A9FDA7}"/>
              </a:ext>
            </a:extLst>
          </p:cNvPr>
          <p:cNvSpPr txBox="1"/>
          <p:nvPr/>
        </p:nvSpPr>
        <p:spPr>
          <a:xfrm>
            <a:off x="4219739" y="433882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6" name="Text Placeholder 17">
            <a:extLst>
              <a:ext uri="{FF2B5EF4-FFF2-40B4-BE49-F238E27FC236}">
                <a16:creationId xmlns:a16="http://schemas.microsoft.com/office/drawing/2014/main" id="{8DF4B47E-21FA-4950-942D-C6A5311B257A}"/>
              </a:ext>
            </a:extLst>
          </p:cNvPr>
          <p:cNvSpPr txBox="1">
            <a:spLocks/>
          </p:cNvSpPr>
          <p:nvPr/>
        </p:nvSpPr>
        <p:spPr>
          <a:xfrm>
            <a:off x="3189925" y="5232054"/>
            <a:ext cx="218711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$28.40</a:t>
            </a:r>
          </a:p>
        </p:txBody>
      </p:sp>
      <p:sp>
        <p:nvSpPr>
          <p:cNvPr id="12" name="TextBox 11">
            <a:extLst>
              <a:ext uri="{FF2B5EF4-FFF2-40B4-BE49-F238E27FC236}">
                <a16:creationId xmlns:a16="http://schemas.microsoft.com/office/drawing/2014/main" id="{53D31413-FF78-7189-1A0F-0B12F84CC32D}"/>
              </a:ext>
            </a:extLst>
          </p:cNvPr>
          <p:cNvSpPr txBox="1"/>
          <p:nvPr/>
        </p:nvSpPr>
        <p:spPr>
          <a:xfrm>
            <a:off x="7223712" y="433882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7" name="Text Placeholder 17">
            <a:extLst>
              <a:ext uri="{FF2B5EF4-FFF2-40B4-BE49-F238E27FC236}">
                <a16:creationId xmlns:a16="http://schemas.microsoft.com/office/drawing/2014/main" id="{742F919F-405D-882C-8444-2AC85A8CAF3A}"/>
              </a:ext>
            </a:extLst>
          </p:cNvPr>
          <p:cNvSpPr txBox="1">
            <a:spLocks/>
          </p:cNvSpPr>
          <p:nvPr/>
        </p:nvSpPr>
        <p:spPr>
          <a:xfrm>
            <a:off x="6394868" y="5232054"/>
            <a:ext cx="218711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$30.20</a:t>
            </a:r>
          </a:p>
        </p:txBody>
      </p:sp>
      <p:sp>
        <p:nvSpPr>
          <p:cNvPr id="11" name="TextBox 10">
            <a:extLst>
              <a:ext uri="{FF2B5EF4-FFF2-40B4-BE49-F238E27FC236}">
                <a16:creationId xmlns:a16="http://schemas.microsoft.com/office/drawing/2014/main" id="{F03294A5-CB62-91E6-0D20-1199ECBFAF01}"/>
              </a:ext>
            </a:extLst>
          </p:cNvPr>
          <p:cNvSpPr txBox="1"/>
          <p:nvPr/>
        </p:nvSpPr>
        <p:spPr>
          <a:xfrm>
            <a:off x="10227686" y="433882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8" name="Text Placeholder 17">
            <a:extLst>
              <a:ext uri="{FF2B5EF4-FFF2-40B4-BE49-F238E27FC236}">
                <a16:creationId xmlns:a16="http://schemas.microsoft.com/office/drawing/2014/main" id="{05EE4033-D1A7-7D4A-3992-9138E8960A24}"/>
              </a:ext>
            </a:extLst>
          </p:cNvPr>
          <p:cNvSpPr txBox="1">
            <a:spLocks/>
          </p:cNvSpPr>
          <p:nvPr/>
        </p:nvSpPr>
        <p:spPr>
          <a:xfrm>
            <a:off x="9296885" y="5232054"/>
            <a:ext cx="2187115" cy="893226"/>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t>$30.00</a:t>
            </a:r>
          </a:p>
        </p:txBody>
      </p:sp>
      <p:sp>
        <p:nvSpPr>
          <p:cNvPr id="2" name="Slide Number Placeholder 1">
            <a:extLst>
              <a:ext uri="{FF2B5EF4-FFF2-40B4-BE49-F238E27FC236}">
                <a16:creationId xmlns:a16="http://schemas.microsoft.com/office/drawing/2014/main" id="{FF35F4CD-8487-40BA-C995-9F75C9273AD3}"/>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50</a:t>
            </a:fld>
            <a:endParaRPr lang="en-AU"/>
          </a:p>
        </p:txBody>
      </p:sp>
    </p:spTree>
    <p:extLst>
      <p:ext uri="{BB962C8B-B14F-4D97-AF65-F5344CB8AC3E}">
        <p14:creationId xmlns:p14="http://schemas.microsoft.com/office/powerpoint/2010/main" val="1928524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B2251-DF10-C8DB-1C57-FDC0798EB71D}"/>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E911EA-787B-F6E6-4161-4190166C5EE5}"/>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(25)</a:t>
            </a:r>
          </a:p>
        </p:txBody>
      </p:sp>
      <p:pic>
        <p:nvPicPr>
          <p:cNvPr id="3" name="Picture 2">
            <a:extLst>
              <a:ext uri="{FF2B5EF4-FFF2-40B4-BE49-F238E27FC236}">
                <a16:creationId xmlns:a16="http://schemas.microsoft.com/office/drawing/2014/main" id="{3BDDE108-B743-E59F-31B4-5F4FCBC7EB6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F851AEB6-60CA-021F-FFCF-D7ED46FA357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5" name="TextBox 4">
            <a:extLst>
              <a:ext uri="{FF2B5EF4-FFF2-40B4-BE49-F238E27FC236}">
                <a16:creationId xmlns:a16="http://schemas.microsoft.com/office/drawing/2014/main" id="{349E236D-3804-69CB-6D5A-072390723C64}"/>
              </a:ext>
            </a:extLst>
          </p:cNvPr>
          <p:cNvSpPr txBox="1"/>
          <p:nvPr/>
        </p:nvSpPr>
        <p:spPr>
          <a:xfrm>
            <a:off x="513824" y="991171"/>
            <a:ext cx="8391218" cy="5506829"/>
          </a:xfrm>
          <a:prstGeom prst="rect">
            <a:avLst/>
          </a:prstGeom>
          <a:noFill/>
        </p:spPr>
        <p:txBody>
          <a:bodyPr wrap="square">
            <a:spAutoFit/>
          </a:bodyPr>
          <a:lstStyle/>
          <a:p>
            <a:pPr lvl="0">
              <a:lnSpc>
                <a:spcPct val="150000"/>
              </a:lnSpc>
              <a:spcBef>
                <a:spcPts val="1200"/>
              </a:spcBef>
              <a:spcAft>
                <a:spcPts val="600"/>
              </a:spcAft>
            </a:pPr>
            <a:r>
              <a:rPr lang="en-AU" sz="4400">
                <a:effectLst/>
                <a:latin typeface="Arial" panose="020B0604020202020204" pitchFamily="34" charset="0"/>
                <a:ea typeface="Calibri" panose="020F0502020204030204" pitchFamily="34" charset="0"/>
                <a:cs typeface="Times New Roman" panose="02020603050405020304" pitchFamily="18" charset="0"/>
              </a:rPr>
              <a:t>Cameron rolled a </a:t>
            </a:r>
            <a:r>
              <a:rPr lang="en-AU" sz="4400" b="1">
                <a:effectLst/>
                <a:latin typeface="Arial" panose="020B0604020202020204" pitchFamily="34" charset="0"/>
                <a:ea typeface="Calibri" panose="020F0502020204030204" pitchFamily="34" charset="0"/>
                <a:cs typeface="Times New Roman" panose="02020603050405020304" pitchFamily="18" charset="0"/>
              </a:rPr>
              <a:t>6</a:t>
            </a:r>
            <a:r>
              <a:rPr lang="en-AU" sz="4400">
                <a:effectLst/>
                <a:latin typeface="Arial" panose="020B0604020202020204" pitchFamily="34" charset="0"/>
                <a:ea typeface="Calibri" panose="020F0502020204030204" pitchFamily="34" charset="0"/>
                <a:cs typeface="Times New Roman" panose="02020603050405020304" pitchFamily="18" charset="0"/>
              </a:rPr>
              <a:t>.</a:t>
            </a:r>
          </a:p>
          <a:p>
            <a:pPr lvl="0">
              <a:lnSpc>
                <a:spcPct val="150000"/>
              </a:lnSpc>
              <a:spcBef>
                <a:spcPts val="1200"/>
              </a:spcBef>
              <a:spcAft>
                <a:spcPts val="600"/>
              </a:spcAft>
            </a:pPr>
            <a:r>
              <a:rPr lang="en-AU" sz="4400">
                <a:effectLst/>
                <a:latin typeface="Arial" panose="020B0604020202020204" pitchFamily="34" charset="0"/>
                <a:ea typeface="Calibri" panose="020F0502020204030204" pitchFamily="34" charset="0"/>
                <a:cs typeface="Times New Roman" panose="02020603050405020304" pitchFamily="18" charset="0"/>
              </a:rPr>
              <a:t>Does the </a:t>
            </a:r>
            <a:r>
              <a:rPr lang="en-AU" sz="4400" b="1">
                <a:effectLst/>
                <a:latin typeface="Arial" panose="020B0604020202020204" pitchFamily="34" charset="0"/>
                <a:ea typeface="Calibri" panose="020F0502020204030204" pitchFamily="34" charset="0"/>
                <a:cs typeface="Times New Roman" panose="02020603050405020304" pitchFamily="18" charset="0"/>
              </a:rPr>
              <a:t>outcome</a:t>
            </a:r>
            <a:r>
              <a:rPr lang="en-AU" sz="4400">
                <a:effectLst/>
                <a:latin typeface="Arial" panose="020B0604020202020204" pitchFamily="34" charset="0"/>
                <a:ea typeface="Calibri" panose="020F0502020204030204" pitchFamily="34" charset="0"/>
                <a:cs typeface="Times New Roman" panose="02020603050405020304" pitchFamily="18" charset="0"/>
              </a:rPr>
              <a:t> of this one roll </a:t>
            </a:r>
            <a:r>
              <a:rPr lang="en-AU" sz="4400" b="1">
                <a:effectLst/>
                <a:latin typeface="Arial" panose="020B0604020202020204" pitchFamily="34" charset="0"/>
                <a:ea typeface="Calibri" panose="020F0502020204030204" pitchFamily="34" charset="0"/>
                <a:cs typeface="Times New Roman" panose="02020603050405020304" pitchFamily="18" charset="0"/>
              </a:rPr>
              <a:t>change the likelihood </a:t>
            </a:r>
            <a:r>
              <a:rPr lang="en-AU" sz="4400">
                <a:effectLst/>
                <a:latin typeface="Arial" panose="020B0604020202020204" pitchFamily="34" charset="0"/>
                <a:ea typeface="Calibri" panose="020F0502020204030204" pitchFamily="34" charset="0"/>
                <a:cs typeface="Times New Roman" panose="02020603050405020304" pitchFamily="18" charset="0"/>
              </a:rPr>
              <a:t>of him getting a </a:t>
            </a:r>
            <a:r>
              <a:rPr lang="en-AU" sz="4400" b="1">
                <a:effectLst/>
                <a:latin typeface="Arial" panose="020B0604020202020204" pitchFamily="34" charset="0"/>
                <a:ea typeface="Calibri" panose="020F0502020204030204" pitchFamily="34" charset="0"/>
                <a:cs typeface="Times New Roman" panose="02020603050405020304" pitchFamily="18" charset="0"/>
              </a:rPr>
              <a:t>6</a:t>
            </a:r>
            <a:r>
              <a:rPr lang="en-AU" sz="4400">
                <a:effectLst/>
                <a:latin typeface="Arial" panose="020B0604020202020204" pitchFamily="34" charset="0"/>
                <a:ea typeface="Calibri" panose="020F0502020204030204" pitchFamily="34" charset="0"/>
                <a:cs typeface="Times New Roman" panose="02020603050405020304" pitchFamily="18" charset="0"/>
              </a:rPr>
              <a:t> on the </a:t>
            </a:r>
            <a:r>
              <a:rPr lang="en-AU" sz="4400" b="1">
                <a:effectLst/>
                <a:latin typeface="Arial" panose="020B0604020202020204" pitchFamily="34" charset="0"/>
                <a:ea typeface="Calibri" panose="020F0502020204030204" pitchFamily="34" charset="0"/>
                <a:cs typeface="Times New Roman" panose="02020603050405020304" pitchFamily="18" charset="0"/>
              </a:rPr>
              <a:t>next</a:t>
            </a:r>
            <a:r>
              <a:rPr lang="en-AU" sz="4400">
                <a:effectLst/>
                <a:latin typeface="Arial" panose="020B0604020202020204" pitchFamily="34" charset="0"/>
                <a:ea typeface="Calibri" panose="020F0502020204030204" pitchFamily="34" charset="0"/>
                <a:cs typeface="Times New Roman" panose="02020603050405020304" pitchFamily="18" charset="0"/>
              </a:rPr>
              <a:t> roll? </a:t>
            </a:r>
          </a:p>
          <a:p>
            <a:pPr lvl="0">
              <a:lnSpc>
                <a:spcPct val="150000"/>
              </a:lnSpc>
              <a:spcBef>
                <a:spcPts val="1200"/>
              </a:spcBef>
              <a:spcAft>
                <a:spcPts val="600"/>
              </a:spcAft>
            </a:pPr>
            <a:r>
              <a:rPr lang="en-AU" sz="4400" b="1">
                <a:effectLst/>
                <a:latin typeface="Arial" panose="020B0604020202020204" pitchFamily="34" charset="0"/>
                <a:ea typeface="Calibri" panose="020F0502020204030204" pitchFamily="34" charset="0"/>
                <a:cs typeface="Times New Roman" panose="02020603050405020304" pitchFamily="18" charset="0"/>
              </a:rPr>
              <a:t>Why</a:t>
            </a:r>
            <a:r>
              <a:rPr lang="en-AU" sz="4400">
                <a:effectLst/>
                <a:latin typeface="Arial" panose="020B0604020202020204" pitchFamily="34" charset="0"/>
                <a:ea typeface="Calibri" panose="020F0502020204030204" pitchFamily="34" charset="0"/>
                <a:cs typeface="Times New Roman" panose="02020603050405020304" pitchFamily="18" charset="0"/>
              </a:rPr>
              <a:t> or </a:t>
            </a:r>
            <a:r>
              <a:rPr lang="en-AU" sz="4400" b="1">
                <a:effectLst/>
                <a:latin typeface="Arial" panose="020B0604020202020204" pitchFamily="34" charset="0"/>
                <a:ea typeface="Calibri" panose="020F0502020204030204" pitchFamily="34" charset="0"/>
                <a:cs typeface="Times New Roman" panose="02020603050405020304" pitchFamily="18" charset="0"/>
              </a:rPr>
              <a:t>why not</a:t>
            </a:r>
            <a:r>
              <a:rPr lang="en-AU" sz="4400">
                <a:effectLst/>
                <a:latin typeface="Arial" panose="020B0604020202020204" pitchFamily="34" charset="0"/>
                <a:ea typeface="Calibri" panose="020F0502020204030204" pitchFamily="34" charset="0"/>
                <a:cs typeface="Times New Roman" panose="02020603050405020304" pitchFamily="18" charset="0"/>
              </a:rPr>
              <a:t>?</a:t>
            </a:r>
          </a:p>
        </p:txBody>
      </p:sp>
      <p:pic>
        <p:nvPicPr>
          <p:cNvPr id="8" name="Picture 7" descr="dice with a 6 rolled">
            <a:extLst>
              <a:ext uri="{FF2B5EF4-FFF2-40B4-BE49-F238E27FC236}">
                <a16:creationId xmlns:a16="http://schemas.microsoft.com/office/drawing/2014/main" id="{138E4475-0EEF-F326-8E92-50B843560D11}"/>
              </a:ext>
            </a:extLst>
          </p:cNvPr>
          <p:cNvPicPr>
            <a:picLocks noChangeAspect="1"/>
          </p:cNvPicPr>
          <p:nvPr/>
        </p:nvPicPr>
        <p:blipFill>
          <a:blip r:embed="rId4"/>
          <a:stretch>
            <a:fillRect/>
          </a:stretch>
        </p:blipFill>
        <p:spPr>
          <a:xfrm>
            <a:off x="9176147" y="1762365"/>
            <a:ext cx="2502029" cy="2609984"/>
          </a:xfrm>
          <a:prstGeom prst="rect">
            <a:avLst/>
          </a:prstGeom>
        </p:spPr>
      </p:pic>
    </p:spTree>
    <p:extLst>
      <p:ext uri="{BB962C8B-B14F-4D97-AF65-F5344CB8AC3E}">
        <p14:creationId xmlns:p14="http://schemas.microsoft.com/office/powerpoint/2010/main" val="3421045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DDFDA5-04FD-A818-D8EE-F166EE820F3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278584-1D03-2A7C-E8C8-43BF5F89AB62}"/>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(26)</a:t>
            </a:r>
          </a:p>
        </p:txBody>
      </p:sp>
      <p:pic>
        <p:nvPicPr>
          <p:cNvPr id="3" name="Picture 2">
            <a:extLst>
              <a:ext uri="{FF2B5EF4-FFF2-40B4-BE49-F238E27FC236}">
                <a16:creationId xmlns:a16="http://schemas.microsoft.com/office/drawing/2014/main" id="{5DACDB15-40FB-10CA-304C-024754D6DBAE}"/>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7272EA4F-3F06-6846-819D-1E1E70AD911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7" name="TextBox 6">
            <a:extLst>
              <a:ext uri="{FF2B5EF4-FFF2-40B4-BE49-F238E27FC236}">
                <a16:creationId xmlns:a16="http://schemas.microsoft.com/office/drawing/2014/main" id="{FEB9E968-B287-0A06-F193-1AE19B173808}"/>
              </a:ext>
            </a:extLst>
          </p:cNvPr>
          <p:cNvSpPr txBox="1"/>
          <p:nvPr/>
        </p:nvSpPr>
        <p:spPr>
          <a:xfrm>
            <a:off x="529830" y="1044749"/>
            <a:ext cx="10870352" cy="5045164"/>
          </a:xfrm>
          <a:prstGeom prst="rect">
            <a:avLst/>
          </a:prstGeom>
          <a:noFill/>
        </p:spPr>
        <p:txBody>
          <a:bodyPr wrap="square">
            <a:spAutoFit/>
          </a:bodyPr>
          <a:lstStyle/>
          <a:p>
            <a:pPr algn="ctr">
              <a:lnSpc>
                <a:spcPct val="150000"/>
              </a:lnSpc>
            </a:pPr>
            <a:r>
              <a:rPr lang="en-AU" sz="4400" dirty="0">
                <a:latin typeface="Arial" panose="020B0604020202020204" pitchFamily="34" charset="0"/>
                <a:ea typeface="Calibri" panose="020F0502020204030204" pitchFamily="34" charset="0"/>
              </a:rPr>
              <a:t>Use the associative property to multiply, thinking about multiples of 10 to </a:t>
            </a:r>
            <a:r>
              <a:rPr lang="en-AU" sz="4400" b="1" dirty="0">
                <a:effectLst/>
                <a:latin typeface="Arial" panose="020B0604020202020204" pitchFamily="34" charset="0"/>
                <a:ea typeface="Calibri" panose="020F0502020204030204" pitchFamily="34" charset="0"/>
              </a:rPr>
              <a:t>regroup</a:t>
            </a:r>
            <a:r>
              <a:rPr lang="en-AU" sz="4400" dirty="0">
                <a:effectLst/>
                <a:latin typeface="Arial" panose="020B0604020202020204" pitchFamily="34" charset="0"/>
                <a:ea typeface="Calibri" panose="020F0502020204030204" pitchFamily="34" charset="0"/>
              </a:rPr>
              <a:t>:</a:t>
            </a:r>
          </a:p>
          <a:p>
            <a:pPr algn="ctr">
              <a:lnSpc>
                <a:spcPct val="150000"/>
              </a:lnSpc>
            </a:pPr>
            <a:r>
              <a:rPr lang="en-AU" sz="4400" b="1" dirty="0">
                <a:solidFill>
                  <a:schemeClr val="accent2"/>
                </a:solidFill>
                <a:effectLst/>
                <a:latin typeface="Arial" panose="020B0604020202020204" pitchFamily="34" charset="0"/>
                <a:ea typeface="Calibri" panose="020F0502020204030204" pitchFamily="34" charset="0"/>
              </a:rPr>
              <a:t>30 × 7</a:t>
            </a:r>
          </a:p>
          <a:p>
            <a:pPr algn="ctr">
              <a:lnSpc>
                <a:spcPct val="150000"/>
              </a:lnSpc>
            </a:pPr>
            <a:r>
              <a:rPr lang="en-AU" sz="4400" dirty="0">
                <a:latin typeface="Arial" panose="020B0604020202020204" pitchFamily="34" charset="0"/>
                <a:ea typeface="Calibri" panose="020F0502020204030204" pitchFamily="34" charset="0"/>
              </a:rPr>
              <a:t>Write the </a:t>
            </a:r>
            <a:r>
              <a:rPr lang="en-AU" sz="4400" b="1" dirty="0">
                <a:latin typeface="Arial" panose="020B0604020202020204" pitchFamily="34" charset="0"/>
                <a:ea typeface="Calibri" panose="020F0502020204030204" pitchFamily="34" charset="0"/>
              </a:rPr>
              <a:t>new</a:t>
            </a:r>
            <a:r>
              <a:rPr lang="en-AU" sz="4400" dirty="0">
                <a:latin typeface="Arial" panose="020B0604020202020204" pitchFamily="34" charset="0"/>
                <a:ea typeface="Calibri" panose="020F0502020204030204" pitchFamily="34" charset="0"/>
              </a:rPr>
              <a:t> number sentence and the </a:t>
            </a:r>
            <a:r>
              <a:rPr lang="en-AU" sz="4400" b="1" dirty="0">
                <a:latin typeface="Arial" panose="020B0604020202020204" pitchFamily="34" charset="0"/>
                <a:ea typeface="Calibri" panose="020F0502020204030204" pitchFamily="34" charset="0"/>
              </a:rPr>
              <a:t>solution</a:t>
            </a:r>
            <a:r>
              <a:rPr lang="en-AU" sz="4400" dirty="0">
                <a:latin typeface="Arial" panose="020B0604020202020204" pitchFamily="34" charset="0"/>
                <a:ea typeface="Calibri" panose="020F0502020204030204" pitchFamily="34" charset="0"/>
              </a:rPr>
              <a:t>.</a:t>
            </a:r>
            <a:endParaRPr lang="en-AU" sz="4400" dirty="0"/>
          </a:p>
        </p:txBody>
      </p:sp>
    </p:spTree>
    <p:extLst>
      <p:ext uri="{BB962C8B-B14F-4D97-AF65-F5344CB8AC3E}">
        <p14:creationId xmlns:p14="http://schemas.microsoft.com/office/powerpoint/2010/main" val="4110370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EE59B-9BEF-7D49-551E-3074A6DFFA7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00379C9-D3D6-8DF3-10D6-65CC2C3BA62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(27)</a:t>
            </a:r>
          </a:p>
        </p:txBody>
      </p:sp>
      <p:pic>
        <p:nvPicPr>
          <p:cNvPr id="3" name="Picture 2">
            <a:extLst>
              <a:ext uri="{FF2B5EF4-FFF2-40B4-BE49-F238E27FC236}">
                <a16:creationId xmlns:a16="http://schemas.microsoft.com/office/drawing/2014/main" id="{6F1984CA-3815-83E6-2CEF-D3AC5609C15C}"/>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E2D3DA14-23C1-BEF3-C7DE-42D4326F460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53</a:t>
            </a:fld>
            <a:endParaRPr lang="en-AU"/>
          </a:p>
        </p:txBody>
      </p:sp>
      <p:sp>
        <p:nvSpPr>
          <p:cNvPr id="5" name="TextBox 4">
            <a:extLst>
              <a:ext uri="{FF2B5EF4-FFF2-40B4-BE49-F238E27FC236}">
                <a16:creationId xmlns:a16="http://schemas.microsoft.com/office/drawing/2014/main" id="{29ACE7A6-BEA9-BD5A-73D1-1366A96C17E4}"/>
              </a:ext>
            </a:extLst>
          </p:cNvPr>
          <p:cNvSpPr txBox="1"/>
          <p:nvPr/>
        </p:nvSpPr>
        <p:spPr>
          <a:xfrm>
            <a:off x="1568824" y="1793823"/>
            <a:ext cx="8695764" cy="4260333"/>
          </a:xfrm>
          <a:prstGeom prst="rect">
            <a:avLst/>
          </a:prstGeom>
          <a:noFill/>
        </p:spPr>
        <p:txBody>
          <a:bodyPr wrap="square">
            <a:spAutoFit/>
          </a:bodyPr>
          <a:lstStyle/>
          <a:p>
            <a:pPr algn="ctr">
              <a:lnSpc>
                <a:spcPct val="150000"/>
              </a:lnSpc>
            </a:pPr>
            <a:r>
              <a:rPr lang="en-AU" sz="5400">
                <a:effectLst/>
                <a:latin typeface="Arial" panose="020B0604020202020204" pitchFamily="34" charset="0"/>
                <a:ea typeface="Calibri" panose="020F0502020204030204" pitchFamily="34" charset="0"/>
              </a:rPr>
              <a:t>468 + 253 =</a:t>
            </a:r>
          </a:p>
          <a:p>
            <a:pPr algn="ctr">
              <a:lnSpc>
                <a:spcPct val="150000"/>
              </a:lnSpc>
            </a:pPr>
            <a:endParaRPr lang="en-AU" sz="4400">
              <a:latin typeface="Arial" panose="020B0604020202020204" pitchFamily="34" charset="0"/>
              <a:ea typeface="Calibri" panose="020F0502020204030204" pitchFamily="34" charset="0"/>
            </a:endParaRPr>
          </a:p>
          <a:p>
            <a:pPr algn="ctr">
              <a:lnSpc>
                <a:spcPct val="150000"/>
              </a:lnSpc>
            </a:pPr>
            <a:r>
              <a:rPr lang="en-AU" sz="4400">
                <a:latin typeface="Arial" panose="020B0604020202020204" pitchFamily="34" charset="0"/>
                <a:ea typeface="Calibri" panose="020F0502020204030204" pitchFamily="34" charset="0"/>
              </a:rPr>
              <a:t>What</a:t>
            </a:r>
            <a:r>
              <a:rPr lang="en-AU" sz="4400" b="1">
                <a:latin typeface="Arial" panose="020B0604020202020204" pitchFamily="34" charset="0"/>
                <a:ea typeface="Calibri" panose="020F0502020204030204" pitchFamily="34" charset="0"/>
              </a:rPr>
              <a:t> strategy </a:t>
            </a:r>
            <a:r>
              <a:rPr lang="en-AU" sz="4400">
                <a:latin typeface="Arial" panose="020B0604020202020204" pitchFamily="34" charset="0"/>
                <a:ea typeface="Calibri" panose="020F0502020204030204" pitchFamily="34" charset="0"/>
              </a:rPr>
              <a:t>did you use to solve the problem?</a:t>
            </a:r>
            <a:endParaRPr lang="en-AU" sz="4400"/>
          </a:p>
        </p:txBody>
      </p:sp>
    </p:spTree>
    <p:extLst>
      <p:ext uri="{BB962C8B-B14F-4D97-AF65-F5344CB8AC3E}">
        <p14:creationId xmlns:p14="http://schemas.microsoft.com/office/powerpoint/2010/main" val="36848639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5659C-52F1-8E74-099C-EE67C3721A09}"/>
            </a:ext>
          </a:extLst>
        </p:cNvPr>
        <p:cNvGrpSpPr/>
        <p:nvPr/>
      </p:nvGrpSpPr>
      <p:grpSpPr>
        <a:xfrm>
          <a:off x="0" y="0"/>
          <a:ext cx="0" cy="0"/>
          <a:chOff x="0" y="0"/>
          <a:chExt cx="0" cy="0"/>
        </a:xfrm>
      </p:grpSpPr>
      <p:pic>
        <p:nvPicPr>
          <p:cNvPr id="21" name="Picture 20" descr="Bar chart comparing average monthly temperatures in Celsius for four cities: New York, London, Tokyo, and Sydney. Each city is represented by a different color with labeled months on the x-axis and temperature values on the y-axis, showing New York and Tokyo peaking in summer months while London and Sydney have milder fluctuations.">
            <a:extLst>
              <a:ext uri="{FF2B5EF4-FFF2-40B4-BE49-F238E27FC236}">
                <a16:creationId xmlns:a16="http://schemas.microsoft.com/office/drawing/2014/main" id="{7C81ADE2-F755-491A-A7DE-984E6B3C9E9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5919884" y="1238788"/>
            <a:ext cx="5606709" cy="5512830"/>
          </a:xfrm>
          <a:prstGeom prst="rect">
            <a:avLst/>
          </a:prstGeom>
          <a:ln>
            <a:noFill/>
          </a:ln>
          <a:effectLst>
            <a:outerShdw blurRad="292100" dist="139700" dir="2700000" algn="tl" rotWithShape="0">
              <a:srgbClr val="333333">
                <a:alpha val="65000"/>
              </a:srgbClr>
            </a:outerShdw>
          </a:effectLst>
        </p:spPr>
      </p:pic>
      <p:sp>
        <p:nvSpPr>
          <p:cNvPr id="6" name="Title 5">
            <a:extLst>
              <a:ext uri="{FF2B5EF4-FFF2-40B4-BE49-F238E27FC236}">
                <a16:creationId xmlns:a16="http://schemas.microsoft.com/office/drawing/2014/main" id="{0E4A8999-8A41-AC47-3114-D0B5AAC2A64C}"/>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(28)</a:t>
            </a:r>
          </a:p>
        </p:txBody>
      </p:sp>
      <p:pic>
        <p:nvPicPr>
          <p:cNvPr id="3" name="Picture 2" descr="image of a clipboard with a pencil recording short answer responses">
            <a:extLst>
              <a:ext uri="{FF2B5EF4-FFF2-40B4-BE49-F238E27FC236}">
                <a16:creationId xmlns:a16="http://schemas.microsoft.com/office/drawing/2014/main" id="{981E4643-C0C9-5325-74DA-A071DDDC65A8}"/>
              </a:ext>
            </a:extLst>
          </p:cNvPr>
          <p:cNvPicPr>
            <a:picLocks noChangeAspect="1"/>
          </p:cNvPicPr>
          <p:nvPr/>
        </p:nvPicPr>
        <p:blipFill>
          <a:blip r:embed="rId4"/>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3B0E339-1A21-2647-20E6-CEB4EE6B71A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44" name="Text Placeholder 17">
            <a:extLst>
              <a:ext uri="{FF2B5EF4-FFF2-40B4-BE49-F238E27FC236}">
                <a16:creationId xmlns:a16="http://schemas.microsoft.com/office/drawing/2014/main" id="{19B71A3A-C0F4-A259-E0C7-C2AED18A266D}"/>
              </a:ext>
            </a:extLst>
          </p:cNvPr>
          <p:cNvSpPr txBox="1">
            <a:spLocks/>
          </p:cNvSpPr>
          <p:nvPr/>
        </p:nvSpPr>
        <p:spPr>
          <a:xfrm>
            <a:off x="116710" y="1358771"/>
            <a:ext cx="5586639" cy="893226"/>
          </a:xfrm>
          <a:prstGeom prst="rect">
            <a:avLst/>
          </a:prstGeom>
        </p:spPr>
        <p:txBody>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buFont typeface="Arial" panose="020B0604020202020204" pitchFamily="34" charset="0"/>
              <a:buChar char="•"/>
            </a:pPr>
            <a:r>
              <a:rPr lang="en-US" sz="2800"/>
              <a:t>Which house </a:t>
            </a:r>
            <a:r>
              <a:rPr lang="en-US" sz="2800" b="1"/>
              <a:t>won</a:t>
            </a:r>
            <a:r>
              <a:rPr lang="en-US" sz="2800"/>
              <a:t> the carnival?</a:t>
            </a:r>
          </a:p>
          <a:p>
            <a:pPr marL="457200" indent="-457200">
              <a:buFont typeface="Arial" panose="020B0604020202020204" pitchFamily="34" charset="0"/>
              <a:buChar char="•"/>
            </a:pPr>
            <a:r>
              <a:rPr lang="en-US" sz="2800"/>
              <a:t>Which house received the </a:t>
            </a:r>
            <a:r>
              <a:rPr lang="en-US" sz="2800" b="1"/>
              <a:t>least </a:t>
            </a:r>
            <a:r>
              <a:rPr lang="en-US" sz="2800"/>
              <a:t>number of house points?</a:t>
            </a:r>
          </a:p>
          <a:p>
            <a:pPr marL="457200" indent="-457200">
              <a:buFont typeface="Arial" panose="020B0604020202020204" pitchFamily="34" charset="0"/>
              <a:buChar char="•"/>
            </a:pPr>
            <a:r>
              <a:rPr lang="en-US" sz="2800" b="1"/>
              <a:t>How many more </a:t>
            </a:r>
            <a:r>
              <a:rPr lang="en-US" sz="2800"/>
              <a:t>points did </a:t>
            </a:r>
            <a:r>
              <a:rPr lang="en-US" sz="2800" b="1"/>
              <a:t>Alcott </a:t>
            </a:r>
            <a:r>
              <a:rPr lang="en-US" sz="2800"/>
              <a:t>receive than </a:t>
            </a:r>
            <a:r>
              <a:rPr lang="en-US" sz="2800" b="1"/>
              <a:t>Bradman?</a:t>
            </a:r>
          </a:p>
        </p:txBody>
      </p:sp>
      <p:grpSp>
        <p:nvGrpSpPr>
          <p:cNvPr id="5" name="Group 4" descr="A column graph showing athletics carnival house points.&#10;Bradman: 300&#10;Goolagong: 700&#10;Alcott: 1000&#10;Thorpe: 500">
            <a:extLst>
              <a:ext uri="{FF2B5EF4-FFF2-40B4-BE49-F238E27FC236}">
                <a16:creationId xmlns:a16="http://schemas.microsoft.com/office/drawing/2014/main" id="{065256E5-AA5F-7A15-51F5-13314C9FDD88}"/>
              </a:ext>
            </a:extLst>
          </p:cNvPr>
          <p:cNvGrpSpPr/>
          <p:nvPr/>
        </p:nvGrpSpPr>
        <p:grpSpPr>
          <a:xfrm>
            <a:off x="5995128" y="1296509"/>
            <a:ext cx="5748000" cy="5397387"/>
            <a:chOff x="2029263" y="1075534"/>
            <a:chExt cx="5958547" cy="5949091"/>
          </a:xfrm>
        </p:grpSpPr>
        <p:grpSp>
          <p:nvGrpSpPr>
            <p:cNvPr id="7" name="Group 2">
              <a:extLst>
                <a:ext uri="{FF2B5EF4-FFF2-40B4-BE49-F238E27FC236}">
                  <a16:creationId xmlns:a16="http://schemas.microsoft.com/office/drawing/2014/main" id="{4C15E6BC-141A-0D0E-E315-ACBE31F01951}"/>
                </a:ext>
              </a:extLst>
            </p:cNvPr>
            <p:cNvGrpSpPr/>
            <p:nvPr/>
          </p:nvGrpSpPr>
          <p:grpSpPr>
            <a:xfrm>
              <a:off x="2418597" y="1075534"/>
              <a:ext cx="5569213" cy="5126209"/>
              <a:chOff x="0" y="0"/>
              <a:chExt cx="7425618" cy="6834945"/>
            </a:xfrm>
          </p:grpSpPr>
          <p:sp>
            <p:nvSpPr>
              <p:cNvPr id="14" name="Freeform 3">
                <a:extLst>
                  <a:ext uri="{FF2B5EF4-FFF2-40B4-BE49-F238E27FC236}">
                    <a16:creationId xmlns:a16="http://schemas.microsoft.com/office/drawing/2014/main" id="{FF0DF80D-3FC3-37C9-A6D7-B8D4B6050BAA}"/>
                  </a:ext>
                </a:extLst>
              </p:cNvPr>
              <p:cNvSpPr/>
              <p:nvPr/>
            </p:nvSpPr>
            <p:spPr>
              <a:xfrm>
                <a:off x="826989" y="606290"/>
                <a:ext cx="6111867" cy="6228655"/>
              </a:xfrm>
              <a:custGeom>
                <a:avLst/>
                <a:gdLst/>
                <a:ahLst/>
                <a:cxnLst/>
                <a:rect l="l" t="t" r="r" b="b"/>
                <a:pathLst>
                  <a:path w="6111867" h="6228655">
                    <a:moveTo>
                      <a:pt x="0" y="0"/>
                    </a:moveTo>
                    <a:lnTo>
                      <a:pt x="6111867" y="0"/>
                    </a:lnTo>
                    <a:lnTo>
                      <a:pt x="6111867" y="6228655"/>
                    </a:lnTo>
                    <a:lnTo>
                      <a:pt x="0" y="622865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5" name="TextBox 4">
                <a:extLst>
                  <a:ext uri="{FF2B5EF4-FFF2-40B4-BE49-F238E27FC236}">
                    <a16:creationId xmlns:a16="http://schemas.microsoft.com/office/drawing/2014/main" id="{CAE87FB5-0FC0-DAE6-BBC2-500B5EA03F0C}"/>
                  </a:ext>
                </a:extLst>
              </p:cNvPr>
              <p:cNvSpPr txBox="1"/>
              <p:nvPr/>
            </p:nvSpPr>
            <p:spPr>
              <a:xfrm>
                <a:off x="111550" y="5407546"/>
                <a:ext cx="54152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200</a:t>
                </a:r>
              </a:p>
            </p:txBody>
          </p:sp>
          <p:sp>
            <p:nvSpPr>
              <p:cNvPr id="16" name="TextBox 5">
                <a:extLst>
                  <a:ext uri="{FF2B5EF4-FFF2-40B4-BE49-F238E27FC236}">
                    <a16:creationId xmlns:a16="http://schemas.microsoft.com/office/drawing/2014/main" id="{561D75BA-C0E4-80CC-1A2C-720CC7310370}"/>
                  </a:ext>
                </a:extLst>
              </p:cNvPr>
              <p:cNvSpPr txBox="1"/>
              <p:nvPr/>
            </p:nvSpPr>
            <p:spPr>
              <a:xfrm>
                <a:off x="111550" y="4180884"/>
                <a:ext cx="54152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400</a:t>
                </a:r>
              </a:p>
            </p:txBody>
          </p:sp>
          <p:sp>
            <p:nvSpPr>
              <p:cNvPr id="17" name="TextBox 6">
                <a:extLst>
                  <a:ext uri="{FF2B5EF4-FFF2-40B4-BE49-F238E27FC236}">
                    <a16:creationId xmlns:a16="http://schemas.microsoft.com/office/drawing/2014/main" id="{20376DA5-F854-ED98-C423-65F5083AE620}"/>
                  </a:ext>
                </a:extLst>
              </p:cNvPr>
              <p:cNvSpPr txBox="1"/>
              <p:nvPr/>
            </p:nvSpPr>
            <p:spPr>
              <a:xfrm>
                <a:off x="111550" y="2952370"/>
                <a:ext cx="54152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600</a:t>
                </a:r>
              </a:p>
            </p:txBody>
          </p:sp>
          <p:sp>
            <p:nvSpPr>
              <p:cNvPr id="18" name="TextBox 7">
                <a:extLst>
                  <a:ext uri="{FF2B5EF4-FFF2-40B4-BE49-F238E27FC236}">
                    <a16:creationId xmlns:a16="http://schemas.microsoft.com/office/drawing/2014/main" id="{8B917BB9-1577-660E-9F2E-87D2B25AB0FA}"/>
                  </a:ext>
                </a:extLst>
              </p:cNvPr>
              <p:cNvSpPr txBox="1"/>
              <p:nvPr/>
            </p:nvSpPr>
            <p:spPr>
              <a:xfrm>
                <a:off x="111550" y="1796694"/>
                <a:ext cx="54152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800</a:t>
                </a:r>
              </a:p>
            </p:txBody>
          </p:sp>
          <p:sp>
            <p:nvSpPr>
              <p:cNvPr id="19" name="TextBox 8">
                <a:extLst>
                  <a:ext uri="{FF2B5EF4-FFF2-40B4-BE49-F238E27FC236}">
                    <a16:creationId xmlns:a16="http://schemas.microsoft.com/office/drawing/2014/main" id="{702278A8-996D-3125-825E-8806B70732E0}"/>
                  </a:ext>
                </a:extLst>
              </p:cNvPr>
              <p:cNvSpPr txBox="1"/>
              <p:nvPr/>
            </p:nvSpPr>
            <p:spPr>
              <a:xfrm>
                <a:off x="0" y="568190"/>
                <a:ext cx="653070"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1000</a:t>
                </a:r>
              </a:p>
            </p:txBody>
          </p:sp>
          <p:sp>
            <p:nvSpPr>
              <p:cNvPr id="20" name="TextBox 9">
                <a:extLst>
                  <a:ext uri="{FF2B5EF4-FFF2-40B4-BE49-F238E27FC236}">
                    <a16:creationId xmlns:a16="http://schemas.microsoft.com/office/drawing/2014/main" id="{11DD9C0C-D56D-8A69-AEB5-E5ADF86A2B3B}"/>
                  </a:ext>
                </a:extLst>
              </p:cNvPr>
              <p:cNvSpPr txBox="1"/>
              <p:nvPr/>
            </p:nvSpPr>
            <p:spPr>
              <a:xfrm>
                <a:off x="486762" y="-38100"/>
                <a:ext cx="6938856" cy="352213"/>
              </a:xfrm>
              <a:prstGeom prst="rect">
                <a:avLst/>
              </a:prstGeom>
            </p:spPr>
            <p:txBody>
              <a:bodyPr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Athletics Carnival House Points</a:t>
                </a:r>
              </a:p>
            </p:txBody>
          </p:sp>
        </p:grpSp>
        <p:sp>
          <p:nvSpPr>
            <p:cNvPr id="8" name="TextBox 10">
              <a:extLst>
                <a:ext uri="{FF2B5EF4-FFF2-40B4-BE49-F238E27FC236}">
                  <a16:creationId xmlns:a16="http://schemas.microsoft.com/office/drawing/2014/main" id="{D5FD0B0B-2FEE-9681-5D9E-1068635D70EC}"/>
                </a:ext>
              </a:extLst>
            </p:cNvPr>
            <p:cNvSpPr txBox="1"/>
            <p:nvPr/>
          </p:nvSpPr>
          <p:spPr>
            <a:xfrm rot="-5400000">
              <a:off x="1431223" y="3285255"/>
              <a:ext cx="1454806" cy="258725"/>
            </a:xfrm>
            <a:prstGeom prst="rect">
              <a:avLst/>
            </a:prstGeom>
          </p:spPr>
          <p:txBody>
            <a:bodyPr wrap="square"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House Points</a:t>
              </a:r>
            </a:p>
          </p:txBody>
        </p:sp>
        <p:sp>
          <p:nvSpPr>
            <p:cNvPr id="9" name="TextBox 11">
              <a:extLst>
                <a:ext uri="{FF2B5EF4-FFF2-40B4-BE49-F238E27FC236}">
                  <a16:creationId xmlns:a16="http://schemas.microsoft.com/office/drawing/2014/main" id="{943D6B6C-93E5-B610-DE19-BC8BD1CC6E00}"/>
                </a:ext>
              </a:extLst>
            </p:cNvPr>
            <p:cNvSpPr txBox="1"/>
            <p:nvPr/>
          </p:nvSpPr>
          <p:spPr>
            <a:xfrm>
              <a:off x="3502115" y="6293978"/>
              <a:ext cx="901303" cy="273685"/>
            </a:xfrm>
            <a:prstGeom prst="rect">
              <a:avLst/>
            </a:prstGeom>
          </p:spPr>
          <p:txBody>
            <a:bodyPr lIns="0" tIns="0" rIns="0" bIns="0" rtlCol="0" anchor="t">
              <a:spAutoFit/>
            </a:bodyPr>
            <a:lstStyle/>
            <a:p>
              <a:pPr algn="l">
                <a:lnSpc>
                  <a:spcPts val="2239"/>
                </a:lnSpc>
              </a:pPr>
              <a:r>
                <a:rPr lang="en-US" sz="1599">
                  <a:solidFill>
                    <a:srgbClr val="000000"/>
                  </a:solidFill>
                  <a:latin typeface="Public Sans"/>
                  <a:ea typeface="Public Sans"/>
                  <a:cs typeface="Public Sans"/>
                  <a:sym typeface="Public Sans"/>
                </a:rPr>
                <a:t>Bradman </a:t>
              </a:r>
            </a:p>
          </p:txBody>
        </p:sp>
        <p:sp>
          <p:nvSpPr>
            <p:cNvPr id="10" name="TextBox 12">
              <a:extLst>
                <a:ext uri="{FF2B5EF4-FFF2-40B4-BE49-F238E27FC236}">
                  <a16:creationId xmlns:a16="http://schemas.microsoft.com/office/drawing/2014/main" id="{0F53011D-CF48-6F90-35CC-DBCC38AA2B9B}"/>
                </a:ext>
              </a:extLst>
            </p:cNvPr>
            <p:cNvSpPr txBox="1"/>
            <p:nvPr/>
          </p:nvSpPr>
          <p:spPr>
            <a:xfrm>
              <a:off x="4482452" y="6293978"/>
              <a:ext cx="1092848" cy="258725"/>
            </a:xfrm>
            <a:prstGeom prst="rect">
              <a:avLst/>
            </a:prstGeom>
          </p:spPr>
          <p:txBody>
            <a:bodyPr wrap="square" lIns="0" tIns="0" rIns="0" bIns="0" rtlCol="0" anchor="t">
              <a:spAutoFit/>
            </a:bodyPr>
            <a:lstStyle/>
            <a:p>
              <a:pPr algn="l">
                <a:lnSpc>
                  <a:spcPts val="2239"/>
                </a:lnSpc>
              </a:pPr>
              <a:r>
                <a:rPr lang="en-US" sz="1599">
                  <a:solidFill>
                    <a:srgbClr val="000000"/>
                  </a:solidFill>
                  <a:latin typeface="Public Sans"/>
                  <a:ea typeface="Public Sans"/>
                  <a:cs typeface="Public Sans"/>
                  <a:sym typeface="Public Sans"/>
                </a:rPr>
                <a:t>Goolagong</a:t>
              </a:r>
            </a:p>
          </p:txBody>
        </p:sp>
        <p:sp>
          <p:nvSpPr>
            <p:cNvPr id="11" name="TextBox 13">
              <a:extLst>
                <a:ext uri="{FF2B5EF4-FFF2-40B4-BE49-F238E27FC236}">
                  <a16:creationId xmlns:a16="http://schemas.microsoft.com/office/drawing/2014/main" id="{74B5AF5D-D05A-819E-865C-A092076D7594}"/>
                </a:ext>
              </a:extLst>
            </p:cNvPr>
            <p:cNvSpPr txBox="1"/>
            <p:nvPr/>
          </p:nvSpPr>
          <p:spPr>
            <a:xfrm>
              <a:off x="5690532" y="6293978"/>
              <a:ext cx="668238" cy="258725"/>
            </a:xfrm>
            <a:prstGeom prst="rect">
              <a:avLst/>
            </a:prstGeom>
          </p:spPr>
          <p:txBody>
            <a:bodyPr wrap="square" lIns="0" tIns="0" rIns="0" bIns="0" rtlCol="0" anchor="t">
              <a:spAutoFit/>
            </a:bodyPr>
            <a:lstStyle/>
            <a:p>
              <a:pPr algn="l">
                <a:lnSpc>
                  <a:spcPts val="2239"/>
                </a:lnSpc>
              </a:pPr>
              <a:r>
                <a:rPr lang="en-US" sz="1599">
                  <a:solidFill>
                    <a:srgbClr val="000000"/>
                  </a:solidFill>
                  <a:latin typeface="Public Sans"/>
                  <a:ea typeface="Public Sans"/>
                  <a:cs typeface="Public Sans"/>
                  <a:sym typeface="Public Sans"/>
                </a:rPr>
                <a:t>Alcott</a:t>
              </a:r>
            </a:p>
          </p:txBody>
        </p:sp>
        <p:sp>
          <p:nvSpPr>
            <p:cNvPr id="12" name="TextBox 14">
              <a:extLst>
                <a:ext uri="{FF2B5EF4-FFF2-40B4-BE49-F238E27FC236}">
                  <a16:creationId xmlns:a16="http://schemas.microsoft.com/office/drawing/2014/main" id="{44E08BD4-0C85-719E-0E18-77540A8B3DFE}"/>
                </a:ext>
              </a:extLst>
            </p:cNvPr>
            <p:cNvSpPr txBox="1"/>
            <p:nvPr/>
          </p:nvSpPr>
          <p:spPr>
            <a:xfrm>
              <a:off x="6557864" y="6293978"/>
              <a:ext cx="777496" cy="273685"/>
            </a:xfrm>
            <a:prstGeom prst="rect">
              <a:avLst/>
            </a:prstGeom>
          </p:spPr>
          <p:txBody>
            <a:bodyPr wrap="square" lIns="0" tIns="0" rIns="0" bIns="0" rtlCol="0" anchor="t">
              <a:spAutoFit/>
            </a:bodyPr>
            <a:lstStyle/>
            <a:p>
              <a:pPr algn="l">
                <a:lnSpc>
                  <a:spcPts val="2239"/>
                </a:lnSpc>
              </a:pPr>
              <a:r>
                <a:rPr lang="en-US" sz="1599">
                  <a:solidFill>
                    <a:srgbClr val="000000"/>
                  </a:solidFill>
                  <a:latin typeface="Public Sans"/>
                  <a:ea typeface="Public Sans"/>
                  <a:cs typeface="Public Sans"/>
                  <a:sym typeface="Public Sans"/>
                </a:rPr>
                <a:t>Thorpe</a:t>
              </a:r>
            </a:p>
          </p:txBody>
        </p:sp>
        <p:sp>
          <p:nvSpPr>
            <p:cNvPr id="13" name="TextBox 15">
              <a:extLst>
                <a:ext uri="{FF2B5EF4-FFF2-40B4-BE49-F238E27FC236}">
                  <a16:creationId xmlns:a16="http://schemas.microsoft.com/office/drawing/2014/main" id="{B5E93C7E-143A-E6BC-6EE6-A4C8663EFEA7}"/>
                </a:ext>
              </a:extLst>
            </p:cNvPr>
            <p:cNvSpPr txBox="1"/>
            <p:nvPr/>
          </p:nvSpPr>
          <p:spPr>
            <a:xfrm>
              <a:off x="5001341" y="6765900"/>
              <a:ext cx="802559" cy="258725"/>
            </a:xfrm>
            <a:prstGeom prst="rect">
              <a:avLst/>
            </a:prstGeom>
          </p:spPr>
          <p:txBody>
            <a:bodyPr wrap="square" lIns="0" tIns="0" rIns="0" bIns="0" rtlCol="0" anchor="t">
              <a:spAutoFit/>
            </a:bodyPr>
            <a:lstStyle/>
            <a:p>
              <a:pPr algn="ctr">
                <a:lnSpc>
                  <a:spcPts val="2239"/>
                </a:lnSpc>
              </a:pPr>
              <a:r>
                <a:rPr lang="en-US" sz="1599">
                  <a:solidFill>
                    <a:srgbClr val="000000"/>
                  </a:solidFill>
                  <a:latin typeface="Public Sans"/>
                  <a:ea typeface="Public Sans"/>
                  <a:cs typeface="Public Sans"/>
                  <a:sym typeface="Public Sans"/>
                </a:rPr>
                <a:t>Houses</a:t>
              </a:r>
            </a:p>
          </p:txBody>
        </p:sp>
      </p:grpSp>
    </p:spTree>
    <p:extLst>
      <p:ext uri="{BB962C8B-B14F-4D97-AF65-F5344CB8AC3E}">
        <p14:creationId xmlns:p14="http://schemas.microsoft.com/office/powerpoint/2010/main" val="3997562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9FF0DA-B2BE-8F8C-8ED1-71AD29C1DD9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DC14F34-167C-56D8-3CA3-124A3E6153BF}"/>
              </a:ext>
            </a:extLst>
          </p:cNvPr>
          <p:cNvSpPr>
            <a:spLocks noGrp="1"/>
          </p:cNvSpPr>
          <p:nvPr>
            <p:ph type="title"/>
          </p:nvPr>
        </p:nvSpPr>
        <p:spPr>
          <a:xfrm>
            <a:off x="360000" y="360000"/>
            <a:ext cx="10367268" cy="545601"/>
          </a:xfrm>
        </p:spPr>
        <p:txBody>
          <a:bodyPr/>
          <a:lstStyle/>
          <a:p>
            <a:r>
              <a:rPr lang="en-AU"/>
              <a:t>Activity 7 – reflecting on additive strategies</a:t>
            </a:r>
          </a:p>
        </p:txBody>
      </p:sp>
      <p:pic>
        <p:nvPicPr>
          <p:cNvPr id="4" name="Picture 3">
            <a:extLst>
              <a:ext uri="{FF2B5EF4-FFF2-40B4-BE49-F238E27FC236}">
                <a16:creationId xmlns:a16="http://schemas.microsoft.com/office/drawing/2014/main" id="{862A61D7-0DAF-1BF8-46D6-A2E9DEA92CB9}"/>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94C6EA6A-6671-77F5-F9DD-DDF1F66E758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extBox 2">
            <a:extLst>
              <a:ext uri="{FF2B5EF4-FFF2-40B4-BE49-F238E27FC236}">
                <a16:creationId xmlns:a16="http://schemas.microsoft.com/office/drawing/2014/main" id="{5005652A-5055-B761-138F-735E0A0F6ECF}"/>
              </a:ext>
            </a:extLst>
          </p:cNvPr>
          <p:cNvSpPr txBox="1"/>
          <p:nvPr/>
        </p:nvSpPr>
        <p:spPr>
          <a:xfrm>
            <a:off x="851648" y="1641115"/>
            <a:ext cx="10883153" cy="2818503"/>
          </a:xfrm>
          <a:prstGeom prst="rect">
            <a:avLst/>
          </a:prstGeom>
          <a:noFill/>
        </p:spPr>
        <p:txBody>
          <a:bodyPr wrap="square" lIns="0" tIns="0" rIns="0" bIns="0" rtlCol="0">
            <a:noAutofit/>
          </a:bodyPr>
          <a:lstStyle/>
          <a:p>
            <a:pPr algn="l"/>
            <a:r>
              <a:rPr lang="en-AU" sz="3200">
                <a:latin typeface="Arial" panose="020B0604020202020204" pitchFamily="34" charset="0"/>
                <a:cs typeface="Arial" panose="020B0604020202020204" pitchFamily="34" charset="0"/>
              </a:rPr>
              <a:t>Alex, Bertie and Chris have sums of money totalling </a:t>
            </a:r>
            <a:r>
              <a:rPr lang="en-AU" sz="3200" b="1">
                <a:latin typeface="Arial" panose="020B0604020202020204" pitchFamily="34" charset="0"/>
                <a:cs typeface="Arial" panose="020B0604020202020204" pitchFamily="34" charset="0"/>
              </a:rPr>
              <a:t>$150</a:t>
            </a:r>
            <a:r>
              <a:rPr lang="en-AU" sz="3200">
                <a:latin typeface="Arial" panose="020B0604020202020204" pitchFamily="34" charset="0"/>
                <a:cs typeface="Arial" panose="020B0604020202020204" pitchFamily="34" charset="0"/>
              </a:rPr>
              <a:t>. </a:t>
            </a:r>
          </a:p>
          <a:p>
            <a:pPr algn="l"/>
            <a:endParaRPr lang="en-AU" sz="3200">
              <a:latin typeface="Arial" panose="020B0604020202020204" pitchFamily="34" charset="0"/>
              <a:cs typeface="Arial" panose="020B0604020202020204" pitchFamily="34" charset="0"/>
            </a:endParaRPr>
          </a:p>
          <a:p>
            <a:pPr algn="l"/>
            <a:r>
              <a:rPr lang="en-AU" sz="3200">
                <a:latin typeface="Arial" panose="020B0604020202020204" pitchFamily="34" charset="0"/>
                <a:cs typeface="Arial" panose="020B0604020202020204" pitchFamily="34" charset="0"/>
              </a:rPr>
              <a:t>Alex has the </a:t>
            </a:r>
            <a:r>
              <a:rPr lang="en-AU" sz="3200" b="1">
                <a:latin typeface="Arial" panose="020B0604020202020204" pitchFamily="34" charset="0"/>
                <a:cs typeface="Arial" panose="020B0604020202020204" pitchFamily="34" charset="0"/>
              </a:rPr>
              <a:t>most</a:t>
            </a:r>
            <a:r>
              <a:rPr lang="en-AU" sz="3200">
                <a:latin typeface="Arial" panose="020B0604020202020204" pitchFamily="34" charset="0"/>
                <a:cs typeface="Arial" panose="020B0604020202020204" pitchFamily="34" charset="0"/>
              </a:rPr>
              <a:t> money and Chris has the </a:t>
            </a:r>
            <a:r>
              <a:rPr lang="en-AU" sz="3200" b="1">
                <a:latin typeface="Arial" panose="020B0604020202020204" pitchFamily="34" charset="0"/>
                <a:cs typeface="Arial" panose="020B0604020202020204" pitchFamily="34" charset="0"/>
              </a:rPr>
              <a:t>least</a:t>
            </a:r>
            <a:r>
              <a:rPr lang="en-AU" sz="3200">
                <a:latin typeface="Arial" panose="020B0604020202020204" pitchFamily="34" charset="0"/>
                <a:cs typeface="Arial" panose="020B0604020202020204" pitchFamily="34" charset="0"/>
              </a:rPr>
              <a:t> amount of money.</a:t>
            </a:r>
          </a:p>
          <a:p>
            <a:pPr algn="l"/>
            <a:endParaRPr lang="en-AU" sz="3200">
              <a:latin typeface="Arial" panose="020B0604020202020204" pitchFamily="34" charset="0"/>
              <a:cs typeface="Arial" panose="020B0604020202020204" pitchFamily="34" charset="0"/>
            </a:endParaRPr>
          </a:p>
          <a:p>
            <a:pPr algn="l"/>
            <a:r>
              <a:rPr lang="en-AU" sz="3200">
                <a:latin typeface="Arial" panose="020B0604020202020204" pitchFamily="34" charset="0"/>
                <a:cs typeface="Arial" panose="020B0604020202020204" pitchFamily="34" charset="0"/>
              </a:rPr>
              <a:t>What amounts might Alex, Bertie and Chris each have? </a:t>
            </a:r>
          </a:p>
          <a:p>
            <a:pPr algn="l"/>
            <a:endParaRPr lang="en-AU" sz="3200">
              <a:latin typeface="Arial" panose="020B0604020202020204" pitchFamily="34" charset="0"/>
              <a:cs typeface="Arial" panose="020B0604020202020204" pitchFamily="34" charset="0"/>
            </a:endParaRPr>
          </a:p>
          <a:p>
            <a:pPr algn="l"/>
            <a:r>
              <a:rPr lang="en-AU" sz="3200" b="1">
                <a:latin typeface="Arial" panose="020B0604020202020204" pitchFamily="34" charset="0"/>
                <a:cs typeface="Arial" panose="020B0604020202020204" pitchFamily="34" charset="0"/>
              </a:rPr>
              <a:t>List at least 3 possibilities</a:t>
            </a:r>
            <a:r>
              <a:rPr lang="en-AU" sz="3200">
                <a:latin typeface="Arial" panose="020B0604020202020204" pitchFamily="34" charset="0"/>
                <a:cs typeface="Arial" panose="020B0604020202020204" pitchFamily="34" charset="0"/>
              </a:rPr>
              <a:t>. </a:t>
            </a:r>
            <a:endParaRPr lang="en-AU" sz="3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4700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61EC6-FF83-C9C5-49C3-C8B210104C1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9249DAA-DB7D-DBE7-72E4-BE3464E5EE01}"/>
              </a:ext>
            </a:extLst>
          </p:cNvPr>
          <p:cNvSpPr>
            <a:spLocks noGrp="1"/>
          </p:cNvSpPr>
          <p:nvPr>
            <p:ph type="ctrTitle"/>
          </p:nvPr>
        </p:nvSpPr>
        <p:spPr/>
        <p:txBody>
          <a:bodyPr/>
          <a:lstStyle/>
          <a:p>
            <a:r>
              <a:rPr lang="en-AU">
                <a:latin typeface="+mj-lt"/>
              </a:rPr>
              <a:t>Review of learning 8</a:t>
            </a:r>
          </a:p>
        </p:txBody>
      </p:sp>
    </p:spTree>
    <p:extLst>
      <p:ext uri="{BB962C8B-B14F-4D97-AF65-F5344CB8AC3E}">
        <p14:creationId xmlns:p14="http://schemas.microsoft.com/office/powerpoint/2010/main" val="1090513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4D6ED3-12E6-92D4-2D70-B9D66967E94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611A7C-D422-1D96-3A9E-D440F242FEF1}"/>
              </a:ext>
            </a:extLst>
          </p:cNvPr>
          <p:cNvSpPr>
            <a:spLocks noGrp="1"/>
          </p:cNvSpPr>
          <p:nvPr>
            <p:ph type="title"/>
          </p:nvPr>
        </p:nvSpPr>
        <p:spPr/>
        <p:txBody>
          <a:bodyPr/>
          <a:lstStyle/>
          <a:p>
            <a:r>
              <a:rPr lang="en-US"/>
              <a:t>True or false </a:t>
            </a:r>
            <a:r>
              <a:rPr lang="en-US">
                <a:solidFill>
                  <a:schemeClr val="bg1"/>
                </a:solidFill>
              </a:rPr>
              <a:t>(4)</a:t>
            </a:r>
          </a:p>
        </p:txBody>
      </p:sp>
      <p:pic>
        <p:nvPicPr>
          <p:cNvPr id="4" name="Picture 3">
            <a:extLst>
              <a:ext uri="{FF2B5EF4-FFF2-40B4-BE49-F238E27FC236}">
                <a16:creationId xmlns:a16="http://schemas.microsoft.com/office/drawing/2014/main" id="{64B989F8-67C4-FE7B-CC90-5BE7E2CD867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0807908" y="43303"/>
            <a:ext cx="1165786" cy="1140716"/>
          </a:xfrm>
          <a:prstGeom prst="rect">
            <a:avLst/>
          </a:prstGeom>
        </p:spPr>
      </p:pic>
      <p:sp>
        <p:nvSpPr>
          <p:cNvPr id="2" name="Slide Number Placeholder 1">
            <a:extLst>
              <a:ext uri="{FF2B5EF4-FFF2-40B4-BE49-F238E27FC236}">
                <a16:creationId xmlns:a16="http://schemas.microsoft.com/office/drawing/2014/main" id="{9D3A219B-EA44-A8FA-5624-110943E229E9}"/>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5" name="Text Placeholder 4">
            <a:extLst>
              <a:ext uri="{FF2B5EF4-FFF2-40B4-BE49-F238E27FC236}">
                <a16:creationId xmlns:a16="http://schemas.microsoft.com/office/drawing/2014/main" id="{7AFD06CA-0898-5A94-7A62-CFCF40A707CB}"/>
              </a:ext>
            </a:extLst>
          </p:cNvPr>
          <p:cNvSpPr txBox="1">
            <a:spLocks noGrp="1"/>
          </p:cNvSpPr>
          <p:nvPr>
            <p:ph type="body" sz="quarter" idx="22"/>
          </p:nvPr>
        </p:nvSpPr>
        <p:spPr>
          <a:xfrm>
            <a:off x="731019" y="2121831"/>
            <a:ext cx="11242675" cy="1790170"/>
          </a:xfrm>
          <a:prstGeom prst="rect">
            <a:avLst/>
          </a:prstGeom>
          <a:noFill/>
        </p:spPr>
        <p:txBody>
          <a:bodyPr wrap="square">
            <a:spAutoFit/>
          </a:bodyPr>
          <a:lstStyle/>
          <a:p>
            <a:pPr lvl="0" algn="ctr">
              <a:lnSpc>
                <a:spcPct val="150000"/>
              </a:lnSpc>
              <a:spcBef>
                <a:spcPts val="1200"/>
              </a:spcBef>
              <a:spcAft>
                <a:spcPts val="600"/>
              </a:spcAft>
            </a:pPr>
            <a:r>
              <a:rPr lang="en-AU" sz="3600">
                <a:effectLst/>
                <a:latin typeface="Arial" panose="020B0604020202020204" pitchFamily="34" charset="0"/>
                <a:ea typeface="Calibri" panose="020F0502020204030204" pitchFamily="34" charset="0"/>
              </a:rPr>
              <a:t>I have </a:t>
            </a:r>
            <a:r>
              <a:rPr lang="en-AU" sz="3600" b="1">
                <a:effectLst/>
                <a:latin typeface="Arial" panose="020B0604020202020204" pitchFamily="34" charset="0"/>
                <a:ea typeface="Calibri" panose="020F0502020204030204" pitchFamily="34" charset="0"/>
              </a:rPr>
              <a:t>$10 </a:t>
            </a:r>
            <a:r>
              <a:rPr lang="en-AU" sz="3600">
                <a:effectLst/>
                <a:latin typeface="Arial" panose="020B0604020202020204" pitchFamily="34" charset="0"/>
                <a:ea typeface="Calibri" panose="020F0502020204030204" pitchFamily="34" charset="0"/>
              </a:rPr>
              <a:t>and want to </a:t>
            </a:r>
            <a:r>
              <a:rPr lang="en-AU" sz="3600" b="1">
                <a:effectLst/>
                <a:latin typeface="Arial" panose="020B0604020202020204" pitchFamily="34" charset="0"/>
                <a:ea typeface="Calibri" panose="020F0502020204030204" pitchFamily="34" charset="0"/>
              </a:rPr>
              <a:t>buy</a:t>
            </a:r>
            <a:r>
              <a:rPr lang="en-AU" sz="3600">
                <a:effectLst/>
                <a:latin typeface="Arial" panose="020B0604020202020204" pitchFamily="34" charset="0"/>
                <a:ea typeface="Calibri" panose="020F0502020204030204" pitchFamily="34" charset="0"/>
              </a:rPr>
              <a:t> a toy for </a:t>
            </a:r>
            <a:r>
              <a:rPr lang="en-AU" sz="3600" b="1">
                <a:effectLst/>
                <a:latin typeface="Arial" panose="020B0604020202020204" pitchFamily="34" charset="0"/>
                <a:ea typeface="Calibri" panose="020F0502020204030204" pitchFamily="34" charset="0"/>
              </a:rPr>
              <a:t>$7.70</a:t>
            </a:r>
            <a:r>
              <a:rPr lang="en-AU" sz="3600">
                <a:effectLst/>
                <a:latin typeface="Arial" panose="020B0604020202020204" pitchFamily="34" charset="0"/>
                <a:ea typeface="Calibri" panose="020F0502020204030204" pitchFamily="34" charset="0"/>
              </a:rPr>
              <a:t>. </a:t>
            </a:r>
          </a:p>
          <a:p>
            <a:pPr lvl="0" algn="ctr">
              <a:lnSpc>
                <a:spcPct val="150000"/>
              </a:lnSpc>
              <a:spcBef>
                <a:spcPts val="1200"/>
              </a:spcBef>
              <a:spcAft>
                <a:spcPts val="600"/>
              </a:spcAft>
            </a:pPr>
            <a:r>
              <a:rPr lang="en-AU" sz="3600">
                <a:effectLst/>
                <a:latin typeface="Arial" panose="020B0604020202020204" pitchFamily="34" charset="0"/>
                <a:ea typeface="Calibri" panose="020F0502020204030204" pitchFamily="34" charset="0"/>
              </a:rPr>
              <a:t>My </a:t>
            </a:r>
            <a:r>
              <a:rPr lang="en-AU" sz="3600" b="1">
                <a:effectLst/>
                <a:latin typeface="Arial" panose="020B0604020202020204" pitchFamily="34" charset="0"/>
                <a:ea typeface="Calibri" panose="020F0502020204030204" pitchFamily="34" charset="0"/>
              </a:rPr>
              <a:t>change</a:t>
            </a:r>
            <a:r>
              <a:rPr lang="en-AU" sz="3600">
                <a:effectLst/>
                <a:latin typeface="Arial" panose="020B0604020202020204" pitchFamily="34" charset="0"/>
                <a:ea typeface="Calibri" panose="020F0502020204030204" pitchFamily="34" charset="0"/>
              </a:rPr>
              <a:t> will be </a:t>
            </a:r>
            <a:r>
              <a:rPr lang="en-AU" sz="3600" b="1">
                <a:effectLst/>
                <a:latin typeface="Arial" panose="020B0604020202020204" pitchFamily="34" charset="0"/>
                <a:ea typeface="Calibri" panose="020F0502020204030204" pitchFamily="34" charset="0"/>
              </a:rPr>
              <a:t>$3.30</a:t>
            </a:r>
            <a:r>
              <a:rPr lang="en-AU" sz="3600">
                <a:effectLst/>
                <a:latin typeface="Arial" panose="020B0604020202020204" pitchFamily="34" charset="0"/>
                <a:ea typeface="Calibri" panose="020F0502020204030204" pitchFamily="34" charset="0"/>
              </a:rPr>
              <a:t>.</a:t>
            </a:r>
          </a:p>
        </p:txBody>
      </p:sp>
      <p:graphicFrame>
        <p:nvGraphicFramePr>
          <p:cNvPr id="12" name="Table 11">
            <a:extLst>
              <a:ext uri="{FF2B5EF4-FFF2-40B4-BE49-F238E27FC236}">
                <a16:creationId xmlns:a16="http://schemas.microsoft.com/office/drawing/2014/main" id="{3F8CBB11-5402-CF1C-E0D6-3FC912DFC86F}"/>
              </a:ext>
            </a:extLst>
          </p:cNvPr>
          <p:cNvGraphicFramePr>
            <a:graphicFrameLocks noGrp="1"/>
          </p:cNvGraphicFramePr>
          <p:nvPr/>
        </p:nvGraphicFramePr>
        <p:xfrm>
          <a:off x="2442981" y="4974673"/>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dirty="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spTree>
    <p:extLst>
      <p:ext uri="{BB962C8B-B14F-4D97-AF65-F5344CB8AC3E}">
        <p14:creationId xmlns:p14="http://schemas.microsoft.com/office/powerpoint/2010/main" val="2314008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A94A0-1585-B5DE-F663-2CC0EB52E35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A9928648-20AD-4C71-4F25-32B0522F5B9B}"/>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(29)</a:t>
            </a:r>
          </a:p>
        </p:txBody>
      </p:sp>
      <p:pic>
        <p:nvPicPr>
          <p:cNvPr id="3" name="Picture 2">
            <a:extLst>
              <a:ext uri="{FF2B5EF4-FFF2-40B4-BE49-F238E27FC236}">
                <a16:creationId xmlns:a16="http://schemas.microsoft.com/office/drawing/2014/main" id="{4A6BDB97-E652-19FE-8B5C-2AD4CC92796D}"/>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2E6FBF1D-90A0-E2F9-37E9-7676EDC470D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7" name="Text Placeholder 4">
            <a:extLst>
              <a:ext uri="{FF2B5EF4-FFF2-40B4-BE49-F238E27FC236}">
                <a16:creationId xmlns:a16="http://schemas.microsoft.com/office/drawing/2014/main" id="{5D2CE286-905A-99F1-9782-001628054FC7}"/>
              </a:ext>
            </a:extLst>
          </p:cNvPr>
          <p:cNvSpPr txBox="1">
            <a:spLocks/>
          </p:cNvSpPr>
          <p:nvPr/>
        </p:nvSpPr>
        <p:spPr>
          <a:xfrm>
            <a:off x="360000" y="1262317"/>
            <a:ext cx="6897945" cy="2217082"/>
          </a:xfrm>
          <a:prstGeom prst="rect">
            <a:avLst/>
          </a:prstGeom>
          <a:noFill/>
        </p:spPr>
        <p:txBody>
          <a:bodyPr wrap="square">
            <a:sp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1200"/>
              </a:spcBef>
              <a:spcAft>
                <a:spcPts val="600"/>
              </a:spcAft>
            </a:pPr>
            <a:r>
              <a:rPr lang="en-AU" sz="3200" b="1">
                <a:ea typeface="Calibri" panose="020F0502020204030204" pitchFamily="34" charset="0"/>
              </a:rPr>
              <a:t>Finish</a:t>
            </a:r>
            <a:r>
              <a:rPr lang="en-AU" sz="3200">
                <a:ea typeface="Calibri" panose="020F0502020204030204" pitchFamily="34" charset="0"/>
              </a:rPr>
              <a:t> these statements to </a:t>
            </a:r>
            <a:r>
              <a:rPr lang="en-AU" sz="3200" b="1">
                <a:ea typeface="Calibri" panose="020F0502020204030204" pitchFamily="34" charset="0"/>
              </a:rPr>
              <a:t>describe the likelihood</a:t>
            </a:r>
            <a:r>
              <a:rPr lang="en-AU" sz="3200">
                <a:ea typeface="Calibri" panose="020F0502020204030204" pitchFamily="34" charset="0"/>
              </a:rPr>
              <a:t> of an outcome when using this spinner.</a:t>
            </a:r>
          </a:p>
        </p:txBody>
      </p:sp>
      <p:sp>
        <p:nvSpPr>
          <p:cNvPr id="10" name="Text Placeholder 4">
            <a:extLst>
              <a:ext uri="{FF2B5EF4-FFF2-40B4-BE49-F238E27FC236}">
                <a16:creationId xmlns:a16="http://schemas.microsoft.com/office/drawing/2014/main" id="{85ADE44F-702C-CB0D-E03C-8DDED9DF27D3}"/>
              </a:ext>
            </a:extLst>
          </p:cNvPr>
          <p:cNvSpPr txBox="1">
            <a:spLocks/>
          </p:cNvSpPr>
          <p:nvPr/>
        </p:nvSpPr>
        <p:spPr>
          <a:xfrm>
            <a:off x="359999" y="3557493"/>
            <a:ext cx="6897945" cy="2678747"/>
          </a:xfrm>
          <a:prstGeom prst="rect">
            <a:avLst/>
          </a:prstGeom>
          <a:noFill/>
        </p:spPr>
        <p:txBody>
          <a:bodyPr wrap="square">
            <a:sp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spcBef>
                <a:spcPts val="1200"/>
              </a:spcBef>
              <a:spcAft>
                <a:spcPts val="600"/>
              </a:spcAft>
              <a:buFont typeface="Arial" panose="020B0604020202020204" pitchFamily="34" charset="0"/>
              <a:buChar char="•"/>
            </a:pPr>
            <a:r>
              <a:rPr lang="en-AU" sz="3200">
                <a:ea typeface="Calibri" panose="020F0502020204030204" pitchFamily="34" charset="0"/>
              </a:rPr>
              <a:t>It is </a:t>
            </a:r>
            <a:r>
              <a:rPr lang="en-AU" sz="3200" b="1">
                <a:ea typeface="Calibri" panose="020F0502020204030204" pitchFamily="34" charset="0"/>
              </a:rPr>
              <a:t>likely</a:t>
            </a:r>
            <a:r>
              <a:rPr lang="en-AU" sz="3200">
                <a:ea typeface="Calibri" panose="020F0502020204030204" pitchFamily="34" charset="0"/>
              </a:rPr>
              <a:t> I will spin…</a:t>
            </a:r>
          </a:p>
          <a:p>
            <a:pPr marL="457200" indent="-457200">
              <a:spcBef>
                <a:spcPts val="1200"/>
              </a:spcBef>
              <a:spcAft>
                <a:spcPts val="600"/>
              </a:spcAft>
              <a:buFont typeface="Arial" panose="020B0604020202020204" pitchFamily="34" charset="0"/>
              <a:buChar char="•"/>
            </a:pPr>
            <a:r>
              <a:rPr lang="en-AU" sz="3200">
                <a:ea typeface="Calibri" panose="020F0502020204030204" pitchFamily="34" charset="0"/>
              </a:rPr>
              <a:t>It is </a:t>
            </a:r>
            <a:r>
              <a:rPr lang="en-AU" sz="3200" b="1">
                <a:ea typeface="Calibri" panose="020F0502020204030204" pitchFamily="34" charset="0"/>
              </a:rPr>
              <a:t>unlikely</a:t>
            </a:r>
            <a:r>
              <a:rPr lang="en-AU" sz="3200">
                <a:ea typeface="Calibri" panose="020F0502020204030204" pitchFamily="34" charset="0"/>
              </a:rPr>
              <a:t> I will spin…</a:t>
            </a:r>
          </a:p>
          <a:p>
            <a:pPr marL="457200" indent="-457200">
              <a:spcBef>
                <a:spcPts val="1200"/>
              </a:spcBef>
              <a:spcAft>
                <a:spcPts val="600"/>
              </a:spcAft>
              <a:buFont typeface="Arial" panose="020B0604020202020204" pitchFamily="34" charset="0"/>
              <a:buChar char="•"/>
            </a:pPr>
            <a:r>
              <a:rPr lang="en-AU" sz="3200">
                <a:ea typeface="Calibri" panose="020F0502020204030204" pitchFamily="34" charset="0"/>
              </a:rPr>
              <a:t>It is </a:t>
            </a:r>
            <a:r>
              <a:rPr lang="en-AU" sz="3200" b="1">
                <a:ea typeface="Calibri" panose="020F0502020204030204" pitchFamily="34" charset="0"/>
              </a:rPr>
              <a:t>equally likely </a:t>
            </a:r>
            <a:r>
              <a:rPr lang="en-AU" sz="3200">
                <a:ea typeface="Calibri" panose="020F0502020204030204" pitchFamily="34" charset="0"/>
              </a:rPr>
              <a:t>I will spin…</a:t>
            </a:r>
          </a:p>
        </p:txBody>
      </p:sp>
      <p:pic>
        <p:nvPicPr>
          <p:cNvPr id="9" name="Picture 8" descr="A spinner with 8 segments. 3 are blue, 1 is yellow, 2 are green and red are green.">
            <a:extLst>
              <a:ext uri="{FF2B5EF4-FFF2-40B4-BE49-F238E27FC236}">
                <a16:creationId xmlns:a16="http://schemas.microsoft.com/office/drawing/2014/main" id="{4FE55ED6-CD4D-A513-874E-1FC2B2D68EA9}"/>
              </a:ext>
            </a:extLst>
          </p:cNvPr>
          <p:cNvPicPr>
            <a:picLocks noChangeAspect="1"/>
          </p:cNvPicPr>
          <p:nvPr/>
        </p:nvPicPr>
        <p:blipFill>
          <a:blip r:embed="rId4"/>
          <a:stretch>
            <a:fillRect/>
          </a:stretch>
        </p:blipFill>
        <p:spPr>
          <a:xfrm>
            <a:off x="7677450" y="1506337"/>
            <a:ext cx="4076910" cy="4102311"/>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07145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053CCB-181C-6291-FC2D-548E34B4A09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E187202-6628-8726-E165-5E95BD2A2CDA}"/>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(30)</a:t>
            </a:r>
          </a:p>
        </p:txBody>
      </p:sp>
      <p:pic>
        <p:nvPicPr>
          <p:cNvPr id="3" name="Picture 2">
            <a:extLst>
              <a:ext uri="{FF2B5EF4-FFF2-40B4-BE49-F238E27FC236}">
                <a16:creationId xmlns:a16="http://schemas.microsoft.com/office/drawing/2014/main" id="{D48B7122-4823-634E-9085-7F5757ED186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6721F6AC-7871-D576-6F10-6FB969DD520E}"/>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10" name="TextBox 9">
            <a:extLst>
              <a:ext uri="{FF2B5EF4-FFF2-40B4-BE49-F238E27FC236}">
                <a16:creationId xmlns:a16="http://schemas.microsoft.com/office/drawing/2014/main" id="{B4CF92EC-AADF-4D7B-82F7-C4D835AA02C5}"/>
              </a:ext>
            </a:extLst>
          </p:cNvPr>
          <p:cNvSpPr txBox="1"/>
          <p:nvPr/>
        </p:nvSpPr>
        <p:spPr>
          <a:xfrm>
            <a:off x="1109845" y="905601"/>
            <a:ext cx="9476938" cy="2818503"/>
          </a:xfrm>
          <a:prstGeom prst="rect">
            <a:avLst/>
          </a:prstGeom>
          <a:noFill/>
        </p:spPr>
        <p:txBody>
          <a:bodyPr wrap="square" lIns="0" tIns="0" rIns="0" bIns="0" rtlCol="0">
            <a:noAutofit/>
          </a:bodyPr>
          <a:lstStyle/>
          <a:p>
            <a:pPr algn="ctr">
              <a:lnSpc>
                <a:spcPct val="150000"/>
              </a:lnSpc>
            </a:pPr>
            <a:r>
              <a:rPr lang="en-AU" sz="4000" b="1"/>
              <a:t>Record</a:t>
            </a:r>
            <a:r>
              <a:rPr lang="en-AU" sz="4000"/>
              <a:t> the </a:t>
            </a:r>
            <a:r>
              <a:rPr lang="en-AU" sz="4000" b="1"/>
              <a:t>number sentences </a:t>
            </a:r>
            <a:r>
              <a:rPr lang="en-AU" sz="4000"/>
              <a:t>to match each </a:t>
            </a:r>
            <a:r>
              <a:rPr lang="en-AU" sz="4000" b="1"/>
              <a:t>partitioning</a:t>
            </a:r>
            <a:r>
              <a:rPr lang="en-AU" sz="4000"/>
              <a:t> of the  array.</a:t>
            </a:r>
            <a:endParaRPr lang="en-AU" sz="5400">
              <a:latin typeface="Arial" panose="020B0604020202020204" pitchFamily="34" charset="0"/>
              <a:cs typeface="Arial" panose="020B0604020202020204" pitchFamily="34" charset="0"/>
            </a:endParaRPr>
          </a:p>
        </p:txBody>
      </p:sp>
      <p:pic>
        <p:nvPicPr>
          <p:cNvPr id="9" name="Picture 8" descr="Two arrays of 42 dots. They are both partitioned to show how known number facts can be used to find the total. For example, 7 × 6 is 7 × 5 plus 7 × 1. ">
            <a:extLst>
              <a:ext uri="{FF2B5EF4-FFF2-40B4-BE49-F238E27FC236}">
                <a16:creationId xmlns:a16="http://schemas.microsoft.com/office/drawing/2014/main" id="{EEE7C92B-F298-E267-D7E1-35FD81B14B53}"/>
              </a:ext>
            </a:extLst>
          </p:cNvPr>
          <p:cNvPicPr>
            <a:picLocks noChangeAspect="1"/>
          </p:cNvPicPr>
          <p:nvPr/>
        </p:nvPicPr>
        <p:blipFill>
          <a:blip r:embed="rId4"/>
          <a:stretch>
            <a:fillRect/>
          </a:stretch>
        </p:blipFill>
        <p:spPr>
          <a:xfrm>
            <a:off x="1209833" y="2984586"/>
            <a:ext cx="9517435" cy="3621414"/>
          </a:xfrm>
          <a:prstGeom prst="rect">
            <a:avLst/>
          </a:prstGeom>
          <a:ln>
            <a:noFill/>
          </a:ln>
          <a:effectLst/>
        </p:spPr>
      </p:pic>
    </p:spTree>
    <p:extLst>
      <p:ext uri="{BB962C8B-B14F-4D97-AF65-F5344CB8AC3E}">
        <p14:creationId xmlns:p14="http://schemas.microsoft.com/office/powerpoint/2010/main" val="3490087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A5ABA3-4748-8E7D-DDC9-C9DF4C47111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7F77AF-C187-96CF-9F9A-FA65AF1CE19E}"/>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(31)</a:t>
            </a:r>
          </a:p>
        </p:txBody>
      </p:sp>
      <p:pic>
        <p:nvPicPr>
          <p:cNvPr id="3" name="Picture 2">
            <a:extLst>
              <a:ext uri="{FF2B5EF4-FFF2-40B4-BE49-F238E27FC236}">
                <a16:creationId xmlns:a16="http://schemas.microsoft.com/office/drawing/2014/main" id="{77944112-784D-22C3-1462-ED0056915B97}"/>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B7478634-1FD3-F6F8-9B44-323C87C83B4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60</a:t>
            </a:fld>
            <a:endParaRPr lang="en-AU"/>
          </a:p>
        </p:txBody>
      </p:sp>
      <p:sp>
        <p:nvSpPr>
          <p:cNvPr id="5" name="TextBox 4">
            <a:extLst>
              <a:ext uri="{FF2B5EF4-FFF2-40B4-BE49-F238E27FC236}">
                <a16:creationId xmlns:a16="http://schemas.microsoft.com/office/drawing/2014/main" id="{68B00890-DBA8-2DDE-EB34-3EFC6AFDB0A5}"/>
              </a:ext>
            </a:extLst>
          </p:cNvPr>
          <p:cNvSpPr txBox="1"/>
          <p:nvPr/>
        </p:nvSpPr>
        <p:spPr>
          <a:xfrm>
            <a:off x="1748118" y="1793823"/>
            <a:ext cx="8695764" cy="4260333"/>
          </a:xfrm>
          <a:prstGeom prst="rect">
            <a:avLst/>
          </a:prstGeom>
          <a:noFill/>
        </p:spPr>
        <p:txBody>
          <a:bodyPr wrap="square">
            <a:spAutoFit/>
          </a:bodyPr>
          <a:lstStyle/>
          <a:p>
            <a:pPr algn="ctr">
              <a:lnSpc>
                <a:spcPct val="150000"/>
              </a:lnSpc>
            </a:pPr>
            <a:r>
              <a:rPr lang="en-AU" sz="5400">
                <a:effectLst/>
                <a:latin typeface="Arial" panose="020B0604020202020204" pitchFamily="34" charset="0"/>
                <a:ea typeface="Calibri" panose="020F0502020204030204" pitchFamily="34" charset="0"/>
              </a:rPr>
              <a:t>463 - 48 =</a:t>
            </a:r>
          </a:p>
          <a:p>
            <a:pPr algn="ctr">
              <a:lnSpc>
                <a:spcPct val="150000"/>
              </a:lnSpc>
            </a:pPr>
            <a:endParaRPr lang="en-AU" sz="4400">
              <a:latin typeface="Arial" panose="020B0604020202020204" pitchFamily="34" charset="0"/>
              <a:ea typeface="Calibri" panose="020F0502020204030204" pitchFamily="34" charset="0"/>
            </a:endParaRPr>
          </a:p>
          <a:p>
            <a:pPr algn="ctr">
              <a:lnSpc>
                <a:spcPct val="150000"/>
              </a:lnSpc>
            </a:pPr>
            <a:r>
              <a:rPr lang="en-AU" sz="4400">
                <a:latin typeface="Arial" panose="020B0604020202020204" pitchFamily="34" charset="0"/>
                <a:ea typeface="Calibri" panose="020F0502020204030204" pitchFamily="34" charset="0"/>
              </a:rPr>
              <a:t>What</a:t>
            </a:r>
            <a:r>
              <a:rPr lang="en-AU" sz="4400" b="1">
                <a:latin typeface="Arial" panose="020B0604020202020204" pitchFamily="34" charset="0"/>
                <a:ea typeface="Calibri" panose="020F0502020204030204" pitchFamily="34" charset="0"/>
              </a:rPr>
              <a:t> strategy </a:t>
            </a:r>
            <a:r>
              <a:rPr lang="en-AU" sz="4400">
                <a:latin typeface="Arial" panose="020B0604020202020204" pitchFamily="34" charset="0"/>
                <a:ea typeface="Calibri" panose="020F0502020204030204" pitchFamily="34" charset="0"/>
              </a:rPr>
              <a:t>did you use to solve the problem?</a:t>
            </a:r>
            <a:endParaRPr lang="en-AU" sz="4400"/>
          </a:p>
        </p:txBody>
      </p:sp>
    </p:spTree>
    <p:extLst>
      <p:ext uri="{BB962C8B-B14F-4D97-AF65-F5344CB8AC3E}">
        <p14:creationId xmlns:p14="http://schemas.microsoft.com/office/powerpoint/2010/main" val="2898456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57432-9B72-74D4-70AE-7786B368DBE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E62588C-05BB-B2C0-C849-14E973555613}"/>
              </a:ext>
            </a:extLst>
          </p:cNvPr>
          <p:cNvSpPr>
            <a:spLocks noGrp="1"/>
          </p:cNvSpPr>
          <p:nvPr>
            <p:ph type="title"/>
          </p:nvPr>
        </p:nvSpPr>
        <p:spPr>
          <a:xfrm>
            <a:off x="360000" y="360000"/>
            <a:ext cx="10367268" cy="545601"/>
          </a:xfrm>
        </p:spPr>
        <p:txBody>
          <a:bodyPr/>
          <a:lstStyle/>
          <a:p>
            <a:r>
              <a:rPr lang="en-AU"/>
              <a:t>Short response </a:t>
            </a:r>
            <a:r>
              <a:rPr lang="en-AU">
                <a:solidFill>
                  <a:schemeClr val="bg1"/>
                </a:solidFill>
              </a:rPr>
              <a:t>(32)</a:t>
            </a:r>
          </a:p>
        </p:txBody>
      </p:sp>
      <p:pic>
        <p:nvPicPr>
          <p:cNvPr id="3" name="Picture 2">
            <a:extLst>
              <a:ext uri="{FF2B5EF4-FFF2-40B4-BE49-F238E27FC236}">
                <a16:creationId xmlns:a16="http://schemas.microsoft.com/office/drawing/2014/main" id="{850D1A9D-F8AF-AA84-34F9-CCDC3026C740}"/>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030476" y="268723"/>
            <a:ext cx="915500" cy="915500"/>
          </a:xfrm>
          <a:prstGeom prst="rect">
            <a:avLst/>
          </a:prstGeom>
        </p:spPr>
      </p:pic>
      <p:sp>
        <p:nvSpPr>
          <p:cNvPr id="2" name="Slide Number Placeholder 1">
            <a:extLst>
              <a:ext uri="{FF2B5EF4-FFF2-40B4-BE49-F238E27FC236}">
                <a16:creationId xmlns:a16="http://schemas.microsoft.com/office/drawing/2014/main" id="{0CDA8BC4-AEAB-FF2A-DCCC-487AC0BDC1A8}"/>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61</a:t>
            </a:fld>
            <a:endParaRPr lang="en-AU"/>
          </a:p>
        </p:txBody>
      </p:sp>
      <p:sp>
        <p:nvSpPr>
          <p:cNvPr id="5" name="TextBox 4">
            <a:extLst>
              <a:ext uri="{FF2B5EF4-FFF2-40B4-BE49-F238E27FC236}">
                <a16:creationId xmlns:a16="http://schemas.microsoft.com/office/drawing/2014/main" id="{C14CE7B7-AFB9-B0FD-D245-C33CEFDA5D03}"/>
              </a:ext>
            </a:extLst>
          </p:cNvPr>
          <p:cNvSpPr txBox="1"/>
          <p:nvPr/>
        </p:nvSpPr>
        <p:spPr>
          <a:xfrm>
            <a:off x="542134" y="1313315"/>
            <a:ext cx="11107729" cy="901593"/>
          </a:xfrm>
          <a:prstGeom prst="rect">
            <a:avLst/>
          </a:prstGeom>
          <a:noFill/>
        </p:spPr>
        <p:txBody>
          <a:bodyPr wrap="square">
            <a:spAutoFit/>
          </a:bodyPr>
          <a:lstStyle/>
          <a:p>
            <a:pPr lvl="0" algn="ctr">
              <a:lnSpc>
                <a:spcPct val="150000"/>
              </a:lnSpc>
              <a:spcBef>
                <a:spcPts val="1200"/>
              </a:spcBef>
              <a:spcAft>
                <a:spcPts val="600"/>
              </a:spcAft>
            </a:pPr>
            <a:r>
              <a:rPr lang="en-AU" sz="4000" dirty="0">
                <a:effectLst/>
                <a:latin typeface="Arial" panose="020B0604020202020204" pitchFamily="34" charset="0"/>
                <a:ea typeface="Calibri" panose="020F0502020204030204" pitchFamily="34" charset="0"/>
              </a:rPr>
              <a:t>Record the </a:t>
            </a:r>
            <a:r>
              <a:rPr lang="en-AU" sz="4000" b="1" dirty="0">
                <a:latin typeface="Arial" panose="020B0604020202020204" pitchFamily="34" charset="0"/>
                <a:ea typeface="Calibri" panose="020F0502020204030204" pitchFamily="34" charset="0"/>
              </a:rPr>
              <a:t>triangles </a:t>
            </a:r>
            <a:r>
              <a:rPr lang="en-AU" sz="4000" dirty="0">
                <a:latin typeface="Arial" panose="020B0604020202020204" pitchFamily="34" charset="0"/>
                <a:ea typeface="Calibri" panose="020F0502020204030204" pitchFamily="34" charset="0"/>
              </a:rPr>
              <a:t>that</a:t>
            </a:r>
            <a:r>
              <a:rPr lang="en-AU" sz="4000" b="1" dirty="0">
                <a:latin typeface="Arial" panose="020B0604020202020204" pitchFamily="34" charset="0"/>
                <a:ea typeface="Calibri" panose="020F0502020204030204" pitchFamily="34" charset="0"/>
              </a:rPr>
              <a:t> </a:t>
            </a:r>
            <a:r>
              <a:rPr lang="en-AU" sz="4000" dirty="0">
                <a:latin typeface="Arial" panose="020B0604020202020204" pitchFamily="34" charset="0"/>
                <a:ea typeface="Calibri" panose="020F0502020204030204" pitchFamily="34" charset="0"/>
              </a:rPr>
              <a:t>have a </a:t>
            </a:r>
            <a:r>
              <a:rPr lang="en-AU" sz="4000" b="1" dirty="0">
                <a:latin typeface="Arial" panose="020B0604020202020204" pitchFamily="34" charset="0"/>
                <a:ea typeface="Calibri" panose="020F0502020204030204" pitchFamily="34" charset="0"/>
              </a:rPr>
              <a:t>right angle</a:t>
            </a:r>
            <a:r>
              <a:rPr lang="en-AU" sz="4000" b="1" dirty="0">
                <a:effectLst/>
                <a:latin typeface="Arial" panose="020B0604020202020204" pitchFamily="34" charset="0"/>
                <a:ea typeface="Calibri" panose="020F0502020204030204" pitchFamily="34" charset="0"/>
              </a:rPr>
              <a:t>?</a:t>
            </a:r>
            <a:endParaRPr lang="en-AU" sz="4000" dirty="0">
              <a:effectLst/>
              <a:latin typeface="Arial" panose="020B0604020202020204" pitchFamily="34" charset="0"/>
              <a:ea typeface="Calibri" panose="020F0502020204030204" pitchFamily="34" charset="0"/>
            </a:endParaRPr>
          </a:p>
        </p:txBody>
      </p:sp>
      <p:pic>
        <p:nvPicPr>
          <p:cNvPr id="10" name="Picture 9" descr="4 triangles&#10;A: equilateral&#10;B: right angle&#10;C: right angle&#10;D isoceles">
            <a:extLst>
              <a:ext uri="{FF2B5EF4-FFF2-40B4-BE49-F238E27FC236}">
                <a16:creationId xmlns:a16="http://schemas.microsoft.com/office/drawing/2014/main" id="{8D177C37-74D7-3EB3-7080-69AA4F42B8D0}"/>
              </a:ext>
            </a:extLst>
          </p:cNvPr>
          <p:cNvPicPr>
            <a:picLocks noChangeAspect="1"/>
          </p:cNvPicPr>
          <p:nvPr/>
        </p:nvPicPr>
        <p:blipFill>
          <a:blip r:embed="rId4"/>
          <a:stretch>
            <a:fillRect/>
          </a:stretch>
        </p:blipFill>
        <p:spPr>
          <a:xfrm>
            <a:off x="79513" y="2781438"/>
            <a:ext cx="11676555" cy="3723309"/>
          </a:xfrm>
          <a:prstGeom prst="rect">
            <a:avLst/>
          </a:prstGeom>
        </p:spPr>
      </p:pic>
    </p:spTree>
    <p:extLst>
      <p:ext uri="{BB962C8B-B14F-4D97-AF65-F5344CB8AC3E}">
        <p14:creationId xmlns:p14="http://schemas.microsoft.com/office/powerpoint/2010/main" val="37902397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C354E-6F66-3F0A-34EA-C1D6B7F7C3F1}"/>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EB1EB96-2EB7-2FE9-A90B-2CE5990B0C1D}"/>
              </a:ext>
            </a:extLst>
          </p:cNvPr>
          <p:cNvSpPr>
            <a:spLocks noGrp="1"/>
          </p:cNvSpPr>
          <p:nvPr>
            <p:ph type="title"/>
          </p:nvPr>
        </p:nvSpPr>
        <p:spPr>
          <a:xfrm>
            <a:off x="360000" y="360000"/>
            <a:ext cx="10367268" cy="545601"/>
          </a:xfrm>
        </p:spPr>
        <p:txBody>
          <a:bodyPr/>
          <a:lstStyle/>
          <a:p>
            <a:r>
              <a:rPr lang="en-AU"/>
              <a:t>Activity 8 – word problems requiring addition and subtraction</a:t>
            </a:r>
          </a:p>
        </p:txBody>
      </p:sp>
      <p:pic>
        <p:nvPicPr>
          <p:cNvPr id="4" name="Picture 3">
            <a:extLst>
              <a:ext uri="{FF2B5EF4-FFF2-40B4-BE49-F238E27FC236}">
                <a16:creationId xmlns:a16="http://schemas.microsoft.com/office/drawing/2014/main" id="{2307795C-5521-91B9-C866-EC547ED62852}"/>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11107003" y="240894"/>
            <a:ext cx="720000" cy="856364"/>
          </a:xfrm>
          <a:prstGeom prst="rect">
            <a:avLst/>
          </a:prstGeom>
        </p:spPr>
      </p:pic>
      <p:sp>
        <p:nvSpPr>
          <p:cNvPr id="2" name="Slide Number Placeholder 1">
            <a:extLst>
              <a:ext uri="{FF2B5EF4-FFF2-40B4-BE49-F238E27FC236}">
                <a16:creationId xmlns:a16="http://schemas.microsoft.com/office/drawing/2014/main" id="{6A9323DD-7508-20BE-AA13-86EA01A4DD44}"/>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
        <p:nvSpPr>
          <p:cNvPr id="5" name="TextBox 4">
            <a:extLst>
              <a:ext uri="{FF2B5EF4-FFF2-40B4-BE49-F238E27FC236}">
                <a16:creationId xmlns:a16="http://schemas.microsoft.com/office/drawing/2014/main" id="{35B85B8A-BE7D-142A-0D32-1FCED331AD5B}"/>
              </a:ext>
            </a:extLst>
          </p:cNvPr>
          <p:cNvSpPr txBox="1"/>
          <p:nvPr/>
        </p:nvSpPr>
        <p:spPr>
          <a:xfrm>
            <a:off x="735106" y="1701292"/>
            <a:ext cx="10497669" cy="4375493"/>
          </a:xfrm>
          <a:prstGeom prst="rect">
            <a:avLst/>
          </a:prstGeom>
          <a:noFill/>
        </p:spPr>
        <p:txBody>
          <a:bodyPr wrap="square">
            <a:spAutoFit/>
          </a:bodyPr>
          <a:lstStyle/>
          <a:p>
            <a:pPr lvl="0">
              <a:lnSpc>
                <a:spcPct val="150000"/>
              </a:lnSpc>
              <a:spcBef>
                <a:spcPts val="1200"/>
              </a:spcBef>
              <a:spcAft>
                <a:spcPts val="600"/>
              </a:spcAft>
            </a:pPr>
            <a:r>
              <a:rPr lang="en-AU" sz="3600">
                <a:effectLst/>
                <a:latin typeface="Arial" panose="020B0604020202020204" pitchFamily="34" charset="0"/>
                <a:ea typeface="Calibri" panose="020F0502020204030204" pitchFamily="34" charset="0"/>
              </a:rPr>
              <a:t>Noah had </a:t>
            </a:r>
            <a:r>
              <a:rPr lang="en-AU" sz="3600" b="1">
                <a:effectLst/>
                <a:latin typeface="Arial" panose="020B0604020202020204" pitchFamily="34" charset="0"/>
                <a:ea typeface="Calibri" panose="020F0502020204030204" pitchFamily="34" charset="0"/>
              </a:rPr>
              <a:t>$10 </a:t>
            </a:r>
            <a:r>
              <a:rPr lang="en-AU" sz="3600">
                <a:effectLst/>
                <a:latin typeface="Arial" panose="020B0604020202020204" pitchFamily="34" charset="0"/>
                <a:ea typeface="Calibri" panose="020F0502020204030204" pitchFamily="34" charset="0"/>
              </a:rPr>
              <a:t>to spend at the school canteen. He spent </a:t>
            </a:r>
            <a:r>
              <a:rPr lang="en-AU" sz="3600" b="1">
                <a:effectLst/>
                <a:latin typeface="Arial" panose="020B0604020202020204" pitchFamily="34" charset="0"/>
                <a:ea typeface="Calibri" panose="020F0502020204030204" pitchFamily="34" charset="0"/>
              </a:rPr>
              <a:t>$3.20</a:t>
            </a:r>
            <a:r>
              <a:rPr lang="en-AU" sz="3600">
                <a:effectLst/>
                <a:latin typeface="Arial" panose="020B0604020202020204" pitchFamily="34" charset="0"/>
                <a:ea typeface="Calibri" panose="020F0502020204030204" pitchFamily="34" charset="0"/>
              </a:rPr>
              <a:t> on </a:t>
            </a:r>
            <a:r>
              <a:rPr lang="en-AU" sz="3600" b="1">
                <a:effectLst/>
                <a:latin typeface="Arial" panose="020B0604020202020204" pitchFamily="34" charset="0"/>
                <a:ea typeface="Calibri" panose="020F0502020204030204" pitchFamily="34" charset="0"/>
              </a:rPr>
              <a:t>a sandwich </a:t>
            </a:r>
            <a:r>
              <a:rPr lang="en-AU" sz="3600">
                <a:effectLst/>
                <a:latin typeface="Arial" panose="020B0604020202020204" pitchFamily="34" charset="0"/>
                <a:ea typeface="Calibri" panose="020F0502020204030204" pitchFamily="34" charset="0"/>
              </a:rPr>
              <a:t>and </a:t>
            </a:r>
            <a:r>
              <a:rPr lang="en-AU" sz="3600" b="1">
                <a:effectLst/>
                <a:latin typeface="Arial" panose="020B0604020202020204" pitchFamily="34" charset="0"/>
                <a:ea typeface="Calibri" panose="020F0502020204030204" pitchFamily="34" charset="0"/>
              </a:rPr>
              <a:t>$2.50 </a:t>
            </a:r>
            <a:r>
              <a:rPr lang="en-AU" sz="3600">
                <a:effectLst/>
                <a:latin typeface="Arial" panose="020B0604020202020204" pitchFamily="34" charset="0"/>
                <a:ea typeface="Calibri" panose="020F0502020204030204" pitchFamily="34" charset="0"/>
              </a:rPr>
              <a:t>on</a:t>
            </a:r>
            <a:r>
              <a:rPr lang="en-AU" sz="3600" b="1">
                <a:effectLst/>
                <a:latin typeface="Arial" panose="020B0604020202020204" pitchFamily="34" charset="0"/>
                <a:ea typeface="Calibri" panose="020F0502020204030204" pitchFamily="34" charset="0"/>
              </a:rPr>
              <a:t> a juice</a:t>
            </a:r>
            <a:r>
              <a:rPr lang="en-AU" sz="3600">
                <a:effectLst/>
                <a:latin typeface="Arial" panose="020B0604020202020204" pitchFamily="34" charset="0"/>
                <a:ea typeface="Calibri" panose="020F0502020204030204" pitchFamily="34" charset="0"/>
              </a:rPr>
              <a:t>. Afterwards, he was still feeling hungry.</a:t>
            </a:r>
          </a:p>
          <a:p>
            <a:pPr lvl="0">
              <a:lnSpc>
                <a:spcPct val="150000"/>
              </a:lnSpc>
              <a:spcBef>
                <a:spcPts val="1200"/>
              </a:spcBef>
              <a:spcAft>
                <a:spcPts val="600"/>
              </a:spcAft>
            </a:pPr>
            <a:r>
              <a:rPr lang="en-AU" sz="3600">
                <a:effectLst/>
                <a:latin typeface="Arial" panose="020B0604020202020204" pitchFamily="34" charset="0"/>
                <a:ea typeface="Calibri" panose="020F0502020204030204" pitchFamily="34" charset="0"/>
              </a:rPr>
              <a:t>Does he have </a:t>
            </a:r>
            <a:r>
              <a:rPr lang="en-AU" sz="3600" b="1">
                <a:effectLst/>
                <a:latin typeface="Arial" panose="020B0604020202020204" pitchFamily="34" charset="0"/>
                <a:ea typeface="Calibri" panose="020F0502020204030204" pitchFamily="34" charset="0"/>
              </a:rPr>
              <a:t>enough money </a:t>
            </a:r>
            <a:r>
              <a:rPr lang="en-AU" sz="3600">
                <a:effectLst/>
                <a:latin typeface="Arial" panose="020B0604020202020204" pitchFamily="34" charset="0"/>
                <a:ea typeface="Calibri" panose="020F0502020204030204" pitchFamily="34" charset="0"/>
              </a:rPr>
              <a:t>to buy another </a:t>
            </a:r>
            <a:r>
              <a:rPr lang="en-AU" sz="3600" b="1">
                <a:effectLst/>
                <a:latin typeface="Arial" panose="020B0604020202020204" pitchFamily="34" charset="0"/>
                <a:ea typeface="Calibri" panose="020F0502020204030204" pitchFamily="34" charset="0"/>
              </a:rPr>
              <a:t>sandwich</a:t>
            </a:r>
            <a:r>
              <a:rPr lang="en-AU" sz="3600">
                <a:effectLst/>
                <a:latin typeface="Arial" panose="020B0604020202020204" pitchFamily="34" charset="0"/>
                <a:ea typeface="Calibri" panose="020F0502020204030204" pitchFamily="34" charset="0"/>
              </a:rPr>
              <a:t>?</a:t>
            </a:r>
          </a:p>
        </p:txBody>
      </p:sp>
    </p:spTree>
    <p:extLst>
      <p:ext uri="{BB962C8B-B14F-4D97-AF65-F5344CB8AC3E}">
        <p14:creationId xmlns:p14="http://schemas.microsoft.com/office/powerpoint/2010/main" val="3281973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63</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64</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 uri="{C183D7F6-B498-43B3-948B-1728B52AA6E4}">
                <adec:decorative xmlns:adec="http://schemas.microsoft.com/office/drawing/2017/decorative" val="1"/>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 uri="{C183D7F6-B498-43B3-948B-1728B52AA6E4}">
                <adec:decorative xmlns:adec="http://schemas.microsoft.com/office/drawing/2017/decorative" val="1"/>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 uri="{C183D7F6-B498-43B3-948B-1728B52AA6E4}">
                <adec:decorative xmlns:adec="http://schemas.microsoft.com/office/drawing/2017/decorative" val="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 uri="{C183D7F6-B498-43B3-948B-1728B52AA6E4}">
                <adec:decorative xmlns:adec="http://schemas.microsoft.com/office/drawing/2017/decorative" val="1"/>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 uri="{C183D7F6-B498-43B3-948B-1728B52AA6E4}">
                <adec:decorative xmlns:adec="http://schemas.microsoft.com/office/drawing/2017/decorative" val="1"/>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 uri="{C183D7F6-B498-43B3-948B-1728B52AA6E4}">
                <adec:decorative xmlns:adec="http://schemas.microsoft.com/office/drawing/2017/decorative" val="1"/>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 uri="{C183D7F6-B498-43B3-948B-1728B52AA6E4}">
                <adec:decorative xmlns:adec="http://schemas.microsoft.com/office/drawing/2017/decorative" val="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65</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66</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67</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t>Multiple choice </a:t>
            </a:r>
            <a:r>
              <a:rPr lang="en-US">
                <a:solidFill>
                  <a:schemeClr val="bg1"/>
                </a:solidFill>
              </a:rPr>
              <a:t>(5)</a:t>
            </a:r>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p:txBody>
          <a:bodyPr/>
          <a:lstStyle/>
          <a:p>
            <a:endParaRPr lang="en-US"/>
          </a:p>
        </p:txBody>
      </p:sp>
      <p:sp>
        <p:nvSpPr>
          <p:cNvPr id="14" name="Picture Placeholder 13">
            <a:extLst>
              <a:ext uri="{FF2B5EF4-FFF2-40B4-BE49-F238E27FC236}">
                <a16:creationId xmlns:a16="http://schemas.microsoft.com/office/drawing/2014/main" id="{4FA186F1-8869-12E5-B876-921846416E5E}"/>
              </a:ext>
            </a:extLst>
          </p:cNvPr>
          <p:cNvSpPr>
            <a:spLocks noGrp="1"/>
          </p:cNvSpPr>
          <p:nvPr>
            <p:ph type="pic" sz="quarter" idx="20"/>
          </p:nvPr>
        </p:nvSpPr>
        <p:spPr/>
        <p:txBody>
          <a:bodyPr/>
          <a:lstStyle/>
          <a:p>
            <a:endParaRPr lang="en-AU"/>
          </a:p>
        </p:txBody>
      </p:sp>
      <p:sp>
        <p:nvSpPr>
          <p:cNvPr id="15" name="Picture Placeholder 14">
            <a:extLst>
              <a:ext uri="{FF2B5EF4-FFF2-40B4-BE49-F238E27FC236}">
                <a16:creationId xmlns:a16="http://schemas.microsoft.com/office/drawing/2014/main" id="{DB800E16-CD9D-162D-C6C8-704C32626305}"/>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288C0556-FCBE-941B-2BA2-8C65E6E874CA}"/>
              </a:ext>
            </a:extLst>
          </p:cNvPr>
          <p:cNvSpPr>
            <a:spLocks noGrp="1"/>
          </p:cNvSpPr>
          <p:nvPr>
            <p:ph type="pic" sz="quarter" idx="23"/>
          </p:nvPr>
        </p:nvSpPr>
        <p:spPr/>
        <p:txBody>
          <a:bodyPr/>
          <a:lstStyle/>
          <a:p>
            <a:endParaRPr lang="en-AU"/>
          </a:p>
        </p:txBody>
      </p:sp>
      <p:sp>
        <p:nvSpPr>
          <p:cNvPr id="9" name="TextBox 8">
            <a:extLst>
              <a:ext uri="{FF2B5EF4-FFF2-40B4-BE49-F238E27FC236}">
                <a16:creationId xmlns:a16="http://schemas.microsoft.com/office/drawing/2014/main" id="{40925CB5-DA36-8590-C133-CAA805E3F6B0}"/>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4FA85E5F-0765-ABDF-E173-0F271C718E84}"/>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2" name="TextBox 11">
            <a:extLst>
              <a:ext uri="{FF2B5EF4-FFF2-40B4-BE49-F238E27FC236}">
                <a16:creationId xmlns:a16="http://schemas.microsoft.com/office/drawing/2014/main" id="{3BF7E817-ED87-F068-6991-9872B9D8A1D9}"/>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1" name="TextBox 10">
            <a:extLst>
              <a:ext uri="{FF2B5EF4-FFF2-40B4-BE49-F238E27FC236}">
                <a16:creationId xmlns:a16="http://schemas.microsoft.com/office/drawing/2014/main" id="{5B5ACF4E-5C00-647E-137E-A741C1139CAB}"/>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2" name="Slide Number Placeholder 1">
            <a:extLst>
              <a:ext uri="{FF2B5EF4-FFF2-40B4-BE49-F238E27FC236}">
                <a16:creationId xmlns:a16="http://schemas.microsoft.com/office/drawing/2014/main" id="{F98F811F-90F9-6EF5-D718-C527F19B166A}"/>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68</a:t>
            </a:fld>
            <a:endParaRPr lang="en-AU"/>
          </a:p>
        </p:txBody>
      </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A56D-828E-BDF9-63DD-03FD19E9913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9288D3B-561A-789B-48D4-AC81732C3788}"/>
              </a:ext>
            </a:extLst>
          </p:cNvPr>
          <p:cNvSpPr>
            <a:spLocks noGrp="1"/>
          </p:cNvSpPr>
          <p:nvPr>
            <p:ph type="title"/>
          </p:nvPr>
        </p:nvSpPr>
        <p:spPr>
          <a:xfrm>
            <a:off x="360000" y="360000"/>
            <a:ext cx="9901600" cy="545601"/>
          </a:xfrm>
        </p:spPr>
        <p:txBody>
          <a:bodyPr/>
          <a:lstStyle/>
          <a:p>
            <a:r>
              <a:rPr lang="en-US"/>
              <a:t>Multiple choice</a:t>
            </a:r>
          </a:p>
        </p:txBody>
      </p:sp>
      <p:sp>
        <p:nvSpPr>
          <p:cNvPr id="15" name="Text Placeholder">
            <a:extLst>
              <a:ext uri="{FF2B5EF4-FFF2-40B4-BE49-F238E27FC236}">
                <a16:creationId xmlns:a16="http://schemas.microsoft.com/office/drawing/2014/main" id="{95B984CE-6EF0-3287-0E68-8E22D0F7ACF9}"/>
              </a:ext>
            </a:extLst>
          </p:cNvPr>
          <p:cNvSpPr>
            <a:spLocks noGrp="1"/>
          </p:cNvSpPr>
          <p:nvPr>
            <p:ph type="body" sz="quarter" idx="28"/>
          </p:nvPr>
        </p:nvSpPr>
        <p:spPr>
          <a:xfrm>
            <a:off x="360000" y="1625945"/>
            <a:ext cx="11243037" cy="754243"/>
          </a:xfrm>
        </p:spPr>
        <p:txBody>
          <a:bodyPr/>
          <a:lstStyle/>
          <a:p>
            <a:endParaRPr lang="en-US" sz="4400"/>
          </a:p>
        </p:txBody>
      </p:sp>
      <p:sp>
        <p:nvSpPr>
          <p:cNvPr id="9" name="B">
            <a:extLst>
              <a:ext uri="{FF2B5EF4-FFF2-40B4-BE49-F238E27FC236}">
                <a16:creationId xmlns:a16="http://schemas.microsoft.com/office/drawing/2014/main" id="{E3EC21E2-0509-A43A-3D96-4BA7B8759C9D}"/>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8" name="A text">
            <a:extLst>
              <a:ext uri="{FF2B5EF4-FFF2-40B4-BE49-F238E27FC236}">
                <a16:creationId xmlns:a16="http://schemas.microsoft.com/office/drawing/2014/main" id="{BE47A701-5710-8E61-D174-0644C878A18D}"/>
              </a:ext>
            </a:extLst>
          </p:cNvPr>
          <p:cNvSpPr>
            <a:spLocks noGrp="1"/>
          </p:cNvSpPr>
          <p:nvPr>
            <p:ph type="body" sz="quarter" idx="31"/>
          </p:nvPr>
        </p:nvSpPr>
        <p:spPr>
          <a:xfrm>
            <a:off x="1345520" y="2877704"/>
            <a:ext cx="10175920" cy="641396"/>
          </a:xfrm>
        </p:spPr>
        <p:txBody>
          <a:bodyPr anchor="ctr"/>
          <a:lstStyle/>
          <a:p>
            <a:endParaRPr lang="en-US" sz="3600"/>
          </a:p>
        </p:txBody>
      </p:sp>
      <p:sp>
        <p:nvSpPr>
          <p:cNvPr id="10" name="B">
            <a:extLst>
              <a:ext uri="{FF2B5EF4-FFF2-40B4-BE49-F238E27FC236}">
                <a16:creationId xmlns:a16="http://schemas.microsoft.com/office/drawing/2014/main" id="{149F7EA5-34AE-0E46-E398-CFE99509B828}"/>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7" name="B text">
            <a:extLst>
              <a:ext uri="{FF2B5EF4-FFF2-40B4-BE49-F238E27FC236}">
                <a16:creationId xmlns:a16="http://schemas.microsoft.com/office/drawing/2014/main" id="{AAEFF739-9514-8C0A-0CED-58E56F017B82}"/>
              </a:ext>
            </a:extLst>
          </p:cNvPr>
          <p:cNvSpPr>
            <a:spLocks noGrp="1"/>
          </p:cNvSpPr>
          <p:nvPr>
            <p:ph type="body" sz="quarter" idx="30"/>
          </p:nvPr>
        </p:nvSpPr>
        <p:spPr>
          <a:xfrm>
            <a:off x="1345520" y="3725617"/>
            <a:ext cx="10175920" cy="641396"/>
          </a:xfrm>
        </p:spPr>
        <p:txBody>
          <a:bodyPr anchor="ctr"/>
          <a:lstStyle/>
          <a:p>
            <a:endParaRPr lang="en-US" sz="3600"/>
          </a:p>
        </p:txBody>
      </p:sp>
      <p:sp>
        <p:nvSpPr>
          <p:cNvPr id="12" name="C">
            <a:extLst>
              <a:ext uri="{FF2B5EF4-FFF2-40B4-BE49-F238E27FC236}">
                <a16:creationId xmlns:a16="http://schemas.microsoft.com/office/drawing/2014/main" id="{EE1A6F2C-C53D-023F-5109-2D99038A2CC4}"/>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
        <p:nvSpPr>
          <p:cNvPr id="16" name="C text">
            <a:extLst>
              <a:ext uri="{FF2B5EF4-FFF2-40B4-BE49-F238E27FC236}">
                <a16:creationId xmlns:a16="http://schemas.microsoft.com/office/drawing/2014/main" id="{0DD20211-8861-B73C-132C-D9E5D672E845}"/>
              </a:ext>
            </a:extLst>
          </p:cNvPr>
          <p:cNvSpPr>
            <a:spLocks noGrp="1"/>
          </p:cNvSpPr>
          <p:nvPr>
            <p:ph type="body" sz="quarter" idx="29"/>
          </p:nvPr>
        </p:nvSpPr>
        <p:spPr>
          <a:xfrm>
            <a:off x="1345520" y="4575670"/>
            <a:ext cx="10175920" cy="641396"/>
          </a:xfrm>
        </p:spPr>
        <p:txBody>
          <a:bodyPr anchor="ctr"/>
          <a:lstStyle/>
          <a:p>
            <a:endParaRPr lang="en-US" sz="3600"/>
          </a:p>
        </p:txBody>
      </p:sp>
      <p:sp>
        <p:nvSpPr>
          <p:cNvPr id="11" name="D">
            <a:extLst>
              <a:ext uri="{FF2B5EF4-FFF2-40B4-BE49-F238E27FC236}">
                <a16:creationId xmlns:a16="http://schemas.microsoft.com/office/drawing/2014/main" id="{C10C17A9-F508-D7A2-A9D3-C88910EF4F53}"/>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4" name="D text">
            <a:extLst>
              <a:ext uri="{FF2B5EF4-FFF2-40B4-BE49-F238E27FC236}">
                <a16:creationId xmlns:a16="http://schemas.microsoft.com/office/drawing/2014/main" id="{9190A628-3E35-4C7E-1B15-3396BD525BBD}"/>
              </a:ext>
            </a:extLst>
          </p:cNvPr>
          <p:cNvSpPr>
            <a:spLocks noGrp="1"/>
          </p:cNvSpPr>
          <p:nvPr>
            <p:ph type="body" sz="quarter" idx="27"/>
          </p:nvPr>
        </p:nvSpPr>
        <p:spPr>
          <a:xfrm>
            <a:off x="1345520" y="5425723"/>
            <a:ext cx="10175920" cy="641396"/>
          </a:xfrm>
        </p:spPr>
        <p:txBody>
          <a:bodyPr anchor="ctr"/>
          <a:lstStyle/>
          <a:p>
            <a:endParaRPr lang="en-US" sz="3600"/>
          </a:p>
        </p:txBody>
      </p:sp>
      <p:sp>
        <p:nvSpPr>
          <p:cNvPr id="2" name="Slide Number Placeholder 1">
            <a:extLst>
              <a:ext uri="{FF2B5EF4-FFF2-40B4-BE49-F238E27FC236}">
                <a16:creationId xmlns:a16="http://schemas.microsoft.com/office/drawing/2014/main" id="{E49832F8-1137-BC27-B013-8CE31E74C15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69</a:t>
            </a:fld>
            <a:endParaRPr lang="en-AU"/>
          </a:p>
        </p:txBody>
      </p:sp>
    </p:spTree>
    <p:extLst>
      <p:ext uri="{BB962C8B-B14F-4D97-AF65-F5344CB8AC3E}">
        <p14:creationId xmlns:p14="http://schemas.microsoft.com/office/powerpoint/2010/main" val="10328535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latin typeface="+mj-lt"/>
              </a:rPr>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ea typeface="+mn-ea"/>
                <a:cs typeface="+mn-cs"/>
                <a:hlinkClick r:id="rId3">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ea typeface="+mn-ea"/>
                <a:cs typeface="+mn-cs"/>
                <a:hlinkClick r:id="rId4">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ea typeface="+mn-ea"/>
                <a:cs typeface="+mn-cs"/>
              </a:rPr>
              <a:t> </a:t>
            </a:r>
            <a:r>
              <a:rPr kumimoji="0" lang="en-AU" sz="1200" b="0" i="0" u="none" strike="noStrike" kern="1200" cap="none" spc="0" normalizeH="0" baseline="0" noProof="0">
                <a:ln>
                  <a:noFill/>
                </a:ln>
                <a:solidFill>
                  <a:srgbClr val="FFFFFF"/>
                </a:solidFill>
                <a:effectLst/>
                <a:uLnTx/>
                <a:uFillTx/>
                <a:ea typeface="+mn-ea"/>
                <a:cs typeface="+mn-cs"/>
              </a:rPr>
              <a:t>and the NSW Curriculum website </a:t>
            </a:r>
            <a:r>
              <a:rPr kumimoji="0" lang="en-AU" sz="1200" b="0" i="0" u="none" strike="noStrike" kern="1200" cap="none" spc="0" normalizeH="0" baseline="0" noProof="0">
                <a:ln>
                  <a:noFill/>
                </a:ln>
                <a:solidFill>
                  <a:srgbClr val="CBEDFD"/>
                </a:solidFill>
                <a:effectLst/>
                <a:uLnTx/>
                <a:uFillTx/>
                <a:ea typeface="+mn-ea"/>
                <a:cs typeface="+mn-cs"/>
                <a:hlinkClick r:id="rId5">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ea typeface="+mn-ea"/>
                <a:cs typeface="+mn-cs"/>
              </a:rPr>
              <a:t>.</a:t>
            </a:r>
          </a:p>
        </p:txBody>
      </p:sp>
      <p:sp>
        <p:nvSpPr>
          <p:cNvPr id="4" name="Content Placeholder 3">
            <a:extLst>
              <a:ext uri="{FF2B5EF4-FFF2-40B4-BE49-F238E27FC236}">
                <a16:creationId xmlns:a16="http://schemas.microsoft.com/office/drawing/2014/main" id="{B7C07B50-96D9-2E35-E2CE-3139F6377F08}"/>
              </a:ext>
            </a:extLst>
          </p:cNvPr>
          <p:cNvSpPr>
            <a:spLocks noGrp="1"/>
          </p:cNvSpPr>
          <p:nvPr>
            <p:ph idx="1"/>
          </p:nvPr>
        </p:nvSpPr>
        <p:spPr/>
        <p:txBody>
          <a:bodyPr vert="horz" lIns="0" tIns="0" rIns="0" bIns="0" rtlCol="0" anchor="t">
            <a:noAutofit/>
          </a:bodyPr>
          <a:lstStyle/>
          <a:p>
            <a:r>
              <a:rPr lang="en-AU" u="sng">
                <a:hlinkClick r:id="rId6"/>
              </a:rPr>
              <a:t>Mathematics K–10 Syllabus</a:t>
            </a:r>
            <a:r>
              <a:rPr lang="en-AU"/>
              <a:t> © NSW Education Standards Authority (NESA) for and on behalf of the Crown in right of the State of New South Wales, 2022.</a:t>
            </a:r>
          </a:p>
          <a:p>
            <a:r>
              <a:rPr lang="en-AU" u="sng">
                <a:hlinkClick r:id="rId7"/>
              </a:rPr>
              <a:t>National Numeracy Learning Progression</a:t>
            </a:r>
            <a:r>
              <a:rPr lang="en-AU"/>
              <a:t> © Australian Curriculum, Assessment and Reporting Authority (ACARA) 2010 to present, unless otherwise indicated. This material was downloaded from the </a:t>
            </a:r>
            <a:r>
              <a:rPr lang="en-AU" u="sng">
                <a:hlinkClick r:id="rId8"/>
              </a:rPr>
              <a:t>Australian Curriculum</a:t>
            </a:r>
            <a:r>
              <a:rPr lang="en-AU"/>
              <a:t> website (National Numeracy Learning Progression) (accessed 26 September 2025) and was not modified.</a:t>
            </a:r>
          </a:p>
          <a:p>
            <a:r>
              <a:rPr lang="en-AU"/>
              <a:t>Clarke D and Roche A (2014) </a:t>
            </a:r>
            <a:r>
              <a:rPr lang="en-AU" i="1"/>
              <a:t>Engaging Maths: 25 favourite lessons,</a:t>
            </a:r>
            <a:r>
              <a:rPr lang="en-AU"/>
              <a:t> 2</a:t>
            </a:r>
            <a:r>
              <a:rPr lang="en-AU" baseline="30000"/>
              <a:t>nd</a:t>
            </a:r>
            <a:r>
              <a:rPr lang="en-AU"/>
              <a:t> </a:t>
            </a:r>
            <a:r>
              <a:rPr lang="en-AU" err="1"/>
              <a:t>edn</a:t>
            </a:r>
            <a:r>
              <a:rPr lang="en-AU"/>
              <a:t>, published by the authors. </a:t>
            </a:r>
          </a:p>
          <a:p>
            <a:r>
              <a:rPr lang="en-AU"/>
              <a:t>University of Cambridge (</a:t>
            </a:r>
            <a:r>
              <a:rPr lang="en-AU" err="1"/>
              <a:t>n.d</a:t>
            </a:r>
            <a:r>
              <a:rPr lang="en-AU"/>
              <a:t>) </a:t>
            </a:r>
            <a:r>
              <a:rPr lang="en-AU" i="1" u="sng">
                <a:hlinkClick r:id="rId9"/>
              </a:rPr>
              <a:t>Buying a Balloon</a:t>
            </a:r>
            <a:r>
              <a:rPr lang="en-AU"/>
              <a:t>, NRICH website, accessed 26 September 2025. </a:t>
            </a:r>
          </a:p>
          <a:p>
            <a:r>
              <a:rPr lang="en-AU"/>
              <a:t>University of Cambridge (</a:t>
            </a:r>
            <a:r>
              <a:rPr lang="en-AU" err="1"/>
              <a:t>n.d</a:t>
            </a:r>
            <a:r>
              <a:rPr lang="en-AU"/>
              <a:t>) </a:t>
            </a:r>
            <a:r>
              <a:rPr lang="en-AU" i="1" u="sng">
                <a:hlinkClick r:id="rId10"/>
              </a:rPr>
              <a:t>The Puzzling Sweet Shop</a:t>
            </a:r>
            <a:r>
              <a:rPr lang="en-AU" u="sng"/>
              <a:t>,</a:t>
            </a:r>
            <a:r>
              <a:rPr lang="en-AU"/>
              <a:t> NRICH website, accessed 26 September 2025.</a:t>
            </a:r>
          </a:p>
          <a:p>
            <a:r>
              <a:rPr lang="en-AU"/>
              <a:t>University of Cambridge (</a:t>
            </a:r>
            <a:r>
              <a:rPr lang="en-AU" err="1"/>
              <a:t>n.d</a:t>
            </a:r>
            <a:r>
              <a:rPr lang="en-AU"/>
              <a:t>) </a:t>
            </a:r>
            <a:r>
              <a:rPr lang="en-AU" i="1" u="sng">
                <a:hlinkClick r:id="rId11"/>
              </a:rPr>
              <a:t>Monetary Difference</a:t>
            </a:r>
            <a:r>
              <a:rPr lang="en-AU"/>
              <a:t>, NRICH website, accessed 26 September 2025. </a:t>
            </a:r>
          </a:p>
          <a:p>
            <a:endParaRPr lang="en-AU"/>
          </a:p>
          <a:p>
            <a:endParaRPr lang="en-AU"/>
          </a:p>
          <a:p>
            <a:endParaRPr lang="en-AU"/>
          </a:p>
        </p:txBody>
      </p:sp>
      <p:sp>
        <p:nvSpPr>
          <p:cNvPr id="2" name="Slide Number Placeholder 1">
            <a:extLst>
              <a:ext uri="{FF2B5EF4-FFF2-40B4-BE49-F238E27FC236}">
                <a16:creationId xmlns:a16="http://schemas.microsoft.com/office/drawing/2014/main" id="{48223418-AC99-D403-B6BA-7F5E5111A87A}"/>
              </a:ext>
              <a:ext uri="{C183D7F6-B498-43B3-948B-1728B52AA6E4}">
                <adec:decorative xmlns:adec="http://schemas.microsoft.com/office/drawing/2017/decorative" val="1"/>
              </a:ext>
            </a:extLst>
          </p:cNvPr>
          <p:cNvSpPr>
            <a:spLocks noGrp="1"/>
          </p:cNvSpPr>
          <p:nvPr>
            <p:ph type="sldNum" sz="quarter" idx="10"/>
          </p:nvPr>
        </p:nvSpPr>
        <p:spPr/>
        <p:txBody>
          <a:bodyPr/>
          <a:lstStyle/>
          <a:p>
            <a:fld id="{10A01DC5-1685-4615-8240-15192985C6A2}" type="slidenum">
              <a:rPr lang="en-AU" smtClean="0"/>
              <a:pPr/>
              <a:t>70</a:t>
            </a:fld>
            <a:endParaRPr lang="en-AU"/>
          </a:p>
        </p:txBody>
      </p:sp>
    </p:spTree>
    <p:extLst>
      <p:ext uri="{BB962C8B-B14F-4D97-AF65-F5344CB8AC3E}">
        <p14:creationId xmlns:p14="http://schemas.microsoft.com/office/powerpoint/2010/main" val="11810145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Review of learning template" id="{8077A738-7D06-4B54-972E-94806C6B7F6D}" vid="{415614B2-02FF-41DC-B617-EAE1A180D5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225CD7B5461E64DBD81A4688FEB92F3" ma:contentTypeVersion="12" ma:contentTypeDescription="Create a new document." ma:contentTypeScope="" ma:versionID="32399663726c23a2f642d658b0aca0e5">
  <xsd:schema xmlns:xsd="http://www.w3.org/2001/XMLSchema" xmlns:xs="http://www.w3.org/2001/XMLSchema" xmlns:p="http://schemas.microsoft.com/office/2006/metadata/properties" xmlns:ns2="9983aa10-8768-4afe-b503-cad2303d02b1" xmlns:ns3="33c4fa9b-9104-422a-9d36-2aa3be9e17bc" targetNamespace="http://schemas.microsoft.com/office/2006/metadata/properties" ma:root="true" ma:fieldsID="94f9f2d3303c22dd8eead538cc2519f2" ns2:_="" ns3:_="">
    <xsd:import namespace="9983aa10-8768-4afe-b503-cad2303d02b1"/>
    <xsd:import namespace="33c4fa9b-9104-422a-9d36-2aa3be9e17b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983aa10-8768-4afe-b503-cad2303d02b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3c4fa9b-9104-422a-9d36-2aa3be9e17bc" elementFormDefault="qualified">
    <xsd:import namespace="http://schemas.microsoft.com/office/2006/documentManagement/types"/>
    <xsd:import namespace="http://schemas.microsoft.com/office/infopath/2007/PartnerControls"/>
    <xsd:element name="TaxCatchAll" ma:index="15" nillable="true" ma:displayName="Taxonomy Catch All Column" ma:hidden="true" ma:list="{b1e7c5dc-00dd-4604-80db-069fb80082d9}" ma:internalName="TaxCatchAll" ma:showField="CatchAllData" ma:web="33c4fa9b-9104-422a-9d36-2aa3be9e17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9983aa10-8768-4afe-b503-cad2303d02b1">
      <Terms xmlns="http://schemas.microsoft.com/office/infopath/2007/PartnerControls"/>
    </lcf76f155ced4ddcb4097134ff3c332f>
    <TaxCatchAll xmlns="33c4fa9b-9104-422a-9d36-2aa3be9e17bc" xsi:nil="true"/>
  </documentManagement>
</p:properties>
</file>

<file path=customXml/itemProps1.xml><?xml version="1.0" encoding="utf-8"?>
<ds:datastoreItem xmlns:ds="http://schemas.openxmlformats.org/officeDocument/2006/customXml" ds:itemID="{1BBF1075-4992-4DA3-A5BC-433A425AD955}">
  <ds:schemaRefs>
    <ds:schemaRef ds:uri="http://schemas.microsoft.com/sharepoint/v3/contenttype/forms"/>
  </ds:schemaRefs>
</ds:datastoreItem>
</file>

<file path=customXml/itemProps2.xml><?xml version="1.0" encoding="utf-8"?>
<ds:datastoreItem xmlns:ds="http://schemas.openxmlformats.org/officeDocument/2006/customXml" ds:itemID="{8D8B0A9F-D420-4327-B9C7-1AB3A2BF1B12}"/>
</file>

<file path=customXml/itemProps3.xml><?xml version="1.0" encoding="utf-8"?>
<ds:datastoreItem xmlns:ds="http://schemas.openxmlformats.org/officeDocument/2006/customXml" ds:itemID="{CE555570-2BD4-426B-AA32-0A79CB6508A8}">
  <ds:schemaRefs>
    <ds:schemaRef ds:uri="http://schemas.microsoft.com/office/2006/documentManagement/types"/>
    <ds:schemaRef ds:uri="http://purl.org/dc/terms/"/>
    <ds:schemaRef ds:uri="60129b06-f64b-40a8-96e2-c5b2f86112b1"/>
    <ds:schemaRef ds:uri="http://purl.org/dc/elements/1.1/"/>
    <ds:schemaRef ds:uri="http://schemas.microsoft.com/office/2006/metadata/properties"/>
    <ds:schemaRef ds:uri="7e763d47-3c66-4c58-9425-1477fd3ccd1e"/>
    <ds:schemaRef ds:uri="http://www.w3.org/XML/1998/namespace"/>
    <ds:schemaRef ds:uri="http://schemas.microsoft.com/office/infopath/2007/PartnerControls"/>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Review of learning template (1)</Template>
  <TotalTime>225</TotalTime>
  <Words>7566</Words>
  <Application>Microsoft Office PowerPoint</Application>
  <PresentationFormat>Widescreen</PresentationFormat>
  <Paragraphs>961</Paragraphs>
  <Slides>71</Slides>
  <Notes>71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71</vt:i4>
      </vt:variant>
    </vt:vector>
  </HeadingPairs>
  <TitlesOfParts>
    <vt:vector size="83" baseType="lpstr">
      <vt:lpstr>Public Sans</vt:lpstr>
      <vt:lpstr>Cambria Math</vt:lpstr>
      <vt:lpstr>Edu NSW ACT Foundation</vt:lpstr>
      <vt:lpstr>Times New Roman</vt:lpstr>
      <vt:lpstr>Public Sans Light</vt:lpstr>
      <vt:lpstr>Wingdings</vt:lpstr>
      <vt:lpstr>Courier New</vt:lpstr>
      <vt:lpstr>Montserrat</vt:lpstr>
      <vt:lpstr>Calibri</vt:lpstr>
      <vt:lpstr>Arial</vt:lpstr>
      <vt:lpstr>Canva Student Font</vt:lpstr>
      <vt:lpstr>NSWG Corporate</vt:lpstr>
      <vt:lpstr>Instructions for use</vt:lpstr>
      <vt:lpstr>Review of Learning</vt:lpstr>
      <vt:lpstr>Lessons</vt:lpstr>
      <vt:lpstr>Review of learning 1</vt:lpstr>
      <vt:lpstr>Multiple choice (1)</vt:lpstr>
      <vt:lpstr>Short response (1)</vt:lpstr>
      <vt:lpstr>Short response (2)</vt:lpstr>
      <vt:lpstr>Short response (3)</vt:lpstr>
      <vt:lpstr>Short response (4)</vt:lpstr>
      <vt:lpstr>Activity 1 – representing equivalent fractions for halves, quarters and eighths</vt:lpstr>
      <vt:lpstr>Activity 1 – representing equivalent fractions for halves, quarters and eighths (2)</vt:lpstr>
      <vt:lpstr>Review of learning 2</vt:lpstr>
      <vt:lpstr>True or false (1)</vt:lpstr>
      <vt:lpstr>Short response (5)</vt:lpstr>
      <vt:lpstr>Short response (6)</vt:lpstr>
      <vt:lpstr>Short response (7)</vt:lpstr>
      <vt:lpstr>Short response (8)</vt:lpstr>
      <vt:lpstr>Activity 2 – representing equivalent fractions for thirds and sixths</vt:lpstr>
      <vt:lpstr>Review of learning 3</vt:lpstr>
      <vt:lpstr>Multiple choice (2)</vt:lpstr>
      <vt:lpstr>Short response (9)</vt:lpstr>
      <vt:lpstr>Short response (10)</vt:lpstr>
      <vt:lpstr>Short response (11)</vt:lpstr>
      <vt:lpstr>Short response (12)</vt:lpstr>
      <vt:lpstr>Activity 3 – colour in fractions</vt:lpstr>
      <vt:lpstr>Activity 3 – colour in fractions (2)</vt:lpstr>
      <vt:lpstr>Review of learning 4</vt:lpstr>
      <vt:lpstr>True or false (2)</vt:lpstr>
      <vt:lpstr>Short response (13)</vt:lpstr>
      <vt:lpstr>Short response (14)</vt:lpstr>
      <vt:lpstr>Short response (15)</vt:lpstr>
      <vt:lpstr>Short response (16)</vt:lpstr>
      <vt:lpstr>Activity 4 – equivalent fractions on a number line</vt:lpstr>
      <vt:lpstr>Review of learning 5</vt:lpstr>
      <vt:lpstr>Multiple choice (3)</vt:lpstr>
      <vt:lpstr>Short response (17)</vt:lpstr>
      <vt:lpstr>Short response (18)</vt:lpstr>
      <vt:lpstr>Short response (19)</vt:lpstr>
      <vt:lpstr>Short response (20)</vt:lpstr>
      <vt:lpstr>Activity 5 – problem solving involving money</vt:lpstr>
      <vt:lpstr>Activity 5 – problem solving involving money (2)</vt:lpstr>
      <vt:lpstr>Review of learning 6</vt:lpstr>
      <vt:lpstr>True or false (3)</vt:lpstr>
      <vt:lpstr>Short response (21)</vt:lpstr>
      <vt:lpstr>Short response (22)</vt:lpstr>
      <vt:lpstr>Short response (23)</vt:lpstr>
      <vt:lpstr>Short response (24)</vt:lpstr>
      <vt:lpstr>Activity 6 – using estimation to solve problems involving money</vt:lpstr>
      <vt:lpstr>Review of learning 7</vt:lpstr>
      <vt:lpstr>Multiple choice (4)</vt:lpstr>
      <vt:lpstr>Short response (25)</vt:lpstr>
      <vt:lpstr>Short response (26)</vt:lpstr>
      <vt:lpstr>Short response (27)</vt:lpstr>
      <vt:lpstr>Short response (28)</vt:lpstr>
      <vt:lpstr>Activity 7 – reflecting on additive strategies</vt:lpstr>
      <vt:lpstr>Review of learning 8</vt:lpstr>
      <vt:lpstr>True or false (4)</vt:lpstr>
      <vt:lpstr>Short response (29)</vt:lpstr>
      <vt:lpstr>Short response (30)</vt:lpstr>
      <vt:lpstr>Short response (31)</vt:lpstr>
      <vt:lpstr>Short response (32)</vt:lpstr>
      <vt:lpstr>Activity 8 – word problems requiring addition and subtraction</vt:lpstr>
      <vt:lpstr>Double Venn diagram</vt:lpstr>
      <vt:lpstr>Frayer</vt:lpstr>
      <vt:lpstr>Spider map</vt:lpstr>
      <vt:lpstr>Cline</vt:lpstr>
      <vt:lpstr>Compare and contrast</vt:lpstr>
      <vt:lpstr>Multiple choice (5)</vt:lpstr>
      <vt:lpstr>Multiple choice</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Nat Hawkins</dc:creator>
  <cp:keywords/>
  <dc:description/>
  <cp:lastModifiedBy>Daniel Archer</cp:lastModifiedBy>
  <cp:revision>2</cp:revision>
  <dcterms:created xsi:type="dcterms:W3CDTF">2025-10-28T21:34:25Z</dcterms:created>
  <dcterms:modified xsi:type="dcterms:W3CDTF">2026-03-23T20:51:38Z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0x0101001225CD7B5461E64DBD81A4688FEB92F3</vt:lpwstr>
  </property>
  <property fmtid="{D5CDD505-2E9C-101B-9397-08002B2CF9AE}" pid="10" name="MediaServiceImageTags">
    <vt:lpwstr/>
  </property>
</Properties>
</file>