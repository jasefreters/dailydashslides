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Lst>
  <p:notesMasterIdLst>
    <p:notesMasterId r:id="rId78"/>
  </p:notesMasterIdLst>
  <p:handoutMasterIdLst>
    <p:handoutMasterId r:id="rId79"/>
  </p:handoutMasterIdLst>
  <p:sldIdLst>
    <p:sldId id="365" r:id="rId5"/>
    <p:sldId id="26579" r:id="rId6"/>
    <p:sldId id="26359" r:id="rId7"/>
    <p:sldId id="271" r:id="rId8"/>
    <p:sldId id="26646" r:id="rId9"/>
    <p:sldId id="358" r:id="rId10"/>
    <p:sldId id="26580" r:id="rId11"/>
    <p:sldId id="26581" r:id="rId12"/>
    <p:sldId id="26582" r:id="rId13"/>
    <p:sldId id="26576" r:id="rId14"/>
    <p:sldId id="26650" r:id="rId15"/>
    <p:sldId id="26583" r:id="rId16"/>
    <p:sldId id="26586" r:id="rId17"/>
    <p:sldId id="26587" r:id="rId18"/>
    <p:sldId id="26588" r:id="rId19"/>
    <p:sldId id="26589" r:id="rId20"/>
    <p:sldId id="26590" r:id="rId21"/>
    <p:sldId id="26591" r:id="rId22"/>
    <p:sldId id="26592" r:id="rId23"/>
    <p:sldId id="26594" r:id="rId24"/>
    <p:sldId id="26655" r:id="rId25"/>
    <p:sldId id="26597" r:id="rId26"/>
    <p:sldId id="26598" r:id="rId27"/>
    <p:sldId id="26599" r:id="rId28"/>
    <p:sldId id="26600" r:id="rId29"/>
    <p:sldId id="26651" r:id="rId30"/>
    <p:sldId id="26601" r:id="rId31"/>
    <p:sldId id="26604" r:id="rId32"/>
    <p:sldId id="26605" r:id="rId33"/>
    <p:sldId id="26606" r:id="rId34"/>
    <p:sldId id="26607" r:id="rId35"/>
    <p:sldId id="26608" r:id="rId36"/>
    <p:sldId id="26609" r:id="rId37"/>
    <p:sldId id="26610" r:id="rId38"/>
    <p:sldId id="26611" r:id="rId39"/>
    <p:sldId id="26614" r:id="rId40"/>
    <p:sldId id="26615" r:id="rId41"/>
    <p:sldId id="26616" r:id="rId42"/>
    <p:sldId id="26617" r:id="rId43"/>
    <p:sldId id="26618" r:id="rId44"/>
    <p:sldId id="26619" r:id="rId45"/>
    <p:sldId id="26622" r:id="rId46"/>
    <p:sldId id="26623" r:id="rId47"/>
    <p:sldId id="26624" r:id="rId48"/>
    <p:sldId id="26625" r:id="rId49"/>
    <p:sldId id="26626" r:id="rId50"/>
    <p:sldId id="26627" r:id="rId51"/>
    <p:sldId id="26628" r:id="rId52"/>
    <p:sldId id="26629" r:id="rId53"/>
    <p:sldId id="26632" r:id="rId54"/>
    <p:sldId id="26633" r:id="rId55"/>
    <p:sldId id="26634" r:id="rId56"/>
    <p:sldId id="26635" r:id="rId57"/>
    <p:sldId id="26636" r:id="rId58"/>
    <p:sldId id="26652" r:id="rId59"/>
    <p:sldId id="26637" r:id="rId60"/>
    <p:sldId id="26640" r:id="rId61"/>
    <p:sldId id="26641" r:id="rId62"/>
    <p:sldId id="26642" r:id="rId63"/>
    <p:sldId id="26643" r:id="rId64"/>
    <p:sldId id="26644" r:id="rId65"/>
    <p:sldId id="26645" r:id="rId66"/>
    <p:sldId id="26653" r:id="rId67"/>
    <p:sldId id="26393" r:id="rId68"/>
    <p:sldId id="26387" r:id="rId69"/>
    <p:sldId id="26395" r:id="rId70"/>
    <p:sldId id="26391" r:id="rId71"/>
    <p:sldId id="26402" r:id="rId72"/>
    <p:sldId id="26507" r:id="rId73"/>
    <p:sldId id="26649" r:id="rId74"/>
    <p:sldId id="360" r:id="rId75"/>
    <p:sldId id="26654" r:id="rId76"/>
    <p:sldId id="361" r:id="rId77"/>
  </p:sldIdLst>
  <p:sldSz cx="12192000" cy="6858000"/>
  <p:notesSz cx="6858000" cy="9144000"/>
  <p:embeddedFontLst>
    <p:embeddedFont>
      <p:font typeface="Montserrat" panose="00000500000000000000" pitchFamily="2" charset="0"/>
      <p:regular r:id="rId80"/>
      <p:bold r:id="rId81"/>
      <p:italic r:id="rId82"/>
      <p:boldItalic r:id="rId83"/>
    </p:embeddedFont>
    <p:embeddedFont>
      <p:font typeface="Public Sans" pitchFamily="2" charset="0"/>
      <p:regular r:id="rId84"/>
      <p:bold r:id="rId85"/>
      <p:italic r:id="rId86"/>
      <p:boldItalic r:id="rId87"/>
    </p:embeddedFont>
    <p:embeddedFont>
      <p:font typeface="Public Sans Light" pitchFamily="2" charset="0"/>
      <p:regular r:id="rId88"/>
      <p:italic r:id="rId89"/>
    </p:embeddedFont>
  </p:embeddedFontLst>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for teachers" id="{E2540145-C446-48E2-9140-9B215E91A42D}">
          <p14:sldIdLst>
            <p14:sldId id="365"/>
          </p14:sldIdLst>
        </p14:section>
        <p14:section name="Slide templates" id="{D5A8010D-981F-43AA-A0D6-182EC53CAA84}">
          <p14:sldIdLst>
            <p14:sldId id="26579"/>
            <p14:sldId id="26359"/>
          </p14:sldIdLst>
        </p14:section>
        <p14:section name="Review of learning 1" id="{4B1EDACC-5006-43DF-9D93-DE177A158796}">
          <p14:sldIdLst>
            <p14:sldId id="271"/>
            <p14:sldId id="26646"/>
            <p14:sldId id="358"/>
            <p14:sldId id="26580"/>
            <p14:sldId id="26581"/>
            <p14:sldId id="26582"/>
            <p14:sldId id="26576"/>
            <p14:sldId id="26650"/>
          </p14:sldIdLst>
        </p14:section>
        <p14:section name="Review of learning 2" id="{0AC6BBCB-7E49-46CE-B777-EFCDD4B60F91}">
          <p14:sldIdLst>
            <p14:sldId id="26583"/>
            <p14:sldId id="26586"/>
            <p14:sldId id="26587"/>
            <p14:sldId id="26588"/>
            <p14:sldId id="26589"/>
            <p14:sldId id="26590"/>
            <p14:sldId id="26591"/>
          </p14:sldIdLst>
        </p14:section>
        <p14:section name="Review of learning 3" id="{6F5E1C19-5255-4FF7-A3CD-4549F7EF69B2}">
          <p14:sldIdLst>
            <p14:sldId id="26592"/>
            <p14:sldId id="26594"/>
            <p14:sldId id="26655"/>
            <p14:sldId id="26597"/>
            <p14:sldId id="26598"/>
            <p14:sldId id="26599"/>
            <p14:sldId id="26600"/>
            <p14:sldId id="26651"/>
          </p14:sldIdLst>
        </p14:section>
        <p14:section name="Review of learning 4" id="{6EB8E1CE-ED7B-4635-88AB-9D1D052BB011}">
          <p14:sldIdLst>
            <p14:sldId id="26601"/>
            <p14:sldId id="26604"/>
            <p14:sldId id="26605"/>
            <p14:sldId id="26606"/>
            <p14:sldId id="26607"/>
            <p14:sldId id="26608"/>
            <p14:sldId id="26609"/>
          </p14:sldIdLst>
        </p14:section>
        <p14:section name="Review of learning 5" id="{E365C8CF-14E0-4F5A-BCE8-2E930DEEA864}">
          <p14:sldIdLst>
            <p14:sldId id="26610"/>
            <p14:sldId id="26611"/>
            <p14:sldId id="26614"/>
            <p14:sldId id="26615"/>
            <p14:sldId id="26616"/>
            <p14:sldId id="26617"/>
            <p14:sldId id="26618"/>
          </p14:sldIdLst>
        </p14:section>
        <p14:section name="Review of learning 6" id="{6721D3DC-F7BB-49CA-9E61-8454C104591D}">
          <p14:sldIdLst>
            <p14:sldId id="26619"/>
            <p14:sldId id="26622"/>
            <p14:sldId id="26623"/>
            <p14:sldId id="26624"/>
            <p14:sldId id="26625"/>
            <p14:sldId id="26626"/>
            <p14:sldId id="26627"/>
          </p14:sldIdLst>
        </p14:section>
        <p14:section name="Review of learning 7" id="{CF63834E-0BE9-495B-9761-037C836F185E}">
          <p14:sldIdLst>
            <p14:sldId id="26628"/>
            <p14:sldId id="26629"/>
            <p14:sldId id="26632"/>
            <p14:sldId id="26633"/>
            <p14:sldId id="26634"/>
            <p14:sldId id="26635"/>
            <p14:sldId id="26636"/>
            <p14:sldId id="26652"/>
          </p14:sldIdLst>
        </p14:section>
        <p14:section name="Review of learning 8" id="{6FF8F7EC-803E-4F84-BA41-6B3ED673D597}">
          <p14:sldIdLst>
            <p14:sldId id="26637"/>
            <p14:sldId id="26640"/>
            <p14:sldId id="26641"/>
            <p14:sldId id="26642"/>
            <p14:sldId id="26643"/>
            <p14:sldId id="26644"/>
            <p14:sldId id="26645"/>
            <p14:sldId id="26653"/>
          </p14:sldIdLst>
        </p14:section>
        <p14:section name="Assets" id="{ACCADEBA-79DB-4F18-8F19-E4DF86159DFB}">
          <p14:sldIdLst>
            <p14:sldId id="26393"/>
            <p14:sldId id="26387"/>
            <p14:sldId id="26395"/>
            <p14:sldId id="26391"/>
            <p14:sldId id="26402"/>
            <p14:sldId id="26507"/>
            <p14:sldId id="26649"/>
          </p14:sldIdLst>
        </p14:section>
        <p14:section name="References &amp; copyright" id="{DBC31484-F5F8-4CB1-8DB4-A562A9780899}">
          <p14:sldIdLst>
            <p14:sldId id="360"/>
            <p14:sldId id="26654"/>
            <p14:sldId id="361"/>
          </p14:sldIdLst>
        </p14:section>
      </p14:sectionLst>
    </p:ex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8A0F4A13-4186-FC7E-65CB-FC56583EDF72}" name="Nat Hawkins" initials="NH" userId="S::Natalie.Hawkins7@det.nsw.edu.au::91d64da8-8826-47c8-b06a-208beda74d22" providerId="AD"/>
  <p188:author id="{8EAAFC52-5D86-6FE7-9D47-1FD3C7D0804D}" name="Lisa Kew" initials="LK" userId="S::LISA.JONES13@det.nsw.edu.au::687d7c21-e1c8-437d-b64b-4b01e8e7487e" providerId="AD"/>
  <p188:author id="{95D16B7D-CADB-F2BF-AC29-D680545C75EE}" name="Carrie Webeck" initials="CW" userId="S::CARRIE-ANN.WEBECK@det.nsw.edu.au::e5c4b697-ca15-4f3a-a906-1289ddc2fc07"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9B0C"/>
    <a:srgbClr val="007A8A"/>
    <a:srgbClr val="9B6808"/>
    <a:srgbClr val="427B2D"/>
    <a:srgbClr val="B51458"/>
    <a:srgbClr val="00ACC2"/>
    <a:srgbClr val="64BB47"/>
    <a:srgbClr val="EDF9E0"/>
    <a:srgbClr val="87D830"/>
    <a:srgbClr val="447F2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D28C076-5431-4E9D-9FDA-2C65E9BF4724}" v="268" dt="2026-04-30T03:23:16.494"/>
    <p1510:client id="{32DABE5A-DB6F-440B-89B6-9156E4E8573E}" v="366" dt="2026-04-30T02:05:34.273"/>
  </p1510:revLst>
</p1510:revInfo>
</file>

<file path=ppt/tableStyles.xml><?xml version="1.0" encoding="utf-8"?>
<a:tblStyleLst xmlns:a="http://schemas.openxmlformats.org/drawingml/2006/main" def="{5A111915-BE36-4E01-A7E5-04B1672EAD3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36" d="100"/>
          <a:sy n="36" d="100"/>
        </p:scale>
        <p:origin x="520" y="48"/>
      </p:cViewPr>
      <p:guideLst>
        <p:guide orient="horz" pos="2160"/>
        <p:guide pos="3863"/>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font" Target="fonts/font5.fntdata"/><Relationship Id="rId89" Type="http://schemas.openxmlformats.org/officeDocument/2006/relationships/font" Target="fonts/font10.fntdata"/><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handoutMaster" Target="handoutMasters/handoutMaster1.xml"/><Relationship Id="rId5" Type="http://schemas.openxmlformats.org/officeDocument/2006/relationships/slide" Target="slides/slide1.xml"/><Relationship Id="rId90" Type="http://schemas.openxmlformats.org/officeDocument/2006/relationships/presProps" Target="presProps.xml"/><Relationship Id="rId95" Type="http://schemas.microsoft.com/office/2018/10/relationships/authors" Target="authors.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font" Target="fonts/font1.fntdata"/><Relationship Id="rId85" Type="http://schemas.openxmlformats.org/officeDocument/2006/relationships/font" Target="fonts/font6.fntdata"/><Relationship Id="rId93"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font" Target="fonts/font4.fntdata"/><Relationship Id="rId88" Type="http://schemas.openxmlformats.org/officeDocument/2006/relationships/font" Target="fonts/font9.fntdata"/><Relationship Id="rId9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notesMaster" Target="notesMasters/notesMaster1.xml"/><Relationship Id="rId81" Type="http://schemas.openxmlformats.org/officeDocument/2006/relationships/font" Target="fonts/font2.fntdata"/><Relationship Id="rId86" Type="http://schemas.openxmlformats.org/officeDocument/2006/relationships/font" Target="fonts/font7.fntdata"/><Relationship Id="rId94"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theme" Target="theme/theme1.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font" Target="fonts/font8.fntdata"/><Relationship Id="rId61" Type="http://schemas.openxmlformats.org/officeDocument/2006/relationships/slide" Target="slides/slide57.xml"/><Relationship Id="rId82" Type="http://schemas.openxmlformats.org/officeDocument/2006/relationships/font" Target="fonts/font3.fntdata"/><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43F5A19-4E20-4EDB-9EC8-DF02AC748E7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latin typeface="Public Sans" pitchFamily="2" charset="0"/>
            </a:endParaRPr>
          </a:p>
        </p:txBody>
      </p:sp>
      <p:sp>
        <p:nvSpPr>
          <p:cNvPr id="3" name="Date Placeholder 2">
            <a:extLst>
              <a:ext uri="{FF2B5EF4-FFF2-40B4-BE49-F238E27FC236}">
                <a16:creationId xmlns:a16="http://schemas.microsoft.com/office/drawing/2014/main" id="{6F2B4FC2-E151-470D-9291-01D2A5A6D34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0BF4B7B-ADA4-42BE-A113-1D67CA67812F}" type="datetimeFigureOut">
              <a:rPr lang="en-AU" smtClean="0">
                <a:latin typeface="Public Sans" pitchFamily="2" charset="0"/>
              </a:rPr>
              <a:t>4/05/2026</a:t>
            </a:fld>
            <a:endParaRPr lang="en-AU">
              <a:latin typeface="Public Sans" pitchFamily="2" charset="0"/>
            </a:endParaRPr>
          </a:p>
        </p:txBody>
      </p:sp>
      <p:sp>
        <p:nvSpPr>
          <p:cNvPr id="4" name="Footer Placeholder 3">
            <a:extLst>
              <a:ext uri="{FF2B5EF4-FFF2-40B4-BE49-F238E27FC236}">
                <a16:creationId xmlns:a16="http://schemas.microsoft.com/office/drawing/2014/main" id="{2F07DE46-ED0B-49F3-8199-C129451A46B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latin typeface="Public Sans" pitchFamily="2" charset="0"/>
            </a:endParaRPr>
          </a:p>
        </p:txBody>
      </p:sp>
      <p:sp>
        <p:nvSpPr>
          <p:cNvPr id="5" name="Slide Number Placeholder 4">
            <a:extLst>
              <a:ext uri="{FF2B5EF4-FFF2-40B4-BE49-F238E27FC236}">
                <a16:creationId xmlns:a16="http://schemas.microsoft.com/office/drawing/2014/main" id="{56DA6684-5527-4DB9-88B5-C4F66FB5F78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AF8501-5769-46EC-B8B9-363B75FA9999}" type="slidenum">
              <a:rPr lang="en-AU" smtClean="0">
                <a:latin typeface="Public Sans" pitchFamily="2" charset="0"/>
              </a:rPr>
              <a:t>‹#›</a:t>
            </a:fld>
            <a:endParaRPr lang="en-AU">
              <a:latin typeface="Public Sans" pitchFamily="2" charset="0"/>
            </a:endParaRPr>
          </a:p>
        </p:txBody>
      </p:sp>
    </p:spTree>
    <p:extLst>
      <p:ext uri="{BB962C8B-B14F-4D97-AF65-F5344CB8AC3E}">
        <p14:creationId xmlns:p14="http://schemas.microsoft.com/office/powerpoint/2010/main" val="41447938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Public Sans" pitchFamily="2" charset="0"/>
              </a:defRPr>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Public Sans" pitchFamily="2" charset="0"/>
              </a:defRPr>
            </a:lvl1pPr>
          </a:lstStyle>
          <a:p>
            <a:fld id="{EC6F825C-382E-4C1A-82AB-BCE4AFD21ABE}" type="datetimeFigureOut">
              <a:rPr lang="en-AU" smtClean="0"/>
              <a:pPr/>
              <a:t>4/05/2026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Public Sans" pitchFamily="2" charset="0"/>
              </a:defRPr>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Public Sans" pitchFamily="2" charset="0"/>
              </a:defRPr>
            </a:lvl1pPr>
          </a:lstStyle>
          <a:p>
            <a:fld id="{B07158C4-A119-4B78-9DE8-A50001BC31DC}" type="slidenum">
              <a:rPr lang="en-AU" smtClean="0"/>
              <a:pPr/>
              <a:t>‹#›</a:t>
            </a:fld>
            <a:endParaRPr lang="en-AU"/>
          </a:p>
        </p:txBody>
      </p:sp>
    </p:spTree>
    <p:extLst>
      <p:ext uri="{BB962C8B-B14F-4D97-AF65-F5344CB8AC3E}">
        <p14:creationId xmlns:p14="http://schemas.microsoft.com/office/powerpoint/2010/main" val="3301092027"/>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1pPr>
    <a:lvl2pPr marL="609585"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2pPr>
    <a:lvl3pPr marL="121917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3pPr>
    <a:lvl4pPr marL="1828754"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4pPr>
    <a:lvl5pPr marL="2438339"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1</a:t>
            </a:fld>
            <a:endParaRPr lang="en-AU"/>
          </a:p>
        </p:txBody>
      </p:sp>
    </p:spTree>
    <p:extLst>
      <p:ext uri="{BB962C8B-B14F-4D97-AF65-F5344CB8AC3E}">
        <p14:creationId xmlns:p14="http://schemas.microsoft.com/office/powerpoint/2010/main" val="19335899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F867-63A5-8257-BEB3-843826CE3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17174D-A127-D2D1-8FE8-6EBA54B31E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BCA833-D850-EA3F-9C4C-3C098CC50AFD}"/>
              </a:ext>
            </a:extLst>
          </p:cNvPr>
          <p:cNvSpPr>
            <a:spLocks noGrp="1"/>
          </p:cNvSpPr>
          <p:nvPr>
            <p:ph type="body" idx="1"/>
          </p:nvPr>
        </p:nvSpPr>
        <p:spPr/>
        <p:txBody>
          <a:bodyPr/>
          <a:lstStyle/>
          <a:p>
            <a:r>
              <a:rPr lang="en-AU"/>
              <a:t>Reviews may include a combination of question types, requiring students to recall facts and key ideas, as well as apply their knowledge to solve problems and answer questions. To support active engagement, a mix of techniques should be employed.” (AERO, 2024).</a:t>
            </a:r>
          </a:p>
          <a:p>
            <a:endParaRPr lang="en-AU"/>
          </a:p>
          <a:p>
            <a:r>
              <a:rPr lang="en-AU"/>
              <a:t>This Review of Learning slide deck revisits key concepts from the following units:</a:t>
            </a:r>
          </a:p>
          <a:p>
            <a:pPr marL="285750" indent="-285750">
              <a:buFont typeface="Arial" panose="020B0604020202020204" pitchFamily="34" charset="0"/>
              <a:buChar char="•"/>
            </a:pPr>
            <a:r>
              <a:rPr lang="en-AU"/>
              <a:t>Stage 3 Year A Unit 12</a:t>
            </a:r>
          </a:p>
          <a:p>
            <a:pPr marL="285750" indent="-285750">
              <a:buFont typeface="Arial" panose="020B0604020202020204" pitchFamily="34" charset="0"/>
              <a:buChar char="•"/>
            </a:pPr>
            <a:r>
              <a:rPr lang="en-AU"/>
              <a:t>Stage 3 Year A Unit 11</a:t>
            </a:r>
          </a:p>
          <a:p>
            <a:pPr marL="285750" indent="-285750">
              <a:buFont typeface="Arial" panose="020B0604020202020204" pitchFamily="34" charset="0"/>
              <a:buChar char="•"/>
            </a:pPr>
            <a:r>
              <a:rPr lang="en-AU"/>
              <a:t>Stage 3 Year A Unit 10</a:t>
            </a:r>
          </a:p>
          <a:p>
            <a:r>
              <a:rPr lang="en-AU"/>
              <a:t>It also includes opportunities to review prior learning in non-number content, supporting consolidation across focus areas.</a:t>
            </a:r>
          </a:p>
          <a:p>
            <a:endParaRPr lang="en-AU"/>
          </a:p>
          <a:p>
            <a:r>
              <a:rPr lang="en-AU"/>
              <a:t>The review of learning resources include three key task types that support the development of mathematical proficiency through retrieval, spaced practice, and active participation. These practices complement the review phase (activating prior knowledge) embedded within the beginning of each lesson.</a:t>
            </a:r>
          </a:p>
          <a:p>
            <a:endParaRPr lang="en-AU"/>
          </a:p>
          <a:p>
            <a:r>
              <a:rPr lang="en-AU" b="1"/>
              <a:t>1.</a:t>
            </a:r>
          </a:p>
          <a:p>
            <a:r>
              <a:rPr lang="en-AU" b="1"/>
              <a:t>Multiple-choice questions/True or false: </a:t>
            </a:r>
            <a:r>
              <a:rPr lang="en-AU"/>
              <a:t>Designed to promote active retrieval of key concepts and identify common misconceptions in number, supporting consolidation, understanding and fluency.</a:t>
            </a:r>
            <a:br>
              <a:rPr lang="en-AU"/>
            </a:br>
            <a:r>
              <a:rPr lang="en-AU"/>
              <a:t>These questions:</a:t>
            </a:r>
          </a:p>
          <a:p>
            <a:endParaRPr lang="en-AU"/>
          </a:p>
          <a:p>
            <a:pPr marL="285750" indent="-285750">
              <a:buFont typeface="Wingdings" panose="05000000000000000000" pitchFamily="2" charset="2"/>
              <a:buChar char="ü"/>
            </a:pPr>
            <a:r>
              <a:rPr lang="en-AU"/>
              <a:t>support spaced and interleaved practice</a:t>
            </a:r>
          </a:p>
          <a:p>
            <a:pPr marL="285750" indent="-285750">
              <a:buFont typeface="Wingdings" panose="05000000000000000000" pitchFamily="2" charset="2"/>
              <a:buChar char="ü"/>
            </a:pPr>
            <a:r>
              <a:rPr lang="en-AU"/>
              <a:t>help identify and address common misconceptions </a:t>
            </a:r>
          </a:p>
          <a:p>
            <a:pPr marL="285750" indent="-285750">
              <a:buFont typeface="Wingdings" panose="05000000000000000000" pitchFamily="2" charset="2"/>
              <a:buChar char="ü"/>
            </a:pPr>
            <a:r>
              <a:rPr lang="en-AU"/>
              <a:t>support active recall and immediate feedback</a:t>
            </a:r>
          </a:p>
          <a:p>
            <a:pPr marL="285750" indent="-285750">
              <a:buFont typeface="Wingdings" panose="05000000000000000000" pitchFamily="2" charset="2"/>
              <a:buChar char="ü"/>
            </a:pPr>
            <a:r>
              <a:rPr lang="en-AU"/>
              <a:t>support whole class participation</a:t>
            </a:r>
          </a:p>
          <a:p>
            <a:pPr marL="285750" indent="-285750">
              <a:buFont typeface="Wingdings" panose="05000000000000000000" pitchFamily="2" charset="2"/>
              <a:buChar char="ü"/>
            </a:pPr>
            <a:r>
              <a:rPr lang="en-AU"/>
              <a:t>identify areas requiring reteach</a:t>
            </a:r>
          </a:p>
          <a:p>
            <a:endParaRPr lang="en-AU"/>
          </a:p>
          <a:p>
            <a:r>
              <a:rPr lang="en-AU" b="1"/>
              <a:t>2.</a:t>
            </a:r>
            <a:br>
              <a:rPr lang="en-AU" b="1"/>
            </a:br>
            <a:r>
              <a:rPr lang="en-AU" b="1"/>
              <a:t>Short-response question sets: </a:t>
            </a:r>
            <a:r>
              <a:rPr lang="en-AU"/>
              <a:t>Carefully grouped questions that encourage spaced and interleaved practice across multiple focus areas, helping students revisit and apply knowledge from different points in time.</a:t>
            </a:r>
            <a:br>
              <a:rPr lang="en-AU"/>
            </a:br>
            <a:r>
              <a:rPr lang="en-AU"/>
              <a:t>These questions:</a:t>
            </a:r>
          </a:p>
          <a:p>
            <a:endParaRPr lang="en-AU"/>
          </a:p>
          <a:p>
            <a:pPr marL="285750" indent="-285750">
              <a:buFont typeface="Wingdings" panose="05000000000000000000" pitchFamily="2" charset="2"/>
              <a:buChar char="ü"/>
            </a:pPr>
            <a:r>
              <a:rPr lang="en-AU"/>
              <a:t>have a combination of question types </a:t>
            </a:r>
          </a:p>
          <a:p>
            <a:pPr marL="285750" indent="-285750">
              <a:buFont typeface="Wingdings" panose="05000000000000000000" pitchFamily="2" charset="2"/>
              <a:buChar char="ü"/>
            </a:pPr>
            <a:r>
              <a:rPr lang="en-AU"/>
              <a:t>address a range of focus areas</a:t>
            </a:r>
          </a:p>
          <a:p>
            <a:pPr marL="285750" indent="-285750">
              <a:buFont typeface="Wingdings" panose="05000000000000000000" pitchFamily="2" charset="2"/>
              <a:buChar char="ü"/>
            </a:pPr>
            <a:r>
              <a:rPr lang="en-AU"/>
              <a:t>build automaticity and fluency</a:t>
            </a:r>
          </a:p>
          <a:p>
            <a:pPr marL="285750" indent="-285750">
              <a:buFont typeface="Wingdings" panose="05000000000000000000" pitchFamily="2" charset="2"/>
              <a:buChar char="ü"/>
            </a:pPr>
            <a:r>
              <a:rPr lang="en-AU"/>
              <a:t>support active recall </a:t>
            </a:r>
          </a:p>
          <a:p>
            <a:pPr marL="285750" indent="-285750">
              <a:buFont typeface="Wingdings" panose="05000000000000000000" pitchFamily="2" charset="2"/>
              <a:buChar char="ü"/>
            </a:pPr>
            <a:r>
              <a:rPr lang="en-AU"/>
              <a:t>allow for immediate feedback</a:t>
            </a:r>
          </a:p>
          <a:p>
            <a:pPr marL="285750" indent="-285750">
              <a:buFont typeface="Wingdings" panose="05000000000000000000" pitchFamily="2" charset="2"/>
              <a:buChar char="ü"/>
            </a:pPr>
            <a:r>
              <a:rPr lang="en-AU"/>
              <a:t>identify content requiring reteach</a:t>
            </a:r>
          </a:p>
          <a:p>
            <a:endParaRPr lang="en-AU"/>
          </a:p>
          <a:p>
            <a:r>
              <a:rPr lang="en-AU" b="1"/>
              <a:t>3.</a:t>
            </a:r>
          </a:p>
          <a:p>
            <a:r>
              <a:rPr lang="en-AU" b="1"/>
              <a:t>Developing number sense activities: </a:t>
            </a:r>
            <a:r>
              <a:rPr lang="en-AU"/>
              <a:t>A variety of practical, purposeful tasks that reinforce current learning and build on prior knowledge. These activities promote reasoning, problem-solving and conceptual understanding.</a:t>
            </a:r>
            <a:br>
              <a:rPr lang="en-AU"/>
            </a:br>
            <a:br>
              <a:rPr lang="en-AU"/>
            </a:br>
            <a:endParaRPr lang="en-AU"/>
          </a:p>
          <a:p>
            <a:r>
              <a:rPr lang="en-AU"/>
              <a:t>The review of learning resources are designed to work support teaching and learning in mathematics. For the most effective implementation, use the resources flexibly, adapting to meet student learning needs and individual classroom contexts.</a:t>
            </a:r>
          </a:p>
        </p:txBody>
      </p:sp>
      <p:sp>
        <p:nvSpPr>
          <p:cNvPr id="4" name="Slide Number Placeholder 3">
            <a:extLst>
              <a:ext uri="{FF2B5EF4-FFF2-40B4-BE49-F238E27FC236}">
                <a16:creationId xmlns:a16="http://schemas.microsoft.com/office/drawing/2014/main" id="{1361D661-6FF4-E1A2-B877-7DA266521710}"/>
              </a:ext>
            </a:extLst>
          </p:cNvPr>
          <p:cNvSpPr>
            <a:spLocks noGrp="1"/>
          </p:cNvSpPr>
          <p:nvPr>
            <p:ph type="sldNum" sz="quarter" idx="5"/>
          </p:nvPr>
        </p:nvSpPr>
        <p:spPr/>
        <p:txBody>
          <a:bodyPr/>
          <a:lstStyle/>
          <a:p>
            <a:fld id="{B07158C4-A119-4B78-9DE8-A50001BC31DC}" type="slidenum">
              <a:rPr lang="en-AU" smtClean="0"/>
              <a:pPr/>
              <a:t>2</a:t>
            </a:fld>
            <a:endParaRPr lang="en-AU"/>
          </a:p>
        </p:txBody>
      </p:sp>
    </p:spTree>
    <p:extLst>
      <p:ext uri="{BB962C8B-B14F-4D97-AF65-F5344CB8AC3E}">
        <p14:creationId xmlns:p14="http://schemas.microsoft.com/office/powerpoint/2010/main" val="33314283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a:t>Teacher notes:</a:t>
            </a:r>
            <a:endParaRPr lang="en-US"/>
          </a:p>
          <a:p>
            <a:pPr marL="171450" indent="-171450">
              <a:buFont typeface="Arial"/>
              <a:buChar char="•"/>
            </a:pPr>
            <a:r>
              <a:rPr lang="en-AU"/>
              <a:t>Click lesson titles to go to specific lessons</a:t>
            </a:r>
          </a:p>
          <a:p>
            <a:pPr marL="171450" indent="-171450">
              <a:buFont typeface="Arial"/>
              <a:buChar char="•"/>
            </a:pPr>
            <a:r>
              <a:rPr lang="en-AU">
                <a:cs typeface="Calibri"/>
              </a:rPr>
              <a:t>Interactive features can be viewed in slide show</a:t>
            </a:r>
            <a:endParaRPr lang="en-US">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D09C5488-DD16-4714-9519-7BE21BA11D4E}" type="slidenum">
              <a:rPr lang="en-AU" smtClean="0"/>
              <a:t>3</a:t>
            </a:fld>
            <a:endParaRPr lang="en-AU"/>
          </a:p>
        </p:txBody>
      </p:sp>
    </p:spTree>
    <p:extLst>
      <p:ext uri="{BB962C8B-B14F-4D97-AF65-F5344CB8AC3E}">
        <p14:creationId xmlns:p14="http://schemas.microsoft.com/office/powerpoint/2010/main" val="3242764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4</a:t>
            </a:fld>
            <a:endParaRPr lang="en-AU"/>
          </a:p>
        </p:txBody>
      </p:sp>
    </p:spTree>
    <p:extLst>
      <p:ext uri="{BB962C8B-B14F-4D97-AF65-F5344CB8AC3E}">
        <p14:creationId xmlns:p14="http://schemas.microsoft.com/office/powerpoint/2010/main" val="252961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84D29-B4F5-A86B-480F-44D16C2AEE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6826A8-A5AE-3179-C5C9-8D9DF711AC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D7954E-9F4D-0D11-4B0B-3FF0F27CD732}"/>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Represents numbers A</a:t>
            </a:r>
          </a:p>
        </p:txBody>
      </p:sp>
      <p:sp>
        <p:nvSpPr>
          <p:cNvPr id="4" name="Slide Number Placeholder 3">
            <a:extLst>
              <a:ext uri="{FF2B5EF4-FFF2-40B4-BE49-F238E27FC236}">
                <a16:creationId xmlns:a16="http://schemas.microsoft.com/office/drawing/2014/main" id="{A00CD198-B3C3-B3AF-86B2-4D9C310AEBD8}"/>
              </a:ext>
            </a:extLst>
          </p:cNvPr>
          <p:cNvSpPr>
            <a:spLocks noGrp="1"/>
          </p:cNvSpPr>
          <p:nvPr>
            <p:ph type="sldNum" sz="quarter" idx="5"/>
          </p:nvPr>
        </p:nvSpPr>
        <p:spPr/>
        <p:txBody>
          <a:bodyPr/>
          <a:lstStyle/>
          <a:p>
            <a:fld id="{B07158C4-A119-4B78-9DE8-A50001BC31DC}" type="slidenum">
              <a:rPr lang="en-AU" smtClean="0"/>
              <a:pPr/>
              <a:t>5</a:t>
            </a:fld>
            <a:endParaRPr lang="en-AU"/>
          </a:p>
        </p:txBody>
      </p:sp>
    </p:spTree>
    <p:extLst>
      <p:ext uri="{BB962C8B-B14F-4D97-AF65-F5344CB8AC3E}">
        <p14:creationId xmlns:p14="http://schemas.microsoft.com/office/powerpoint/2010/main" val="37299477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Two-dimensional spatial structure A: 2D shapes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6</a:t>
            </a:fld>
            <a:endParaRPr lang="en-AU"/>
          </a:p>
        </p:txBody>
      </p:sp>
    </p:spTree>
    <p:extLst>
      <p:ext uri="{BB962C8B-B14F-4D97-AF65-F5344CB8AC3E}">
        <p14:creationId xmlns:p14="http://schemas.microsoft.com/office/powerpoint/2010/main" val="20152716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67205-FD88-9B41-9EE9-8830B2F184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94C7FD-3BC1-0278-CD44-841588DBB4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976A2F-DE9F-F529-AF25-E322A627AE0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Represents numbers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0F3A522F-3628-AF3F-2E2F-85F08017A892}"/>
              </a:ext>
            </a:extLst>
          </p:cNvPr>
          <p:cNvSpPr>
            <a:spLocks noGrp="1"/>
          </p:cNvSpPr>
          <p:nvPr>
            <p:ph type="sldNum" sz="quarter" idx="5"/>
          </p:nvPr>
        </p:nvSpPr>
        <p:spPr/>
        <p:txBody>
          <a:bodyPr/>
          <a:lstStyle/>
          <a:p>
            <a:fld id="{B07158C4-A119-4B78-9DE8-A50001BC31DC}" type="slidenum">
              <a:rPr lang="en-AU" smtClean="0"/>
              <a:pPr/>
              <a:t>7</a:t>
            </a:fld>
            <a:endParaRPr lang="en-AU"/>
          </a:p>
        </p:txBody>
      </p:sp>
    </p:spTree>
    <p:extLst>
      <p:ext uri="{BB962C8B-B14F-4D97-AF65-F5344CB8AC3E}">
        <p14:creationId xmlns:p14="http://schemas.microsoft.com/office/powerpoint/2010/main" val="41447756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AA5DC-5346-6496-E50A-627900C762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AF893E-77C8-9FE3-F2E1-569411DD28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9FFFA4-D314-0D12-F2DB-A84ED5285E01}"/>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A: Position</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C12CB1F-4BE7-7218-BE74-35A8BE7058F4}"/>
              </a:ext>
            </a:extLst>
          </p:cNvPr>
          <p:cNvSpPr>
            <a:spLocks noGrp="1"/>
          </p:cNvSpPr>
          <p:nvPr>
            <p:ph type="sldNum" sz="quarter" idx="5"/>
          </p:nvPr>
        </p:nvSpPr>
        <p:spPr/>
        <p:txBody>
          <a:bodyPr/>
          <a:lstStyle/>
          <a:p>
            <a:fld id="{B07158C4-A119-4B78-9DE8-A50001BC31DC}" type="slidenum">
              <a:rPr lang="en-AU" smtClean="0"/>
              <a:pPr/>
              <a:t>8</a:t>
            </a:fld>
            <a:endParaRPr lang="en-AU"/>
          </a:p>
        </p:txBody>
      </p:sp>
    </p:spTree>
    <p:extLst>
      <p:ext uri="{BB962C8B-B14F-4D97-AF65-F5344CB8AC3E}">
        <p14:creationId xmlns:p14="http://schemas.microsoft.com/office/powerpoint/2010/main" val="12434436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EB86B-E4DE-73C3-F794-C15C0B9E1A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0B38E0-6D6D-6B33-AD6B-85EF6722A7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9C22BD-B1C4-666B-422D-5FAF088CD36E}"/>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A: Length</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F7102AC-F76D-5520-FFA6-0732CFB27A0D}"/>
              </a:ext>
            </a:extLst>
          </p:cNvPr>
          <p:cNvSpPr>
            <a:spLocks noGrp="1"/>
          </p:cNvSpPr>
          <p:nvPr>
            <p:ph type="sldNum" sz="quarter" idx="5"/>
          </p:nvPr>
        </p:nvSpPr>
        <p:spPr/>
        <p:txBody>
          <a:bodyPr/>
          <a:lstStyle/>
          <a:p>
            <a:fld id="{B07158C4-A119-4B78-9DE8-A50001BC31DC}" type="slidenum">
              <a:rPr lang="en-AU" smtClean="0"/>
              <a:pPr/>
              <a:t>9</a:t>
            </a:fld>
            <a:endParaRPr lang="en-AU"/>
          </a:p>
        </p:txBody>
      </p:sp>
    </p:spTree>
    <p:extLst>
      <p:ext uri="{BB962C8B-B14F-4D97-AF65-F5344CB8AC3E}">
        <p14:creationId xmlns:p14="http://schemas.microsoft.com/office/powerpoint/2010/main" val="8052326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1293A-ACA0-181C-3343-03B9753F50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AA34DF-F40A-E614-1AB8-591BE945AE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D5BA51-EFD0-1051-0159-B701E597365D}"/>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pPr>
              <a:defRPr/>
            </a:pPr>
            <a:r>
              <a:rPr lang="en-AU">
                <a:highlight>
                  <a:srgbClr val="FFFF00"/>
                </a:highlight>
                <a:latin typeface="Arial"/>
                <a:cs typeface="Arial"/>
              </a:rPr>
              <a:t>Represents numbers A</a:t>
            </a:r>
          </a:p>
          <a:p>
            <a:endParaRPr lang="en-AU"/>
          </a:p>
          <a:p>
            <a:r>
              <a:rPr lang="en-AU" b="1"/>
              <a:t>Regrouping numbers 1</a:t>
            </a:r>
          </a:p>
          <a:p>
            <a:endParaRPr lang="en-AU" b="1"/>
          </a:p>
          <a:p>
            <a:pPr marL="0" marR="0" lvl="0" indent="0" algn="l" defTabSz="1219170" rtl="0" eaLnBrk="1" fontAlgn="auto" latinLnBrk="0" hangingPunct="1">
              <a:lnSpc>
                <a:spcPct val="100000"/>
              </a:lnSpc>
              <a:spcBef>
                <a:spcPts val="0"/>
              </a:spcBef>
              <a:spcAft>
                <a:spcPts val="0"/>
              </a:spcAft>
              <a:buClrTx/>
              <a:buSzTx/>
              <a:buFontTx/>
              <a:buNone/>
              <a:tabLst/>
              <a:defRPr/>
            </a:pPr>
            <a:r>
              <a:rPr lang="en-AU" b="0"/>
              <a:t>This resource corresponds to </a:t>
            </a:r>
            <a:r>
              <a:rPr lang="en-AU" sz="1600" kern="1200">
                <a:solidFill>
                  <a:schemeClr val="tx1"/>
                </a:solidFill>
                <a:effectLst/>
                <a:latin typeface="Arial" panose="020B0604020202020204" pitchFamily="34" charset="0"/>
                <a:ea typeface="+mn-ea"/>
                <a:cs typeface="Arial" panose="020B0604020202020204" pitchFamily="34" charset="0"/>
              </a:rPr>
              <a:t>Figure 8 – recording numbers in different forms in Stage 3 Year A Unit 12</a:t>
            </a:r>
          </a:p>
          <a:p>
            <a:endParaRPr lang="en-AU" b="1"/>
          </a:p>
          <a:p>
            <a:pPr lvl="0"/>
            <a:r>
              <a:rPr lang="en-AU" sz="1600" kern="1200">
                <a:solidFill>
                  <a:schemeClr val="tx1"/>
                </a:solidFill>
                <a:effectLst/>
                <a:latin typeface="Arial" panose="020B0604020202020204" pitchFamily="34" charset="0"/>
                <a:ea typeface="+mn-ea"/>
                <a:cs typeface="Arial" panose="020B0604020202020204" pitchFamily="34" charset="0"/>
              </a:rPr>
              <a:t>1. Students use standard partitioning to record the total number of students enrolled at their school on an individual whiteboard. For example, 252 students can be recorded as 2 hundreds, 5 tens and 2 ones or written as 200 + 50 + 2.</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lvl="0"/>
            <a:r>
              <a:rPr lang="en-AU" sz="1600" kern="1200">
                <a:solidFill>
                  <a:schemeClr val="tx1"/>
                </a:solidFill>
                <a:effectLst/>
                <a:latin typeface="Arial" panose="020B0604020202020204" pitchFamily="34" charset="0"/>
                <a:ea typeface="+mn-ea"/>
                <a:cs typeface="Arial" panose="020B0604020202020204" pitchFamily="34" charset="0"/>
              </a:rPr>
              <a:t>2. (next slide) Introduce students to the National, state and territory population latest release website to find the total population for New South Wales.</a:t>
            </a:r>
          </a:p>
          <a:p>
            <a:pPr lvl="0"/>
            <a:r>
              <a:rPr lang="en-AU" sz="1600" kern="1200">
                <a:solidFill>
                  <a:schemeClr val="tx1"/>
                </a:solidFill>
                <a:effectLst/>
                <a:latin typeface="Arial" panose="020B0604020202020204" pitchFamily="34" charset="0"/>
                <a:ea typeface="+mn-ea"/>
                <a:cs typeface="Arial" panose="020B0604020202020204" pitchFamily="34" charset="0"/>
              </a:rPr>
              <a:t>3. Write the total population for New South Wales on the board and ask students to partition the number before recording the number in as many different forms as possible (see Figure 8 – recording numbers in different forms in Stage 3 Year A Unit 12).</a:t>
            </a:r>
          </a:p>
          <a:p>
            <a:pPr lvl="0"/>
            <a:r>
              <a:rPr lang="en-AU" sz="1600" kern="1200">
                <a:solidFill>
                  <a:schemeClr val="tx1"/>
                </a:solidFill>
                <a:effectLst/>
                <a:latin typeface="Arial" panose="020B0604020202020204" pitchFamily="34" charset="0"/>
                <a:ea typeface="+mn-ea"/>
                <a:cs typeface="Arial" panose="020B0604020202020204" pitchFamily="34" charset="0"/>
              </a:rPr>
              <a:t>4. Repeat the activity for another state or territory.</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366CB7F3-C8D4-58F8-3AEE-E8514DAE136E}"/>
              </a:ext>
            </a:extLst>
          </p:cNvPr>
          <p:cNvSpPr>
            <a:spLocks noGrp="1"/>
          </p:cNvSpPr>
          <p:nvPr>
            <p:ph type="sldNum" sz="quarter" idx="5"/>
          </p:nvPr>
        </p:nvSpPr>
        <p:spPr/>
        <p:txBody>
          <a:bodyPr/>
          <a:lstStyle/>
          <a:p>
            <a:fld id="{B07158C4-A119-4B78-9DE8-A50001BC31DC}" type="slidenum">
              <a:rPr lang="en-AU" smtClean="0"/>
              <a:pPr/>
              <a:t>10</a:t>
            </a:fld>
            <a:endParaRPr lang="en-AU"/>
          </a:p>
        </p:txBody>
      </p:sp>
    </p:spTree>
    <p:extLst>
      <p:ext uri="{BB962C8B-B14F-4D97-AF65-F5344CB8AC3E}">
        <p14:creationId xmlns:p14="http://schemas.microsoft.com/office/powerpoint/2010/main" val="29155965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3E74F9-5076-E624-AF76-8632A572E1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D2ECB1-8655-70AD-246C-5C17052F74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F6E366-FAE6-0F9E-B77C-01B2782CE3C8}"/>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pPr>
              <a:defRPr/>
            </a:pPr>
            <a:r>
              <a:rPr lang="en-AU">
                <a:highlight>
                  <a:srgbClr val="FFFF00"/>
                </a:highlight>
                <a:latin typeface="Arial"/>
                <a:cs typeface="Arial"/>
              </a:rPr>
              <a:t>Represents numbers A</a:t>
            </a:r>
          </a:p>
          <a:p>
            <a:endParaRPr lang="en-AU"/>
          </a:p>
          <a:p>
            <a:r>
              <a:rPr lang="en-AU" b="1"/>
              <a:t>Regrouping numbers 1</a:t>
            </a:r>
          </a:p>
          <a:p>
            <a:endParaRPr lang="en-AU" b="1"/>
          </a:p>
          <a:p>
            <a:r>
              <a:rPr lang="en-AU" b="0"/>
              <a:t>This resource corresponds to </a:t>
            </a:r>
            <a:r>
              <a:rPr lang="en-AU" sz="1600" kern="1200">
                <a:solidFill>
                  <a:schemeClr val="tx1"/>
                </a:solidFill>
                <a:effectLst/>
                <a:latin typeface="Arial" panose="020B0604020202020204" pitchFamily="34" charset="0"/>
                <a:ea typeface="+mn-ea"/>
                <a:cs typeface="Arial" panose="020B0604020202020204" pitchFamily="34" charset="0"/>
              </a:rPr>
              <a:t>Figure 8 – recording numbers in different forms in Stage 3 Year A Unit 12</a:t>
            </a:r>
          </a:p>
          <a:p>
            <a:endParaRPr lang="en-AU" b="1"/>
          </a:p>
          <a:p>
            <a:pPr lvl="0"/>
            <a:r>
              <a:rPr lang="en-AU" sz="1600" kern="1200">
                <a:solidFill>
                  <a:schemeClr val="tx1"/>
                </a:solidFill>
                <a:effectLst/>
                <a:latin typeface="Arial" panose="020B0604020202020204" pitchFamily="34" charset="0"/>
                <a:ea typeface="+mn-ea"/>
                <a:cs typeface="Arial" panose="020B0604020202020204" pitchFamily="34" charset="0"/>
              </a:rPr>
              <a:t>1. Students use standard partitioning to record the total number of students enrolled at their school on an individual whiteboard. For example, 252 students can be recorded as 2 hundreds, 5 tens and 2 ones or written as 200 + 50 + 2.</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lvl="0"/>
            <a:r>
              <a:rPr lang="en-AU" sz="1600" kern="1200">
                <a:solidFill>
                  <a:schemeClr val="tx1"/>
                </a:solidFill>
                <a:effectLst/>
                <a:latin typeface="Arial" panose="020B0604020202020204" pitchFamily="34" charset="0"/>
                <a:ea typeface="+mn-ea"/>
                <a:cs typeface="Arial" panose="020B0604020202020204" pitchFamily="34" charset="0"/>
              </a:rPr>
              <a:t>2. Introduce students to the National, state and territory population latest release website to find the total population for New South Wales.</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lvl="0"/>
            <a:r>
              <a:rPr lang="en-AU" sz="1600" kern="1200">
                <a:solidFill>
                  <a:schemeClr val="tx1"/>
                </a:solidFill>
                <a:effectLst/>
                <a:latin typeface="Arial" panose="020B0604020202020204" pitchFamily="34" charset="0"/>
                <a:ea typeface="+mn-ea"/>
                <a:cs typeface="Arial" panose="020B0604020202020204" pitchFamily="34" charset="0"/>
              </a:rPr>
              <a:t>3. Write the total population for New South Wales on the board and ask students to partition the number before recording the number in as many different forms as possible (see Figure 8)</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lvl="0"/>
            <a:r>
              <a:rPr lang="en-AU" sz="1600" kern="1200">
                <a:solidFill>
                  <a:schemeClr val="tx1"/>
                </a:solidFill>
                <a:effectLst/>
                <a:latin typeface="Arial" panose="020B0604020202020204" pitchFamily="34" charset="0"/>
                <a:ea typeface="+mn-ea"/>
                <a:cs typeface="Arial" panose="020B0604020202020204" pitchFamily="34" charset="0"/>
              </a:rPr>
              <a:t>4. Repeat the activity for another state or territory.</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E932F359-9B8F-91C9-39B9-13E0E8108978}"/>
              </a:ext>
            </a:extLst>
          </p:cNvPr>
          <p:cNvSpPr>
            <a:spLocks noGrp="1"/>
          </p:cNvSpPr>
          <p:nvPr>
            <p:ph type="sldNum" sz="quarter" idx="5"/>
          </p:nvPr>
        </p:nvSpPr>
        <p:spPr/>
        <p:txBody>
          <a:bodyPr/>
          <a:lstStyle/>
          <a:p>
            <a:fld id="{B07158C4-A119-4B78-9DE8-A50001BC31DC}" type="slidenum">
              <a:rPr lang="en-AU" smtClean="0"/>
              <a:pPr/>
              <a:t>11</a:t>
            </a:fld>
            <a:endParaRPr lang="en-AU"/>
          </a:p>
        </p:txBody>
      </p:sp>
    </p:spTree>
    <p:extLst>
      <p:ext uri="{BB962C8B-B14F-4D97-AF65-F5344CB8AC3E}">
        <p14:creationId xmlns:p14="http://schemas.microsoft.com/office/powerpoint/2010/main" val="23393276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7E144-6368-170B-8DA4-670B1C3D06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DE9757-8C6B-F81D-9C0D-C6268C9690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37F240-21FF-8986-C44B-3C887372C581}"/>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C2BA03A-216B-16E6-14C0-97AFF5EB3638}"/>
              </a:ext>
            </a:extLst>
          </p:cNvPr>
          <p:cNvSpPr>
            <a:spLocks noGrp="1"/>
          </p:cNvSpPr>
          <p:nvPr>
            <p:ph type="sldNum" sz="quarter" idx="5"/>
          </p:nvPr>
        </p:nvSpPr>
        <p:spPr/>
        <p:txBody>
          <a:bodyPr/>
          <a:lstStyle/>
          <a:p>
            <a:fld id="{B07158C4-A119-4B78-9DE8-A50001BC31DC}" type="slidenum">
              <a:rPr lang="en-AU" smtClean="0"/>
              <a:pPr/>
              <a:t>12</a:t>
            </a:fld>
            <a:endParaRPr lang="en-AU"/>
          </a:p>
        </p:txBody>
      </p:sp>
    </p:spTree>
    <p:extLst>
      <p:ext uri="{BB962C8B-B14F-4D97-AF65-F5344CB8AC3E}">
        <p14:creationId xmlns:p14="http://schemas.microsoft.com/office/powerpoint/2010/main" val="21872838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B1C04-6FEB-250D-63C2-3673470742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81FEE9-C351-590B-FAE2-EAE2B6B9A4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A466A9-D491-FA43-72DA-90EF16FC513B}"/>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2)</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Represents numbers A</a:t>
            </a:r>
          </a:p>
        </p:txBody>
      </p:sp>
      <p:sp>
        <p:nvSpPr>
          <p:cNvPr id="4" name="Slide Number Placeholder 3">
            <a:extLst>
              <a:ext uri="{FF2B5EF4-FFF2-40B4-BE49-F238E27FC236}">
                <a16:creationId xmlns:a16="http://schemas.microsoft.com/office/drawing/2014/main" id="{335C0D79-4D8F-FF5C-70C7-6DF8F997051A}"/>
              </a:ext>
            </a:extLst>
          </p:cNvPr>
          <p:cNvSpPr>
            <a:spLocks noGrp="1"/>
          </p:cNvSpPr>
          <p:nvPr>
            <p:ph type="sldNum" sz="quarter" idx="5"/>
          </p:nvPr>
        </p:nvSpPr>
        <p:spPr/>
        <p:txBody>
          <a:bodyPr/>
          <a:lstStyle/>
          <a:p>
            <a:fld id="{B07158C4-A119-4B78-9DE8-A50001BC31DC}" type="slidenum">
              <a:rPr lang="en-AU" smtClean="0"/>
              <a:pPr/>
              <a:t>13</a:t>
            </a:fld>
            <a:endParaRPr lang="en-AU"/>
          </a:p>
        </p:txBody>
      </p:sp>
    </p:spTree>
    <p:extLst>
      <p:ext uri="{BB962C8B-B14F-4D97-AF65-F5344CB8AC3E}">
        <p14:creationId xmlns:p14="http://schemas.microsoft.com/office/powerpoint/2010/main" val="20520847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D7B5D-03CC-5CEC-A3EB-1E59D8CAF6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0B7E80-EABB-1C39-5313-B4A3AD15F4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D537F6-925D-5584-F18D-3EDE7D241D6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Two-dimensional spatial structure A: 2D shapes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98F3768-A034-3C0D-6695-0FF8CE8DCC83}"/>
              </a:ext>
            </a:extLst>
          </p:cNvPr>
          <p:cNvSpPr>
            <a:spLocks noGrp="1"/>
          </p:cNvSpPr>
          <p:nvPr>
            <p:ph type="sldNum" sz="quarter" idx="5"/>
          </p:nvPr>
        </p:nvSpPr>
        <p:spPr/>
        <p:txBody>
          <a:bodyPr/>
          <a:lstStyle/>
          <a:p>
            <a:fld id="{B07158C4-A119-4B78-9DE8-A50001BC31DC}" type="slidenum">
              <a:rPr lang="en-AU" smtClean="0"/>
              <a:pPr/>
              <a:t>14</a:t>
            </a:fld>
            <a:endParaRPr lang="en-AU"/>
          </a:p>
        </p:txBody>
      </p:sp>
    </p:spTree>
    <p:extLst>
      <p:ext uri="{BB962C8B-B14F-4D97-AF65-F5344CB8AC3E}">
        <p14:creationId xmlns:p14="http://schemas.microsoft.com/office/powerpoint/2010/main" val="12757177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71957-37CB-22ED-655F-1FF375858D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604F12-B5F3-C3DD-399D-DA978ACD2A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0D5BBD-B48A-DBF2-DD77-C00A6522095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Represents numbers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1AF8CE9-E4A5-A7C2-D2A0-31891536A971}"/>
              </a:ext>
            </a:extLst>
          </p:cNvPr>
          <p:cNvSpPr>
            <a:spLocks noGrp="1"/>
          </p:cNvSpPr>
          <p:nvPr>
            <p:ph type="sldNum" sz="quarter" idx="5"/>
          </p:nvPr>
        </p:nvSpPr>
        <p:spPr/>
        <p:txBody>
          <a:bodyPr/>
          <a:lstStyle/>
          <a:p>
            <a:fld id="{B07158C4-A119-4B78-9DE8-A50001BC31DC}" type="slidenum">
              <a:rPr lang="en-AU" smtClean="0"/>
              <a:pPr/>
              <a:t>15</a:t>
            </a:fld>
            <a:endParaRPr lang="en-AU"/>
          </a:p>
        </p:txBody>
      </p:sp>
    </p:spTree>
    <p:extLst>
      <p:ext uri="{BB962C8B-B14F-4D97-AF65-F5344CB8AC3E}">
        <p14:creationId xmlns:p14="http://schemas.microsoft.com/office/powerpoint/2010/main" val="16220390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D4C57-6045-AB0E-671E-EC0E14C02F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F81149-5C94-1283-6077-F0E5B1CF7B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DB8C4D-555B-E702-8712-5039987854C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A: Angles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C66A0B8C-6089-7AFA-24BA-C5DA3F260D41}"/>
              </a:ext>
            </a:extLst>
          </p:cNvPr>
          <p:cNvSpPr>
            <a:spLocks noGrp="1"/>
          </p:cNvSpPr>
          <p:nvPr>
            <p:ph type="sldNum" sz="quarter" idx="5"/>
          </p:nvPr>
        </p:nvSpPr>
        <p:spPr/>
        <p:txBody>
          <a:bodyPr/>
          <a:lstStyle/>
          <a:p>
            <a:fld id="{B07158C4-A119-4B78-9DE8-A50001BC31DC}" type="slidenum">
              <a:rPr lang="en-AU" smtClean="0"/>
              <a:pPr/>
              <a:t>16</a:t>
            </a:fld>
            <a:endParaRPr lang="en-AU"/>
          </a:p>
        </p:txBody>
      </p:sp>
    </p:spTree>
    <p:extLst>
      <p:ext uri="{BB962C8B-B14F-4D97-AF65-F5344CB8AC3E}">
        <p14:creationId xmlns:p14="http://schemas.microsoft.com/office/powerpoint/2010/main" val="10636120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F1762-6B1B-7910-D7E9-05CB9F1F02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1790E7-BF47-798B-48D4-65DCA6CF97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D8BDD6-6756-877A-0B16-706287D5F17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A: Length</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4410BE7-9EE3-D2B2-AB59-C7EC71A23A65}"/>
              </a:ext>
            </a:extLst>
          </p:cNvPr>
          <p:cNvSpPr>
            <a:spLocks noGrp="1"/>
          </p:cNvSpPr>
          <p:nvPr>
            <p:ph type="sldNum" sz="quarter" idx="5"/>
          </p:nvPr>
        </p:nvSpPr>
        <p:spPr/>
        <p:txBody>
          <a:bodyPr/>
          <a:lstStyle/>
          <a:p>
            <a:fld id="{B07158C4-A119-4B78-9DE8-A50001BC31DC}" type="slidenum">
              <a:rPr lang="en-AU" smtClean="0"/>
              <a:pPr/>
              <a:t>17</a:t>
            </a:fld>
            <a:endParaRPr lang="en-AU"/>
          </a:p>
        </p:txBody>
      </p:sp>
    </p:spTree>
    <p:extLst>
      <p:ext uri="{BB962C8B-B14F-4D97-AF65-F5344CB8AC3E}">
        <p14:creationId xmlns:p14="http://schemas.microsoft.com/office/powerpoint/2010/main" val="9344892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67566-822C-331E-5FDF-63BF85923E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2C742F-F5FE-204E-3BB9-AF03DC4DD4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1210D7-4F5C-F395-88C9-169EC0C2B6DB}"/>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pPr>
              <a:defRPr/>
            </a:pPr>
            <a:r>
              <a:rPr lang="en-AU">
                <a:highlight>
                  <a:srgbClr val="FFFF00"/>
                </a:highlight>
                <a:latin typeface="Arial"/>
                <a:cs typeface="Arial"/>
              </a:rPr>
              <a:t>Represents numbers A</a:t>
            </a:r>
          </a:p>
          <a:p>
            <a:endParaRPr lang="en-AU"/>
          </a:p>
          <a:p>
            <a:r>
              <a:rPr lang="en-AU" b="1"/>
              <a:t>Regrouping numbers 2</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lvl="0"/>
            <a:r>
              <a:rPr lang="en-AU" sz="1600" kern="1200">
                <a:solidFill>
                  <a:schemeClr val="tx1"/>
                </a:solidFill>
                <a:effectLst/>
                <a:latin typeface="Arial" panose="020B0604020202020204" pitchFamily="34" charset="0"/>
                <a:ea typeface="+mn-ea"/>
                <a:cs typeface="Arial" panose="020B0604020202020204" pitchFamily="34" charset="0"/>
              </a:rPr>
              <a:t>2. Challenge students to represent the number in at least 3 different ways. For example:</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expanded form: 400 000 000 + 6 000 000 + 700 000 + 20 000 + 8000 + 300 + 10 + 9</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partitioned in 2 large sums: 406 000 000 + 728 319</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as millions, thousands and ones: 406 millions, 728 thousands 319 ones.</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lvl="0"/>
            <a:r>
              <a:rPr lang="en-AU" sz="1600" kern="1200">
                <a:solidFill>
                  <a:schemeClr val="tx1"/>
                </a:solidFill>
                <a:effectLst/>
                <a:latin typeface="Arial" panose="020B0604020202020204" pitchFamily="34" charset="0"/>
                <a:ea typeface="+mn-ea"/>
                <a:cs typeface="Arial" panose="020B0604020202020204" pitchFamily="34" charset="0"/>
              </a:rPr>
              <a:t>3. Students turn and talk to discuss reasoning. Ask: </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Why might we regroup numbers like this?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How does changing the grouping help us calculate or understand the size of the number?</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lvl="0"/>
            <a:r>
              <a:rPr lang="en-AU" sz="1600" kern="1200">
                <a:solidFill>
                  <a:schemeClr val="tx1"/>
                </a:solidFill>
                <a:effectLst/>
                <a:latin typeface="Arial" panose="020B0604020202020204" pitchFamily="34" charset="0"/>
                <a:ea typeface="+mn-ea"/>
                <a:cs typeface="Arial" panose="020B0604020202020204" pitchFamily="34" charset="0"/>
              </a:rPr>
              <a:t>4. Challenge students to create their own large number (up to one billion) and write down 3 different representations.</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889ECE03-A21E-964D-516E-668B074B3F60}"/>
              </a:ext>
            </a:extLst>
          </p:cNvPr>
          <p:cNvSpPr>
            <a:spLocks noGrp="1"/>
          </p:cNvSpPr>
          <p:nvPr>
            <p:ph type="sldNum" sz="quarter" idx="5"/>
          </p:nvPr>
        </p:nvSpPr>
        <p:spPr/>
        <p:txBody>
          <a:bodyPr/>
          <a:lstStyle/>
          <a:p>
            <a:fld id="{B07158C4-A119-4B78-9DE8-A50001BC31DC}" type="slidenum">
              <a:rPr lang="en-AU" smtClean="0"/>
              <a:pPr/>
              <a:t>18</a:t>
            </a:fld>
            <a:endParaRPr lang="en-AU"/>
          </a:p>
        </p:txBody>
      </p:sp>
    </p:spTree>
    <p:extLst>
      <p:ext uri="{BB962C8B-B14F-4D97-AF65-F5344CB8AC3E}">
        <p14:creationId xmlns:p14="http://schemas.microsoft.com/office/powerpoint/2010/main" val="33240111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B0071-6D83-491B-87D9-D91F9F510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847847-8441-5351-352B-27E3A1C096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BE9331-0D17-BC5D-F23B-6C96CFA74E4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880D4E9-0C6D-F114-415D-92C511B7277D}"/>
              </a:ext>
            </a:extLst>
          </p:cNvPr>
          <p:cNvSpPr>
            <a:spLocks noGrp="1"/>
          </p:cNvSpPr>
          <p:nvPr>
            <p:ph type="sldNum" sz="quarter" idx="5"/>
          </p:nvPr>
        </p:nvSpPr>
        <p:spPr/>
        <p:txBody>
          <a:bodyPr/>
          <a:lstStyle/>
          <a:p>
            <a:fld id="{B07158C4-A119-4B78-9DE8-A50001BC31DC}" type="slidenum">
              <a:rPr lang="en-AU" smtClean="0"/>
              <a:pPr/>
              <a:t>19</a:t>
            </a:fld>
            <a:endParaRPr lang="en-AU"/>
          </a:p>
        </p:txBody>
      </p:sp>
    </p:spTree>
    <p:extLst>
      <p:ext uri="{BB962C8B-B14F-4D97-AF65-F5344CB8AC3E}">
        <p14:creationId xmlns:p14="http://schemas.microsoft.com/office/powerpoint/2010/main" val="258004847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85C9A-F7A1-EDFB-0833-0B47E7074B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68E27A-49D0-016C-27E9-F8CDFAEA83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175A8D-C34B-1861-8315-C4CE15124AE1}"/>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Represents numbers A</a:t>
            </a:r>
          </a:p>
        </p:txBody>
      </p:sp>
      <p:sp>
        <p:nvSpPr>
          <p:cNvPr id="4" name="Slide Number Placeholder 3">
            <a:extLst>
              <a:ext uri="{FF2B5EF4-FFF2-40B4-BE49-F238E27FC236}">
                <a16:creationId xmlns:a16="http://schemas.microsoft.com/office/drawing/2014/main" id="{9B2F7CC1-C4B8-8BA8-2D91-7EC995A48CCF}"/>
              </a:ext>
            </a:extLst>
          </p:cNvPr>
          <p:cNvSpPr>
            <a:spLocks noGrp="1"/>
          </p:cNvSpPr>
          <p:nvPr>
            <p:ph type="sldNum" sz="quarter" idx="5"/>
          </p:nvPr>
        </p:nvSpPr>
        <p:spPr/>
        <p:txBody>
          <a:bodyPr/>
          <a:lstStyle/>
          <a:p>
            <a:fld id="{B07158C4-A119-4B78-9DE8-A50001BC31DC}" type="slidenum">
              <a:rPr lang="en-AU" smtClean="0"/>
              <a:pPr/>
              <a:t>20</a:t>
            </a:fld>
            <a:endParaRPr lang="en-AU"/>
          </a:p>
        </p:txBody>
      </p:sp>
    </p:spTree>
    <p:extLst>
      <p:ext uri="{BB962C8B-B14F-4D97-AF65-F5344CB8AC3E}">
        <p14:creationId xmlns:p14="http://schemas.microsoft.com/office/powerpoint/2010/main" val="24436337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7A64D1-CEE4-C201-1C1E-194B6C9F31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2C0365-CBDF-3CDD-4B99-535B65E5D2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7C6D3E-FA3A-505B-88B5-9644367B2968}"/>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Two-dimensional spatial structure A: 2D shapes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5DFECF9-E9F6-1232-6220-B857862F36A1}"/>
              </a:ext>
            </a:extLst>
          </p:cNvPr>
          <p:cNvSpPr>
            <a:spLocks noGrp="1"/>
          </p:cNvSpPr>
          <p:nvPr>
            <p:ph type="sldNum" sz="quarter" idx="5"/>
          </p:nvPr>
        </p:nvSpPr>
        <p:spPr/>
        <p:txBody>
          <a:bodyPr/>
          <a:lstStyle/>
          <a:p>
            <a:fld id="{B07158C4-A119-4B78-9DE8-A50001BC31DC}" type="slidenum">
              <a:rPr lang="en-AU" smtClean="0"/>
              <a:pPr/>
              <a:t>21</a:t>
            </a:fld>
            <a:endParaRPr lang="en-AU"/>
          </a:p>
        </p:txBody>
      </p:sp>
    </p:spTree>
    <p:extLst>
      <p:ext uri="{BB962C8B-B14F-4D97-AF65-F5344CB8AC3E}">
        <p14:creationId xmlns:p14="http://schemas.microsoft.com/office/powerpoint/2010/main" val="172362757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0DAD2-BC75-474C-281B-03B15440DD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3558A-0F49-BFA8-C859-8BA0CFF699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8B09B3-BD05-50CB-7CE8-E8F3F11C893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Represents numbers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F38D5F0-35F9-4ED4-9973-07488D5155D9}"/>
              </a:ext>
            </a:extLst>
          </p:cNvPr>
          <p:cNvSpPr>
            <a:spLocks noGrp="1"/>
          </p:cNvSpPr>
          <p:nvPr>
            <p:ph type="sldNum" sz="quarter" idx="5"/>
          </p:nvPr>
        </p:nvSpPr>
        <p:spPr/>
        <p:txBody>
          <a:bodyPr/>
          <a:lstStyle/>
          <a:p>
            <a:fld id="{B07158C4-A119-4B78-9DE8-A50001BC31DC}" type="slidenum">
              <a:rPr lang="en-AU" smtClean="0"/>
              <a:pPr/>
              <a:t>22</a:t>
            </a:fld>
            <a:endParaRPr lang="en-AU"/>
          </a:p>
        </p:txBody>
      </p:sp>
    </p:spTree>
    <p:extLst>
      <p:ext uri="{BB962C8B-B14F-4D97-AF65-F5344CB8AC3E}">
        <p14:creationId xmlns:p14="http://schemas.microsoft.com/office/powerpoint/2010/main" val="6369782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EF8757-48C8-BC0B-A2EC-4B071C000E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85F7F6-7049-41AD-27D4-DE9D429649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D76780-9CD4-51EA-5782-75AFC89B09C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A: Angles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B062400-1A0E-9153-7D29-B2EECE2ADA1F}"/>
              </a:ext>
            </a:extLst>
          </p:cNvPr>
          <p:cNvSpPr>
            <a:spLocks noGrp="1"/>
          </p:cNvSpPr>
          <p:nvPr>
            <p:ph type="sldNum" sz="quarter" idx="5"/>
          </p:nvPr>
        </p:nvSpPr>
        <p:spPr/>
        <p:txBody>
          <a:bodyPr/>
          <a:lstStyle/>
          <a:p>
            <a:fld id="{B07158C4-A119-4B78-9DE8-A50001BC31DC}" type="slidenum">
              <a:rPr lang="en-AU" smtClean="0"/>
              <a:pPr/>
              <a:t>23</a:t>
            </a:fld>
            <a:endParaRPr lang="en-AU"/>
          </a:p>
        </p:txBody>
      </p:sp>
    </p:spTree>
    <p:extLst>
      <p:ext uri="{BB962C8B-B14F-4D97-AF65-F5344CB8AC3E}">
        <p14:creationId xmlns:p14="http://schemas.microsoft.com/office/powerpoint/2010/main" val="320810053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846E4-A4D3-ACCA-68D8-9C73C11B22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65AF9E-4B5E-989D-9866-2AD0A9C820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D847B3-D2E9-3BD6-B10A-D87BD6414E5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A: Length</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91E6D43-E1C2-968D-25C5-69AF215362A9}"/>
              </a:ext>
            </a:extLst>
          </p:cNvPr>
          <p:cNvSpPr>
            <a:spLocks noGrp="1"/>
          </p:cNvSpPr>
          <p:nvPr>
            <p:ph type="sldNum" sz="quarter" idx="5"/>
          </p:nvPr>
        </p:nvSpPr>
        <p:spPr/>
        <p:txBody>
          <a:bodyPr/>
          <a:lstStyle/>
          <a:p>
            <a:fld id="{B07158C4-A119-4B78-9DE8-A50001BC31DC}" type="slidenum">
              <a:rPr lang="en-AU" smtClean="0"/>
              <a:pPr/>
              <a:t>24</a:t>
            </a:fld>
            <a:endParaRPr lang="en-AU"/>
          </a:p>
        </p:txBody>
      </p:sp>
    </p:spTree>
    <p:extLst>
      <p:ext uri="{BB962C8B-B14F-4D97-AF65-F5344CB8AC3E}">
        <p14:creationId xmlns:p14="http://schemas.microsoft.com/office/powerpoint/2010/main" val="266384207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6D09E-2538-67C5-A171-741A0407E9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294EF9-C5FF-6A99-B06D-E60D2E2A99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1EA6DF-BECC-03F2-F321-ADAC2B4C90F5}"/>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pPr>
              <a:defRPr/>
            </a:pPr>
            <a:r>
              <a:rPr lang="en-AU">
                <a:highlight>
                  <a:srgbClr val="FFFF00"/>
                </a:highlight>
                <a:latin typeface="Arial"/>
                <a:cs typeface="Arial"/>
              </a:rPr>
              <a:t>Represents numbers A</a:t>
            </a:r>
          </a:p>
          <a:p>
            <a:endParaRPr lang="en-AU"/>
          </a:p>
          <a:p>
            <a:r>
              <a:rPr lang="en-AU" b="1"/>
              <a:t>Partitioning numbers 1</a:t>
            </a:r>
          </a:p>
          <a:p>
            <a:endParaRPr lang="en-AU" b="1"/>
          </a:p>
          <a:p>
            <a:r>
              <a:rPr lang="en-AU" b="0"/>
              <a:t>1. Review understanding of regrouping numbers from Activity 1 and Activity 2.</a:t>
            </a:r>
          </a:p>
          <a:p>
            <a:endParaRPr lang="en-AU" b="0"/>
          </a:p>
          <a:p>
            <a:r>
              <a:rPr lang="en-AU" b="0"/>
              <a:t>2. Explain that place value can be applied to numbers using standard and non-standard forms.</a:t>
            </a:r>
          </a:p>
          <a:p>
            <a:endParaRPr lang="en-AU" b="0"/>
          </a:p>
          <a:p>
            <a:r>
              <a:rPr lang="en-AU" b="0"/>
              <a:t>3. Use the population of the United States of America (USA) as an example to demonstrate standard partitioning of a number up to 1 billion. For example, 349 035 494 can be partitioned as 349 millions, 35 thousands, 4 hundreds, 9 tens and 4 ones.</a:t>
            </a:r>
          </a:p>
          <a:p>
            <a:r>
              <a:rPr lang="en-AU" b="1"/>
              <a:t>Note</a:t>
            </a:r>
            <a:r>
              <a:rPr lang="en-AU" b="0"/>
              <a:t>: according to Countries in the world by population (2026), it is reported that in March 2026 the population of the USA was 349 035 494.</a:t>
            </a:r>
          </a:p>
          <a:p>
            <a:endParaRPr lang="en-AU" b="0"/>
          </a:p>
          <a:p>
            <a:r>
              <a:rPr lang="en-AU" b="0"/>
              <a:t>4. Ask:</a:t>
            </a:r>
          </a:p>
          <a:p>
            <a:pPr marL="285750" indent="-285750">
              <a:buFont typeface="Arial" panose="020B0604020202020204" pitchFamily="34" charset="0"/>
              <a:buChar char="•"/>
            </a:pPr>
            <a:r>
              <a:rPr lang="en-AU" b="0"/>
              <a:t>Can this number be partitioned without using the word thousands?</a:t>
            </a:r>
          </a:p>
          <a:p>
            <a:pPr marL="285750" indent="-285750">
              <a:buFont typeface="Arial" panose="020B0604020202020204" pitchFamily="34" charset="0"/>
              <a:buChar char="•"/>
            </a:pPr>
            <a:r>
              <a:rPr lang="en-AU" b="0"/>
              <a:t>How can you work this out?</a:t>
            </a:r>
          </a:p>
          <a:p>
            <a:pPr marL="285750" indent="-285750">
              <a:buFont typeface="Arial" panose="020B0604020202020204" pitchFamily="34" charset="0"/>
              <a:buChar char="•"/>
            </a:pPr>
            <a:r>
              <a:rPr lang="en-AU" b="0"/>
              <a:t>How can this number be partitioned in non-standard forms?</a:t>
            </a:r>
          </a:p>
          <a:p>
            <a:endParaRPr lang="en-AU" b="0"/>
          </a:p>
          <a:p>
            <a:r>
              <a:rPr lang="en-AU" b="0"/>
              <a:t>5. Demonstrate regrouping thousands into hundreds. By regrouping 349 035 494, the population of the USA can be partitioned into 349 millions, 354 hundreds, 9 tens and 4 ones.</a:t>
            </a:r>
          </a:p>
          <a:p>
            <a:endParaRPr lang="en-AU" b="0"/>
          </a:p>
          <a:p>
            <a:r>
              <a:rPr lang="en-AU" b="0"/>
              <a:t>6. Demonstrate partitioning 349 035 494 in non-standard forms. For example, 345 000 000 + 4 035 494</a:t>
            </a:r>
          </a:p>
          <a:p>
            <a:endParaRPr lang="en-AU" b="0"/>
          </a:p>
          <a:p>
            <a:r>
              <a:rPr lang="en-AU" b="0"/>
              <a:t>7. (next slide) Access Countries in the world by population (2026) to retrieve current population data for Australia and Japan. Write the populations for Australia and Japan on the board.</a:t>
            </a:r>
          </a:p>
          <a:p>
            <a:endParaRPr lang="en-AU" b="0"/>
          </a:p>
          <a:p>
            <a:r>
              <a:rPr lang="en-AU" b="0"/>
              <a:t>8. Students represent each number in standard and non-standard partitioning on individual whiteboards. Have students share their solutions and discuss their reasoning.</a:t>
            </a:r>
          </a:p>
          <a:p>
            <a:endParaRPr lang="en-AU" b="0"/>
          </a:p>
          <a:p>
            <a:r>
              <a:rPr lang="en-AU" b="0"/>
              <a:t>9. Ask students to:</a:t>
            </a:r>
          </a:p>
          <a:p>
            <a:pPr marL="285750" indent="-285750">
              <a:buFont typeface="Arial" panose="020B0604020202020204" pitchFamily="34" charset="0"/>
              <a:buChar char="•"/>
            </a:pPr>
            <a:r>
              <a:rPr lang="en-AU" b="0"/>
              <a:t>name 1 million in a different way. For example, 1 million is the same as 1000 thousand.</a:t>
            </a:r>
          </a:p>
          <a:p>
            <a:pPr marL="285750" indent="-285750">
              <a:buFont typeface="Arial" panose="020B0604020202020204" pitchFamily="34" charset="0"/>
              <a:buChar char="•"/>
            </a:pPr>
            <a:r>
              <a:rPr lang="en-AU" b="0"/>
              <a:t>rename 1 billion in a different way. For example, 1 billion is the same as 1000 million.</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3A047C17-2D96-3866-B8F9-D9D688EC56F9}"/>
              </a:ext>
            </a:extLst>
          </p:cNvPr>
          <p:cNvSpPr>
            <a:spLocks noGrp="1"/>
          </p:cNvSpPr>
          <p:nvPr>
            <p:ph type="sldNum" sz="quarter" idx="5"/>
          </p:nvPr>
        </p:nvSpPr>
        <p:spPr/>
        <p:txBody>
          <a:bodyPr/>
          <a:lstStyle/>
          <a:p>
            <a:fld id="{B07158C4-A119-4B78-9DE8-A50001BC31DC}" type="slidenum">
              <a:rPr lang="en-AU" smtClean="0"/>
              <a:pPr/>
              <a:t>25</a:t>
            </a:fld>
            <a:endParaRPr lang="en-AU"/>
          </a:p>
        </p:txBody>
      </p:sp>
    </p:spTree>
    <p:extLst>
      <p:ext uri="{BB962C8B-B14F-4D97-AF65-F5344CB8AC3E}">
        <p14:creationId xmlns:p14="http://schemas.microsoft.com/office/powerpoint/2010/main" val="323669789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F3644B-F2B6-0BC1-F060-F5C91E41DD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E1322B-AEE8-F273-A6EE-22A7D80D31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D164CC-ABCC-F4F9-E85F-C5E665F2A096}"/>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pPr>
              <a:defRPr/>
            </a:pPr>
            <a:r>
              <a:rPr lang="en-AU">
                <a:highlight>
                  <a:srgbClr val="FFFF00"/>
                </a:highlight>
                <a:latin typeface="Arial"/>
                <a:cs typeface="Arial"/>
              </a:rPr>
              <a:t>Represents numbers A</a:t>
            </a:r>
          </a:p>
          <a:p>
            <a:endParaRPr lang="en-AU"/>
          </a:p>
          <a:p>
            <a:r>
              <a:rPr lang="en-AU" b="1"/>
              <a:t>Partitioning numbers 1</a:t>
            </a:r>
          </a:p>
          <a:p>
            <a:endParaRPr lang="en-AU" b="1"/>
          </a:p>
          <a:p>
            <a:r>
              <a:rPr lang="en-AU" b="0"/>
              <a:t>7. Access Countries in the world by population (2026) to retrieve current population data for Australia and Japan. Write the populations for Australia and Japan on the board.</a:t>
            </a:r>
          </a:p>
          <a:p>
            <a:r>
              <a:rPr lang="en-AU" b="0"/>
              <a:t>8. Students represent each number in standard and non-standard partitioning on individual whiteboards. Have students share their solutions and discuss their reasoning.</a:t>
            </a:r>
          </a:p>
          <a:p>
            <a:r>
              <a:rPr lang="en-AU" b="0"/>
              <a:t>9. Ask students to:</a:t>
            </a:r>
          </a:p>
          <a:p>
            <a:pPr marL="285750" indent="-285750">
              <a:buFont typeface="Arial" panose="020B0604020202020204" pitchFamily="34" charset="0"/>
              <a:buChar char="•"/>
            </a:pPr>
            <a:r>
              <a:rPr lang="en-AU" b="0"/>
              <a:t>name 1 million in a different way. For example, 1 million is the same as 1000 thousand</a:t>
            </a:r>
          </a:p>
          <a:p>
            <a:pPr marL="285750" indent="-285750">
              <a:buFont typeface="Arial" panose="020B0604020202020204" pitchFamily="34" charset="0"/>
              <a:buChar char="•"/>
            </a:pPr>
            <a:r>
              <a:rPr lang="en-AU" b="0"/>
              <a:t>rename 1 billion in a different way. For example, 1 billion is the same as 1000 million.</a:t>
            </a:r>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38619B9D-DD9E-BAD1-FC5C-DF9E8E192E00}"/>
              </a:ext>
            </a:extLst>
          </p:cNvPr>
          <p:cNvSpPr>
            <a:spLocks noGrp="1"/>
          </p:cNvSpPr>
          <p:nvPr>
            <p:ph type="sldNum" sz="quarter" idx="5"/>
          </p:nvPr>
        </p:nvSpPr>
        <p:spPr/>
        <p:txBody>
          <a:bodyPr/>
          <a:lstStyle/>
          <a:p>
            <a:fld id="{B07158C4-A119-4B78-9DE8-A50001BC31DC}" type="slidenum">
              <a:rPr lang="en-AU" smtClean="0"/>
              <a:pPr/>
              <a:t>26</a:t>
            </a:fld>
            <a:endParaRPr lang="en-AU"/>
          </a:p>
        </p:txBody>
      </p:sp>
    </p:spTree>
    <p:extLst>
      <p:ext uri="{BB962C8B-B14F-4D97-AF65-F5344CB8AC3E}">
        <p14:creationId xmlns:p14="http://schemas.microsoft.com/office/powerpoint/2010/main" val="70816946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25BD7-182E-E445-4BEE-0EFBDDE2E1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3F9A88-E143-58E6-5E6C-5EBE54E776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853F96-1837-F922-637D-37721278423F}"/>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E4073A49-16BC-F75B-0843-031DD5844E53}"/>
              </a:ext>
            </a:extLst>
          </p:cNvPr>
          <p:cNvSpPr>
            <a:spLocks noGrp="1"/>
          </p:cNvSpPr>
          <p:nvPr>
            <p:ph type="sldNum" sz="quarter" idx="5"/>
          </p:nvPr>
        </p:nvSpPr>
        <p:spPr/>
        <p:txBody>
          <a:bodyPr/>
          <a:lstStyle/>
          <a:p>
            <a:fld id="{B07158C4-A119-4B78-9DE8-A50001BC31DC}" type="slidenum">
              <a:rPr lang="en-AU" smtClean="0"/>
              <a:pPr/>
              <a:t>27</a:t>
            </a:fld>
            <a:endParaRPr lang="en-AU"/>
          </a:p>
        </p:txBody>
      </p:sp>
    </p:spTree>
    <p:extLst>
      <p:ext uri="{BB962C8B-B14F-4D97-AF65-F5344CB8AC3E}">
        <p14:creationId xmlns:p14="http://schemas.microsoft.com/office/powerpoint/2010/main" val="26558921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1129A-A241-1227-E39D-803C0BABD0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45E368-EE69-7F77-469C-BEC25AF77C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71666F-DCE5-6E5D-81AA-653595088B03}"/>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4)</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Represents numbers A</a:t>
            </a:r>
          </a:p>
        </p:txBody>
      </p:sp>
      <p:sp>
        <p:nvSpPr>
          <p:cNvPr id="4" name="Slide Number Placeholder 3">
            <a:extLst>
              <a:ext uri="{FF2B5EF4-FFF2-40B4-BE49-F238E27FC236}">
                <a16:creationId xmlns:a16="http://schemas.microsoft.com/office/drawing/2014/main" id="{919100AA-9F2D-B3DF-BA29-892C09F36338}"/>
              </a:ext>
            </a:extLst>
          </p:cNvPr>
          <p:cNvSpPr>
            <a:spLocks noGrp="1"/>
          </p:cNvSpPr>
          <p:nvPr>
            <p:ph type="sldNum" sz="quarter" idx="5"/>
          </p:nvPr>
        </p:nvSpPr>
        <p:spPr/>
        <p:txBody>
          <a:bodyPr/>
          <a:lstStyle/>
          <a:p>
            <a:fld id="{B07158C4-A119-4B78-9DE8-A50001BC31DC}" type="slidenum">
              <a:rPr lang="en-AU" smtClean="0"/>
              <a:pPr/>
              <a:t>28</a:t>
            </a:fld>
            <a:endParaRPr lang="en-AU"/>
          </a:p>
        </p:txBody>
      </p:sp>
    </p:spTree>
    <p:extLst>
      <p:ext uri="{BB962C8B-B14F-4D97-AF65-F5344CB8AC3E}">
        <p14:creationId xmlns:p14="http://schemas.microsoft.com/office/powerpoint/2010/main" val="36788492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26DE5-F70E-020E-83A9-F7EE03174B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A4F2CF-BF1B-0DAE-6858-6D1EC839F3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0E4536-36A2-46E0-BC68-CAECC1DE1CE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Two-dimensional spatial structure A: Angles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37214E7-26D1-36C4-1617-C202790A45B6}"/>
              </a:ext>
            </a:extLst>
          </p:cNvPr>
          <p:cNvSpPr>
            <a:spLocks noGrp="1"/>
          </p:cNvSpPr>
          <p:nvPr>
            <p:ph type="sldNum" sz="quarter" idx="5"/>
          </p:nvPr>
        </p:nvSpPr>
        <p:spPr/>
        <p:txBody>
          <a:bodyPr/>
          <a:lstStyle/>
          <a:p>
            <a:fld id="{B07158C4-A119-4B78-9DE8-A50001BC31DC}" type="slidenum">
              <a:rPr lang="en-AU" smtClean="0"/>
              <a:pPr/>
              <a:t>29</a:t>
            </a:fld>
            <a:endParaRPr lang="en-AU"/>
          </a:p>
        </p:txBody>
      </p:sp>
    </p:spTree>
    <p:extLst>
      <p:ext uri="{BB962C8B-B14F-4D97-AF65-F5344CB8AC3E}">
        <p14:creationId xmlns:p14="http://schemas.microsoft.com/office/powerpoint/2010/main" val="361644052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AD824-640F-D2F4-5977-6163AE9B71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2584F1-7BDB-7461-AFFD-782DDDAA29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FD904F-4D98-0993-FF07-278E7D946DB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D8A84B2-3EF5-AC61-A21F-AE35F3F9D9FD}"/>
              </a:ext>
            </a:extLst>
          </p:cNvPr>
          <p:cNvSpPr>
            <a:spLocks noGrp="1"/>
          </p:cNvSpPr>
          <p:nvPr>
            <p:ph type="sldNum" sz="quarter" idx="5"/>
          </p:nvPr>
        </p:nvSpPr>
        <p:spPr/>
        <p:txBody>
          <a:bodyPr/>
          <a:lstStyle/>
          <a:p>
            <a:fld id="{B07158C4-A119-4B78-9DE8-A50001BC31DC}" type="slidenum">
              <a:rPr lang="en-AU" smtClean="0"/>
              <a:pPr/>
              <a:t>30</a:t>
            </a:fld>
            <a:endParaRPr lang="en-AU"/>
          </a:p>
        </p:txBody>
      </p:sp>
    </p:spTree>
    <p:extLst>
      <p:ext uri="{BB962C8B-B14F-4D97-AF65-F5344CB8AC3E}">
        <p14:creationId xmlns:p14="http://schemas.microsoft.com/office/powerpoint/2010/main" val="422936684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2B8D8-AFD2-EFEC-E3BD-B83D8A6E7E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74C4EF-68CA-016A-6199-289D7E5DB2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5B0011-6439-4EA5-2F3D-EE8A8C78B02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A: Position</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15CD9B8-FC69-AA44-875E-5F3A0B6DE9C6}"/>
              </a:ext>
            </a:extLst>
          </p:cNvPr>
          <p:cNvSpPr>
            <a:spLocks noGrp="1"/>
          </p:cNvSpPr>
          <p:nvPr>
            <p:ph type="sldNum" sz="quarter" idx="5"/>
          </p:nvPr>
        </p:nvSpPr>
        <p:spPr/>
        <p:txBody>
          <a:bodyPr/>
          <a:lstStyle/>
          <a:p>
            <a:fld id="{B07158C4-A119-4B78-9DE8-A50001BC31DC}" type="slidenum">
              <a:rPr lang="en-AU" smtClean="0"/>
              <a:pPr/>
              <a:t>31</a:t>
            </a:fld>
            <a:endParaRPr lang="en-AU"/>
          </a:p>
        </p:txBody>
      </p:sp>
    </p:spTree>
    <p:extLst>
      <p:ext uri="{BB962C8B-B14F-4D97-AF65-F5344CB8AC3E}">
        <p14:creationId xmlns:p14="http://schemas.microsoft.com/office/powerpoint/2010/main" val="202718813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C9758-6224-611D-EC30-D43D9D0B64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B89BFD-4C3F-E5EC-27C6-E95DBF2DD5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39EB86-4DE6-C4D9-92DC-3B53ACA8C2D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B: Length</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3B8A801-CA5F-28C2-0A5B-F0EA9FAA4A59}"/>
              </a:ext>
            </a:extLst>
          </p:cNvPr>
          <p:cNvSpPr>
            <a:spLocks noGrp="1"/>
          </p:cNvSpPr>
          <p:nvPr>
            <p:ph type="sldNum" sz="quarter" idx="5"/>
          </p:nvPr>
        </p:nvSpPr>
        <p:spPr/>
        <p:txBody>
          <a:bodyPr/>
          <a:lstStyle/>
          <a:p>
            <a:fld id="{B07158C4-A119-4B78-9DE8-A50001BC31DC}" type="slidenum">
              <a:rPr lang="en-AU" smtClean="0"/>
              <a:pPr/>
              <a:t>32</a:t>
            </a:fld>
            <a:endParaRPr lang="en-AU"/>
          </a:p>
        </p:txBody>
      </p:sp>
    </p:spTree>
    <p:extLst>
      <p:ext uri="{BB962C8B-B14F-4D97-AF65-F5344CB8AC3E}">
        <p14:creationId xmlns:p14="http://schemas.microsoft.com/office/powerpoint/2010/main" val="294990773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676F3-8AAD-12F7-FDFB-4406471D51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83C158-04F4-B169-237F-2EDC1D8456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2A1832-7052-DC2A-CF30-4DC6FD0D8185}"/>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pPr>
              <a:defRPr/>
            </a:pPr>
            <a:r>
              <a:rPr lang="en-AU">
                <a:highlight>
                  <a:srgbClr val="FFFF00"/>
                </a:highlight>
                <a:latin typeface="Arial"/>
                <a:cs typeface="Arial"/>
              </a:rPr>
              <a:t>Represents numbers A</a:t>
            </a:r>
          </a:p>
          <a:p>
            <a:endParaRPr lang="en-AU"/>
          </a:p>
          <a:p>
            <a:r>
              <a:rPr lang="en-AU" b="1"/>
              <a:t>Partitioning numbers 2</a:t>
            </a:r>
          </a:p>
          <a:p>
            <a:endParaRPr lang="en-AU" b="0"/>
          </a:p>
          <a:p>
            <a:pPr lvl="0"/>
            <a:r>
              <a:rPr lang="en-AU" sz="1600" kern="1200">
                <a:solidFill>
                  <a:schemeClr val="tx1"/>
                </a:solidFill>
                <a:effectLst/>
                <a:latin typeface="Arial" panose="020B0604020202020204" pitchFamily="34" charset="0"/>
                <a:ea typeface="+mn-ea"/>
                <a:cs typeface="Arial" panose="020B0604020202020204" pitchFamily="34" charset="0"/>
              </a:rPr>
              <a:t>1. Write a 9-digit number on the board.</a:t>
            </a:r>
          </a:p>
          <a:p>
            <a:pPr lvl="0"/>
            <a:r>
              <a:rPr lang="en-AU" sz="1600" kern="1200">
                <a:solidFill>
                  <a:schemeClr val="tx1"/>
                </a:solidFill>
                <a:effectLst/>
                <a:latin typeface="Arial" panose="020B0604020202020204" pitchFamily="34" charset="0"/>
                <a:ea typeface="+mn-ea"/>
                <a:cs typeface="Arial" panose="020B0604020202020204" pitchFamily="34" charset="0"/>
              </a:rPr>
              <a:t>2. Ask students to record 2 different ways the number can be renamed. Select students to share ideas.</a:t>
            </a:r>
          </a:p>
          <a:p>
            <a:pPr lvl="0"/>
            <a:r>
              <a:rPr lang="en-AU" sz="1600" kern="1200">
                <a:solidFill>
                  <a:schemeClr val="tx1"/>
                </a:solidFill>
                <a:effectLst/>
                <a:latin typeface="Arial" panose="020B0604020202020204" pitchFamily="34" charset="0"/>
                <a:ea typeface="+mn-ea"/>
                <a:cs typeface="Arial" panose="020B0604020202020204" pitchFamily="34" charset="0"/>
              </a:rPr>
              <a:t>3. Revise 1000 thousands is 1 million and 1000 millions is 1 billion.</a:t>
            </a:r>
          </a:p>
          <a:p>
            <a:pPr lvl="0"/>
            <a:r>
              <a:rPr lang="en-AU" sz="1600" kern="1200">
                <a:solidFill>
                  <a:schemeClr val="tx1"/>
                </a:solidFill>
                <a:effectLst/>
                <a:latin typeface="Arial" panose="020B0604020202020204" pitchFamily="34" charset="0"/>
                <a:ea typeface="+mn-ea"/>
                <a:cs typeface="Arial" panose="020B0604020202020204" pitchFamily="34" charset="0"/>
              </a:rPr>
              <a:t>4. Provide pairs of students with a 10-sided dice. Pairs roll the dice 9 times to generate a 9-digit number and record.</a:t>
            </a:r>
          </a:p>
          <a:p>
            <a:pPr lvl="0"/>
            <a:r>
              <a:rPr lang="en-AU" sz="1600" kern="1200">
                <a:solidFill>
                  <a:schemeClr val="tx1"/>
                </a:solidFill>
                <a:effectLst/>
                <a:latin typeface="Arial" panose="020B0604020202020204" pitchFamily="34" charset="0"/>
                <a:ea typeface="+mn-ea"/>
                <a:cs typeface="Arial" panose="020B0604020202020204" pitchFamily="34" charset="0"/>
              </a:rPr>
              <a:t>5. Challenge students to rename their number in as many ways as possible using standard and non-standard partitioning.</a:t>
            </a:r>
          </a:p>
          <a:p>
            <a:pPr lvl="0"/>
            <a:r>
              <a:rPr lang="en-AU" sz="1600" kern="1200">
                <a:solidFill>
                  <a:schemeClr val="tx1"/>
                </a:solidFill>
                <a:effectLst/>
                <a:latin typeface="Arial" panose="020B0604020202020204" pitchFamily="34" charset="0"/>
                <a:ea typeface="+mn-ea"/>
                <a:cs typeface="Arial" panose="020B0604020202020204" pitchFamily="34" charset="0"/>
              </a:rPr>
              <a:t>6. Repeat the process by rolling another 9-digit number.</a:t>
            </a:r>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D981557F-9334-0A62-59BD-5F2ABA9538F7}"/>
              </a:ext>
            </a:extLst>
          </p:cNvPr>
          <p:cNvSpPr>
            <a:spLocks noGrp="1"/>
          </p:cNvSpPr>
          <p:nvPr>
            <p:ph type="sldNum" sz="quarter" idx="5"/>
          </p:nvPr>
        </p:nvSpPr>
        <p:spPr/>
        <p:txBody>
          <a:bodyPr/>
          <a:lstStyle/>
          <a:p>
            <a:fld id="{B07158C4-A119-4B78-9DE8-A50001BC31DC}" type="slidenum">
              <a:rPr lang="en-AU" smtClean="0"/>
              <a:pPr/>
              <a:t>33</a:t>
            </a:fld>
            <a:endParaRPr lang="en-AU"/>
          </a:p>
        </p:txBody>
      </p:sp>
    </p:spTree>
    <p:extLst>
      <p:ext uri="{BB962C8B-B14F-4D97-AF65-F5344CB8AC3E}">
        <p14:creationId xmlns:p14="http://schemas.microsoft.com/office/powerpoint/2010/main" val="214506733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43710-FB2F-FB00-243F-B91970B560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B868A8-8D98-D4B0-033B-3856896AA3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BAEDE1-4304-3A6D-6C4F-3D965617786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DE233C5D-85DC-0BB6-32A7-310B7FAD1F4A}"/>
              </a:ext>
            </a:extLst>
          </p:cNvPr>
          <p:cNvSpPr>
            <a:spLocks noGrp="1"/>
          </p:cNvSpPr>
          <p:nvPr>
            <p:ph type="sldNum" sz="quarter" idx="5"/>
          </p:nvPr>
        </p:nvSpPr>
        <p:spPr/>
        <p:txBody>
          <a:bodyPr/>
          <a:lstStyle/>
          <a:p>
            <a:fld id="{B07158C4-A119-4B78-9DE8-A50001BC31DC}" type="slidenum">
              <a:rPr lang="en-AU" smtClean="0"/>
              <a:pPr/>
              <a:t>34</a:t>
            </a:fld>
            <a:endParaRPr lang="en-AU"/>
          </a:p>
        </p:txBody>
      </p:sp>
    </p:spTree>
    <p:extLst>
      <p:ext uri="{BB962C8B-B14F-4D97-AF65-F5344CB8AC3E}">
        <p14:creationId xmlns:p14="http://schemas.microsoft.com/office/powerpoint/2010/main" val="100048159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E0400-E3D3-5DB9-3231-CF9D926D02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9B1941-A7DF-1C2B-AF2A-1BD6E822F5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2D2D55-0375-2479-87D5-2C065D44191D}"/>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5)</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Additive relations A</a:t>
            </a:r>
          </a:p>
        </p:txBody>
      </p:sp>
      <p:sp>
        <p:nvSpPr>
          <p:cNvPr id="4" name="Slide Number Placeholder 3">
            <a:extLst>
              <a:ext uri="{FF2B5EF4-FFF2-40B4-BE49-F238E27FC236}">
                <a16:creationId xmlns:a16="http://schemas.microsoft.com/office/drawing/2014/main" id="{044AEEB2-E6E4-DE0F-D21D-574CB90AF6F6}"/>
              </a:ext>
            </a:extLst>
          </p:cNvPr>
          <p:cNvSpPr>
            <a:spLocks noGrp="1"/>
          </p:cNvSpPr>
          <p:nvPr>
            <p:ph type="sldNum" sz="quarter" idx="5"/>
          </p:nvPr>
        </p:nvSpPr>
        <p:spPr/>
        <p:txBody>
          <a:bodyPr/>
          <a:lstStyle/>
          <a:p>
            <a:fld id="{B07158C4-A119-4B78-9DE8-A50001BC31DC}" type="slidenum">
              <a:rPr lang="en-AU" smtClean="0"/>
              <a:pPr/>
              <a:t>35</a:t>
            </a:fld>
            <a:endParaRPr lang="en-AU"/>
          </a:p>
        </p:txBody>
      </p:sp>
    </p:spTree>
    <p:extLst>
      <p:ext uri="{BB962C8B-B14F-4D97-AF65-F5344CB8AC3E}">
        <p14:creationId xmlns:p14="http://schemas.microsoft.com/office/powerpoint/2010/main" val="318083491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24DD3-5721-14F5-EDD2-E30B6126D1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F02D0-E214-A760-36A9-3FB3B4F9AA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992B00-F70A-F579-2146-5C8C6E8A499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929B697-56AA-87E8-FCD6-8EB978298970}"/>
              </a:ext>
            </a:extLst>
          </p:cNvPr>
          <p:cNvSpPr>
            <a:spLocks noGrp="1"/>
          </p:cNvSpPr>
          <p:nvPr>
            <p:ph type="sldNum" sz="quarter" idx="5"/>
          </p:nvPr>
        </p:nvSpPr>
        <p:spPr/>
        <p:txBody>
          <a:bodyPr/>
          <a:lstStyle/>
          <a:p>
            <a:fld id="{B07158C4-A119-4B78-9DE8-A50001BC31DC}" type="slidenum">
              <a:rPr lang="en-AU" smtClean="0"/>
              <a:pPr/>
              <a:t>36</a:t>
            </a:fld>
            <a:endParaRPr lang="en-AU"/>
          </a:p>
        </p:txBody>
      </p:sp>
    </p:spTree>
    <p:extLst>
      <p:ext uri="{BB962C8B-B14F-4D97-AF65-F5344CB8AC3E}">
        <p14:creationId xmlns:p14="http://schemas.microsoft.com/office/powerpoint/2010/main" val="112284894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9FD1E-52E6-C1FC-15B4-19971F8912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D7B59-84DD-0587-09E6-630DBC0C73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A1635F-F80B-95B6-C888-A9F51291AFF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2095171-3401-20DE-1F94-F14D43F4E62A}"/>
              </a:ext>
            </a:extLst>
          </p:cNvPr>
          <p:cNvSpPr>
            <a:spLocks noGrp="1"/>
          </p:cNvSpPr>
          <p:nvPr>
            <p:ph type="sldNum" sz="quarter" idx="5"/>
          </p:nvPr>
        </p:nvSpPr>
        <p:spPr/>
        <p:txBody>
          <a:bodyPr/>
          <a:lstStyle/>
          <a:p>
            <a:fld id="{B07158C4-A119-4B78-9DE8-A50001BC31DC}" type="slidenum">
              <a:rPr lang="en-AU" smtClean="0"/>
              <a:pPr/>
              <a:t>37</a:t>
            </a:fld>
            <a:endParaRPr lang="en-AU"/>
          </a:p>
        </p:txBody>
      </p:sp>
    </p:spTree>
    <p:extLst>
      <p:ext uri="{BB962C8B-B14F-4D97-AF65-F5344CB8AC3E}">
        <p14:creationId xmlns:p14="http://schemas.microsoft.com/office/powerpoint/2010/main" val="263333466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4A660-2C9E-41E2-C1B0-CFD6816984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5759E8-2964-387A-B4FB-89B79D97B3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195F0F-A841-FDA0-2381-E9895B7E30F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Non-spatial measure A: Time</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290EF94-C4D7-1238-EA14-ACE66F50C157}"/>
              </a:ext>
            </a:extLst>
          </p:cNvPr>
          <p:cNvSpPr>
            <a:spLocks noGrp="1"/>
          </p:cNvSpPr>
          <p:nvPr>
            <p:ph type="sldNum" sz="quarter" idx="5"/>
          </p:nvPr>
        </p:nvSpPr>
        <p:spPr/>
        <p:txBody>
          <a:bodyPr/>
          <a:lstStyle/>
          <a:p>
            <a:fld id="{B07158C4-A119-4B78-9DE8-A50001BC31DC}" type="slidenum">
              <a:rPr lang="en-AU" smtClean="0"/>
              <a:pPr/>
              <a:t>38</a:t>
            </a:fld>
            <a:endParaRPr lang="en-AU"/>
          </a:p>
        </p:txBody>
      </p:sp>
    </p:spTree>
    <p:extLst>
      <p:ext uri="{BB962C8B-B14F-4D97-AF65-F5344CB8AC3E}">
        <p14:creationId xmlns:p14="http://schemas.microsoft.com/office/powerpoint/2010/main" val="14757977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EADE3-0A66-DDC8-F848-D4D6A32488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81B31F-81E8-DBCD-6376-E8C3323BEA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58DDBC-F9E2-477F-9199-D93FB956E519}"/>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B: Length</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CAC6B19-DCCE-9D5D-6371-30B15F03922A}"/>
              </a:ext>
            </a:extLst>
          </p:cNvPr>
          <p:cNvSpPr>
            <a:spLocks noGrp="1"/>
          </p:cNvSpPr>
          <p:nvPr>
            <p:ph type="sldNum" sz="quarter" idx="5"/>
          </p:nvPr>
        </p:nvSpPr>
        <p:spPr/>
        <p:txBody>
          <a:bodyPr/>
          <a:lstStyle/>
          <a:p>
            <a:fld id="{B07158C4-A119-4B78-9DE8-A50001BC31DC}" type="slidenum">
              <a:rPr lang="en-AU" smtClean="0"/>
              <a:pPr/>
              <a:t>39</a:t>
            </a:fld>
            <a:endParaRPr lang="en-AU"/>
          </a:p>
        </p:txBody>
      </p:sp>
    </p:spTree>
    <p:extLst>
      <p:ext uri="{BB962C8B-B14F-4D97-AF65-F5344CB8AC3E}">
        <p14:creationId xmlns:p14="http://schemas.microsoft.com/office/powerpoint/2010/main" val="326676227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7A62D-A6C8-A936-3396-403B2DD48B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BBE3FA-FB8B-EBAC-E399-A757856431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E67F65-9BAE-6E80-4AA0-AD3FDCDCC8EB}"/>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pPr>
              <a:defRPr/>
            </a:pPr>
            <a:r>
              <a:rPr lang="en-AU">
                <a:highlight>
                  <a:srgbClr val="FFFF00"/>
                </a:highlight>
                <a:latin typeface="Arial"/>
                <a:cs typeface="Arial"/>
              </a:rPr>
              <a:t>Additive relations A</a:t>
            </a:r>
          </a:p>
          <a:p>
            <a:endParaRPr lang="en-AU"/>
          </a:p>
          <a:p>
            <a:r>
              <a:rPr lang="en-AU" b="1"/>
              <a:t>Using estimation</a:t>
            </a:r>
          </a:p>
          <a:p>
            <a:r>
              <a:rPr lang="en-AU" sz="1600" kern="1200">
                <a:solidFill>
                  <a:schemeClr val="tx1"/>
                </a:solidFill>
                <a:effectLst/>
                <a:latin typeface="Arial" panose="020B0604020202020204" pitchFamily="34" charset="0"/>
                <a:ea typeface="+mn-ea"/>
                <a:cs typeface="Arial" panose="020B0604020202020204" pitchFamily="34" charset="0"/>
              </a:rPr>
              <a:t>This activity is an adaptation of </a:t>
            </a:r>
            <a:r>
              <a:rPr lang="en-AU" sz="1600" i="1" kern="1200">
                <a:solidFill>
                  <a:schemeClr val="tx1"/>
                </a:solidFill>
                <a:effectLst/>
                <a:latin typeface="Arial" panose="020B0604020202020204" pitchFamily="34" charset="0"/>
                <a:ea typeface="+mn-ea"/>
                <a:cs typeface="Arial" panose="020B0604020202020204" pitchFamily="34" charset="0"/>
              </a:rPr>
              <a:t>Over or under?</a:t>
            </a:r>
            <a:r>
              <a:rPr lang="en-AU" sz="1600" kern="1200">
                <a:solidFill>
                  <a:schemeClr val="tx1"/>
                </a:solidFill>
                <a:effectLst/>
                <a:latin typeface="Arial" panose="020B0604020202020204" pitchFamily="34" charset="0"/>
                <a:ea typeface="+mn-ea"/>
                <a:cs typeface="Arial" panose="020B0604020202020204" pitchFamily="34" charset="0"/>
              </a:rPr>
              <a:t> from Primary and Middle Years Mathematics 2</a:t>
            </a:r>
            <a:r>
              <a:rPr lang="en-AU" sz="1600" kern="1200" baseline="30000">
                <a:solidFill>
                  <a:schemeClr val="tx1"/>
                </a:solidFill>
                <a:effectLst/>
                <a:latin typeface="Arial" panose="020B0604020202020204" pitchFamily="34" charset="0"/>
                <a:ea typeface="+mn-ea"/>
                <a:cs typeface="Arial" panose="020B0604020202020204" pitchFamily="34" charset="0"/>
              </a:rPr>
              <a:t>nd</a:t>
            </a:r>
            <a:r>
              <a:rPr lang="en-AU" sz="1600" kern="1200">
                <a:solidFill>
                  <a:schemeClr val="tx1"/>
                </a:solidFill>
                <a:effectLst/>
                <a:latin typeface="Arial" panose="020B0604020202020204" pitchFamily="34" charset="0"/>
                <a:ea typeface="+mn-ea"/>
                <a:cs typeface="Arial" panose="020B0604020202020204" pitchFamily="34" charset="0"/>
              </a:rPr>
              <a:t> Edition by Van de Walle, Karp, Bay-Williams, Brass and Livy (2024).</a:t>
            </a:r>
          </a:p>
          <a:p>
            <a:endParaRPr lang="en-AU" sz="1600" kern="1200">
              <a:solidFill>
                <a:schemeClr val="tx1"/>
              </a:solidFill>
              <a:effectLst/>
              <a:latin typeface="Arial" panose="020B0604020202020204" pitchFamily="34" charset="0"/>
              <a:ea typeface="+mn-ea"/>
              <a:cs typeface="Arial" panose="020B0604020202020204" pitchFamily="34" charset="0"/>
            </a:endParaRPr>
          </a:p>
          <a:p>
            <a:pPr lvl="0"/>
            <a:r>
              <a:rPr lang="en-AU" sz="1600" kern="1200">
                <a:solidFill>
                  <a:schemeClr val="tx1"/>
                </a:solidFill>
                <a:effectLst/>
                <a:latin typeface="Arial" panose="020B0604020202020204" pitchFamily="34" charset="0"/>
                <a:ea typeface="+mn-ea"/>
                <a:cs typeface="Arial" panose="020B0604020202020204" pitchFamily="34" charset="0"/>
              </a:rPr>
              <a:t>1. Explain that estimation is a helpful tool when approximating how many are in a collection. Before estimating it is necessary to round the numbers first.</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lvl="0"/>
            <a:r>
              <a:rPr lang="en-AU" sz="1600" kern="1200">
                <a:solidFill>
                  <a:schemeClr val="tx1"/>
                </a:solidFill>
                <a:effectLst/>
                <a:latin typeface="Arial" panose="020B0604020202020204" pitchFamily="34" charset="0"/>
                <a:ea typeface="+mn-ea"/>
                <a:cs typeface="Arial" panose="020B0604020202020204" pitchFamily="34" charset="0"/>
              </a:rPr>
              <a:t>2. Students round the numbers and choose whether the answer is over or under.</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lvl="0"/>
            <a:r>
              <a:rPr lang="en-AU" sz="1600" kern="1200">
                <a:solidFill>
                  <a:schemeClr val="tx1"/>
                </a:solidFill>
                <a:effectLst/>
                <a:latin typeface="Arial" panose="020B0604020202020204" pitchFamily="34" charset="0"/>
                <a:ea typeface="+mn-ea"/>
                <a:cs typeface="Arial" panose="020B0604020202020204" pitchFamily="34" charset="0"/>
              </a:rPr>
              <a:t>3. Discuss answers, giving feedback where necessary.</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43302DC7-71EB-F55D-06D0-906EA93562E1}"/>
              </a:ext>
            </a:extLst>
          </p:cNvPr>
          <p:cNvSpPr>
            <a:spLocks noGrp="1"/>
          </p:cNvSpPr>
          <p:nvPr>
            <p:ph type="sldNum" sz="quarter" idx="5"/>
          </p:nvPr>
        </p:nvSpPr>
        <p:spPr/>
        <p:txBody>
          <a:bodyPr/>
          <a:lstStyle/>
          <a:p>
            <a:fld id="{B07158C4-A119-4B78-9DE8-A50001BC31DC}" type="slidenum">
              <a:rPr lang="en-AU" smtClean="0"/>
              <a:pPr/>
              <a:t>40</a:t>
            </a:fld>
            <a:endParaRPr lang="en-AU"/>
          </a:p>
        </p:txBody>
      </p:sp>
    </p:spTree>
    <p:extLst>
      <p:ext uri="{BB962C8B-B14F-4D97-AF65-F5344CB8AC3E}">
        <p14:creationId xmlns:p14="http://schemas.microsoft.com/office/powerpoint/2010/main" val="40273956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9905A-2EC2-DC72-9C47-14B15A1A4E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E48A9B-C10A-348F-52A1-8EA508CD0A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002976-C4DE-57E6-A9ED-B6E094CF8255}"/>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7A335D8-90A0-A351-0754-DD4ACAAF1287}"/>
              </a:ext>
            </a:extLst>
          </p:cNvPr>
          <p:cNvSpPr>
            <a:spLocks noGrp="1"/>
          </p:cNvSpPr>
          <p:nvPr>
            <p:ph type="sldNum" sz="quarter" idx="5"/>
          </p:nvPr>
        </p:nvSpPr>
        <p:spPr/>
        <p:txBody>
          <a:bodyPr/>
          <a:lstStyle/>
          <a:p>
            <a:fld id="{B07158C4-A119-4B78-9DE8-A50001BC31DC}" type="slidenum">
              <a:rPr lang="en-AU" smtClean="0"/>
              <a:pPr/>
              <a:t>41</a:t>
            </a:fld>
            <a:endParaRPr lang="en-AU"/>
          </a:p>
        </p:txBody>
      </p:sp>
    </p:spTree>
    <p:extLst>
      <p:ext uri="{BB962C8B-B14F-4D97-AF65-F5344CB8AC3E}">
        <p14:creationId xmlns:p14="http://schemas.microsoft.com/office/powerpoint/2010/main" val="317624344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88966-B098-4FE4-D07C-7D3AB05F54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7881B3-B9F6-08FC-4960-D3C1CDF722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9F3500-7454-FC1A-323C-21B7E06BF8A6}"/>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6)</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Additive relations A</a:t>
            </a:r>
          </a:p>
        </p:txBody>
      </p:sp>
      <p:sp>
        <p:nvSpPr>
          <p:cNvPr id="4" name="Slide Number Placeholder 3">
            <a:extLst>
              <a:ext uri="{FF2B5EF4-FFF2-40B4-BE49-F238E27FC236}">
                <a16:creationId xmlns:a16="http://schemas.microsoft.com/office/drawing/2014/main" id="{5871BA68-1842-8899-7220-9C736B5675D4}"/>
              </a:ext>
            </a:extLst>
          </p:cNvPr>
          <p:cNvSpPr>
            <a:spLocks noGrp="1"/>
          </p:cNvSpPr>
          <p:nvPr>
            <p:ph type="sldNum" sz="quarter" idx="5"/>
          </p:nvPr>
        </p:nvSpPr>
        <p:spPr/>
        <p:txBody>
          <a:bodyPr/>
          <a:lstStyle/>
          <a:p>
            <a:fld id="{B07158C4-A119-4B78-9DE8-A50001BC31DC}" type="slidenum">
              <a:rPr lang="en-AU" smtClean="0"/>
              <a:pPr/>
              <a:t>42</a:t>
            </a:fld>
            <a:endParaRPr lang="en-AU"/>
          </a:p>
        </p:txBody>
      </p:sp>
    </p:spTree>
    <p:extLst>
      <p:ext uri="{BB962C8B-B14F-4D97-AF65-F5344CB8AC3E}">
        <p14:creationId xmlns:p14="http://schemas.microsoft.com/office/powerpoint/2010/main" val="192390997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1894F-CD5A-1A5B-E0D4-52B59932D6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BC736A-77DC-E3C8-9B14-1C7BB5F1C6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04085F-7886-1B1C-BE0D-0329AB222B5A}"/>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Two-dimensional spatial structure A: Area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499D83A-49FB-1D76-1A06-BD94441FE3F8}"/>
              </a:ext>
            </a:extLst>
          </p:cNvPr>
          <p:cNvSpPr>
            <a:spLocks noGrp="1"/>
          </p:cNvSpPr>
          <p:nvPr>
            <p:ph type="sldNum" sz="quarter" idx="5"/>
          </p:nvPr>
        </p:nvSpPr>
        <p:spPr/>
        <p:txBody>
          <a:bodyPr/>
          <a:lstStyle/>
          <a:p>
            <a:fld id="{B07158C4-A119-4B78-9DE8-A50001BC31DC}" type="slidenum">
              <a:rPr lang="en-AU" smtClean="0"/>
              <a:pPr/>
              <a:t>43</a:t>
            </a:fld>
            <a:endParaRPr lang="en-AU"/>
          </a:p>
        </p:txBody>
      </p:sp>
    </p:spTree>
    <p:extLst>
      <p:ext uri="{BB962C8B-B14F-4D97-AF65-F5344CB8AC3E}">
        <p14:creationId xmlns:p14="http://schemas.microsoft.com/office/powerpoint/2010/main" val="373792240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24D60-6C55-F1DC-1147-C0034AAE60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E5A0D5-48C3-DB82-36E2-EB26917E8B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26A875-4296-FC05-CA13-99A666F902D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CDB7087-7973-1B44-E804-72FF5E9F33A7}"/>
              </a:ext>
            </a:extLst>
          </p:cNvPr>
          <p:cNvSpPr>
            <a:spLocks noGrp="1"/>
          </p:cNvSpPr>
          <p:nvPr>
            <p:ph type="sldNum" sz="quarter" idx="5"/>
          </p:nvPr>
        </p:nvSpPr>
        <p:spPr/>
        <p:txBody>
          <a:bodyPr/>
          <a:lstStyle/>
          <a:p>
            <a:fld id="{B07158C4-A119-4B78-9DE8-A50001BC31DC}" type="slidenum">
              <a:rPr lang="en-AU" smtClean="0"/>
              <a:pPr/>
              <a:t>44</a:t>
            </a:fld>
            <a:endParaRPr lang="en-AU"/>
          </a:p>
        </p:txBody>
      </p:sp>
    </p:spTree>
    <p:extLst>
      <p:ext uri="{BB962C8B-B14F-4D97-AF65-F5344CB8AC3E}">
        <p14:creationId xmlns:p14="http://schemas.microsoft.com/office/powerpoint/2010/main" val="135309701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B8064-5153-D494-16C2-0978F1A86D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289123-0D0C-8292-6DB6-B68F79520C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0AA3FF-3110-B3E0-9AA8-F1E405508B0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Non-spatial measure A: Time</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56274FD-50CF-5B73-6D8E-B6E8124D6C29}"/>
              </a:ext>
            </a:extLst>
          </p:cNvPr>
          <p:cNvSpPr>
            <a:spLocks noGrp="1"/>
          </p:cNvSpPr>
          <p:nvPr>
            <p:ph type="sldNum" sz="quarter" idx="5"/>
          </p:nvPr>
        </p:nvSpPr>
        <p:spPr/>
        <p:txBody>
          <a:bodyPr/>
          <a:lstStyle/>
          <a:p>
            <a:fld id="{B07158C4-A119-4B78-9DE8-A50001BC31DC}" type="slidenum">
              <a:rPr lang="en-AU" smtClean="0"/>
              <a:pPr/>
              <a:t>45</a:t>
            </a:fld>
            <a:endParaRPr lang="en-AU"/>
          </a:p>
        </p:txBody>
      </p:sp>
    </p:spTree>
    <p:extLst>
      <p:ext uri="{BB962C8B-B14F-4D97-AF65-F5344CB8AC3E}">
        <p14:creationId xmlns:p14="http://schemas.microsoft.com/office/powerpoint/2010/main" val="369703433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E7677-F12C-A1FF-304A-2976B662D4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388EDB-8B5A-F6CC-7B46-A0C946BED6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BDFBA5-5516-556D-0CE9-9866C25700B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B: Length</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07057D8-5CAF-CBB6-0299-BBF0B3225D3C}"/>
              </a:ext>
            </a:extLst>
          </p:cNvPr>
          <p:cNvSpPr>
            <a:spLocks noGrp="1"/>
          </p:cNvSpPr>
          <p:nvPr>
            <p:ph type="sldNum" sz="quarter" idx="5"/>
          </p:nvPr>
        </p:nvSpPr>
        <p:spPr/>
        <p:txBody>
          <a:bodyPr/>
          <a:lstStyle/>
          <a:p>
            <a:fld id="{B07158C4-A119-4B78-9DE8-A50001BC31DC}" type="slidenum">
              <a:rPr lang="en-AU" smtClean="0"/>
              <a:pPr/>
              <a:t>46</a:t>
            </a:fld>
            <a:endParaRPr lang="en-AU"/>
          </a:p>
        </p:txBody>
      </p:sp>
    </p:spTree>
    <p:extLst>
      <p:ext uri="{BB962C8B-B14F-4D97-AF65-F5344CB8AC3E}">
        <p14:creationId xmlns:p14="http://schemas.microsoft.com/office/powerpoint/2010/main" val="110266619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E7CE0-932C-F4C0-78ED-51F01146D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956BBB-67C8-BA20-D221-7A68FDD19F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423513-ADF1-902E-116A-54778B585618}"/>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pPr>
              <a:defRPr/>
            </a:pPr>
            <a:r>
              <a:rPr lang="en-AU">
                <a:highlight>
                  <a:srgbClr val="FFFF00"/>
                </a:highlight>
                <a:latin typeface="Arial"/>
                <a:cs typeface="Arial"/>
              </a:rPr>
              <a:t>Additive relations A</a:t>
            </a:r>
          </a:p>
          <a:p>
            <a:endParaRPr lang="en-AU"/>
          </a:p>
          <a:p>
            <a:r>
              <a:rPr lang="en-AU" b="1"/>
              <a:t>Using place value understanding</a:t>
            </a:r>
          </a:p>
          <a:p>
            <a:endParaRPr lang="en-AU" b="1"/>
          </a:p>
          <a:p>
            <a:pPr lvl="0"/>
            <a:r>
              <a:rPr lang="en-AU" sz="1600" kern="1200">
                <a:solidFill>
                  <a:schemeClr val="tx1"/>
                </a:solidFill>
                <a:effectLst/>
                <a:latin typeface="Arial" panose="020B0604020202020204" pitchFamily="34" charset="0"/>
                <a:ea typeface="+mn-ea"/>
                <a:cs typeface="Arial" panose="020B0604020202020204" pitchFamily="34" charset="0"/>
              </a:rPr>
              <a:t>1. Write an addition number sentence on the board. For example, 569 + 429.</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lvl="0"/>
            <a:r>
              <a:rPr lang="en-AU" sz="1600" kern="1200">
                <a:solidFill>
                  <a:schemeClr val="tx1"/>
                </a:solidFill>
                <a:effectLst/>
                <a:latin typeface="Arial" panose="020B0604020202020204" pitchFamily="34" charset="0"/>
                <a:ea typeface="+mn-ea"/>
                <a:cs typeface="Arial" panose="020B0604020202020204" pitchFamily="34" charset="0"/>
              </a:rPr>
              <a:t>2. Ask students how rounding the numbers can help estimate the answer to the number sentence provided. Students turn and talk.</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lvl="0"/>
            <a:r>
              <a:rPr lang="en-AU" sz="1600" kern="1200">
                <a:solidFill>
                  <a:schemeClr val="tx1"/>
                </a:solidFill>
                <a:effectLst/>
                <a:latin typeface="Arial" panose="020B0604020202020204" pitchFamily="34" charset="0"/>
                <a:ea typeface="+mn-ea"/>
                <a:cs typeface="Arial" panose="020B0604020202020204" pitchFamily="34" charset="0"/>
              </a:rPr>
              <a:t>3. Select a variety of student ideas to share with the class.</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lvl="0"/>
            <a:r>
              <a:rPr lang="en-AU" sz="1600" kern="1200">
                <a:solidFill>
                  <a:schemeClr val="tx1"/>
                </a:solidFill>
                <a:effectLst/>
                <a:latin typeface="Arial" panose="020B0604020202020204" pitchFamily="34" charset="0"/>
                <a:ea typeface="+mn-ea"/>
                <a:cs typeface="Arial" panose="020B0604020202020204" pitchFamily="34" charset="0"/>
              </a:rPr>
              <a:t>4. Record a number sentence that reflects how the numbers can be rounded. Ask students to solve the rounded number sentence to determine an appropriate estimate (see Figure 9 – rounding to support estimation in Stage 3 Year A Unit 12).</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lvl="0"/>
            <a:r>
              <a:rPr lang="en-AU" sz="1600" kern="1200">
                <a:solidFill>
                  <a:schemeClr val="tx1"/>
                </a:solidFill>
                <a:effectLst/>
                <a:latin typeface="Arial" panose="020B0604020202020204" pitchFamily="34" charset="0"/>
                <a:ea typeface="+mn-ea"/>
                <a:cs typeface="Arial" panose="020B0604020202020204" pitchFamily="34" charset="0"/>
              </a:rPr>
              <a:t>5. Provide pairs of students with a 10-sided die and individual whiteboards.</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lvl="0"/>
            <a:r>
              <a:rPr lang="en-AU" sz="1600" kern="1200">
                <a:solidFill>
                  <a:schemeClr val="tx1"/>
                </a:solidFill>
                <a:effectLst/>
                <a:latin typeface="Arial" panose="020B0604020202020204" pitchFamily="34" charset="0"/>
                <a:ea typeface="+mn-ea"/>
                <a:cs typeface="Arial" panose="020B0604020202020204" pitchFamily="34" charset="0"/>
              </a:rPr>
              <a:t>6. Students roll the dice 6 times to generate and record a number sentence. Students record the rounded number sentence and estimate on their whiteboards.</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lvl="0"/>
            <a:r>
              <a:rPr lang="en-AU" sz="1600" kern="1200">
                <a:solidFill>
                  <a:schemeClr val="tx1"/>
                </a:solidFill>
                <a:effectLst/>
                <a:latin typeface="Arial" panose="020B0604020202020204" pitchFamily="34" charset="0"/>
                <a:ea typeface="+mn-ea"/>
                <a:cs typeface="Arial" panose="020B0604020202020204" pitchFamily="34" charset="0"/>
              </a:rPr>
              <a:t>7. Students repeat the process.</a:t>
            </a:r>
          </a:p>
          <a:p>
            <a:r>
              <a:rPr lang="en-AU" sz="1600" b="1" kern="1200">
                <a:solidFill>
                  <a:schemeClr val="tx1"/>
                </a:solidFill>
                <a:effectLst/>
                <a:latin typeface="Arial" panose="020B0604020202020204" pitchFamily="34" charset="0"/>
                <a:ea typeface="+mn-ea"/>
                <a:cs typeface="Arial" panose="020B0604020202020204" pitchFamily="34" charset="0"/>
              </a:rPr>
              <a:t>Note: </a:t>
            </a:r>
            <a:r>
              <a:rPr lang="en-AU" sz="1600" kern="1200">
                <a:solidFill>
                  <a:schemeClr val="tx1"/>
                </a:solidFill>
                <a:effectLst/>
                <a:latin typeface="Arial" panose="020B0604020202020204" pitchFamily="34" charset="0"/>
                <a:ea typeface="+mn-ea"/>
                <a:cs typeface="Arial" panose="020B0604020202020204" pitchFamily="34" charset="0"/>
              </a:rPr>
              <a:t>the number of dice rolls may vary for students to provide appropriate differentiation opportunities.</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122EB8A0-FCBF-889F-A186-13976AE53D97}"/>
              </a:ext>
            </a:extLst>
          </p:cNvPr>
          <p:cNvSpPr>
            <a:spLocks noGrp="1"/>
          </p:cNvSpPr>
          <p:nvPr>
            <p:ph type="sldNum" sz="quarter" idx="5"/>
          </p:nvPr>
        </p:nvSpPr>
        <p:spPr/>
        <p:txBody>
          <a:bodyPr/>
          <a:lstStyle/>
          <a:p>
            <a:fld id="{B07158C4-A119-4B78-9DE8-A50001BC31DC}" type="slidenum">
              <a:rPr lang="en-AU" smtClean="0"/>
              <a:pPr/>
              <a:t>47</a:t>
            </a:fld>
            <a:endParaRPr lang="en-AU"/>
          </a:p>
        </p:txBody>
      </p:sp>
    </p:spTree>
    <p:extLst>
      <p:ext uri="{BB962C8B-B14F-4D97-AF65-F5344CB8AC3E}">
        <p14:creationId xmlns:p14="http://schemas.microsoft.com/office/powerpoint/2010/main" val="108033779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AF04B-1E1F-DCFF-DFA5-FCAA7E29B4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8BDD47-36A4-A286-C2FE-AF7871D1B7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4AAC7E-965A-2B42-BE0E-7B66A92D345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ED1CBCA-4579-C266-1407-210ADF104C98}"/>
              </a:ext>
            </a:extLst>
          </p:cNvPr>
          <p:cNvSpPr>
            <a:spLocks noGrp="1"/>
          </p:cNvSpPr>
          <p:nvPr>
            <p:ph type="sldNum" sz="quarter" idx="5"/>
          </p:nvPr>
        </p:nvSpPr>
        <p:spPr/>
        <p:txBody>
          <a:bodyPr/>
          <a:lstStyle/>
          <a:p>
            <a:fld id="{B07158C4-A119-4B78-9DE8-A50001BC31DC}" type="slidenum">
              <a:rPr lang="en-AU" smtClean="0"/>
              <a:pPr/>
              <a:t>48</a:t>
            </a:fld>
            <a:endParaRPr lang="en-AU"/>
          </a:p>
        </p:txBody>
      </p:sp>
    </p:spTree>
    <p:extLst>
      <p:ext uri="{BB962C8B-B14F-4D97-AF65-F5344CB8AC3E}">
        <p14:creationId xmlns:p14="http://schemas.microsoft.com/office/powerpoint/2010/main" val="161814656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484B3-723C-5CDC-7F5D-72CC6FDB0C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423710-6713-4F46-6DD4-00164B0B40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9BBF5B-C384-F7FB-63B0-B257445B7F9A}"/>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7)</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Additive relations A</a:t>
            </a:r>
          </a:p>
        </p:txBody>
      </p:sp>
      <p:sp>
        <p:nvSpPr>
          <p:cNvPr id="4" name="Slide Number Placeholder 3">
            <a:extLst>
              <a:ext uri="{FF2B5EF4-FFF2-40B4-BE49-F238E27FC236}">
                <a16:creationId xmlns:a16="http://schemas.microsoft.com/office/drawing/2014/main" id="{03A575D5-93F5-6245-6E0E-4824DF33EFBA}"/>
              </a:ext>
            </a:extLst>
          </p:cNvPr>
          <p:cNvSpPr>
            <a:spLocks noGrp="1"/>
          </p:cNvSpPr>
          <p:nvPr>
            <p:ph type="sldNum" sz="quarter" idx="5"/>
          </p:nvPr>
        </p:nvSpPr>
        <p:spPr/>
        <p:txBody>
          <a:bodyPr/>
          <a:lstStyle/>
          <a:p>
            <a:fld id="{B07158C4-A119-4B78-9DE8-A50001BC31DC}" type="slidenum">
              <a:rPr lang="en-AU" smtClean="0"/>
              <a:pPr/>
              <a:t>49</a:t>
            </a:fld>
            <a:endParaRPr lang="en-AU"/>
          </a:p>
        </p:txBody>
      </p:sp>
    </p:spTree>
    <p:extLst>
      <p:ext uri="{BB962C8B-B14F-4D97-AF65-F5344CB8AC3E}">
        <p14:creationId xmlns:p14="http://schemas.microsoft.com/office/powerpoint/2010/main" val="247198908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3A993-1E03-2D88-D68D-39CA409296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F750E1-10B7-126F-B5BF-F813FF345C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61C2FE-11E8-16C7-B7AD-CCC8AE9AA06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Two-dimensional spatial structure A: Length</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2C553AD-A391-D2C3-151E-CF15794588DC}"/>
              </a:ext>
            </a:extLst>
          </p:cNvPr>
          <p:cNvSpPr>
            <a:spLocks noGrp="1"/>
          </p:cNvSpPr>
          <p:nvPr>
            <p:ph type="sldNum" sz="quarter" idx="5"/>
          </p:nvPr>
        </p:nvSpPr>
        <p:spPr/>
        <p:txBody>
          <a:bodyPr/>
          <a:lstStyle/>
          <a:p>
            <a:fld id="{B07158C4-A119-4B78-9DE8-A50001BC31DC}" type="slidenum">
              <a:rPr lang="en-AU" smtClean="0"/>
              <a:pPr/>
              <a:t>50</a:t>
            </a:fld>
            <a:endParaRPr lang="en-AU"/>
          </a:p>
        </p:txBody>
      </p:sp>
    </p:spTree>
    <p:extLst>
      <p:ext uri="{BB962C8B-B14F-4D97-AF65-F5344CB8AC3E}">
        <p14:creationId xmlns:p14="http://schemas.microsoft.com/office/powerpoint/2010/main" val="115352071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267C6-6600-129D-9A15-8C378BA602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A4C7E7-0661-46C6-F4A0-5CA82DE96F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F94BCB-7BF6-AF2A-5134-EEE9763A7925}"/>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2CAC20D-565A-DC93-F58C-5FDC1FE4EA5F}"/>
              </a:ext>
            </a:extLst>
          </p:cNvPr>
          <p:cNvSpPr>
            <a:spLocks noGrp="1"/>
          </p:cNvSpPr>
          <p:nvPr>
            <p:ph type="sldNum" sz="quarter" idx="5"/>
          </p:nvPr>
        </p:nvSpPr>
        <p:spPr/>
        <p:txBody>
          <a:bodyPr/>
          <a:lstStyle/>
          <a:p>
            <a:fld id="{B07158C4-A119-4B78-9DE8-A50001BC31DC}" type="slidenum">
              <a:rPr lang="en-AU" smtClean="0"/>
              <a:pPr/>
              <a:t>51</a:t>
            </a:fld>
            <a:endParaRPr lang="en-AU"/>
          </a:p>
        </p:txBody>
      </p:sp>
    </p:spTree>
    <p:extLst>
      <p:ext uri="{BB962C8B-B14F-4D97-AF65-F5344CB8AC3E}">
        <p14:creationId xmlns:p14="http://schemas.microsoft.com/office/powerpoint/2010/main" val="208047960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5F7D5-67F0-D6BC-4DF2-A9E6C7E586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815A4D-B93C-9B57-4221-C31FFE7EE1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195F2E-EBA7-A8F1-54D9-F5BC7C7D59F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a:latin typeface="Arial"/>
                <a:cs typeface="Arial"/>
              </a:rPr>
              <a:t>Non-spatial measure A: Time</a:t>
            </a:r>
            <a:endParaRPr lang="en-AU" sz="1600" i="0">
              <a:solidFill>
                <a:schemeClr val="tx1"/>
              </a:solidFill>
              <a:latin typeface="Arial" panose="020B0604020202020204" pitchFamily="34" charset="0"/>
              <a:cs typeface="Arial" panose="020B0604020202020204" pitchFamily="34" charset="0"/>
            </a:endParaRPr>
          </a:p>
          <a:p>
            <a:pPr>
              <a:defRPr/>
            </a:pPr>
            <a:endParaRPr lang="en-AU" sz="1600" b="1"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5B70F96-4D2B-837C-B26B-E0E8158C2AD0}"/>
              </a:ext>
            </a:extLst>
          </p:cNvPr>
          <p:cNvSpPr>
            <a:spLocks noGrp="1"/>
          </p:cNvSpPr>
          <p:nvPr>
            <p:ph type="sldNum" sz="quarter" idx="5"/>
          </p:nvPr>
        </p:nvSpPr>
        <p:spPr/>
        <p:txBody>
          <a:bodyPr/>
          <a:lstStyle/>
          <a:p>
            <a:fld id="{B07158C4-A119-4B78-9DE8-A50001BC31DC}" type="slidenum">
              <a:rPr lang="en-AU" smtClean="0"/>
              <a:pPr/>
              <a:t>52</a:t>
            </a:fld>
            <a:endParaRPr lang="en-AU"/>
          </a:p>
        </p:txBody>
      </p:sp>
    </p:spTree>
    <p:extLst>
      <p:ext uri="{BB962C8B-B14F-4D97-AF65-F5344CB8AC3E}">
        <p14:creationId xmlns:p14="http://schemas.microsoft.com/office/powerpoint/2010/main" val="90989210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625F9-0FB4-1EDC-1758-FA2D84C069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D6E23D-8324-27B8-39AC-97FBE8567E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90E2A5-C32B-F405-8BDD-E6F16211E2E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Data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9E08614-54B2-63B3-D9B4-7D7A56651530}"/>
              </a:ext>
            </a:extLst>
          </p:cNvPr>
          <p:cNvSpPr>
            <a:spLocks noGrp="1"/>
          </p:cNvSpPr>
          <p:nvPr>
            <p:ph type="sldNum" sz="quarter" idx="5"/>
          </p:nvPr>
        </p:nvSpPr>
        <p:spPr/>
        <p:txBody>
          <a:bodyPr/>
          <a:lstStyle/>
          <a:p>
            <a:fld id="{B07158C4-A119-4B78-9DE8-A50001BC31DC}" type="slidenum">
              <a:rPr lang="en-AU" smtClean="0"/>
              <a:pPr/>
              <a:t>53</a:t>
            </a:fld>
            <a:endParaRPr lang="en-AU"/>
          </a:p>
        </p:txBody>
      </p:sp>
    </p:spTree>
    <p:extLst>
      <p:ext uri="{BB962C8B-B14F-4D97-AF65-F5344CB8AC3E}">
        <p14:creationId xmlns:p14="http://schemas.microsoft.com/office/powerpoint/2010/main" val="377517250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1357B-A944-5573-7E80-6FBE513354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DA7C31-6BC3-5464-5C99-5E100141D1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D5C401-C069-0E6A-B54F-9F060D925B5F}"/>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pPr>
              <a:defRPr/>
            </a:pPr>
            <a:r>
              <a:rPr lang="en-AU">
                <a:highlight>
                  <a:srgbClr val="FFFF00"/>
                </a:highlight>
                <a:latin typeface="Arial"/>
                <a:cs typeface="Arial"/>
              </a:rPr>
              <a:t>Additive relations A</a:t>
            </a:r>
          </a:p>
          <a:p>
            <a:endParaRPr lang="en-AU"/>
          </a:p>
          <a:p>
            <a:r>
              <a:rPr lang="en-AU" b="1"/>
              <a:t>Determining reasonableness of solutions</a:t>
            </a:r>
          </a:p>
          <a:p>
            <a:endParaRPr lang="en-AU" b="1"/>
          </a:p>
          <a:p>
            <a:pPr lvl="0"/>
            <a:r>
              <a:rPr lang="en-AU" sz="1600" kern="1200">
                <a:solidFill>
                  <a:schemeClr val="tx1"/>
                </a:solidFill>
                <a:effectLst/>
                <a:latin typeface="Arial" panose="020B0604020202020204" pitchFamily="34" charset="0"/>
                <a:ea typeface="+mn-ea"/>
                <a:cs typeface="Arial" panose="020B0604020202020204" pitchFamily="34" charset="0"/>
              </a:rPr>
              <a:t>1. Students turn and talk to discuss the following:</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Is the answer reasonable? Why or why not?</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What error has this person made when calculating?</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What would be a reasonable estimate? Why?</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lvl="0"/>
            <a:r>
              <a:rPr lang="en-AU" sz="1600" kern="1200">
                <a:solidFill>
                  <a:schemeClr val="tx1"/>
                </a:solidFill>
                <a:effectLst/>
                <a:latin typeface="Arial" panose="020B0604020202020204" pitchFamily="34" charset="0"/>
                <a:ea typeface="+mn-ea"/>
                <a:cs typeface="Arial" panose="020B0604020202020204" pitchFamily="34" charset="0"/>
              </a:rPr>
              <a:t>2. (next slide) Ask students if the answer is reasonable.</a:t>
            </a:r>
          </a:p>
          <a:p>
            <a:pPr lvl="0"/>
            <a:r>
              <a:rPr lang="en-AU" sz="1600" kern="1200">
                <a:solidFill>
                  <a:schemeClr val="tx1"/>
                </a:solidFill>
                <a:effectLst/>
                <a:latin typeface="Arial" panose="020B0604020202020204" pitchFamily="34" charset="0"/>
                <a:ea typeface="+mn-ea"/>
                <a:cs typeface="Arial" panose="020B0604020202020204" pitchFamily="34" charset="0"/>
              </a:rPr>
              <a:t>3. Students turn and talk and repeat the discussion from before.</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DCB68029-1079-7750-C066-A2D83C7716ED}"/>
              </a:ext>
            </a:extLst>
          </p:cNvPr>
          <p:cNvSpPr>
            <a:spLocks noGrp="1"/>
          </p:cNvSpPr>
          <p:nvPr>
            <p:ph type="sldNum" sz="quarter" idx="5"/>
          </p:nvPr>
        </p:nvSpPr>
        <p:spPr/>
        <p:txBody>
          <a:bodyPr/>
          <a:lstStyle/>
          <a:p>
            <a:fld id="{B07158C4-A119-4B78-9DE8-A50001BC31DC}" type="slidenum">
              <a:rPr lang="en-AU" smtClean="0"/>
              <a:pPr/>
              <a:t>54</a:t>
            </a:fld>
            <a:endParaRPr lang="en-AU"/>
          </a:p>
        </p:txBody>
      </p:sp>
    </p:spTree>
    <p:extLst>
      <p:ext uri="{BB962C8B-B14F-4D97-AF65-F5344CB8AC3E}">
        <p14:creationId xmlns:p14="http://schemas.microsoft.com/office/powerpoint/2010/main" val="189733854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328900-782B-A248-19A9-E0F38B68B6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DD5FB0-0955-6926-C128-8955049794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5EC593-D70D-EDDE-8928-7C487E6AA128}"/>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pPr>
              <a:defRPr/>
            </a:pPr>
            <a:r>
              <a:rPr lang="en-AU">
                <a:highlight>
                  <a:srgbClr val="FFFF00"/>
                </a:highlight>
                <a:latin typeface="Arial"/>
                <a:cs typeface="Arial"/>
              </a:rPr>
              <a:t>Additive relations A</a:t>
            </a:r>
          </a:p>
          <a:p>
            <a:endParaRPr lang="en-AU"/>
          </a:p>
          <a:p>
            <a:r>
              <a:rPr lang="en-AU" b="1"/>
              <a:t>Determining reasonableness of solutions</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lvl="0"/>
            <a:r>
              <a:rPr lang="en-AU" sz="1600" kern="1200">
                <a:solidFill>
                  <a:schemeClr val="tx1"/>
                </a:solidFill>
                <a:effectLst/>
                <a:latin typeface="Arial" panose="020B0604020202020204" pitchFamily="34" charset="0"/>
                <a:ea typeface="+mn-ea"/>
                <a:cs typeface="Arial" panose="020B0604020202020204" pitchFamily="34" charset="0"/>
              </a:rPr>
              <a:t>2. Ask students if the answer is reasonable.</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lvl="0"/>
            <a:r>
              <a:rPr lang="en-AU" sz="1600" kern="1200">
                <a:solidFill>
                  <a:schemeClr val="tx1"/>
                </a:solidFill>
                <a:effectLst/>
                <a:latin typeface="Arial" panose="020B0604020202020204" pitchFamily="34" charset="0"/>
                <a:ea typeface="+mn-ea"/>
                <a:cs typeface="Arial" panose="020B0604020202020204" pitchFamily="34" charset="0"/>
              </a:rPr>
              <a:t>3. Students turn and talk and repeat the discussion from before.</a:t>
            </a:r>
          </a:p>
          <a:p>
            <a:endParaRPr lang="en-AU" b="1"/>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Is the answer reasonable? Why or why not?</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What error has this person made when calculating?</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What would be a reasonable estimate? Why?</a:t>
            </a:r>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749B7923-1475-9621-7A9D-5F45F42E8D9B}"/>
              </a:ext>
            </a:extLst>
          </p:cNvPr>
          <p:cNvSpPr>
            <a:spLocks noGrp="1"/>
          </p:cNvSpPr>
          <p:nvPr>
            <p:ph type="sldNum" sz="quarter" idx="5"/>
          </p:nvPr>
        </p:nvSpPr>
        <p:spPr/>
        <p:txBody>
          <a:bodyPr/>
          <a:lstStyle/>
          <a:p>
            <a:fld id="{B07158C4-A119-4B78-9DE8-A50001BC31DC}" type="slidenum">
              <a:rPr lang="en-AU" smtClean="0"/>
              <a:pPr/>
              <a:t>55</a:t>
            </a:fld>
            <a:endParaRPr lang="en-AU"/>
          </a:p>
        </p:txBody>
      </p:sp>
    </p:spTree>
    <p:extLst>
      <p:ext uri="{BB962C8B-B14F-4D97-AF65-F5344CB8AC3E}">
        <p14:creationId xmlns:p14="http://schemas.microsoft.com/office/powerpoint/2010/main" val="131373369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2F317-3364-6231-8AEE-C5FF33E120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2BBFEF-D03E-AA3B-A2A8-4361146016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B33587-4268-C522-FE25-34BEE041EE4A}"/>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9946D6C7-77F1-CF1E-B9CE-772F33F99BCA}"/>
              </a:ext>
            </a:extLst>
          </p:cNvPr>
          <p:cNvSpPr>
            <a:spLocks noGrp="1"/>
          </p:cNvSpPr>
          <p:nvPr>
            <p:ph type="sldNum" sz="quarter" idx="5"/>
          </p:nvPr>
        </p:nvSpPr>
        <p:spPr/>
        <p:txBody>
          <a:bodyPr/>
          <a:lstStyle/>
          <a:p>
            <a:fld id="{B07158C4-A119-4B78-9DE8-A50001BC31DC}" type="slidenum">
              <a:rPr lang="en-AU" smtClean="0"/>
              <a:pPr/>
              <a:t>56</a:t>
            </a:fld>
            <a:endParaRPr lang="en-AU"/>
          </a:p>
        </p:txBody>
      </p:sp>
    </p:spTree>
    <p:extLst>
      <p:ext uri="{BB962C8B-B14F-4D97-AF65-F5344CB8AC3E}">
        <p14:creationId xmlns:p14="http://schemas.microsoft.com/office/powerpoint/2010/main" val="25539304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F09C7-9EF0-30BA-87E1-D6AF0E164A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339073-7E68-EC8A-8A3D-D71BD9D9DC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9013DB-9260-43A5-1F20-1F554DE03BF4}"/>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8)</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Additive relations A</a:t>
            </a:r>
          </a:p>
        </p:txBody>
      </p:sp>
      <p:sp>
        <p:nvSpPr>
          <p:cNvPr id="4" name="Slide Number Placeholder 3">
            <a:extLst>
              <a:ext uri="{FF2B5EF4-FFF2-40B4-BE49-F238E27FC236}">
                <a16:creationId xmlns:a16="http://schemas.microsoft.com/office/drawing/2014/main" id="{563542BF-7873-12F2-CA52-467C64AD3406}"/>
              </a:ext>
            </a:extLst>
          </p:cNvPr>
          <p:cNvSpPr>
            <a:spLocks noGrp="1"/>
          </p:cNvSpPr>
          <p:nvPr>
            <p:ph type="sldNum" sz="quarter" idx="5"/>
          </p:nvPr>
        </p:nvSpPr>
        <p:spPr/>
        <p:txBody>
          <a:bodyPr/>
          <a:lstStyle/>
          <a:p>
            <a:fld id="{B07158C4-A119-4B78-9DE8-A50001BC31DC}" type="slidenum">
              <a:rPr lang="en-AU" smtClean="0"/>
              <a:pPr/>
              <a:t>57</a:t>
            </a:fld>
            <a:endParaRPr lang="en-AU"/>
          </a:p>
        </p:txBody>
      </p:sp>
    </p:spTree>
    <p:extLst>
      <p:ext uri="{BB962C8B-B14F-4D97-AF65-F5344CB8AC3E}">
        <p14:creationId xmlns:p14="http://schemas.microsoft.com/office/powerpoint/2010/main" val="118234673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44BF0-4FF1-036E-4A2B-1C3E4099EC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E256E-6846-CC17-BB34-FA4EF65FF3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944099-A3F4-08E3-E889-DE3740D7F87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Two-dimensional spatial structure A: Area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6D057D0-815E-46FE-671F-96E8CA565CEB}"/>
              </a:ext>
            </a:extLst>
          </p:cNvPr>
          <p:cNvSpPr>
            <a:spLocks noGrp="1"/>
          </p:cNvSpPr>
          <p:nvPr>
            <p:ph type="sldNum" sz="quarter" idx="5"/>
          </p:nvPr>
        </p:nvSpPr>
        <p:spPr/>
        <p:txBody>
          <a:bodyPr/>
          <a:lstStyle/>
          <a:p>
            <a:fld id="{B07158C4-A119-4B78-9DE8-A50001BC31DC}" type="slidenum">
              <a:rPr lang="en-AU" smtClean="0"/>
              <a:pPr/>
              <a:t>58</a:t>
            </a:fld>
            <a:endParaRPr lang="en-AU"/>
          </a:p>
        </p:txBody>
      </p:sp>
    </p:spTree>
    <p:extLst>
      <p:ext uri="{BB962C8B-B14F-4D97-AF65-F5344CB8AC3E}">
        <p14:creationId xmlns:p14="http://schemas.microsoft.com/office/powerpoint/2010/main" val="146011219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99A7E-601D-B217-99C4-FE98372AE4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18F7CC-0813-1EB4-3899-00043B698E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173D81-8131-41F7-E5D2-A718743F021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8526F28-86A3-8899-A53B-8E710CE7D4E7}"/>
              </a:ext>
            </a:extLst>
          </p:cNvPr>
          <p:cNvSpPr>
            <a:spLocks noGrp="1"/>
          </p:cNvSpPr>
          <p:nvPr>
            <p:ph type="sldNum" sz="quarter" idx="5"/>
          </p:nvPr>
        </p:nvSpPr>
        <p:spPr/>
        <p:txBody>
          <a:bodyPr/>
          <a:lstStyle/>
          <a:p>
            <a:fld id="{B07158C4-A119-4B78-9DE8-A50001BC31DC}" type="slidenum">
              <a:rPr lang="en-AU" smtClean="0"/>
              <a:pPr/>
              <a:t>59</a:t>
            </a:fld>
            <a:endParaRPr lang="en-AU"/>
          </a:p>
        </p:txBody>
      </p:sp>
    </p:spTree>
    <p:extLst>
      <p:ext uri="{BB962C8B-B14F-4D97-AF65-F5344CB8AC3E}">
        <p14:creationId xmlns:p14="http://schemas.microsoft.com/office/powerpoint/2010/main" val="158114540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939377-2907-3BBD-108B-DD487534AA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06FD2F-B33D-7099-B438-B12BAD2292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0F68AC-1A84-3F75-4358-F96C471F3AE9}"/>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Non-spatial measure A: Time</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7B35F9B-B1C6-0A98-E12E-C2968DF42BFC}"/>
              </a:ext>
            </a:extLst>
          </p:cNvPr>
          <p:cNvSpPr>
            <a:spLocks noGrp="1"/>
          </p:cNvSpPr>
          <p:nvPr>
            <p:ph type="sldNum" sz="quarter" idx="5"/>
          </p:nvPr>
        </p:nvSpPr>
        <p:spPr/>
        <p:txBody>
          <a:bodyPr/>
          <a:lstStyle/>
          <a:p>
            <a:fld id="{B07158C4-A119-4B78-9DE8-A50001BC31DC}" type="slidenum">
              <a:rPr lang="en-AU" smtClean="0"/>
              <a:pPr/>
              <a:t>60</a:t>
            </a:fld>
            <a:endParaRPr lang="en-AU"/>
          </a:p>
        </p:txBody>
      </p:sp>
    </p:spTree>
    <p:extLst>
      <p:ext uri="{BB962C8B-B14F-4D97-AF65-F5344CB8AC3E}">
        <p14:creationId xmlns:p14="http://schemas.microsoft.com/office/powerpoint/2010/main" val="327813774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DD36A-CE7B-347E-7CEE-779F36A558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8E6A57-CAC2-8726-654E-4A9B76F585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745F70-34F1-B28B-2FD7-63AFA2193B4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Data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7D4E9E5-FBA0-8012-41E7-84518A8FA12F}"/>
              </a:ext>
            </a:extLst>
          </p:cNvPr>
          <p:cNvSpPr>
            <a:spLocks noGrp="1"/>
          </p:cNvSpPr>
          <p:nvPr>
            <p:ph type="sldNum" sz="quarter" idx="5"/>
          </p:nvPr>
        </p:nvSpPr>
        <p:spPr/>
        <p:txBody>
          <a:bodyPr/>
          <a:lstStyle/>
          <a:p>
            <a:fld id="{B07158C4-A119-4B78-9DE8-A50001BC31DC}" type="slidenum">
              <a:rPr lang="en-AU" smtClean="0"/>
              <a:pPr/>
              <a:t>61</a:t>
            </a:fld>
            <a:endParaRPr lang="en-AU"/>
          </a:p>
        </p:txBody>
      </p:sp>
    </p:spTree>
    <p:extLst>
      <p:ext uri="{BB962C8B-B14F-4D97-AF65-F5344CB8AC3E}">
        <p14:creationId xmlns:p14="http://schemas.microsoft.com/office/powerpoint/2010/main" val="396120054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A89CE-950F-1265-1510-ABEA619863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08BC2A-CE18-88CF-8C8A-8964058F19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32D6F4-AE56-63AB-5986-7D394322BF33}"/>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pPr>
              <a:defRPr/>
            </a:pPr>
            <a:r>
              <a:rPr lang="en-AU">
                <a:highlight>
                  <a:srgbClr val="FFFF00"/>
                </a:highlight>
                <a:latin typeface="Arial"/>
                <a:cs typeface="Arial"/>
              </a:rPr>
              <a:t>Additive relations A</a:t>
            </a:r>
          </a:p>
          <a:p>
            <a:endParaRPr lang="en-AU"/>
          </a:p>
          <a:p>
            <a:r>
              <a:rPr lang="en-AU" b="1"/>
              <a:t>Estimating reasonableness of solutions</a:t>
            </a:r>
          </a:p>
          <a:p>
            <a:endParaRPr lang="en-AU" b="1"/>
          </a:p>
          <a:p>
            <a:pPr lvl="0"/>
            <a:r>
              <a:rPr lang="en-AU" sz="1600" kern="1200">
                <a:solidFill>
                  <a:schemeClr val="tx1"/>
                </a:solidFill>
                <a:effectLst/>
                <a:latin typeface="Arial" panose="020B0604020202020204" pitchFamily="34" charset="0"/>
                <a:ea typeface="+mn-ea"/>
                <a:cs typeface="Arial" panose="020B0604020202020204" pitchFamily="34" charset="0"/>
              </a:rPr>
              <a:t>1. Ask:</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Is the answer reasonable? How do you know?</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What would be an unreasonable answer? Why?</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lvl="0"/>
            <a:r>
              <a:rPr lang="en-AU" sz="1600" kern="1200">
                <a:solidFill>
                  <a:schemeClr val="tx1"/>
                </a:solidFill>
                <a:effectLst/>
                <a:latin typeface="Arial" panose="020B0604020202020204" pitchFamily="34" charset="0"/>
                <a:ea typeface="+mn-ea"/>
                <a:cs typeface="Arial" panose="020B0604020202020204" pitchFamily="34" charset="0"/>
              </a:rPr>
              <a:t>2. (next slide) Ask:</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Is the answer reasonable? How do you know?</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What would be a reasonable answer? Why?</a:t>
            </a:r>
          </a:p>
          <a:p>
            <a:pPr lvl="0"/>
            <a:r>
              <a:rPr lang="en-AU" sz="1600" kern="1200">
                <a:solidFill>
                  <a:schemeClr val="tx1"/>
                </a:solidFill>
                <a:effectLst/>
                <a:latin typeface="Arial" panose="020B0604020202020204" pitchFamily="34" charset="0"/>
                <a:ea typeface="+mn-ea"/>
                <a:cs typeface="Arial" panose="020B0604020202020204" pitchFamily="34" charset="0"/>
              </a:rPr>
              <a:t>3. In pairs, students write an equation and repeat the process.</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E60FA97F-9E70-99B7-AAAC-955F14E790F4}"/>
              </a:ext>
            </a:extLst>
          </p:cNvPr>
          <p:cNvSpPr>
            <a:spLocks noGrp="1"/>
          </p:cNvSpPr>
          <p:nvPr>
            <p:ph type="sldNum" sz="quarter" idx="5"/>
          </p:nvPr>
        </p:nvSpPr>
        <p:spPr/>
        <p:txBody>
          <a:bodyPr/>
          <a:lstStyle/>
          <a:p>
            <a:fld id="{B07158C4-A119-4B78-9DE8-A50001BC31DC}" type="slidenum">
              <a:rPr lang="en-AU" smtClean="0"/>
              <a:pPr/>
              <a:t>62</a:t>
            </a:fld>
            <a:endParaRPr lang="en-AU"/>
          </a:p>
        </p:txBody>
      </p:sp>
    </p:spTree>
    <p:extLst>
      <p:ext uri="{BB962C8B-B14F-4D97-AF65-F5344CB8AC3E}">
        <p14:creationId xmlns:p14="http://schemas.microsoft.com/office/powerpoint/2010/main" val="45214230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F78F7-4C0D-0944-269D-427A6F1740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43D745-1A31-5822-0D03-47E86625BE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019AF2-4FA7-9461-C28D-D26C07A38390}"/>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pPr>
              <a:defRPr/>
            </a:pPr>
            <a:r>
              <a:rPr lang="en-AU">
                <a:highlight>
                  <a:srgbClr val="FFFF00"/>
                </a:highlight>
                <a:latin typeface="Arial"/>
                <a:cs typeface="Arial"/>
              </a:rPr>
              <a:t>Additive relations A</a:t>
            </a:r>
          </a:p>
          <a:p>
            <a:endParaRPr lang="en-AU"/>
          </a:p>
          <a:p>
            <a:r>
              <a:rPr lang="en-AU" b="1"/>
              <a:t>Estimating reasonableness of solutions</a:t>
            </a:r>
          </a:p>
          <a:p>
            <a:endParaRPr lang="en-AU" b="1"/>
          </a:p>
          <a:p>
            <a:pPr lvl="0"/>
            <a:r>
              <a:rPr lang="en-AU" sz="1600" kern="1200">
                <a:solidFill>
                  <a:schemeClr val="tx1"/>
                </a:solidFill>
                <a:effectLst/>
                <a:latin typeface="Arial" panose="020B0604020202020204" pitchFamily="34" charset="0"/>
                <a:ea typeface="+mn-ea"/>
                <a:cs typeface="Arial" panose="020B0604020202020204" pitchFamily="34" charset="0"/>
              </a:rPr>
              <a:t>2. Ask:</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Is the answer reasonable? How do you know?</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What would be a reasonable answer? Why?</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lvl="0"/>
            <a:r>
              <a:rPr lang="en-AU" sz="1600" kern="1200">
                <a:solidFill>
                  <a:schemeClr val="tx1"/>
                </a:solidFill>
                <a:effectLst/>
                <a:latin typeface="Arial" panose="020B0604020202020204" pitchFamily="34" charset="0"/>
                <a:ea typeface="+mn-ea"/>
                <a:cs typeface="Arial" panose="020B0604020202020204" pitchFamily="34" charset="0"/>
              </a:rPr>
              <a:t>3. In pairs, students write an equation and repeat the process.</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95EB9FC3-E85B-FE38-2873-973381B36C5E}"/>
              </a:ext>
            </a:extLst>
          </p:cNvPr>
          <p:cNvSpPr>
            <a:spLocks noGrp="1"/>
          </p:cNvSpPr>
          <p:nvPr>
            <p:ph type="sldNum" sz="quarter" idx="5"/>
          </p:nvPr>
        </p:nvSpPr>
        <p:spPr/>
        <p:txBody>
          <a:bodyPr/>
          <a:lstStyle/>
          <a:p>
            <a:fld id="{B07158C4-A119-4B78-9DE8-A50001BC31DC}" type="slidenum">
              <a:rPr lang="en-AU" smtClean="0"/>
              <a:pPr/>
              <a:t>63</a:t>
            </a:fld>
            <a:endParaRPr lang="en-AU"/>
          </a:p>
        </p:txBody>
      </p:sp>
    </p:spTree>
    <p:extLst>
      <p:ext uri="{BB962C8B-B14F-4D97-AF65-F5344CB8AC3E}">
        <p14:creationId xmlns:p14="http://schemas.microsoft.com/office/powerpoint/2010/main" val="9099583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64</a:t>
            </a:fld>
            <a:endParaRPr lang="en-AU"/>
          </a:p>
        </p:txBody>
      </p:sp>
    </p:spTree>
    <p:extLst>
      <p:ext uri="{BB962C8B-B14F-4D97-AF65-F5344CB8AC3E}">
        <p14:creationId xmlns:p14="http://schemas.microsoft.com/office/powerpoint/2010/main" val="2707158165"/>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65</a:t>
            </a:fld>
            <a:endParaRPr lang="en-AU"/>
          </a:p>
        </p:txBody>
      </p:sp>
    </p:spTree>
    <p:extLst>
      <p:ext uri="{BB962C8B-B14F-4D97-AF65-F5344CB8AC3E}">
        <p14:creationId xmlns:p14="http://schemas.microsoft.com/office/powerpoint/2010/main" val="1688771064"/>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66</a:t>
            </a:fld>
            <a:endParaRPr lang="en-AU"/>
          </a:p>
        </p:txBody>
      </p:sp>
    </p:spTree>
    <p:extLst>
      <p:ext uri="{BB962C8B-B14F-4D97-AF65-F5344CB8AC3E}">
        <p14:creationId xmlns:p14="http://schemas.microsoft.com/office/powerpoint/2010/main" val="371172742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67</a:t>
            </a:fld>
            <a:endParaRPr lang="en-AU"/>
          </a:p>
        </p:txBody>
      </p:sp>
    </p:spTree>
    <p:extLst>
      <p:ext uri="{BB962C8B-B14F-4D97-AF65-F5344CB8AC3E}">
        <p14:creationId xmlns:p14="http://schemas.microsoft.com/office/powerpoint/2010/main" val="233346748"/>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68</a:t>
            </a:fld>
            <a:endParaRPr lang="en-AU"/>
          </a:p>
        </p:txBody>
      </p:sp>
    </p:spTree>
    <p:extLst>
      <p:ext uri="{BB962C8B-B14F-4D97-AF65-F5344CB8AC3E}">
        <p14:creationId xmlns:p14="http://schemas.microsoft.com/office/powerpoint/2010/main" val="1474584797"/>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07158C4-A119-4B78-9DE8-A50001BC31DC}" type="slidenum">
              <a:rPr lang="en-AU" smtClean="0"/>
              <a:pPr/>
              <a:t>69</a:t>
            </a:fld>
            <a:endParaRPr lang="en-AU"/>
          </a:p>
        </p:txBody>
      </p:sp>
    </p:spTree>
    <p:extLst>
      <p:ext uri="{BB962C8B-B14F-4D97-AF65-F5344CB8AC3E}">
        <p14:creationId xmlns:p14="http://schemas.microsoft.com/office/powerpoint/2010/main" val="4176992099"/>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FD1DFF-1757-40E7-9609-EE66A92DDC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6A7D61-A142-CC5B-AD36-03DE7BC3B5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D16482-D121-8A8E-5C1D-D72018CCF16B}"/>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[Focus area A/B]</a:t>
            </a:r>
          </a:p>
        </p:txBody>
      </p:sp>
      <p:sp>
        <p:nvSpPr>
          <p:cNvPr id="4" name="Slide Number Placeholder 3">
            <a:extLst>
              <a:ext uri="{FF2B5EF4-FFF2-40B4-BE49-F238E27FC236}">
                <a16:creationId xmlns:a16="http://schemas.microsoft.com/office/drawing/2014/main" id="{43AA7DAA-37B4-0D95-9755-B59CC60212E6}"/>
              </a:ext>
            </a:extLst>
          </p:cNvPr>
          <p:cNvSpPr>
            <a:spLocks noGrp="1"/>
          </p:cNvSpPr>
          <p:nvPr>
            <p:ph type="sldNum" sz="quarter" idx="5"/>
          </p:nvPr>
        </p:nvSpPr>
        <p:spPr/>
        <p:txBody>
          <a:bodyPr/>
          <a:lstStyle/>
          <a:p>
            <a:fld id="{B07158C4-A119-4B78-9DE8-A50001BC31DC}" type="slidenum">
              <a:rPr lang="en-AU" smtClean="0"/>
              <a:pPr/>
              <a:t>70</a:t>
            </a:fld>
            <a:endParaRPr lang="en-AU"/>
          </a:p>
        </p:txBody>
      </p:sp>
    </p:spTree>
    <p:extLst>
      <p:ext uri="{BB962C8B-B14F-4D97-AF65-F5344CB8AC3E}">
        <p14:creationId xmlns:p14="http://schemas.microsoft.com/office/powerpoint/2010/main" val="3235041704"/>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71</a:t>
            </a:fld>
            <a:endParaRPr lang="en-AU"/>
          </a:p>
        </p:txBody>
      </p:sp>
    </p:spTree>
    <p:extLst>
      <p:ext uri="{BB962C8B-B14F-4D97-AF65-F5344CB8AC3E}">
        <p14:creationId xmlns:p14="http://schemas.microsoft.com/office/powerpoint/2010/main" val="4132485400"/>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A1AFA3-CC28-3C12-3D52-8D47029210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BB2BE7-C561-4FB4-D3EF-8AAFB02683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1B2348-0511-31EC-5FA6-EDB0676BF2AD}"/>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0657706B-6DB9-A593-F9D2-E2FBCBE1A808}"/>
              </a:ext>
            </a:extLst>
          </p:cNvPr>
          <p:cNvSpPr>
            <a:spLocks noGrp="1"/>
          </p:cNvSpPr>
          <p:nvPr>
            <p:ph type="sldNum" sz="quarter" idx="5"/>
          </p:nvPr>
        </p:nvSpPr>
        <p:spPr/>
        <p:txBody>
          <a:bodyPr/>
          <a:lstStyle/>
          <a:p>
            <a:fld id="{B07158C4-A119-4B78-9DE8-A50001BC31DC}" type="slidenum">
              <a:rPr lang="en-AU" smtClean="0"/>
              <a:pPr/>
              <a:t>72</a:t>
            </a:fld>
            <a:endParaRPr lang="en-AU"/>
          </a:p>
        </p:txBody>
      </p:sp>
    </p:spTree>
    <p:extLst>
      <p:ext uri="{BB962C8B-B14F-4D97-AF65-F5344CB8AC3E}">
        <p14:creationId xmlns:p14="http://schemas.microsoft.com/office/powerpoint/2010/main" val="283486942"/>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73</a:t>
            </a:fld>
            <a:endParaRPr lang="en-AU"/>
          </a:p>
        </p:txBody>
      </p:sp>
    </p:spTree>
    <p:extLst>
      <p:ext uri="{BB962C8B-B14F-4D97-AF65-F5344CB8AC3E}">
        <p14:creationId xmlns:p14="http://schemas.microsoft.com/office/powerpoint/2010/main" val="30846435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A17B1F9-1883-FB0F-19DA-8B4A4053535B}"/>
              </a:ext>
            </a:extLst>
          </p:cNvPr>
          <p:cNvSpPr/>
          <p:nvPr userDrawn="1"/>
        </p:nvSpPr>
        <p:spPr>
          <a:xfrm>
            <a:off x="7128000" y="0"/>
            <a:ext cx="5064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6E6ACE4A-E374-4533-BE29-9C2AA078581F}"/>
              </a:ext>
              <a:ext uri="{C183D7F6-B498-43B3-948B-1728B52AA6E4}">
                <adec:decorative xmlns:adec="http://schemas.microsoft.com/office/drawing/2017/decorative" val="1"/>
              </a:ext>
            </a:extLst>
          </p:cNvPr>
          <p:cNvSpPr/>
          <p:nvPr userDrawn="1"/>
        </p:nvSpPr>
        <p:spPr>
          <a:xfrm>
            <a:off x="0" y="0"/>
            <a:ext cx="7128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latin typeface="Public Sans" pitchFamily="2" charset="0"/>
            </a:endParaRPr>
          </a:p>
        </p:txBody>
      </p:sp>
      <p:cxnSp>
        <p:nvCxnSpPr>
          <p:cNvPr id="8" name="Straight Connector 7">
            <a:extLst>
              <a:ext uri="{FF2B5EF4-FFF2-40B4-BE49-F238E27FC236}">
                <a16:creationId xmlns:a16="http://schemas.microsoft.com/office/drawing/2014/main" id="{1379E5D7-4594-7BEA-DCDE-7C07259A2A00}"/>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06313123-38FC-0AA8-8313-B587FAEA9FAB}"/>
              </a:ext>
            </a:extLst>
          </p:cNvPr>
          <p:cNvSpPr>
            <a:spLocks noGrp="1"/>
          </p:cNvSpPr>
          <p:nvPr>
            <p:ph type="ctrTitle" hasCustomPrompt="1"/>
          </p:nvPr>
        </p:nvSpPr>
        <p:spPr>
          <a:xfrm>
            <a:off x="539999" y="1530002"/>
            <a:ext cx="6255979" cy="2033997"/>
          </a:xfrm>
          <a:ln>
            <a:noFill/>
          </a:ln>
        </p:spPr>
        <p:txBody>
          <a:bodyPr anchor="b">
            <a:noAutofit/>
          </a:bodyPr>
          <a:lstStyle>
            <a:lvl1pPr algn="l">
              <a:lnSpc>
                <a:spcPct val="100000"/>
              </a:lnSpc>
              <a:defRPr sz="4800">
                <a:solidFill>
                  <a:schemeClr val="bg1"/>
                </a:solidFill>
                <a:latin typeface="Arial" panose="020B0604020202020204" pitchFamily="34" charset="0"/>
                <a:cs typeface="Arial" panose="020B0604020202020204" pitchFamily="34" charset="0"/>
              </a:defRPr>
            </a:lvl1pPr>
          </a:lstStyle>
          <a:p>
            <a:r>
              <a:rPr lang="en-US"/>
              <a:t>Unit title</a:t>
            </a:r>
          </a:p>
        </p:txBody>
      </p:sp>
      <p:sp>
        <p:nvSpPr>
          <p:cNvPr id="11" name="Text Placeholder 10">
            <a:extLst>
              <a:ext uri="{FF2B5EF4-FFF2-40B4-BE49-F238E27FC236}">
                <a16:creationId xmlns:a16="http://schemas.microsoft.com/office/drawing/2014/main" id="{1ECD7A7F-13F8-9E9F-94FF-03D42EEEF0A8}"/>
              </a:ext>
            </a:extLst>
          </p:cNvPr>
          <p:cNvSpPr>
            <a:spLocks noGrp="1"/>
          </p:cNvSpPr>
          <p:nvPr>
            <p:ph type="body" sz="quarter" idx="10" hasCustomPrompt="1"/>
          </p:nvPr>
        </p:nvSpPr>
        <p:spPr>
          <a:xfrm>
            <a:off x="539999" y="3624180"/>
            <a:ext cx="6255977" cy="1188000"/>
          </a:xfrm>
        </p:spPr>
        <p:txBody>
          <a:bodyPr anchor="t">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Stage</a:t>
            </a:r>
          </a:p>
        </p:txBody>
      </p:sp>
      <p:sp>
        <p:nvSpPr>
          <p:cNvPr id="12" name="Text Placeholder 14">
            <a:extLst>
              <a:ext uri="{FF2B5EF4-FFF2-40B4-BE49-F238E27FC236}">
                <a16:creationId xmlns:a16="http://schemas.microsoft.com/office/drawing/2014/main" id="{1F1B4A2E-693D-413E-6506-E51D3453E154}"/>
              </a:ext>
            </a:extLst>
          </p:cNvPr>
          <p:cNvSpPr>
            <a:spLocks noGrp="1"/>
          </p:cNvSpPr>
          <p:nvPr>
            <p:ph type="body" sz="quarter" idx="16" hasCustomPrompt="1"/>
          </p:nvPr>
        </p:nvSpPr>
        <p:spPr>
          <a:xfrm>
            <a:off x="540000" y="4925698"/>
            <a:ext cx="6255975" cy="360000"/>
          </a:xfrm>
        </p:spPr>
        <p:txBody>
          <a:bodyPr>
            <a:noAutofit/>
          </a:bodyPr>
          <a:lstStyle>
            <a:lvl1pPr>
              <a:spcAft>
                <a:spcPts val="0"/>
              </a:spcAft>
              <a:defRPr sz="1800" b="1">
                <a:solidFill>
                  <a:schemeClr val="bg1"/>
                </a:solidFill>
                <a:latin typeface="Arial" panose="020B0604020202020204" pitchFamily="34" charset="0"/>
                <a:cs typeface="Arial" panose="020B0604020202020204" pitchFamily="34" charset="0"/>
              </a:defRPr>
            </a:lvl1pPr>
            <a:lvl2pPr>
              <a:spcAft>
                <a:spcPts val="0"/>
              </a:spcAft>
              <a:defRPr sz="1800" b="0">
                <a:solidFill>
                  <a:schemeClr val="bg1"/>
                </a:solidFill>
                <a:latin typeface="+mj-lt"/>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Module</a:t>
            </a:r>
          </a:p>
        </p:txBody>
      </p:sp>
      <p:sp>
        <p:nvSpPr>
          <p:cNvPr id="13" name="Text Placeholder 7">
            <a:extLst>
              <a:ext uri="{FF2B5EF4-FFF2-40B4-BE49-F238E27FC236}">
                <a16:creationId xmlns:a16="http://schemas.microsoft.com/office/drawing/2014/main" id="{0C245AE8-A9B0-AE21-616C-11D22901313C}"/>
              </a:ext>
            </a:extLst>
          </p:cNvPr>
          <p:cNvSpPr>
            <a:spLocks noGrp="1"/>
          </p:cNvSpPr>
          <p:nvPr>
            <p:ph type="body" sz="quarter" idx="14" hasCustomPrompt="1"/>
          </p:nvPr>
        </p:nvSpPr>
        <p:spPr>
          <a:xfrm>
            <a:off x="540000" y="5327998"/>
            <a:ext cx="6255971" cy="792000"/>
          </a:xfrm>
        </p:spPr>
        <p:txBody>
          <a:bodyPr/>
          <a:lstStyle>
            <a:lvl1pPr>
              <a:defRPr sz="1800">
                <a:solidFill>
                  <a:schemeClr val="bg1"/>
                </a:solidFill>
                <a:latin typeface="Arial" panose="020B0604020202020204" pitchFamily="34" charset="0"/>
                <a:cs typeface="Arial" panose="020B0604020202020204" pitchFamily="34" charset="0"/>
              </a:defRPr>
            </a:lvl1pPr>
          </a:lstStyle>
          <a:p>
            <a:pPr lvl="0"/>
            <a:r>
              <a:rPr lang="en-US"/>
              <a:t>Presenter name</a:t>
            </a:r>
            <a:endParaRPr lang="en-AU"/>
          </a:p>
        </p:txBody>
      </p:sp>
      <p:sp>
        <p:nvSpPr>
          <p:cNvPr id="15" name="Text Placeholder 14">
            <a:extLst>
              <a:ext uri="{FF2B5EF4-FFF2-40B4-BE49-F238E27FC236}">
                <a16:creationId xmlns:a16="http://schemas.microsoft.com/office/drawing/2014/main" id="{5C2AC99F-F6FA-4B77-DD09-207FFF07B242}"/>
              </a:ext>
            </a:extLst>
          </p:cNvPr>
          <p:cNvSpPr>
            <a:spLocks noGrp="1"/>
          </p:cNvSpPr>
          <p:nvPr>
            <p:ph type="body" sz="quarter" idx="15" hasCustomPrompt="1"/>
          </p:nvPr>
        </p:nvSpPr>
        <p:spPr>
          <a:xfrm>
            <a:off x="540000" y="6192000"/>
            <a:ext cx="6255975" cy="360000"/>
          </a:xfrm>
        </p:spPr>
        <p:txBody>
          <a:bodyPr anchor="b" anchorCtr="0">
            <a:noAutofit/>
          </a:bodyPr>
          <a:lstStyle>
            <a:lvl1pPr algn="l">
              <a:defRPr sz="1800" b="0">
                <a:solidFill>
                  <a:schemeClr val="bg1"/>
                </a:solidFill>
                <a:latin typeface="Arial" panose="020B0604020202020204" pitchFamily="34" charset="0"/>
                <a:cs typeface="Arial" panose="020B0604020202020204" pitchFamily="34" charset="0"/>
              </a:defRPr>
            </a:lvl1pPr>
            <a:lvl2pPr>
              <a:defRPr sz="1600">
                <a:solidFill>
                  <a:schemeClr val="bg1"/>
                </a:solidFill>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00 Month YYYY</a:t>
            </a:r>
          </a:p>
        </p:txBody>
      </p:sp>
      <p:pic>
        <p:nvPicPr>
          <p:cNvPr id="17" name="Picture 16">
            <a:extLst>
              <a:ext uri="{FF2B5EF4-FFF2-40B4-BE49-F238E27FC236}">
                <a16:creationId xmlns:a16="http://schemas.microsoft.com/office/drawing/2014/main" id="{1B2918F2-2A15-B218-B84D-C469AD3B60D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135329" y="360000"/>
            <a:ext cx="660650" cy="715199"/>
          </a:xfrm>
          <a:prstGeom prst="rect">
            <a:avLst/>
          </a:prstGeom>
        </p:spPr>
      </p:pic>
      <p:sp>
        <p:nvSpPr>
          <p:cNvPr id="2" name="Picture Placeholder 4">
            <a:extLst>
              <a:ext uri="{FF2B5EF4-FFF2-40B4-BE49-F238E27FC236}">
                <a16:creationId xmlns:a16="http://schemas.microsoft.com/office/drawing/2014/main" id="{206B55C3-1914-D3B1-73B3-69F5509A4B69}"/>
              </a:ext>
              <a:ext uri="{C183D7F6-B498-43B3-948B-1728B52AA6E4}">
                <adec:decorative xmlns:adec="http://schemas.microsoft.com/office/drawing/2017/decorative" val="1"/>
              </a:ext>
            </a:extLst>
          </p:cNvPr>
          <p:cNvSpPr>
            <a:spLocks noGrp="1"/>
          </p:cNvSpPr>
          <p:nvPr>
            <p:ph type="pic" sz="quarter" idx="13"/>
          </p:nvPr>
        </p:nvSpPr>
        <p:spPr>
          <a:xfrm>
            <a:off x="7128000" y="0"/>
            <a:ext cx="5064000" cy="6858000"/>
          </a:xfrm>
        </p:spPr>
        <p:txBody>
          <a:bodyPr/>
          <a:lstStyle/>
          <a:p>
            <a:r>
              <a:rPr lang="en-US"/>
              <a:t>Click icon to add picture</a:t>
            </a:r>
            <a:endParaRPr lang="en-AU"/>
          </a:p>
        </p:txBody>
      </p:sp>
    </p:spTree>
    <p:extLst>
      <p:ext uri="{BB962C8B-B14F-4D97-AF65-F5344CB8AC3E}">
        <p14:creationId xmlns:p14="http://schemas.microsoft.com/office/powerpoint/2010/main" val="1578408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11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accent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C261660-AF47-818D-7C30-D254D989CACE}"/>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8AD8A72A-7327-BEF4-2507-0522B8614AE9}"/>
              </a:ext>
            </a:extLst>
          </p:cNvPr>
          <p:cNvSpPr>
            <a:spLocks noGrp="1"/>
          </p:cNvSpPr>
          <p:nvPr>
            <p:ph type="ctrTitle" hasCustomPrompt="1"/>
          </p:nvPr>
        </p:nvSpPr>
        <p:spPr>
          <a:xfrm>
            <a:off x="540000" y="4067881"/>
            <a:ext cx="11291998" cy="800681"/>
          </a:xfrm>
          <a:ln>
            <a:noFill/>
          </a:ln>
        </p:spPr>
        <p:txBody>
          <a:bodyPr anchor="t">
            <a:noAutofit/>
          </a:bodyPr>
          <a:lstStyle>
            <a:lvl1pPr algn="l">
              <a:lnSpc>
                <a:spcPct val="110000"/>
              </a:lnSpc>
              <a:defRPr sz="4800">
                <a:solidFill>
                  <a:schemeClr val="bg1"/>
                </a:solidFill>
                <a:latin typeface="Arial" panose="020B0604020202020204" pitchFamily="34" charset="0"/>
                <a:cs typeface="Arial" panose="020B0604020202020204" pitchFamily="34" charset="0"/>
              </a:defRPr>
            </a:lvl1pPr>
          </a:lstStyle>
          <a:p>
            <a:pPr>
              <a:lnSpc>
                <a:spcPct val="100000"/>
              </a:lnSpc>
            </a:pPr>
            <a:r>
              <a:rPr lang="en-AU"/>
              <a:t>Lesson title</a:t>
            </a:r>
          </a:p>
        </p:txBody>
      </p:sp>
      <p:sp>
        <p:nvSpPr>
          <p:cNvPr id="6" name="Oval 5">
            <a:extLst>
              <a:ext uri="{FF2B5EF4-FFF2-40B4-BE49-F238E27FC236}">
                <a16:creationId xmlns:a16="http://schemas.microsoft.com/office/drawing/2014/main" id="{5EBAE78F-1A35-0A2C-DBF4-48477CA8F3A7}"/>
              </a:ext>
            </a:extLst>
          </p:cNvPr>
          <p:cNvSpPr>
            <a:spLocks noGrp="1" noRot="1" noMove="1" noResize="1" noEditPoints="1" noAdjustHandles="1" noChangeArrowheads="1" noChangeShapeType="1"/>
          </p:cNvSpPr>
          <p:nvPr userDrawn="1"/>
        </p:nvSpPr>
        <p:spPr>
          <a:xfrm>
            <a:off x="11056620" y="289560"/>
            <a:ext cx="906780" cy="8006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 name="Picture 1">
            <a:extLst>
              <a:ext uri="{FF2B5EF4-FFF2-40B4-BE49-F238E27FC236}">
                <a16:creationId xmlns:a16="http://schemas.microsoft.com/office/drawing/2014/main" id="{1DE675F6-B3E6-7651-8B0E-50E39CE29B9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71348" y="360000"/>
            <a:ext cx="660650" cy="715199"/>
          </a:xfrm>
          <a:prstGeom prst="rect">
            <a:avLst/>
          </a:prstGeom>
        </p:spPr>
      </p:pic>
    </p:spTree>
    <p:extLst>
      <p:ext uri="{BB962C8B-B14F-4D97-AF65-F5344CB8AC3E}">
        <p14:creationId xmlns:p14="http://schemas.microsoft.com/office/powerpoint/2010/main" val="2864672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LISC">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Picture Placeholder 4">
            <a:extLst>
              <a:ext uri="{FF2B5EF4-FFF2-40B4-BE49-F238E27FC236}">
                <a16:creationId xmlns:a16="http://schemas.microsoft.com/office/drawing/2014/main" id="{8AB6FE45-2247-43AE-AFB0-3C1EC574D8FA}"/>
              </a:ext>
              <a:ext uri="{C183D7F6-B498-43B3-948B-1728B52AA6E4}">
                <adec:decorative xmlns:adec="http://schemas.microsoft.com/office/drawing/2017/decorative" val="1"/>
              </a:ext>
            </a:extLst>
          </p:cNvPr>
          <p:cNvSpPr>
            <a:spLocks noGrp="1"/>
          </p:cNvSpPr>
          <p:nvPr>
            <p:ph type="pic" sz="quarter" idx="13"/>
          </p:nvPr>
        </p:nvSpPr>
        <p:spPr>
          <a:xfrm>
            <a:off x="359998" y="1909282"/>
            <a:ext cx="11483999" cy="4210718"/>
          </a:xfrm>
        </p:spPr>
        <p:txBody>
          <a:bodyPr/>
          <a:lstStyle/>
          <a:p>
            <a:r>
              <a:rPr lang="en-US"/>
              <a:t>Click icon to add picture</a:t>
            </a: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p:nvPr>
        </p:nvSpPr>
        <p:spPr>
          <a:xfrm>
            <a:off x="359997" y="360000"/>
            <a:ext cx="11483999" cy="522000"/>
          </a:xfrm>
        </p:spPr>
        <p:txBody>
          <a:bodyPr/>
          <a:lstStyle>
            <a:lvl1pPr>
              <a:defRPr>
                <a:solidFill>
                  <a:schemeClr val="accent1"/>
                </a:solidFill>
              </a:defRPr>
            </a:lvl1pPr>
          </a:lstStyle>
          <a:p>
            <a:r>
              <a:rPr lang="en-US"/>
              <a:t>Click to edit Master title style</a:t>
            </a:r>
            <a:endParaRPr lang="en-AU"/>
          </a:p>
        </p:txBody>
      </p:sp>
      <p:sp>
        <p:nvSpPr>
          <p:cNvPr id="11" name="Text Placeholder 10">
            <a:extLst>
              <a:ext uri="{FF2B5EF4-FFF2-40B4-BE49-F238E27FC236}">
                <a16:creationId xmlns:a16="http://schemas.microsoft.com/office/drawing/2014/main" id="{4A905C52-CF4B-447B-B93D-A86FD209402A}"/>
              </a:ext>
            </a:extLst>
          </p:cNvPr>
          <p:cNvSpPr>
            <a:spLocks noGrp="1"/>
          </p:cNvSpPr>
          <p:nvPr>
            <p:ph type="body" sz="quarter" idx="18" hasCustomPrompt="1"/>
          </p:nvPr>
        </p:nvSpPr>
        <p:spPr>
          <a:xfrm>
            <a:off x="360000" y="1016704"/>
            <a:ext cx="11483996"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2297222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59999" y="360000"/>
            <a:ext cx="11483999"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399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Text Placeholder 3">
            <a:extLst>
              <a:ext uri="{FF2B5EF4-FFF2-40B4-BE49-F238E27FC236}">
                <a16:creationId xmlns:a16="http://schemas.microsoft.com/office/drawing/2014/main" id="{7A679F83-4A45-8E00-A9A4-2E8DE35C1BB0}"/>
              </a:ext>
            </a:extLst>
          </p:cNvPr>
          <p:cNvSpPr>
            <a:spLocks noGrp="1"/>
          </p:cNvSpPr>
          <p:nvPr>
            <p:ph type="body" sz="quarter" idx="17" hasCustomPrompt="1"/>
          </p:nvPr>
        </p:nvSpPr>
        <p:spPr>
          <a:xfrm>
            <a:off x="360000" y="1567086"/>
            <a:ext cx="11484000" cy="4807835"/>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09472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8" name="Picture Placeholder 7">
            <a:extLst>
              <a:ext uri="{FF2B5EF4-FFF2-40B4-BE49-F238E27FC236}">
                <a16:creationId xmlns:a16="http://schemas.microsoft.com/office/drawing/2014/main" id="{F0C3D212-D9E6-5651-0336-B3898E36FBA5}"/>
              </a:ext>
            </a:extLst>
          </p:cNvPr>
          <p:cNvSpPr>
            <a:spLocks noGrp="1"/>
          </p:cNvSpPr>
          <p:nvPr>
            <p:ph type="pic" sz="quarter" idx="20"/>
          </p:nvPr>
        </p:nvSpPr>
        <p:spPr>
          <a:xfrm>
            <a:off x="360000" y="2765028"/>
            <a:ext cx="2240960" cy="2649349"/>
          </a:xfrm>
        </p:spPr>
        <p:txBody>
          <a:bodyPr/>
          <a:lstStyle>
            <a:lvl1pPr>
              <a:defRPr sz="1600"/>
            </a:lvl1pPr>
          </a:lstStyle>
          <a:p>
            <a:r>
              <a:rPr lang="en-US"/>
              <a:t>Click icon to add picture</a:t>
            </a:r>
            <a:endParaRPr lang="en-AU"/>
          </a:p>
        </p:txBody>
      </p:sp>
      <p:sp>
        <p:nvSpPr>
          <p:cNvPr id="13" name="Picture Placeholder 7">
            <a:extLst>
              <a:ext uri="{FF2B5EF4-FFF2-40B4-BE49-F238E27FC236}">
                <a16:creationId xmlns:a16="http://schemas.microsoft.com/office/drawing/2014/main" id="{B4B450DC-5728-768F-26C0-12B026741DA4}"/>
              </a:ext>
            </a:extLst>
          </p:cNvPr>
          <p:cNvSpPr>
            <a:spLocks noGrp="1"/>
          </p:cNvSpPr>
          <p:nvPr>
            <p:ph type="pic" sz="quarter" idx="21"/>
          </p:nvPr>
        </p:nvSpPr>
        <p:spPr>
          <a:xfrm>
            <a:off x="3363973" y="2765028"/>
            <a:ext cx="2240960" cy="2649349"/>
          </a:xfrm>
        </p:spPr>
        <p:txBody>
          <a:bodyPr/>
          <a:lstStyle>
            <a:lvl1pPr>
              <a:defRPr sz="1600"/>
            </a:lvl1pPr>
          </a:lstStyle>
          <a:p>
            <a:r>
              <a:rPr lang="en-US"/>
              <a:t>Click icon to add picture</a:t>
            </a:r>
            <a:endParaRPr lang="en-AU"/>
          </a:p>
        </p:txBody>
      </p:sp>
      <p:sp>
        <p:nvSpPr>
          <p:cNvPr id="15" name="Picture Placeholder 7">
            <a:extLst>
              <a:ext uri="{FF2B5EF4-FFF2-40B4-BE49-F238E27FC236}">
                <a16:creationId xmlns:a16="http://schemas.microsoft.com/office/drawing/2014/main" id="{6C3CDCFB-025E-3885-F074-73ADECE44C9E}"/>
              </a:ext>
            </a:extLst>
          </p:cNvPr>
          <p:cNvSpPr>
            <a:spLocks noGrp="1"/>
          </p:cNvSpPr>
          <p:nvPr>
            <p:ph type="pic" sz="quarter" idx="22"/>
          </p:nvPr>
        </p:nvSpPr>
        <p:spPr>
          <a:xfrm>
            <a:off x="9371920" y="2765028"/>
            <a:ext cx="2240960" cy="2649349"/>
          </a:xfrm>
        </p:spPr>
        <p:txBody>
          <a:bodyPr/>
          <a:lstStyle>
            <a:lvl1pPr>
              <a:defRPr sz="1600"/>
            </a:lvl1pPr>
          </a:lstStyle>
          <a:p>
            <a:r>
              <a:rPr lang="en-US"/>
              <a:t>Click icon to add picture</a:t>
            </a:r>
            <a:endParaRPr lang="en-AU"/>
          </a:p>
        </p:txBody>
      </p:sp>
      <p:sp>
        <p:nvSpPr>
          <p:cNvPr id="17" name="Picture Placeholder 7">
            <a:extLst>
              <a:ext uri="{FF2B5EF4-FFF2-40B4-BE49-F238E27FC236}">
                <a16:creationId xmlns:a16="http://schemas.microsoft.com/office/drawing/2014/main" id="{CCABCD24-7B7B-0554-1934-9DC04D3EBBF4}"/>
              </a:ext>
            </a:extLst>
          </p:cNvPr>
          <p:cNvSpPr>
            <a:spLocks noGrp="1"/>
          </p:cNvSpPr>
          <p:nvPr>
            <p:ph type="pic" sz="quarter" idx="23"/>
          </p:nvPr>
        </p:nvSpPr>
        <p:spPr>
          <a:xfrm>
            <a:off x="6367946" y="2765028"/>
            <a:ext cx="2240960" cy="2649349"/>
          </a:xfrm>
        </p:spPr>
        <p:txBody>
          <a:bodyPr/>
          <a:lstStyle>
            <a:lvl1pPr>
              <a:defRPr sz="1600"/>
            </a:lvl1pPr>
          </a:lstStyle>
          <a:p>
            <a:r>
              <a:rPr lang="en-US"/>
              <a:t>Click icon to add picture</a:t>
            </a:r>
            <a:endParaRPr lang="en-AU"/>
          </a:p>
        </p:txBody>
      </p:sp>
      <p:sp>
        <p:nvSpPr>
          <p:cNvPr id="2" name="Text Placeholder 5">
            <a:extLst>
              <a:ext uri="{FF2B5EF4-FFF2-40B4-BE49-F238E27FC236}">
                <a16:creationId xmlns:a16="http://schemas.microsoft.com/office/drawing/2014/main" id="{1DFCC6A7-827F-6E36-F159-837EA4EBC3D3}"/>
              </a:ext>
            </a:extLst>
          </p:cNvPr>
          <p:cNvSpPr>
            <a:spLocks noGrp="1"/>
          </p:cNvSpPr>
          <p:nvPr>
            <p:ph type="body" sz="quarter" idx="24" hasCustomPrompt="1"/>
          </p:nvPr>
        </p:nvSpPr>
        <p:spPr>
          <a:xfrm>
            <a:off x="360000" y="1625946"/>
            <a:ext cx="11243037" cy="893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500892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11" name="Text Placeholder 2">
            <a:extLst>
              <a:ext uri="{FF2B5EF4-FFF2-40B4-BE49-F238E27FC236}">
                <a16:creationId xmlns:a16="http://schemas.microsoft.com/office/drawing/2014/main" id="{09AE21FE-7E6F-A034-F036-612FA37CA8BC}"/>
              </a:ext>
            </a:extLst>
          </p:cNvPr>
          <p:cNvSpPr>
            <a:spLocks noGrp="1"/>
          </p:cNvSpPr>
          <p:nvPr>
            <p:ph type="body" sz="quarter" idx="27" hasCustomPrompt="1"/>
          </p:nvPr>
        </p:nvSpPr>
        <p:spPr>
          <a:xfrm>
            <a:off x="1345520" y="547435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2" name="Text Placeholder 5">
            <a:extLst>
              <a:ext uri="{FF2B5EF4-FFF2-40B4-BE49-F238E27FC236}">
                <a16:creationId xmlns:a16="http://schemas.microsoft.com/office/drawing/2014/main" id="{0C45F7D3-A319-C117-165D-6FAF332E7124}"/>
              </a:ext>
            </a:extLst>
          </p:cNvPr>
          <p:cNvSpPr>
            <a:spLocks noGrp="1"/>
          </p:cNvSpPr>
          <p:nvPr>
            <p:ph type="body" sz="quarter" idx="28" hasCustomPrompt="1"/>
          </p:nvPr>
        </p:nvSpPr>
        <p:spPr>
          <a:xfrm>
            <a:off x="360000" y="1625946"/>
            <a:ext cx="11243037" cy="527974"/>
          </a:xfrm>
        </p:spPr>
        <p:txBody>
          <a:bodyPr/>
          <a:lstStyle>
            <a:lvl1pPr>
              <a:spcAft>
                <a:spcPts val="600"/>
              </a:spcAft>
              <a:defRPr sz="1800"/>
            </a:lvl1pPr>
          </a:lstStyle>
          <a:p>
            <a:pPr lvl="0"/>
            <a:r>
              <a:rPr lang="en-GB"/>
              <a:t>Insert text</a:t>
            </a:r>
          </a:p>
        </p:txBody>
      </p:sp>
      <p:sp>
        <p:nvSpPr>
          <p:cNvPr id="13" name="Text Placeholder 2">
            <a:extLst>
              <a:ext uri="{FF2B5EF4-FFF2-40B4-BE49-F238E27FC236}">
                <a16:creationId xmlns:a16="http://schemas.microsoft.com/office/drawing/2014/main" id="{5F81E50E-5FDF-87FB-F284-468C0D7FADB8}"/>
              </a:ext>
            </a:extLst>
          </p:cNvPr>
          <p:cNvSpPr>
            <a:spLocks noGrp="1"/>
          </p:cNvSpPr>
          <p:nvPr>
            <p:ph type="body" sz="quarter" idx="29" hasCustomPrompt="1"/>
          </p:nvPr>
        </p:nvSpPr>
        <p:spPr>
          <a:xfrm>
            <a:off x="1345520" y="4624304"/>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4" name="Text Placeholder 2">
            <a:extLst>
              <a:ext uri="{FF2B5EF4-FFF2-40B4-BE49-F238E27FC236}">
                <a16:creationId xmlns:a16="http://schemas.microsoft.com/office/drawing/2014/main" id="{9A44A122-DD69-F174-2E08-3A0257CA52FB}"/>
              </a:ext>
            </a:extLst>
          </p:cNvPr>
          <p:cNvSpPr>
            <a:spLocks noGrp="1"/>
          </p:cNvSpPr>
          <p:nvPr>
            <p:ph type="body" sz="quarter" idx="30" hasCustomPrompt="1"/>
          </p:nvPr>
        </p:nvSpPr>
        <p:spPr>
          <a:xfrm>
            <a:off x="1345520" y="3774251"/>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5" name="Text Placeholder 2">
            <a:extLst>
              <a:ext uri="{FF2B5EF4-FFF2-40B4-BE49-F238E27FC236}">
                <a16:creationId xmlns:a16="http://schemas.microsoft.com/office/drawing/2014/main" id="{FC304F2C-9B61-A905-CA27-E6F31881426D}"/>
              </a:ext>
            </a:extLst>
          </p:cNvPr>
          <p:cNvSpPr>
            <a:spLocks noGrp="1"/>
          </p:cNvSpPr>
          <p:nvPr>
            <p:ph type="body" sz="quarter" idx="31" hasCustomPrompt="1"/>
          </p:nvPr>
        </p:nvSpPr>
        <p:spPr>
          <a:xfrm>
            <a:off x="1345520" y="292419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Tree>
    <p:extLst>
      <p:ext uri="{BB962C8B-B14F-4D97-AF65-F5344CB8AC3E}">
        <p14:creationId xmlns:p14="http://schemas.microsoft.com/office/powerpoint/2010/main" val="2560421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icture and content">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59999" y="1677281"/>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1381125" y="5049838"/>
            <a:ext cx="8901113" cy="1341437"/>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299550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rue or Fals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49840" y="2726105"/>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360000" y="1625946"/>
            <a:ext cx="11243037" cy="893226"/>
          </a:xfrm>
        </p:spPr>
        <p:txBody>
          <a:bodyPr/>
          <a:lstStyle>
            <a:lvl1pPr>
              <a:spcAft>
                <a:spcPts val="600"/>
              </a:spcAft>
              <a:defRPr sz="1800"/>
            </a:lvl1pPr>
          </a:lstStyle>
          <a:p>
            <a:pPr lvl="0"/>
            <a:r>
              <a:rPr lang="en-GB"/>
              <a:t>Insert text</a:t>
            </a:r>
          </a:p>
        </p:txBody>
      </p:sp>
      <p:sp>
        <p:nvSpPr>
          <p:cNvPr id="3" name="Text Placeholder 5">
            <a:extLst>
              <a:ext uri="{FF2B5EF4-FFF2-40B4-BE49-F238E27FC236}">
                <a16:creationId xmlns:a16="http://schemas.microsoft.com/office/drawing/2014/main" id="{4AD4AB7C-8A21-E4EB-AA93-807A148152FD}"/>
              </a:ext>
            </a:extLst>
          </p:cNvPr>
          <p:cNvSpPr>
            <a:spLocks noGrp="1"/>
          </p:cNvSpPr>
          <p:nvPr>
            <p:ph type="body" sz="quarter" idx="23" hasCustomPrompt="1"/>
          </p:nvPr>
        </p:nvSpPr>
        <p:spPr>
          <a:xfrm>
            <a:off x="1973601" y="5964774"/>
            <a:ext cx="2567920" cy="731226"/>
          </a:xfrm>
        </p:spPr>
        <p:txBody>
          <a:bodyPr/>
          <a:lstStyle>
            <a:lvl1pPr>
              <a:spcAft>
                <a:spcPts val="600"/>
              </a:spcAft>
              <a:defRPr sz="1800"/>
            </a:lvl1pPr>
          </a:lstStyle>
          <a:p>
            <a:pPr lvl="0"/>
            <a:r>
              <a:rPr lang="en-GB"/>
              <a:t>Insert text</a:t>
            </a:r>
          </a:p>
        </p:txBody>
      </p:sp>
      <p:sp>
        <p:nvSpPr>
          <p:cNvPr id="8" name="Text Placeholder 5">
            <a:extLst>
              <a:ext uri="{FF2B5EF4-FFF2-40B4-BE49-F238E27FC236}">
                <a16:creationId xmlns:a16="http://schemas.microsoft.com/office/drawing/2014/main" id="{6FF1592D-1B12-201B-A9BD-5B5B908ECC65}"/>
              </a:ext>
            </a:extLst>
          </p:cNvPr>
          <p:cNvSpPr>
            <a:spLocks noGrp="1"/>
          </p:cNvSpPr>
          <p:nvPr>
            <p:ph type="body" sz="quarter" idx="24" hasCustomPrompt="1"/>
          </p:nvPr>
        </p:nvSpPr>
        <p:spPr>
          <a:xfrm>
            <a:off x="8161041" y="5964774"/>
            <a:ext cx="2567920" cy="731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3798147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eature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91FCC384-7450-516C-24D0-7D029ED3855A}"/>
              </a:ext>
              <a:ext uri="{C183D7F6-B498-43B3-948B-1728B52AA6E4}">
                <adec:decorative xmlns:adec="http://schemas.microsoft.com/office/drawing/2017/decorative" val="1"/>
              </a:ext>
            </a:extLst>
          </p:cNvPr>
          <p:cNvSpPr>
            <a:spLocks noGrp="1"/>
          </p:cNvSpPr>
          <p:nvPr>
            <p:ph type="pic" sz="quarter" idx="13"/>
          </p:nvPr>
        </p:nvSpPr>
        <p:spPr>
          <a:xfrm>
            <a:off x="0" y="0"/>
            <a:ext cx="5040000" cy="6858000"/>
          </a:xfrm>
        </p:spPr>
        <p:txBody>
          <a:bodyPr/>
          <a:lstStyle/>
          <a:p>
            <a:r>
              <a:rPr lang="en-US"/>
              <a:t>Click icon to add picture</a:t>
            </a:r>
            <a:endParaRPr lang="en-AU"/>
          </a:p>
        </p:txBody>
      </p:sp>
      <p:sp>
        <p:nvSpPr>
          <p:cNvPr id="4" name="Title 1">
            <a:extLst>
              <a:ext uri="{FF2B5EF4-FFF2-40B4-BE49-F238E27FC236}">
                <a16:creationId xmlns:a16="http://schemas.microsoft.com/office/drawing/2014/main" id="{46E61F09-1856-72E7-5C79-31B4A856E7AD}"/>
              </a:ext>
            </a:extLst>
          </p:cNvPr>
          <p:cNvSpPr>
            <a:spLocks noGrp="1"/>
          </p:cNvSpPr>
          <p:nvPr>
            <p:ph type="title" hasCustomPrompt="1"/>
          </p:nvPr>
        </p:nvSpPr>
        <p:spPr>
          <a:xfrm>
            <a:off x="5400000" y="360000"/>
            <a:ext cx="6407148" cy="554400"/>
          </a:xfrm>
        </p:spPr>
        <p:txBody>
          <a:bodyPr/>
          <a:lstStyle>
            <a:lvl1pPr>
              <a:defRPr>
                <a:solidFill>
                  <a:schemeClr val="accent1"/>
                </a:solidFill>
              </a:defRPr>
            </a:lvl1pPr>
          </a:lstStyle>
          <a:p>
            <a:r>
              <a:rPr lang="en-US"/>
              <a:t>Title</a:t>
            </a:r>
          </a:p>
        </p:txBody>
      </p:sp>
      <p:cxnSp>
        <p:nvCxnSpPr>
          <p:cNvPr id="6" name="Straight Connector 5">
            <a:extLst>
              <a:ext uri="{FF2B5EF4-FFF2-40B4-BE49-F238E27FC236}">
                <a16:creationId xmlns:a16="http://schemas.microsoft.com/office/drawing/2014/main" id="{52576981-5B08-29E1-CBD0-60B20605F583}"/>
              </a:ext>
              <a:ext uri="{C183D7F6-B498-43B3-948B-1728B52AA6E4}">
                <adec:decorative xmlns:adec="http://schemas.microsoft.com/office/drawing/2017/decorative" val="1"/>
              </a:ext>
            </a:extLst>
          </p:cNvPr>
          <p:cNvCxnSpPr>
            <a:cxnSpLocks/>
          </p:cNvCxnSpPr>
          <p:nvPr userDrawn="1"/>
        </p:nvCxnSpPr>
        <p:spPr>
          <a:xfrm>
            <a:off x="5220000" y="1800000"/>
            <a:ext cx="0" cy="453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Slide Number Placeholder 1">
            <a:extLst>
              <a:ext uri="{FF2B5EF4-FFF2-40B4-BE49-F238E27FC236}">
                <a16:creationId xmlns:a16="http://schemas.microsoft.com/office/drawing/2014/main" id="{AC754ADD-23A8-B626-EF2D-A89E9897C22E}"/>
              </a:ext>
            </a:extLst>
          </p:cNvPr>
          <p:cNvSpPr>
            <a:spLocks noGrp="1"/>
          </p:cNvSpPr>
          <p:nvPr>
            <p:ph type="sldNum" sz="quarter" idx="16"/>
          </p:nvPr>
        </p:nvSpPr>
        <p:spPr>
          <a:xfrm>
            <a:off x="11124000" y="6516000"/>
            <a:ext cx="720000" cy="180000"/>
          </a:xfrm>
        </p:spPr>
        <p:txBody>
          <a:bodyPr/>
          <a:lstStyle/>
          <a:p>
            <a:fld id="{10A01DC5-1685-4615-8240-15192985C6A2}" type="slidenum">
              <a:rPr lang="en-AU" smtClean="0"/>
              <a:pPr/>
              <a:t>‹#›</a:t>
            </a:fld>
            <a:endParaRPr lang="en-AU"/>
          </a:p>
        </p:txBody>
      </p:sp>
      <p:sp>
        <p:nvSpPr>
          <p:cNvPr id="10" name="Text Placeholder 3">
            <a:extLst>
              <a:ext uri="{FF2B5EF4-FFF2-40B4-BE49-F238E27FC236}">
                <a16:creationId xmlns:a16="http://schemas.microsoft.com/office/drawing/2014/main" id="{DE31FF8A-F945-2755-C01F-A984129CCFE4}"/>
              </a:ext>
            </a:extLst>
          </p:cNvPr>
          <p:cNvSpPr>
            <a:spLocks noGrp="1"/>
          </p:cNvSpPr>
          <p:nvPr>
            <p:ph type="body" sz="quarter" idx="17" hasCustomPrompt="1"/>
          </p:nvPr>
        </p:nvSpPr>
        <p:spPr>
          <a:xfrm>
            <a:off x="5400675" y="1800000"/>
            <a:ext cx="6407150" cy="4536000"/>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5222D209-0CF8-F581-20B2-402482319282}"/>
              </a:ext>
            </a:extLst>
          </p:cNvPr>
          <p:cNvSpPr>
            <a:spLocks noGrp="1"/>
          </p:cNvSpPr>
          <p:nvPr>
            <p:ph type="body" sz="quarter" idx="18" hasCustomPrompt="1"/>
          </p:nvPr>
        </p:nvSpPr>
        <p:spPr>
          <a:xfrm>
            <a:off x="5399998" y="982520"/>
            <a:ext cx="6407150" cy="294189"/>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1721998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tudent devised exa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8F6E96-99E3-4F1D-3A20-E08B77215476}"/>
              </a:ext>
            </a:extLst>
          </p:cNvPr>
          <p:cNvSpPr/>
          <p:nvPr userDrawn="1"/>
        </p:nvSpPr>
        <p:spPr>
          <a:xfrm>
            <a:off x="0" y="0"/>
            <a:ext cx="12192000" cy="161636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535382"/>
            <a:ext cx="9920073"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1743837"/>
            <a:ext cx="9920073" cy="471554"/>
          </a:xfrm>
        </p:spPr>
        <p:txBody>
          <a:bodyPr anchor="b">
            <a:noAutofit/>
          </a:bodyPr>
          <a:lstStyle>
            <a:lvl1pPr>
              <a:defRPr sz="28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pic>
        <p:nvPicPr>
          <p:cNvPr id="3" name="Picture 2" descr="A blue circle with a piece of a puzzle&#10;&#10;Description automatically generated">
            <a:extLst>
              <a:ext uri="{FF2B5EF4-FFF2-40B4-BE49-F238E27FC236}">
                <a16:creationId xmlns:a16="http://schemas.microsoft.com/office/drawing/2014/main" id="{F96725C5-9C99-B330-D0AA-938DE6B59F4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2417" y="134354"/>
            <a:ext cx="1347657" cy="1347657"/>
          </a:xfrm>
          <a:prstGeom prst="rect">
            <a:avLst/>
          </a:prstGeom>
          <a:noFill/>
          <a:extLst>
            <a:ext uri="{909E8E84-426E-40DD-AFC4-6F175D3DCCD1}">
              <a14:hiddenFill xmlns:a14="http://schemas.microsoft.com/office/drawing/2010/main">
                <a:solidFill>
                  <a:srgbClr val="FFFFFF"/>
                </a:solidFill>
              </a14:hiddenFill>
            </a:ext>
          </a:extLst>
        </p:spPr>
      </p:pic>
      <p:sp>
        <p:nvSpPr>
          <p:cNvPr id="8" name="Picture Placeholder 7">
            <a:extLst>
              <a:ext uri="{FF2B5EF4-FFF2-40B4-BE49-F238E27FC236}">
                <a16:creationId xmlns:a16="http://schemas.microsoft.com/office/drawing/2014/main" id="{0A1CAFC3-176E-0DAD-ACB1-AD56FA16962A}"/>
              </a:ext>
            </a:extLst>
          </p:cNvPr>
          <p:cNvSpPr>
            <a:spLocks noGrp="1"/>
          </p:cNvSpPr>
          <p:nvPr>
            <p:ph type="pic" sz="quarter" idx="19"/>
          </p:nvPr>
        </p:nvSpPr>
        <p:spPr>
          <a:xfrm>
            <a:off x="360363" y="2317750"/>
            <a:ext cx="11483637" cy="2060575"/>
          </a:xfrm>
        </p:spPr>
        <p:txBody>
          <a:bodyPr/>
          <a:lstStyle/>
          <a:p>
            <a:r>
              <a:rPr lang="en-US"/>
              <a:t>Click icon to add picture</a:t>
            </a:r>
            <a:endParaRPr lang="en-AU"/>
          </a:p>
        </p:txBody>
      </p:sp>
      <p:sp>
        <p:nvSpPr>
          <p:cNvPr id="10" name="Text Placeholder 9">
            <a:extLst>
              <a:ext uri="{FF2B5EF4-FFF2-40B4-BE49-F238E27FC236}">
                <a16:creationId xmlns:a16="http://schemas.microsoft.com/office/drawing/2014/main" id="{3C17158F-8305-9FAD-5D27-F260E3A45E51}"/>
              </a:ext>
            </a:extLst>
          </p:cNvPr>
          <p:cNvSpPr>
            <a:spLocks noGrp="1"/>
          </p:cNvSpPr>
          <p:nvPr>
            <p:ph type="body" sz="quarter" idx="20"/>
          </p:nvPr>
        </p:nvSpPr>
        <p:spPr>
          <a:xfrm>
            <a:off x="360363" y="4579938"/>
            <a:ext cx="11483975" cy="1743075"/>
          </a:xfrm>
        </p:spPr>
        <p:txBody>
          <a:bodyPr/>
          <a:lstStyle>
            <a:lvl1pPr>
              <a:spcAft>
                <a:spcPts val="1200"/>
              </a:spcAft>
              <a:defRPr sz="1800"/>
            </a:lvl1pPr>
            <a:lvl2pPr>
              <a:spcAft>
                <a:spcPts val="1200"/>
              </a:spcAft>
              <a:defRPr sz="1800"/>
            </a:lvl2pPr>
            <a:lvl3pPr>
              <a:spcAft>
                <a:spcPts val="1200"/>
              </a:spcAft>
              <a:defRPr sz="1800"/>
            </a:lvl3pPr>
            <a:lvl4pPr>
              <a:spcAft>
                <a:spcPts val="1200"/>
              </a:spcAft>
              <a:defRPr sz="1800"/>
            </a:lvl4pPr>
            <a:lvl5pPr>
              <a:spcAft>
                <a:spcPts val="1200"/>
              </a:spcAf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295526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484000"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4000"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781477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A01DC5-1685-4615-8240-15192985C6A2}" type="slidenum">
              <a:rPr lang="en-AU" smtClean="0"/>
              <a:t>‹#›</a:t>
            </a:fld>
            <a:endParaRPr lang="en-AU"/>
          </a:p>
        </p:txBody>
      </p:sp>
    </p:spTree>
    <p:extLst>
      <p:ext uri="{BB962C8B-B14F-4D97-AF65-F5344CB8AC3E}">
        <p14:creationId xmlns:p14="http://schemas.microsoft.com/office/powerpoint/2010/main" val="2586807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References">
    <p:bg>
      <p:bgPr>
        <a:solidFill>
          <a:schemeClr val="accent4"/>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3C69E21-27A4-4448-A8A5-3DF6A41F3B28}"/>
              </a:ext>
            </a:extLst>
          </p:cNvPr>
          <p:cNvSpPr/>
          <p:nvPr userDrawn="1"/>
        </p:nvSpPr>
        <p:spPr>
          <a:xfrm>
            <a:off x="0" y="1265616"/>
            <a:ext cx="12192000" cy="1901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7" name="Straight Connector 6">
            <a:extLst>
              <a:ext uri="{FF2B5EF4-FFF2-40B4-BE49-F238E27FC236}">
                <a16:creationId xmlns:a16="http://schemas.microsoft.com/office/drawing/2014/main" id="{FDEA8E5D-F9A7-48AC-AF91-6754515E9D1B}"/>
              </a:ext>
              <a:ext uri="{C183D7F6-B498-43B3-948B-1728B52AA6E4}">
                <adec:decorative xmlns:adec="http://schemas.microsoft.com/office/drawing/2017/decorative" val="1"/>
              </a:ext>
            </a:extLst>
          </p:cNvPr>
          <p:cNvCxnSpPr>
            <a:cxnSpLocks/>
          </p:cNvCxnSpPr>
          <p:nvPr userDrawn="1"/>
        </p:nvCxnSpPr>
        <p:spPr>
          <a:xfrm>
            <a:off x="0" y="1265616"/>
            <a:ext cx="12192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81B646BC-5BB3-E31B-1A9E-AD82558D7FE8}"/>
              </a:ext>
            </a:extLst>
          </p:cNvPr>
          <p:cNvSpPr>
            <a:spLocks noGrp="1"/>
          </p:cNvSpPr>
          <p:nvPr>
            <p:ph type="sldNum" sz="quarter" idx="10"/>
          </p:nvPr>
        </p:nvSpPr>
        <p:spPr/>
        <p:txBody>
          <a:bodyPr/>
          <a:lstStyle/>
          <a:p>
            <a:fld id="{10A01DC5-1685-4615-8240-15192985C6A2}" type="slidenum">
              <a:rPr lang="en-AU" smtClean="0"/>
              <a:pPr/>
              <a:t>‹#›</a:t>
            </a:fld>
            <a:endParaRPr lang="en-AU"/>
          </a:p>
        </p:txBody>
      </p:sp>
      <p:sp>
        <p:nvSpPr>
          <p:cNvPr id="8" name="Title 3">
            <a:extLst>
              <a:ext uri="{FF2B5EF4-FFF2-40B4-BE49-F238E27FC236}">
                <a16:creationId xmlns:a16="http://schemas.microsoft.com/office/drawing/2014/main" id="{2245FC77-E959-4B3D-936D-71858DF4D065}"/>
              </a:ext>
            </a:extLst>
          </p:cNvPr>
          <p:cNvSpPr>
            <a:spLocks noGrp="1"/>
          </p:cNvSpPr>
          <p:nvPr>
            <p:ph type="title" hasCustomPrompt="1"/>
          </p:nvPr>
        </p:nvSpPr>
        <p:spPr>
          <a:xfrm>
            <a:off x="360000" y="360001"/>
            <a:ext cx="10080000" cy="521412"/>
          </a:xfrm>
        </p:spPr>
        <p:txBody>
          <a:bodyPr/>
          <a:lstStyle>
            <a:lvl1pPr>
              <a:defRPr>
                <a:solidFill>
                  <a:schemeClr val="accent1"/>
                </a:solidFill>
              </a:defRPr>
            </a:lvl1pPr>
          </a:lstStyle>
          <a:p>
            <a:r>
              <a:rPr lang="en-US"/>
              <a:t>References</a:t>
            </a:r>
            <a:endParaRPr lang="en-AU"/>
          </a:p>
        </p:txBody>
      </p:sp>
      <p:sp>
        <p:nvSpPr>
          <p:cNvPr id="2" name="Content Placeholder 2">
            <a:extLst>
              <a:ext uri="{FF2B5EF4-FFF2-40B4-BE49-F238E27FC236}">
                <a16:creationId xmlns:a16="http://schemas.microsoft.com/office/drawing/2014/main" id="{27905181-B8A1-3C65-36D9-EB3FF362FF6C}"/>
              </a:ext>
            </a:extLst>
          </p:cNvPr>
          <p:cNvSpPr>
            <a:spLocks noGrp="1"/>
          </p:cNvSpPr>
          <p:nvPr>
            <p:ph idx="1" hasCustomPrompt="1"/>
          </p:nvPr>
        </p:nvSpPr>
        <p:spPr>
          <a:xfrm>
            <a:off x="360000" y="3428999"/>
            <a:ext cx="11484000" cy="2927351"/>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0593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References co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hasCustomPrompt="1"/>
          </p:nvPr>
        </p:nvSpPr>
        <p:spPr>
          <a:xfrm>
            <a:off x="359997" y="360000"/>
            <a:ext cx="11483999" cy="522000"/>
          </a:xfrm>
        </p:spPr>
        <p:txBody>
          <a:bodyPr/>
          <a:lstStyle>
            <a:lvl1pPr>
              <a:defRPr>
                <a:solidFill>
                  <a:schemeClr val="accent1"/>
                </a:solidFill>
              </a:defRPr>
            </a:lvl1pPr>
          </a:lstStyle>
          <a:p>
            <a:r>
              <a:rPr lang="en-GB"/>
              <a:t>References (x)</a:t>
            </a:r>
            <a:endParaRPr lang="en-AU"/>
          </a:p>
        </p:txBody>
      </p:sp>
      <p:sp>
        <p:nvSpPr>
          <p:cNvPr id="2" name="Content Placeholder 2">
            <a:extLst>
              <a:ext uri="{FF2B5EF4-FFF2-40B4-BE49-F238E27FC236}">
                <a16:creationId xmlns:a16="http://schemas.microsoft.com/office/drawing/2014/main" id="{75109CEB-FEE9-3C82-2F10-45F8173A4BD3}"/>
              </a:ext>
            </a:extLst>
          </p:cNvPr>
          <p:cNvSpPr>
            <a:spLocks noGrp="1"/>
          </p:cNvSpPr>
          <p:nvPr>
            <p:ph idx="1" hasCustomPrompt="1"/>
          </p:nvPr>
        </p:nvSpPr>
        <p:spPr>
          <a:xfrm>
            <a:off x="360000" y="1971041"/>
            <a:ext cx="11484000" cy="4385310"/>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520534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pyright">
    <p:bg>
      <p:bgPr>
        <a:solidFill>
          <a:schemeClr val="accent1"/>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solidFill>
                  <a:schemeClr val="bg1"/>
                </a:solidFill>
              </a:defRPr>
            </a:lvl1pPr>
          </a:lstStyle>
          <a:p>
            <a:fld id="{10A01DC5-1685-4615-8240-15192985C6A2}" type="slidenum">
              <a:rPr lang="en-AU" smtClean="0"/>
              <a:pPr/>
              <a:t>‹#›</a:t>
            </a:fld>
            <a:endParaRPr lang="en-AU"/>
          </a:p>
        </p:txBody>
      </p:sp>
      <p:sp>
        <p:nvSpPr>
          <p:cNvPr id="2" name="Title 1">
            <a:extLst>
              <a:ext uri="{FF2B5EF4-FFF2-40B4-BE49-F238E27FC236}">
                <a16:creationId xmlns:a16="http://schemas.microsoft.com/office/drawing/2014/main" id="{34BE5FFA-C863-5F63-2574-4F650BA4588D}"/>
              </a:ext>
            </a:extLst>
          </p:cNvPr>
          <p:cNvSpPr>
            <a:spLocks noGrp="1"/>
          </p:cNvSpPr>
          <p:nvPr>
            <p:ph type="title" hasCustomPrompt="1"/>
          </p:nvPr>
        </p:nvSpPr>
        <p:spPr>
          <a:xfrm>
            <a:off x="360000" y="360000"/>
            <a:ext cx="10080000" cy="537467"/>
          </a:xfrm>
        </p:spPr>
        <p:txBody>
          <a:bodyPr/>
          <a:lstStyle>
            <a:lvl1pPr>
              <a:defRPr>
                <a:solidFill>
                  <a:schemeClr val="bg1"/>
                </a:solidFill>
              </a:defRPr>
            </a:lvl1pPr>
          </a:lstStyle>
          <a:p>
            <a:r>
              <a:rPr lang="en-US"/>
              <a:t>Copyright</a:t>
            </a:r>
          </a:p>
        </p:txBody>
      </p:sp>
      <p:sp>
        <p:nvSpPr>
          <p:cNvPr id="3" name="Slide Number Placeholder 4">
            <a:extLst>
              <a:ext uri="{FF2B5EF4-FFF2-40B4-BE49-F238E27FC236}">
                <a16:creationId xmlns:a16="http://schemas.microsoft.com/office/drawing/2014/main" id="{CAF241D3-718F-F3B9-95BA-7ED78B1B5BDD}"/>
              </a:ext>
            </a:extLst>
          </p:cNvPr>
          <p:cNvSpPr txBox="1">
            <a:spLocks/>
          </p:cNvSpPr>
          <p:nvPr userDrawn="1"/>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bg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a:t>
            </a:fld>
            <a:endParaRPr lang="en-AU"/>
          </a:p>
        </p:txBody>
      </p:sp>
      <p:sp>
        <p:nvSpPr>
          <p:cNvPr id="5" name="Rectangle 4">
            <a:extLst>
              <a:ext uri="{FF2B5EF4-FFF2-40B4-BE49-F238E27FC236}">
                <a16:creationId xmlns:a16="http://schemas.microsoft.com/office/drawing/2014/main" id="{147A10EB-69B5-E036-369C-033BAFE6DB18}"/>
              </a:ext>
            </a:extLst>
          </p:cNvPr>
          <p:cNvSpPr/>
          <p:nvPr userDrawn="1"/>
        </p:nvSpPr>
        <p:spPr>
          <a:xfrm>
            <a:off x="10915048" y="231006"/>
            <a:ext cx="1039529" cy="1100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 name="Picture 5" descr="A red flower with white text&#10;&#10;Description automatically generated with low confidence">
            <a:extLst>
              <a:ext uri="{FF2B5EF4-FFF2-40B4-BE49-F238E27FC236}">
                <a16:creationId xmlns:a16="http://schemas.microsoft.com/office/drawing/2014/main" id="{F5F3CD7E-F06C-6B47-6A3E-198A7C0DC31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95216" y="360000"/>
            <a:ext cx="660785" cy="717587"/>
          </a:xfrm>
          <a:prstGeom prst="rect">
            <a:avLst/>
          </a:prstGeom>
        </p:spPr>
      </p:pic>
      <p:pic>
        <p:nvPicPr>
          <p:cNvPr id="7" name="Picture 12" descr="Creative Commons Attribution licence logo">
            <a:extLst>
              <a:ext uri="{FF2B5EF4-FFF2-40B4-BE49-F238E27FC236}">
                <a16:creationId xmlns:a16="http://schemas.microsoft.com/office/drawing/2014/main" id="{7948A98C-F758-2F9B-44F6-E4FEA77CAA7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244972" y="2967486"/>
            <a:ext cx="1406523" cy="489432"/>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10">
            <a:extLst>
              <a:ext uri="{FF2B5EF4-FFF2-40B4-BE49-F238E27FC236}">
                <a16:creationId xmlns:a16="http://schemas.microsoft.com/office/drawing/2014/main" id="{CD8E711E-20C4-EB65-95D8-4E4BB3686546}"/>
              </a:ext>
            </a:extLst>
          </p:cNvPr>
          <p:cNvSpPr>
            <a:spLocks noGrp="1"/>
          </p:cNvSpPr>
          <p:nvPr>
            <p:ph type="body" sz="quarter" idx="18" hasCustomPrompt="1"/>
          </p:nvPr>
        </p:nvSpPr>
        <p:spPr>
          <a:xfrm>
            <a:off x="360000" y="981264"/>
            <a:ext cx="10080000" cy="310015"/>
          </a:xfrm>
        </p:spPr>
        <p:txBody>
          <a:bodyPr anchor="b">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076037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0000" y="360000"/>
            <a:ext cx="10080000" cy="10080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60000" y="1620000"/>
            <a:ext cx="11484000" cy="4536000"/>
          </a:xfrm>
          <a:prstGeom prst="rect">
            <a:avLst/>
          </a:prstGeom>
        </p:spPr>
        <p:txBody>
          <a:bodyPr vert="horz" lIns="0" tIns="0" rIns="0" bIns="0" rtlCol="0">
            <a:noAutofit/>
          </a:bodyPr>
          <a:lstStyle/>
          <a:p>
            <a:pPr marL="0" marR="0" lvl="0"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Click to edit Master text styles</a:t>
            </a:r>
          </a:p>
          <a:p>
            <a:pPr marL="0" marR="0" lvl="1"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Second level</a:t>
            </a:r>
          </a:p>
          <a:p>
            <a:pPr marL="0" marR="0" lvl="2"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Third level</a:t>
            </a:r>
          </a:p>
          <a:p>
            <a:pPr marL="0" marR="0" lvl="3"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Fourth level</a:t>
            </a:r>
          </a:p>
          <a:p>
            <a:pPr marL="0" marR="0" lvl="4"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Fifth level</a:t>
            </a:r>
          </a:p>
        </p:txBody>
      </p:sp>
      <p:sp>
        <p:nvSpPr>
          <p:cNvPr id="6" name="Slide Number Placeholder 5"/>
          <p:cNvSpPr>
            <a:spLocks noGrp="1"/>
          </p:cNvSpPr>
          <p:nvPr>
            <p:ph type="sldNum" sz="quarter" idx="4"/>
          </p:nvPr>
        </p:nvSpPr>
        <p:spPr>
          <a:xfrm>
            <a:off x="11124000" y="6516000"/>
            <a:ext cx="720000" cy="180000"/>
          </a:xfrm>
          <a:prstGeom prst="rect">
            <a:avLst/>
          </a:prstGeom>
        </p:spPr>
        <p:txBody>
          <a:bodyPr vert="horz" lIns="0" tIns="0" rIns="0" bIns="0" rtlCol="0" anchor="t"/>
          <a:lstStyle>
            <a:lvl1pPr algn="r">
              <a:defRPr sz="1200">
                <a:solidFill>
                  <a:schemeClr val="tx1"/>
                </a:solidFill>
                <a:latin typeface="+mn-lt"/>
              </a:defRPr>
            </a:lvl1pPr>
          </a:lstStyle>
          <a:p>
            <a:fld id="{10A01DC5-1685-4615-8240-15192985C6A2}" type="slidenum">
              <a:rPr lang="en-AU" smtClean="0"/>
              <a:pPr/>
              <a:t>‹#›</a:t>
            </a:fld>
            <a:endParaRPr lang="en-AU"/>
          </a:p>
        </p:txBody>
      </p:sp>
    </p:spTree>
    <p:extLst>
      <p:ext uri="{BB962C8B-B14F-4D97-AF65-F5344CB8AC3E}">
        <p14:creationId xmlns:p14="http://schemas.microsoft.com/office/powerpoint/2010/main" val="4123316428"/>
      </p:ext>
    </p:extLst>
  </p:cSld>
  <p:clrMap bg1="lt1" tx1="dk1" bg2="lt2" tx2="dk2" accent1="accent1" accent2="accent2" accent3="accent3" accent4="accent4" accent5="accent5" accent6="accent6" hlink="hlink" folHlink="folHlink"/>
  <p:sldLayoutIdLst>
    <p:sldLayoutId id="2147483728" r:id="rId1"/>
    <p:sldLayoutId id="2147483731" r:id="rId2"/>
    <p:sldLayoutId id="2147483747" r:id="rId3"/>
    <p:sldLayoutId id="2147483724" r:id="rId4"/>
    <p:sldLayoutId id="2147483751" r:id="rId5"/>
    <p:sldLayoutId id="2147483754" r:id="rId6"/>
    <p:sldLayoutId id="2147483752" r:id="rId7"/>
    <p:sldLayoutId id="2147483753" r:id="rId8"/>
    <p:sldLayoutId id="2147483723" r:id="rId9"/>
    <p:sldLayoutId id="2147483749" r:id="rId10"/>
    <p:sldLayoutId id="2147483746" r:id="rId11"/>
    <p:sldLayoutId id="2147483725" r:id="rId12"/>
    <p:sldLayoutId id="2147483743" r:id="rId13"/>
    <p:sldLayoutId id="2147483750" r:id="rId14"/>
    <p:sldLayoutId id="2147483744" r:id="rId1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90000"/>
        </a:lnSpc>
        <a:spcBef>
          <a:spcPct val="0"/>
        </a:spcBef>
        <a:buNone/>
        <a:defRPr sz="36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slide" Target="slide41.xml"/><Relationship Id="rId3" Type="http://schemas.openxmlformats.org/officeDocument/2006/relationships/slide" Target="slide4.xml"/><Relationship Id="rId7" Type="http://schemas.openxmlformats.org/officeDocument/2006/relationships/slide" Target="slide34.xml"/><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slide" Target="slide27.xml"/><Relationship Id="rId5" Type="http://schemas.openxmlformats.org/officeDocument/2006/relationships/slide" Target="slide19.xml"/><Relationship Id="rId10" Type="http://schemas.openxmlformats.org/officeDocument/2006/relationships/slide" Target="slide56.xml"/><Relationship Id="rId4" Type="http://schemas.openxmlformats.org/officeDocument/2006/relationships/slide" Target="slide12.xml"/><Relationship Id="rId9" Type="http://schemas.openxmlformats.org/officeDocument/2006/relationships/slide" Target="slide4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4.xml"/><Relationship Id="rId5" Type="http://schemas.openxmlformats.org/officeDocument/2006/relationships/hyperlink" Target="https://www.abs.gov.au/statistics/people/population/national-state-and-territory-population/latest-release" TargetMode="Externa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4.xml"/><Relationship Id="rId5" Type="http://schemas.openxmlformats.org/officeDocument/2006/relationships/image" Target="../media/image16.png"/><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4.xml"/><Relationship Id="rId4" Type="http://schemas.openxmlformats.org/officeDocument/2006/relationships/image" Target="../media/image18.svg"/></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4.xml"/><Relationship Id="rId1" Type="http://schemas.openxmlformats.org/officeDocument/2006/relationships/slideLayout" Target="../slideLayouts/slideLayout4.xml"/><Relationship Id="rId4" Type="http://schemas.openxmlformats.org/officeDocument/2006/relationships/image" Target="../media/image19.pn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4.xml"/><Relationship Id="rId5" Type="http://schemas.openxmlformats.org/officeDocument/2006/relationships/hyperlink" Target="https://www.worldometers.info/world-population/population-by-country/" TargetMode="External"/><Relationship Id="rId4" Type="http://schemas.openxmlformats.org/officeDocument/2006/relationships/image" Target="../media/image11.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1.xml"/><Relationship Id="rId1" Type="http://schemas.openxmlformats.org/officeDocument/2006/relationships/slideLayout" Target="../slideLayouts/slideLayout4.xml"/><Relationship Id="rId4" Type="http://schemas.openxmlformats.org/officeDocument/2006/relationships/image" Target="../media/image20.png"/></Relationships>
</file>

<file path=ppt/slides/_rels/slide3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3.xml"/><Relationship Id="rId1" Type="http://schemas.openxmlformats.org/officeDocument/2006/relationships/slideLayout" Target="../slideLayouts/slideLayout4.xml"/><Relationship Id="rId4" Type="http://schemas.openxmlformats.org/officeDocument/2006/relationships/image" Target="../media/image21.sv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6.xml"/><Relationship Id="rId1" Type="http://schemas.openxmlformats.org/officeDocument/2006/relationships/slideLayout" Target="../slideLayouts/slideLayout4.xml"/><Relationship Id="rId4" Type="http://schemas.openxmlformats.org/officeDocument/2006/relationships/image" Target="../media/image22.png"/></Relationships>
</file>

<file path=ppt/slides/_rels/slide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8.xml"/><Relationship Id="rId1" Type="http://schemas.openxmlformats.org/officeDocument/2006/relationships/slideLayout" Target="../slideLayouts/slideLayout4.xml"/><Relationship Id="rId4" Type="http://schemas.openxmlformats.org/officeDocument/2006/relationships/image" Target="../media/image23.png"/></Relationships>
</file>

<file path=ppt/slides/_rels/slide3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9.xml"/><Relationship Id="rId1" Type="http://schemas.openxmlformats.org/officeDocument/2006/relationships/slideLayout" Target="../slideLayouts/slideLayout4.xml"/><Relationship Id="rId4" Type="http://schemas.openxmlformats.org/officeDocument/2006/relationships/image" Target="../media/image24.png"/></Relationships>
</file>

<file path=ppt/slides/_rels/slide4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2.xml"/><Relationship Id="rId1" Type="http://schemas.openxmlformats.org/officeDocument/2006/relationships/slideLayout" Target="../slideLayouts/slideLayout8.xml"/><Relationship Id="rId4" Type="http://schemas.openxmlformats.org/officeDocument/2006/relationships/image" Target="../media/image25.png"/></Relationships>
</file>

<file path=ppt/slides/_rels/slide4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3.xml"/><Relationship Id="rId1" Type="http://schemas.openxmlformats.org/officeDocument/2006/relationships/slideLayout" Target="../slideLayouts/slideLayout4.xml"/><Relationship Id="rId4" Type="http://schemas.openxmlformats.org/officeDocument/2006/relationships/image" Target="../media/image26.png"/></Relationships>
</file>

<file path=ppt/slides/_rels/slide4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4.xml"/><Relationship Id="rId1" Type="http://schemas.openxmlformats.org/officeDocument/2006/relationships/slideLayout" Target="../slideLayouts/slideLayout4.xml"/><Relationship Id="rId4" Type="http://schemas.openxmlformats.org/officeDocument/2006/relationships/image" Target="../media/image27.png"/></Relationships>
</file>

<file path=ppt/slides/_rels/slide4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5.xml"/><Relationship Id="rId1" Type="http://schemas.openxmlformats.org/officeDocument/2006/relationships/slideLayout" Target="../slideLayouts/slideLayout4.xml"/><Relationship Id="rId4" Type="http://schemas.openxmlformats.org/officeDocument/2006/relationships/image" Target="../media/image23.png"/></Relationships>
</file>

<file path=ppt/slides/_rels/slide4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6.xml"/><Relationship Id="rId1" Type="http://schemas.openxmlformats.org/officeDocument/2006/relationships/slideLayout" Target="../slideLayouts/slideLayout4.xml"/><Relationship Id="rId4" Type="http://schemas.openxmlformats.org/officeDocument/2006/relationships/image" Target="../media/image28.png"/></Relationships>
</file>

<file path=ppt/slides/_rels/slide4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7.xml"/><Relationship Id="rId1" Type="http://schemas.openxmlformats.org/officeDocument/2006/relationships/slideLayout" Target="../slideLayouts/slideLayout4.xml"/><Relationship Id="rId4" Type="http://schemas.openxmlformats.org/officeDocument/2006/relationships/image" Target="../media/image21.sv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9.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2.xml"/><Relationship Id="rId1" Type="http://schemas.openxmlformats.org/officeDocument/2006/relationships/slideLayout" Target="../slideLayouts/slideLayout4.xml"/><Relationship Id="rId4" Type="http://schemas.openxmlformats.org/officeDocument/2006/relationships/image" Target="../media/image29.png"/></Relationships>
</file>

<file path=ppt/slides/_rels/slide5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3.xml"/><Relationship Id="rId1" Type="http://schemas.openxmlformats.org/officeDocument/2006/relationships/slideLayout" Target="../slideLayouts/slideLayout4.xml"/><Relationship Id="rId4" Type="http://schemas.openxmlformats.org/officeDocument/2006/relationships/image" Target="../media/image30.png"/></Relationships>
</file>

<file path=ppt/slides/_rels/slide5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4.xml"/><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5.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7.xml"/><Relationship Id="rId1" Type="http://schemas.openxmlformats.org/officeDocument/2006/relationships/slideLayout" Target="../slideLayouts/slideLayout8.xml"/></Relationships>
</file>

<file path=ppt/slides/_rels/slide5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8.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9.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0.xml"/><Relationship Id="rId1" Type="http://schemas.openxmlformats.org/officeDocument/2006/relationships/slideLayout" Target="../slideLayouts/slideLayout4.xml"/><Relationship Id="rId4" Type="http://schemas.openxmlformats.org/officeDocument/2006/relationships/image" Target="../media/image31.png"/></Relationships>
</file>

<file path=ppt/slides/_rels/slide6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1.xml"/><Relationship Id="rId1" Type="http://schemas.openxmlformats.org/officeDocument/2006/relationships/slideLayout" Target="../slideLayouts/slideLayout4.xml"/><Relationship Id="rId4" Type="http://schemas.openxmlformats.org/officeDocument/2006/relationships/image" Target="../media/image32.png"/></Relationships>
</file>

<file path=ppt/slides/_rels/slide6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2.xml"/><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3.xml"/><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1.xml"/></Relationships>
</file>

<file path=ppt/slides/_rels/slide6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68.xml"/><Relationship Id="rId1" Type="http://schemas.openxmlformats.org/officeDocument/2006/relationships/slideLayout" Target="../slideLayouts/slideLayout11.xml"/><Relationship Id="rId5" Type="http://schemas.openxmlformats.org/officeDocument/2006/relationships/image" Target="../media/image33.svg"/><Relationship Id="rId4" Type="http://schemas.openxmlformats.org/officeDocument/2006/relationships/slide" Target="slide14.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5.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8" Type="http://schemas.openxmlformats.org/officeDocument/2006/relationships/hyperlink" Target="http://www.australiancurriculum.edu.au/" TargetMode="External"/><Relationship Id="rId13" Type="http://schemas.openxmlformats.org/officeDocument/2006/relationships/hyperlink" Target="https://www.google.com/earth/" TargetMode="External"/><Relationship Id="rId3" Type="http://schemas.openxmlformats.org/officeDocument/2006/relationships/hyperlink" Target="https://educationstandards.nsw.edu.au/wps/portal/nesa/mini-footer/copyright" TargetMode="External"/><Relationship Id="rId7" Type="http://schemas.openxmlformats.org/officeDocument/2006/relationships/hyperlink" Target="https://education.nsw.gov.au/teaching-and-learning/curriculum/literacy-and-numeracy/resources-for-schools/learning-progressions" TargetMode="External"/><Relationship Id="rId12" Type="http://schemas.openxmlformats.org/officeDocument/2006/relationships/hyperlink" Target="https://www.cityofsydney.nsw.gov.au/areas-of-service#:~:text=The%20City%20of%20Sydney%20local,View%20map%20in%20new%20window." TargetMode="External"/><Relationship Id="rId2" Type="http://schemas.openxmlformats.org/officeDocument/2006/relationships/notesSlide" Target="../notesSlides/notesSlide71.xml"/><Relationship Id="rId1" Type="http://schemas.openxmlformats.org/officeDocument/2006/relationships/slideLayout" Target="../slideLayouts/slideLayout13.xml"/><Relationship Id="rId6" Type="http://schemas.openxmlformats.org/officeDocument/2006/relationships/hyperlink" Target="https://curriculum.nsw.edu.au/learning-areas/mathematics/mathematics-k-10-2022/overview" TargetMode="External"/><Relationship Id="rId11" Type="http://schemas.openxmlformats.org/officeDocument/2006/relationships/hyperlink" Target="https://www.ga.gov.au/scientific-topics/national-location-information/dimensions/area-of-australia-states-and-territories" TargetMode="External"/><Relationship Id="rId5" Type="http://schemas.openxmlformats.org/officeDocument/2006/relationships/hyperlink" Target="https://curriculum.nsw.edu.au/" TargetMode="External"/><Relationship Id="rId10" Type="http://schemas.openxmlformats.org/officeDocument/2006/relationships/hyperlink" Target="https://www.abs.gov.au/statistics/people/population/national-state-and-territory-population/latest-release" TargetMode="External"/><Relationship Id="rId4" Type="http://schemas.openxmlformats.org/officeDocument/2006/relationships/hyperlink" Target="https://educationstandards.nsw.edu.au/wps/portal/nesa/home" TargetMode="External"/><Relationship Id="rId9" Type="http://schemas.openxmlformats.org/officeDocument/2006/relationships/hyperlink" Target="https://polypad.amplify.com/p/KVjCX6NnVFWTyA" TargetMode="External"/></Relationships>
</file>

<file path=ppt/slides/_rels/slide72.xml.rels><?xml version="1.0" encoding="UTF-8" standalone="yes"?>
<Relationships xmlns="http://schemas.openxmlformats.org/package/2006/relationships"><Relationship Id="rId8" Type="http://schemas.openxmlformats.org/officeDocument/2006/relationships/hyperlink" Target="https://toytheater.com/geoboard/" TargetMode="External"/><Relationship Id="rId3" Type="http://schemas.openxmlformats.org/officeDocument/2006/relationships/hyperlink" Target="https://educationstandards.nsw.edu.au/wps/portal/nesa/mini-footer/copyright" TargetMode="External"/><Relationship Id="rId7" Type="http://schemas.openxmlformats.org/officeDocument/2006/relationships/hyperlink" Target="https://www.environment.nsw.gov.au/sites/default/files/2025-10/all-national-parks-and-reserves-in-nsw-28-october-2025.pdf" TargetMode="External"/><Relationship Id="rId2" Type="http://schemas.openxmlformats.org/officeDocument/2006/relationships/notesSlide" Target="../notesSlides/notesSlide72.xml"/><Relationship Id="rId1" Type="http://schemas.openxmlformats.org/officeDocument/2006/relationships/slideLayout" Target="../slideLayouts/slideLayout13.xml"/><Relationship Id="rId6" Type="http://schemas.openxmlformats.org/officeDocument/2006/relationships/hyperlink" Target="https://science.nasa.gov/earth/earth-observatory/uluru-central-australia-3136/" TargetMode="External"/><Relationship Id="rId11" Type="http://schemas.openxmlformats.org/officeDocument/2006/relationships/hyperlink" Target="https://www.worldometers.info/world-population/population-by-country/" TargetMode="External"/><Relationship Id="rId5" Type="http://schemas.openxmlformats.org/officeDocument/2006/relationships/hyperlink" Target="https://curriculum.nsw.edu.au/" TargetMode="External"/><Relationship Id="rId10" Type="http://schemas.openxmlformats.org/officeDocument/2006/relationships/hyperlink" Target="https://www.waternsw.com.au/nsw-dams/regional-nsw-dams/menindee-lakes" TargetMode="External"/><Relationship Id="rId4" Type="http://schemas.openxmlformats.org/officeDocument/2006/relationships/hyperlink" Target="https://educationstandards.nsw.edu.au/wps/portal/nesa/home" TargetMode="External"/><Relationship Id="rId9" Type="http://schemas.openxmlformats.org/officeDocument/2006/relationships/hyperlink" Target="https://nrich.maths.org/problems/can-they-be-equal" TargetMode="External"/></Relationships>
</file>

<file path=ppt/slides/_rels/slide73.xml.rels><?xml version="1.0" encoding="UTF-8" standalone="yes"?>
<Relationships xmlns="http://schemas.openxmlformats.org/package/2006/relationships"><Relationship Id="rId3" Type="http://schemas.openxmlformats.org/officeDocument/2006/relationships/hyperlink" Target="https://creativecommons.org/licenses/by/4.0/" TargetMode="External"/><Relationship Id="rId2" Type="http://schemas.openxmlformats.org/officeDocument/2006/relationships/notesSlide" Target="../notesSlides/notesSlide73.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D998069-8808-F7B7-147A-0D45AF051C4E}"/>
              </a:ext>
            </a:extLst>
          </p:cNvPr>
          <p:cNvSpPr>
            <a:spLocks noGrp="1"/>
          </p:cNvSpPr>
          <p:nvPr>
            <p:ph type="title"/>
          </p:nvPr>
        </p:nvSpPr>
        <p:spPr/>
        <p:txBody>
          <a:bodyPr/>
          <a:lstStyle/>
          <a:p>
            <a:r>
              <a:rPr lang="en-AU">
                <a:latin typeface="+mj-lt"/>
              </a:rPr>
              <a:t>Instructions for use</a:t>
            </a:r>
          </a:p>
        </p:txBody>
      </p:sp>
      <p:sp>
        <p:nvSpPr>
          <p:cNvPr id="7" name="Picture Placeholder 6">
            <a:extLst>
              <a:ext uri="{FF2B5EF4-FFF2-40B4-BE49-F238E27FC236}">
                <a16:creationId xmlns:a16="http://schemas.microsoft.com/office/drawing/2014/main" id="{41E659CE-3503-CAAB-868D-643BC7328B29}"/>
              </a:ext>
            </a:extLst>
          </p:cNvPr>
          <p:cNvSpPr>
            <a:spLocks noGrp="1"/>
          </p:cNvSpPr>
          <p:nvPr>
            <p:ph type="pic" sz="quarter" idx="13"/>
          </p:nvPr>
        </p:nvSpPr>
        <p:spPr>
          <a:xfrm>
            <a:off x="354000" y="1931625"/>
            <a:ext cx="11483999" cy="4498641"/>
          </a:xfrm>
        </p:spPr>
        <p:txBody>
          <a:bodyPr/>
          <a:lstStyle/>
          <a:p>
            <a:pPr marL="342900" indent="-342900">
              <a:buFont typeface="Arial"/>
              <a:buChar char="•"/>
            </a:pPr>
            <a:r>
              <a:rPr lang="en-AU" sz="1800" dirty="0">
                <a:latin typeface="+mn-lt"/>
                <a:ea typeface="+mn-lt"/>
                <a:cs typeface="+mn-lt"/>
              </a:rPr>
              <a:t>This resource is not a teaching and learning program. </a:t>
            </a:r>
            <a:r>
              <a:rPr lang="en-AU" sz="1800" dirty="0"/>
              <a:t>This resource aligns to the learning in </a:t>
            </a:r>
            <a:r>
              <a:rPr lang="en-AU" sz="1800" dirty="0">
                <a:ea typeface="+mn-lt"/>
                <a:cs typeface="+mn-lt"/>
              </a:rPr>
              <a:t>Stage 3 Year A Unit 12 </a:t>
            </a:r>
            <a:r>
              <a:rPr lang="en-AU" sz="1800" dirty="0"/>
              <a:t>and revisits content from earlier sample units. </a:t>
            </a:r>
          </a:p>
          <a:p>
            <a:pPr marL="342900" indent="-342900">
              <a:buFont typeface="Arial"/>
              <a:buChar char="•"/>
            </a:pPr>
            <a:r>
              <a:rPr lang="en-AU" sz="1800" dirty="0">
                <a:solidFill>
                  <a:srgbClr val="22272B"/>
                </a:solidFill>
                <a:latin typeface="+mn-lt"/>
              </a:rPr>
              <a:t>Classroom teachers are encouraged to </a:t>
            </a:r>
            <a:r>
              <a:rPr lang="en-AU" sz="1800" b="1" dirty="0">
                <a:solidFill>
                  <a:srgbClr val="22272B"/>
                </a:solidFill>
                <a:latin typeface="+mn-lt"/>
              </a:rPr>
              <a:t>add and adapt</a:t>
            </a:r>
            <a:r>
              <a:rPr lang="en-AU" sz="1800" dirty="0">
                <a:solidFill>
                  <a:srgbClr val="22272B"/>
                </a:solidFill>
                <a:latin typeface="+mn-lt"/>
              </a:rPr>
              <a:t> slides as required to meet the needs of their students.</a:t>
            </a:r>
          </a:p>
          <a:p>
            <a:pPr marL="342900" indent="-342900">
              <a:lnSpc>
                <a:spcPct val="150000"/>
              </a:lnSpc>
              <a:buFont typeface="Arial"/>
              <a:buChar char="•"/>
            </a:pPr>
            <a:r>
              <a:rPr lang="en-AU" sz="1800" dirty="0">
                <a:solidFill>
                  <a:srgbClr val="22272B"/>
                </a:solidFill>
                <a:latin typeface="+mn-lt"/>
              </a:rPr>
              <a:t>Save a copy of the file to make changes to the slide deck. Go to File &gt; Download a Copy (this downloads a copy to the computer to edit in the PowerPoint app).</a:t>
            </a:r>
          </a:p>
          <a:p>
            <a:pPr marL="342900" indent="-342900">
              <a:lnSpc>
                <a:spcPct val="150000"/>
              </a:lnSpc>
              <a:buFont typeface="Arial"/>
              <a:buChar char="•"/>
            </a:pPr>
            <a:r>
              <a:rPr lang="en-AU" sz="1800" dirty="0">
                <a:solidFill>
                  <a:srgbClr val="22272B"/>
                </a:solidFill>
                <a:latin typeface="+mn-lt"/>
              </a:rPr>
              <a:t>To convert the PowerPoint to Google Slides:</a:t>
            </a:r>
          </a:p>
          <a:p>
            <a:pPr marL="913765" lvl="1" indent="-457200">
              <a:lnSpc>
                <a:spcPct val="150000"/>
              </a:lnSpc>
              <a:buFont typeface="+mj-lt"/>
              <a:buAutoNum type="arabicPeriod"/>
            </a:pPr>
            <a:r>
              <a:rPr lang="en-AU" dirty="0">
                <a:solidFill>
                  <a:srgbClr val="22272B"/>
                </a:solidFill>
                <a:latin typeface="+mn-lt"/>
              </a:rPr>
              <a:t>Upload the file into Google Drive and open it.</a:t>
            </a:r>
          </a:p>
          <a:p>
            <a:pPr marL="913765" lvl="1" indent="-457200">
              <a:lnSpc>
                <a:spcPct val="150000"/>
              </a:lnSpc>
              <a:buFont typeface="+mj-lt"/>
              <a:buAutoNum type="arabicPeriod"/>
            </a:pPr>
            <a:r>
              <a:rPr lang="en-AU" dirty="0">
                <a:solidFill>
                  <a:srgbClr val="22272B"/>
                </a:solidFill>
                <a:latin typeface="+mn-lt"/>
              </a:rPr>
              <a:t>Go to File &gt; Save as Google Slides.</a:t>
            </a:r>
          </a:p>
          <a:p>
            <a:pPr marL="456565" lvl="1">
              <a:lnSpc>
                <a:spcPct val="150000"/>
              </a:lnSpc>
            </a:pPr>
            <a:r>
              <a:rPr lang="en-AU" dirty="0">
                <a:solidFill>
                  <a:srgbClr val="22272B"/>
                </a:solidFill>
                <a:latin typeface="+mn-lt"/>
              </a:rPr>
              <a:t>(Note – conversion may cause formatting changes in the slides.)</a:t>
            </a:r>
          </a:p>
        </p:txBody>
      </p:sp>
      <p:sp>
        <p:nvSpPr>
          <p:cNvPr id="2" name="Slide Number Placeholder 1">
            <a:extLst>
              <a:ext uri="{FF2B5EF4-FFF2-40B4-BE49-F238E27FC236}">
                <a16:creationId xmlns:a16="http://schemas.microsoft.com/office/drawing/2014/main" id="{CD087911-6789-4356-F538-4C4ABF1219E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a:t>
            </a:fld>
            <a:endParaRPr lang="en-AU"/>
          </a:p>
        </p:txBody>
      </p:sp>
    </p:spTree>
    <p:extLst>
      <p:ext uri="{BB962C8B-B14F-4D97-AF65-F5344CB8AC3E}">
        <p14:creationId xmlns:p14="http://schemas.microsoft.com/office/powerpoint/2010/main" val="2028568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953DE-EA46-2AA4-25B9-BD50F0AA512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0925BC9-FED8-C057-602D-063585908756}"/>
              </a:ext>
            </a:extLst>
          </p:cNvPr>
          <p:cNvSpPr>
            <a:spLocks noGrp="1"/>
          </p:cNvSpPr>
          <p:nvPr>
            <p:ph type="ctrTitle"/>
          </p:nvPr>
        </p:nvSpPr>
        <p:spPr/>
        <p:txBody>
          <a:bodyPr/>
          <a:lstStyle/>
          <a:p>
            <a:r>
              <a:rPr lang="en-AU">
                <a:effectLst/>
                <a:latin typeface="+mj-lt"/>
                <a:ea typeface="Times New Roman" panose="02020603050405020304" pitchFamily="18" charset="0"/>
              </a:rPr>
              <a:t>Review of Learning</a:t>
            </a:r>
            <a:endParaRPr lang="en-AU">
              <a:latin typeface="+mj-lt"/>
            </a:endParaRPr>
          </a:p>
        </p:txBody>
      </p:sp>
      <p:sp>
        <p:nvSpPr>
          <p:cNvPr id="11" name="Text Placeholder 10">
            <a:extLst>
              <a:ext uri="{FF2B5EF4-FFF2-40B4-BE49-F238E27FC236}">
                <a16:creationId xmlns:a16="http://schemas.microsoft.com/office/drawing/2014/main" id="{B722FDAB-21E7-04BA-D615-8E6A0F5C1AFB}"/>
              </a:ext>
            </a:extLst>
          </p:cNvPr>
          <p:cNvSpPr>
            <a:spLocks noGrp="1"/>
          </p:cNvSpPr>
          <p:nvPr>
            <p:ph type="body" sz="quarter" idx="10"/>
          </p:nvPr>
        </p:nvSpPr>
        <p:spPr/>
        <p:txBody>
          <a:bodyPr/>
          <a:lstStyle/>
          <a:p>
            <a:r>
              <a:rPr lang="en-AU">
                <a:latin typeface="+mj-lt"/>
              </a:rPr>
              <a:t>Mathematics Stage 3 – Unit 12</a:t>
            </a:r>
          </a:p>
        </p:txBody>
      </p:sp>
      <p:pic>
        <p:nvPicPr>
          <p:cNvPr id="5" name="Picture Placeholder 4">
            <a:extLst>
              <a:ext uri="{FF2B5EF4-FFF2-40B4-BE49-F238E27FC236}">
                <a16:creationId xmlns:a16="http://schemas.microsoft.com/office/drawing/2014/main" id="{3492ED26-EFFD-ABC0-5FC2-50C21A88E5D9}"/>
              </a:ext>
              <a:ext uri="{C183D7F6-B498-43B3-948B-1728B52AA6E4}">
                <adec:decorative xmlns:adec="http://schemas.microsoft.com/office/drawing/2017/decorative" val="1"/>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444" r="444"/>
          <a:stretch>
            <a:fillRect/>
          </a:stretch>
        </p:blipFill>
        <p:spPr/>
      </p:pic>
    </p:spTree>
    <p:extLst>
      <p:ext uri="{BB962C8B-B14F-4D97-AF65-F5344CB8AC3E}">
        <p14:creationId xmlns:p14="http://schemas.microsoft.com/office/powerpoint/2010/main" val="13501107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346830-A0C7-9D95-31DC-A77B445F770B}"/>
              </a:ext>
            </a:extLst>
          </p:cNvPr>
          <p:cNvSpPr>
            <a:spLocks noGrp="1"/>
          </p:cNvSpPr>
          <p:nvPr>
            <p:ph type="title"/>
          </p:nvPr>
        </p:nvSpPr>
        <p:spPr>
          <a:xfrm>
            <a:off x="360000" y="360000"/>
            <a:ext cx="11484000" cy="545601"/>
          </a:xfrm>
        </p:spPr>
        <p:txBody>
          <a:bodyPr/>
          <a:lstStyle/>
          <a:p>
            <a:r>
              <a:rPr lang="en-GB">
                <a:latin typeface="+mj-lt"/>
              </a:rPr>
              <a:t>Lessons</a:t>
            </a:r>
          </a:p>
        </p:txBody>
      </p:sp>
      <p:grpSp>
        <p:nvGrpSpPr>
          <p:cNvPr id="6" name="RoL1">
            <a:extLst>
              <a:ext uri="{FF2B5EF4-FFF2-40B4-BE49-F238E27FC236}">
                <a16:creationId xmlns:a16="http://schemas.microsoft.com/office/drawing/2014/main" id="{1B4FCA10-C38C-7EB1-6B3D-6210A414C65B}"/>
              </a:ext>
              <a:ext uri="{C183D7F6-B498-43B3-948B-1728B52AA6E4}">
                <adec:decorative xmlns:adec="http://schemas.microsoft.com/office/drawing/2017/decorative" val="1"/>
              </a:ext>
            </a:extLst>
          </p:cNvPr>
          <p:cNvGrpSpPr/>
          <p:nvPr/>
        </p:nvGrpSpPr>
        <p:grpSpPr>
          <a:xfrm>
            <a:off x="360000" y="1266959"/>
            <a:ext cx="4775638" cy="1045440"/>
            <a:chOff x="360000" y="1266959"/>
            <a:chExt cx="4775638" cy="1045440"/>
          </a:xfrm>
        </p:grpSpPr>
        <p:sp>
          <p:nvSpPr>
            <p:cNvPr id="2" name="Rectangle: Rounded Corners 1">
              <a:extLst>
                <a:ext uri="{FF2B5EF4-FFF2-40B4-BE49-F238E27FC236}">
                  <a16:creationId xmlns:a16="http://schemas.microsoft.com/office/drawing/2014/main" id="{935D5059-5790-C707-5987-84856AF04ADB}"/>
                </a:ext>
                <a:ext uri="{C183D7F6-B498-43B3-948B-1728B52AA6E4}">
                  <adec:decorative xmlns:adec="http://schemas.microsoft.com/office/drawing/2017/decorative" val="1"/>
                </a:ext>
              </a:extLst>
            </p:cNvPr>
            <p:cNvSpPr/>
            <p:nvPr/>
          </p:nvSpPr>
          <p:spPr>
            <a:xfrm>
              <a:off x="1037782" y="13309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3" action="ppaction://hlinksldjump"/>
                </a:rPr>
                <a:t>Review of learning </a:t>
              </a:r>
              <a:r>
                <a:rPr lang="en-AU">
                  <a:solidFill>
                    <a:schemeClr val="accent1"/>
                  </a:solidFill>
                  <a:latin typeface="+mj-lt"/>
                  <a:hlinkClick r:id="rId3" action="ppaction://hlinksldjump"/>
                </a:rPr>
                <a:t>1</a:t>
              </a:r>
              <a:endParaRPr lang="en-AU">
                <a:solidFill>
                  <a:schemeClr val="accent1"/>
                </a:solidFill>
              </a:endParaRPr>
            </a:p>
          </p:txBody>
        </p:sp>
        <p:sp>
          <p:nvSpPr>
            <p:cNvPr id="5" name="Oval 4">
              <a:extLst>
                <a:ext uri="{FF2B5EF4-FFF2-40B4-BE49-F238E27FC236}">
                  <a16:creationId xmlns:a16="http://schemas.microsoft.com/office/drawing/2014/main" id="{56ACB92F-8289-CC4B-BE5A-A661A0C94E17}"/>
                </a:ext>
              </a:extLst>
            </p:cNvPr>
            <p:cNvSpPr/>
            <p:nvPr/>
          </p:nvSpPr>
          <p:spPr>
            <a:xfrm>
              <a:off x="360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1</a:t>
              </a:r>
            </a:p>
          </p:txBody>
        </p:sp>
      </p:grpSp>
      <p:grpSp>
        <p:nvGrpSpPr>
          <p:cNvPr id="7" name="RoL2">
            <a:extLst>
              <a:ext uri="{FF2B5EF4-FFF2-40B4-BE49-F238E27FC236}">
                <a16:creationId xmlns:a16="http://schemas.microsoft.com/office/drawing/2014/main" id="{AF7A23A4-F1DB-31F7-E62C-F1BFA9349F64}"/>
              </a:ext>
              <a:ext uri="{C183D7F6-B498-43B3-948B-1728B52AA6E4}">
                <adec:decorative xmlns:adec="http://schemas.microsoft.com/office/drawing/2017/decorative" val="1"/>
              </a:ext>
            </a:extLst>
          </p:cNvPr>
          <p:cNvGrpSpPr/>
          <p:nvPr/>
        </p:nvGrpSpPr>
        <p:grpSpPr>
          <a:xfrm>
            <a:off x="360000" y="2362859"/>
            <a:ext cx="4775638" cy="1045440"/>
            <a:chOff x="360000" y="2362859"/>
            <a:chExt cx="4775638" cy="1045440"/>
          </a:xfrm>
        </p:grpSpPr>
        <p:sp>
          <p:nvSpPr>
            <p:cNvPr id="20" name="Rectangle: Rounded Corners 19">
              <a:extLst>
                <a:ext uri="{FF2B5EF4-FFF2-40B4-BE49-F238E27FC236}">
                  <a16:creationId xmlns:a16="http://schemas.microsoft.com/office/drawing/2014/main" id="{C3D97F66-221B-C853-0EA8-66E5F684D86A}"/>
                </a:ext>
                <a:ext uri="{C183D7F6-B498-43B3-948B-1728B52AA6E4}">
                  <adec:decorative xmlns:adec="http://schemas.microsoft.com/office/drawing/2017/decorative" val="1"/>
                </a:ext>
              </a:extLst>
            </p:cNvPr>
            <p:cNvSpPr/>
            <p:nvPr/>
          </p:nvSpPr>
          <p:spPr>
            <a:xfrm>
              <a:off x="1037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4" action="ppaction://hlinksldjump"/>
                </a:rPr>
                <a:t>Review of learning </a:t>
              </a:r>
              <a:r>
                <a:rPr lang="en-AU">
                  <a:solidFill>
                    <a:schemeClr val="accent1"/>
                  </a:solidFill>
                  <a:latin typeface="+mj-lt"/>
                  <a:hlinkClick r:id="rId4" action="ppaction://hlinksldjump"/>
                </a:rPr>
                <a:t>2</a:t>
              </a:r>
              <a:endParaRPr lang="en-AU">
                <a:solidFill>
                  <a:schemeClr val="accent1"/>
                </a:solidFill>
              </a:endParaRPr>
            </a:p>
          </p:txBody>
        </p:sp>
        <p:sp>
          <p:nvSpPr>
            <p:cNvPr id="21" name="Oval 20">
              <a:extLst>
                <a:ext uri="{FF2B5EF4-FFF2-40B4-BE49-F238E27FC236}">
                  <a16:creationId xmlns:a16="http://schemas.microsoft.com/office/drawing/2014/main" id="{D0A190BE-2B0B-2729-4549-D63712793CC2}"/>
                </a:ext>
              </a:extLst>
            </p:cNvPr>
            <p:cNvSpPr/>
            <p:nvPr/>
          </p:nvSpPr>
          <p:spPr>
            <a:xfrm>
              <a:off x="360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2</a:t>
              </a:r>
            </a:p>
          </p:txBody>
        </p:sp>
      </p:grpSp>
      <p:grpSp>
        <p:nvGrpSpPr>
          <p:cNvPr id="8" name="RoL3">
            <a:extLst>
              <a:ext uri="{FF2B5EF4-FFF2-40B4-BE49-F238E27FC236}">
                <a16:creationId xmlns:a16="http://schemas.microsoft.com/office/drawing/2014/main" id="{DF37B4A1-413C-FC0F-E0B4-307A5BFA5855}"/>
              </a:ext>
              <a:ext uri="{C183D7F6-B498-43B3-948B-1728B52AA6E4}">
                <adec:decorative xmlns:adec="http://schemas.microsoft.com/office/drawing/2017/decorative" val="1"/>
              </a:ext>
            </a:extLst>
          </p:cNvPr>
          <p:cNvGrpSpPr/>
          <p:nvPr/>
        </p:nvGrpSpPr>
        <p:grpSpPr>
          <a:xfrm>
            <a:off x="360000" y="3458759"/>
            <a:ext cx="4775638" cy="1045440"/>
            <a:chOff x="360000" y="3458759"/>
            <a:chExt cx="4775638" cy="1045440"/>
          </a:xfrm>
        </p:grpSpPr>
        <p:sp>
          <p:nvSpPr>
            <p:cNvPr id="23" name="Rectangle: Rounded Corners 22">
              <a:extLst>
                <a:ext uri="{FF2B5EF4-FFF2-40B4-BE49-F238E27FC236}">
                  <a16:creationId xmlns:a16="http://schemas.microsoft.com/office/drawing/2014/main" id="{8EDEF762-D4E6-C43E-E98A-95D6A0AE4FC9}"/>
                </a:ext>
                <a:ext uri="{C183D7F6-B498-43B3-948B-1728B52AA6E4}">
                  <adec:decorative xmlns:adec="http://schemas.microsoft.com/office/drawing/2017/decorative" val="1"/>
                </a:ext>
              </a:extLst>
            </p:cNvPr>
            <p:cNvSpPr/>
            <p:nvPr/>
          </p:nvSpPr>
          <p:spPr>
            <a:xfrm>
              <a:off x="1037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5" action="ppaction://hlinksldjump"/>
                </a:rPr>
                <a:t>Review of learning </a:t>
              </a:r>
              <a:r>
                <a:rPr lang="en-AU">
                  <a:solidFill>
                    <a:schemeClr val="accent1"/>
                  </a:solidFill>
                  <a:latin typeface="+mj-lt"/>
                  <a:hlinkClick r:id="rId5" action="ppaction://hlinksldjump"/>
                </a:rPr>
                <a:t>3</a:t>
              </a:r>
              <a:endParaRPr lang="en-AU">
                <a:solidFill>
                  <a:schemeClr val="accent1"/>
                </a:solidFill>
              </a:endParaRPr>
            </a:p>
          </p:txBody>
        </p:sp>
        <p:sp>
          <p:nvSpPr>
            <p:cNvPr id="24" name="Oval 23">
              <a:extLst>
                <a:ext uri="{FF2B5EF4-FFF2-40B4-BE49-F238E27FC236}">
                  <a16:creationId xmlns:a16="http://schemas.microsoft.com/office/drawing/2014/main" id="{A6DDAD40-805E-049F-39FC-55094C6BA103}"/>
                </a:ext>
              </a:extLst>
            </p:cNvPr>
            <p:cNvSpPr/>
            <p:nvPr/>
          </p:nvSpPr>
          <p:spPr>
            <a:xfrm>
              <a:off x="360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3</a:t>
              </a:r>
            </a:p>
          </p:txBody>
        </p:sp>
      </p:grpSp>
      <p:grpSp>
        <p:nvGrpSpPr>
          <p:cNvPr id="9" name="RoL4">
            <a:extLst>
              <a:ext uri="{FF2B5EF4-FFF2-40B4-BE49-F238E27FC236}">
                <a16:creationId xmlns:a16="http://schemas.microsoft.com/office/drawing/2014/main" id="{C989DA6E-4839-1BBD-77AB-6F9CC520B670}"/>
              </a:ext>
              <a:ext uri="{C183D7F6-B498-43B3-948B-1728B52AA6E4}">
                <adec:decorative xmlns:adec="http://schemas.microsoft.com/office/drawing/2017/decorative" val="1"/>
              </a:ext>
            </a:extLst>
          </p:cNvPr>
          <p:cNvGrpSpPr/>
          <p:nvPr/>
        </p:nvGrpSpPr>
        <p:grpSpPr>
          <a:xfrm>
            <a:off x="360000" y="4554659"/>
            <a:ext cx="4775638" cy="1045440"/>
            <a:chOff x="360000" y="4554659"/>
            <a:chExt cx="4775638" cy="1045440"/>
          </a:xfrm>
        </p:grpSpPr>
        <p:sp>
          <p:nvSpPr>
            <p:cNvPr id="26" name="Rectangle: Rounded Corners 25">
              <a:extLst>
                <a:ext uri="{FF2B5EF4-FFF2-40B4-BE49-F238E27FC236}">
                  <a16:creationId xmlns:a16="http://schemas.microsoft.com/office/drawing/2014/main" id="{B1BC8FAB-0C07-84FE-204A-47391BBEAF64}"/>
                </a:ext>
                <a:ext uri="{C183D7F6-B498-43B3-948B-1728B52AA6E4}">
                  <adec:decorative xmlns:adec="http://schemas.microsoft.com/office/drawing/2017/decorative" val="1"/>
                </a:ext>
              </a:extLst>
            </p:cNvPr>
            <p:cNvSpPr/>
            <p:nvPr/>
          </p:nvSpPr>
          <p:spPr>
            <a:xfrm>
              <a:off x="1037782" y="46186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6" action="ppaction://hlinksldjump"/>
                </a:rPr>
                <a:t>Review of learning </a:t>
              </a:r>
              <a:r>
                <a:rPr lang="en-AU">
                  <a:solidFill>
                    <a:schemeClr val="accent1"/>
                  </a:solidFill>
                  <a:latin typeface="+mj-lt"/>
                  <a:hlinkClick r:id="rId6" action="ppaction://hlinksldjump"/>
                </a:rPr>
                <a:t>4</a:t>
              </a:r>
              <a:endParaRPr lang="en-AU">
                <a:solidFill>
                  <a:schemeClr val="accent1"/>
                </a:solidFill>
              </a:endParaRPr>
            </a:p>
          </p:txBody>
        </p:sp>
        <p:sp>
          <p:nvSpPr>
            <p:cNvPr id="27" name="Oval 26">
              <a:extLst>
                <a:ext uri="{FF2B5EF4-FFF2-40B4-BE49-F238E27FC236}">
                  <a16:creationId xmlns:a16="http://schemas.microsoft.com/office/drawing/2014/main" id="{30E4BF03-C9A7-EAE3-FC01-51CE829A6E7A}"/>
                </a:ext>
              </a:extLst>
            </p:cNvPr>
            <p:cNvSpPr/>
            <p:nvPr/>
          </p:nvSpPr>
          <p:spPr>
            <a:xfrm>
              <a:off x="360000" y="45546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4</a:t>
              </a:r>
            </a:p>
          </p:txBody>
        </p:sp>
      </p:grpSp>
      <p:grpSp>
        <p:nvGrpSpPr>
          <p:cNvPr id="17" name="RoL5">
            <a:extLst>
              <a:ext uri="{FF2B5EF4-FFF2-40B4-BE49-F238E27FC236}">
                <a16:creationId xmlns:a16="http://schemas.microsoft.com/office/drawing/2014/main" id="{5CA7685F-33D7-262A-AE71-7F572C4FD60A}"/>
              </a:ext>
              <a:ext uri="{C183D7F6-B498-43B3-948B-1728B52AA6E4}">
                <adec:decorative xmlns:adec="http://schemas.microsoft.com/office/drawing/2017/decorative" val="1"/>
              </a:ext>
            </a:extLst>
          </p:cNvPr>
          <p:cNvGrpSpPr/>
          <p:nvPr/>
        </p:nvGrpSpPr>
        <p:grpSpPr>
          <a:xfrm>
            <a:off x="6096000" y="1200486"/>
            <a:ext cx="4775638" cy="1045440"/>
            <a:chOff x="6096000" y="1266959"/>
            <a:chExt cx="4775638" cy="1045440"/>
          </a:xfrm>
        </p:grpSpPr>
        <p:sp>
          <p:nvSpPr>
            <p:cNvPr id="18" name="Rectangle: Rounded Corners 43">
              <a:extLst>
                <a:ext uri="{FF2B5EF4-FFF2-40B4-BE49-F238E27FC236}">
                  <a16:creationId xmlns:a16="http://schemas.microsoft.com/office/drawing/2014/main" id="{3DAA1A61-85C8-F828-1EC5-45BA7CAB872F}"/>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7" action="ppaction://hlinksldjump"/>
                </a:rPr>
                <a:t>Review of learning </a:t>
              </a:r>
              <a:r>
                <a:rPr lang="en-AU">
                  <a:solidFill>
                    <a:schemeClr val="accent1"/>
                  </a:solidFill>
                  <a:latin typeface="+mj-lt"/>
                  <a:hlinkClick r:id="rId7" action="ppaction://hlinksldjump"/>
                </a:rPr>
                <a:t>5</a:t>
              </a:r>
              <a:endParaRPr lang="en-AU">
                <a:solidFill>
                  <a:schemeClr val="accent1"/>
                </a:solidFill>
              </a:endParaRPr>
            </a:p>
          </p:txBody>
        </p:sp>
        <p:sp>
          <p:nvSpPr>
            <p:cNvPr id="19" name="Oval 18">
              <a:extLst>
                <a:ext uri="{FF2B5EF4-FFF2-40B4-BE49-F238E27FC236}">
                  <a16:creationId xmlns:a16="http://schemas.microsoft.com/office/drawing/2014/main" id="{C7441057-962E-1AEF-726B-DFC965D5E0B5}"/>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5</a:t>
              </a:r>
            </a:p>
          </p:txBody>
        </p:sp>
      </p:grpSp>
      <p:grpSp>
        <p:nvGrpSpPr>
          <p:cNvPr id="11" name="RoL6">
            <a:extLst>
              <a:ext uri="{FF2B5EF4-FFF2-40B4-BE49-F238E27FC236}">
                <a16:creationId xmlns:a16="http://schemas.microsoft.com/office/drawing/2014/main" id="{98348D52-CA50-F15C-B472-B152337D805F}"/>
              </a:ext>
              <a:ext uri="{C183D7F6-B498-43B3-948B-1728B52AA6E4}">
                <adec:decorative xmlns:adec="http://schemas.microsoft.com/office/drawing/2017/decorative" val="1"/>
              </a:ext>
            </a:extLst>
          </p:cNvPr>
          <p:cNvGrpSpPr/>
          <p:nvPr/>
        </p:nvGrpSpPr>
        <p:grpSpPr>
          <a:xfrm>
            <a:off x="6096000" y="2362859"/>
            <a:ext cx="4775638" cy="1045440"/>
            <a:chOff x="6096000" y="1266959"/>
            <a:chExt cx="4775638" cy="1045440"/>
          </a:xfrm>
        </p:grpSpPr>
        <p:sp>
          <p:nvSpPr>
            <p:cNvPr id="44" name="Rectangle: Rounded Corners 43">
              <a:extLst>
                <a:ext uri="{FF2B5EF4-FFF2-40B4-BE49-F238E27FC236}">
                  <a16:creationId xmlns:a16="http://schemas.microsoft.com/office/drawing/2014/main" id="{872B6A74-D5FE-A9C3-5036-DA39A3F3AAA9}"/>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8" action="ppaction://hlinksldjump"/>
                </a:rPr>
                <a:t>Review of learning </a:t>
              </a:r>
              <a:r>
                <a:rPr lang="en-AU">
                  <a:solidFill>
                    <a:schemeClr val="accent1"/>
                  </a:solidFill>
                  <a:latin typeface="+mj-lt"/>
                  <a:hlinkClick r:id="rId8" action="ppaction://hlinksldjump"/>
                </a:rPr>
                <a:t>6</a:t>
              </a:r>
              <a:endParaRPr lang="en-AU">
                <a:solidFill>
                  <a:schemeClr val="accent1"/>
                </a:solidFill>
              </a:endParaRPr>
            </a:p>
          </p:txBody>
        </p:sp>
        <p:sp>
          <p:nvSpPr>
            <p:cNvPr id="45" name="Oval 44">
              <a:extLst>
                <a:ext uri="{FF2B5EF4-FFF2-40B4-BE49-F238E27FC236}">
                  <a16:creationId xmlns:a16="http://schemas.microsoft.com/office/drawing/2014/main" id="{440E2C2A-513E-2146-E110-A5C05774C27F}"/>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6</a:t>
              </a:r>
            </a:p>
          </p:txBody>
        </p:sp>
      </p:grpSp>
      <p:grpSp>
        <p:nvGrpSpPr>
          <p:cNvPr id="12" name="RoL7">
            <a:extLst>
              <a:ext uri="{FF2B5EF4-FFF2-40B4-BE49-F238E27FC236}">
                <a16:creationId xmlns:a16="http://schemas.microsoft.com/office/drawing/2014/main" id="{E73741F1-615E-A4A4-088D-E0A9187F983E}"/>
              </a:ext>
              <a:ext uri="{C183D7F6-B498-43B3-948B-1728B52AA6E4}">
                <adec:decorative xmlns:adec="http://schemas.microsoft.com/office/drawing/2017/decorative" val="1"/>
              </a:ext>
            </a:extLst>
          </p:cNvPr>
          <p:cNvGrpSpPr/>
          <p:nvPr/>
        </p:nvGrpSpPr>
        <p:grpSpPr>
          <a:xfrm>
            <a:off x="6096000" y="3458759"/>
            <a:ext cx="4775638" cy="1045440"/>
            <a:chOff x="6096000" y="2362859"/>
            <a:chExt cx="4775638" cy="1045440"/>
          </a:xfrm>
        </p:grpSpPr>
        <p:sp>
          <p:nvSpPr>
            <p:cNvPr id="41" name="Rectangle: Rounded Corners 40">
              <a:extLst>
                <a:ext uri="{FF2B5EF4-FFF2-40B4-BE49-F238E27FC236}">
                  <a16:creationId xmlns:a16="http://schemas.microsoft.com/office/drawing/2014/main" id="{D868B1C9-B182-2727-4865-6D5AC1780BED}"/>
                </a:ext>
                <a:ext uri="{C183D7F6-B498-43B3-948B-1728B52AA6E4}">
                  <adec:decorative xmlns:adec="http://schemas.microsoft.com/office/drawing/2017/decorative" val="1"/>
                </a:ext>
              </a:extLst>
            </p:cNvPr>
            <p:cNvSpPr/>
            <p:nvPr/>
          </p:nvSpPr>
          <p:spPr>
            <a:xfrm>
              <a:off x="6773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9" action="ppaction://hlinksldjump"/>
                </a:rPr>
                <a:t>Review of learning </a:t>
              </a:r>
              <a:r>
                <a:rPr lang="en-AU">
                  <a:solidFill>
                    <a:schemeClr val="accent1"/>
                  </a:solidFill>
                  <a:latin typeface="+mj-lt"/>
                  <a:hlinkClick r:id="rId9" action="ppaction://hlinksldjump"/>
                </a:rPr>
                <a:t>7</a:t>
              </a:r>
              <a:endParaRPr lang="en-AU">
                <a:solidFill>
                  <a:schemeClr val="accent1"/>
                </a:solidFill>
              </a:endParaRPr>
            </a:p>
          </p:txBody>
        </p:sp>
        <p:sp>
          <p:nvSpPr>
            <p:cNvPr id="42" name="Oval 41">
              <a:extLst>
                <a:ext uri="{FF2B5EF4-FFF2-40B4-BE49-F238E27FC236}">
                  <a16:creationId xmlns:a16="http://schemas.microsoft.com/office/drawing/2014/main" id="{193FCBC3-0E7A-2B7F-C738-F5F9ECEE27FE}"/>
                </a:ext>
              </a:extLst>
            </p:cNvPr>
            <p:cNvSpPr/>
            <p:nvPr/>
          </p:nvSpPr>
          <p:spPr>
            <a:xfrm>
              <a:off x="6096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7</a:t>
              </a:r>
            </a:p>
          </p:txBody>
        </p:sp>
      </p:grpSp>
      <p:grpSp>
        <p:nvGrpSpPr>
          <p:cNvPr id="13" name="RoL8">
            <a:extLst>
              <a:ext uri="{FF2B5EF4-FFF2-40B4-BE49-F238E27FC236}">
                <a16:creationId xmlns:a16="http://schemas.microsoft.com/office/drawing/2014/main" id="{8E45D1B3-369A-D013-FFE7-B91D37B811F7}"/>
              </a:ext>
              <a:ext uri="{C183D7F6-B498-43B3-948B-1728B52AA6E4}">
                <adec:decorative xmlns:adec="http://schemas.microsoft.com/office/drawing/2017/decorative" val="1"/>
              </a:ext>
            </a:extLst>
          </p:cNvPr>
          <p:cNvGrpSpPr/>
          <p:nvPr/>
        </p:nvGrpSpPr>
        <p:grpSpPr>
          <a:xfrm>
            <a:off x="6096000" y="4554659"/>
            <a:ext cx="4775638" cy="1045440"/>
            <a:chOff x="6096000" y="3458759"/>
            <a:chExt cx="4775638" cy="1045440"/>
          </a:xfrm>
        </p:grpSpPr>
        <p:sp>
          <p:nvSpPr>
            <p:cNvPr id="38" name="Rectangle: Rounded Corners 37">
              <a:extLst>
                <a:ext uri="{FF2B5EF4-FFF2-40B4-BE49-F238E27FC236}">
                  <a16:creationId xmlns:a16="http://schemas.microsoft.com/office/drawing/2014/main" id="{22AE8CE5-94FD-CF39-4100-9EA79119BE34}"/>
                </a:ext>
                <a:ext uri="{C183D7F6-B498-43B3-948B-1728B52AA6E4}">
                  <adec:decorative xmlns:adec="http://schemas.microsoft.com/office/drawing/2017/decorative" val="1"/>
                </a:ext>
              </a:extLst>
            </p:cNvPr>
            <p:cNvSpPr/>
            <p:nvPr/>
          </p:nvSpPr>
          <p:spPr>
            <a:xfrm>
              <a:off x="6773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10" action="ppaction://hlinksldjump"/>
                </a:rPr>
                <a:t>Review of learning </a:t>
              </a:r>
              <a:r>
                <a:rPr lang="en-AU">
                  <a:solidFill>
                    <a:schemeClr val="accent1"/>
                  </a:solidFill>
                  <a:latin typeface="+mj-lt"/>
                  <a:hlinkClick r:id="rId10" action="ppaction://hlinksldjump"/>
                </a:rPr>
                <a:t>8</a:t>
              </a:r>
              <a:endParaRPr lang="en-AU">
                <a:solidFill>
                  <a:schemeClr val="accent1"/>
                </a:solidFill>
              </a:endParaRPr>
            </a:p>
          </p:txBody>
        </p:sp>
        <p:sp>
          <p:nvSpPr>
            <p:cNvPr id="39" name="Oval 38">
              <a:extLst>
                <a:ext uri="{FF2B5EF4-FFF2-40B4-BE49-F238E27FC236}">
                  <a16:creationId xmlns:a16="http://schemas.microsoft.com/office/drawing/2014/main" id="{EF49910F-1BBC-C179-B3E7-5FA3AE36CDDD}"/>
                </a:ext>
              </a:extLst>
            </p:cNvPr>
            <p:cNvSpPr/>
            <p:nvPr/>
          </p:nvSpPr>
          <p:spPr>
            <a:xfrm>
              <a:off x="6096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8</a:t>
              </a:r>
            </a:p>
          </p:txBody>
        </p:sp>
      </p:grpSp>
      <p:sp>
        <p:nvSpPr>
          <p:cNvPr id="3" name="Slide Number Placeholder 2">
            <a:extLst>
              <a:ext uri="{FF2B5EF4-FFF2-40B4-BE49-F238E27FC236}">
                <a16:creationId xmlns:a16="http://schemas.microsoft.com/office/drawing/2014/main" id="{ECB95D0D-4DB2-95D7-03B3-689505E4E1BC}"/>
              </a:ext>
              <a:ext uri="{C183D7F6-B498-43B3-948B-1728B52AA6E4}">
                <adec:decorative xmlns:adec="http://schemas.microsoft.com/office/drawing/2017/decorative" val="1"/>
              </a:ext>
            </a:extLst>
          </p:cNvPr>
          <p:cNvSpPr>
            <a:spLocks noGrp="1"/>
          </p:cNvSpPr>
          <p:nvPr>
            <p:ph type="sldNum" sz="quarter" idx="12"/>
          </p:nvPr>
        </p:nvSpPr>
        <p:spPr>
          <a:xfrm>
            <a:off x="11124000" y="6516000"/>
            <a:ext cx="720000" cy="180000"/>
          </a:xfrm>
        </p:spPr>
        <p:txBody>
          <a:bodyPr/>
          <a:lstStyle/>
          <a:p>
            <a:fld id="{10A01DC5-1685-4615-8240-15192985C6A2}" type="slidenum">
              <a:rPr lang="en-AU" smtClean="0"/>
              <a:pPr/>
              <a:t>3</a:t>
            </a:fld>
            <a:endParaRPr lang="en-AU"/>
          </a:p>
        </p:txBody>
      </p:sp>
    </p:spTree>
    <p:extLst>
      <p:ext uri="{BB962C8B-B14F-4D97-AF65-F5344CB8AC3E}">
        <p14:creationId xmlns:p14="http://schemas.microsoft.com/office/powerpoint/2010/main" val="886162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9800255-62C7-52FC-7626-3B3FEBADF4CA}"/>
              </a:ext>
            </a:extLst>
          </p:cNvPr>
          <p:cNvSpPr>
            <a:spLocks noGrp="1"/>
          </p:cNvSpPr>
          <p:nvPr>
            <p:ph type="ctrTitle"/>
          </p:nvPr>
        </p:nvSpPr>
        <p:spPr/>
        <p:txBody>
          <a:bodyPr/>
          <a:lstStyle/>
          <a:p>
            <a:r>
              <a:rPr lang="en-AU">
                <a:latin typeface="+mj-lt"/>
              </a:rPr>
              <a:t>Review of learning 1</a:t>
            </a:r>
          </a:p>
        </p:txBody>
      </p:sp>
    </p:spTree>
    <p:extLst>
      <p:ext uri="{BB962C8B-B14F-4D97-AF65-F5344CB8AC3E}">
        <p14:creationId xmlns:p14="http://schemas.microsoft.com/office/powerpoint/2010/main" val="2028193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102BEC-BF78-56D7-9F45-000CDC8A501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45A8139-FDDB-532B-B162-01D27E23A37C}"/>
              </a:ext>
            </a:extLst>
          </p:cNvPr>
          <p:cNvSpPr>
            <a:spLocks noGrp="1"/>
          </p:cNvSpPr>
          <p:nvPr>
            <p:ph type="title"/>
          </p:nvPr>
        </p:nvSpPr>
        <p:spPr>
          <a:xfrm>
            <a:off x="360000" y="360000"/>
            <a:ext cx="9901600" cy="545601"/>
          </a:xfrm>
        </p:spPr>
        <p:txBody>
          <a:bodyPr/>
          <a:lstStyle/>
          <a:p>
            <a:r>
              <a:rPr lang="en-US"/>
              <a:t>Multiple choice </a:t>
            </a:r>
            <a:r>
              <a:rPr lang="en-US">
                <a:solidFill>
                  <a:schemeClr val="bg1"/>
                </a:solidFill>
              </a:rPr>
              <a:t>(1)</a:t>
            </a:r>
          </a:p>
        </p:txBody>
      </p:sp>
      <p:pic>
        <p:nvPicPr>
          <p:cNvPr id="4" name="Picture 3">
            <a:extLst>
              <a:ext uri="{FF2B5EF4-FFF2-40B4-BE49-F238E27FC236}">
                <a16:creationId xmlns:a16="http://schemas.microsoft.com/office/drawing/2014/main" id="{9BDCD778-E71A-A4F2-9CEF-2A78DFB28F6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5" name="Text Placeholder">
            <a:extLst>
              <a:ext uri="{FF2B5EF4-FFF2-40B4-BE49-F238E27FC236}">
                <a16:creationId xmlns:a16="http://schemas.microsoft.com/office/drawing/2014/main" id="{8326B5E5-C4FA-60BB-FBD1-105717701AB5}"/>
              </a:ext>
            </a:extLst>
          </p:cNvPr>
          <p:cNvSpPr>
            <a:spLocks noGrp="1"/>
          </p:cNvSpPr>
          <p:nvPr>
            <p:ph type="body" sz="quarter" idx="28"/>
          </p:nvPr>
        </p:nvSpPr>
        <p:spPr>
          <a:xfrm>
            <a:off x="588963" y="861895"/>
            <a:ext cx="11243037" cy="754243"/>
          </a:xfrm>
        </p:spPr>
        <p:txBody>
          <a:bodyPr/>
          <a:lstStyle/>
          <a:p>
            <a:pPr algn="ctr"/>
            <a:r>
              <a:rPr lang="en-AU" sz="3200" dirty="0"/>
              <a:t>Which number has been </a:t>
            </a:r>
            <a:r>
              <a:rPr lang="en-AU" sz="3200" b="1" dirty="0"/>
              <a:t>regrouped</a:t>
            </a:r>
            <a:r>
              <a:rPr lang="en-AU" sz="3200" dirty="0"/>
              <a:t> using place value?</a:t>
            </a:r>
          </a:p>
          <a:p>
            <a:pPr algn="ctr"/>
            <a:r>
              <a:rPr lang="en-AU" sz="3600" dirty="0">
                <a:solidFill>
                  <a:schemeClr val="accent2"/>
                </a:solidFill>
              </a:rPr>
              <a:t>5 000 000 + 600 000 + 30 000 + 2 000 + 800 + 70 + 9</a:t>
            </a:r>
          </a:p>
        </p:txBody>
      </p:sp>
      <p:sp>
        <p:nvSpPr>
          <p:cNvPr id="9" name="B">
            <a:extLst>
              <a:ext uri="{FF2B5EF4-FFF2-40B4-BE49-F238E27FC236}">
                <a16:creationId xmlns:a16="http://schemas.microsoft.com/office/drawing/2014/main" id="{2579E796-78E6-099B-1516-BE205CC4FACD}"/>
              </a:ext>
            </a:extLst>
          </p:cNvPr>
          <p:cNvSpPr txBox="1"/>
          <p:nvPr/>
        </p:nvSpPr>
        <p:spPr>
          <a:xfrm>
            <a:off x="670559" y="274064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A text">
            <a:extLst>
              <a:ext uri="{FF2B5EF4-FFF2-40B4-BE49-F238E27FC236}">
                <a16:creationId xmlns:a16="http://schemas.microsoft.com/office/drawing/2014/main" id="{F399B6F6-69CC-336D-6578-FD4E095E833B}"/>
              </a:ext>
            </a:extLst>
          </p:cNvPr>
          <p:cNvSpPr>
            <a:spLocks noGrp="1"/>
          </p:cNvSpPr>
          <p:nvPr>
            <p:ph type="body" sz="quarter" idx="31"/>
          </p:nvPr>
        </p:nvSpPr>
        <p:spPr>
          <a:xfrm>
            <a:off x="1345521" y="2787604"/>
            <a:ext cx="10175920" cy="641396"/>
          </a:xfrm>
        </p:spPr>
        <p:txBody>
          <a:bodyPr anchor="ctr"/>
          <a:lstStyle/>
          <a:p>
            <a:r>
              <a:rPr lang="en-US" sz="3600"/>
              <a:t>5 362 879</a:t>
            </a:r>
          </a:p>
        </p:txBody>
      </p:sp>
      <p:sp>
        <p:nvSpPr>
          <p:cNvPr id="10" name="B">
            <a:extLst>
              <a:ext uri="{FF2B5EF4-FFF2-40B4-BE49-F238E27FC236}">
                <a16:creationId xmlns:a16="http://schemas.microsoft.com/office/drawing/2014/main" id="{04CBC687-138E-8135-BF08-A76285D998BD}"/>
              </a:ext>
            </a:extLst>
          </p:cNvPr>
          <p:cNvSpPr txBox="1"/>
          <p:nvPr/>
        </p:nvSpPr>
        <p:spPr>
          <a:xfrm>
            <a:off x="670558" y="374764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B text">
            <a:extLst>
              <a:ext uri="{FF2B5EF4-FFF2-40B4-BE49-F238E27FC236}">
                <a16:creationId xmlns:a16="http://schemas.microsoft.com/office/drawing/2014/main" id="{22AB8397-9C8A-8BCB-A678-8D975278DBA7}"/>
              </a:ext>
            </a:extLst>
          </p:cNvPr>
          <p:cNvSpPr>
            <a:spLocks noGrp="1"/>
          </p:cNvSpPr>
          <p:nvPr>
            <p:ph type="body" sz="quarter" idx="30"/>
          </p:nvPr>
        </p:nvSpPr>
        <p:spPr>
          <a:xfrm>
            <a:off x="1345521" y="3762416"/>
            <a:ext cx="10175920" cy="641396"/>
          </a:xfrm>
        </p:spPr>
        <p:txBody>
          <a:bodyPr anchor="ctr"/>
          <a:lstStyle/>
          <a:p>
            <a:r>
              <a:rPr lang="en-US" sz="3600"/>
              <a:t>5 623 789</a:t>
            </a:r>
          </a:p>
        </p:txBody>
      </p:sp>
      <p:sp>
        <p:nvSpPr>
          <p:cNvPr id="12" name="C">
            <a:extLst>
              <a:ext uri="{FF2B5EF4-FFF2-40B4-BE49-F238E27FC236}">
                <a16:creationId xmlns:a16="http://schemas.microsoft.com/office/drawing/2014/main" id="{C605E3A9-768F-B21E-1E87-27B06AEB3AF5}"/>
              </a:ext>
            </a:extLst>
          </p:cNvPr>
          <p:cNvSpPr txBox="1"/>
          <p:nvPr/>
        </p:nvSpPr>
        <p:spPr>
          <a:xfrm>
            <a:off x="670557" y="475464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C text">
            <a:extLst>
              <a:ext uri="{FF2B5EF4-FFF2-40B4-BE49-F238E27FC236}">
                <a16:creationId xmlns:a16="http://schemas.microsoft.com/office/drawing/2014/main" id="{1D0C85C6-176D-2C26-0652-149EAFA02616}"/>
              </a:ext>
            </a:extLst>
          </p:cNvPr>
          <p:cNvSpPr>
            <a:spLocks noGrp="1"/>
          </p:cNvSpPr>
          <p:nvPr>
            <p:ph type="body" sz="quarter" idx="29"/>
          </p:nvPr>
        </p:nvSpPr>
        <p:spPr>
          <a:xfrm>
            <a:off x="1345521" y="4737228"/>
            <a:ext cx="10175920" cy="641396"/>
          </a:xfrm>
        </p:spPr>
        <p:txBody>
          <a:bodyPr anchor="ctr"/>
          <a:lstStyle/>
          <a:p>
            <a:r>
              <a:rPr lang="en-US" sz="3600"/>
              <a:t>5 632 879</a:t>
            </a:r>
          </a:p>
        </p:txBody>
      </p:sp>
      <p:sp>
        <p:nvSpPr>
          <p:cNvPr id="11" name="D">
            <a:extLst>
              <a:ext uri="{FF2B5EF4-FFF2-40B4-BE49-F238E27FC236}">
                <a16:creationId xmlns:a16="http://schemas.microsoft.com/office/drawing/2014/main" id="{8EADE37E-99CA-3A50-524F-30E28DF3B7C4}"/>
              </a:ext>
            </a:extLst>
          </p:cNvPr>
          <p:cNvSpPr txBox="1"/>
          <p:nvPr/>
        </p:nvSpPr>
        <p:spPr>
          <a:xfrm>
            <a:off x="670557" y="576164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D text">
            <a:extLst>
              <a:ext uri="{FF2B5EF4-FFF2-40B4-BE49-F238E27FC236}">
                <a16:creationId xmlns:a16="http://schemas.microsoft.com/office/drawing/2014/main" id="{D9186568-D62F-6B45-E8D1-7BD11DA09597}"/>
              </a:ext>
            </a:extLst>
          </p:cNvPr>
          <p:cNvSpPr>
            <a:spLocks noGrp="1"/>
          </p:cNvSpPr>
          <p:nvPr>
            <p:ph type="body" sz="quarter" idx="27"/>
          </p:nvPr>
        </p:nvSpPr>
        <p:spPr>
          <a:xfrm>
            <a:off x="1345521" y="5712040"/>
            <a:ext cx="10175920" cy="641396"/>
          </a:xfrm>
        </p:spPr>
        <p:txBody>
          <a:bodyPr anchor="ctr"/>
          <a:lstStyle/>
          <a:p>
            <a:r>
              <a:rPr lang="en-US" sz="3600"/>
              <a:t>5 632 798</a:t>
            </a:r>
          </a:p>
        </p:txBody>
      </p:sp>
      <p:sp>
        <p:nvSpPr>
          <p:cNvPr id="2" name="Slide Number Placeholder 1">
            <a:extLst>
              <a:ext uri="{FF2B5EF4-FFF2-40B4-BE49-F238E27FC236}">
                <a16:creationId xmlns:a16="http://schemas.microsoft.com/office/drawing/2014/main" id="{FB6D3FD4-B645-8933-2300-635C9B9344D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a:t>
            </a:fld>
            <a:endParaRPr lang="en-AU"/>
          </a:p>
        </p:txBody>
      </p:sp>
    </p:spTree>
    <p:extLst>
      <p:ext uri="{BB962C8B-B14F-4D97-AF65-F5344CB8AC3E}">
        <p14:creationId xmlns:p14="http://schemas.microsoft.com/office/powerpoint/2010/main" val="12865457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A2FCFCE-567A-FEA7-C18E-789999BB63E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a:t>
            </a:r>
          </a:p>
        </p:txBody>
      </p:sp>
      <p:pic>
        <p:nvPicPr>
          <p:cNvPr id="3" name="Picture 2">
            <a:extLst>
              <a:ext uri="{FF2B5EF4-FFF2-40B4-BE49-F238E27FC236}">
                <a16:creationId xmlns:a16="http://schemas.microsoft.com/office/drawing/2014/main" id="{69E4B2B2-713D-5998-87AB-5FC222AE389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C4D7A3E9-7FB3-BC6B-5B30-778838E90B8A}"/>
              </a:ext>
            </a:extLst>
          </p:cNvPr>
          <p:cNvSpPr txBox="1"/>
          <p:nvPr/>
        </p:nvSpPr>
        <p:spPr>
          <a:xfrm>
            <a:off x="-111096" y="1305653"/>
            <a:ext cx="12246124" cy="1244042"/>
          </a:xfrm>
          <a:prstGeom prst="rect">
            <a:avLst/>
          </a:prstGeom>
          <a:noFill/>
        </p:spPr>
        <p:txBody>
          <a:bodyPr wrap="square" lIns="0" tIns="0" rIns="0" bIns="0" rtlCol="0">
            <a:noAutofit/>
          </a:bodyPr>
          <a:lstStyle/>
          <a:p>
            <a:pPr algn="ctr">
              <a:lnSpc>
                <a:spcPct val="150000"/>
              </a:lnSpc>
            </a:pPr>
            <a:r>
              <a:rPr lang="en-AU" sz="3200"/>
              <a:t>Match the letter to the correct number of </a:t>
            </a:r>
            <a:r>
              <a:rPr lang="en-AU" sz="3200" b="1"/>
              <a:t>lines of symmetry</a:t>
            </a:r>
            <a:r>
              <a:rPr lang="en-AU" sz="3000"/>
              <a:t>:</a:t>
            </a:r>
          </a:p>
        </p:txBody>
      </p:sp>
      <p:sp>
        <p:nvSpPr>
          <p:cNvPr id="9" name="TextBox 8">
            <a:extLst>
              <a:ext uri="{FF2B5EF4-FFF2-40B4-BE49-F238E27FC236}">
                <a16:creationId xmlns:a16="http://schemas.microsoft.com/office/drawing/2014/main" id="{536AE015-CBAD-9187-ECC3-307A937D3EB1}"/>
              </a:ext>
            </a:extLst>
          </p:cNvPr>
          <p:cNvSpPr txBox="1"/>
          <p:nvPr/>
        </p:nvSpPr>
        <p:spPr>
          <a:xfrm>
            <a:off x="883180" y="2408324"/>
            <a:ext cx="1776661" cy="1899982"/>
          </a:xfrm>
          <a:prstGeom prst="rect">
            <a:avLst/>
          </a:prstGeom>
          <a:noFill/>
          <a:ln>
            <a:noFill/>
          </a:ln>
        </p:spPr>
        <p:txBody>
          <a:bodyPr wrap="square" lIns="0" tIns="0" rIns="0" bIns="0" rtlCol="0">
            <a:noAutofit/>
          </a:bodyPr>
          <a:lstStyle/>
          <a:p>
            <a:pPr algn="ctr"/>
            <a:r>
              <a:rPr lang="en-AU" sz="12500">
                <a:solidFill>
                  <a:schemeClr val="accent2"/>
                </a:solidFill>
              </a:rPr>
              <a:t>P</a:t>
            </a:r>
          </a:p>
        </p:txBody>
      </p:sp>
      <p:sp>
        <p:nvSpPr>
          <p:cNvPr id="7" name="TextBox 6">
            <a:extLst>
              <a:ext uri="{FF2B5EF4-FFF2-40B4-BE49-F238E27FC236}">
                <a16:creationId xmlns:a16="http://schemas.microsoft.com/office/drawing/2014/main" id="{89BEE259-CD05-F6FC-5677-009991D5E59B}"/>
              </a:ext>
            </a:extLst>
          </p:cNvPr>
          <p:cNvSpPr txBox="1"/>
          <p:nvPr/>
        </p:nvSpPr>
        <p:spPr>
          <a:xfrm>
            <a:off x="5045335" y="2408324"/>
            <a:ext cx="1776661" cy="1899982"/>
          </a:xfrm>
          <a:prstGeom prst="rect">
            <a:avLst/>
          </a:prstGeom>
          <a:noFill/>
          <a:ln>
            <a:noFill/>
          </a:ln>
        </p:spPr>
        <p:txBody>
          <a:bodyPr wrap="square" lIns="0" tIns="0" rIns="0" bIns="0" rtlCol="0">
            <a:noAutofit/>
          </a:bodyPr>
          <a:lstStyle/>
          <a:p>
            <a:pPr algn="ctr"/>
            <a:r>
              <a:rPr lang="en-AU" sz="12500">
                <a:solidFill>
                  <a:schemeClr val="accent2"/>
                </a:solidFill>
              </a:rPr>
              <a:t>D</a:t>
            </a:r>
          </a:p>
        </p:txBody>
      </p:sp>
      <p:sp>
        <p:nvSpPr>
          <p:cNvPr id="11" name="TextBox 10">
            <a:extLst>
              <a:ext uri="{FF2B5EF4-FFF2-40B4-BE49-F238E27FC236}">
                <a16:creationId xmlns:a16="http://schemas.microsoft.com/office/drawing/2014/main" id="{B5B13DE3-440B-2074-C0F7-B002B982C574}"/>
              </a:ext>
            </a:extLst>
          </p:cNvPr>
          <p:cNvSpPr txBox="1"/>
          <p:nvPr/>
        </p:nvSpPr>
        <p:spPr>
          <a:xfrm>
            <a:off x="9347339" y="2408325"/>
            <a:ext cx="1776661" cy="1899981"/>
          </a:xfrm>
          <a:prstGeom prst="rect">
            <a:avLst/>
          </a:prstGeom>
          <a:noFill/>
          <a:ln>
            <a:noFill/>
          </a:ln>
        </p:spPr>
        <p:txBody>
          <a:bodyPr wrap="square" lIns="0" tIns="0" rIns="0" bIns="0" rtlCol="0">
            <a:noAutofit/>
          </a:bodyPr>
          <a:lstStyle/>
          <a:p>
            <a:pPr algn="ctr"/>
            <a:r>
              <a:rPr lang="en-AU" sz="12500">
                <a:solidFill>
                  <a:schemeClr val="accent2"/>
                </a:solidFill>
              </a:rPr>
              <a:t>X</a:t>
            </a:r>
          </a:p>
        </p:txBody>
      </p:sp>
      <p:sp>
        <p:nvSpPr>
          <p:cNvPr id="5" name="TextBox 4">
            <a:extLst>
              <a:ext uri="{FF2B5EF4-FFF2-40B4-BE49-F238E27FC236}">
                <a16:creationId xmlns:a16="http://schemas.microsoft.com/office/drawing/2014/main" id="{32BB1E17-E5C3-5C67-97E9-17239B714082}"/>
              </a:ext>
            </a:extLst>
          </p:cNvPr>
          <p:cNvSpPr txBox="1"/>
          <p:nvPr/>
        </p:nvSpPr>
        <p:spPr>
          <a:xfrm>
            <a:off x="498504" y="4416664"/>
            <a:ext cx="10625496" cy="2441336"/>
          </a:xfrm>
          <a:prstGeom prst="rect">
            <a:avLst/>
          </a:prstGeom>
          <a:noFill/>
        </p:spPr>
        <p:txBody>
          <a:bodyPr wrap="square" lIns="0" tIns="0" rIns="0" bIns="0" rtlCol="0">
            <a:noAutofit/>
          </a:bodyPr>
          <a:lstStyle/>
          <a:p>
            <a:pPr marL="342900" indent="-342900" algn="ctr">
              <a:lnSpc>
                <a:spcPct val="150000"/>
              </a:lnSpc>
              <a:buFont typeface="+mj-lt"/>
              <a:buAutoNum type="alphaLcParenR"/>
            </a:pPr>
            <a:r>
              <a:rPr lang="en-AU" sz="3200"/>
              <a:t> </a:t>
            </a:r>
            <a:r>
              <a:rPr lang="en-AU" sz="3200" b="1"/>
              <a:t>one</a:t>
            </a:r>
            <a:r>
              <a:rPr lang="en-AU" sz="3200"/>
              <a:t> line of symmetry</a:t>
            </a:r>
          </a:p>
          <a:p>
            <a:pPr marL="342900" indent="-342900" algn="ctr">
              <a:lnSpc>
                <a:spcPct val="150000"/>
              </a:lnSpc>
              <a:buFont typeface="+mj-lt"/>
              <a:buAutoNum type="alphaLcParenR"/>
            </a:pPr>
            <a:r>
              <a:rPr lang="en-AU" sz="3200"/>
              <a:t> </a:t>
            </a:r>
            <a:r>
              <a:rPr lang="en-AU" sz="3200" b="1"/>
              <a:t>2 or more </a:t>
            </a:r>
            <a:r>
              <a:rPr lang="en-AU" sz="3200"/>
              <a:t>lines of symmetry</a:t>
            </a:r>
          </a:p>
          <a:p>
            <a:pPr marL="342900" indent="-342900" algn="ctr">
              <a:lnSpc>
                <a:spcPct val="150000"/>
              </a:lnSpc>
              <a:buFont typeface="+mj-lt"/>
              <a:buAutoNum type="alphaLcParenR"/>
            </a:pPr>
            <a:r>
              <a:rPr lang="en-AU" sz="3200"/>
              <a:t> </a:t>
            </a:r>
            <a:r>
              <a:rPr lang="en-AU" sz="3200" b="1"/>
              <a:t>zero</a:t>
            </a:r>
            <a:r>
              <a:rPr lang="en-AU" sz="3200">
                <a:solidFill>
                  <a:schemeClr val="accent2"/>
                </a:solidFill>
              </a:rPr>
              <a:t> </a:t>
            </a:r>
            <a:r>
              <a:rPr lang="en-AU" sz="3200"/>
              <a:t>lines of symmetry</a:t>
            </a:r>
          </a:p>
        </p:txBody>
      </p:sp>
      <p:sp>
        <p:nvSpPr>
          <p:cNvPr id="2" name="Slide Number Placeholder 1">
            <a:extLst>
              <a:ext uri="{FF2B5EF4-FFF2-40B4-BE49-F238E27FC236}">
                <a16:creationId xmlns:a16="http://schemas.microsoft.com/office/drawing/2014/main" id="{FE99FCAD-B981-9BBC-C5BF-914232435E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a:t>
            </a:fld>
            <a:endParaRPr lang="en-AU"/>
          </a:p>
        </p:txBody>
      </p:sp>
    </p:spTree>
    <p:extLst>
      <p:ext uri="{BB962C8B-B14F-4D97-AF65-F5344CB8AC3E}">
        <p14:creationId xmlns:p14="http://schemas.microsoft.com/office/powerpoint/2010/main" val="1063542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411CE-E116-841D-F2F0-1C12109F17D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1014A95-1EC4-1B01-3D2F-522380691BED}"/>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a:t>
            </a:r>
          </a:p>
        </p:txBody>
      </p:sp>
      <p:pic>
        <p:nvPicPr>
          <p:cNvPr id="3" name="Picture 2">
            <a:extLst>
              <a:ext uri="{FF2B5EF4-FFF2-40B4-BE49-F238E27FC236}">
                <a16:creationId xmlns:a16="http://schemas.microsoft.com/office/drawing/2014/main" id="{AB837201-1557-1DB2-05E9-E523FE1B170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5C8C32F4-64EB-8A29-5516-F44EDA67F4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7</a:t>
            </a:fld>
            <a:endParaRPr lang="en-AU"/>
          </a:p>
        </p:txBody>
      </p:sp>
      <p:sp>
        <p:nvSpPr>
          <p:cNvPr id="4" name="TextBox 3">
            <a:extLst>
              <a:ext uri="{FF2B5EF4-FFF2-40B4-BE49-F238E27FC236}">
                <a16:creationId xmlns:a16="http://schemas.microsoft.com/office/drawing/2014/main" id="{3A70B023-40B0-B264-D112-D5B8F5B2654D}"/>
              </a:ext>
            </a:extLst>
          </p:cNvPr>
          <p:cNvSpPr txBox="1"/>
          <p:nvPr/>
        </p:nvSpPr>
        <p:spPr>
          <a:xfrm>
            <a:off x="482238" y="1008615"/>
            <a:ext cx="11227523" cy="1996967"/>
          </a:xfrm>
          <a:prstGeom prst="rect">
            <a:avLst/>
          </a:prstGeom>
          <a:noFill/>
        </p:spPr>
        <p:txBody>
          <a:bodyPr wrap="square" lIns="0" tIns="0" rIns="0" bIns="0" rtlCol="0" anchor="t">
            <a:noAutofit/>
          </a:bodyPr>
          <a:lstStyle/>
          <a:p>
            <a:pPr algn="ctr">
              <a:lnSpc>
                <a:spcPct val="150000"/>
              </a:lnSpc>
            </a:pPr>
            <a:r>
              <a:rPr lang="en-AU" sz="4000" b="1"/>
              <a:t>Round </a:t>
            </a:r>
            <a:r>
              <a:rPr lang="en-AU" sz="4000"/>
              <a:t>the following numbers to the nearest </a:t>
            </a:r>
            <a:r>
              <a:rPr lang="en-AU" sz="4000" b="1"/>
              <a:t>hundred thousand</a:t>
            </a:r>
            <a:r>
              <a:rPr lang="en-AU" sz="4000"/>
              <a:t>:</a:t>
            </a:r>
          </a:p>
          <a:p>
            <a:pPr marL="742950" indent="-742950" algn="ctr">
              <a:lnSpc>
                <a:spcPct val="150000"/>
              </a:lnSpc>
              <a:buFont typeface="+mj-lt"/>
              <a:buAutoNum type="alphaLcParenR"/>
            </a:pPr>
            <a:r>
              <a:rPr lang="en-AU" sz="4000"/>
              <a:t>  312 000</a:t>
            </a:r>
            <a:endParaRPr lang="en-AU" sz="4000">
              <a:cs typeface="Arial"/>
            </a:endParaRPr>
          </a:p>
          <a:p>
            <a:pPr marL="742950" indent="-742950" algn="ctr">
              <a:lnSpc>
                <a:spcPct val="150000"/>
              </a:lnSpc>
              <a:buFont typeface="+mj-lt"/>
              <a:buAutoNum type="alphaLcParenR"/>
            </a:pPr>
            <a:r>
              <a:rPr lang="en-AU" sz="4000"/>
              <a:t>  650 000</a:t>
            </a:r>
            <a:endParaRPr lang="en-AU" sz="4000">
              <a:cs typeface="Arial" panose="020B0604020202020204"/>
            </a:endParaRPr>
          </a:p>
          <a:p>
            <a:pPr marL="742950" indent="-742950" algn="ctr">
              <a:lnSpc>
                <a:spcPct val="150000"/>
              </a:lnSpc>
              <a:buFont typeface="+mj-lt"/>
              <a:buAutoNum type="alphaLcParenR"/>
            </a:pPr>
            <a:r>
              <a:rPr lang="en-AU" sz="4000"/>
              <a:t>  281 000</a:t>
            </a:r>
            <a:endParaRPr lang="en-AU" sz="4000">
              <a:cs typeface="Arial" panose="020B0604020202020204"/>
            </a:endParaRPr>
          </a:p>
          <a:p>
            <a:pPr marL="742950" indent="-742950" algn="ctr">
              <a:lnSpc>
                <a:spcPct val="150000"/>
              </a:lnSpc>
              <a:buFont typeface="+mj-lt"/>
              <a:buAutoNum type="alphaLcParenR"/>
            </a:pPr>
            <a:r>
              <a:rPr lang="en-AU" sz="4000"/>
              <a:t>  829 000</a:t>
            </a:r>
            <a:endParaRPr lang="en-AU" sz="4000">
              <a:cs typeface="Arial" panose="020B0604020202020204"/>
            </a:endParaRPr>
          </a:p>
        </p:txBody>
      </p:sp>
    </p:spTree>
    <p:extLst>
      <p:ext uri="{BB962C8B-B14F-4D97-AF65-F5344CB8AC3E}">
        <p14:creationId xmlns:p14="http://schemas.microsoft.com/office/powerpoint/2010/main" val="292321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2CA30-0F81-EF60-3DBE-2C408AF023D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EDF9EE2-B4DE-CF91-3A69-C4D930AFA2C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a:t>
            </a:r>
          </a:p>
        </p:txBody>
      </p:sp>
      <p:pic>
        <p:nvPicPr>
          <p:cNvPr id="3" name="Picture 2">
            <a:extLst>
              <a:ext uri="{FF2B5EF4-FFF2-40B4-BE49-F238E27FC236}">
                <a16:creationId xmlns:a16="http://schemas.microsoft.com/office/drawing/2014/main" id="{AE7CD0B4-5C73-21ED-199C-D91A99981CD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4A066E79-614F-B4E6-63D4-3CDED92AEA4F}"/>
              </a:ext>
            </a:extLst>
          </p:cNvPr>
          <p:cNvSpPr txBox="1"/>
          <p:nvPr/>
        </p:nvSpPr>
        <p:spPr>
          <a:xfrm>
            <a:off x="360000" y="1050790"/>
            <a:ext cx="7634148" cy="4756417"/>
          </a:xfrm>
          <a:prstGeom prst="rect">
            <a:avLst/>
          </a:prstGeom>
          <a:noFill/>
        </p:spPr>
        <p:txBody>
          <a:bodyPr wrap="square" lIns="0" tIns="0" rIns="0" bIns="0" rtlCol="0">
            <a:noAutofit/>
          </a:bodyPr>
          <a:lstStyle/>
          <a:p>
            <a:pPr>
              <a:lnSpc>
                <a:spcPct val="150000"/>
              </a:lnSpc>
              <a:spcBef>
                <a:spcPts val="1200"/>
              </a:spcBef>
              <a:spcAft>
                <a:spcPts val="600"/>
              </a:spcAft>
            </a:pPr>
            <a:r>
              <a:rPr lang="en-AU" sz="2800"/>
              <a:t>Peter faces </a:t>
            </a:r>
            <a:r>
              <a:rPr lang="en-AU" sz="2800" b="1"/>
              <a:t>north</a:t>
            </a:r>
            <a:r>
              <a:rPr lang="en-AU" sz="2800"/>
              <a:t>. He makes a </a:t>
            </a:r>
            <a:r>
              <a:rPr lang="en-AU" sz="2800" b="1"/>
              <a:t>quarter-turn</a:t>
            </a:r>
            <a:r>
              <a:rPr lang="en-AU" sz="2800"/>
              <a:t> to the </a:t>
            </a:r>
            <a:r>
              <a:rPr lang="en-AU" sz="2800" b="1"/>
              <a:t>right</a:t>
            </a:r>
            <a:r>
              <a:rPr lang="en-AU" sz="2800"/>
              <a:t>. </a:t>
            </a:r>
          </a:p>
          <a:p>
            <a:pPr>
              <a:lnSpc>
                <a:spcPct val="150000"/>
              </a:lnSpc>
              <a:spcBef>
                <a:spcPts val="1200"/>
              </a:spcBef>
              <a:spcAft>
                <a:spcPts val="600"/>
              </a:spcAft>
            </a:pPr>
            <a:r>
              <a:rPr lang="en-AU" sz="2800"/>
              <a:t>Complete the following statements:</a:t>
            </a:r>
          </a:p>
          <a:p>
            <a:pPr marL="514350" indent="-514350">
              <a:lnSpc>
                <a:spcPct val="150000"/>
              </a:lnSpc>
              <a:spcBef>
                <a:spcPts val="1200"/>
              </a:spcBef>
              <a:spcAft>
                <a:spcPts val="600"/>
              </a:spcAft>
              <a:buFont typeface="+mj-lt"/>
              <a:buAutoNum type="alphaLcParenR"/>
            </a:pPr>
            <a:r>
              <a:rPr lang="en-AU" sz="2800"/>
              <a:t>Peter has formed a _____ angle with this rotation.</a:t>
            </a:r>
          </a:p>
          <a:p>
            <a:pPr marL="514350" indent="-514350">
              <a:lnSpc>
                <a:spcPct val="150000"/>
              </a:lnSpc>
              <a:buFont typeface="+mj-lt"/>
              <a:buAutoNum type="alphaLcParenR"/>
            </a:pPr>
            <a:r>
              <a:rPr lang="en-AU" sz="2800"/>
              <a:t>One arm of the angle is directed _____ and the other arm is directed _____.</a:t>
            </a:r>
          </a:p>
          <a:p>
            <a:pPr algn="ctr"/>
            <a:endParaRPr lang="en-AU" sz="1800"/>
          </a:p>
        </p:txBody>
      </p:sp>
      <p:pic>
        <p:nvPicPr>
          <p:cNvPr id="5" name="Picture 4" descr="A birds eye view image of a person standing in the middle of compass directions facing north.">
            <a:extLst>
              <a:ext uri="{FF2B5EF4-FFF2-40B4-BE49-F238E27FC236}">
                <a16:creationId xmlns:a16="http://schemas.microsoft.com/office/drawing/2014/main" id="{B676D64C-450A-8E90-6689-39806259AB23}"/>
              </a:ext>
            </a:extLst>
          </p:cNvPr>
          <p:cNvPicPr>
            <a:picLocks noChangeAspect="1"/>
          </p:cNvPicPr>
          <p:nvPr/>
        </p:nvPicPr>
        <p:blipFill>
          <a:blip r:embed="rId4"/>
          <a:stretch>
            <a:fillRect/>
          </a:stretch>
        </p:blipFill>
        <p:spPr>
          <a:xfrm>
            <a:off x="8285356" y="1736605"/>
            <a:ext cx="3455122" cy="3384789"/>
          </a:xfrm>
          <a:prstGeom prst="rect">
            <a:avLst/>
          </a:prstGeom>
          <a:ln>
            <a:noFill/>
          </a:ln>
          <a:effectLst>
            <a:outerShdw blurRad="292100" dist="139700" dir="2700000" algn="tl" rotWithShape="0">
              <a:srgbClr val="333333">
                <a:alpha val="65000"/>
              </a:srgbClr>
            </a:outerShdw>
          </a:effectLst>
        </p:spPr>
      </p:pic>
      <p:sp>
        <p:nvSpPr>
          <p:cNvPr id="2" name="Slide Number Placeholder 1">
            <a:extLst>
              <a:ext uri="{FF2B5EF4-FFF2-40B4-BE49-F238E27FC236}">
                <a16:creationId xmlns:a16="http://schemas.microsoft.com/office/drawing/2014/main" id="{4BE7CE53-8469-5597-4AA2-2E907B1CE2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8</a:t>
            </a:fld>
            <a:endParaRPr lang="en-AU"/>
          </a:p>
        </p:txBody>
      </p:sp>
    </p:spTree>
    <p:extLst>
      <p:ext uri="{BB962C8B-B14F-4D97-AF65-F5344CB8AC3E}">
        <p14:creationId xmlns:p14="http://schemas.microsoft.com/office/powerpoint/2010/main" val="1274309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2423E-F2E2-B49F-2327-BC3E79940CA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A135D9-427D-42CB-A5F0-ABB98DAD7054}"/>
              </a:ext>
            </a:extLst>
          </p:cNvPr>
          <p:cNvSpPr>
            <a:spLocks noGrp="1"/>
          </p:cNvSpPr>
          <p:nvPr>
            <p:ph type="title"/>
          </p:nvPr>
        </p:nvSpPr>
        <p:spPr>
          <a:xfrm>
            <a:off x="360000" y="360000"/>
            <a:ext cx="10367268" cy="545601"/>
          </a:xfrm>
        </p:spPr>
        <p:txBody>
          <a:bodyPr/>
          <a:lstStyle/>
          <a:p>
            <a:r>
              <a:rPr lang="en-AU"/>
              <a:t>Short response</a:t>
            </a:r>
            <a:r>
              <a:rPr lang="en-AU">
                <a:solidFill>
                  <a:schemeClr val="bg1"/>
                </a:solidFill>
              </a:rPr>
              <a:t> (4)</a:t>
            </a:r>
          </a:p>
        </p:txBody>
      </p:sp>
      <p:pic>
        <p:nvPicPr>
          <p:cNvPr id="3" name="Picture 2">
            <a:extLst>
              <a:ext uri="{FF2B5EF4-FFF2-40B4-BE49-F238E27FC236}">
                <a16:creationId xmlns:a16="http://schemas.microsoft.com/office/drawing/2014/main" id="{FC9A4B87-D950-48CA-7AF9-006C90DB933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391F93CB-988D-BE1F-57FD-B3D1C9E40F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9</a:t>
            </a:fld>
            <a:endParaRPr lang="en-AU"/>
          </a:p>
        </p:txBody>
      </p:sp>
      <p:sp>
        <p:nvSpPr>
          <p:cNvPr id="4" name="TextBox 3">
            <a:extLst>
              <a:ext uri="{FF2B5EF4-FFF2-40B4-BE49-F238E27FC236}">
                <a16:creationId xmlns:a16="http://schemas.microsoft.com/office/drawing/2014/main" id="{7B5AE9D3-42BD-2ABE-AC12-F67D69DC44A1}"/>
              </a:ext>
            </a:extLst>
          </p:cNvPr>
          <p:cNvSpPr txBox="1"/>
          <p:nvPr/>
        </p:nvSpPr>
        <p:spPr>
          <a:xfrm>
            <a:off x="360000" y="1401297"/>
            <a:ext cx="11404255" cy="732303"/>
          </a:xfrm>
          <a:prstGeom prst="rect">
            <a:avLst/>
          </a:prstGeom>
          <a:noFill/>
        </p:spPr>
        <p:txBody>
          <a:bodyPr wrap="square" lIns="0" tIns="0" rIns="0" bIns="0" rtlCol="0">
            <a:noAutofit/>
          </a:bodyPr>
          <a:lstStyle/>
          <a:p>
            <a:pPr algn="ctr"/>
            <a:r>
              <a:rPr lang="en-AU" sz="4400"/>
              <a:t>Calculate the </a:t>
            </a:r>
            <a:r>
              <a:rPr lang="en-AU" sz="4400" b="1"/>
              <a:t>perimeter</a:t>
            </a:r>
            <a:r>
              <a:rPr lang="en-AU" sz="4400"/>
              <a:t> of the triangle.</a:t>
            </a:r>
          </a:p>
        </p:txBody>
      </p:sp>
      <p:pic>
        <p:nvPicPr>
          <p:cNvPr id="8" name="Picture 7" descr="A triangle with side lengths of: 50 cm, 38 cm and 24 cm.">
            <a:extLst>
              <a:ext uri="{FF2B5EF4-FFF2-40B4-BE49-F238E27FC236}">
                <a16:creationId xmlns:a16="http://schemas.microsoft.com/office/drawing/2014/main" id="{707B7241-1677-56BC-2224-3457F1FADC32}"/>
              </a:ext>
            </a:extLst>
          </p:cNvPr>
          <p:cNvPicPr>
            <a:picLocks noChangeAspect="1"/>
          </p:cNvPicPr>
          <p:nvPr/>
        </p:nvPicPr>
        <p:blipFill>
          <a:blip r:embed="rId4"/>
          <a:stretch>
            <a:fillRect/>
          </a:stretch>
        </p:blipFill>
        <p:spPr>
          <a:xfrm>
            <a:off x="4984965" y="2660962"/>
            <a:ext cx="3746070" cy="4035038"/>
          </a:xfrm>
          <a:prstGeom prst="rect">
            <a:avLst/>
          </a:prstGeom>
          <a:ln>
            <a:noFill/>
          </a:ln>
          <a:effectLst/>
        </p:spPr>
      </p:pic>
    </p:spTree>
    <p:extLst>
      <p:ext uri="{BB962C8B-B14F-4D97-AF65-F5344CB8AC3E}">
        <p14:creationId xmlns:p14="http://schemas.microsoft.com/office/powerpoint/2010/main" val="2844644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746C6-FA22-32E8-8566-C234C402B66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D77CC03-C72F-F73A-A565-4FA55751E368}"/>
              </a:ext>
            </a:extLst>
          </p:cNvPr>
          <p:cNvSpPr>
            <a:spLocks noGrp="1"/>
          </p:cNvSpPr>
          <p:nvPr>
            <p:ph type="title"/>
          </p:nvPr>
        </p:nvSpPr>
        <p:spPr>
          <a:xfrm>
            <a:off x="360000" y="360000"/>
            <a:ext cx="10367268" cy="545601"/>
          </a:xfrm>
        </p:spPr>
        <p:txBody>
          <a:bodyPr/>
          <a:lstStyle/>
          <a:p>
            <a:r>
              <a:rPr lang="en-AU"/>
              <a:t>Activity 1 – regrouping numbers 1 (1)</a:t>
            </a:r>
          </a:p>
        </p:txBody>
      </p:sp>
      <p:pic>
        <p:nvPicPr>
          <p:cNvPr id="4" name="Picture 3">
            <a:extLst>
              <a:ext uri="{FF2B5EF4-FFF2-40B4-BE49-F238E27FC236}">
                <a16:creationId xmlns:a16="http://schemas.microsoft.com/office/drawing/2014/main" id="{8C7CF980-54BA-5CDE-FA07-65080BB2C43B}"/>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50B43993-9C30-0CC3-DF2A-4A100C52F6A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10</a:t>
            </a:fld>
            <a:endParaRPr lang="en-AU"/>
          </a:p>
        </p:txBody>
      </p:sp>
      <p:sp>
        <p:nvSpPr>
          <p:cNvPr id="3" name="TextBox 2">
            <a:extLst>
              <a:ext uri="{FF2B5EF4-FFF2-40B4-BE49-F238E27FC236}">
                <a16:creationId xmlns:a16="http://schemas.microsoft.com/office/drawing/2014/main" id="{916DEEDC-1C5B-8F20-136E-65B469AC2AE3}"/>
              </a:ext>
            </a:extLst>
          </p:cNvPr>
          <p:cNvSpPr txBox="1"/>
          <p:nvPr/>
        </p:nvSpPr>
        <p:spPr>
          <a:xfrm>
            <a:off x="468726" y="1483018"/>
            <a:ext cx="10942064" cy="1444599"/>
          </a:xfrm>
          <a:prstGeom prst="rect">
            <a:avLst/>
          </a:prstGeom>
          <a:noFill/>
        </p:spPr>
        <p:txBody>
          <a:bodyPr wrap="square" lIns="0" tIns="0" rIns="0" bIns="0" rtlCol="0">
            <a:noAutofit/>
          </a:bodyPr>
          <a:lstStyle/>
          <a:p>
            <a:pPr algn="l"/>
            <a:r>
              <a:rPr lang="en-AU" sz="4400"/>
              <a:t>The total number of students enrolled at our school is:</a:t>
            </a:r>
          </a:p>
          <a:p>
            <a:pPr algn="l"/>
            <a:endParaRPr lang="en-AU" sz="4400"/>
          </a:p>
          <a:p>
            <a:pPr algn="ctr"/>
            <a:endParaRPr lang="en-AU" sz="4400">
              <a:solidFill>
                <a:schemeClr val="accent2"/>
              </a:solidFill>
            </a:endParaRPr>
          </a:p>
        </p:txBody>
      </p:sp>
    </p:spTree>
    <p:extLst>
      <p:ext uri="{BB962C8B-B14F-4D97-AF65-F5344CB8AC3E}">
        <p14:creationId xmlns:p14="http://schemas.microsoft.com/office/powerpoint/2010/main" val="3027897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C464FE-8F4B-FFA4-F959-18ABEFE9CA2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FD6D5BA-7D4B-DDC9-A129-76F62B72CB90}"/>
              </a:ext>
            </a:extLst>
          </p:cNvPr>
          <p:cNvSpPr>
            <a:spLocks noGrp="1"/>
          </p:cNvSpPr>
          <p:nvPr>
            <p:ph type="title"/>
          </p:nvPr>
        </p:nvSpPr>
        <p:spPr>
          <a:xfrm>
            <a:off x="360000" y="360000"/>
            <a:ext cx="10367268" cy="545601"/>
          </a:xfrm>
        </p:spPr>
        <p:txBody>
          <a:bodyPr/>
          <a:lstStyle/>
          <a:p>
            <a:r>
              <a:rPr lang="en-AU"/>
              <a:t>Activity 1 – regrouping numbers 1 (2)</a:t>
            </a:r>
          </a:p>
        </p:txBody>
      </p:sp>
      <p:pic>
        <p:nvPicPr>
          <p:cNvPr id="4" name="Picture 3">
            <a:extLst>
              <a:ext uri="{FF2B5EF4-FFF2-40B4-BE49-F238E27FC236}">
                <a16:creationId xmlns:a16="http://schemas.microsoft.com/office/drawing/2014/main" id="{820E67E3-E702-F687-F02C-0F27F3ADA77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2EA0965A-B630-D197-A19A-96E54A8BD18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11</a:t>
            </a:fld>
            <a:endParaRPr lang="en-AU"/>
          </a:p>
        </p:txBody>
      </p:sp>
      <p:pic>
        <p:nvPicPr>
          <p:cNvPr id="1032" name="Picture 8" descr="Internet symbol">
            <a:extLst>
              <a:ext uri="{FF2B5EF4-FFF2-40B4-BE49-F238E27FC236}">
                <a16:creationId xmlns:a16="http://schemas.microsoft.com/office/drawing/2014/main" id="{5AE064F0-44A7-A23B-ADA8-FE206042799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0091" y="1759004"/>
            <a:ext cx="1149402" cy="1149402"/>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FF13F946-7079-873B-BB40-BCBB3805C2CF}"/>
              </a:ext>
            </a:extLst>
          </p:cNvPr>
          <p:cNvSpPr txBox="1"/>
          <p:nvPr/>
        </p:nvSpPr>
        <p:spPr>
          <a:xfrm>
            <a:off x="2024829" y="1881308"/>
            <a:ext cx="9701006" cy="1149402"/>
          </a:xfrm>
          <a:prstGeom prst="rect">
            <a:avLst/>
          </a:prstGeom>
          <a:noFill/>
        </p:spPr>
        <p:txBody>
          <a:bodyPr wrap="square" lIns="0" tIns="0" rIns="0" bIns="0" rtlCol="0">
            <a:noAutofit/>
          </a:bodyPr>
          <a:lstStyle/>
          <a:p>
            <a:r>
              <a:rPr lang="en-AU" sz="2000" u="sng">
                <a:hlinkClick r:id="rId5"/>
              </a:rPr>
              <a:t>National, state and territory population latest release</a:t>
            </a:r>
            <a:endParaRPr lang="en-AU" sz="2000" u="sng"/>
          </a:p>
          <a:p>
            <a:endParaRPr lang="en-AU" sz="2000" u="sng"/>
          </a:p>
          <a:p>
            <a:r>
              <a:rPr lang="en-AU" sz="1600">
                <a:hlinkClick r:id="rId5"/>
              </a:rPr>
              <a:t>https://www.abs.gov.au/statistics/people/population/national-state-and-territory-population/latest-release</a:t>
            </a:r>
            <a:r>
              <a:rPr lang="en-AU" sz="1600"/>
              <a:t> </a:t>
            </a:r>
          </a:p>
        </p:txBody>
      </p:sp>
    </p:spTree>
    <p:extLst>
      <p:ext uri="{BB962C8B-B14F-4D97-AF65-F5344CB8AC3E}">
        <p14:creationId xmlns:p14="http://schemas.microsoft.com/office/powerpoint/2010/main" val="36563904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0BEA8-D559-A435-EEF0-28E2AFD04D9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921F8AB-0B6A-B8B9-7B23-724B5428069F}"/>
              </a:ext>
            </a:extLst>
          </p:cNvPr>
          <p:cNvSpPr>
            <a:spLocks noGrp="1"/>
          </p:cNvSpPr>
          <p:nvPr>
            <p:ph type="ctrTitle"/>
          </p:nvPr>
        </p:nvSpPr>
        <p:spPr/>
        <p:txBody>
          <a:bodyPr/>
          <a:lstStyle/>
          <a:p>
            <a:r>
              <a:rPr lang="en-AU">
                <a:latin typeface="+mj-lt"/>
              </a:rPr>
              <a:t>Review of learning 2</a:t>
            </a:r>
          </a:p>
        </p:txBody>
      </p:sp>
    </p:spTree>
    <p:extLst>
      <p:ext uri="{BB962C8B-B14F-4D97-AF65-F5344CB8AC3E}">
        <p14:creationId xmlns:p14="http://schemas.microsoft.com/office/powerpoint/2010/main" val="1778144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86EC1-1F53-FC13-BF87-681E5C2B8D5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4B5FD60-0B86-5755-366A-8B1C7AD817A2}"/>
              </a:ext>
            </a:extLst>
          </p:cNvPr>
          <p:cNvSpPr>
            <a:spLocks noGrp="1"/>
          </p:cNvSpPr>
          <p:nvPr>
            <p:ph type="title"/>
          </p:nvPr>
        </p:nvSpPr>
        <p:spPr/>
        <p:txBody>
          <a:bodyPr/>
          <a:lstStyle/>
          <a:p>
            <a:r>
              <a:rPr lang="en-US"/>
              <a:t>True or false </a:t>
            </a:r>
            <a:r>
              <a:rPr lang="en-US">
                <a:solidFill>
                  <a:schemeClr val="bg1"/>
                </a:solidFill>
              </a:rPr>
              <a:t>(1)</a:t>
            </a:r>
          </a:p>
        </p:txBody>
      </p:sp>
      <p:sp>
        <p:nvSpPr>
          <p:cNvPr id="6" name="Text Placeholder 5">
            <a:extLst>
              <a:ext uri="{FF2B5EF4-FFF2-40B4-BE49-F238E27FC236}">
                <a16:creationId xmlns:a16="http://schemas.microsoft.com/office/drawing/2014/main" id="{8CC0313E-620B-44F6-1CF2-E78C8F63E324}"/>
              </a:ext>
            </a:extLst>
          </p:cNvPr>
          <p:cNvSpPr>
            <a:spLocks noGrp="1"/>
          </p:cNvSpPr>
          <p:nvPr>
            <p:ph type="body" sz="quarter" idx="22"/>
          </p:nvPr>
        </p:nvSpPr>
        <p:spPr>
          <a:xfrm>
            <a:off x="360001" y="1222298"/>
            <a:ext cx="11243037" cy="893226"/>
          </a:xfrm>
        </p:spPr>
        <p:txBody>
          <a:bodyPr/>
          <a:lstStyle/>
          <a:p>
            <a:pPr algn="ctr"/>
            <a:r>
              <a:rPr lang="en-AU" sz="4400"/>
              <a:t>386 570 924 can be regrouped as</a:t>
            </a:r>
          </a:p>
          <a:p>
            <a:pPr algn="ctr"/>
            <a:r>
              <a:rPr lang="en-AU" sz="4400" b="1"/>
              <a:t>386 millions, 57 thousands and 924 ones</a:t>
            </a:r>
            <a:r>
              <a:rPr lang="en-AU" sz="4400"/>
              <a:t>.</a:t>
            </a:r>
          </a:p>
        </p:txBody>
      </p:sp>
      <p:graphicFrame>
        <p:nvGraphicFramePr>
          <p:cNvPr id="12" name="Table 11">
            <a:extLst>
              <a:ext uri="{FF2B5EF4-FFF2-40B4-BE49-F238E27FC236}">
                <a16:creationId xmlns:a16="http://schemas.microsoft.com/office/drawing/2014/main" id="{6E7954F0-28D9-426D-5A8E-F0473D1F3B51}"/>
              </a:ext>
            </a:extLst>
          </p:cNvPr>
          <p:cNvGraphicFramePr>
            <a:graphicFrameLocks noGrp="1"/>
          </p:cNvGraphicFramePr>
          <p:nvPr>
            <p:extLst>
              <p:ext uri="{D42A27DB-BD31-4B8C-83A1-F6EECF244321}">
                <p14:modId xmlns:p14="http://schemas.microsoft.com/office/powerpoint/2010/main" val="1704583067"/>
              </p:ext>
            </p:extLst>
          </p:nvPr>
        </p:nvGraphicFramePr>
        <p:xfrm>
          <a:off x="2442981" y="4496108"/>
          <a:ext cx="7077076" cy="76200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4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4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4" name="Picture 3">
            <a:extLst>
              <a:ext uri="{FF2B5EF4-FFF2-40B4-BE49-F238E27FC236}">
                <a16:creationId xmlns:a16="http://schemas.microsoft.com/office/drawing/2014/main" id="{6FB50F61-F068-87AB-4B10-FC2CEB84FBC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2" name="Slide Number Placeholder 1">
            <a:extLst>
              <a:ext uri="{FF2B5EF4-FFF2-40B4-BE49-F238E27FC236}">
                <a16:creationId xmlns:a16="http://schemas.microsoft.com/office/drawing/2014/main" id="{9FE886CB-34FF-0292-C29C-0B025043076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13</a:t>
            </a:fld>
            <a:endParaRPr lang="en-AU"/>
          </a:p>
        </p:txBody>
      </p:sp>
      <p:sp>
        <p:nvSpPr>
          <p:cNvPr id="5" name="TextBox 4">
            <a:extLst>
              <a:ext uri="{FF2B5EF4-FFF2-40B4-BE49-F238E27FC236}">
                <a16:creationId xmlns:a16="http://schemas.microsoft.com/office/drawing/2014/main" id="{F6BF3A06-B152-F348-3A53-168652B077A6}"/>
              </a:ext>
            </a:extLst>
          </p:cNvPr>
          <p:cNvSpPr txBox="1"/>
          <p:nvPr/>
        </p:nvSpPr>
        <p:spPr>
          <a:xfrm>
            <a:off x="1310590" y="5658763"/>
            <a:ext cx="9570819" cy="1037237"/>
          </a:xfrm>
          <a:prstGeom prst="rect">
            <a:avLst/>
          </a:prstGeom>
          <a:noFill/>
        </p:spPr>
        <p:txBody>
          <a:bodyPr wrap="square" lIns="0" tIns="0" rIns="0" bIns="0" rtlCol="0">
            <a:noAutofit/>
          </a:bodyPr>
          <a:lstStyle/>
          <a:p>
            <a:pPr algn="ctr"/>
            <a:r>
              <a:rPr lang="en-AU" sz="4400" b="1"/>
              <a:t>Communicate</a:t>
            </a:r>
            <a:r>
              <a:rPr lang="en-AU" sz="4400"/>
              <a:t> your </a:t>
            </a:r>
            <a:r>
              <a:rPr lang="en-AU" sz="4400" b="1"/>
              <a:t>reasoning</a:t>
            </a:r>
            <a:r>
              <a:rPr lang="en-AU" sz="4400"/>
              <a:t>.</a:t>
            </a:r>
          </a:p>
        </p:txBody>
      </p:sp>
    </p:spTree>
    <p:extLst>
      <p:ext uri="{BB962C8B-B14F-4D97-AF65-F5344CB8AC3E}">
        <p14:creationId xmlns:p14="http://schemas.microsoft.com/office/powerpoint/2010/main" val="509165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3E9BF-15AF-2BAB-123A-1F037454C06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6CBE5C-EB4F-B9C0-4EE6-3D6DB0966B55}"/>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(5)</a:t>
            </a:r>
          </a:p>
        </p:txBody>
      </p:sp>
      <p:pic>
        <p:nvPicPr>
          <p:cNvPr id="3" name="Picture 2">
            <a:extLst>
              <a:ext uri="{FF2B5EF4-FFF2-40B4-BE49-F238E27FC236}">
                <a16:creationId xmlns:a16="http://schemas.microsoft.com/office/drawing/2014/main" id="{C7718586-1339-6B81-E608-E6AA891DE5E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82981BCB-7B1E-1C61-0E18-C94BA5A8FC1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14</a:t>
            </a:fld>
            <a:endParaRPr lang="en-AU"/>
          </a:p>
        </p:txBody>
      </p:sp>
      <p:sp>
        <p:nvSpPr>
          <p:cNvPr id="4" name="TextBox 3">
            <a:extLst>
              <a:ext uri="{FF2B5EF4-FFF2-40B4-BE49-F238E27FC236}">
                <a16:creationId xmlns:a16="http://schemas.microsoft.com/office/drawing/2014/main" id="{9E7D9BD3-CFAE-4F1E-F6ED-A5E0CE2AF0D0}"/>
              </a:ext>
            </a:extLst>
          </p:cNvPr>
          <p:cNvSpPr txBox="1"/>
          <p:nvPr/>
        </p:nvSpPr>
        <p:spPr>
          <a:xfrm>
            <a:off x="246024" y="963464"/>
            <a:ext cx="11356284" cy="627485"/>
          </a:xfrm>
          <a:prstGeom prst="rect">
            <a:avLst/>
          </a:prstGeom>
          <a:noFill/>
        </p:spPr>
        <p:txBody>
          <a:bodyPr wrap="square" lIns="0" tIns="0" rIns="0" bIns="0" rtlCol="0">
            <a:noAutofit/>
          </a:bodyPr>
          <a:lstStyle/>
          <a:p>
            <a:pPr algn="ctr"/>
            <a:r>
              <a:rPr lang="en-AU" sz="3200" b="1"/>
              <a:t>Match</a:t>
            </a:r>
            <a:r>
              <a:rPr lang="en-AU" sz="3200"/>
              <a:t> the triangle </a:t>
            </a:r>
            <a:r>
              <a:rPr lang="en-AU" sz="3200" b="1"/>
              <a:t>name</a:t>
            </a:r>
            <a:r>
              <a:rPr lang="en-AU" sz="3200"/>
              <a:t> to its </a:t>
            </a:r>
            <a:r>
              <a:rPr lang="en-AU" sz="3200" b="1"/>
              <a:t>representation</a:t>
            </a:r>
            <a:r>
              <a:rPr lang="en-AU" sz="3200"/>
              <a:t>: </a:t>
            </a:r>
          </a:p>
        </p:txBody>
      </p:sp>
      <p:sp>
        <p:nvSpPr>
          <p:cNvPr id="5" name="TextBox 4">
            <a:extLst>
              <a:ext uri="{FF2B5EF4-FFF2-40B4-BE49-F238E27FC236}">
                <a16:creationId xmlns:a16="http://schemas.microsoft.com/office/drawing/2014/main" id="{340D5ED3-D5AA-D480-A3F2-6F84CAB8CBF4}"/>
              </a:ext>
            </a:extLst>
          </p:cNvPr>
          <p:cNvSpPr txBox="1"/>
          <p:nvPr/>
        </p:nvSpPr>
        <p:spPr>
          <a:xfrm>
            <a:off x="509899" y="2262499"/>
            <a:ext cx="4084890" cy="2333002"/>
          </a:xfrm>
          <a:prstGeom prst="rect">
            <a:avLst/>
          </a:prstGeom>
          <a:noFill/>
        </p:spPr>
        <p:txBody>
          <a:bodyPr wrap="square" lIns="0" tIns="0" rIns="0" bIns="0" rtlCol="0">
            <a:noAutofit/>
          </a:bodyPr>
          <a:lstStyle/>
          <a:p>
            <a:pPr marL="514350" indent="-514350" algn="l">
              <a:lnSpc>
                <a:spcPct val="150000"/>
              </a:lnSpc>
              <a:buFont typeface="+mj-lt"/>
              <a:buAutoNum type="alphaLcParenR"/>
            </a:pPr>
            <a:r>
              <a:rPr lang="en-AU" sz="3200"/>
              <a:t> equilateral triangle</a:t>
            </a:r>
          </a:p>
          <a:p>
            <a:pPr marL="514350" indent="-514350" algn="l">
              <a:lnSpc>
                <a:spcPct val="150000"/>
              </a:lnSpc>
              <a:buFont typeface="+mj-lt"/>
              <a:buAutoNum type="alphaLcParenR"/>
            </a:pPr>
            <a:endParaRPr lang="en-AU" sz="3200"/>
          </a:p>
          <a:p>
            <a:pPr marL="514350" indent="-514350" algn="l">
              <a:lnSpc>
                <a:spcPct val="150000"/>
              </a:lnSpc>
              <a:buFont typeface="+mj-lt"/>
              <a:buAutoNum type="alphaLcParenR"/>
            </a:pPr>
            <a:r>
              <a:rPr lang="en-AU" sz="3200"/>
              <a:t> isosceles triangle</a:t>
            </a:r>
          </a:p>
          <a:p>
            <a:pPr marL="514350" indent="-514350" algn="l">
              <a:lnSpc>
                <a:spcPct val="150000"/>
              </a:lnSpc>
              <a:buFont typeface="+mj-lt"/>
              <a:buAutoNum type="alphaLcParenR"/>
            </a:pPr>
            <a:endParaRPr lang="en-AU" sz="3200"/>
          </a:p>
          <a:p>
            <a:pPr marL="514350" indent="-514350" algn="l">
              <a:lnSpc>
                <a:spcPct val="150000"/>
              </a:lnSpc>
              <a:buFont typeface="+mj-lt"/>
              <a:buAutoNum type="alphaLcParenR"/>
            </a:pPr>
            <a:r>
              <a:rPr lang="en-AU" sz="3200"/>
              <a:t> scalene triangle</a:t>
            </a:r>
          </a:p>
        </p:txBody>
      </p:sp>
      <p:pic>
        <p:nvPicPr>
          <p:cNvPr id="9" name="Picture 8" descr="1) A triangle with 2 sides equal in length.">
            <a:extLst>
              <a:ext uri="{FF2B5EF4-FFF2-40B4-BE49-F238E27FC236}">
                <a16:creationId xmlns:a16="http://schemas.microsoft.com/office/drawing/2014/main" id="{7674F1C7-DC79-2764-A6F4-BF46BC6840EE}"/>
              </a:ext>
            </a:extLst>
          </p:cNvPr>
          <p:cNvPicPr>
            <a:picLocks noChangeAspect="1"/>
          </p:cNvPicPr>
          <p:nvPr/>
        </p:nvPicPr>
        <p:blipFill>
          <a:blip r:embed="rId4"/>
          <a:stretch>
            <a:fillRect/>
          </a:stretch>
        </p:blipFill>
        <p:spPr>
          <a:xfrm>
            <a:off x="8932352" y="1623929"/>
            <a:ext cx="1656396" cy="1559400"/>
          </a:xfrm>
          <a:prstGeom prst="rect">
            <a:avLst/>
          </a:prstGeom>
        </p:spPr>
      </p:pic>
      <p:pic>
        <p:nvPicPr>
          <p:cNvPr id="11" name="Picture 10" descr="2) a triangle with all 3 sides with different lengths">
            <a:extLst>
              <a:ext uri="{FF2B5EF4-FFF2-40B4-BE49-F238E27FC236}">
                <a16:creationId xmlns:a16="http://schemas.microsoft.com/office/drawing/2014/main" id="{C76E30E6-953A-7B03-AC14-D800F1A04B01}"/>
              </a:ext>
            </a:extLst>
          </p:cNvPr>
          <p:cNvPicPr>
            <a:picLocks noChangeAspect="1"/>
          </p:cNvPicPr>
          <p:nvPr/>
        </p:nvPicPr>
        <p:blipFill>
          <a:blip r:embed="rId5"/>
          <a:stretch>
            <a:fillRect/>
          </a:stretch>
        </p:blipFill>
        <p:spPr>
          <a:xfrm>
            <a:off x="8726568" y="3352201"/>
            <a:ext cx="2496248" cy="1402546"/>
          </a:xfrm>
          <a:prstGeom prst="rect">
            <a:avLst/>
          </a:prstGeom>
        </p:spPr>
      </p:pic>
      <p:pic>
        <p:nvPicPr>
          <p:cNvPr id="13" name="Picture 12" descr="3) a triangle with all sides equal in length.">
            <a:extLst>
              <a:ext uri="{FF2B5EF4-FFF2-40B4-BE49-F238E27FC236}">
                <a16:creationId xmlns:a16="http://schemas.microsoft.com/office/drawing/2014/main" id="{36DBEA27-C175-79C1-A0E1-FF816720499F}"/>
              </a:ext>
            </a:extLst>
          </p:cNvPr>
          <p:cNvPicPr>
            <a:picLocks noChangeAspect="1"/>
          </p:cNvPicPr>
          <p:nvPr/>
        </p:nvPicPr>
        <p:blipFill>
          <a:blip r:embed="rId6"/>
          <a:stretch>
            <a:fillRect/>
          </a:stretch>
        </p:blipFill>
        <p:spPr>
          <a:xfrm>
            <a:off x="8604036" y="4723900"/>
            <a:ext cx="2123232" cy="1992243"/>
          </a:xfrm>
          <a:prstGeom prst="rect">
            <a:avLst/>
          </a:prstGeom>
        </p:spPr>
      </p:pic>
    </p:spTree>
    <p:extLst>
      <p:ext uri="{BB962C8B-B14F-4D97-AF65-F5344CB8AC3E}">
        <p14:creationId xmlns:p14="http://schemas.microsoft.com/office/powerpoint/2010/main" val="1446765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E3E44-DDF8-BB15-F13B-7E68A1EFC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3D9D8F9-BDFB-13F9-6557-DD00B95ECD02}"/>
              </a:ext>
            </a:extLst>
          </p:cNvPr>
          <p:cNvSpPr>
            <a:spLocks noGrp="1"/>
          </p:cNvSpPr>
          <p:nvPr>
            <p:ph type="title"/>
          </p:nvPr>
        </p:nvSpPr>
        <p:spPr>
          <a:xfrm>
            <a:off x="360000" y="360000"/>
            <a:ext cx="10367268" cy="545601"/>
          </a:xfrm>
        </p:spPr>
        <p:txBody>
          <a:bodyPr/>
          <a:lstStyle/>
          <a:p>
            <a:r>
              <a:rPr lang="en-AU"/>
              <a:t>Short response</a:t>
            </a:r>
            <a:r>
              <a:rPr lang="en-AU">
                <a:solidFill>
                  <a:schemeClr val="bg1"/>
                </a:solidFill>
              </a:rPr>
              <a:t> (6)</a:t>
            </a:r>
          </a:p>
        </p:txBody>
      </p:sp>
      <p:pic>
        <p:nvPicPr>
          <p:cNvPr id="3" name="Picture 2">
            <a:extLst>
              <a:ext uri="{FF2B5EF4-FFF2-40B4-BE49-F238E27FC236}">
                <a16:creationId xmlns:a16="http://schemas.microsoft.com/office/drawing/2014/main" id="{9C8770A4-A467-8E0A-C417-8D3F46A5320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9796E3F7-51EE-97B3-1DDD-CDAEB05CFFC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15</a:t>
            </a:fld>
            <a:endParaRPr lang="en-AU"/>
          </a:p>
        </p:txBody>
      </p:sp>
      <p:sp>
        <p:nvSpPr>
          <p:cNvPr id="4" name="TextBox 3">
            <a:extLst>
              <a:ext uri="{FF2B5EF4-FFF2-40B4-BE49-F238E27FC236}">
                <a16:creationId xmlns:a16="http://schemas.microsoft.com/office/drawing/2014/main" id="{2FBD546A-9B89-856F-A733-FAE72F06FCC8}"/>
              </a:ext>
            </a:extLst>
          </p:cNvPr>
          <p:cNvSpPr txBox="1"/>
          <p:nvPr/>
        </p:nvSpPr>
        <p:spPr>
          <a:xfrm>
            <a:off x="360000" y="1524089"/>
            <a:ext cx="11373519" cy="3250346"/>
          </a:xfrm>
          <a:prstGeom prst="rect">
            <a:avLst/>
          </a:prstGeom>
          <a:noFill/>
        </p:spPr>
        <p:txBody>
          <a:bodyPr wrap="square" lIns="0" tIns="0" rIns="0" bIns="0" rtlCol="0">
            <a:noAutofit/>
          </a:bodyPr>
          <a:lstStyle/>
          <a:p>
            <a:pPr algn="ctr">
              <a:lnSpc>
                <a:spcPct val="150000"/>
              </a:lnSpc>
            </a:pPr>
            <a:r>
              <a:rPr lang="en-AU" sz="4400" b="1"/>
              <a:t>Order</a:t>
            </a:r>
            <a:r>
              <a:rPr lang="en-AU" sz="4400"/>
              <a:t> the following decimal numbers in </a:t>
            </a:r>
            <a:r>
              <a:rPr lang="en-AU" sz="4400" b="1"/>
              <a:t>ascending order</a:t>
            </a:r>
            <a:r>
              <a:rPr lang="en-AU" sz="4400"/>
              <a:t>:</a:t>
            </a:r>
          </a:p>
        </p:txBody>
      </p:sp>
      <p:sp>
        <p:nvSpPr>
          <p:cNvPr id="5" name="TextBox 4">
            <a:extLst>
              <a:ext uri="{FF2B5EF4-FFF2-40B4-BE49-F238E27FC236}">
                <a16:creationId xmlns:a16="http://schemas.microsoft.com/office/drawing/2014/main" id="{6F1F2257-9921-0CE5-BBA9-B07810EC5AA7}"/>
              </a:ext>
            </a:extLst>
          </p:cNvPr>
          <p:cNvSpPr txBox="1"/>
          <p:nvPr/>
        </p:nvSpPr>
        <p:spPr>
          <a:xfrm>
            <a:off x="360000" y="4402337"/>
            <a:ext cx="2312894" cy="710004"/>
          </a:xfrm>
          <a:prstGeom prst="rect">
            <a:avLst/>
          </a:prstGeom>
          <a:noFill/>
          <a:ln w="38100">
            <a:solidFill>
              <a:schemeClr val="accent2"/>
            </a:solidFill>
          </a:ln>
        </p:spPr>
        <p:txBody>
          <a:bodyPr wrap="square" lIns="0" tIns="0" rIns="0" bIns="0" rtlCol="0">
            <a:noAutofit/>
          </a:bodyPr>
          <a:lstStyle/>
          <a:p>
            <a:pPr algn="ctr"/>
            <a:r>
              <a:rPr lang="en-AU" sz="4400"/>
              <a:t>1.375</a:t>
            </a:r>
          </a:p>
        </p:txBody>
      </p:sp>
      <p:sp>
        <p:nvSpPr>
          <p:cNvPr id="7" name="TextBox 6">
            <a:extLst>
              <a:ext uri="{FF2B5EF4-FFF2-40B4-BE49-F238E27FC236}">
                <a16:creationId xmlns:a16="http://schemas.microsoft.com/office/drawing/2014/main" id="{13659265-D50D-B878-EDCC-1D8DCAEA725C}"/>
              </a:ext>
            </a:extLst>
          </p:cNvPr>
          <p:cNvSpPr txBox="1"/>
          <p:nvPr/>
        </p:nvSpPr>
        <p:spPr>
          <a:xfrm>
            <a:off x="3381558" y="4402337"/>
            <a:ext cx="2312894" cy="710004"/>
          </a:xfrm>
          <a:prstGeom prst="rect">
            <a:avLst/>
          </a:prstGeom>
          <a:noFill/>
          <a:ln w="38100">
            <a:solidFill>
              <a:schemeClr val="accent2"/>
            </a:solidFill>
          </a:ln>
        </p:spPr>
        <p:txBody>
          <a:bodyPr wrap="square" lIns="0" tIns="0" rIns="0" bIns="0" rtlCol="0">
            <a:noAutofit/>
          </a:bodyPr>
          <a:lstStyle>
            <a:defPPr>
              <a:defRPr lang="en-US"/>
            </a:defPPr>
            <a:lvl1pPr algn="ctr">
              <a:defRPr sz="4400"/>
            </a:lvl1pPr>
          </a:lstStyle>
          <a:p>
            <a:r>
              <a:rPr lang="en-AU"/>
              <a:t>1.107</a:t>
            </a:r>
          </a:p>
        </p:txBody>
      </p:sp>
      <p:sp>
        <p:nvSpPr>
          <p:cNvPr id="8" name="TextBox 7">
            <a:extLst>
              <a:ext uri="{FF2B5EF4-FFF2-40B4-BE49-F238E27FC236}">
                <a16:creationId xmlns:a16="http://schemas.microsoft.com/office/drawing/2014/main" id="{C2F0224C-962C-4849-8822-1893BACF8D33}"/>
              </a:ext>
            </a:extLst>
          </p:cNvPr>
          <p:cNvSpPr txBox="1"/>
          <p:nvPr/>
        </p:nvSpPr>
        <p:spPr>
          <a:xfrm>
            <a:off x="6403116" y="4402337"/>
            <a:ext cx="2312894" cy="710004"/>
          </a:xfrm>
          <a:prstGeom prst="rect">
            <a:avLst/>
          </a:prstGeom>
          <a:noFill/>
          <a:ln w="38100">
            <a:solidFill>
              <a:schemeClr val="accent2"/>
            </a:solidFill>
          </a:ln>
        </p:spPr>
        <p:txBody>
          <a:bodyPr wrap="square" lIns="0" tIns="0" rIns="0" bIns="0" rtlCol="0">
            <a:noAutofit/>
          </a:bodyPr>
          <a:lstStyle/>
          <a:p>
            <a:pPr algn="ctr"/>
            <a:r>
              <a:rPr lang="en-AU" sz="4400"/>
              <a:t>1.256</a:t>
            </a:r>
          </a:p>
        </p:txBody>
      </p:sp>
      <p:sp>
        <p:nvSpPr>
          <p:cNvPr id="9" name="TextBox 8">
            <a:extLst>
              <a:ext uri="{FF2B5EF4-FFF2-40B4-BE49-F238E27FC236}">
                <a16:creationId xmlns:a16="http://schemas.microsoft.com/office/drawing/2014/main" id="{4F71C4F6-2359-7EE2-6B5B-27C2AB782E2F}"/>
              </a:ext>
            </a:extLst>
          </p:cNvPr>
          <p:cNvSpPr txBox="1"/>
          <p:nvPr/>
        </p:nvSpPr>
        <p:spPr>
          <a:xfrm>
            <a:off x="9420625" y="4402337"/>
            <a:ext cx="2312894" cy="710004"/>
          </a:xfrm>
          <a:prstGeom prst="rect">
            <a:avLst/>
          </a:prstGeom>
          <a:noFill/>
          <a:ln w="38100">
            <a:solidFill>
              <a:schemeClr val="accent2"/>
            </a:solidFill>
          </a:ln>
        </p:spPr>
        <p:txBody>
          <a:bodyPr wrap="square" lIns="0" tIns="0" rIns="0" bIns="0" rtlCol="0">
            <a:noAutofit/>
          </a:bodyPr>
          <a:lstStyle/>
          <a:p>
            <a:pPr algn="ctr"/>
            <a:r>
              <a:rPr lang="en-AU" sz="4400"/>
              <a:t>1.190</a:t>
            </a:r>
          </a:p>
        </p:txBody>
      </p:sp>
    </p:spTree>
    <p:extLst>
      <p:ext uri="{BB962C8B-B14F-4D97-AF65-F5344CB8AC3E}">
        <p14:creationId xmlns:p14="http://schemas.microsoft.com/office/powerpoint/2010/main" val="60349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065EB-977E-8A0B-776E-365C47F513D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A20AE0F-3055-9CF7-2815-4C587C167EC6}"/>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(7)</a:t>
            </a:r>
          </a:p>
        </p:txBody>
      </p:sp>
      <p:pic>
        <p:nvPicPr>
          <p:cNvPr id="3" name="Picture 2">
            <a:extLst>
              <a:ext uri="{FF2B5EF4-FFF2-40B4-BE49-F238E27FC236}">
                <a16:creationId xmlns:a16="http://schemas.microsoft.com/office/drawing/2014/main" id="{F22768F3-1D34-7E31-8299-4A2308A11FC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3235C9A5-5146-B61D-40A7-3861511E29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16</a:t>
            </a:fld>
            <a:endParaRPr lang="en-AU"/>
          </a:p>
        </p:txBody>
      </p:sp>
      <p:sp>
        <p:nvSpPr>
          <p:cNvPr id="4" name="TextBox 3">
            <a:extLst>
              <a:ext uri="{FF2B5EF4-FFF2-40B4-BE49-F238E27FC236}">
                <a16:creationId xmlns:a16="http://schemas.microsoft.com/office/drawing/2014/main" id="{2E942D9E-D043-00E8-06C5-564B06011E93}"/>
              </a:ext>
            </a:extLst>
          </p:cNvPr>
          <p:cNvSpPr txBox="1"/>
          <p:nvPr/>
        </p:nvSpPr>
        <p:spPr>
          <a:xfrm>
            <a:off x="453358" y="1014061"/>
            <a:ext cx="11103429" cy="1920127"/>
          </a:xfrm>
          <a:prstGeom prst="rect">
            <a:avLst/>
          </a:prstGeom>
          <a:noFill/>
        </p:spPr>
        <p:txBody>
          <a:bodyPr wrap="square" lIns="0" tIns="0" rIns="0" bIns="0" rtlCol="0">
            <a:noAutofit/>
          </a:bodyPr>
          <a:lstStyle/>
          <a:p>
            <a:pPr algn="ctr">
              <a:lnSpc>
                <a:spcPct val="150000"/>
              </a:lnSpc>
            </a:pPr>
            <a:r>
              <a:rPr lang="en-AU" sz="4400" b="1"/>
              <a:t>Match</a:t>
            </a:r>
            <a:r>
              <a:rPr lang="en-AU" sz="4400"/>
              <a:t> each </a:t>
            </a:r>
            <a:r>
              <a:rPr lang="en-AU" sz="4400" b="1"/>
              <a:t>angle name </a:t>
            </a:r>
            <a:r>
              <a:rPr lang="en-AU" sz="4400"/>
              <a:t>to its correct </a:t>
            </a:r>
            <a:r>
              <a:rPr lang="en-AU" sz="4400" b="1"/>
              <a:t>measurement</a:t>
            </a:r>
            <a:r>
              <a:rPr lang="en-AU" sz="4400"/>
              <a:t>:</a:t>
            </a:r>
          </a:p>
        </p:txBody>
      </p:sp>
      <p:sp>
        <p:nvSpPr>
          <p:cNvPr id="5" name="TextBox 4">
            <a:extLst>
              <a:ext uri="{FF2B5EF4-FFF2-40B4-BE49-F238E27FC236}">
                <a16:creationId xmlns:a16="http://schemas.microsoft.com/office/drawing/2014/main" id="{8BE34CB0-F92F-8F89-6AD0-10503E76F86E}"/>
              </a:ext>
            </a:extLst>
          </p:cNvPr>
          <p:cNvSpPr txBox="1"/>
          <p:nvPr/>
        </p:nvSpPr>
        <p:spPr>
          <a:xfrm>
            <a:off x="691562" y="3063431"/>
            <a:ext cx="5716921" cy="3519288"/>
          </a:xfrm>
          <a:prstGeom prst="rect">
            <a:avLst/>
          </a:prstGeom>
          <a:noFill/>
        </p:spPr>
        <p:txBody>
          <a:bodyPr wrap="square" lIns="0" tIns="0" rIns="0" bIns="0" rtlCol="0">
            <a:noAutofit/>
          </a:bodyPr>
          <a:lstStyle/>
          <a:p>
            <a:pPr marL="342900" indent="-342900" algn="l">
              <a:lnSpc>
                <a:spcPct val="150000"/>
              </a:lnSpc>
              <a:buFont typeface="+mj-lt"/>
              <a:buAutoNum type="arabicParenR"/>
            </a:pPr>
            <a:r>
              <a:rPr lang="en-AU" sz="4400"/>
              <a:t> right angle</a:t>
            </a:r>
          </a:p>
          <a:p>
            <a:pPr marL="342900" indent="-342900" algn="l">
              <a:lnSpc>
                <a:spcPct val="150000"/>
              </a:lnSpc>
              <a:buFont typeface="+mj-lt"/>
              <a:buAutoNum type="arabicParenR"/>
            </a:pPr>
            <a:r>
              <a:rPr lang="en-AU" sz="4400"/>
              <a:t> straight angle</a:t>
            </a:r>
          </a:p>
          <a:p>
            <a:pPr marL="342900" indent="-342900" algn="l">
              <a:lnSpc>
                <a:spcPct val="150000"/>
              </a:lnSpc>
              <a:buFont typeface="+mj-lt"/>
              <a:buAutoNum type="arabicParenR"/>
            </a:pPr>
            <a:r>
              <a:rPr lang="en-AU" sz="4400"/>
              <a:t> angle of revolution</a:t>
            </a:r>
          </a:p>
        </p:txBody>
      </p:sp>
      <p:sp>
        <p:nvSpPr>
          <p:cNvPr id="7" name="TextBox 6">
            <a:extLst>
              <a:ext uri="{FF2B5EF4-FFF2-40B4-BE49-F238E27FC236}">
                <a16:creationId xmlns:a16="http://schemas.microsoft.com/office/drawing/2014/main" id="{A1C4615E-F501-137F-9D71-874FBF4AB7F9}"/>
              </a:ext>
            </a:extLst>
          </p:cNvPr>
          <p:cNvSpPr txBox="1"/>
          <p:nvPr/>
        </p:nvSpPr>
        <p:spPr>
          <a:xfrm>
            <a:off x="7691717" y="3016740"/>
            <a:ext cx="5716921" cy="3519288"/>
          </a:xfrm>
          <a:prstGeom prst="rect">
            <a:avLst/>
          </a:prstGeom>
          <a:noFill/>
        </p:spPr>
        <p:txBody>
          <a:bodyPr wrap="square" lIns="0" tIns="0" rIns="0" bIns="0" rtlCol="0">
            <a:noAutofit/>
          </a:bodyPr>
          <a:lstStyle/>
          <a:p>
            <a:pPr marL="742950" indent="-742950" algn="l">
              <a:lnSpc>
                <a:spcPct val="150000"/>
              </a:lnSpc>
              <a:buFont typeface="+mj-lt"/>
              <a:buAutoNum type="alphaLcParenR"/>
            </a:pPr>
            <a:r>
              <a:rPr lang="en-AU" sz="4400"/>
              <a:t>360°</a:t>
            </a:r>
          </a:p>
          <a:p>
            <a:pPr marL="742950" indent="-742950">
              <a:lnSpc>
                <a:spcPct val="150000"/>
              </a:lnSpc>
              <a:buFont typeface="+mj-lt"/>
              <a:buAutoNum type="alphaLcParenR"/>
            </a:pPr>
            <a:r>
              <a:rPr lang="en-AU" sz="4400"/>
              <a:t>90°</a:t>
            </a:r>
          </a:p>
          <a:p>
            <a:pPr marL="742950" indent="-742950">
              <a:lnSpc>
                <a:spcPct val="150000"/>
              </a:lnSpc>
              <a:buFont typeface="+mj-lt"/>
              <a:buAutoNum type="alphaLcParenR"/>
            </a:pPr>
            <a:r>
              <a:rPr lang="en-AU" sz="4400"/>
              <a:t>180°</a:t>
            </a:r>
          </a:p>
        </p:txBody>
      </p:sp>
    </p:spTree>
    <p:extLst>
      <p:ext uri="{BB962C8B-B14F-4D97-AF65-F5344CB8AC3E}">
        <p14:creationId xmlns:p14="http://schemas.microsoft.com/office/powerpoint/2010/main" val="34314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2E500-9DDC-61C8-5913-B1F20498E16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62D5D31-12A0-FCE7-14C6-C3B229423A2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(8)</a:t>
            </a:r>
          </a:p>
        </p:txBody>
      </p:sp>
      <p:pic>
        <p:nvPicPr>
          <p:cNvPr id="3" name="Picture 2">
            <a:extLst>
              <a:ext uri="{FF2B5EF4-FFF2-40B4-BE49-F238E27FC236}">
                <a16:creationId xmlns:a16="http://schemas.microsoft.com/office/drawing/2014/main" id="{5D2DD89E-AAB3-5EBB-F36F-72D71287FEE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C13100AD-E352-EF39-5AEA-DF4065E1A544}"/>
              </a:ext>
            </a:extLst>
          </p:cNvPr>
          <p:cNvSpPr txBox="1"/>
          <p:nvPr/>
        </p:nvSpPr>
        <p:spPr>
          <a:xfrm>
            <a:off x="575153" y="1283406"/>
            <a:ext cx="10670476" cy="1344705"/>
          </a:xfrm>
          <a:prstGeom prst="rect">
            <a:avLst/>
          </a:prstGeom>
          <a:noFill/>
        </p:spPr>
        <p:txBody>
          <a:bodyPr wrap="square" lIns="0" tIns="0" rIns="0" bIns="0" rtlCol="0">
            <a:noAutofit/>
          </a:bodyPr>
          <a:lstStyle/>
          <a:p>
            <a:pPr algn="ctr">
              <a:lnSpc>
                <a:spcPct val="150000"/>
              </a:lnSpc>
            </a:pPr>
            <a:r>
              <a:rPr lang="en-AU" sz="2800"/>
              <a:t>Frankie states that these rectangles have </a:t>
            </a:r>
            <a:r>
              <a:rPr lang="en-AU" sz="2800" b="1"/>
              <a:t>different side lengths </a:t>
            </a:r>
            <a:r>
              <a:rPr lang="en-AU" sz="2800"/>
              <a:t>so they cannot have the </a:t>
            </a:r>
            <a:r>
              <a:rPr lang="en-AU" sz="2800" b="1"/>
              <a:t>same perimeter</a:t>
            </a:r>
            <a:r>
              <a:rPr lang="en-AU" sz="2800"/>
              <a:t>. Is Frankie correct?</a:t>
            </a:r>
          </a:p>
        </p:txBody>
      </p:sp>
      <p:pic>
        <p:nvPicPr>
          <p:cNvPr id="11" name="Picture 10" descr="A rectangle with side lengths marked: 8 cm and 2 cm.">
            <a:extLst>
              <a:ext uri="{FF2B5EF4-FFF2-40B4-BE49-F238E27FC236}">
                <a16:creationId xmlns:a16="http://schemas.microsoft.com/office/drawing/2014/main" id="{0690D22F-1797-FDC7-07C8-D4FE418F99C9}"/>
              </a:ext>
            </a:extLst>
          </p:cNvPr>
          <p:cNvPicPr>
            <a:picLocks noChangeAspect="1"/>
          </p:cNvPicPr>
          <p:nvPr/>
        </p:nvPicPr>
        <p:blipFill>
          <a:blip r:embed="rId4"/>
          <a:stretch>
            <a:fillRect/>
          </a:stretch>
        </p:blipFill>
        <p:spPr>
          <a:xfrm>
            <a:off x="1430611" y="3718494"/>
            <a:ext cx="4794440" cy="1856100"/>
          </a:xfrm>
          <a:prstGeom prst="rect">
            <a:avLst/>
          </a:prstGeom>
          <a:ln>
            <a:noFill/>
          </a:ln>
          <a:effectLst>
            <a:outerShdw blurRad="292100" dist="139700" dir="2700000" algn="tl" rotWithShape="0">
              <a:srgbClr val="333333">
                <a:alpha val="65000"/>
              </a:srgbClr>
            </a:outerShdw>
          </a:effectLst>
        </p:spPr>
      </p:pic>
      <p:pic>
        <p:nvPicPr>
          <p:cNvPr id="13" name="Picture 12" descr="A rectangle with side lengths marked: 6 cm and 4 cm.">
            <a:extLst>
              <a:ext uri="{FF2B5EF4-FFF2-40B4-BE49-F238E27FC236}">
                <a16:creationId xmlns:a16="http://schemas.microsoft.com/office/drawing/2014/main" id="{ABD6C1EA-FBA4-C581-92D0-1701D44DB634}"/>
              </a:ext>
            </a:extLst>
          </p:cNvPr>
          <p:cNvPicPr>
            <a:picLocks noChangeAspect="1"/>
          </p:cNvPicPr>
          <p:nvPr/>
        </p:nvPicPr>
        <p:blipFill>
          <a:blip r:embed="rId5"/>
          <a:stretch>
            <a:fillRect/>
          </a:stretch>
        </p:blipFill>
        <p:spPr>
          <a:xfrm>
            <a:off x="6683326" y="2710574"/>
            <a:ext cx="4347150" cy="2902288"/>
          </a:xfrm>
          <a:prstGeom prst="rect">
            <a:avLst/>
          </a:prstGeom>
          <a:ln>
            <a:noFill/>
          </a:ln>
          <a:effectLst>
            <a:outerShdw blurRad="292100" dist="139700" dir="2700000" algn="tl" rotWithShape="0">
              <a:srgbClr val="333333">
                <a:alpha val="65000"/>
              </a:srgbClr>
            </a:outerShdw>
          </a:effectLst>
        </p:spPr>
      </p:pic>
      <p:sp>
        <p:nvSpPr>
          <p:cNvPr id="7" name="TextBox 6">
            <a:extLst>
              <a:ext uri="{FF2B5EF4-FFF2-40B4-BE49-F238E27FC236}">
                <a16:creationId xmlns:a16="http://schemas.microsoft.com/office/drawing/2014/main" id="{146A5955-98EA-C0D8-2AB3-FFF932D00697}"/>
              </a:ext>
            </a:extLst>
          </p:cNvPr>
          <p:cNvSpPr txBox="1"/>
          <p:nvPr/>
        </p:nvSpPr>
        <p:spPr>
          <a:xfrm>
            <a:off x="2195713" y="5695326"/>
            <a:ext cx="8058676" cy="901593"/>
          </a:xfrm>
          <a:prstGeom prst="rect">
            <a:avLst/>
          </a:prstGeom>
          <a:noFill/>
        </p:spPr>
        <p:txBody>
          <a:bodyPr wrap="square">
            <a:spAutoFit/>
          </a:bodyPr>
          <a:lstStyle/>
          <a:p>
            <a:pPr algn="ctr">
              <a:lnSpc>
                <a:spcPct val="150000"/>
              </a:lnSpc>
            </a:pPr>
            <a:r>
              <a:rPr lang="en-AU" sz="4000" b="1"/>
              <a:t>Communicate</a:t>
            </a:r>
            <a:r>
              <a:rPr lang="en-AU" sz="4000"/>
              <a:t> your </a:t>
            </a:r>
            <a:r>
              <a:rPr lang="en-AU" sz="4000" b="1"/>
              <a:t>reasoning</a:t>
            </a:r>
            <a:r>
              <a:rPr lang="en-AU" sz="4000"/>
              <a:t>.</a:t>
            </a:r>
          </a:p>
        </p:txBody>
      </p:sp>
      <p:sp>
        <p:nvSpPr>
          <p:cNvPr id="2" name="Slide Number Placeholder 1">
            <a:extLst>
              <a:ext uri="{FF2B5EF4-FFF2-40B4-BE49-F238E27FC236}">
                <a16:creationId xmlns:a16="http://schemas.microsoft.com/office/drawing/2014/main" id="{46FA1740-3E84-C0AC-89BB-08009897108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17</a:t>
            </a:fld>
            <a:endParaRPr lang="en-AU"/>
          </a:p>
        </p:txBody>
      </p:sp>
    </p:spTree>
    <p:extLst>
      <p:ext uri="{BB962C8B-B14F-4D97-AF65-F5344CB8AC3E}">
        <p14:creationId xmlns:p14="http://schemas.microsoft.com/office/powerpoint/2010/main" val="484808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9613E-331A-83D0-CBD3-A2BA82CF95D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3ED363-305A-3A65-38AF-556DA2DAC322}"/>
              </a:ext>
            </a:extLst>
          </p:cNvPr>
          <p:cNvSpPr>
            <a:spLocks noGrp="1"/>
          </p:cNvSpPr>
          <p:nvPr>
            <p:ph type="title"/>
          </p:nvPr>
        </p:nvSpPr>
        <p:spPr>
          <a:xfrm>
            <a:off x="360000" y="360000"/>
            <a:ext cx="10367268" cy="545601"/>
          </a:xfrm>
        </p:spPr>
        <p:txBody>
          <a:bodyPr/>
          <a:lstStyle/>
          <a:p>
            <a:r>
              <a:rPr lang="en-AU"/>
              <a:t>Activity 2 – regrouping numbers 2</a:t>
            </a:r>
          </a:p>
        </p:txBody>
      </p:sp>
      <p:pic>
        <p:nvPicPr>
          <p:cNvPr id="4" name="Picture 3">
            <a:extLst>
              <a:ext uri="{FF2B5EF4-FFF2-40B4-BE49-F238E27FC236}">
                <a16:creationId xmlns:a16="http://schemas.microsoft.com/office/drawing/2014/main" id="{D6502462-26FB-38CD-06DC-5F98705966B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667A3C9A-16B3-82E5-17C0-1858EAFCD543}"/>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18</a:t>
            </a:fld>
            <a:endParaRPr lang="en-AU"/>
          </a:p>
        </p:txBody>
      </p:sp>
      <p:sp>
        <p:nvSpPr>
          <p:cNvPr id="3" name="TextBox 2">
            <a:extLst>
              <a:ext uri="{FF2B5EF4-FFF2-40B4-BE49-F238E27FC236}">
                <a16:creationId xmlns:a16="http://schemas.microsoft.com/office/drawing/2014/main" id="{CD8F5E31-DED0-19EA-E984-F2F857349C43}"/>
              </a:ext>
            </a:extLst>
          </p:cNvPr>
          <p:cNvSpPr txBox="1"/>
          <p:nvPr/>
        </p:nvSpPr>
        <p:spPr>
          <a:xfrm>
            <a:off x="2464013" y="1782696"/>
            <a:ext cx="6477641" cy="3173506"/>
          </a:xfrm>
          <a:prstGeom prst="rect">
            <a:avLst/>
          </a:prstGeom>
          <a:noFill/>
        </p:spPr>
        <p:txBody>
          <a:bodyPr wrap="square" lIns="0" tIns="0" rIns="0" bIns="0" rtlCol="0">
            <a:noAutofit/>
          </a:bodyPr>
          <a:lstStyle/>
          <a:p>
            <a:pPr algn="ctr"/>
            <a:r>
              <a:rPr lang="en-AU" sz="4400">
                <a:latin typeface="Arial" panose="020B0604020202020204" pitchFamily="34" charset="0"/>
                <a:cs typeface="Arial" panose="020B0604020202020204" pitchFamily="34" charset="0"/>
              </a:rPr>
              <a:t>406 728 319</a:t>
            </a:r>
            <a:endParaRPr lang="en-AU" sz="4400"/>
          </a:p>
        </p:txBody>
      </p:sp>
    </p:spTree>
    <p:extLst>
      <p:ext uri="{BB962C8B-B14F-4D97-AF65-F5344CB8AC3E}">
        <p14:creationId xmlns:p14="http://schemas.microsoft.com/office/powerpoint/2010/main" val="2639464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FECE3-7912-F0C8-58C9-549063BABDC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E67CD74-5F87-CD4F-1AEB-6D7CEDAED948}"/>
              </a:ext>
            </a:extLst>
          </p:cNvPr>
          <p:cNvSpPr>
            <a:spLocks noGrp="1"/>
          </p:cNvSpPr>
          <p:nvPr>
            <p:ph type="ctrTitle"/>
          </p:nvPr>
        </p:nvSpPr>
        <p:spPr/>
        <p:txBody>
          <a:bodyPr/>
          <a:lstStyle/>
          <a:p>
            <a:r>
              <a:rPr lang="en-AU">
                <a:latin typeface="+mj-lt"/>
              </a:rPr>
              <a:t>Review of learning 3</a:t>
            </a:r>
          </a:p>
        </p:txBody>
      </p:sp>
    </p:spTree>
    <p:extLst>
      <p:ext uri="{BB962C8B-B14F-4D97-AF65-F5344CB8AC3E}">
        <p14:creationId xmlns:p14="http://schemas.microsoft.com/office/powerpoint/2010/main" val="743924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1698E-FF3C-D7D7-7361-3B6C06C0CFB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6AF6F33-8B51-F522-6D05-68D5C90AAA03}"/>
              </a:ext>
            </a:extLst>
          </p:cNvPr>
          <p:cNvSpPr>
            <a:spLocks noGrp="1"/>
          </p:cNvSpPr>
          <p:nvPr>
            <p:ph type="title"/>
          </p:nvPr>
        </p:nvSpPr>
        <p:spPr>
          <a:xfrm>
            <a:off x="360000" y="360000"/>
            <a:ext cx="9901600" cy="545601"/>
          </a:xfrm>
        </p:spPr>
        <p:txBody>
          <a:bodyPr/>
          <a:lstStyle/>
          <a:p>
            <a:r>
              <a:rPr lang="en-US"/>
              <a:t>Multiple choice </a:t>
            </a:r>
            <a:r>
              <a:rPr lang="en-US">
                <a:solidFill>
                  <a:schemeClr val="bg1"/>
                </a:solidFill>
              </a:rPr>
              <a:t>(2)</a:t>
            </a:r>
          </a:p>
        </p:txBody>
      </p:sp>
      <p:pic>
        <p:nvPicPr>
          <p:cNvPr id="4" name="Picture 3">
            <a:extLst>
              <a:ext uri="{FF2B5EF4-FFF2-40B4-BE49-F238E27FC236}">
                <a16:creationId xmlns:a16="http://schemas.microsoft.com/office/drawing/2014/main" id="{112D24DC-0614-F76C-9A4C-36E299EAFF53}"/>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5" name="Text Placeholder">
            <a:extLst>
              <a:ext uri="{FF2B5EF4-FFF2-40B4-BE49-F238E27FC236}">
                <a16:creationId xmlns:a16="http://schemas.microsoft.com/office/drawing/2014/main" id="{9C7C84D9-7468-F57D-99F1-C58A56040A58}"/>
              </a:ext>
            </a:extLst>
          </p:cNvPr>
          <p:cNvSpPr>
            <a:spLocks noGrp="1"/>
          </p:cNvSpPr>
          <p:nvPr>
            <p:ph type="body" sz="quarter" idx="28"/>
          </p:nvPr>
        </p:nvSpPr>
        <p:spPr>
          <a:xfrm>
            <a:off x="360000" y="1183614"/>
            <a:ext cx="11243037" cy="754243"/>
          </a:xfrm>
        </p:spPr>
        <p:txBody>
          <a:bodyPr/>
          <a:lstStyle/>
          <a:p>
            <a:pPr algn="ctr"/>
            <a:r>
              <a:rPr lang="en-AU" sz="3200" dirty="0"/>
              <a:t>Which number has been </a:t>
            </a:r>
            <a:r>
              <a:rPr lang="en-AU" sz="3200" b="1" dirty="0"/>
              <a:t>partitioned</a:t>
            </a:r>
            <a:r>
              <a:rPr lang="en-AU" sz="3200" dirty="0"/>
              <a:t> in a </a:t>
            </a:r>
            <a:r>
              <a:rPr lang="en-AU" sz="3200" b="1" dirty="0"/>
              <a:t>non-standard form</a:t>
            </a:r>
            <a:r>
              <a:rPr lang="en-AU" sz="3200" dirty="0"/>
              <a:t>:</a:t>
            </a:r>
          </a:p>
          <a:p>
            <a:pPr algn="ctr"/>
            <a:r>
              <a:rPr lang="en-AU" sz="4400" dirty="0">
                <a:solidFill>
                  <a:schemeClr val="accent2"/>
                </a:solidFill>
              </a:rPr>
              <a:t>482 000 000 + 7 654 321</a:t>
            </a:r>
          </a:p>
        </p:txBody>
      </p:sp>
      <p:sp>
        <p:nvSpPr>
          <p:cNvPr id="9" name="B">
            <a:extLst>
              <a:ext uri="{FF2B5EF4-FFF2-40B4-BE49-F238E27FC236}">
                <a16:creationId xmlns:a16="http://schemas.microsoft.com/office/drawing/2014/main" id="{F91A42F4-D8C9-20A3-82EB-86FAD4D776A8}"/>
              </a:ext>
            </a:extLst>
          </p:cNvPr>
          <p:cNvSpPr txBox="1"/>
          <p:nvPr/>
        </p:nvSpPr>
        <p:spPr>
          <a:xfrm>
            <a:off x="670560" y="3222177"/>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A text">
            <a:extLst>
              <a:ext uri="{FF2B5EF4-FFF2-40B4-BE49-F238E27FC236}">
                <a16:creationId xmlns:a16="http://schemas.microsoft.com/office/drawing/2014/main" id="{D2386B91-F85A-17DD-80EB-F20033E4EC06}"/>
              </a:ext>
            </a:extLst>
          </p:cNvPr>
          <p:cNvSpPr>
            <a:spLocks noGrp="1"/>
          </p:cNvSpPr>
          <p:nvPr>
            <p:ph type="body" sz="quarter" idx="31"/>
          </p:nvPr>
        </p:nvSpPr>
        <p:spPr>
          <a:xfrm>
            <a:off x="1345520" y="3219704"/>
            <a:ext cx="10175920" cy="641396"/>
          </a:xfrm>
        </p:spPr>
        <p:txBody>
          <a:bodyPr anchor="ctr"/>
          <a:lstStyle/>
          <a:p>
            <a:r>
              <a:rPr lang="en-US" sz="3600"/>
              <a:t>482 765 432</a:t>
            </a:r>
          </a:p>
        </p:txBody>
      </p:sp>
      <p:sp>
        <p:nvSpPr>
          <p:cNvPr id="10" name="B">
            <a:extLst>
              <a:ext uri="{FF2B5EF4-FFF2-40B4-BE49-F238E27FC236}">
                <a16:creationId xmlns:a16="http://schemas.microsoft.com/office/drawing/2014/main" id="{CA9D5B15-A13C-EE8B-176F-3B4E3454A1A2}"/>
              </a:ext>
            </a:extLst>
          </p:cNvPr>
          <p:cNvSpPr txBox="1"/>
          <p:nvPr/>
        </p:nvSpPr>
        <p:spPr>
          <a:xfrm>
            <a:off x="670559" y="4133897"/>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B text">
            <a:extLst>
              <a:ext uri="{FF2B5EF4-FFF2-40B4-BE49-F238E27FC236}">
                <a16:creationId xmlns:a16="http://schemas.microsoft.com/office/drawing/2014/main" id="{2D36800D-CC3E-E3B5-7DCD-70D138BF62F0}"/>
              </a:ext>
            </a:extLst>
          </p:cNvPr>
          <p:cNvSpPr>
            <a:spLocks noGrp="1"/>
          </p:cNvSpPr>
          <p:nvPr>
            <p:ph type="body" sz="quarter" idx="30"/>
          </p:nvPr>
        </p:nvSpPr>
        <p:spPr>
          <a:xfrm>
            <a:off x="1345520" y="4134671"/>
            <a:ext cx="10175920" cy="641396"/>
          </a:xfrm>
        </p:spPr>
        <p:txBody>
          <a:bodyPr anchor="ctr"/>
          <a:lstStyle/>
          <a:p>
            <a:r>
              <a:rPr lang="en-US" sz="3600"/>
              <a:t>482 654 321</a:t>
            </a:r>
          </a:p>
        </p:txBody>
      </p:sp>
      <p:sp>
        <p:nvSpPr>
          <p:cNvPr id="12" name="C">
            <a:extLst>
              <a:ext uri="{FF2B5EF4-FFF2-40B4-BE49-F238E27FC236}">
                <a16:creationId xmlns:a16="http://schemas.microsoft.com/office/drawing/2014/main" id="{B4746450-E4E2-359C-DFCA-0532E811BD1E}"/>
              </a:ext>
            </a:extLst>
          </p:cNvPr>
          <p:cNvSpPr txBox="1"/>
          <p:nvPr/>
        </p:nvSpPr>
        <p:spPr>
          <a:xfrm>
            <a:off x="670558" y="5045617"/>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C text">
            <a:extLst>
              <a:ext uri="{FF2B5EF4-FFF2-40B4-BE49-F238E27FC236}">
                <a16:creationId xmlns:a16="http://schemas.microsoft.com/office/drawing/2014/main" id="{8E51689C-1248-B7EC-3B77-B066AB5C6C0D}"/>
              </a:ext>
            </a:extLst>
          </p:cNvPr>
          <p:cNvSpPr>
            <a:spLocks noGrp="1"/>
          </p:cNvSpPr>
          <p:nvPr>
            <p:ph type="body" sz="quarter" idx="29"/>
          </p:nvPr>
        </p:nvSpPr>
        <p:spPr>
          <a:xfrm>
            <a:off x="1345520" y="5049638"/>
            <a:ext cx="10175920" cy="641396"/>
          </a:xfrm>
        </p:spPr>
        <p:txBody>
          <a:bodyPr anchor="ctr"/>
          <a:lstStyle/>
          <a:p>
            <a:r>
              <a:rPr lang="en-US" sz="3600"/>
              <a:t>489 654 321</a:t>
            </a:r>
          </a:p>
        </p:txBody>
      </p:sp>
      <p:sp>
        <p:nvSpPr>
          <p:cNvPr id="11" name="D">
            <a:extLst>
              <a:ext uri="{FF2B5EF4-FFF2-40B4-BE49-F238E27FC236}">
                <a16:creationId xmlns:a16="http://schemas.microsoft.com/office/drawing/2014/main" id="{9B8955CE-78C1-2F30-7505-4CA44A86BDFF}"/>
              </a:ext>
            </a:extLst>
          </p:cNvPr>
          <p:cNvSpPr txBox="1"/>
          <p:nvPr/>
        </p:nvSpPr>
        <p:spPr>
          <a:xfrm>
            <a:off x="670558" y="59573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D text">
            <a:extLst>
              <a:ext uri="{FF2B5EF4-FFF2-40B4-BE49-F238E27FC236}">
                <a16:creationId xmlns:a16="http://schemas.microsoft.com/office/drawing/2014/main" id="{D3F4C1E5-AFB7-4898-29F3-EB98C6384093}"/>
              </a:ext>
            </a:extLst>
          </p:cNvPr>
          <p:cNvSpPr>
            <a:spLocks noGrp="1"/>
          </p:cNvSpPr>
          <p:nvPr>
            <p:ph type="body" sz="quarter" idx="27"/>
          </p:nvPr>
        </p:nvSpPr>
        <p:spPr>
          <a:xfrm>
            <a:off x="1345520" y="5964604"/>
            <a:ext cx="10175920" cy="641396"/>
          </a:xfrm>
        </p:spPr>
        <p:txBody>
          <a:bodyPr anchor="ctr"/>
          <a:lstStyle/>
          <a:p>
            <a:r>
              <a:rPr lang="en-US" sz="3600"/>
              <a:t>487 654 321</a:t>
            </a:r>
          </a:p>
        </p:txBody>
      </p:sp>
      <p:sp>
        <p:nvSpPr>
          <p:cNvPr id="2" name="Slide Number Placeholder 1">
            <a:extLst>
              <a:ext uri="{FF2B5EF4-FFF2-40B4-BE49-F238E27FC236}">
                <a16:creationId xmlns:a16="http://schemas.microsoft.com/office/drawing/2014/main" id="{9A31263B-00F9-3026-CDD4-F14B3320EE4E}"/>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20</a:t>
            </a:fld>
            <a:endParaRPr lang="en-AU"/>
          </a:p>
        </p:txBody>
      </p:sp>
    </p:spTree>
    <p:extLst>
      <p:ext uri="{BB962C8B-B14F-4D97-AF65-F5344CB8AC3E}">
        <p14:creationId xmlns:p14="http://schemas.microsoft.com/office/powerpoint/2010/main" val="8336963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2FA7AE-2D31-560B-4C08-58BA9C5609BF}"/>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7D3B637B-CC50-C648-251C-6DC6EC96E1E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(9)</a:t>
            </a:r>
          </a:p>
        </p:txBody>
      </p:sp>
      <p:pic>
        <p:nvPicPr>
          <p:cNvPr id="3" name="Picture 2">
            <a:extLst>
              <a:ext uri="{FF2B5EF4-FFF2-40B4-BE49-F238E27FC236}">
                <a16:creationId xmlns:a16="http://schemas.microsoft.com/office/drawing/2014/main" id="{AFB25827-D060-D380-FF63-7155121DFD66}"/>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399C5D66-26AD-8B23-181F-B8A4C32BCE1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21</a:t>
            </a:fld>
            <a:endParaRPr lang="en-AU"/>
          </a:p>
        </p:txBody>
      </p:sp>
      <p:sp>
        <p:nvSpPr>
          <p:cNvPr id="4" name="TextBox 3">
            <a:extLst>
              <a:ext uri="{FF2B5EF4-FFF2-40B4-BE49-F238E27FC236}">
                <a16:creationId xmlns:a16="http://schemas.microsoft.com/office/drawing/2014/main" id="{458C1A74-6B9F-1D9A-77B1-7D7619FA39B4}"/>
              </a:ext>
            </a:extLst>
          </p:cNvPr>
          <p:cNvSpPr txBox="1"/>
          <p:nvPr/>
        </p:nvSpPr>
        <p:spPr>
          <a:xfrm>
            <a:off x="360000" y="1137978"/>
            <a:ext cx="11356284" cy="627485"/>
          </a:xfrm>
          <a:prstGeom prst="rect">
            <a:avLst/>
          </a:prstGeom>
          <a:noFill/>
        </p:spPr>
        <p:txBody>
          <a:bodyPr wrap="square" lIns="0" tIns="0" rIns="0" bIns="0" rtlCol="0">
            <a:noAutofit/>
          </a:bodyPr>
          <a:lstStyle/>
          <a:p>
            <a:pPr algn="ctr"/>
            <a:r>
              <a:rPr lang="en-AU" sz="3200" b="1"/>
              <a:t>Match</a:t>
            </a:r>
            <a:r>
              <a:rPr lang="en-AU" sz="3200"/>
              <a:t> the triangle description to its </a:t>
            </a:r>
            <a:r>
              <a:rPr lang="en-AU" sz="3200" b="1"/>
              <a:t>classification</a:t>
            </a:r>
            <a:r>
              <a:rPr lang="en-AU" sz="3200"/>
              <a:t>: </a:t>
            </a:r>
          </a:p>
        </p:txBody>
      </p:sp>
      <p:sp>
        <p:nvSpPr>
          <p:cNvPr id="7" name="TextBox 6">
            <a:extLst>
              <a:ext uri="{FF2B5EF4-FFF2-40B4-BE49-F238E27FC236}">
                <a16:creationId xmlns:a16="http://schemas.microsoft.com/office/drawing/2014/main" id="{0CAC69AE-F64A-024C-D9F4-9E13C23D705B}"/>
              </a:ext>
            </a:extLst>
          </p:cNvPr>
          <p:cNvSpPr txBox="1"/>
          <p:nvPr/>
        </p:nvSpPr>
        <p:spPr>
          <a:xfrm>
            <a:off x="493156" y="1997840"/>
            <a:ext cx="7126148" cy="2333002"/>
          </a:xfrm>
          <a:prstGeom prst="rect">
            <a:avLst/>
          </a:prstGeom>
          <a:noFill/>
        </p:spPr>
        <p:txBody>
          <a:bodyPr wrap="square" lIns="0" tIns="0" rIns="0" bIns="0" rtlCol="0">
            <a:noAutofit/>
          </a:bodyPr>
          <a:lstStyle/>
          <a:p>
            <a:pPr marL="457200" indent="-457200">
              <a:lnSpc>
                <a:spcPct val="150000"/>
              </a:lnSpc>
              <a:spcBef>
                <a:spcPts val="1200"/>
              </a:spcBef>
              <a:spcAft>
                <a:spcPts val="600"/>
              </a:spcAft>
              <a:buFont typeface="+mj-lt"/>
              <a:buAutoNum type="arabicParenR"/>
            </a:pPr>
            <a:r>
              <a:rPr lang="en-AU"/>
              <a:t>A closed shape with </a:t>
            </a:r>
            <a:r>
              <a:rPr lang="en-AU" b="1"/>
              <a:t>3 sides of different lengths </a:t>
            </a:r>
            <a:r>
              <a:rPr lang="en-AU"/>
              <a:t>and </a:t>
            </a:r>
            <a:r>
              <a:rPr lang="en-AU" b="1"/>
              <a:t>3 angles of different sizes</a:t>
            </a:r>
            <a:r>
              <a:rPr lang="en-AU"/>
              <a:t>.</a:t>
            </a:r>
          </a:p>
          <a:p>
            <a:pPr marL="457200" indent="-457200" algn="l">
              <a:lnSpc>
                <a:spcPct val="150000"/>
              </a:lnSpc>
              <a:spcBef>
                <a:spcPts val="1200"/>
              </a:spcBef>
              <a:spcAft>
                <a:spcPts val="600"/>
              </a:spcAft>
              <a:buFont typeface="+mj-lt"/>
              <a:buAutoNum type="arabicParenR"/>
            </a:pPr>
            <a:r>
              <a:rPr lang="en-AU"/>
              <a:t>A closed shape with</a:t>
            </a:r>
            <a:r>
              <a:rPr lang="en-AU" b="1"/>
              <a:t> 3 straight sides all equal in length</a:t>
            </a:r>
            <a:r>
              <a:rPr lang="en-AU"/>
              <a:t> and </a:t>
            </a:r>
            <a:r>
              <a:rPr lang="en-AU" b="1"/>
              <a:t>3 angles equal in size</a:t>
            </a:r>
            <a:r>
              <a:rPr lang="en-AU"/>
              <a:t>.</a:t>
            </a:r>
          </a:p>
          <a:p>
            <a:pPr marL="457200" indent="-457200" algn="l">
              <a:lnSpc>
                <a:spcPct val="150000"/>
              </a:lnSpc>
              <a:spcBef>
                <a:spcPts val="1200"/>
              </a:spcBef>
              <a:spcAft>
                <a:spcPts val="600"/>
              </a:spcAft>
              <a:buFont typeface="+mj-lt"/>
              <a:buAutoNum type="arabicParenR"/>
            </a:pPr>
            <a:r>
              <a:rPr lang="en-AU"/>
              <a:t>A closed shape with </a:t>
            </a:r>
            <a:r>
              <a:rPr lang="en-AU" b="1"/>
              <a:t>3 straight sides</a:t>
            </a:r>
            <a:r>
              <a:rPr lang="en-AU"/>
              <a:t>, </a:t>
            </a:r>
            <a:r>
              <a:rPr lang="en-AU" b="1"/>
              <a:t>2 </a:t>
            </a:r>
            <a:r>
              <a:rPr lang="en-AU"/>
              <a:t>of them </a:t>
            </a:r>
            <a:r>
              <a:rPr lang="en-AU" b="1"/>
              <a:t>equal in length </a:t>
            </a:r>
            <a:r>
              <a:rPr lang="en-AU"/>
              <a:t>and </a:t>
            </a:r>
            <a:r>
              <a:rPr lang="en-AU" b="1"/>
              <a:t>2</a:t>
            </a:r>
            <a:r>
              <a:rPr lang="en-AU"/>
              <a:t> of the </a:t>
            </a:r>
            <a:r>
              <a:rPr lang="en-AU" b="1"/>
              <a:t>angles</a:t>
            </a:r>
            <a:r>
              <a:rPr lang="en-AU"/>
              <a:t> are </a:t>
            </a:r>
            <a:r>
              <a:rPr lang="en-AU" b="1"/>
              <a:t>equal in size</a:t>
            </a:r>
            <a:r>
              <a:rPr lang="en-AU"/>
              <a:t>.</a:t>
            </a:r>
          </a:p>
        </p:txBody>
      </p:sp>
      <p:sp>
        <p:nvSpPr>
          <p:cNvPr id="5" name="TextBox 4">
            <a:extLst>
              <a:ext uri="{FF2B5EF4-FFF2-40B4-BE49-F238E27FC236}">
                <a16:creationId xmlns:a16="http://schemas.microsoft.com/office/drawing/2014/main" id="{0B92EF1C-E113-ECC8-5651-27F0968D6F48}"/>
              </a:ext>
            </a:extLst>
          </p:cNvPr>
          <p:cNvSpPr txBox="1"/>
          <p:nvPr/>
        </p:nvSpPr>
        <p:spPr>
          <a:xfrm>
            <a:off x="7861086" y="2053478"/>
            <a:ext cx="4084890" cy="2333002"/>
          </a:xfrm>
          <a:prstGeom prst="rect">
            <a:avLst/>
          </a:prstGeom>
          <a:noFill/>
        </p:spPr>
        <p:txBody>
          <a:bodyPr wrap="square" lIns="0" tIns="0" rIns="0" bIns="0" rtlCol="0">
            <a:noAutofit/>
          </a:bodyPr>
          <a:lstStyle/>
          <a:p>
            <a:pPr marL="514350" indent="-514350" algn="l">
              <a:lnSpc>
                <a:spcPct val="150000"/>
              </a:lnSpc>
              <a:buFont typeface="+mj-lt"/>
              <a:buAutoNum type="alphaLcParenR"/>
            </a:pPr>
            <a:r>
              <a:rPr lang="en-AU" sz="3200"/>
              <a:t> equilateral triangle</a:t>
            </a:r>
          </a:p>
          <a:p>
            <a:pPr marL="514350" indent="-514350" algn="l">
              <a:lnSpc>
                <a:spcPct val="150000"/>
              </a:lnSpc>
              <a:buFont typeface="+mj-lt"/>
              <a:buAutoNum type="alphaLcParenR"/>
            </a:pPr>
            <a:endParaRPr lang="en-AU" sz="3200"/>
          </a:p>
          <a:p>
            <a:pPr marL="514350" indent="-514350" algn="l">
              <a:lnSpc>
                <a:spcPct val="150000"/>
              </a:lnSpc>
              <a:buFont typeface="+mj-lt"/>
              <a:buAutoNum type="alphaLcParenR"/>
            </a:pPr>
            <a:r>
              <a:rPr lang="en-AU" sz="3200"/>
              <a:t> isosceles triangle</a:t>
            </a:r>
          </a:p>
          <a:p>
            <a:pPr marL="514350" indent="-514350" algn="l">
              <a:lnSpc>
                <a:spcPct val="150000"/>
              </a:lnSpc>
              <a:buFont typeface="+mj-lt"/>
              <a:buAutoNum type="alphaLcParenR"/>
            </a:pPr>
            <a:endParaRPr lang="en-AU" sz="3200"/>
          </a:p>
          <a:p>
            <a:pPr marL="514350" indent="-514350" algn="l">
              <a:lnSpc>
                <a:spcPct val="150000"/>
              </a:lnSpc>
              <a:buFont typeface="+mj-lt"/>
              <a:buAutoNum type="alphaLcParenR"/>
            </a:pPr>
            <a:r>
              <a:rPr lang="en-AU" sz="3200"/>
              <a:t> scalene triangle</a:t>
            </a:r>
          </a:p>
        </p:txBody>
      </p:sp>
    </p:spTree>
    <p:extLst>
      <p:ext uri="{BB962C8B-B14F-4D97-AF65-F5344CB8AC3E}">
        <p14:creationId xmlns:p14="http://schemas.microsoft.com/office/powerpoint/2010/main" val="25182363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06CCD-AF1B-DF29-E79F-904E76F4C11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DA13F8-3530-8D03-3161-194CC3B55E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(10)</a:t>
            </a:r>
          </a:p>
        </p:txBody>
      </p:sp>
      <p:pic>
        <p:nvPicPr>
          <p:cNvPr id="3" name="Picture 2">
            <a:extLst>
              <a:ext uri="{FF2B5EF4-FFF2-40B4-BE49-F238E27FC236}">
                <a16:creationId xmlns:a16="http://schemas.microsoft.com/office/drawing/2014/main" id="{95A63C50-93CA-645D-9F2D-21E08F0D170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C449ABDF-CA21-927E-7367-4325D9C01F9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22</a:t>
            </a:fld>
            <a:endParaRPr lang="en-AU"/>
          </a:p>
        </p:txBody>
      </p:sp>
      <p:sp>
        <p:nvSpPr>
          <p:cNvPr id="7" name="TextBox 6">
            <a:extLst>
              <a:ext uri="{FF2B5EF4-FFF2-40B4-BE49-F238E27FC236}">
                <a16:creationId xmlns:a16="http://schemas.microsoft.com/office/drawing/2014/main" id="{E325A183-2B69-F38C-8EE1-1426E2E547FB}"/>
              </a:ext>
            </a:extLst>
          </p:cNvPr>
          <p:cNvSpPr txBox="1"/>
          <p:nvPr/>
        </p:nvSpPr>
        <p:spPr>
          <a:xfrm>
            <a:off x="461041" y="1524147"/>
            <a:ext cx="11269916" cy="836690"/>
          </a:xfrm>
          <a:prstGeom prst="rect">
            <a:avLst/>
          </a:prstGeom>
          <a:noFill/>
        </p:spPr>
        <p:txBody>
          <a:bodyPr wrap="square" lIns="0" tIns="0" rIns="0" bIns="0" rtlCol="0">
            <a:noAutofit/>
          </a:bodyPr>
          <a:lstStyle/>
          <a:p>
            <a:pPr algn="ctr">
              <a:lnSpc>
                <a:spcPct val="150000"/>
              </a:lnSpc>
            </a:pPr>
            <a:r>
              <a:rPr lang="en-AU" sz="3600"/>
              <a:t>Record the missing </a:t>
            </a:r>
            <a:r>
              <a:rPr lang="en-AU" sz="3600" b="1"/>
              <a:t>negative whole numbers</a:t>
            </a:r>
            <a:r>
              <a:rPr lang="en-AU" sz="3600"/>
              <a:t>:</a:t>
            </a:r>
          </a:p>
          <a:p>
            <a:pPr algn="ctr">
              <a:lnSpc>
                <a:spcPct val="150000"/>
              </a:lnSpc>
            </a:pPr>
            <a:endParaRPr lang="en-AU" sz="3600"/>
          </a:p>
        </p:txBody>
      </p:sp>
      <p:pic>
        <p:nvPicPr>
          <p:cNvPr id="8" name="Picture 7" descr="A number line -10 to 10. The letter a is marked between 0 and -2, the letter b is marked between -3 and c, c is marked between b and -6 and d is marked between -6 and -8.">
            <a:extLst>
              <a:ext uri="{FF2B5EF4-FFF2-40B4-BE49-F238E27FC236}">
                <a16:creationId xmlns:a16="http://schemas.microsoft.com/office/drawing/2014/main" id="{FA35A764-77F1-48D5-7046-10EE20779BAF}"/>
              </a:ext>
            </a:extLst>
          </p:cNvPr>
          <p:cNvPicPr>
            <a:picLocks noChangeAspect="1"/>
          </p:cNvPicPr>
          <p:nvPr/>
        </p:nvPicPr>
        <p:blipFill>
          <a:blip r:embed="rId4"/>
          <a:stretch>
            <a:fillRect/>
          </a:stretch>
        </p:blipFill>
        <p:spPr>
          <a:xfrm>
            <a:off x="442327" y="2892252"/>
            <a:ext cx="11307343" cy="260296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042280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F93E5-F139-F392-251F-752BCC53FF1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FD7EA02-B2B2-9AE1-FADE-A274B950DE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(11)</a:t>
            </a:r>
          </a:p>
        </p:txBody>
      </p:sp>
      <p:pic>
        <p:nvPicPr>
          <p:cNvPr id="3" name="Picture 2">
            <a:extLst>
              <a:ext uri="{FF2B5EF4-FFF2-40B4-BE49-F238E27FC236}">
                <a16:creationId xmlns:a16="http://schemas.microsoft.com/office/drawing/2014/main" id="{CDC9578D-E509-83DC-F7E6-82182EFDC994}"/>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871A1C4E-1798-33D4-0A59-41D3A352D167}"/>
              </a:ext>
            </a:extLst>
          </p:cNvPr>
          <p:cNvSpPr txBox="1"/>
          <p:nvPr/>
        </p:nvSpPr>
        <p:spPr>
          <a:xfrm>
            <a:off x="491778" y="1390810"/>
            <a:ext cx="6785002" cy="4618105"/>
          </a:xfrm>
          <a:prstGeom prst="rect">
            <a:avLst/>
          </a:prstGeom>
          <a:noFill/>
        </p:spPr>
        <p:txBody>
          <a:bodyPr wrap="square" lIns="0" tIns="0" rIns="0" bIns="0" rtlCol="0">
            <a:noAutofit/>
          </a:bodyPr>
          <a:lstStyle/>
          <a:p>
            <a:pPr algn="ctr">
              <a:lnSpc>
                <a:spcPct val="150000"/>
              </a:lnSpc>
            </a:pPr>
            <a:r>
              <a:rPr lang="en-AU" sz="3600"/>
              <a:t>Your friend wants to measure an angle using a </a:t>
            </a:r>
            <a:r>
              <a:rPr lang="en-AU" sz="3600" b="1"/>
              <a:t>protractor</a:t>
            </a:r>
            <a:r>
              <a:rPr lang="en-AU" sz="3600"/>
              <a:t>.</a:t>
            </a:r>
          </a:p>
          <a:p>
            <a:pPr algn="ctr">
              <a:lnSpc>
                <a:spcPct val="150000"/>
              </a:lnSpc>
            </a:pPr>
            <a:endParaRPr lang="en-AU" sz="3600"/>
          </a:p>
          <a:p>
            <a:pPr algn="ctr">
              <a:lnSpc>
                <a:spcPct val="150000"/>
              </a:lnSpc>
            </a:pPr>
            <a:r>
              <a:rPr lang="en-AU" sz="3600" b="1"/>
              <a:t>Explain</a:t>
            </a:r>
            <a:r>
              <a:rPr lang="en-AU" sz="3600"/>
              <a:t> one important step they must follow to measure the angle correctly.</a:t>
            </a:r>
          </a:p>
        </p:txBody>
      </p:sp>
      <p:sp>
        <p:nvSpPr>
          <p:cNvPr id="4" name="Freeform 5" descr="A protractor.">
            <a:extLst>
              <a:ext uri="{FF2B5EF4-FFF2-40B4-BE49-F238E27FC236}">
                <a16:creationId xmlns:a16="http://schemas.microsoft.com/office/drawing/2014/main" id="{6CF95ABE-FB7A-241D-0F52-65A2AF1A7C86}"/>
              </a:ext>
            </a:extLst>
          </p:cNvPr>
          <p:cNvSpPr/>
          <p:nvPr/>
        </p:nvSpPr>
        <p:spPr>
          <a:xfrm>
            <a:off x="7605132" y="1933003"/>
            <a:ext cx="4340844" cy="2516334"/>
          </a:xfrm>
          <a:custGeom>
            <a:avLst/>
            <a:gdLst/>
            <a:ahLst/>
            <a:cxnLst/>
            <a:rect l="l" t="t" r="r" b="b"/>
            <a:pathLst>
              <a:path w="5681664" h="3032588">
                <a:moveTo>
                  <a:pt x="0" y="0"/>
                </a:moveTo>
                <a:lnTo>
                  <a:pt x="5681664" y="0"/>
                </a:lnTo>
                <a:lnTo>
                  <a:pt x="5681664" y="3032589"/>
                </a:lnTo>
                <a:lnTo>
                  <a:pt x="0" y="3032589"/>
                </a:lnTo>
                <a:lnTo>
                  <a:pt x="0" y="0"/>
                </a:lnTo>
                <a:close/>
              </a:path>
            </a:pathLst>
          </a:custGeom>
          <a:blipFill>
            <a:blip>
              <a:extLst>
                <a:ext uri="{96DAC541-7B7A-43D3-8B79-37D633B846F1}">
                  <asvg:svgBlip xmlns:asvg="http://schemas.microsoft.com/office/drawing/2016/SVG/main" r:embed="rId4"/>
                </a:ext>
              </a:extLst>
            </a:blip>
            <a:stretch>
              <a:fillRect/>
            </a:stretch>
          </a:blipFill>
          <a:effectLst>
            <a:outerShdw blurRad="50800" dist="38100" dir="2700000" algn="tl" rotWithShape="0">
              <a:prstClr val="black">
                <a:alpha val="40000"/>
              </a:prstClr>
            </a:outerShdw>
          </a:effectLst>
        </p:spPr>
        <p:txBody>
          <a:bodyPr/>
          <a:lstStyle/>
          <a:p>
            <a:endParaRPr lang="en-AU"/>
          </a:p>
        </p:txBody>
      </p:sp>
      <p:sp>
        <p:nvSpPr>
          <p:cNvPr id="2" name="Slide Number Placeholder 1">
            <a:extLst>
              <a:ext uri="{FF2B5EF4-FFF2-40B4-BE49-F238E27FC236}">
                <a16:creationId xmlns:a16="http://schemas.microsoft.com/office/drawing/2014/main" id="{60D2A36A-A9B5-D2C0-90BB-0368FCAF4E8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23</a:t>
            </a:fld>
            <a:endParaRPr lang="en-AU"/>
          </a:p>
        </p:txBody>
      </p:sp>
    </p:spTree>
    <p:extLst>
      <p:ext uri="{BB962C8B-B14F-4D97-AF65-F5344CB8AC3E}">
        <p14:creationId xmlns:p14="http://schemas.microsoft.com/office/powerpoint/2010/main" val="1331896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40840-D7CC-4CCB-8D3E-7D33347E780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74460B9-92F5-903A-AAF0-6C45AAE06521}"/>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(12)</a:t>
            </a:r>
          </a:p>
        </p:txBody>
      </p:sp>
      <p:pic>
        <p:nvPicPr>
          <p:cNvPr id="3" name="Picture 2">
            <a:extLst>
              <a:ext uri="{FF2B5EF4-FFF2-40B4-BE49-F238E27FC236}">
                <a16:creationId xmlns:a16="http://schemas.microsoft.com/office/drawing/2014/main" id="{4F225E6B-742A-E393-5D68-B394EB858BA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FAFFACCA-EAFD-2091-05E1-ABF711C111F0}"/>
              </a:ext>
            </a:extLst>
          </p:cNvPr>
          <p:cNvSpPr txBox="1"/>
          <p:nvPr/>
        </p:nvSpPr>
        <p:spPr>
          <a:xfrm>
            <a:off x="457986" y="1143000"/>
            <a:ext cx="7257264" cy="4572000"/>
          </a:xfrm>
          <a:prstGeom prst="rect">
            <a:avLst/>
          </a:prstGeom>
          <a:noFill/>
        </p:spPr>
        <p:txBody>
          <a:bodyPr wrap="square" lIns="0" tIns="0" rIns="0" bIns="0" rtlCol="0">
            <a:noAutofit/>
          </a:bodyPr>
          <a:lstStyle/>
          <a:p>
            <a:pPr algn="l">
              <a:lnSpc>
                <a:spcPct val="150000"/>
              </a:lnSpc>
              <a:spcBef>
                <a:spcPts val="600"/>
              </a:spcBef>
              <a:spcAft>
                <a:spcPts val="600"/>
              </a:spcAft>
            </a:pPr>
            <a:r>
              <a:rPr lang="en-AU" sz="3200"/>
              <a:t>The distance between </a:t>
            </a:r>
            <a:r>
              <a:rPr lang="en-AU" sz="3200">
                <a:solidFill>
                  <a:schemeClr val="accent2"/>
                </a:solidFill>
              </a:rPr>
              <a:t>Sydney</a:t>
            </a:r>
            <a:r>
              <a:rPr lang="en-AU" sz="3200"/>
              <a:t> and </a:t>
            </a:r>
            <a:r>
              <a:rPr lang="en-AU" sz="3200">
                <a:solidFill>
                  <a:schemeClr val="accent2"/>
                </a:solidFill>
              </a:rPr>
              <a:t>Canberra</a:t>
            </a:r>
            <a:r>
              <a:rPr lang="en-AU" sz="3200"/>
              <a:t> is </a:t>
            </a:r>
            <a:r>
              <a:rPr lang="en-AU" sz="3200" b="1"/>
              <a:t>287 kilometres</a:t>
            </a:r>
            <a:r>
              <a:rPr lang="en-AU" sz="3200"/>
              <a:t>.</a:t>
            </a:r>
          </a:p>
          <a:p>
            <a:pPr marL="285750" indent="-285750" algn="l">
              <a:lnSpc>
                <a:spcPct val="150000"/>
              </a:lnSpc>
              <a:spcBef>
                <a:spcPts val="600"/>
              </a:spcBef>
              <a:spcAft>
                <a:spcPts val="600"/>
              </a:spcAft>
              <a:buFont typeface="Arial" panose="020B0604020202020204" pitchFamily="34" charset="0"/>
              <a:buChar char="•"/>
            </a:pPr>
            <a:r>
              <a:rPr lang="en-AU" sz="3200"/>
              <a:t>Record this distance using the </a:t>
            </a:r>
            <a:r>
              <a:rPr lang="en-AU" sz="3200" b="1"/>
              <a:t>abbreviation </a:t>
            </a:r>
            <a:r>
              <a:rPr lang="en-AU" sz="3200"/>
              <a:t>for</a:t>
            </a:r>
            <a:r>
              <a:rPr lang="en-AU" sz="3200" b="1"/>
              <a:t> kilometres</a:t>
            </a:r>
            <a:r>
              <a:rPr lang="en-AU" sz="3200"/>
              <a:t>.</a:t>
            </a:r>
          </a:p>
          <a:p>
            <a:pPr marL="285750" indent="-285750" algn="l">
              <a:lnSpc>
                <a:spcPct val="150000"/>
              </a:lnSpc>
              <a:spcBef>
                <a:spcPts val="600"/>
              </a:spcBef>
              <a:spcAft>
                <a:spcPts val="600"/>
              </a:spcAft>
              <a:buFont typeface="Arial" panose="020B0604020202020204" pitchFamily="34" charset="0"/>
              <a:buChar char="•"/>
            </a:pPr>
            <a:r>
              <a:rPr lang="en-AU" sz="3200" b="1"/>
              <a:t>Explain</a:t>
            </a:r>
            <a:r>
              <a:rPr lang="en-AU" sz="3200"/>
              <a:t> why </a:t>
            </a:r>
            <a:r>
              <a:rPr lang="en-AU" sz="3200" b="1"/>
              <a:t>kilometres</a:t>
            </a:r>
            <a:r>
              <a:rPr lang="en-AU" sz="3200"/>
              <a:t> are a more suitable unit than </a:t>
            </a:r>
            <a:r>
              <a:rPr lang="en-AU" sz="3200" b="1"/>
              <a:t>metres</a:t>
            </a:r>
            <a:r>
              <a:rPr lang="en-AU" sz="3200"/>
              <a:t> for this distance.</a:t>
            </a:r>
          </a:p>
        </p:txBody>
      </p:sp>
      <p:pic>
        <p:nvPicPr>
          <p:cNvPr id="5" name="Picture 4" descr="A map of NSW and ACT marked with Sydney and Canberra.">
            <a:extLst>
              <a:ext uri="{FF2B5EF4-FFF2-40B4-BE49-F238E27FC236}">
                <a16:creationId xmlns:a16="http://schemas.microsoft.com/office/drawing/2014/main" id="{8EED1B53-225F-7223-698C-F1DA519CA322}"/>
              </a:ext>
            </a:extLst>
          </p:cNvPr>
          <p:cNvPicPr>
            <a:picLocks noChangeAspect="1"/>
          </p:cNvPicPr>
          <p:nvPr/>
        </p:nvPicPr>
        <p:blipFill>
          <a:blip r:embed="rId4"/>
          <a:srcRect l="36998"/>
          <a:stretch>
            <a:fillRect/>
          </a:stretch>
        </p:blipFill>
        <p:spPr>
          <a:xfrm>
            <a:off x="8572500" y="1601920"/>
            <a:ext cx="3161514" cy="4496382"/>
          </a:xfrm>
          <a:prstGeom prst="rect">
            <a:avLst/>
          </a:prstGeom>
          <a:ln>
            <a:noFill/>
          </a:ln>
          <a:effectLst>
            <a:outerShdw blurRad="292100" dist="139700" dir="2700000" algn="tl" rotWithShape="0">
              <a:srgbClr val="333333">
                <a:alpha val="65000"/>
              </a:srgbClr>
            </a:outerShdw>
          </a:effectLst>
        </p:spPr>
      </p:pic>
      <p:sp>
        <p:nvSpPr>
          <p:cNvPr id="2" name="Slide Number Placeholder 1">
            <a:extLst>
              <a:ext uri="{FF2B5EF4-FFF2-40B4-BE49-F238E27FC236}">
                <a16:creationId xmlns:a16="http://schemas.microsoft.com/office/drawing/2014/main" id="{341BE9D8-9322-2BA9-592E-BBC8E8C4C8A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24</a:t>
            </a:fld>
            <a:endParaRPr lang="en-AU"/>
          </a:p>
        </p:txBody>
      </p:sp>
    </p:spTree>
    <p:extLst>
      <p:ext uri="{BB962C8B-B14F-4D97-AF65-F5344CB8AC3E}">
        <p14:creationId xmlns:p14="http://schemas.microsoft.com/office/powerpoint/2010/main" val="2529001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F9C3A-F1CC-1B05-83FC-899792199CD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15E8592-49BC-C596-FF4A-EFC9B38B3EC9}"/>
              </a:ext>
            </a:extLst>
          </p:cNvPr>
          <p:cNvSpPr>
            <a:spLocks noGrp="1"/>
          </p:cNvSpPr>
          <p:nvPr>
            <p:ph type="title"/>
          </p:nvPr>
        </p:nvSpPr>
        <p:spPr>
          <a:xfrm>
            <a:off x="360000" y="360000"/>
            <a:ext cx="10367268" cy="545601"/>
          </a:xfrm>
        </p:spPr>
        <p:txBody>
          <a:bodyPr/>
          <a:lstStyle/>
          <a:p>
            <a:r>
              <a:rPr lang="en-AU"/>
              <a:t>Activity 3 – partitioning numbers 1 (1)</a:t>
            </a:r>
          </a:p>
        </p:txBody>
      </p:sp>
      <p:pic>
        <p:nvPicPr>
          <p:cNvPr id="4" name="Picture 3">
            <a:extLst>
              <a:ext uri="{FF2B5EF4-FFF2-40B4-BE49-F238E27FC236}">
                <a16:creationId xmlns:a16="http://schemas.microsoft.com/office/drawing/2014/main" id="{296D4226-C1D0-BEBB-1948-F7CDF78884C4}"/>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F13284F3-A3C3-7E9C-A841-487691CF37C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25</a:t>
            </a:fld>
            <a:endParaRPr lang="en-AU"/>
          </a:p>
        </p:txBody>
      </p:sp>
      <p:sp>
        <p:nvSpPr>
          <p:cNvPr id="3" name="TextBox 2">
            <a:extLst>
              <a:ext uri="{FF2B5EF4-FFF2-40B4-BE49-F238E27FC236}">
                <a16:creationId xmlns:a16="http://schemas.microsoft.com/office/drawing/2014/main" id="{7C81426E-403A-7318-9171-C29246E50692}"/>
              </a:ext>
            </a:extLst>
          </p:cNvPr>
          <p:cNvSpPr txBox="1"/>
          <p:nvPr/>
        </p:nvSpPr>
        <p:spPr>
          <a:xfrm>
            <a:off x="3483428" y="1767329"/>
            <a:ext cx="5225143" cy="1352390"/>
          </a:xfrm>
          <a:prstGeom prst="rect">
            <a:avLst/>
          </a:prstGeom>
          <a:noFill/>
        </p:spPr>
        <p:txBody>
          <a:bodyPr wrap="square" lIns="0" tIns="0" rIns="0" bIns="0" rtlCol="0">
            <a:noAutofit/>
          </a:bodyPr>
          <a:lstStyle/>
          <a:p>
            <a:pPr algn="ctr"/>
            <a:r>
              <a:rPr lang="en-AU" sz="4400"/>
              <a:t>349 035 494</a:t>
            </a:r>
          </a:p>
        </p:txBody>
      </p:sp>
    </p:spTree>
    <p:extLst>
      <p:ext uri="{BB962C8B-B14F-4D97-AF65-F5344CB8AC3E}">
        <p14:creationId xmlns:p14="http://schemas.microsoft.com/office/powerpoint/2010/main" val="1583710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6A8411-44CB-E328-23B6-D5D929D2571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4561A99-3ABA-6849-47B7-166D1E84D8A5}"/>
              </a:ext>
            </a:extLst>
          </p:cNvPr>
          <p:cNvSpPr>
            <a:spLocks noGrp="1"/>
          </p:cNvSpPr>
          <p:nvPr>
            <p:ph type="title"/>
          </p:nvPr>
        </p:nvSpPr>
        <p:spPr>
          <a:xfrm>
            <a:off x="360000" y="360000"/>
            <a:ext cx="10367268" cy="545601"/>
          </a:xfrm>
        </p:spPr>
        <p:txBody>
          <a:bodyPr/>
          <a:lstStyle/>
          <a:p>
            <a:r>
              <a:rPr lang="en-AU"/>
              <a:t>Activity 3 – partitioning numbers 1 (2)</a:t>
            </a:r>
          </a:p>
        </p:txBody>
      </p:sp>
      <p:pic>
        <p:nvPicPr>
          <p:cNvPr id="4" name="Picture 3">
            <a:extLst>
              <a:ext uri="{FF2B5EF4-FFF2-40B4-BE49-F238E27FC236}">
                <a16:creationId xmlns:a16="http://schemas.microsoft.com/office/drawing/2014/main" id="{D86B3E6C-A004-3996-5B9C-1AB5851736A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45EE413C-C133-6C98-0103-C87CD3D15FB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26</a:t>
            </a:fld>
            <a:endParaRPr lang="en-AU"/>
          </a:p>
        </p:txBody>
      </p:sp>
      <p:pic>
        <p:nvPicPr>
          <p:cNvPr id="1032" name="Picture 8" descr="Internet symbol">
            <a:extLst>
              <a:ext uri="{FF2B5EF4-FFF2-40B4-BE49-F238E27FC236}">
                <a16:creationId xmlns:a16="http://schemas.microsoft.com/office/drawing/2014/main" id="{277A2D10-A6E3-9CA5-74B2-0203F33A713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0091" y="1759004"/>
            <a:ext cx="1149402" cy="1149402"/>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5AB83137-D6F8-E0F5-85EB-F7564762B98B}"/>
              </a:ext>
            </a:extLst>
          </p:cNvPr>
          <p:cNvSpPr txBox="1"/>
          <p:nvPr/>
        </p:nvSpPr>
        <p:spPr>
          <a:xfrm>
            <a:off x="2024829" y="1881308"/>
            <a:ext cx="9701006" cy="1149402"/>
          </a:xfrm>
          <a:prstGeom prst="rect">
            <a:avLst/>
          </a:prstGeom>
          <a:noFill/>
        </p:spPr>
        <p:txBody>
          <a:bodyPr wrap="square" lIns="0" tIns="0" rIns="0" bIns="0" rtlCol="0">
            <a:noAutofit/>
          </a:bodyPr>
          <a:lstStyle/>
          <a:p>
            <a:r>
              <a:rPr lang="en-AU" u="sng">
                <a:hlinkClick r:id="rId5"/>
              </a:rPr>
              <a:t>Countries in the world by population (2026)</a:t>
            </a:r>
            <a:endParaRPr lang="en-AU" u="sng"/>
          </a:p>
          <a:p>
            <a:endParaRPr lang="en-AU" sz="2000" u="sng"/>
          </a:p>
          <a:p>
            <a:r>
              <a:rPr lang="en-AU" sz="1600"/>
              <a:t>https://www.worldometers.info/world-population/population-by-country/</a:t>
            </a:r>
          </a:p>
        </p:txBody>
      </p:sp>
    </p:spTree>
    <p:extLst>
      <p:ext uri="{BB962C8B-B14F-4D97-AF65-F5344CB8AC3E}">
        <p14:creationId xmlns:p14="http://schemas.microsoft.com/office/powerpoint/2010/main" val="14789836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2DF9B-3550-BFA9-EED0-38CBAC7E9614}"/>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1CD758A-1643-8963-9FA0-97E7FF62C8FF}"/>
              </a:ext>
            </a:extLst>
          </p:cNvPr>
          <p:cNvSpPr>
            <a:spLocks noGrp="1"/>
          </p:cNvSpPr>
          <p:nvPr>
            <p:ph type="ctrTitle"/>
          </p:nvPr>
        </p:nvSpPr>
        <p:spPr/>
        <p:txBody>
          <a:bodyPr/>
          <a:lstStyle/>
          <a:p>
            <a:r>
              <a:rPr lang="en-AU">
                <a:latin typeface="+mj-lt"/>
              </a:rPr>
              <a:t>Review of learning 4</a:t>
            </a:r>
          </a:p>
        </p:txBody>
      </p:sp>
    </p:spTree>
    <p:extLst>
      <p:ext uri="{BB962C8B-B14F-4D97-AF65-F5344CB8AC3E}">
        <p14:creationId xmlns:p14="http://schemas.microsoft.com/office/powerpoint/2010/main" val="2508436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1E96E-77B4-2C82-4376-4892043A4FD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DA66D7F-0F12-2ED7-6EE7-87E24A15E5B6}"/>
              </a:ext>
            </a:extLst>
          </p:cNvPr>
          <p:cNvSpPr>
            <a:spLocks noGrp="1"/>
          </p:cNvSpPr>
          <p:nvPr>
            <p:ph type="title"/>
          </p:nvPr>
        </p:nvSpPr>
        <p:spPr/>
        <p:txBody>
          <a:bodyPr/>
          <a:lstStyle/>
          <a:p>
            <a:r>
              <a:rPr lang="en-US"/>
              <a:t>True or false </a:t>
            </a:r>
            <a:r>
              <a:rPr lang="en-US">
                <a:solidFill>
                  <a:schemeClr val="bg1"/>
                </a:solidFill>
              </a:rPr>
              <a:t>(2)</a:t>
            </a:r>
          </a:p>
        </p:txBody>
      </p:sp>
      <p:sp>
        <p:nvSpPr>
          <p:cNvPr id="6" name="Text Placeholder 5">
            <a:extLst>
              <a:ext uri="{FF2B5EF4-FFF2-40B4-BE49-F238E27FC236}">
                <a16:creationId xmlns:a16="http://schemas.microsoft.com/office/drawing/2014/main" id="{1F74B9A4-EFE2-0CD1-0E45-27C87BBC65EB}"/>
              </a:ext>
            </a:extLst>
          </p:cNvPr>
          <p:cNvSpPr>
            <a:spLocks noGrp="1"/>
          </p:cNvSpPr>
          <p:nvPr>
            <p:ph type="body" sz="quarter" idx="22"/>
          </p:nvPr>
        </p:nvSpPr>
        <p:spPr>
          <a:xfrm>
            <a:off x="360001" y="1394015"/>
            <a:ext cx="11243037" cy="893226"/>
          </a:xfrm>
        </p:spPr>
        <p:txBody>
          <a:bodyPr/>
          <a:lstStyle/>
          <a:p>
            <a:pPr algn="ctr"/>
            <a:r>
              <a:rPr lang="en-AU" sz="4400" b="1"/>
              <a:t>1000 thousands</a:t>
            </a:r>
            <a:r>
              <a:rPr lang="en-AU" sz="4400"/>
              <a:t> is </a:t>
            </a:r>
            <a:r>
              <a:rPr lang="en-AU" sz="4400" b="1"/>
              <a:t>1 million </a:t>
            </a:r>
            <a:r>
              <a:rPr lang="en-AU" sz="4400"/>
              <a:t>and</a:t>
            </a:r>
          </a:p>
          <a:p>
            <a:pPr algn="ctr"/>
            <a:r>
              <a:rPr lang="en-AU" sz="4400" b="1"/>
              <a:t>1000 millions</a:t>
            </a:r>
            <a:r>
              <a:rPr lang="en-AU" sz="4400"/>
              <a:t> is </a:t>
            </a:r>
            <a:r>
              <a:rPr lang="en-AU" sz="4400" b="1"/>
              <a:t>1 billion</a:t>
            </a:r>
            <a:r>
              <a:rPr lang="en-AU" sz="4400"/>
              <a:t>.</a:t>
            </a:r>
          </a:p>
        </p:txBody>
      </p:sp>
      <p:graphicFrame>
        <p:nvGraphicFramePr>
          <p:cNvPr id="12" name="Table 11">
            <a:extLst>
              <a:ext uri="{FF2B5EF4-FFF2-40B4-BE49-F238E27FC236}">
                <a16:creationId xmlns:a16="http://schemas.microsoft.com/office/drawing/2014/main" id="{0C09EB67-5723-E2C5-3550-4148039E5CF8}"/>
              </a:ext>
            </a:extLst>
          </p:cNvPr>
          <p:cNvGraphicFramePr>
            <a:graphicFrameLocks noGrp="1"/>
          </p:cNvGraphicFramePr>
          <p:nvPr>
            <p:extLst>
              <p:ext uri="{D42A27DB-BD31-4B8C-83A1-F6EECF244321}">
                <p14:modId xmlns:p14="http://schemas.microsoft.com/office/powerpoint/2010/main" val="2966798479"/>
              </p:ext>
            </p:extLst>
          </p:nvPr>
        </p:nvGraphicFramePr>
        <p:xfrm>
          <a:off x="2557462" y="5093145"/>
          <a:ext cx="7077076" cy="76200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4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4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4" name="Picture 3">
            <a:extLst>
              <a:ext uri="{FF2B5EF4-FFF2-40B4-BE49-F238E27FC236}">
                <a16:creationId xmlns:a16="http://schemas.microsoft.com/office/drawing/2014/main" id="{10894CBE-266A-B58D-5858-0C2919DF611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2" name="Slide Number Placeholder 1">
            <a:extLst>
              <a:ext uri="{FF2B5EF4-FFF2-40B4-BE49-F238E27FC236}">
                <a16:creationId xmlns:a16="http://schemas.microsoft.com/office/drawing/2014/main" id="{5543D758-EFDD-EFF7-9F6F-60499B8070E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28</a:t>
            </a:fld>
            <a:endParaRPr lang="en-AU"/>
          </a:p>
        </p:txBody>
      </p:sp>
    </p:spTree>
    <p:extLst>
      <p:ext uri="{BB962C8B-B14F-4D97-AF65-F5344CB8AC3E}">
        <p14:creationId xmlns:p14="http://schemas.microsoft.com/office/powerpoint/2010/main" val="1819478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9CA98-100A-82FC-58FD-FFDA6148D27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30B1BA5-248F-FC3D-9ED9-FCB290EF8BE9}"/>
              </a:ext>
            </a:extLst>
          </p:cNvPr>
          <p:cNvSpPr>
            <a:spLocks noGrp="1"/>
          </p:cNvSpPr>
          <p:nvPr>
            <p:ph type="title"/>
          </p:nvPr>
        </p:nvSpPr>
        <p:spPr>
          <a:xfrm>
            <a:off x="360000" y="360000"/>
            <a:ext cx="10367268" cy="545601"/>
          </a:xfrm>
        </p:spPr>
        <p:txBody>
          <a:bodyPr/>
          <a:lstStyle/>
          <a:p>
            <a:r>
              <a:rPr lang="en-AU"/>
              <a:t>Short response</a:t>
            </a:r>
            <a:r>
              <a:rPr lang="en-AU">
                <a:solidFill>
                  <a:schemeClr val="bg1"/>
                </a:solidFill>
              </a:rPr>
              <a:t> (13)</a:t>
            </a:r>
          </a:p>
        </p:txBody>
      </p:sp>
      <p:pic>
        <p:nvPicPr>
          <p:cNvPr id="3" name="Picture 2">
            <a:extLst>
              <a:ext uri="{FF2B5EF4-FFF2-40B4-BE49-F238E27FC236}">
                <a16:creationId xmlns:a16="http://schemas.microsoft.com/office/drawing/2014/main" id="{B6B8916C-EC27-6464-77C1-A2C737717E1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12689097-B53F-3D67-9672-54777688B02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29</a:t>
            </a:fld>
            <a:endParaRPr lang="en-AU"/>
          </a:p>
        </p:txBody>
      </p:sp>
      <p:sp>
        <p:nvSpPr>
          <p:cNvPr id="5" name="TextBox 4">
            <a:extLst>
              <a:ext uri="{FF2B5EF4-FFF2-40B4-BE49-F238E27FC236}">
                <a16:creationId xmlns:a16="http://schemas.microsoft.com/office/drawing/2014/main" id="{D0FF29C5-5AC6-73CB-8FEC-E22042CD9F7D}"/>
              </a:ext>
            </a:extLst>
          </p:cNvPr>
          <p:cNvSpPr txBox="1"/>
          <p:nvPr/>
        </p:nvSpPr>
        <p:spPr>
          <a:xfrm>
            <a:off x="463253" y="1184223"/>
            <a:ext cx="11265493" cy="5391156"/>
          </a:xfrm>
          <a:prstGeom prst="rect">
            <a:avLst/>
          </a:prstGeom>
          <a:noFill/>
        </p:spPr>
        <p:txBody>
          <a:bodyPr wrap="square">
            <a:spAutoFit/>
          </a:bodyPr>
          <a:lstStyle/>
          <a:p>
            <a:pPr algn="ctr">
              <a:lnSpc>
                <a:spcPct val="150000"/>
              </a:lnSpc>
              <a:buNone/>
            </a:pPr>
            <a:r>
              <a:rPr lang="en-AU" sz="3600"/>
              <a:t>I am a </a:t>
            </a:r>
            <a:r>
              <a:rPr lang="en-AU" sz="3600" b="1"/>
              <a:t>two-dimensional shape. I have</a:t>
            </a:r>
            <a:r>
              <a:rPr lang="en-AU" sz="3600"/>
              <a:t>:</a:t>
            </a:r>
          </a:p>
          <a:p>
            <a:pPr marL="342900" indent="-342900" algn="ctr">
              <a:lnSpc>
                <a:spcPct val="150000"/>
              </a:lnSpc>
              <a:buFont typeface="Arial" panose="020B0604020202020204" pitchFamily="34" charset="0"/>
              <a:buChar char="•"/>
            </a:pPr>
            <a:r>
              <a:rPr lang="en-AU" sz="3600"/>
              <a:t>4 sides </a:t>
            </a:r>
          </a:p>
          <a:p>
            <a:pPr marL="342900" indent="-342900" algn="ctr">
              <a:lnSpc>
                <a:spcPct val="150000"/>
              </a:lnSpc>
              <a:buFont typeface="Arial" panose="020B0604020202020204" pitchFamily="34" charset="0"/>
              <a:buChar char="•"/>
            </a:pPr>
            <a:r>
              <a:rPr lang="en-AU" sz="3600"/>
              <a:t>2 pairs of parallel sides </a:t>
            </a:r>
          </a:p>
          <a:p>
            <a:pPr marL="342900" indent="-342900" algn="ctr">
              <a:lnSpc>
                <a:spcPct val="150000"/>
              </a:lnSpc>
              <a:buFont typeface="Arial" panose="020B0604020202020204" pitchFamily="34" charset="0"/>
              <a:buChar char="•"/>
            </a:pPr>
            <a:r>
              <a:rPr lang="en-AU" sz="3600"/>
              <a:t>4 right angles </a:t>
            </a:r>
          </a:p>
          <a:p>
            <a:pPr algn="ctr">
              <a:lnSpc>
                <a:spcPct val="150000"/>
              </a:lnSpc>
              <a:buNone/>
            </a:pPr>
            <a:endParaRPr lang="en-AU" sz="900"/>
          </a:p>
          <a:p>
            <a:pPr algn="ctr">
              <a:lnSpc>
                <a:spcPct val="150000"/>
              </a:lnSpc>
              <a:buNone/>
            </a:pPr>
            <a:r>
              <a:rPr lang="en-AU" sz="3600"/>
              <a:t>What </a:t>
            </a:r>
            <a:r>
              <a:rPr lang="en-AU" sz="3600" b="1"/>
              <a:t>2 quadrilaterals </a:t>
            </a:r>
            <a:r>
              <a:rPr lang="en-AU" sz="3600"/>
              <a:t>could I be?</a:t>
            </a:r>
          </a:p>
          <a:p>
            <a:pPr algn="ctr">
              <a:lnSpc>
                <a:spcPct val="150000"/>
              </a:lnSpc>
              <a:buNone/>
            </a:pPr>
            <a:endParaRPr lang="en-AU" sz="900"/>
          </a:p>
          <a:p>
            <a:pPr algn="ctr">
              <a:lnSpc>
                <a:spcPct val="150000"/>
              </a:lnSpc>
              <a:buNone/>
            </a:pPr>
            <a:r>
              <a:rPr lang="en-AU" sz="3600" b="1"/>
              <a:t>Communicate</a:t>
            </a:r>
            <a:r>
              <a:rPr lang="en-AU" sz="3600"/>
              <a:t> your </a:t>
            </a:r>
            <a:r>
              <a:rPr lang="en-AU" sz="3600" b="1"/>
              <a:t>reasoning</a:t>
            </a:r>
            <a:r>
              <a:rPr lang="en-AU" sz="3600"/>
              <a:t>.</a:t>
            </a:r>
          </a:p>
        </p:txBody>
      </p:sp>
    </p:spTree>
    <p:extLst>
      <p:ext uri="{BB962C8B-B14F-4D97-AF65-F5344CB8AC3E}">
        <p14:creationId xmlns:p14="http://schemas.microsoft.com/office/powerpoint/2010/main" val="2873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277FF-2A16-10CF-68D0-D060D759E70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2B6525A-9343-F89F-87C0-124967484F38}"/>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(14)</a:t>
            </a:r>
          </a:p>
        </p:txBody>
      </p:sp>
      <p:pic>
        <p:nvPicPr>
          <p:cNvPr id="3" name="Picture 2">
            <a:extLst>
              <a:ext uri="{FF2B5EF4-FFF2-40B4-BE49-F238E27FC236}">
                <a16:creationId xmlns:a16="http://schemas.microsoft.com/office/drawing/2014/main" id="{5F20B6C4-74D6-9AE8-543F-873936583C3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97BF6F51-2AEF-BB3D-81B3-B9127FE54FD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30</a:t>
            </a:fld>
            <a:endParaRPr lang="en-AU"/>
          </a:p>
        </p:txBody>
      </p:sp>
      <p:sp>
        <p:nvSpPr>
          <p:cNvPr id="4" name="TextBox 3">
            <a:extLst>
              <a:ext uri="{FF2B5EF4-FFF2-40B4-BE49-F238E27FC236}">
                <a16:creationId xmlns:a16="http://schemas.microsoft.com/office/drawing/2014/main" id="{E854893F-8250-5618-7CE7-DFBE52E674D8}"/>
              </a:ext>
            </a:extLst>
          </p:cNvPr>
          <p:cNvSpPr txBox="1"/>
          <p:nvPr/>
        </p:nvSpPr>
        <p:spPr>
          <a:xfrm>
            <a:off x="685665" y="1973062"/>
            <a:ext cx="10820669" cy="2443523"/>
          </a:xfrm>
          <a:prstGeom prst="rect">
            <a:avLst/>
          </a:prstGeom>
          <a:noFill/>
        </p:spPr>
        <p:txBody>
          <a:bodyPr wrap="square" lIns="0" tIns="0" rIns="0" bIns="0" rtlCol="0">
            <a:noAutofit/>
          </a:bodyPr>
          <a:lstStyle/>
          <a:p>
            <a:pPr algn="ctr">
              <a:lnSpc>
                <a:spcPct val="150000"/>
              </a:lnSpc>
            </a:pPr>
            <a:r>
              <a:rPr lang="en-AU" sz="4400" dirty="0"/>
              <a:t>Record all the </a:t>
            </a:r>
            <a:r>
              <a:rPr lang="en-AU" sz="4400" b="1" dirty="0"/>
              <a:t>factors</a:t>
            </a:r>
            <a:r>
              <a:rPr lang="en-AU" sz="4400" dirty="0"/>
              <a:t> of</a:t>
            </a:r>
          </a:p>
          <a:p>
            <a:pPr algn="ctr">
              <a:lnSpc>
                <a:spcPct val="150000"/>
              </a:lnSpc>
            </a:pPr>
            <a:r>
              <a:rPr lang="en-AU" sz="7200" b="1" dirty="0">
                <a:solidFill>
                  <a:schemeClr val="accent2"/>
                </a:solidFill>
              </a:rPr>
              <a:t>12</a:t>
            </a:r>
            <a:r>
              <a:rPr lang="en-AU" sz="4400" dirty="0"/>
              <a:t>.</a:t>
            </a:r>
          </a:p>
        </p:txBody>
      </p:sp>
    </p:spTree>
    <p:extLst>
      <p:ext uri="{BB962C8B-B14F-4D97-AF65-F5344CB8AC3E}">
        <p14:creationId xmlns:p14="http://schemas.microsoft.com/office/powerpoint/2010/main" val="724378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E3725-9A89-0933-A940-2CE05148EF2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1946FFF-848E-9812-E601-ED8530B7FCD7}"/>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(15)</a:t>
            </a:r>
          </a:p>
        </p:txBody>
      </p:sp>
      <p:pic>
        <p:nvPicPr>
          <p:cNvPr id="3" name="Picture 2">
            <a:extLst>
              <a:ext uri="{FF2B5EF4-FFF2-40B4-BE49-F238E27FC236}">
                <a16:creationId xmlns:a16="http://schemas.microsoft.com/office/drawing/2014/main" id="{71518DCE-2BBE-0AC2-F72B-B5E11C24F8A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247CE97E-586E-C333-9F6D-2E7F908C23F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31</a:t>
            </a:fld>
            <a:endParaRPr lang="en-AU"/>
          </a:p>
        </p:txBody>
      </p:sp>
      <p:sp>
        <p:nvSpPr>
          <p:cNvPr id="8" name="TextBox 7">
            <a:extLst>
              <a:ext uri="{FF2B5EF4-FFF2-40B4-BE49-F238E27FC236}">
                <a16:creationId xmlns:a16="http://schemas.microsoft.com/office/drawing/2014/main" id="{BD0D361F-F54C-28DF-A170-408C3397F1C8}"/>
              </a:ext>
            </a:extLst>
          </p:cNvPr>
          <p:cNvSpPr txBox="1"/>
          <p:nvPr/>
        </p:nvSpPr>
        <p:spPr>
          <a:xfrm>
            <a:off x="360000" y="933609"/>
            <a:ext cx="7202850" cy="4756417"/>
          </a:xfrm>
          <a:prstGeom prst="rect">
            <a:avLst/>
          </a:prstGeom>
          <a:noFill/>
        </p:spPr>
        <p:txBody>
          <a:bodyPr wrap="square" lIns="0" tIns="0" rIns="0" bIns="0" rtlCol="0">
            <a:noAutofit/>
          </a:bodyPr>
          <a:lstStyle/>
          <a:p>
            <a:pPr>
              <a:lnSpc>
                <a:spcPct val="150000"/>
              </a:lnSpc>
            </a:pPr>
            <a:r>
              <a:rPr lang="en-AU" sz="2800"/>
              <a:t>Peter faces </a:t>
            </a:r>
            <a:r>
              <a:rPr lang="en-AU" sz="2800" b="1"/>
              <a:t>east</a:t>
            </a:r>
            <a:r>
              <a:rPr lang="en-AU" sz="2800"/>
              <a:t>. He makes a </a:t>
            </a:r>
            <a:r>
              <a:rPr lang="en-AU" sz="2800" b="1"/>
              <a:t>half-turn</a:t>
            </a:r>
            <a:r>
              <a:rPr lang="en-AU" sz="2800"/>
              <a:t> to the </a:t>
            </a:r>
            <a:r>
              <a:rPr lang="en-AU" sz="2800" b="1"/>
              <a:t>left</a:t>
            </a:r>
            <a:r>
              <a:rPr lang="en-AU" sz="2800"/>
              <a:t>.</a:t>
            </a:r>
          </a:p>
          <a:p>
            <a:pPr algn="ctr">
              <a:lnSpc>
                <a:spcPct val="150000"/>
              </a:lnSpc>
            </a:pPr>
            <a:r>
              <a:rPr lang="en-AU" sz="2800"/>
              <a:t>Complete the following statements:</a:t>
            </a:r>
          </a:p>
          <a:p>
            <a:pPr marL="457200" indent="-457200">
              <a:lnSpc>
                <a:spcPct val="150000"/>
              </a:lnSpc>
              <a:buFont typeface="Arial" panose="020B0604020202020204" pitchFamily="34" charset="0"/>
              <a:buChar char="•"/>
            </a:pPr>
            <a:r>
              <a:rPr lang="en-AU" sz="2800"/>
              <a:t>Peter has formed a _____ angle with this rotation.</a:t>
            </a:r>
          </a:p>
          <a:p>
            <a:pPr marL="514350" indent="-514350">
              <a:lnSpc>
                <a:spcPct val="150000"/>
              </a:lnSpc>
              <a:buFont typeface="+mj-lt"/>
              <a:buAutoNum type="alphaLcParenR"/>
            </a:pPr>
            <a:r>
              <a:rPr lang="en-AU" sz="2800"/>
              <a:t>One arm of the angle is directed _____ and the other arm is directed _____.</a:t>
            </a:r>
          </a:p>
          <a:p>
            <a:pPr algn="ctr"/>
            <a:endParaRPr lang="en-AU" sz="1800"/>
          </a:p>
          <a:p>
            <a:pPr algn="ctr"/>
            <a:endParaRPr lang="en-AU" sz="1800"/>
          </a:p>
        </p:txBody>
      </p:sp>
      <p:pic>
        <p:nvPicPr>
          <p:cNvPr id="10" name="Picture 9" descr="A birds eye view image of a person standing in the middle of compass directions facing east.">
            <a:extLst>
              <a:ext uri="{FF2B5EF4-FFF2-40B4-BE49-F238E27FC236}">
                <a16:creationId xmlns:a16="http://schemas.microsoft.com/office/drawing/2014/main" id="{8345AC41-065A-6289-935A-81DC19C4A173}"/>
              </a:ext>
            </a:extLst>
          </p:cNvPr>
          <p:cNvPicPr>
            <a:picLocks noChangeAspect="1"/>
          </p:cNvPicPr>
          <p:nvPr/>
        </p:nvPicPr>
        <p:blipFill>
          <a:blip r:embed="rId4"/>
          <a:stretch>
            <a:fillRect/>
          </a:stretch>
        </p:blipFill>
        <p:spPr>
          <a:xfrm>
            <a:off x="7972514" y="2100961"/>
            <a:ext cx="3667551" cy="338400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941853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394F1-D43D-A45D-3AB1-8D1AEF2162E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F49D0780-0279-B8AE-5921-49907D85CF6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(16)</a:t>
            </a:r>
          </a:p>
        </p:txBody>
      </p:sp>
      <p:pic>
        <p:nvPicPr>
          <p:cNvPr id="3" name="Picture 2">
            <a:extLst>
              <a:ext uri="{FF2B5EF4-FFF2-40B4-BE49-F238E27FC236}">
                <a16:creationId xmlns:a16="http://schemas.microsoft.com/office/drawing/2014/main" id="{602A5C36-777A-4A3B-4BB2-D0CC6ABD673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C47FF89B-D856-D739-4F5E-3F6B3FB63C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32</a:t>
            </a:fld>
            <a:endParaRPr lang="en-AU"/>
          </a:p>
        </p:txBody>
      </p:sp>
      <p:sp>
        <p:nvSpPr>
          <p:cNvPr id="4" name="TextBox 3">
            <a:extLst>
              <a:ext uri="{FF2B5EF4-FFF2-40B4-BE49-F238E27FC236}">
                <a16:creationId xmlns:a16="http://schemas.microsoft.com/office/drawing/2014/main" id="{6EF457D6-E3D3-137D-CE46-C21EDD034ACD}"/>
              </a:ext>
            </a:extLst>
          </p:cNvPr>
          <p:cNvSpPr txBox="1"/>
          <p:nvPr/>
        </p:nvSpPr>
        <p:spPr>
          <a:xfrm>
            <a:off x="461042" y="1184223"/>
            <a:ext cx="10662958" cy="4279125"/>
          </a:xfrm>
          <a:prstGeom prst="rect">
            <a:avLst/>
          </a:prstGeom>
          <a:noFill/>
        </p:spPr>
        <p:txBody>
          <a:bodyPr wrap="square" lIns="0" tIns="0" rIns="0" bIns="0" rtlCol="0">
            <a:noAutofit/>
          </a:bodyPr>
          <a:lstStyle/>
          <a:p>
            <a:pPr algn="ctr">
              <a:lnSpc>
                <a:spcPct val="150000"/>
              </a:lnSpc>
              <a:spcBef>
                <a:spcPts val="1200"/>
              </a:spcBef>
              <a:spcAft>
                <a:spcPts val="600"/>
              </a:spcAft>
            </a:pPr>
            <a:r>
              <a:rPr lang="en-AU" sz="4400" b="1"/>
              <a:t>Convert</a:t>
            </a:r>
            <a:r>
              <a:rPr lang="en-AU" sz="4400"/>
              <a:t> the following distances:</a:t>
            </a:r>
          </a:p>
          <a:p>
            <a:pPr marL="571500" indent="-571500">
              <a:lnSpc>
                <a:spcPct val="150000"/>
              </a:lnSpc>
              <a:spcBef>
                <a:spcPts val="1200"/>
              </a:spcBef>
              <a:spcAft>
                <a:spcPts val="600"/>
              </a:spcAft>
              <a:buFont typeface="Arial" panose="020B0604020202020204" pitchFamily="34" charset="0"/>
              <a:buChar char="•"/>
            </a:pPr>
            <a:r>
              <a:rPr lang="en-AU" sz="4400"/>
              <a:t> 7250 m = _____ km</a:t>
            </a:r>
          </a:p>
          <a:p>
            <a:pPr marL="571500" indent="-571500">
              <a:lnSpc>
                <a:spcPct val="150000"/>
              </a:lnSpc>
              <a:spcBef>
                <a:spcPts val="1200"/>
              </a:spcBef>
              <a:spcAft>
                <a:spcPts val="600"/>
              </a:spcAft>
              <a:buFont typeface="Arial" panose="020B0604020202020204" pitchFamily="34" charset="0"/>
              <a:buChar char="•"/>
            </a:pPr>
            <a:r>
              <a:rPr lang="en-AU" sz="4400"/>
              <a:t> 3.8 km = _____ m</a:t>
            </a:r>
          </a:p>
          <a:p>
            <a:pPr marL="571500" indent="-571500">
              <a:lnSpc>
                <a:spcPct val="150000"/>
              </a:lnSpc>
              <a:spcBef>
                <a:spcPts val="1200"/>
              </a:spcBef>
              <a:spcAft>
                <a:spcPts val="600"/>
              </a:spcAft>
              <a:buFont typeface="Arial" panose="020B0604020202020204" pitchFamily="34" charset="0"/>
              <a:buChar char="•"/>
            </a:pPr>
            <a:r>
              <a:rPr lang="en-AU" sz="4400"/>
              <a:t> 9750 m = _____ km</a:t>
            </a:r>
          </a:p>
        </p:txBody>
      </p:sp>
    </p:spTree>
    <p:extLst>
      <p:ext uri="{BB962C8B-B14F-4D97-AF65-F5344CB8AC3E}">
        <p14:creationId xmlns:p14="http://schemas.microsoft.com/office/powerpoint/2010/main" val="270899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BD60A-E779-22FD-4578-BEB4E67B734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0E50385-A185-E6F9-B9FE-E9FBF4957437}"/>
              </a:ext>
            </a:extLst>
          </p:cNvPr>
          <p:cNvSpPr>
            <a:spLocks noGrp="1"/>
          </p:cNvSpPr>
          <p:nvPr>
            <p:ph type="title"/>
          </p:nvPr>
        </p:nvSpPr>
        <p:spPr>
          <a:xfrm>
            <a:off x="360000" y="360000"/>
            <a:ext cx="10367268" cy="545601"/>
          </a:xfrm>
        </p:spPr>
        <p:txBody>
          <a:bodyPr/>
          <a:lstStyle/>
          <a:p>
            <a:r>
              <a:rPr lang="en-AU"/>
              <a:t>Activity 4 – partitioning numbers 2</a:t>
            </a:r>
          </a:p>
        </p:txBody>
      </p:sp>
      <p:pic>
        <p:nvPicPr>
          <p:cNvPr id="4" name="Picture 3">
            <a:extLst>
              <a:ext uri="{FF2B5EF4-FFF2-40B4-BE49-F238E27FC236}">
                <a16:creationId xmlns:a16="http://schemas.microsoft.com/office/drawing/2014/main" id="{A43A6869-C067-0F7B-A324-667A71E8372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5B1015B8-4B7B-5E27-FE5A-8B7B8AE6D31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33</a:t>
            </a:fld>
            <a:endParaRPr lang="en-AU"/>
          </a:p>
        </p:txBody>
      </p:sp>
      <p:sp>
        <p:nvSpPr>
          <p:cNvPr id="3" name="TextBox 2">
            <a:extLst>
              <a:ext uri="{FF2B5EF4-FFF2-40B4-BE49-F238E27FC236}">
                <a16:creationId xmlns:a16="http://schemas.microsoft.com/office/drawing/2014/main" id="{36383E61-98C6-C7C3-4375-FCFB2F6F3C2D}"/>
              </a:ext>
            </a:extLst>
          </p:cNvPr>
          <p:cNvSpPr txBox="1"/>
          <p:nvPr/>
        </p:nvSpPr>
        <p:spPr>
          <a:xfrm>
            <a:off x="3602531" y="1483018"/>
            <a:ext cx="4986938" cy="1667436"/>
          </a:xfrm>
          <a:prstGeom prst="rect">
            <a:avLst/>
          </a:prstGeom>
          <a:noFill/>
        </p:spPr>
        <p:txBody>
          <a:bodyPr wrap="square" lIns="0" tIns="0" rIns="0" bIns="0" rtlCol="0">
            <a:noAutofit/>
          </a:bodyPr>
          <a:lstStyle/>
          <a:p>
            <a:pPr algn="ctr"/>
            <a:r>
              <a:rPr lang="en-AU" sz="4400"/>
              <a:t>874 516 302</a:t>
            </a:r>
          </a:p>
        </p:txBody>
      </p:sp>
      <p:sp>
        <p:nvSpPr>
          <p:cNvPr id="5" name="Freeform 2" descr="10-sided die.">
            <a:extLst>
              <a:ext uri="{FF2B5EF4-FFF2-40B4-BE49-F238E27FC236}">
                <a16:creationId xmlns:a16="http://schemas.microsoft.com/office/drawing/2014/main" id="{2B9C1284-2802-6A7C-EE86-32DFDFBF38C3}"/>
              </a:ext>
            </a:extLst>
          </p:cNvPr>
          <p:cNvSpPr/>
          <p:nvPr/>
        </p:nvSpPr>
        <p:spPr>
          <a:xfrm rot="-578989">
            <a:off x="9481297" y="4451185"/>
            <a:ext cx="1248839" cy="1196037"/>
          </a:xfrm>
          <a:custGeom>
            <a:avLst/>
            <a:gdLst/>
            <a:ahLst/>
            <a:cxnLst/>
            <a:rect l="l" t="t" r="r" b="b"/>
            <a:pathLst>
              <a:path w="508221" h="480500">
                <a:moveTo>
                  <a:pt x="0" y="0"/>
                </a:moveTo>
                <a:lnTo>
                  <a:pt x="508221" y="0"/>
                </a:lnTo>
                <a:lnTo>
                  <a:pt x="508221" y="480500"/>
                </a:lnTo>
                <a:lnTo>
                  <a:pt x="0" y="48050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AU"/>
          </a:p>
        </p:txBody>
      </p:sp>
    </p:spTree>
    <p:extLst>
      <p:ext uri="{BB962C8B-B14F-4D97-AF65-F5344CB8AC3E}">
        <p14:creationId xmlns:p14="http://schemas.microsoft.com/office/powerpoint/2010/main" val="2412672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FE969-6427-B4CC-9D22-A9702C3552C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C5E887C5-E8F6-203B-99C2-DCBB078A85C7}"/>
              </a:ext>
            </a:extLst>
          </p:cNvPr>
          <p:cNvSpPr>
            <a:spLocks noGrp="1"/>
          </p:cNvSpPr>
          <p:nvPr>
            <p:ph type="ctrTitle"/>
          </p:nvPr>
        </p:nvSpPr>
        <p:spPr/>
        <p:txBody>
          <a:bodyPr/>
          <a:lstStyle/>
          <a:p>
            <a:r>
              <a:rPr lang="en-AU">
                <a:latin typeface="+mj-lt"/>
              </a:rPr>
              <a:t>Review of learning 5</a:t>
            </a:r>
          </a:p>
        </p:txBody>
      </p:sp>
    </p:spTree>
    <p:extLst>
      <p:ext uri="{BB962C8B-B14F-4D97-AF65-F5344CB8AC3E}">
        <p14:creationId xmlns:p14="http://schemas.microsoft.com/office/powerpoint/2010/main" val="41193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A4F62-887D-AFD2-E976-96EC9113760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85C7A13-FF33-191B-A60E-4D4573CCD3C9}"/>
              </a:ext>
            </a:extLst>
          </p:cNvPr>
          <p:cNvSpPr>
            <a:spLocks noGrp="1"/>
          </p:cNvSpPr>
          <p:nvPr>
            <p:ph type="title"/>
          </p:nvPr>
        </p:nvSpPr>
        <p:spPr>
          <a:xfrm>
            <a:off x="360000" y="360000"/>
            <a:ext cx="10397115" cy="545601"/>
          </a:xfrm>
        </p:spPr>
        <p:txBody>
          <a:bodyPr/>
          <a:lstStyle/>
          <a:p>
            <a:r>
              <a:rPr lang="en-US"/>
              <a:t>Multiple choice</a:t>
            </a:r>
            <a:r>
              <a:rPr lang="en-US">
                <a:solidFill>
                  <a:schemeClr val="bg1"/>
                </a:solidFill>
              </a:rPr>
              <a:t> (3)</a:t>
            </a:r>
          </a:p>
        </p:txBody>
      </p:sp>
      <p:pic>
        <p:nvPicPr>
          <p:cNvPr id="4" name="Picture 3">
            <a:extLst>
              <a:ext uri="{FF2B5EF4-FFF2-40B4-BE49-F238E27FC236}">
                <a16:creationId xmlns:a16="http://schemas.microsoft.com/office/drawing/2014/main" id="{052C7F21-CF1B-B8E5-D48F-252B3A5306C6}"/>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8" name="Text Placeholder 17">
            <a:extLst>
              <a:ext uri="{FF2B5EF4-FFF2-40B4-BE49-F238E27FC236}">
                <a16:creationId xmlns:a16="http://schemas.microsoft.com/office/drawing/2014/main" id="{E180F3B1-ACC7-4559-EA73-174DB17A0983}"/>
              </a:ext>
            </a:extLst>
          </p:cNvPr>
          <p:cNvSpPr>
            <a:spLocks noGrp="1"/>
          </p:cNvSpPr>
          <p:nvPr>
            <p:ph type="body" sz="quarter" idx="24"/>
          </p:nvPr>
        </p:nvSpPr>
        <p:spPr>
          <a:xfrm>
            <a:off x="474481" y="1036286"/>
            <a:ext cx="11243037" cy="893226"/>
          </a:xfrm>
        </p:spPr>
        <p:txBody>
          <a:bodyPr/>
          <a:lstStyle/>
          <a:p>
            <a:pPr algn="ctr"/>
            <a:r>
              <a:rPr lang="en-AU" sz="4000" dirty="0"/>
              <a:t>Use </a:t>
            </a:r>
            <a:r>
              <a:rPr lang="en-AU" sz="4000" b="1" dirty="0"/>
              <a:t>estimation</a:t>
            </a:r>
            <a:r>
              <a:rPr lang="en-AU" sz="4000" dirty="0"/>
              <a:t> to determine the nearest total:</a:t>
            </a:r>
          </a:p>
          <a:p>
            <a:pPr algn="ctr"/>
            <a:r>
              <a:rPr lang="en-AU" sz="5400" dirty="0">
                <a:solidFill>
                  <a:schemeClr val="accent2"/>
                </a:solidFill>
              </a:rPr>
              <a:t>248 762 + 251 498</a:t>
            </a:r>
            <a:endParaRPr lang="en-US" sz="5400" dirty="0">
              <a:solidFill>
                <a:schemeClr val="accent2"/>
              </a:solidFill>
            </a:endParaRPr>
          </a:p>
        </p:txBody>
      </p:sp>
      <p:sp>
        <p:nvSpPr>
          <p:cNvPr id="9" name="TextBox 8">
            <a:extLst>
              <a:ext uri="{FF2B5EF4-FFF2-40B4-BE49-F238E27FC236}">
                <a16:creationId xmlns:a16="http://schemas.microsoft.com/office/drawing/2014/main" id="{4E6EA9CC-6235-8807-420B-A4371AC418C0}"/>
              </a:ext>
            </a:extLst>
          </p:cNvPr>
          <p:cNvSpPr txBox="1"/>
          <p:nvPr/>
        </p:nvSpPr>
        <p:spPr>
          <a:xfrm>
            <a:off x="1181583" y="409870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8" name="TextBox 7">
            <a:extLst>
              <a:ext uri="{FF2B5EF4-FFF2-40B4-BE49-F238E27FC236}">
                <a16:creationId xmlns:a16="http://schemas.microsoft.com/office/drawing/2014/main" id="{2C217EE9-1417-E828-786A-461E6952B2A9}"/>
              </a:ext>
            </a:extLst>
          </p:cNvPr>
          <p:cNvSpPr txBox="1"/>
          <p:nvPr/>
        </p:nvSpPr>
        <p:spPr>
          <a:xfrm>
            <a:off x="200706" y="4928489"/>
            <a:ext cx="2491182" cy="1897166"/>
          </a:xfrm>
          <a:prstGeom prst="rect">
            <a:avLst/>
          </a:prstGeom>
          <a:noFill/>
        </p:spPr>
        <p:txBody>
          <a:bodyPr wrap="square" lIns="0" tIns="0" rIns="0" bIns="0" rtlCol="0">
            <a:noAutofit/>
          </a:bodyPr>
          <a:lstStyle/>
          <a:p>
            <a:pPr algn="ctr"/>
            <a:r>
              <a:rPr lang="en-AU" sz="4000"/>
              <a:t>550 000</a:t>
            </a:r>
          </a:p>
        </p:txBody>
      </p:sp>
      <p:sp>
        <p:nvSpPr>
          <p:cNvPr id="10" name="TextBox 9">
            <a:extLst>
              <a:ext uri="{FF2B5EF4-FFF2-40B4-BE49-F238E27FC236}">
                <a16:creationId xmlns:a16="http://schemas.microsoft.com/office/drawing/2014/main" id="{4AB24A3E-5574-D79C-6A0F-06D3F8A29BB1}"/>
              </a:ext>
            </a:extLst>
          </p:cNvPr>
          <p:cNvSpPr txBox="1"/>
          <p:nvPr/>
        </p:nvSpPr>
        <p:spPr>
          <a:xfrm>
            <a:off x="4369623" y="409870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6" name="TextBox 5">
            <a:extLst>
              <a:ext uri="{FF2B5EF4-FFF2-40B4-BE49-F238E27FC236}">
                <a16:creationId xmlns:a16="http://schemas.microsoft.com/office/drawing/2014/main" id="{C289A348-88E0-4ACB-9B3B-9DEA010CE491}"/>
              </a:ext>
            </a:extLst>
          </p:cNvPr>
          <p:cNvSpPr txBox="1"/>
          <p:nvPr/>
        </p:nvSpPr>
        <p:spPr>
          <a:xfrm>
            <a:off x="3615345" y="4960834"/>
            <a:ext cx="2037983" cy="1897166"/>
          </a:xfrm>
          <a:prstGeom prst="rect">
            <a:avLst/>
          </a:prstGeom>
          <a:noFill/>
        </p:spPr>
        <p:txBody>
          <a:bodyPr wrap="square" lIns="0" tIns="0" rIns="0" bIns="0" rtlCol="0">
            <a:noAutofit/>
          </a:bodyPr>
          <a:lstStyle/>
          <a:p>
            <a:pPr algn="ctr"/>
            <a:r>
              <a:rPr lang="en-AU" sz="4000"/>
              <a:t>500 000</a:t>
            </a:r>
          </a:p>
        </p:txBody>
      </p:sp>
      <p:sp>
        <p:nvSpPr>
          <p:cNvPr id="12" name="TextBox 11">
            <a:extLst>
              <a:ext uri="{FF2B5EF4-FFF2-40B4-BE49-F238E27FC236}">
                <a16:creationId xmlns:a16="http://schemas.microsoft.com/office/drawing/2014/main" id="{D92289C6-858E-E449-16B6-10640E9A4385}"/>
              </a:ext>
            </a:extLst>
          </p:cNvPr>
          <p:cNvSpPr txBox="1"/>
          <p:nvPr/>
        </p:nvSpPr>
        <p:spPr>
          <a:xfrm>
            <a:off x="7557663" y="409870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7" name="TextBox 6">
            <a:extLst>
              <a:ext uri="{FF2B5EF4-FFF2-40B4-BE49-F238E27FC236}">
                <a16:creationId xmlns:a16="http://schemas.microsoft.com/office/drawing/2014/main" id="{455BF2AC-379F-C94B-6D34-2CE1AB5D6BDA}"/>
              </a:ext>
            </a:extLst>
          </p:cNvPr>
          <p:cNvSpPr txBox="1"/>
          <p:nvPr/>
        </p:nvSpPr>
        <p:spPr>
          <a:xfrm>
            <a:off x="6668742" y="4970527"/>
            <a:ext cx="2307270" cy="1897166"/>
          </a:xfrm>
          <a:prstGeom prst="rect">
            <a:avLst/>
          </a:prstGeom>
          <a:noFill/>
        </p:spPr>
        <p:txBody>
          <a:bodyPr wrap="square" lIns="0" tIns="0" rIns="0" bIns="0" rtlCol="0">
            <a:noAutofit/>
          </a:bodyPr>
          <a:lstStyle/>
          <a:p>
            <a:pPr algn="ctr"/>
            <a:r>
              <a:rPr lang="en-AU" sz="4000"/>
              <a:t>450 000</a:t>
            </a:r>
          </a:p>
        </p:txBody>
      </p:sp>
      <p:sp>
        <p:nvSpPr>
          <p:cNvPr id="11" name="TextBox 10">
            <a:extLst>
              <a:ext uri="{FF2B5EF4-FFF2-40B4-BE49-F238E27FC236}">
                <a16:creationId xmlns:a16="http://schemas.microsoft.com/office/drawing/2014/main" id="{C22AC239-77AC-A298-F7CD-0F89091EC017}"/>
              </a:ext>
            </a:extLst>
          </p:cNvPr>
          <p:cNvSpPr txBox="1"/>
          <p:nvPr/>
        </p:nvSpPr>
        <p:spPr>
          <a:xfrm>
            <a:off x="10745702" y="409870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5" name="TextBox 4">
            <a:extLst>
              <a:ext uri="{FF2B5EF4-FFF2-40B4-BE49-F238E27FC236}">
                <a16:creationId xmlns:a16="http://schemas.microsoft.com/office/drawing/2014/main" id="{89CB684A-F058-F778-1C52-E255990E99A5}"/>
              </a:ext>
            </a:extLst>
          </p:cNvPr>
          <p:cNvSpPr txBox="1"/>
          <p:nvPr/>
        </p:nvSpPr>
        <p:spPr>
          <a:xfrm>
            <a:off x="9935711" y="4970527"/>
            <a:ext cx="2037983" cy="1897166"/>
          </a:xfrm>
          <a:prstGeom prst="rect">
            <a:avLst/>
          </a:prstGeom>
          <a:noFill/>
        </p:spPr>
        <p:txBody>
          <a:bodyPr wrap="square" lIns="0" tIns="0" rIns="0" bIns="0" rtlCol="0">
            <a:noAutofit/>
          </a:bodyPr>
          <a:lstStyle/>
          <a:p>
            <a:pPr algn="ctr"/>
            <a:r>
              <a:rPr lang="en-AU" sz="4000"/>
              <a:t>400 000</a:t>
            </a:r>
          </a:p>
        </p:txBody>
      </p:sp>
      <p:sp>
        <p:nvSpPr>
          <p:cNvPr id="2" name="Slide Number Placeholder 1">
            <a:extLst>
              <a:ext uri="{FF2B5EF4-FFF2-40B4-BE49-F238E27FC236}">
                <a16:creationId xmlns:a16="http://schemas.microsoft.com/office/drawing/2014/main" id="{29BCC904-C834-E490-B334-2E65478E2C6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35</a:t>
            </a:fld>
            <a:endParaRPr lang="en-AU"/>
          </a:p>
        </p:txBody>
      </p:sp>
      <p:sp>
        <p:nvSpPr>
          <p:cNvPr id="13" name="Text Placeholder 5">
            <a:extLst>
              <a:ext uri="{FF2B5EF4-FFF2-40B4-BE49-F238E27FC236}">
                <a16:creationId xmlns:a16="http://schemas.microsoft.com/office/drawing/2014/main" id="{23F738E6-CE8D-79C1-9B8B-109D8D98BCB7}"/>
              </a:ext>
            </a:extLst>
          </p:cNvPr>
          <p:cNvSpPr txBox="1">
            <a:spLocks/>
          </p:cNvSpPr>
          <p:nvPr/>
        </p:nvSpPr>
        <p:spPr>
          <a:xfrm>
            <a:off x="474481" y="5821714"/>
            <a:ext cx="11243037"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16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3600" b="1"/>
              <a:t>Communicate</a:t>
            </a:r>
            <a:r>
              <a:rPr lang="en-AU" sz="3600"/>
              <a:t> your </a:t>
            </a:r>
            <a:r>
              <a:rPr lang="en-AU" sz="3600" b="1"/>
              <a:t>reasoning</a:t>
            </a:r>
            <a:r>
              <a:rPr lang="en-AU" sz="3600"/>
              <a:t>.</a:t>
            </a:r>
          </a:p>
        </p:txBody>
      </p:sp>
    </p:spTree>
    <p:extLst>
      <p:ext uri="{BB962C8B-B14F-4D97-AF65-F5344CB8AC3E}">
        <p14:creationId xmlns:p14="http://schemas.microsoft.com/office/powerpoint/2010/main" val="37542416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08A6B-C68A-FF44-E71E-18A9E64F0EF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9FCD6D4-3BA7-FB4B-7855-CDFBF1074A04}"/>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(17)</a:t>
            </a:r>
          </a:p>
        </p:txBody>
      </p:sp>
      <p:pic>
        <p:nvPicPr>
          <p:cNvPr id="3" name="Picture 2">
            <a:extLst>
              <a:ext uri="{FF2B5EF4-FFF2-40B4-BE49-F238E27FC236}">
                <a16:creationId xmlns:a16="http://schemas.microsoft.com/office/drawing/2014/main" id="{2D93CD05-EEB0-3C8B-380D-9FC3C1D1498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7D07BE7B-7F4A-3286-1609-FE23686ED1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36</a:t>
            </a:fld>
            <a:endParaRPr lang="en-AU"/>
          </a:p>
        </p:txBody>
      </p:sp>
      <p:sp>
        <p:nvSpPr>
          <p:cNvPr id="4" name="TextBox 3">
            <a:extLst>
              <a:ext uri="{FF2B5EF4-FFF2-40B4-BE49-F238E27FC236}">
                <a16:creationId xmlns:a16="http://schemas.microsoft.com/office/drawing/2014/main" id="{5048BA58-6279-69CA-B26F-ACAC27042995}"/>
              </a:ext>
              <a:ext uri="{C183D7F6-B498-43B3-948B-1728B52AA6E4}">
                <adec:decorative xmlns:adec="http://schemas.microsoft.com/office/drawing/2017/decorative" val="0"/>
              </a:ext>
            </a:extLst>
          </p:cNvPr>
          <p:cNvSpPr txBox="1"/>
          <p:nvPr/>
        </p:nvSpPr>
        <p:spPr>
          <a:xfrm>
            <a:off x="618146" y="905601"/>
            <a:ext cx="10955708" cy="1811708"/>
          </a:xfrm>
          <a:prstGeom prst="rect">
            <a:avLst/>
          </a:prstGeom>
          <a:noFill/>
        </p:spPr>
        <p:txBody>
          <a:bodyPr wrap="square" lIns="0" tIns="0" rIns="0" bIns="0" rtlCol="0">
            <a:noAutofit/>
          </a:bodyPr>
          <a:lstStyle/>
          <a:p>
            <a:pPr algn="ctr">
              <a:lnSpc>
                <a:spcPct val="150000"/>
              </a:lnSpc>
            </a:pPr>
            <a:r>
              <a:rPr lang="en-AU" sz="4400"/>
              <a:t>Use the </a:t>
            </a:r>
            <a:r>
              <a:rPr lang="en-AU" sz="4400" b="1"/>
              <a:t>area model </a:t>
            </a:r>
            <a:r>
              <a:rPr lang="en-AU" sz="4400"/>
              <a:t>to determine</a:t>
            </a:r>
          </a:p>
          <a:p>
            <a:pPr algn="ctr">
              <a:lnSpc>
                <a:spcPct val="150000"/>
              </a:lnSpc>
            </a:pPr>
            <a:r>
              <a:rPr lang="en-AU" sz="4400"/>
              <a:t>the </a:t>
            </a:r>
            <a:r>
              <a:rPr lang="en-AU" sz="4400" b="1"/>
              <a:t>area </a:t>
            </a:r>
            <a:r>
              <a:rPr lang="en-AU" sz="4400"/>
              <a:t>of the rectangle:</a:t>
            </a:r>
          </a:p>
        </p:txBody>
      </p:sp>
      <p:pic>
        <p:nvPicPr>
          <p:cNvPr id="7" name="Picture 6" descr="A rectangle with the dimensions of 14 cm in length and 6 cm in width.">
            <a:extLst>
              <a:ext uri="{FF2B5EF4-FFF2-40B4-BE49-F238E27FC236}">
                <a16:creationId xmlns:a16="http://schemas.microsoft.com/office/drawing/2014/main" id="{744093B0-B15C-D460-646A-849639C2E945}"/>
              </a:ext>
            </a:extLst>
          </p:cNvPr>
          <p:cNvPicPr>
            <a:picLocks noChangeAspect="1"/>
          </p:cNvPicPr>
          <p:nvPr/>
        </p:nvPicPr>
        <p:blipFill>
          <a:blip r:embed="rId4"/>
          <a:stretch>
            <a:fillRect/>
          </a:stretch>
        </p:blipFill>
        <p:spPr>
          <a:xfrm>
            <a:off x="2925509" y="3124474"/>
            <a:ext cx="6095999" cy="3306068"/>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873457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5DD2C-2360-F941-78C2-119C5F7439E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B668BC7-E07F-8763-81B9-7969BEF094AA}"/>
              </a:ext>
            </a:extLst>
          </p:cNvPr>
          <p:cNvSpPr>
            <a:spLocks noGrp="1"/>
          </p:cNvSpPr>
          <p:nvPr>
            <p:ph type="title"/>
          </p:nvPr>
        </p:nvSpPr>
        <p:spPr>
          <a:xfrm>
            <a:off x="360000" y="360000"/>
            <a:ext cx="10367268" cy="545601"/>
          </a:xfrm>
        </p:spPr>
        <p:txBody>
          <a:bodyPr/>
          <a:lstStyle/>
          <a:p>
            <a:r>
              <a:rPr lang="en-AU"/>
              <a:t>Short response</a:t>
            </a:r>
            <a:r>
              <a:rPr lang="en-AU">
                <a:solidFill>
                  <a:schemeClr val="bg1"/>
                </a:solidFill>
              </a:rPr>
              <a:t> (18)</a:t>
            </a:r>
          </a:p>
        </p:txBody>
      </p:sp>
      <p:pic>
        <p:nvPicPr>
          <p:cNvPr id="3" name="Picture 2">
            <a:extLst>
              <a:ext uri="{FF2B5EF4-FFF2-40B4-BE49-F238E27FC236}">
                <a16:creationId xmlns:a16="http://schemas.microsoft.com/office/drawing/2014/main" id="{E34FFB15-F7DE-0945-FB9C-D8A36F224B6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C6278ABA-47B2-1E8F-9361-762350052C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37</a:t>
            </a:fld>
            <a:endParaRPr lang="en-AU"/>
          </a:p>
        </p:txBody>
      </p:sp>
      <p:sp>
        <p:nvSpPr>
          <p:cNvPr id="4" name="TextBox 3">
            <a:extLst>
              <a:ext uri="{FF2B5EF4-FFF2-40B4-BE49-F238E27FC236}">
                <a16:creationId xmlns:a16="http://schemas.microsoft.com/office/drawing/2014/main" id="{2F69BEC6-FA9E-0F02-583D-ABBAE7689C09}"/>
              </a:ext>
            </a:extLst>
          </p:cNvPr>
          <p:cNvSpPr txBox="1"/>
          <p:nvPr/>
        </p:nvSpPr>
        <p:spPr>
          <a:xfrm>
            <a:off x="993979" y="1598279"/>
            <a:ext cx="10036497" cy="2581835"/>
          </a:xfrm>
          <a:prstGeom prst="rect">
            <a:avLst/>
          </a:prstGeom>
          <a:noFill/>
        </p:spPr>
        <p:txBody>
          <a:bodyPr wrap="square" lIns="0" tIns="0" rIns="0" bIns="0" rtlCol="0">
            <a:noAutofit/>
          </a:bodyPr>
          <a:lstStyle/>
          <a:p>
            <a:pPr algn="ctr">
              <a:lnSpc>
                <a:spcPct val="150000"/>
              </a:lnSpc>
            </a:pPr>
            <a:r>
              <a:rPr lang="en-AU" sz="4400"/>
              <a:t>Use the </a:t>
            </a:r>
            <a:r>
              <a:rPr lang="en-AU" sz="4400" b="1"/>
              <a:t>distributive property </a:t>
            </a:r>
            <a:r>
              <a:rPr lang="en-AU" sz="4400"/>
              <a:t>and the </a:t>
            </a:r>
            <a:r>
              <a:rPr lang="en-AU" sz="4400" b="1"/>
              <a:t>area model </a:t>
            </a:r>
            <a:r>
              <a:rPr lang="en-AU" sz="4400"/>
              <a:t>to solve:</a:t>
            </a:r>
          </a:p>
          <a:p>
            <a:pPr algn="ctr">
              <a:lnSpc>
                <a:spcPct val="150000"/>
              </a:lnSpc>
            </a:pPr>
            <a:endParaRPr lang="en-AU" sz="2800"/>
          </a:p>
          <a:p>
            <a:pPr algn="ctr">
              <a:lnSpc>
                <a:spcPct val="150000"/>
              </a:lnSpc>
            </a:pPr>
            <a:r>
              <a:rPr lang="en-AU" sz="5400">
                <a:solidFill>
                  <a:schemeClr val="accent2"/>
                </a:solidFill>
              </a:rPr>
              <a:t>378 × 5</a:t>
            </a:r>
          </a:p>
        </p:txBody>
      </p:sp>
    </p:spTree>
    <p:extLst>
      <p:ext uri="{BB962C8B-B14F-4D97-AF65-F5344CB8AC3E}">
        <p14:creationId xmlns:p14="http://schemas.microsoft.com/office/powerpoint/2010/main" val="3073205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7CB53-A4C0-A55A-FFE1-4FB771BE398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CC4B563-2BB1-344B-48AD-6B4DBD04F76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(19)</a:t>
            </a:r>
          </a:p>
        </p:txBody>
      </p:sp>
      <p:pic>
        <p:nvPicPr>
          <p:cNvPr id="3" name="Picture 2">
            <a:extLst>
              <a:ext uri="{FF2B5EF4-FFF2-40B4-BE49-F238E27FC236}">
                <a16:creationId xmlns:a16="http://schemas.microsoft.com/office/drawing/2014/main" id="{B38D0ADF-3DD6-732F-15F0-9E23C650943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4" name="Picture 3" descr="Graph showing the connection between 12-hour and 24-hour time">
            <a:extLst>
              <a:ext uri="{FF2B5EF4-FFF2-40B4-BE49-F238E27FC236}">
                <a16:creationId xmlns:a16="http://schemas.microsoft.com/office/drawing/2014/main" id="{EE794B07-7211-B6C2-0664-3F390AF259C7}"/>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85789" y="1666430"/>
            <a:ext cx="5746211" cy="4062532"/>
          </a:xfrm>
          <a:prstGeom prst="rect">
            <a:avLst/>
          </a:prstGeom>
          <a:ln>
            <a:noFill/>
          </a:ln>
          <a:effectLst>
            <a:outerShdw blurRad="292100" dist="139700" dir="2700000" algn="tl" rotWithShape="0">
              <a:srgbClr val="333333">
                <a:alpha val="65000"/>
              </a:srgbClr>
            </a:outerShdw>
          </a:effectLst>
        </p:spPr>
      </p:pic>
      <p:sp>
        <p:nvSpPr>
          <p:cNvPr id="2" name="Slide Number Placeholder 1">
            <a:extLst>
              <a:ext uri="{FF2B5EF4-FFF2-40B4-BE49-F238E27FC236}">
                <a16:creationId xmlns:a16="http://schemas.microsoft.com/office/drawing/2014/main" id="{7EF03837-CD4E-1218-9144-F017FA537B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38</a:t>
            </a:fld>
            <a:endParaRPr lang="en-AU"/>
          </a:p>
        </p:txBody>
      </p:sp>
      <p:sp>
        <p:nvSpPr>
          <p:cNvPr id="8" name="TextBox 7">
            <a:extLst>
              <a:ext uri="{FF2B5EF4-FFF2-40B4-BE49-F238E27FC236}">
                <a16:creationId xmlns:a16="http://schemas.microsoft.com/office/drawing/2014/main" id="{F42895AA-B2A7-07B1-B602-F97190122BC5}"/>
              </a:ext>
            </a:extLst>
          </p:cNvPr>
          <p:cNvSpPr txBox="1"/>
          <p:nvPr/>
        </p:nvSpPr>
        <p:spPr>
          <a:xfrm>
            <a:off x="468274" y="1258678"/>
            <a:ext cx="5075360" cy="5437322"/>
          </a:xfrm>
          <a:prstGeom prst="rect">
            <a:avLst/>
          </a:prstGeom>
          <a:noFill/>
        </p:spPr>
        <p:txBody>
          <a:bodyPr wrap="square">
            <a:spAutoFit/>
          </a:bodyPr>
          <a:lstStyle/>
          <a:p>
            <a:pPr>
              <a:lnSpc>
                <a:spcPct val="150000"/>
              </a:lnSpc>
              <a:spcBef>
                <a:spcPts val="600"/>
              </a:spcBef>
              <a:spcAft>
                <a:spcPts val="600"/>
              </a:spcAft>
            </a:pPr>
            <a:r>
              <a:rPr lang="en-AU" sz="3600"/>
              <a:t>Write these times as </a:t>
            </a:r>
            <a:r>
              <a:rPr lang="en-AU" sz="3600" b="1"/>
              <a:t>12-hour time</a:t>
            </a:r>
            <a:r>
              <a:rPr lang="en-AU" sz="3600"/>
              <a:t> with </a:t>
            </a:r>
            <a:r>
              <a:rPr lang="en-AU" sz="3600" b="1"/>
              <a:t>am</a:t>
            </a:r>
            <a:r>
              <a:rPr lang="en-AU" sz="3600"/>
              <a:t> or </a:t>
            </a:r>
            <a:r>
              <a:rPr lang="en-AU" sz="3600" b="1"/>
              <a:t>pm</a:t>
            </a:r>
            <a:r>
              <a:rPr lang="en-AU" sz="3600"/>
              <a:t>:</a:t>
            </a:r>
          </a:p>
          <a:p>
            <a:pPr marL="514350" indent="-514350">
              <a:lnSpc>
                <a:spcPct val="150000"/>
              </a:lnSpc>
              <a:spcBef>
                <a:spcPts val="600"/>
              </a:spcBef>
              <a:spcAft>
                <a:spcPts val="600"/>
              </a:spcAft>
              <a:buFont typeface="+mj-lt"/>
              <a:buAutoNum type="alphaLcParenR"/>
            </a:pPr>
            <a:r>
              <a:rPr lang="en-AU" sz="3600"/>
              <a:t>19:12</a:t>
            </a:r>
          </a:p>
          <a:p>
            <a:pPr marL="514350" indent="-514350">
              <a:lnSpc>
                <a:spcPct val="150000"/>
              </a:lnSpc>
              <a:spcBef>
                <a:spcPts val="600"/>
              </a:spcBef>
              <a:spcAft>
                <a:spcPts val="600"/>
              </a:spcAft>
              <a:buFont typeface="+mj-lt"/>
              <a:buAutoNum type="alphaLcParenR"/>
            </a:pPr>
            <a:r>
              <a:rPr lang="en-AU" sz="3600"/>
              <a:t>02:47</a:t>
            </a:r>
          </a:p>
          <a:p>
            <a:pPr marL="514350" indent="-514350">
              <a:lnSpc>
                <a:spcPct val="150000"/>
              </a:lnSpc>
              <a:spcBef>
                <a:spcPts val="600"/>
              </a:spcBef>
              <a:spcAft>
                <a:spcPts val="600"/>
              </a:spcAft>
              <a:buFont typeface="+mj-lt"/>
              <a:buAutoNum type="alphaLcParenR"/>
            </a:pPr>
            <a:r>
              <a:rPr lang="en-AU" sz="3600"/>
              <a:t>01:45</a:t>
            </a:r>
          </a:p>
        </p:txBody>
      </p:sp>
    </p:spTree>
    <p:extLst>
      <p:ext uri="{BB962C8B-B14F-4D97-AF65-F5344CB8AC3E}">
        <p14:creationId xmlns:p14="http://schemas.microsoft.com/office/powerpoint/2010/main" val="4118180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DB769-B15B-0A1A-67BB-631316F013D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0EBDC36-B60F-D91B-E29F-D0E33662F0B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(20)</a:t>
            </a:r>
          </a:p>
        </p:txBody>
      </p:sp>
      <p:pic>
        <p:nvPicPr>
          <p:cNvPr id="3" name="Picture 2" descr="image of a clipboard with a pencil recording short answer responses">
            <a:extLst>
              <a:ext uri="{FF2B5EF4-FFF2-40B4-BE49-F238E27FC236}">
                <a16:creationId xmlns:a16="http://schemas.microsoft.com/office/drawing/2014/main" id="{8579B78F-E8F7-2A31-5798-ADB627F83149}"/>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C473C1F8-7803-5842-B9FA-C90250907E7E}"/>
              </a:ext>
            </a:extLst>
          </p:cNvPr>
          <p:cNvSpPr txBox="1"/>
          <p:nvPr/>
        </p:nvSpPr>
        <p:spPr>
          <a:xfrm>
            <a:off x="422622" y="1091133"/>
            <a:ext cx="10607854" cy="1552175"/>
          </a:xfrm>
          <a:prstGeom prst="rect">
            <a:avLst/>
          </a:prstGeom>
          <a:noFill/>
        </p:spPr>
        <p:txBody>
          <a:bodyPr wrap="square" lIns="0" tIns="0" rIns="0" bIns="0" rtlCol="0">
            <a:noAutofit/>
          </a:bodyPr>
          <a:lstStyle/>
          <a:p>
            <a:pPr marL="514350" indent="-514350">
              <a:lnSpc>
                <a:spcPct val="150000"/>
              </a:lnSpc>
              <a:buFont typeface="Arial" panose="020B0604020202020204" pitchFamily="34" charset="0"/>
              <a:buChar char="•"/>
            </a:pPr>
            <a:r>
              <a:rPr lang="en-AU" sz="2800" b="1"/>
              <a:t>Convert</a:t>
            </a:r>
            <a:r>
              <a:rPr lang="en-AU" sz="2800"/>
              <a:t> the side lengths to the </a:t>
            </a:r>
            <a:r>
              <a:rPr lang="en-AU" sz="2800" b="1"/>
              <a:t>same unit </a:t>
            </a:r>
            <a:r>
              <a:rPr lang="en-AU" sz="2800"/>
              <a:t>of measurement.</a:t>
            </a:r>
          </a:p>
          <a:p>
            <a:pPr marL="514350" indent="-514350">
              <a:lnSpc>
                <a:spcPct val="150000"/>
              </a:lnSpc>
              <a:buFont typeface="Arial" panose="020B0604020202020204" pitchFamily="34" charset="0"/>
              <a:buChar char="•"/>
            </a:pPr>
            <a:r>
              <a:rPr lang="en-AU" sz="2800" b="1"/>
              <a:t>Calculate</a:t>
            </a:r>
            <a:r>
              <a:rPr lang="en-AU" sz="2800"/>
              <a:t> and </a:t>
            </a:r>
            <a:r>
              <a:rPr lang="en-AU" sz="2800" b="1"/>
              <a:t>record</a:t>
            </a:r>
            <a:r>
              <a:rPr lang="en-AU" sz="2800"/>
              <a:t> the </a:t>
            </a:r>
            <a:r>
              <a:rPr lang="en-AU" sz="2800" b="1"/>
              <a:t>perimeter</a:t>
            </a:r>
            <a:r>
              <a:rPr lang="en-AU" sz="2800"/>
              <a:t> of the rectangle.</a:t>
            </a:r>
          </a:p>
        </p:txBody>
      </p:sp>
      <p:pic>
        <p:nvPicPr>
          <p:cNvPr id="5" name="Picture 4" descr="A rectangle with the side lengths marked as: 1.5 km and 750 m.">
            <a:extLst>
              <a:ext uri="{FF2B5EF4-FFF2-40B4-BE49-F238E27FC236}">
                <a16:creationId xmlns:a16="http://schemas.microsoft.com/office/drawing/2014/main" id="{EFF0E4F8-A10F-A2CD-3232-74D966F89F20}"/>
              </a:ext>
            </a:extLst>
          </p:cNvPr>
          <p:cNvPicPr>
            <a:picLocks noChangeAspect="1"/>
          </p:cNvPicPr>
          <p:nvPr/>
        </p:nvPicPr>
        <p:blipFill>
          <a:blip r:embed="rId4"/>
          <a:stretch>
            <a:fillRect/>
          </a:stretch>
        </p:blipFill>
        <p:spPr>
          <a:xfrm>
            <a:off x="2788988" y="2939021"/>
            <a:ext cx="6614024" cy="3462286"/>
          </a:xfrm>
          <a:prstGeom prst="rect">
            <a:avLst/>
          </a:prstGeom>
          <a:ln>
            <a:noFill/>
          </a:ln>
          <a:effectLst>
            <a:outerShdw blurRad="292100" dist="139700" dir="2700000" algn="tl" rotWithShape="0">
              <a:srgbClr val="333333">
                <a:alpha val="65000"/>
              </a:srgbClr>
            </a:outerShdw>
          </a:effectLst>
        </p:spPr>
      </p:pic>
      <p:sp>
        <p:nvSpPr>
          <p:cNvPr id="2" name="Slide Number Placeholder 1">
            <a:extLst>
              <a:ext uri="{FF2B5EF4-FFF2-40B4-BE49-F238E27FC236}">
                <a16:creationId xmlns:a16="http://schemas.microsoft.com/office/drawing/2014/main" id="{6E0381E3-2DB8-73E7-C1C9-7163E688626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39</a:t>
            </a:fld>
            <a:endParaRPr lang="en-AU"/>
          </a:p>
        </p:txBody>
      </p:sp>
    </p:spTree>
    <p:extLst>
      <p:ext uri="{BB962C8B-B14F-4D97-AF65-F5344CB8AC3E}">
        <p14:creationId xmlns:p14="http://schemas.microsoft.com/office/powerpoint/2010/main" val="1795020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8C752-60AE-8F34-02FE-7A059F7EC67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165B703-4BF0-919D-3A82-B0D8690C78C3}"/>
              </a:ext>
            </a:extLst>
          </p:cNvPr>
          <p:cNvSpPr>
            <a:spLocks noGrp="1"/>
          </p:cNvSpPr>
          <p:nvPr>
            <p:ph type="title"/>
          </p:nvPr>
        </p:nvSpPr>
        <p:spPr>
          <a:xfrm>
            <a:off x="360000" y="360000"/>
            <a:ext cx="10367268" cy="545601"/>
          </a:xfrm>
        </p:spPr>
        <p:txBody>
          <a:bodyPr/>
          <a:lstStyle/>
          <a:p>
            <a:r>
              <a:rPr lang="en-AU"/>
              <a:t>Activity 5 – using estimation</a:t>
            </a:r>
          </a:p>
        </p:txBody>
      </p:sp>
      <p:pic>
        <p:nvPicPr>
          <p:cNvPr id="4" name="Picture 3">
            <a:extLst>
              <a:ext uri="{FF2B5EF4-FFF2-40B4-BE49-F238E27FC236}">
                <a16:creationId xmlns:a16="http://schemas.microsoft.com/office/drawing/2014/main" id="{310F3533-70A3-049C-FD4D-BE7CFB970246}"/>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3056E265-7FEE-677A-4128-6A92340D540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40</a:t>
            </a:fld>
            <a:endParaRPr lang="en-AU"/>
          </a:p>
        </p:txBody>
      </p:sp>
      <p:sp>
        <p:nvSpPr>
          <p:cNvPr id="3" name="TextBox 2">
            <a:extLst>
              <a:ext uri="{FF2B5EF4-FFF2-40B4-BE49-F238E27FC236}">
                <a16:creationId xmlns:a16="http://schemas.microsoft.com/office/drawing/2014/main" id="{CBEE258C-CCC2-4927-85DF-9ADE0036822E}"/>
              </a:ext>
            </a:extLst>
          </p:cNvPr>
          <p:cNvSpPr txBox="1"/>
          <p:nvPr/>
        </p:nvSpPr>
        <p:spPr>
          <a:xfrm>
            <a:off x="360000" y="1449207"/>
            <a:ext cx="11395422" cy="5048793"/>
          </a:xfrm>
          <a:prstGeom prst="rect">
            <a:avLst/>
          </a:prstGeom>
          <a:noFill/>
        </p:spPr>
        <p:txBody>
          <a:bodyPr wrap="square" lIns="0" tIns="0" rIns="0" bIns="0" rtlCol="0">
            <a:noAutofit/>
          </a:bodyPr>
          <a:lstStyle/>
          <a:p>
            <a:pPr marL="742950" lvl="0" indent="-742950">
              <a:lnSpc>
                <a:spcPct val="150000"/>
              </a:lnSpc>
              <a:buFont typeface="+mj-lt"/>
              <a:buAutoNum type="arabicParenR"/>
            </a:pPr>
            <a:r>
              <a:rPr lang="en-AU" sz="4000">
                <a:latin typeface="Arial" panose="020B0604020202020204" pitchFamily="34" charset="0"/>
                <a:cs typeface="Arial" panose="020B0604020202020204" pitchFamily="34" charset="0"/>
              </a:rPr>
              <a:t>Is 37 + 75 over or under </a:t>
            </a:r>
            <a:r>
              <a:rPr lang="en-AU" sz="4000" b="1">
                <a:latin typeface="Arial" panose="020B0604020202020204" pitchFamily="34" charset="0"/>
                <a:cs typeface="Arial" panose="020B0604020202020204" pitchFamily="34" charset="0"/>
              </a:rPr>
              <a:t>100</a:t>
            </a:r>
            <a:r>
              <a:rPr lang="en-AU" sz="4000">
                <a:latin typeface="Arial" panose="020B0604020202020204" pitchFamily="34" charset="0"/>
                <a:cs typeface="Arial" panose="020B0604020202020204" pitchFamily="34" charset="0"/>
              </a:rPr>
              <a:t>?</a:t>
            </a:r>
          </a:p>
          <a:p>
            <a:pPr marL="742950" lvl="0" indent="-742950">
              <a:lnSpc>
                <a:spcPct val="150000"/>
              </a:lnSpc>
              <a:buFont typeface="+mj-lt"/>
              <a:buAutoNum type="arabicParenR"/>
            </a:pPr>
            <a:r>
              <a:rPr lang="en-AU" sz="4000">
                <a:latin typeface="Arial" panose="020B0604020202020204" pitchFamily="34" charset="0"/>
                <a:cs typeface="Arial" panose="020B0604020202020204" pitchFamily="34" charset="0"/>
              </a:rPr>
              <a:t>Is 712 − 458 over or under </a:t>
            </a:r>
            <a:r>
              <a:rPr lang="en-AU" sz="4000" b="1">
                <a:latin typeface="Arial" panose="020B0604020202020204" pitchFamily="34" charset="0"/>
                <a:cs typeface="Arial" panose="020B0604020202020204" pitchFamily="34" charset="0"/>
              </a:rPr>
              <a:t>300</a:t>
            </a:r>
            <a:r>
              <a:rPr lang="en-AU" sz="4000">
                <a:latin typeface="Arial" panose="020B0604020202020204" pitchFamily="34" charset="0"/>
                <a:cs typeface="Arial" panose="020B0604020202020204" pitchFamily="34" charset="0"/>
              </a:rPr>
              <a:t>?</a:t>
            </a:r>
          </a:p>
          <a:p>
            <a:pPr marL="742950" lvl="0" indent="-742950">
              <a:lnSpc>
                <a:spcPct val="150000"/>
              </a:lnSpc>
              <a:buFont typeface="+mj-lt"/>
              <a:buAutoNum type="arabicParenR"/>
            </a:pPr>
            <a:r>
              <a:rPr lang="en-AU" sz="4000">
                <a:latin typeface="Arial" panose="020B0604020202020204" pitchFamily="34" charset="0"/>
                <a:cs typeface="Arial" panose="020B0604020202020204" pitchFamily="34" charset="0"/>
              </a:rPr>
              <a:t>Is 579 + 1600 over or under </a:t>
            </a:r>
            <a:r>
              <a:rPr lang="en-AU" sz="4000" b="1">
                <a:latin typeface="Arial" panose="020B0604020202020204" pitchFamily="34" charset="0"/>
                <a:cs typeface="Arial" panose="020B0604020202020204" pitchFamily="34" charset="0"/>
              </a:rPr>
              <a:t>2000</a:t>
            </a:r>
            <a:r>
              <a:rPr lang="en-AU" sz="4000">
                <a:latin typeface="Arial" panose="020B0604020202020204" pitchFamily="34" charset="0"/>
                <a:cs typeface="Arial" panose="020B0604020202020204" pitchFamily="34" charset="0"/>
              </a:rPr>
              <a:t>?</a:t>
            </a:r>
          </a:p>
          <a:p>
            <a:pPr marL="742950" lvl="0" indent="-742950">
              <a:lnSpc>
                <a:spcPct val="150000"/>
              </a:lnSpc>
              <a:buFont typeface="+mj-lt"/>
              <a:buAutoNum type="arabicParenR"/>
            </a:pPr>
            <a:r>
              <a:rPr lang="en-AU" sz="4000">
                <a:latin typeface="Arial" panose="020B0604020202020204" pitchFamily="34" charset="0"/>
                <a:cs typeface="Arial" panose="020B0604020202020204" pitchFamily="34" charset="0"/>
              </a:rPr>
              <a:t>Is 45 900 − 21 999 over or under </a:t>
            </a:r>
            <a:r>
              <a:rPr lang="en-AU" sz="4000" b="1">
                <a:latin typeface="Arial" panose="020B0604020202020204" pitchFamily="34" charset="0"/>
                <a:cs typeface="Arial" panose="020B0604020202020204" pitchFamily="34" charset="0"/>
              </a:rPr>
              <a:t>20 000</a:t>
            </a:r>
            <a:r>
              <a:rPr lang="en-AU" sz="4000">
                <a:latin typeface="Arial" panose="020B0604020202020204" pitchFamily="34" charset="0"/>
                <a:cs typeface="Arial" panose="020B0604020202020204" pitchFamily="34" charset="0"/>
              </a:rPr>
              <a:t>?</a:t>
            </a:r>
          </a:p>
          <a:p>
            <a:pPr marL="742950" lvl="0" indent="-742950">
              <a:lnSpc>
                <a:spcPct val="150000"/>
              </a:lnSpc>
              <a:buFont typeface="+mj-lt"/>
              <a:buAutoNum type="arabicParenR"/>
            </a:pPr>
            <a:r>
              <a:rPr lang="en-AU" sz="4000">
                <a:latin typeface="Arial" panose="020B0604020202020204" pitchFamily="34" charset="0"/>
                <a:cs typeface="Arial" panose="020B0604020202020204" pitchFamily="34" charset="0"/>
              </a:rPr>
              <a:t>Is 987 000 − 50 000 over or under </a:t>
            </a:r>
            <a:r>
              <a:rPr lang="en-AU" sz="4000" b="1">
                <a:latin typeface="Arial" panose="020B0604020202020204" pitchFamily="34" charset="0"/>
                <a:cs typeface="Arial" panose="020B0604020202020204" pitchFamily="34" charset="0"/>
              </a:rPr>
              <a:t>950 000</a:t>
            </a:r>
            <a:r>
              <a:rPr lang="en-AU" sz="4000">
                <a:latin typeface="Arial" panose="020B0604020202020204" pitchFamily="34" charset="0"/>
                <a:cs typeface="Arial" panose="020B0604020202020204" pitchFamily="34" charset="0"/>
              </a:rPr>
              <a:t>?</a:t>
            </a:r>
          </a:p>
          <a:p>
            <a:pPr algn="l"/>
            <a:endParaRPr lang="en-AU" sz="1800"/>
          </a:p>
        </p:txBody>
      </p:sp>
    </p:spTree>
    <p:extLst>
      <p:ext uri="{BB962C8B-B14F-4D97-AF65-F5344CB8AC3E}">
        <p14:creationId xmlns:p14="http://schemas.microsoft.com/office/powerpoint/2010/main" val="1229437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47A72-3CE0-EEDF-F581-1C72D9F9D93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C9C6836-E69A-E531-CE2B-FD2948273D56}"/>
              </a:ext>
            </a:extLst>
          </p:cNvPr>
          <p:cNvSpPr>
            <a:spLocks noGrp="1"/>
          </p:cNvSpPr>
          <p:nvPr>
            <p:ph type="ctrTitle"/>
          </p:nvPr>
        </p:nvSpPr>
        <p:spPr/>
        <p:txBody>
          <a:bodyPr/>
          <a:lstStyle/>
          <a:p>
            <a:r>
              <a:rPr lang="en-AU">
                <a:latin typeface="+mj-lt"/>
              </a:rPr>
              <a:t>Review of learning 6</a:t>
            </a:r>
          </a:p>
        </p:txBody>
      </p:sp>
    </p:spTree>
    <p:extLst>
      <p:ext uri="{BB962C8B-B14F-4D97-AF65-F5344CB8AC3E}">
        <p14:creationId xmlns:p14="http://schemas.microsoft.com/office/powerpoint/2010/main" val="310334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7B432-F3DF-0955-9F52-3DACF4B5B3E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96F0155-A6F4-0D5E-C07C-33FCB952EC5D}"/>
              </a:ext>
            </a:extLst>
          </p:cNvPr>
          <p:cNvSpPr>
            <a:spLocks noGrp="1"/>
          </p:cNvSpPr>
          <p:nvPr>
            <p:ph type="title"/>
          </p:nvPr>
        </p:nvSpPr>
        <p:spPr/>
        <p:txBody>
          <a:bodyPr/>
          <a:lstStyle/>
          <a:p>
            <a:r>
              <a:rPr lang="en-US"/>
              <a:t>True or false </a:t>
            </a:r>
            <a:r>
              <a:rPr lang="en-US">
                <a:solidFill>
                  <a:schemeClr val="bg1"/>
                </a:solidFill>
              </a:rPr>
              <a:t>(3)</a:t>
            </a:r>
          </a:p>
        </p:txBody>
      </p:sp>
      <p:pic>
        <p:nvPicPr>
          <p:cNvPr id="4" name="Picture 3">
            <a:extLst>
              <a:ext uri="{FF2B5EF4-FFF2-40B4-BE49-F238E27FC236}">
                <a16:creationId xmlns:a16="http://schemas.microsoft.com/office/drawing/2014/main" id="{239F5F22-5449-95CB-BD5E-F141E81E86F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pic>
        <p:nvPicPr>
          <p:cNvPr id="7" name="Picture 6" descr="738 + 162 is about 740 + 160 = 900.">
            <a:extLst>
              <a:ext uri="{FF2B5EF4-FFF2-40B4-BE49-F238E27FC236}">
                <a16:creationId xmlns:a16="http://schemas.microsoft.com/office/drawing/2014/main" id="{A81B2634-E020-D980-8BEB-E0DF9347809B}"/>
              </a:ext>
            </a:extLst>
          </p:cNvPr>
          <p:cNvPicPr>
            <a:picLocks noChangeAspect="1"/>
          </p:cNvPicPr>
          <p:nvPr/>
        </p:nvPicPr>
        <p:blipFill>
          <a:blip r:embed="rId4"/>
          <a:stretch>
            <a:fillRect/>
          </a:stretch>
        </p:blipFill>
        <p:spPr>
          <a:xfrm>
            <a:off x="2303092" y="1343613"/>
            <a:ext cx="8268854" cy="2810267"/>
          </a:xfrm>
          <a:prstGeom prst="rect">
            <a:avLst/>
          </a:prstGeom>
          <a:ln>
            <a:noFill/>
          </a:ln>
          <a:effectLst/>
        </p:spPr>
      </p:pic>
      <p:graphicFrame>
        <p:nvGraphicFramePr>
          <p:cNvPr id="12" name="Table 11">
            <a:extLst>
              <a:ext uri="{FF2B5EF4-FFF2-40B4-BE49-F238E27FC236}">
                <a16:creationId xmlns:a16="http://schemas.microsoft.com/office/drawing/2014/main" id="{EB40C059-5597-0CF6-B41C-53C5C0669382}"/>
              </a:ext>
            </a:extLst>
          </p:cNvPr>
          <p:cNvGraphicFramePr>
            <a:graphicFrameLocks noGrp="1"/>
          </p:cNvGraphicFramePr>
          <p:nvPr>
            <p:extLst>
              <p:ext uri="{D42A27DB-BD31-4B8C-83A1-F6EECF244321}">
                <p14:modId xmlns:p14="http://schemas.microsoft.com/office/powerpoint/2010/main" val="783582973"/>
              </p:ext>
            </p:extLst>
          </p:nvPr>
        </p:nvGraphicFramePr>
        <p:xfrm>
          <a:off x="2702426" y="4911178"/>
          <a:ext cx="7077076" cy="76200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4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400" b="1" kern="1200" dirty="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6" name="Text Placeholder 5">
            <a:extLst>
              <a:ext uri="{FF2B5EF4-FFF2-40B4-BE49-F238E27FC236}">
                <a16:creationId xmlns:a16="http://schemas.microsoft.com/office/drawing/2014/main" id="{B4E45FD3-3CB9-7929-21B5-6CF9A37684C0}"/>
              </a:ext>
            </a:extLst>
          </p:cNvPr>
          <p:cNvSpPr>
            <a:spLocks noGrp="1"/>
          </p:cNvSpPr>
          <p:nvPr>
            <p:ph type="body" sz="quarter" idx="22"/>
          </p:nvPr>
        </p:nvSpPr>
        <p:spPr>
          <a:xfrm>
            <a:off x="474480" y="5452396"/>
            <a:ext cx="11243037" cy="893226"/>
          </a:xfrm>
        </p:spPr>
        <p:txBody>
          <a:bodyPr/>
          <a:lstStyle/>
          <a:p>
            <a:pPr algn="ctr"/>
            <a:r>
              <a:rPr lang="en-AU" sz="4400" b="1"/>
              <a:t>Communicate</a:t>
            </a:r>
            <a:r>
              <a:rPr lang="en-AU" sz="4400"/>
              <a:t> your </a:t>
            </a:r>
            <a:r>
              <a:rPr lang="en-AU" sz="4400" b="1"/>
              <a:t>reasoning</a:t>
            </a:r>
            <a:r>
              <a:rPr lang="en-AU" sz="4400"/>
              <a:t>.</a:t>
            </a:r>
          </a:p>
        </p:txBody>
      </p:sp>
      <p:sp>
        <p:nvSpPr>
          <p:cNvPr id="2" name="Slide Number Placeholder 1">
            <a:extLst>
              <a:ext uri="{FF2B5EF4-FFF2-40B4-BE49-F238E27FC236}">
                <a16:creationId xmlns:a16="http://schemas.microsoft.com/office/drawing/2014/main" id="{DD7F305F-4DA6-37EC-D1B7-85EBA54909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42</a:t>
            </a:fld>
            <a:endParaRPr lang="en-AU"/>
          </a:p>
        </p:txBody>
      </p:sp>
    </p:spTree>
    <p:extLst>
      <p:ext uri="{BB962C8B-B14F-4D97-AF65-F5344CB8AC3E}">
        <p14:creationId xmlns:p14="http://schemas.microsoft.com/office/powerpoint/2010/main" val="3859804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0F156-ACD3-31BC-F90B-1BA3C4271C8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1D002B7-D42B-5011-390B-E05924737939}"/>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(21)</a:t>
            </a:r>
          </a:p>
        </p:txBody>
      </p:sp>
      <p:pic>
        <p:nvPicPr>
          <p:cNvPr id="3" name="Picture 2">
            <a:extLst>
              <a:ext uri="{FF2B5EF4-FFF2-40B4-BE49-F238E27FC236}">
                <a16:creationId xmlns:a16="http://schemas.microsoft.com/office/drawing/2014/main" id="{4BDD99B8-CF6E-F7A3-575D-5F08BFBF6D73}"/>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3774D30A-7C15-0716-6DAA-9E6792268440}"/>
              </a:ext>
            </a:extLst>
          </p:cNvPr>
          <p:cNvSpPr txBox="1"/>
          <p:nvPr/>
        </p:nvSpPr>
        <p:spPr>
          <a:xfrm>
            <a:off x="360000" y="1059678"/>
            <a:ext cx="5520583" cy="5324029"/>
          </a:xfrm>
          <a:prstGeom prst="rect">
            <a:avLst/>
          </a:prstGeom>
          <a:noFill/>
        </p:spPr>
        <p:txBody>
          <a:bodyPr wrap="square" lIns="0" tIns="0" rIns="0" bIns="0" rtlCol="0">
            <a:noAutofit/>
          </a:bodyPr>
          <a:lstStyle/>
          <a:p>
            <a:pPr>
              <a:lnSpc>
                <a:spcPct val="150000"/>
              </a:lnSpc>
            </a:pPr>
            <a:r>
              <a:rPr lang="en-AU" sz="3000"/>
              <a:t>Both these rectangles have a </a:t>
            </a:r>
            <a:r>
              <a:rPr lang="en-AU" sz="3000" b="1"/>
              <a:t>perimeter</a:t>
            </a:r>
            <a:r>
              <a:rPr lang="en-AU" sz="3000"/>
              <a:t> of </a:t>
            </a:r>
            <a:r>
              <a:rPr lang="en-AU" sz="3000">
                <a:solidFill>
                  <a:schemeClr val="accent2"/>
                </a:solidFill>
              </a:rPr>
              <a:t>36 m</a:t>
            </a:r>
            <a:r>
              <a:rPr lang="en-AU" sz="3000"/>
              <a:t>.</a:t>
            </a:r>
          </a:p>
          <a:p>
            <a:pPr marL="514350" indent="-514350">
              <a:lnSpc>
                <a:spcPct val="150000"/>
              </a:lnSpc>
              <a:buFont typeface="Arial" panose="020B0604020202020204" pitchFamily="34" charset="0"/>
              <a:buChar char="•"/>
            </a:pPr>
            <a:r>
              <a:rPr lang="en-AU" sz="3000"/>
              <a:t>Calculate the </a:t>
            </a:r>
            <a:r>
              <a:rPr lang="en-AU" sz="3000" b="1"/>
              <a:t>area</a:t>
            </a:r>
            <a:r>
              <a:rPr lang="en-AU" sz="3000"/>
              <a:t> of each rectangle.</a:t>
            </a:r>
          </a:p>
          <a:p>
            <a:pPr marL="514350" indent="-514350">
              <a:lnSpc>
                <a:spcPct val="150000"/>
              </a:lnSpc>
              <a:buFont typeface="Arial" panose="020B0604020202020204" pitchFamily="34" charset="0"/>
              <a:buChar char="•"/>
            </a:pPr>
            <a:r>
              <a:rPr lang="en-AU" sz="3000" b="1"/>
              <a:t>Explain</a:t>
            </a:r>
            <a:r>
              <a:rPr lang="en-AU" sz="3000"/>
              <a:t> why both rectangles can have the </a:t>
            </a:r>
            <a:r>
              <a:rPr lang="en-AU" sz="3000" b="1"/>
              <a:t>same perimeter </a:t>
            </a:r>
            <a:r>
              <a:rPr lang="en-AU" sz="3000"/>
              <a:t>but </a:t>
            </a:r>
            <a:r>
              <a:rPr lang="en-AU" sz="3000" b="1"/>
              <a:t>different areas</a:t>
            </a:r>
            <a:r>
              <a:rPr lang="en-AU" sz="3000"/>
              <a:t>.</a:t>
            </a:r>
          </a:p>
        </p:txBody>
      </p:sp>
      <p:pic>
        <p:nvPicPr>
          <p:cNvPr id="5" name="Picture 4" descr="2 rectangles. Rectangle 1 has side lengths marked of: 14 m and 4 m. Rectangle 2 has side lengths marked of: 6 m and 12 m.">
            <a:extLst>
              <a:ext uri="{FF2B5EF4-FFF2-40B4-BE49-F238E27FC236}">
                <a16:creationId xmlns:a16="http://schemas.microsoft.com/office/drawing/2014/main" id="{7FBBA06A-FB3C-AA58-6FD9-223CE07AB629}"/>
              </a:ext>
            </a:extLst>
          </p:cNvPr>
          <p:cNvPicPr>
            <a:picLocks noChangeAspect="1"/>
          </p:cNvPicPr>
          <p:nvPr/>
        </p:nvPicPr>
        <p:blipFill>
          <a:blip r:embed="rId4"/>
          <a:stretch>
            <a:fillRect/>
          </a:stretch>
        </p:blipFill>
        <p:spPr>
          <a:xfrm>
            <a:off x="6350952" y="905601"/>
            <a:ext cx="4527920" cy="5482127"/>
          </a:xfrm>
          <a:prstGeom prst="rect">
            <a:avLst/>
          </a:prstGeom>
          <a:ln>
            <a:noFill/>
          </a:ln>
          <a:effectLst>
            <a:outerShdw blurRad="292100" dist="139700" dir="2700000" algn="tl" rotWithShape="0">
              <a:srgbClr val="333333">
                <a:alpha val="65000"/>
              </a:srgbClr>
            </a:outerShdw>
          </a:effectLst>
        </p:spPr>
      </p:pic>
      <p:sp>
        <p:nvSpPr>
          <p:cNvPr id="2" name="Slide Number Placeholder 1">
            <a:extLst>
              <a:ext uri="{FF2B5EF4-FFF2-40B4-BE49-F238E27FC236}">
                <a16:creationId xmlns:a16="http://schemas.microsoft.com/office/drawing/2014/main" id="{F0139FD8-B5E6-E3E1-790F-C625C4C68B4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43</a:t>
            </a:fld>
            <a:endParaRPr lang="en-AU"/>
          </a:p>
        </p:txBody>
      </p:sp>
    </p:spTree>
    <p:extLst>
      <p:ext uri="{BB962C8B-B14F-4D97-AF65-F5344CB8AC3E}">
        <p14:creationId xmlns:p14="http://schemas.microsoft.com/office/powerpoint/2010/main" val="3348219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669D0-0B65-247C-6D36-C3D9EA86849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D5EB2CF-5D89-9797-8321-44F22ADC9817}"/>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(22)</a:t>
            </a:r>
          </a:p>
        </p:txBody>
      </p:sp>
      <p:pic>
        <p:nvPicPr>
          <p:cNvPr id="3" name="Picture 2">
            <a:extLst>
              <a:ext uri="{FF2B5EF4-FFF2-40B4-BE49-F238E27FC236}">
                <a16:creationId xmlns:a16="http://schemas.microsoft.com/office/drawing/2014/main" id="{4B3A2BE0-B930-2216-835B-AE9E6856E5F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ADF5E507-4844-2DC2-9016-565C879B081C}"/>
              </a:ext>
            </a:extLst>
          </p:cNvPr>
          <p:cNvSpPr txBox="1"/>
          <p:nvPr/>
        </p:nvSpPr>
        <p:spPr>
          <a:xfrm>
            <a:off x="430305" y="1381103"/>
            <a:ext cx="5739973" cy="4986056"/>
          </a:xfrm>
          <a:prstGeom prst="rect">
            <a:avLst/>
          </a:prstGeom>
          <a:noFill/>
        </p:spPr>
        <p:txBody>
          <a:bodyPr wrap="square" lIns="0" tIns="0" rIns="0" bIns="0" rtlCol="0">
            <a:noAutofit/>
          </a:bodyPr>
          <a:lstStyle/>
          <a:p>
            <a:pPr algn="ctr">
              <a:lnSpc>
                <a:spcPct val="150000"/>
              </a:lnSpc>
            </a:pPr>
            <a:r>
              <a:rPr lang="en-AU" sz="4400" b="1"/>
              <a:t>Identify </a:t>
            </a:r>
            <a:r>
              <a:rPr lang="en-AU" sz="4400"/>
              <a:t>the</a:t>
            </a:r>
            <a:r>
              <a:rPr lang="en-AU" sz="4400" b="1"/>
              <a:t> errors </a:t>
            </a:r>
            <a:r>
              <a:rPr lang="en-AU" sz="4400"/>
              <a:t>in this </a:t>
            </a:r>
            <a:r>
              <a:rPr lang="en-AU" sz="4400" b="1"/>
              <a:t>formal algorithm </a:t>
            </a:r>
            <a:r>
              <a:rPr lang="en-AU" sz="4400"/>
              <a:t>and </a:t>
            </a:r>
            <a:r>
              <a:rPr lang="en-AU" sz="4400" b="1"/>
              <a:t>correct them </a:t>
            </a:r>
            <a:r>
              <a:rPr lang="en-AU" sz="4400"/>
              <a:t>to solve </a:t>
            </a:r>
            <a:r>
              <a:rPr lang="en-AU" sz="4400">
                <a:solidFill>
                  <a:schemeClr val="accent2"/>
                </a:solidFill>
              </a:rPr>
              <a:t>712 × 6</a:t>
            </a:r>
            <a:r>
              <a:rPr lang="en-AU" sz="4400"/>
              <a:t>.</a:t>
            </a:r>
          </a:p>
        </p:txBody>
      </p:sp>
      <p:pic>
        <p:nvPicPr>
          <p:cNvPr id="5" name="Picture 4" descr="An incorrect formal algorithm: 712 x 6 = 12 + 7 + 4300 = 4319.">
            <a:extLst>
              <a:ext uri="{FF2B5EF4-FFF2-40B4-BE49-F238E27FC236}">
                <a16:creationId xmlns:a16="http://schemas.microsoft.com/office/drawing/2014/main" id="{6CC02485-6EEF-8EB6-F018-68C58D3A9D36}"/>
              </a:ext>
            </a:extLst>
          </p:cNvPr>
          <p:cNvPicPr>
            <a:picLocks noChangeAspect="1"/>
          </p:cNvPicPr>
          <p:nvPr/>
        </p:nvPicPr>
        <p:blipFill>
          <a:blip r:embed="rId4"/>
          <a:stretch>
            <a:fillRect/>
          </a:stretch>
        </p:blipFill>
        <p:spPr>
          <a:xfrm>
            <a:off x="6908867" y="1181772"/>
            <a:ext cx="4315693" cy="5384718"/>
          </a:xfrm>
          <a:prstGeom prst="rect">
            <a:avLst/>
          </a:prstGeom>
          <a:ln>
            <a:noFill/>
          </a:ln>
          <a:effectLst/>
        </p:spPr>
      </p:pic>
      <p:sp>
        <p:nvSpPr>
          <p:cNvPr id="2" name="Slide Number Placeholder 1">
            <a:extLst>
              <a:ext uri="{FF2B5EF4-FFF2-40B4-BE49-F238E27FC236}">
                <a16:creationId xmlns:a16="http://schemas.microsoft.com/office/drawing/2014/main" id="{0EF31EE8-79A7-0DBA-B9DB-8A157B4E86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44</a:t>
            </a:fld>
            <a:endParaRPr lang="en-AU"/>
          </a:p>
        </p:txBody>
      </p:sp>
    </p:spTree>
    <p:extLst>
      <p:ext uri="{BB962C8B-B14F-4D97-AF65-F5344CB8AC3E}">
        <p14:creationId xmlns:p14="http://schemas.microsoft.com/office/powerpoint/2010/main" val="2926051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8976A-D32B-E916-870D-31227D48EB2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14A0A-A3B4-3657-0EBE-0BA190D2826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(23)</a:t>
            </a:r>
          </a:p>
        </p:txBody>
      </p:sp>
      <p:pic>
        <p:nvPicPr>
          <p:cNvPr id="3" name="Picture 2">
            <a:extLst>
              <a:ext uri="{FF2B5EF4-FFF2-40B4-BE49-F238E27FC236}">
                <a16:creationId xmlns:a16="http://schemas.microsoft.com/office/drawing/2014/main" id="{414B841E-8840-471A-4D5D-BE5947D1F0D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DEFDA2BA-DDFE-C0FF-9B87-8C3203C41005}"/>
              </a:ext>
            </a:extLst>
          </p:cNvPr>
          <p:cNvSpPr txBox="1"/>
          <p:nvPr/>
        </p:nvSpPr>
        <p:spPr>
          <a:xfrm>
            <a:off x="360000" y="1335153"/>
            <a:ext cx="6004292" cy="4326890"/>
          </a:xfrm>
          <a:prstGeom prst="rect">
            <a:avLst/>
          </a:prstGeom>
          <a:noFill/>
        </p:spPr>
        <p:txBody>
          <a:bodyPr wrap="square" lIns="0" tIns="0" rIns="0" bIns="0" rtlCol="0">
            <a:noAutofit/>
          </a:bodyPr>
          <a:lstStyle/>
          <a:p>
            <a:pPr>
              <a:lnSpc>
                <a:spcPct val="150000"/>
              </a:lnSpc>
              <a:spcBef>
                <a:spcPts val="600"/>
              </a:spcBef>
              <a:spcAft>
                <a:spcPts val="600"/>
              </a:spcAft>
            </a:pPr>
            <a:r>
              <a:rPr lang="en-AU" sz="3600"/>
              <a:t>Write these times using </a:t>
            </a:r>
            <a:r>
              <a:rPr lang="en-AU" sz="3600" b="1"/>
              <a:t>24-hour notation</a:t>
            </a:r>
            <a:r>
              <a:rPr lang="en-AU" sz="3600"/>
              <a:t>:</a:t>
            </a:r>
          </a:p>
          <a:p>
            <a:pPr marL="514350" indent="-514350">
              <a:lnSpc>
                <a:spcPct val="150000"/>
              </a:lnSpc>
              <a:spcBef>
                <a:spcPts val="600"/>
              </a:spcBef>
              <a:spcAft>
                <a:spcPts val="600"/>
              </a:spcAft>
              <a:buFont typeface="+mj-lt"/>
              <a:buAutoNum type="alphaLcParenR"/>
            </a:pPr>
            <a:r>
              <a:rPr lang="en-AU" sz="3600"/>
              <a:t>11:09 pm</a:t>
            </a:r>
          </a:p>
          <a:p>
            <a:pPr marL="514350" indent="-514350">
              <a:lnSpc>
                <a:spcPct val="150000"/>
              </a:lnSpc>
              <a:spcBef>
                <a:spcPts val="600"/>
              </a:spcBef>
              <a:spcAft>
                <a:spcPts val="600"/>
              </a:spcAft>
              <a:buFont typeface="+mj-lt"/>
              <a:buAutoNum type="alphaLcParenR"/>
            </a:pPr>
            <a:r>
              <a:rPr lang="en-AU" sz="3600"/>
              <a:t>1:52 pm</a:t>
            </a:r>
          </a:p>
          <a:p>
            <a:pPr marL="514350" indent="-514350">
              <a:lnSpc>
                <a:spcPct val="150000"/>
              </a:lnSpc>
              <a:spcBef>
                <a:spcPts val="600"/>
              </a:spcBef>
              <a:spcAft>
                <a:spcPts val="600"/>
              </a:spcAft>
              <a:buFont typeface="+mj-lt"/>
              <a:buAutoNum type="alphaLcParenR"/>
            </a:pPr>
            <a:r>
              <a:rPr lang="en-AU" sz="3600"/>
              <a:t>1:26 am</a:t>
            </a:r>
          </a:p>
          <a:p>
            <a:pPr algn="l">
              <a:spcBef>
                <a:spcPts val="600"/>
              </a:spcBef>
              <a:spcAft>
                <a:spcPts val="600"/>
              </a:spcAft>
            </a:pPr>
            <a:r>
              <a:rPr lang="en-AU" sz="1800"/>
              <a:t> </a:t>
            </a:r>
          </a:p>
        </p:txBody>
      </p:sp>
      <p:pic>
        <p:nvPicPr>
          <p:cNvPr id="4" name="Picture 3" descr="Graph showing the connection between 12-hour and 24-hour time">
            <a:extLst>
              <a:ext uri="{FF2B5EF4-FFF2-40B4-BE49-F238E27FC236}">
                <a16:creationId xmlns:a16="http://schemas.microsoft.com/office/drawing/2014/main" id="{62885EAD-1C4D-917A-9E3B-B528B943C4B8}"/>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667500" y="1632675"/>
            <a:ext cx="5278476" cy="3731846"/>
          </a:xfrm>
          <a:prstGeom prst="rect">
            <a:avLst/>
          </a:prstGeom>
          <a:ln>
            <a:noFill/>
          </a:ln>
          <a:effectLst>
            <a:outerShdw blurRad="292100" dist="139700" dir="2700000" algn="tl" rotWithShape="0">
              <a:srgbClr val="333333">
                <a:alpha val="65000"/>
              </a:srgbClr>
            </a:outerShdw>
          </a:effectLst>
        </p:spPr>
      </p:pic>
      <p:sp>
        <p:nvSpPr>
          <p:cNvPr id="2" name="Slide Number Placeholder 1">
            <a:extLst>
              <a:ext uri="{FF2B5EF4-FFF2-40B4-BE49-F238E27FC236}">
                <a16:creationId xmlns:a16="http://schemas.microsoft.com/office/drawing/2014/main" id="{64360D9A-5A72-254F-3BE7-8A0F2BAE4D9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45</a:t>
            </a:fld>
            <a:endParaRPr lang="en-AU"/>
          </a:p>
        </p:txBody>
      </p:sp>
    </p:spTree>
    <p:extLst>
      <p:ext uri="{BB962C8B-B14F-4D97-AF65-F5344CB8AC3E}">
        <p14:creationId xmlns:p14="http://schemas.microsoft.com/office/powerpoint/2010/main" val="888287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62A58-43E6-D46E-B85F-792D2368237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D1F7A2B-D3A6-7777-75B4-1AEC24DBAE2C}"/>
              </a:ext>
            </a:extLst>
          </p:cNvPr>
          <p:cNvSpPr>
            <a:spLocks noGrp="1"/>
          </p:cNvSpPr>
          <p:nvPr>
            <p:ph type="title"/>
          </p:nvPr>
        </p:nvSpPr>
        <p:spPr>
          <a:xfrm>
            <a:off x="348000" y="277509"/>
            <a:ext cx="10367268" cy="545601"/>
          </a:xfrm>
        </p:spPr>
        <p:txBody>
          <a:bodyPr/>
          <a:lstStyle/>
          <a:p>
            <a:r>
              <a:rPr lang="en-AU"/>
              <a:t>Short response </a:t>
            </a:r>
            <a:r>
              <a:rPr lang="en-AU">
                <a:solidFill>
                  <a:schemeClr val="bg1"/>
                </a:solidFill>
              </a:rPr>
              <a:t>(24)</a:t>
            </a:r>
          </a:p>
        </p:txBody>
      </p:sp>
      <p:pic>
        <p:nvPicPr>
          <p:cNvPr id="3" name="Picture 2">
            <a:extLst>
              <a:ext uri="{FF2B5EF4-FFF2-40B4-BE49-F238E27FC236}">
                <a16:creationId xmlns:a16="http://schemas.microsoft.com/office/drawing/2014/main" id="{7F0D925D-1709-7016-D09D-4DDBD08A31D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D7F4C659-30A4-C93F-E949-C136E428C189}"/>
              </a:ext>
            </a:extLst>
          </p:cNvPr>
          <p:cNvSpPr txBox="1"/>
          <p:nvPr/>
        </p:nvSpPr>
        <p:spPr>
          <a:xfrm>
            <a:off x="348000" y="1121526"/>
            <a:ext cx="4521716" cy="4810205"/>
          </a:xfrm>
          <a:prstGeom prst="rect">
            <a:avLst/>
          </a:prstGeom>
          <a:noFill/>
        </p:spPr>
        <p:txBody>
          <a:bodyPr wrap="square" lIns="0" tIns="0" rIns="0" bIns="0" rtlCol="0">
            <a:noAutofit/>
          </a:bodyPr>
          <a:lstStyle/>
          <a:p>
            <a:pPr algn="ctr">
              <a:lnSpc>
                <a:spcPct val="150000"/>
              </a:lnSpc>
            </a:pPr>
            <a:r>
              <a:rPr lang="en-AU" sz="3200"/>
              <a:t>Determine the </a:t>
            </a:r>
            <a:r>
              <a:rPr lang="en-AU" sz="3200" b="1"/>
              <a:t>perimeter</a:t>
            </a:r>
            <a:r>
              <a:rPr lang="en-AU" sz="3200"/>
              <a:t> of the </a:t>
            </a:r>
            <a:r>
              <a:rPr lang="en-AU" sz="3200" b="1"/>
              <a:t>rectangle</a:t>
            </a:r>
            <a:r>
              <a:rPr lang="en-AU" sz="3200"/>
              <a:t>.</a:t>
            </a:r>
            <a:endParaRPr lang="en-AU" sz="3200" b="1"/>
          </a:p>
          <a:p>
            <a:pPr algn="ctr">
              <a:lnSpc>
                <a:spcPct val="150000"/>
              </a:lnSpc>
            </a:pPr>
            <a:r>
              <a:rPr lang="en-AU" sz="3200" b="1"/>
              <a:t>Remember </a:t>
            </a:r>
            <a:r>
              <a:rPr lang="en-AU" sz="3200"/>
              <a:t>to </a:t>
            </a:r>
            <a:r>
              <a:rPr lang="en-AU" sz="3200" b="1"/>
              <a:t>convert</a:t>
            </a:r>
            <a:r>
              <a:rPr lang="en-AU" sz="3200"/>
              <a:t> the side lengths to the </a:t>
            </a:r>
            <a:r>
              <a:rPr lang="en-AU" sz="3200" b="1"/>
              <a:t>same unit of measurement </a:t>
            </a:r>
            <a:r>
              <a:rPr lang="en-AU" sz="3200"/>
              <a:t>before calculating.</a:t>
            </a:r>
          </a:p>
        </p:txBody>
      </p:sp>
      <p:sp>
        <p:nvSpPr>
          <p:cNvPr id="2" name="Slide Number Placeholder 1">
            <a:extLst>
              <a:ext uri="{FF2B5EF4-FFF2-40B4-BE49-F238E27FC236}">
                <a16:creationId xmlns:a16="http://schemas.microsoft.com/office/drawing/2014/main" id="{B285D5E3-4DE4-798B-E708-0A6F392F07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46</a:t>
            </a:fld>
            <a:endParaRPr lang="en-AU"/>
          </a:p>
        </p:txBody>
      </p:sp>
      <p:pic>
        <p:nvPicPr>
          <p:cNvPr id="8" name="Picture 7" descr="A rectangle with side lengths marked: 5600 m and 3 km 300 m.">
            <a:extLst>
              <a:ext uri="{FF2B5EF4-FFF2-40B4-BE49-F238E27FC236}">
                <a16:creationId xmlns:a16="http://schemas.microsoft.com/office/drawing/2014/main" id="{C38518F9-A374-2340-59A1-FF8C5F6D5A15}"/>
              </a:ext>
            </a:extLst>
          </p:cNvPr>
          <p:cNvPicPr>
            <a:picLocks noChangeAspect="1"/>
          </p:cNvPicPr>
          <p:nvPr/>
        </p:nvPicPr>
        <p:blipFill>
          <a:blip r:embed="rId4"/>
          <a:stretch>
            <a:fillRect/>
          </a:stretch>
        </p:blipFill>
        <p:spPr>
          <a:xfrm>
            <a:off x="5085086" y="1795393"/>
            <a:ext cx="6860890" cy="366411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173481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916E8-10AB-1681-C643-3B5D7EBF5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5556EA1-7C0C-9CC3-9B78-9D878371AFC2}"/>
              </a:ext>
            </a:extLst>
          </p:cNvPr>
          <p:cNvSpPr>
            <a:spLocks noGrp="1"/>
          </p:cNvSpPr>
          <p:nvPr>
            <p:ph type="title"/>
          </p:nvPr>
        </p:nvSpPr>
        <p:spPr>
          <a:xfrm>
            <a:off x="360000" y="360000"/>
            <a:ext cx="10367268" cy="545601"/>
          </a:xfrm>
        </p:spPr>
        <p:txBody>
          <a:bodyPr/>
          <a:lstStyle/>
          <a:p>
            <a:r>
              <a:rPr lang="en-AU"/>
              <a:t>Activity 6 – using place value understanding</a:t>
            </a:r>
          </a:p>
        </p:txBody>
      </p:sp>
      <p:pic>
        <p:nvPicPr>
          <p:cNvPr id="4" name="Picture 3">
            <a:extLst>
              <a:ext uri="{FF2B5EF4-FFF2-40B4-BE49-F238E27FC236}">
                <a16:creationId xmlns:a16="http://schemas.microsoft.com/office/drawing/2014/main" id="{98F6F9F3-5640-0D69-7B77-0C79E603F67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E7F63B6C-A8E8-F8A3-E306-F4D41772B63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47</a:t>
            </a:fld>
            <a:endParaRPr lang="en-AU"/>
          </a:p>
        </p:txBody>
      </p:sp>
      <p:sp>
        <p:nvSpPr>
          <p:cNvPr id="5" name="TextBox 4">
            <a:extLst>
              <a:ext uri="{FF2B5EF4-FFF2-40B4-BE49-F238E27FC236}">
                <a16:creationId xmlns:a16="http://schemas.microsoft.com/office/drawing/2014/main" id="{F83A3371-B7B3-2F5F-209F-E6E89571C995}"/>
              </a:ext>
            </a:extLst>
          </p:cNvPr>
          <p:cNvSpPr txBox="1"/>
          <p:nvPr/>
        </p:nvSpPr>
        <p:spPr>
          <a:xfrm>
            <a:off x="3047360" y="1524969"/>
            <a:ext cx="6097280" cy="769441"/>
          </a:xfrm>
          <a:prstGeom prst="rect">
            <a:avLst/>
          </a:prstGeom>
          <a:noFill/>
        </p:spPr>
        <p:txBody>
          <a:bodyPr wrap="square">
            <a:spAutoFit/>
          </a:bodyPr>
          <a:lstStyle/>
          <a:p>
            <a:pPr algn="ctr"/>
            <a:r>
              <a:rPr lang="en-AU" sz="4400" kern="1200">
                <a:effectLst/>
                <a:latin typeface="Arial" panose="020B0604020202020204" pitchFamily="34" charset="0"/>
                <a:ea typeface="+mn-ea"/>
                <a:cs typeface="Arial" panose="020B0604020202020204" pitchFamily="34" charset="0"/>
              </a:rPr>
              <a:t>569 + 429</a:t>
            </a:r>
            <a:endParaRPr lang="en-AU" sz="4400"/>
          </a:p>
        </p:txBody>
      </p:sp>
      <p:sp>
        <p:nvSpPr>
          <p:cNvPr id="7" name="Freeform 2" descr="10-sided die.">
            <a:extLst>
              <a:ext uri="{FF2B5EF4-FFF2-40B4-BE49-F238E27FC236}">
                <a16:creationId xmlns:a16="http://schemas.microsoft.com/office/drawing/2014/main" id="{FC88DBBD-1D52-7ACE-80A5-DAB708A844EA}"/>
              </a:ext>
            </a:extLst>
          </p:cNvPr>
          <p:cNvSpPr/>
          <p:nvPr/>
        </p:nvSpPr>
        <p:spPr>
          <a:xfrm rot="-578989">
            <a:off x="9481297" y="4451185"/>
            <a:ext cx="1248839" cy="1196037"/>
          </a:xfrm>
          <a:custGeom>
            <a:avLst/>
            <a:gdLst/>
            <a:ahLst/>
            <a:cxnLst/>
            <a:rect l="l" t="t" r="r" b="b"/>
            <a:pathLst>
              <a:path w="508221" h="480500">
                <a:moveTo>
                  <a:pt x="0" y="0"/>
                </a:moveTo>
                <a:lnTo>
                  <a:pt x="508221" y="0"/>
                </a:lnTo>
                <a:lnTo>
                  <a:pt x="508221" y="480500"/>
                </a:lnTo>
                <a:lnTo>
                  <a:pt x="0" y="48050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AU"/>
          </a:p>
        </p:txBody>
      </p:sp>
    </p:spTree>
    <p:extLst>
      <p:ext uri="{BB962C8B-B14F-4D97-AF65-F5344CB8AC3E}">
        <p14:creationId xmlns:p14="http://schemas.microsoft.com/office/powerpoint/2010/main" val="3712722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386C0-33B0-D3E7-0595-8DD2D365CFB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FBD97D9-4FF5-59A1-EA03-387CC607D598}"/>
              </a:ext>
            </a:extLst>
          </p:cNvPr>
          <p:cNvSpPr>
            <a:spLocks noGrp="1"/>
          </p:cNvSpPr>
          <p:nvPr>
            <p:ph type="ctrTitle"/>
          </p:nvPr>
        </p:nvSpPr>
        <p:spPr/>
        <p:txBody>
          <a:bodyPr/>
          <a:lstStyle/>
          <a:p>
            <a:r>
              <a:rPr lang="en-AU">
                <a:latin typeface="+mj-lt"/>
              </a:rPr>
              <a:t>Review of learning 7</a:t>
            </a:r>
          </a:p>
        </p:txBody>
      </p:sp>
    </p:spTree>
    <p:extLst>
      <p:ext uri="{BB962C8B-B14F-4D97-AF65-F5344CB8AC3E}">
        <p14:creationId xmlns:p14="http://schemas.microsoft.com/office/powerpoint/2010/main" val="1216313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53E33-C376-9316-D79E-F1839BE9BE3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C9814B5-8402-1903-5B0E-89F1CBCBF51B}"/>
              </a:ext>
            </a:extLst>
          </p:cNvPr>
          <p:cNvSpPr>
            <a:spLocks noGrp="1"/>
          </p:cNvSpPr>
          <p:nvPr>
            <p:ph type="title"/>
          </p:nvPr>
        </p:nvSpPr>
        <p:spPr>
          <a:xfrm>
            <a:off x="360000" y="360000"/>
            <a:ext cx="10397115" cy="545601"/>
          </a:xfrm>
        </p:spPr>
        <p:txBody>
          <a:bodyPr/>
          <a:lstStyle/>
          <a:p>
            <a:r>
              <a:rPr lang="en-US"/>
              <a:t>Multiple choice </a:t>
            </a:r>
            <a:r>
              <a:rPr lang="en-US">
                <a:solidFill>
                  <a:schemeClr val="bg1"/>
                </a:solidFill>
              </a:rPr>
              <a:t>(4)</a:t>
            </a:r>
          </a:p>
        </p:txBody>
      </p:sp>
      <p:sp>
        <p:nvSpPr>
          <p:cNvPr id="18" name="Text Placeholder 17">
            <a:extLst>
              <a:ext uri="{FF2B5EF4-FFF2-40B4-BE49-F238E27FC236}">
                <a16:creationId xmlns:a16="http://schemas.microsoft.com/office/drawing/2014/main" id="{9E5118E7-BD4E-1C6F-9677-4C0228A02948}"/>
              </a:ext>
            </a:extLst>
          </p:cNvPr>
          <p:cNvSpPr>
            <a:spLocks noGrp="1"/>
          </p:cNvSpPr>
          <p:nvPr>
            <p:ph type="body" sz="quarter" idx="24"/>
          </p:nvPr>
        </p:nvSpPr>
        <p:spPr>
          <a:xfrm>
            <a:off x="474481" y="1185078"/>
            <a:ext cx="11243037" cy="893226"/>
          </a:xfrm>
        </p:spPr>
        <p:txBody>
          <a:bodyPr/>
          <a:lstStyle/>
          <a:p>
            <a:pPr algn="ctr"/>
            <a:r>
              <a:rPr lang="en-US" sz="4400"/>
              <a:t>What is the </a:t>
            </a:r>
            <a:r>
              <a:rPr lang="en-US" sz="4400" b="1"/>
              <a:t>most reasonable estimate </a:t>
            </a:r>
            <a:r>
              <a:rPr lang="en-US" sz="4400"/>
              <a:t>for the sum of:</a:t>
            </a:r>
          </a:p>
          <a:p>
            <a:pPr algn="ctr"/>
            <a:r>
              <a:rPr lang="en-US" sz="5400"/>
              <a:t>1204 + 1204 + 1204</a:t>
            </a:r>
          </a:p>
        </p:txBody>
      </p:sp>
      <p:sp>
        <p:nvSpPr>
          <p:cNvPr id="9" name="TextBox 8">
            <a:extLst>
              <a:ext uri="{FF2B5EF4-FFF2-40B4-BE49-F238E27FC236}">
                <a16:creationId xmlns:a16="http://schemas.microsoft.com/office/drawing/2014/main" id="{8B9CE09D-4912-352C-EDD3-2F5B22293E2B}"/>
              </a:ext>
            </a:extLst>
          </p:cNvPr>
          <p:cNvSpPr txBox="1"/>
          <p:nvPr/>
        </p:nvSpPr>
        <p:spPr>
          <a:xfrm>
            <a:off x="1155945" y="506491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5" name="TextBox 4">
            <a:extLst>
              <a:ext uri="{FF2B5EF4-FFF2-40B4-BE49-F238E27FC236}">
                <a16:creationId xmlns:a16="http://schemas.microsoft.com/office/drawing/2014/main" id="{0507AACD-7634-A2E7-1B91-7960204CAF05}"/>
              </a:ext>
            </a:extLst>
          </p:cNvPr>
          <p:cNvSpPr txBox="1"/>
          <p:nvPr/>
        </p:nvSpPr>
        <p:spPr>
          <a:xfrm>
            <a:off x="606750" y="5985594"/>
            <a:ext cx="1546789" cy="1222048"/>
          </a:xfrm>
          <a:prstGeom prst="rect">
            <a:avLst/>
          </a:prstGeom>
          <a:noFill/>
        </p:spPr>
        <p:txBody>
          <a:bodyPr wrap="square" lIns="0" tIns="0" rIns="0" bIns="0" rtlCol="0">
            <a:noAutofit/>
          </a:bodyPr>
          <a:lstStyle/>
          <a:p>
            <a:pPr algn="ctr"/>
            <a:r>
              <a:rPr lang="en-AU" sz="3600"/>
              <a:t>2800</a:t>
            </a:r>
          </a:p>
        </p:txBody>
      </p:sp>
      <p:sp>
        <p:nvSpPr>
          <p:cNvPr id="10" name="TextBox 9">
            <a:extLst>
              <a:ext uri="{FF2B5EF4-FFF2-40B4-BE49-F238E27FC236}">
                <a16:creationId xmlns:a16="http://schemas.microsoft.com/office/drawing/2014/main" id="{6720C9BD-206D-1246-CC58-B94DA2A9FDA7}"/>
              </a:ext>
            </a:extLst>
          </p:cNvPr>
          <p:cNvSpPr txBox="1"/>
          <p:nvPr/>
        </p:nvSpPr>
        <p:spPr>
          <a:xfrm>
            <a:off x="4159918" y="506491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6" name="TextBox 5">
            <a:extLst>
              <a:ext uri="{FF2B5EF4-FFF2-40B4-BE49-F238E27FC236}">
                <a16:creationId xmlns:a16="http://schemas.microsoft.com/office/drawing/2014/main" id="{D9E4D9E5-76E5-C107-58E8-B5AE59622716}"/>
              </a:ext>
            </a:extLst>
          </p:cNvPr>
          <p:cNvSpPr txBox="1"/>
          <p:nvPr/>
        </p:nvSpPr>
        <p:spPr>
          <a:xfrm>
            <a:off x="3553625" y="5985594"/>
            <a:ext cx="1546789" cy="1222048"/>
          </a:xfrm>
          <a:prstGeom prst="rect">
            <a:avLst/>
          </a:prstGeom>
          <a:noFill/>
        </p:spPr>
        <p:txBody>
          <a:bodyPr wrap="square" lIns="0" tIns="0" rIns="0" bIns="0" rtlCol="0">
            <a:noAutofit/>
          </a:bodyPr>
          <a:lstStyle/>
          <a:p>
            <a:pPr algn="ctr"/>
            <a:r>
              <a:rPr lang="en-AU" sz="3600" dirty="0"/>
              <a:t>3600</a:t>
            </a:r>
          </a:p>
        </p:txBody>
      </p:sp>
      <p:sp>
        <p:nvSpPr>
          <p:cNvPr id="12" name="TextBox 11">
            <a:extLst>
              <a:ext uri="{FF2B5EF4-FFF2-40B4-BE49-F238E27FC236}">
                <a16:creationId xmlns:a16="http://schemas.microsoft.com/office/drawing/2014/main" id="{53D31413-FF78-7189-1A0F-0B12F84CC32D}"/>
              </a:ext>
            </a:extLst>
          </p:cNvPr>
          <p:cNvSpPr txBox="1"/>
          <p:nvPr/>
        </p:nvSpPr>
        <p:spPr>
          <a:xfrm>
            <a:off x="7163891" y="506491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7" name="TextBox 6">
            <a:extLst>
              <a:ext uri="{FF2B5EF4-FFF2-40B4-BE49-F238E27FC236}">
                <a16:creationId xmlns:a16="http://schemas.microsoft.com/office/drawing/2014/main" id="{9984721E-A2A7-3030-D8FE-36A8F685DB9C}"/>
              </a:ext>
            </a:extLst>
          </p:cNvPr>
          <p:cNvSpPr txBox="1"/>
          <p:nvPr/>
        </p:nvSpPr>
        <p:spPr>
          <a:xfrm>
            <a:off x="6630336" y="5985594"/>
            <a:ext cx="1546789" cy="1222048"/>
          </a:xfrm>
          <a:prstGeom prst="rect">
            <a:avLst/>
          </a:prstGeom>
          <a:noFill/>
        </p:spPr>
        <p:txBody>
          <a:bodyPr wrap="square" lIns="0" tIns="0" rIns="0" bIns="0" rtlCol="0">
            <a:noAutofit/>
          </a:bodyPr>
          <a:lstStyle/>
          <a:p>
            <a:pPr algn="ctr"/>
            <a:r>
              <a:rPr lang="en-AU" sz="3600" dirty="0"/>
              <a:t>4000</a:t>
            </a:r>
          </a:p>
        </p:txBody>
      </p:sp>
      <p:sp>
        <p:nvSpPr>
          <p:cNvPr id="11" name="TextBox 10">
            <a:extLst>
              <a:ext uri="{FF2B5EF4-FFF2-40B4-BE49-F238E27FC236}">
                <a16:creationId xmlns:a16="http://schemas.microsoft.com/office/drawing/2014/main" id="{F03294A5-CB62-91E6-0D20-1199ECBFAF01}"/>
              </a:ext>
            </a:extLst>
          </p:cNvPr>
          <p:cNvSpPr txBox="1"/>
          <p:nvPr/>
        </p:nvSpPr>
        <p:spPr>
          <a:xfrm>
            <a:off x="10167865" y="506491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8" name="TextBox 7">
            <a:extLst>
              <a:ext uri="{FF2B5EF4-FFF2-40B4-BE49-F238E27FC236}">
                <a16:creationId xmlns:a16="http://schemas.microsoft.com/office/drawing/2014/main" id="{3141959E-514F-C4DC-813D-8313210B0EC0}"/>
              </a:ext>
            </a:extLst>
          </p:cNvPr>
          <p:cNvSpPr txBox="1"/>
          <p:nvPr/>
        </p:nvSpPr>
        <p:spPr>
          <a:xfrm>
            <a:off x="9577211" y="5985594"/>
            <a:ext cx="1546789" cy="1222048"/>
          </a:xfrm>
          <a:prstGeom prst="rect">
            <a:avLst/>
          </a:prstGeom>
          <a:noFill/>
        </p:spPr>
        <p:txBody>
          <a:bodyPr wrap="square" lIns="0" tIns="0" rIns="0" bIns="0" rtlCol="0">
            <a:noAutofit/>
          </a:bodyPr>
          <a:lstStyle/>
          <a:p>
            <a:pPr algn="ctr"/>
            <a:r>
              <a:rPr lang="en-AU" sz="3600"/>
              <a:t>3000</a:t>
            </a:r>
          </a:p>
        </p:txBody>
      </p:sp>
      <p:pic>
        <p:nvPicPr>
          <p:cNvPr id="4" name="Picture 3">
            <a:extLst>
              <a:ext uri="{FF2B5EF4-FFF2-40B4-BE49-F238E27FC236}">
                <a16:creationId xmlns:a16="http://schemas.microsoft.com/office/drawing/2014/main" id="{C493834B-1122-BF06-4664-175E7A7DB286}"/>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2" name="Slide Number Placeholder 1">
            <a:extLst>
              <a:ext uri="{FF2B5EF4-FFF2-40B4-BE49-F238E27FC236}">
                <a16:creationId xmlns:a16="http://schemas.microsoft.com/office/drawing/2014/main" id="{FF35F4CD-8487-40BA-C995-9F75C9273AD3}"/>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49</a:t>
            </a:fld>
            <a:endParaRPr lang="en-AU"/>
          </a:p>
        </p:txBody>
      </p:sp>
    </p:spTree>
    <p:extLst>
      <p:ext uri="{BB962C8B-B14F-4D97-AF65-F5344CB8AC3E}">
        <p14:creationId xmlns:p14="http://schemas.microsoft.com/office/powerpoint/2010/main" val="1928524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B2251-DF10-C8DB-1C57-FDC0798EB71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E911EA-787B-F6E6-4161-4190166C5EE5}"/>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(25)</a:t>
            </a:r>
          </a:p>
        </p:txBody>
      </p:sp>
      <p:pic>
        <p:nvPicPr>
          <p:cNvPr id="3" name="Picture 2" descr="image of a clipboard with a pencil recording short answer responses">
            <a:extLst>
              <a:ext uri="{FF2B5EF4-FFF2-40B4-BE49-F238E27FC236}">
                <a16:creationId xmlns:a16="http://schemas.microsoft.com/office/drawing/2014/main" id="{3BDDE108-B743-E59F-31B4-5F4FCBC7EB67}"/>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F851AEB6-60CA-021F-FFCF-D7ED46FA35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50</a:t>
            </a:fld>
            <a:endParaRPr lang="en-AU"/>
          </a:p>
        </p:txBody>
      </p:sp>
      <p:sp>
        <p:nvSpPr>
          <p:cNvPr id="4" name="TextBox 3">
            <a:extLst>
              <a:ext uri="{FF2B5EF4-FFF2-40B4-BE49-F238E27FC236}">
                <a16:creationId xmlns:a16="http://schemas.microsoft.com/office/drawing/2014/main" id="{2C7B15D3-FCD9-39EF-0082-DB59299A10FC}"/>
              </a:ext>
            </a:extLst>
          </p:cNvPr>
          <p:cNvSpPr txBox="1"/>
          <p:nvPr/>
        </p:nvSpPr>
        <p:spPr>
          <a:xfrm>
            <a:off x="513824" y="1037430"/>
            <a:ext cx="10843536" cy="4794191"/>
          </a:xfrm>
          <a:prstGeom prst="rect">
            <a:avLst/>
          </a:prstGeom>
          <a:noFill/>
        </p:spPr>
        <p:txBody>
          <a:bodyPr wrap="square" lIns="0" tIns="0" rIns="0" bIns="0" rtlCol="0">
            <a:noAutofit/>
          </a:bodyPr>
          <a:lstStyle/>
          <a:p>
            <a:pPr algn="ctr">
              <a:lnSpc>
                <a:spcPct val="150000"/>
              </a:lnSpc>
            </a:pPr>
            <a:r>
              <a:rPr lang="en-AU" sz="4400"/>
              <a:t>A rectangular playground is</a:t>
            </a:r>
          </a:p>
          <a:p>
            <a:pPr algn="ctr">
              <a:lnSpc>
                <a:spcPct val="150000"/>
              </a:lnSpc>
            </a:pPr>
            <a:r>
              <a:rPr lang="en-AU" sz="4400" b="1"/>
              <a:t>23 m </a:t>
            </a:r>
            <a:r>
              <a:rPr lang="en-AU" sz="4400"/>
              <a:t>in length and </a:t>
            </a:r>
            <a:r>
              <a:rPr lang="en-AU" sz="4400" b="1"/>
              <a:t>7 m</a:t>
            </a:r>
            <a:r>
              <a:rPr lang="en-AU" sz="4400"/>
              <a:t> in width.</a:t>
            </a:r>
          </a:p>
          <a:p>
            <a:pPr algn="ctr">
              <a:lnSpc>
                <a:spcPct val="150000"/>
              </a:lnSpc>
            </a:pPr>
            <a:endParaRPr lang="en-AU" sz="4400"/>
          </a:p>
          <a:p>
            <a:pPr algn="ctr">
              <a:lnSpc>
                <a:spcPct val="150000"/>
              </a:lnSpc>
            </a:pPr>
            <a:r>
              <a:rPr lang="en-AU" sz="4400"/>
              <a:t>Calculate the </a:t>
            </a:r>
            <a:r>
              <a:rPr lang="en-AU" sz="4400" b="1"/>
              <a:t>area</a:t>
            </a:r>
            <a:r>
              <a:rPr lang="en-AU" sz="4400"/>
              <a:t> of the playground in </a:t>
            </a:r>
            <a:r>
              <a:rPr lang="en-AU" sz="4400" b="1"/>
              <a:t>square metres (m²)</a:t>
            </a:r>
            <a:r>
              <a:rPr lang="en-AU" sz="4400"/>
              <a:t>.</a:t>
            </a:r>
          </a:p>
        </p:txBody>
      </p:sp>
    </p:spTree>
    <p:extLst>
      <p:ext uri="{BB962C8B-B14F-4D97-AF65-F5344CB8AC3E}">
        <p14:creationId xmlns:p14="http://schemas.microsoft.com/office/powerpoint/2010/main" val="3421045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DFDA5-04FD-A818-D8EE-F166EE820F3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278584-1D03-2A7C-E8C8-43BF5F89AB6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(26)</a:t>
            </a:r>
          </a:p>
        </p:txBody>
      </p:sp>
      <p:pic>
        <p:nvPicPr>
          <p:cNvPr id="3" name="Picture 2">
            <a:extLst>
              <a:ext uri="{FF2B5EF4-FFF2-40B4-BE49-F238E27FC236}">
                <a16:creationId xmlns:a16="http://schemas.microsoft.com/office/drawing/2014/main" id="{5DACDB15-40FB-10CA-304C-024754D6DBA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7272EA4F-3F06-6846-819D-1E1E70AD911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51</a:t>
            </a:fld>
            <a:endParaRPr lang="en-AU"/>
          </a:p>
        </p:txBody>
      </p:sp>
      <p:sp>
        <p:nvSpPr>
          <p:cNvPr id="4" name="TextBox 3">
            <a:extLst>
              <a:ext uri="{FF2B5EF4-FFF2-40B4-BE49-F238E27FC236}">
                <a16:creationId xmlns:a16="http://schemas.microsoft.com/office/drawing/2014/main" id="{1FEB5447-5125-ABCC-E272-504D308FFA5F}"/>
              </a:ext>
            </a:extLst>
          </p:cNvPr>
          <p:cNvSpPr txBox="1"/>
          <p:nvPr/>
        </p:nvSpPr>
        <p:spPr>
          <a:xfrm>
            <a:off x="591671" y="1790790"/>
            <a:ext cx="10670642" cy="1566412"/>
          </a:xfrm>
          <a:prstGeom prst="rect">
            <a:avLst/>
          </a:prstGeom>
          <a:noFill/>
        </p:spPr>
        <p:txBody>
          <a:bodyPr wrap="square" lIns="0" tIns="0" rIns="0" bIns="0" rtlCol="0">
            <a:noAutofit/>
          </a:bodyPr>
          <a:lstStyle/>
          <a:p>
            <a:pPr algn="ctr"/>
            <a:r>
              <a:rPr lang="en-AU" sz="4400"/>
              <a:t>19 ÷ 4 = ____ remainder (r) ____</a:t>
            </a:r>
          </a:p>
        </p:txBody>
      </p:sp>
      <p:grpSp>
        <p:nvGrpSpPr>
          <p:cNvPr id="5" name="Group 4" descr="19 counters arranged in 4 rows. Not all rows contain an equal numbers of counters.">
            <a:extLst>
              <a:ext uri="{FF2B5EF4-FFF2-40B4-BE49-F238E27FC236}">
                <a16:creationId xmlns:a16="http://schemas.microsoft.com/office/drawing/2014/main" id="{6805FC0E-5465-B4ED-E1F8-B783E63A49FE}"/>
              </a:ext>
            </a:extLst>
          </p:cNvPr>
          <p:cNvGrpSpPr/>
          <p:nvPr/>
        </p:nvGrpSpPr>
        <p:grpSpPr>
          <a:xfrm>
            <a:off x="4008827" y="3140595"/>
            <a:ext cx="4174345" cy="3166268"/>
            <a:chOff x="1921655" y="3086807"/>
            <a:chExt cx="4174345" cy="3166268"/>
          </a:xfrm>
        </p:grpSpPr>
        <p:sp>
          <p:nvSpPr>
            <p:cNvPr id="7" name="Oval 6">
              <a:extLst>
                <a:ext uri="{FF2B5EF4-FFF2-40B4-BE49-F238E27FC236}">
                  <a16:creationId xmlns:a16="http://schemas.microsoft.com/office/drawing/2014/main" id="{679EF527-EC89-3E43-BE3B-A2CA6539F532}"/>
                </a:ext>
              </a:extLst>
            </p:cNvPr>
            <p:cNvSpPr/>
            <p:nvPr/>
          </p:nvSpPr>
          <p:spPr>
            <a:xfrm>
              <a:off x="5417621" y="3907931"/>
              <a:ext cx="660770" cy="650743"/>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8" name="Oval 7">
              <a:extLst>
                <a:ext uri="{FF2B5EF4-FFF2-40B4-BE49-F238E27FC236}">
                  <a16:creationId xmlns:a16="http://schemas.microsoft.com/office/drawing/2014/main" id="{F4F19E95-47CA-D103-E9D3-2355DF587B64}"/>
                </a:ext>
              </a:extLst>
            </p:cNvPr>
            <p:cNvSpPr/>
            <p:nvPr/>
          </p:nvSpPr>
          <p:spPr>
            <a:xfrm>
              <a:off x="4527950" y="5590296"/>
              <a:ext cx="660770" cy="650743"/>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9" name="Oval 8">
              <a:extLst>
                <a:ext uri="{FF2B5EF4-FFF2-40B4-BE49-F238E27FC236}">
                  <a16:creationId xmlns:a16="http://schemas.microsoft.com/office/drawing/2014/main" id="{3DF18BEF-CCE0-5999-9724-C25EE5465823}"/>
                </a:ext>
              </a:extLst>
            </p:cNvPr>
            <p:cNvSpPr/>
            <p:nvPr/>
          </p:nvSpPr>
          <p:spPr>
            <a:xfrm>
              <a:off x="4544758" y="3949811"/>
              <a:ext cx="660770" cy="650743"/>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10" name="Oval 9">
              <a:extLst>
                <a:ext uri="{FF2B5EF4-FFF2-40B4-BE49-F238E27FC236}">
                  <a16:creationId xmlns:a16="http://schemas.microsoft.com/office/drawing/2014/main" id="{D63529CF-4EA2-50DC-07B8-5710DA6A8552}"/>
                </a:ext>
              </a:extLst>
            </p:cNvPr>
            <p:cNvSpPr/>
            <p:nvPr/>
          </p:nvSpPr>
          <p:spPr>
            <a:xfrm>
              <a:off x="3659185" y="5602332"/>
              <a:ext cx="660770" cy="650743"/>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11" name="Oval 10">
              <a:extLst>
                <a:ext uri="{FF2B5EF4-FFF2-40B4-BE49-F238E27FC236}">
                  <a16:creationId xmlns:a16="http://schemas.microsoft.com/office/drawing/2014/main" id="{86EBA869-77E0-7CA6-4E0A-19BC53196EE7}"/>
                </a:ext>
              </a:extLst>
            </p:cNvPr>
            <p:cNvSpPr/>
            <p:nvPr/>
          </p:nvSpPr>
          <p:spPr>
            <a:xfrm>
              <a:off x="3671895" y="3935851"/>
              <a:ext cx="660770" cy="650743"/>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12" name="Oval 11">
              <a:extLst>
                <a:ext uri="{FF2B5EF4-FFF2-40B4-BE49-F238E27FC236}">
                  <a16:creationId xmlns:a16="http://schemas.microsoft.com/office/drawing/2014/main" id="{00BD5D89-6EA4-B03A-F8A8-530BB0325AC1}"/>
                </a:ext>
              </a:extLst>
            </p:cNvPr>
            <p:cNvSpPr/>
            <p:nvPr/>
          </p:nvSpPr>
          <p:spPr>
            <a:xfrm>
              <a:off x="2790420" y="5566224"/>
              <a:ext cx="660770" cy="650743"/>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13" name="Oval 12">
              <a:extLst>
                <a:ext uri="{FF2B5EF4-FFF2-40B4-BE49-F238E27FC236}">
                  <a16:creationId xmlns:a16="http://schemas.microsoft.com/office/drawing/2014/main" id="{3E765066-2AB7-5FD2-3030-B821008407A3}"/>
                </a:ext>
              </a:extLst>
            </p:cNvPr>
            <p:cNvSpPr/>
            <p:nvPr/>
          </p:nvSpPr>
          <p:spPr>
            <a:xfrm>
              <a:off x="2799032" y="3963769"/>
              <a:ext cx="660770" cy="650743"/>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14" name="Oval 13">
              <a:extLst>
                <a:ext uri="{FF2B5EF4-FFF2-40B4-BE49-F238E27FC236}">
                  <a16:creationId xmlns:a16="http://schemas.microsoft.com/office/drawing/2014/main" id="{B3455F19-1AE6-8C5D-FAC0-4E796C4D1F9D}"/>
                </a:ext>
              </a:extLst>
            </p:cNvPr>
            <p:cNvSpPr/>
            <p:nvPr/>
          </p:nvSpPr>
          <p:spPr>
            <a:xfrm>
              <a:off x="1926169" y="4756714"/>
              <a:ext cx="660770" cy="650743"/>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15" name="Oval 14">
              <a:extLst>
                <a:ext uri="{FF2B5EF4-FFF2-40B4-BE49-F238E27FC236}">
                  <a16:creationId xmlns:a16="http://schemas.microsoft.com/office/drawing/2014/main" id="{D4CE30FD-9854-23AD-F1D3-5AF152112071}"/>
                </a:ext>
              </a:extLst>
            </p:cNvPr>
            <p:cNvSpPr/>
            <p:nvPr/>
          </p:nvSpPr>
          <p:spPr>
            <a:xfrm>
              <a:off x="1926169" y="3921891"/>
              <a:ext cx="660770" cy="650743"/>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16" name="Oval 15">
              <a:extLst>
                <a:ext uri="{FF2B5EF4-FFF2-40B4-BE49-F238E27FC236}">
                  <a16:creationId xmlns:a16="http://schemas.microsoft.com/office/drawing/2014/main" id="{2EFC2866-B0BF-754C-A436-4B80E417E23E}"/>
                </a:ext>
              </a:extLst>
            </p:cNvPr>
            <p:cNvSpPr/>
            <p:nvPr/>
          </p:nvSpPr>
          <p:spPr>
            <a:xfrm>
              <a:off x="5401468" y="4756715"/>
              <a:ext cx="660770" cy="650743"/>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17" name="Oval 16">
              <a:extLst>
                <a:ext uri="{FF2B5EF4-FFF2-40B4-BE49-F238E27FC236}">
                  <a16:creationId xmlns:a16="http://schemas.microsoft.com/office/drawing/2014/main" id="{AD47CC13-6669-13AC-5A0A-0F34EF76DD5F}"/>
                </a:ext>
              </a:extLst>
            </p:cNvPr>
            <p:cNvSpPr/>
            <p:nvPr/>
          </p:nvSpPr>
          <p:spPr>
            <a:xfrm>
              <a:off x="5435230" y="3086807"/>
              <a:ext cx="660770" cy="650743"/>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18" name="Oval 17">
              <a:extLst>
                <a:ext uri="{FF2B5EF4-FFF2-40B4-BE49-F238E27FC236}">
                  <a16:creationId xmlns:a16="http://schemas.microsoft.com/office/drawing/2014/main" id="{5CB8B70D-7000-EDCF-0770-49A0496018F6}"/>
                </a:ext>
              </a:extLst>
            </p:cNvPr>
            <p:cNvSpPr/>
            <p:nvPr/>
          </p:nvSpPr>
          <p:spPr>
            <a:xfrm>
              <a:off x="4532644" y="4756716"/>
              <a:ext cx="660770" cy="650743"/>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19" name="Oval 18">
              <a:extLst>
                <a:ext uri="{FF2B5EF4-FFF2-40B4-BE49-F238E27FC236}">
                  <a16:creationId xmlns:a16="http://schemas.microsoft.com/office/drawing/2014/main" id="{521385D5-C5E8-D2A2-45DC-25134494AAFB}"/>
                </a:ext>
              </a:extLst>
            </p:cNvPr>
            <p:cNvSpPr/>
            <p:nvPr/>
          </p:nvSpPr>
          <p:spPr>
            <a:xfrm>
              <a:off x="4556837" y="3091012"/>
              <a:ext cx="660770" cy="650743"/>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20" name="Oval 19">
              <a:extLst>
                <a:ext uri="{FF2B5EF4-FFF2-40B4-BE49-F238E27FC236}">
                  <a16:creationId xmlns:a16="http://schemas.microsoft.com/office/drawing/2014/main" id="{AC825901-86F3-1AF8-00C7-AEA51975868D}"/>
                </a:ext>
              </a:extLst>
            </p:cNvPr>
            <p:cNvSpPr/>
            <p:nvPr/>
          </p:nvSpPr>
          <p:spPr>
            <a:xfrm>
              <a:off x="3663819" y="4756716"/>
              <a:ext cx="660770" cy="650743"/>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21" name="Oval 20">
              <a:extLst>
                <a:ext uri="{FF2B5EF4-FFF2-40B4-BE49-F238E27FC236}">
                  <a16:creationId xmlns:a16="http://schemas.microsoft.com/office/drawing/2014/main" id="{5FA02E86-4A37-C3F9-F656-C5B2AE4EA2CF}"/>
                </a:ext>
              </a:extLst>
            </p:cNvPr>
            <p:cNvSpPr/>
            <p:nvPr/>
          </p:nvSpPr>
          <p:spPr>
            <a:xfrm>
              <a:off x="3678443" y="3095217"/>
              <a:ext cx="660770" cy="650743"/>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22" name="Oval 21">
              <a:extLst>
                <a:ext uri="{FF2B5EF4-FFF2-40B4-BE49-F238E27FC236}">
                  <a16:creationId xmlns:a16="http://schemas.microsoft.com/office/drawing/2014/main" id="{3B58DECA-9E57-4361-2417-7952F18C52F9}"/>
                </a:ext>
              </a:extLst>
            </p:cNvPr>
            <p:cNvSpPr/>
            <p:nvPr/>
          </p:nvSpPr>
          <p:spPr>
            <a:xfrm>
              <a:off x="2794994" y="4756717"/>
              <a:ext cx="660770" cy="650743"/>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23" name="Oval 22">
              <a:extLst>
                <a:ext uri="{FF2B5EF4-FFF2-40B4-BE49-F238E27FC236}">
                  <a16:creationId xmlns:a16="http://schemas.microsoft.com/office/drawing/2014/main" id="{77C25613-FDC7-16A2-F2D7-69C52A56E661}"/>
                </a:ext>
              </a:extLst>
            </p:cNvPr>
            <p:cNvSpPr/>
            <p:nvPr/>
          </p:nvSpPr>
          <p:spPr>
            <a:xfrm>
              <a:off x="2800049" y="3099422"/>
              <a:ext cx="660770" cy="650743"/>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24" name="Oval 23">
              <a:extLst>
                <a:ext uri="{FF2B5EF4-FFF2-40B4-BE49-F238E27FC236}">
                  <a16:creationId xmlns:a16="http://schemas.microsoft.com/office/drawing/2014/main" id="{4D733144-663B-6D44-5D38-1CDD06A3C813}"/>
                </a:ext>
              </a:extLst>
            </p:cNvPr>
            <p:cNvSpPr/>
            <p:nvPr/>
          </p:nvSpPr>
          <p:spPr>
            <a:xfrm>
              <a:off x="1921655" y="5578260"/>
              <a:ext cx="660770" cy="650743"/>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25" name="Oval 24">
              <a:extLst>
                <a:ext uri="{FF2B5EF4-FFF2-40B4-BE49-F238E27FC236}">
                  <a16:creationId xmlns:a16="http://schemas.microsoft.com/office/drawing/2014/main" id="{5A3FDC2E-0F9A-ED8B-6154-5BE687B32A9C}"/>
                </a:ext>
              </a:extLst>
            </p:cNvPr>
            <p:cNvSpPr/>
            <p:nvPr/>
          </p:nvSpPr>
          <p:spPr>
            <a:xfrm>
              <a:off x="1921655" y="3103628"/>
              <a:ext cx="660770" cy="650743"/>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grpSp>
    </p:spTree>
    <p:extLst>
      <p:ext uri="{BB962C8B-B14F-4D97-AF65-F5344CB8AC3E}">
        <p14:creationId xmlns:p14="http://schemas.microsoft.com/office/powerpoint/2010/main" val="4110370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EE59B-9BEF-7D49-551E-3074A6DFFA7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379C9-D3D6-8DF3-10D6-65CC2C3BA62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(27)</a:t>
            </a:r>
          </a:p>
        </p:txBody>
      </p:sp>
      <p:pic>
        <p:nvPicPr>
          <p:cNvPr id="3" name="Picture 2">
            <a:extLst>
              <a:ext uri="{FF2B5EF4-FFF2-40B4-BE49-F238E27FC236}">
                <a16:creationId xmlns:a16="http://schemas.microsoft.com/office/drawing/2014/main" id="{6F1984CA-3815-83E6-2CEF-D3AC5609C15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6CD36298-985B-401D-E844-DF6C254D75CD}"/>
              </a:ext>
            </a:extLst>
          </p:cNvPr>
          <p:cNvSpPr txBox="1"/>
          <p:nvPr/>
        </p:nvSpPr>
        <p:spPr>
          <a:xfrm>
            <a:off x="136361" y="1431027"/>
            <a:ext cx="4588039" cy="4733365"/>
          </a:xfrm>
          <a:prstGeom prst="rect">
            <a:avLst/>
          </a:prstGeom>
          <a:noFill/>
        </p:spPr>
        <p:txBody>
          <a:bodyPr wrap="square" lIns="0" tIns="0" rIns="0" bIns="0" rtlCol="0">
            <a:noAutofit/>
          </a:bodyPr>
          <a:lstStyle/>
          <a:p>
            <a:pPr marL="514350" indent="-514350">
              <a:lnSpc>
                <a:spcPct val="150000"/>
              </a:lnSpc>
              <a:buFont typeface="+mj-lt"/>
              <a:buAutoNum type="alphaLcParenR"/>
            </a:pPr>
            <a:r>
              <a:rPr lang="en-AU" sz="2800"/>
              <a:t>A train arrives at </a:t>
            </a:r>
            <a:r>
              <a:rPr lang="en-AU" sz="2800" b="1"/>
              <a:t>Bankstown</a:t>
            </a:r>
            <a:r>
              <a:rPr lang="en-AU" sz="2800"/>
              <a:t> at 07:57. What time does it leave </a:t>
            </a:r>
            <a:r>
              <a:rPr lang="en-AU" sz="2800" b="1"/>
              <a:t>Warwick Farm</a:t>
            </a:r>
            <a:r>
              <a:rPr lang="en-AU" sz="2800"/>
              <a:t>?</a:t>
            </a:r>
          </a:p>
          <a:p>
            <a:pPr marL="514350" indent="-514350">
              <a:lnSpc>
                <a:spcPct val="150000"/>
              </a:lnSpc>
              <a:buFont typeface="+mj-lt"/>
              <a:buAutoNum type="alphaLcParenR"/>
            </a:pPr>
            <a:r>
              <a:rPr lang="en-AU" sz="2800"/>
              <a:t>What time does the 07:34 from </a:t>
            </a:r>
            <a:r>
              <a:rPr lang="en-AU" sz="2800" b="1"/>
              <a:t>Liverpool</a:t>
            </a:r>
            <a:r>
              <a:rPr lang="en-AU" sz="2800"/>
              <a:t> arrive at </a:t>
            </a:r>
            <a:r>
              <a:rPr lang="en-AU" sz="2800" b="1"/>
              <a:t>Marrickville</a:t>
            </a:r>
            <a:r>
              <a:rPr lang="en-AU" sz="2800"/>
              <a:t>?</a:t>
            </a:r>
          </a:p>
          <a:p>
            <a:pPr marL="285750" indent="-285750">
              <a:lnSpc>
                <a:spcPct val="150000"/>
              </a:lnSpc>
              <a:buFont typeface="Arial" panose="020B0604020202020204" pitchFamily="34" charset="0"/>
              <a:buChar char="•"/>
            </a:pPr>
            <a:endParaRPr lang="en-AU" sz="1800"/>
          </a:p>
        </p:txBody>
      </p:sp>
      <p:pic>
        <p:nvPicPr>
          <p:cNvPr id="4" name="Picture 3" descr="Train timetable showing weekday services with station names and times.">
            <a:extLst>
              <a:ext uri="{FF2B5EF4-FFF2-40B4-BE49-F238E27FC236}">
                <a16:creationId xmlns:a16="http://schemas.microsoft.com/office/drawing/2014/main" id="{FBA91E80-D2A4-0392-BCFC-8A7A43E0ADCF}"/>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a:fillRect/>
          </a:stretch>
        </p:blipFill>
        <p:spPr bwMode="auto">
          <a:xfrm>
            <a:off x="4991100" y="1308483"/>
            <a:ext cx="6662401" cy="4978452"/>
          </a:xfrm>
          <a:prstGeom prst="rect">
            <a:avLst/>
          </a:prstGeom>
          <a:ln>
            <a:noFill/>
          </a:ln>
          <a:effectLst>
            <a:outerShdw blurRad="292100" dist="139700" dir="2700000" algn="tl" rotWithShape="0">
              <a:srgbClr val="333333">
                <a:alpha val="65000"/>
              </a:srgbClr>
            </a:outerShdw>
          </a:effectLst>
          <a:extLst>
            <a:ext uri="{53640926-AAD7-44D8-BBD7-CCE9431645EC}">
              <a14:shadowObscured xmlns:a14="http://schemas.microsoft.com/office/drawing/2010/main"/>
            </a:ext>
          </a:extLst>
        </p:spPr>
      </p:pic>
      <p:sp>
        <p:nvSpPr>
          <p:cNvPr id="2" name="Slide Number Placeholder 1">
            <a:extLst>
              <a:ext uri="{FF2B5EF4-FFF2-40B4-BE49-F238E27FC236}">
                <a16:creationId xmlns:a16="http://schemas.microsoft.com/office/drawing/2014/main" id="{E2D3DA14-23C1-BEF3-C7DE-42D4326F460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52</a:t>
            </a:fld>
            <a:endParaRPr lang="en-AU"/>
          </a:p>
        </p:txBody>
      </p:sp>
    </p:spTree>
    <p:extLst>
      <p:ext uri="{BB962C8B-B14F-4D97-AF65-F5344CB8AC3E}">
        <p14:creationId xmlns:p14="http://schemas.microsoft.com/office/powerpoint/2010/main" val="3684863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5659C-52F1-8E74-099C-EE67C3721A0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E4A8999-8A41-AC47-3114-D0B5AAC2A64C}"/>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(28)</a:t>
            </a:r>
          </a:p>
        </p:txBody>
      </p:sp>
      <p:pic>
        <p:nvPicPr>
          <p:cNvPr id="3" name="Picture 2">
            <a:extLst>
              <a:ext uri="{FF2B5EF4-FFF2-40B4-BE49-F238E27FC236}">
                <a16:creationId xmlns:a16="http://schemas.microsoft.com/office/drawing/2014/main" id="{981E4643-C0C9-5325-74DA-A071DDDC65A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8D3AABD1-FE50-305A-248E-E1D5D27DD39C}"/>
              </a:ext>
            </a:extLst>
          </p:cNvPr>
          <p:cNvSpPr txBox="1"/>
          <p:nvPr/>
        </p:nvSpPr>
        <p:spPr>
          <a:xfrm>
            <a:off x="704850" y="992052"/>
            <a:ext cx="11241126" cy="1659691"/>
          </a:xfrm>
          <a:prstGeom prst="rect">
            <a:avLst/>
          </a:prstGeom>
          <a:noFill/>
        </p:spPr>
        <p:txBody>
          <a:bodyPr wrap="square" lIns="0" tIns="0" rIns="0" bIns="0" rtlCol="0">
            <a:noAutofit/>
          </a:bodyPr>
          <a:lstStyle/>
          <a:p>
            <a:pPr marL="342900" indent="-342900">
              <a:lnSpc>
                <a:spcPct val="150000"/>
              </a:lnSpc>
              <a:buFont typeface="Arial" panose="020B0604020202020204" pitchFamily="34" charset="0"/>
              <a:buChar char="•"/>
            </a:pPr>
            <a:r>
              <a:rPr lang="en-AU" sz="2800"/>
              <a:t>Is the data in these graphs </a:t>
            </a:r>
            <a:r>
              <a:rPr lang="en-AU" sz="2800" b="1"/>
              <a:t>categorical </a:t>
            </a:r>
            <a:r>
              <a:rPr lang="en-AU" sz="2800"/>
              <a:t>or </a:t>
            </a:r>
            <a:r>
              <a:rPr lang="en-AU" sz="2800" b="1"/>
              <a:t>continuous</a:t>
            </a:r>
            <a:r>
              <a:rPr lang="en-AU" sz="2800"/>
              <a:t>?</a:t>
            </a:r>
          </a:p>
          <a:p>
            <a:pPr marL="342900" indent="-342900">
              <a:lnSpc>
                <a:spcPct val="150000"/>
              </a:lnSpc>
              <a:buFont typeface="Arial" panose="020B0604020202020204" pitchFamily="34" charset="0"/>
              <a:buChar char="•"/>
            </a:pPr>
            <a:r>
              <a:rPr lang="en-AU" sz="2800"/>
              <a:t>Which </a:t>
            </a:r>
            <a:r>
              <a:rPr lang="en-AU" sz="2800" b="1"/>
              <a:t>data display </a:t>
            </a:r>
            <a:r>
              <a:rPr lang="en-AU" sz="2800"/>
              <a:t>is more appropriate to display this data? Why?</a:t>
            </a:r>
          </a:p>
        </p:txBody>
      </p:sp>
      <p:pic>
        <p:nvPicPr>
          <p:cNvPr id="4" name="Picture 3" descr="Number of siblings recorded in the class. Data is displayed as a column graph and line graph.">
            <a:extLst>
              <a:ext uri="{FF2B5EF4-FFF2-40B4-BE49-F238E27FC236}">
                <a16:creationId xmlns:a16="http://schemas.microsoft.com/office/drawing/2014/main" id="{71FB3830-25E6-2CC1-B139-0D4D5FFB6244}"/>
              </a:ext>
            </a:extLst>
          </p:cNvPr>
          <p:cNvPicPr>
            <a:picLocks noChangeAspect="1"/>
          </p:cNvPicPr>
          <p:nvPr/>
        </p:nvPicPr>
        <p:blipFill>
          <a:blip r:embed="rId4"/>
          <a:stretch>
            <a:fillRect/>
          </a:stretch>
        </p:blipFill>
        <p:spPr>
          <a:xfrm>
            <a:off x="2114550" y="2532396"/>
            <a:ext cx="7537961" cy="4073604"/>
          </a:xfrm>
          <a:prstGeom prst="rect">
            <a:avLst/>
          </a:prstGeom>
          <a:ln>
            <a:noFill/>
          </a:ln>
          <a:effectLst>
            <a:outerShdw blurRad="292100" dist="139700" dir="2700000" algn="tl" rotWithShape="0">
              <a:srgbClr val="333333">
                <a:alpha val="65000"/>
              </a:srgbClr>
            </a:outerShdw>
          </a:effectLst>
        </p:spPr>
      </p:pic>
      <p:sp>
        <p:nvSpPr>
          <p:cNvPr id="2" name="Slide Number Placeholder 1">
            <a:extLst>
              <a:ext uri="{FF2B5EF4-FFF2-40B4-BE49-F238E27FC236}">
                <a16:creationId xmlns:a16="http://schemas.microsoft.com/office/drawing/2014/main" id="{23B0E339-1A21-2647-20E6-CEB4EE6B71A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53</a:t>
            </a:fld>
            <a:endParaRPr lang="en-AU"/>
          </a:p>
        </p:txBody>
      </p:sp>
    </p:spTree>
    <p:extLst>
      <p:ext uri="{BB962C8B-B14F-4D97-AF65-F5344CB8AC3E}">
        <p14:creationId xmlns:p14="http://schemas.microsoft.com/office/powerpoint/2010/main" val="399756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FF0DA-B2BE-8F8C-8ED1-71AD29C1DD9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C14F34-167C-56D8-3CA3-124A3E6153BF}"/>
              </a:ext>
            </a:extLst>
          </p:cNvPr>
          <p:cNvSpPr>
            <a:spLocks noGrp="1"/>
          </p:cNvSpPr>
          <p:nvPr>
            <p:ph type="title"/>
          </p:nvPr>
        </p:nvSpPr>
        <p:spPr>
          <a:xfrm>
            <a:off x="360000" y="360000"/>
            <a:ext cx="10367268" cy="545601"/>
          </a:xfrm>
        </p:spPr>
        <p:txBody>
          <a:bodyPr/>
          <a:lstStyle/>
          <a:p>
            <a:r>
              <a:rPr lang="en-AU"/>
              <a:t>Activity 7 – determining reasonableness of solutions (1)</a:t>
            </a:r>
          </a:p>
        </p:txBody>
      </p:sp>
      <p:pic>
        <p:nvPicPr>
          <p:cNvPr id="4" name="Picture 3">
            <a:extLst>
              <a:ext uri="{FF2B5EF4-FFF2-40B4-BE49-F238E27FC236}">
                <a16:creationId xmlns:a16="http://schemas.microsoft.com/office/drawing/2014/main" id="{862A61D7-0DAF-1BF8-46D6-A2E9DEA92CB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94C6EA6A-6671-77F5-F9DD-DDF1F66E758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54</a:t>
            </a:fld>
            <a:endParaRPr lang="en-AU"/>
          </a:p>
        </p:txBody>
      </p:sp>
      <p:sp>
        <p:nvSpPr>
          <p:cNvPr id="5" name="TextBox 4">
            <a:extLst>
              <a:ext uri="{FF2B5EF4-FFF2-40B4-BE49-F238E27FC236}">
                <a16:creationId xmlns:a16="http://schemas.microsoft.com/office/drawing/2014/main" id="{F6218F58-22DF-315F-86EF-6104378D7E10}"/>
              </a:ext>
            </a:extLst>
          </p:cNvPr>
          <p:cNvSpPr txBox="1"/>
          <p:nvPr/>
        </p:nvSpPr>
        <p:spPr>
          <a:xfrm>
            <a:off x="3047360" y="2254953"/>
            <a:ext cx="6097280" cy="769441"/>
          </a:xfrm>
          <a:prstGeom prst="rect">
            <a:avLst/>
          </a:prstGeom>
          <a:noFill/>
        </p:spPr>
        <p:txBody>
          <a:bodyPr wrap="square">
            <a:spAutoFit/>
          </a:bodyPr>
          <a:lstStyle/>
          <a:p>
            <a:pPr algn="ctr"/>
            <a:r>
              <a:rPr lang="en-AU" sz="4400">
                <a:effectLst/>
                <a:latin typeface="Arial" panose="020B0604020202020204" pitchFamily="34" charset="0"/>
                <a:ea typeface="Calibri" panose="020F0502020204030204" pitchFamily="34" charset="0"/>
              </a:rPr>
              <a:t>204 + 204 + 204 = 702</a:t>
            </a:r>
            <a:endParaRPr lang="en-AU" sz="4400"/>
          </a:p>
        </p:txBody>
      </p:sp>
    </p:spTree>
    <p:extLst>
      <p:ext uri="{BB962C8B-B14F-4D97-AF65-F5344CB8AC3E}">
        <p14:creationId xmlns:p14="http://schemas.microsoft.com/office/powerpoint/2010/main" val="3494700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C67B62-DC52-8F9D-7715-86F5A79FD51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E2EA87F-4796-7C77-BF33-6DDDA68BC46C}"/>
              </a:ext>
            </a:extLst>
          </p:cNvPr>
          <p:cNvSpPr>
            <a:spLocks noGrp="1"/>
          </p:cNvSpPr>
          <p:nvPr>
            <p:ph type="title"/>
          </p:nvPr>
        </p:nvSpPr>
        <p:spPr>
          <a:xfrm>
            <a:off x="360000" y="360000"/>
            <a:ext cx="10367268" cy="545601"/>
          </a:xfrm>
        </p:spPr>
        <p:txBody>
          <a:bodyPr/>
          <a:lstStyle/>
          <a:p>
            <a:r>
              <a:rPr lang="en-AU"/>
              <a:t>Activity 7 – determining reasonableness of solutions (2)</a:t>
            </a:r>
          </a:p>
        </p:txBody>
      </p:sp>
      <p:pic>
        <p:nvPicPr>
          <p:cNvPr id="4" name="Picture 3">
            <a:extLst>
              <a:ext uri="{FF2B5EF4-FFF2-40B4-BE49-F238E27FC236}">
                <a16:creationId xmlns:a16="http://schemas.microsoft.com/office/drawing/2014/main" id="{FB3611EB-0A55-41D6-48AE-D4D74906930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E8DDCFEE-A41C-1506-9833-E19B59D33C03}"/>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55</a:t>
            </a:fld>
            <a:endParaRPr lang="en-AU"/>
          </a:p>
        </p:txBody>
      </p:sp>
      <p:sp>
        <p:nvSpPr>
          <p:cNvPr id="5" name="TextBox 4">
            <a:extLst>
              <a:ext uri="{FF2B5EF4-FFF2-40B4-BE49-F238E27FC236}">
                <a16:creationId xmlns:a16="http://schemas.microsoft.com/office/drawing/2014/main" id="{B4EC88C5-BEB9-11F9-603F-9F14AAAF4153}"/>
              </a:ext>
            </a:extLst>
          </p:cNvPr>
          <p:cNvSpPr txBox="1"/>
          <p:nvPr/>
        </p:nvSpPr>
        <p:spPr>
          <a:xfrm>
            <a:off x="2066178" y="2132008"/>
            <a:ext cx="8059643" cy="769441"/>
          </a:xfrm>
          <a:prstGeom prst="rect">
            <a:avLst/>
          </a:prstGeom>
          <a:noFill/>
        </p:spPr>
        <p:txBody>
          <a:bodyPr wrap="square">
            <a:spAutoFit/>
          </a:bodyPr>
          <a:lstStyle/>
          <a:p>
            <a:pPr algn="ctr"/>
            <a:r>
              <a:rPr lang="en-AU" sz="4400">
                <a:effectLst/>
                <a:latin typeface="Arial" panose="020B0604020202020204" pitchFamily="34" charset="0"/>
                <a:ea typeface="Calibri" panose="020F0502020204030204" pitchFamily="34" charset="0"/>
              </a:rPr>
              <a:t>2005 + 2005 + 2005 = 6105 </a:t>
            </a:r>
            <a:endParaRPr lang="en-AU" sz="4400"/>
          </a:p>
        </p:txBody>
      </p:sp>
    </p:spTree>
    <p:extLst>
      <p:ext uri="{BB962C8B-B14F-4D97-AF65-F5344CB8AC3E}">
        <p14:creationId xmlns:p14="http://schemas.microsoft.com/office/powerpoint/2010/main" val="33384048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61EC6-FF83-C9C5-49C3-C8B210104C1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9249DAA-DB7D-DBE7-72E4-BE3464E5EE01}"/>
              </a:ext>
            </a:extLst>
          </p:cNvPr>
          <p:cNvSpPr>
            <a:spLocks noGrp="1"/>
          </p:cNvSpPr>
          <p:nvPr>
            <p:ph type="ctrTitle"/>
          </p:nvPr>
        </p:nvSpPr>
        <p:spPr/>
        <p:txBody>
          <a:bodyPr/>
          <a:lstStyle/>
          <a:p>
            <a:r>
              <a:rPr lang="en-AU">
                <a:latin typeface="+mj-lt"/>
              </a:rPr>
              <a:t>Review of learning 8</a:t>
            </a:r>
          </a:p>
        </p:txBody>
      </p:sp>
    </p:spTree>
    <p:extLst>
      <p:ext uri="{BB962C8B-B14F-4D97-AF65-F5344CB8AC3E}">
        <p14:creationId xmlns:p14="http://schemas.microsoft.com/office/powerpoint/2010/main" val="1090513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D6ED3-12E6-92D4-2D70-B9D66967E94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C611A7C-D422-1D96-3A9E-D440F242FEF1}"/>
              </a:ext>
            </a:extLst>
          </p:cNvPr>
          <p:cNvSpPr>
            <a:spLocks noGrp="1"/>
          </p:cNvSpPr>
          <p:nvPr>
            <p:ph type="title"/>
          </p:nvPr>
        </p:nvSpPr>
        <p:spPr/>
        <p:txBody>
          <a:bodyPr/>
          <a:lstStyle/>
          <a:p>
            <a:r>
              <a:rPr lang="en-US"/>
              <a:t>True or false </a:t>
            </a:r>
            <a:r>
              <a:rPr lang="en-US">
                <a:solidFill>
                  <a:schemeClr val="bg1"/>
                </a:solidFill>
              </a:rPr>
              <a:t>(4)</a:t>
            </a:r>
          </a:p>
        </p:txBody>
      </p:sp>
      <p:pic>
        <p:nvPicPr>
          <p:cNvPr id="4" name="Picture 3">
            <a:extLst>
              <a:ext uri="{FF2B5EF4-FFF2-40B4-BE49-F238E27FC236}">
                <a16:creationId xmlns:a16="http://schemas.microsoft.com/office/drawing/2014/main" id="{64B989F8-67C4-FE7B-CC90-5BE7E2CD867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5" name="Text Placeholder 5">
            <a:extLst>
              <a:ext uri="{FF2B5EF4-FFF2-40B4-BE49-F238E27FC236}">
                <a16:creationId xmlns:a16="http://schemas.microsoft.com/office/drawing/2014/main" id="{5D299593-0E6B-0E63-3145-EB8D851EE461}"/>
              </a:ext>
            </a:extLst>
          </p:cNvPr>
          <p:cNvSpPr txBox="1">
            <a:spLocks/>
          </p:cNvSpPr>
          <p:nvPr/>
        </p:nvSpPr>
        <p:spPr>
          <a:xfrm>
            <a:off x="360000" y="1184019"/>
            <a:ext cx="11243037"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a:t>This is a </a:t>
            </a:r>
            <a:r>
              <a:rPr lang="en-AU" sz="4400" b="1"/>
              <a:t>reasonable </a:t>
            </a:r>
            <a:r>
              <a:rPr lang="en-AU" sz="4400"/>
              <a:t>estimate:</a:t>
            </a:r>
          </a:p>
          <a:p>
            <a:pPr algn="ctr"/>
            <a:r>
              <a:rPr lang="en-AU" sz="5400"/>
              <a:t>276 + 489 = 800</a:t>
            </a:r>
          </a:p>
        </p:txBody>
      </p:sp>
      <p:graphicFrame>
        <p:nvGraphicFramePr>
          <p:cNvPr id="12" name="Table 11">
            <a:extLst>
              <a:ext uri="{FF2B5EF4-FFF2-40B4-BE49-F238E27FC236}">
                <a16:creationId xmlns:a16="http://schemas.microsoft.com/office/drawing/2014/main" id="{3F8CBB11-5402-CF1C-E0D6-3FC912DFC86F}"/>
              </a:ext>
            </a:extLst>
          </p:cNvPr>
          <p:cNvGraphicFramePr>
            <a:graphicFrameLocks noGrp="1"/>
          </p:cNvGraphicFramePr>
          <p:nvPr>
            <p:extLst>
              <p:ext uri="{D42A27DB-BD31-4B8C-83A1-F6EECF244321}">
                <p14:modId xmlns:p14="http://schemas.microsoft.com/office/powerpoint/2010/main" val="3435554064"/>
              </p:ext>
            </p:extLst>
          </p:nvPr>
        </p:nvGraphicFramePr>
        <p:xfrm>
          <a:off x="2442981" y="4219237"/>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6" name="Text Placeholder 5">
            <a:extLst>
              <a:ext uri="{FF2B5EF4-FFF2-40B4-BE49-F238E27FC236}">
                <a16:creationId xmlns:a16="http://schemas.microsoft.com/office/drawing/2014/main" id="{C7D683F9-6194-51C3-10DE-058E032E33CF}"/>
              </a:ext>
            </a:extLst>
          </p:cNvPr>
          <p:cNvSpPr>
            <a:spLocks noGrp="1"/>
          </p:cNvSpPr>
          <p:nvPr>
            <p:ph type="body" sz="quarter" idx="22"/>
          </p:nvPr>
        </p:nvSpPr>
        <p:spPr>
          <a:xfrm>
            <a:off x="360000" y="5344356"/>
            <a:ext cx="11243037" cy="893226"/>
          </a:xfrm>
        </p:spPr>
        <p:txBody>
          <a:bodyPr/>
          <a:lstStyle/>
          <a:p>
            <a:pPr algn="ctr"/>
            <a:r>
              <a:rPr lang="en-AU" sz="4400" b="1"/>
              <a:t>Communicate</a:t>
            </a:r>
            <a:r>
              <a:rPr lang="en-AU" sz="4400"/>
              <a:t> your </a:t>
            </a:r>
            <a:r>
              <a:rPr lang="en-AU" sz="4400" b="1"/>
              <a:t>reasoning</a:t>
            </a:r>
            <a:r>
              <a:rPr lang="en-AU" sz="4400"/>
              <a:t>.</a:t>
            </a:r>
            <a:endParaRPr lang="en-AU" sz="4400">
              <a:solidFill>
                <a:schemeClr val="accent2"/>
              </a:solidFill>
            </a:endParaRPr>
          </a:p>
        </p:txBody>
      </p:sp>
      <p:sp>
        <p:nvSpPr>
          <p:cNvPr id="2" name="Slide Number Placeholder 1">
            <a:extLst>
              <a:ext uri="{FF2B5EF4-FFF2-40B4-BE49-F238E27FC236}">
                <a16:creationId xmlns:a16="http://schemas.microsoft.com/office/drawing/2014/main" id="{9D3A219B-EA44-A8FA-5624-110943E229E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57</a:t>
            </a:fld>
            <a:endParaRPr lang="en-AU"/>
          </a:p>
        </p:txBody>
      </p:sp>
    </p:spTree>
    <p:extLst>
      <p:ext uri="{BB962C8B-B14F-4D97-AF65-F5344CB8AC3E}">
        <p14:creationId xmlns:p14="http://schemas.microsoft.com/office/powerpoint/2010/main" val="2314008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A94A0-1585-B5DE-F663-2CC0EB52E35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9928648-20AD-4C71-4F25-32B0522F5B9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(29)</a:t>
            </a:r>
          </a:p>
        </p:txBody>
      </p:sp>
      <p:pic>
        <p:nvPicPr>
          <p:cNvPr id="3" name="Picture 2">
            <a:extLst>
              <a:ext uri="{FF2B5EF4-FFF2-40B4-BE49-F238E27FC236}">
                <a16:creationId xmlns:a16="http://schemas.microsoft.com/office/drawing/2014/main" id="{4A6BDB97-E652-19FE-8B5C-2AD4CC92796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2E6FBF1D-90A0-E2F9-37E9-7676EDC470D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58</a:t>
            </a:fld>
            <a:endParaRPr lang="en-AU"/>
          </a:p>
        </p:txBody>
      </p:sp>
      <p:sp>
        <p:nvSpPr>
          <p:cNvPr id="4" name="TextBox 3">
            <a:extLst>
              <a:ext uri="{FF2B5EF4-FFF2-40B4-BE49-F238E27FC236}">
                <a16:creationId xmlns:a16="http://schemas.microsoft.com/office/drawing/2014/main" id="{0F4AC05B-6CA0-DF19-CC39-F5CBC780D486}"/>
              </a:ext>
            </a:extLst>
          </p:cNvPr>
          <p:cNvSpPr txBox="1"/>
          <p:nvPr/>
        </p:nvSpPr>
        <p:spPr>
          <a:xfrm>
            <a:off x="453523" y="1184223"/>
            <a:ext cx="11623247" cy="5255664"/>
          </a:xfrm>
          <a:prstGeom prst="rect">
            <a:avLst/>
          </a:prstGeom>
          <a:noFill/>
        </p:spPr>
        <p:txBody>
          <a:bodyPr wrap="square" lIns="0" tIns="0" rIns="0" bIns="0" rtlCol="0">
            <a:noAutofit/>
          </a:bodyPr>
          <a:lstStyle/>
          <a:p>
            <a:pPr>
              <a:lnSpc>
                <a:spcPct val="150000"/>
              </a:lnSpc>
            </a:pPr>
            <a:r>
              <a:rPr lang="en-AU" sz="3600"/>
              <a:t>Choose either </a:t>
            </a:r>
            <a:r>
              <a:rPr lang="en-AU" sz="3600" b="1"/>
              <a:t>hectares</a:t>
            </a:r>
            <a:r>
              <a:rPr lang="en-AU" sz="3600"/>
              <a:t> (ha) or </a:t>
            </a:r>
            <a:r>
              <a:rPr lang="en-AU" sz="3600" b="1"/>
              <a:t>square kilometres </a:t>
            </a:r>
            <a:r>
              <a:rPr lang="en-AU" sz="3600"/>
              <a:t>(km²) as the </a:t>
            </a:r>
            <a:r>
              <a:rPr lang="en-AU" sz="3600" b="1"/>
              <a:t>most appropriate unit </a:t>
            </a:r>
            <a:r>
              <a:rPr lang="en-AU" sz="3600"/>
              <a:t>to measure the </a:t>
            </a:r>
            <a:r>
              <a:rPr lang="en-AU" sz="3600" b="1"/>
              <a:t>area </a:t>
            </a:r>
            <a:r>
              <a:rPr lang="en-AU" sz="3600"/>
              <a:t>of</a:t>
            </a:r>
            <a:r>
              <a:rPr lang="en-AU" sz="3600" b="1"/>
              <a:t>:</a:t>
            </a:r>
            <a:endParaRPr lang="en-AU" sz="3600"/>
          </a:p>
          <a:p>
            <a:pPr marL="514350" indent="-514350">
              <a:lnSpc>
                <a:spcPct val="150000"/>
              </a:lnSpc>
              <a:buFont typeface="+mj-lt"/>
              <a:buAutoNum type="alphaLcParenR"/>
            </a:pPr>
            <a:r>
              <a:rPr lang="en-AU" sz="3600"/>
              <a:t>a large farm</a:t>
            </a:r>
          </a:p>
          <a:p>
            <a:pPr marL="514350" indent="-514350">
              <a:lnSpc>
                <a:spcPct val="150000"/>
              </a:lnSpc>
              <a:buFont typeface="+mj-lt"/>
              <a:buAutoNum type="alphaLcParenR"/>
            </a:pPr>
            <a:r>
              <a:rPr lang="en-AU" sz="3600"/>
              <a:t>a country</a:t>
            </a:r>
          </a:p>
          <a:p>
            <a:pPr marL="514350" indent="-514350">
              <a:lnSpc>
                <a:spcPct val="150000"/>
              </a:lnSpc>
              <a:buFont typeface="+mj-lt"/>
              <a:buAutoNum type="alphaLcParenR"/>
            </a:pPr>
            <a:r>
              <a:rPr lang="en-AU" sz="3600"/>
              <a:t>a sports field.</a:t>
            </a:r>
          </a:p>
          <a:p>
            <a:pPr algn="ctr">
              <a:lnSpc>
                <a:spcPct val="150000"/>
              </a:lnSpc>
            </a:pPr>
            <a:r>
              <a:rPr lang="en-AU" sz="3600" b="1"/>
              <a:t>Communicate</a:t>
            </a:r>
            <a:r>
              <a:rPr lang="en-AU" sz="3600"/>
              <a:t> your </a:t>
            </a:r>
            <a:r>
              <a:rPr lang="en-AU" sz="3600" b="1"/>
              <a:t>reasoning</a:t>
            </a:r>
            <a:r>
              <a:rPr lang="en-AU" sz="3600"/>
              <a:t>.</a:t>
            </a:r>
          </a:p>
        </p:txBody>
      </p:sp>
    </p:spTree>
    <p:extLst>
      <p:ext uri="{BB962C8B-B14F-4D97-AF65-F5344CB8AC3E}">
        <p14:creationId xmlns:p14="http://schemas.microsoft.com/office/powerpoint/2010/main" val="1507145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53CCB-181C-6291-FC2D-548E34B4A09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E187202-6628-8726-E165-5E95BD2A2C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(30)</a:t>
            </a:r>
          </a:p>
        </p:txBody>
      </p:sp>
      <p:pic>
        <p:nvPicPr>
          <p:cNvPr id="3" name="Picture 2">
            <a:extLst>
              <a:ext uri="{FF2B5EF4-FFF2-40B4-BE49-F238E27FC236}">
                <a16:creationId xmlns:a16="http://schemas.microsoft.com/office/drawing/2014/main" id="{D48B7122-4823-634E-9085-7F5757ED186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6721F6AC-7871-D576-6F10-6FB969DD520E}"/>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59</a:t>
            </a:fld>
            <a:endParaRPr lang="en-AU"/>
          </a:p>
        </p:txBody>
      </p:sp>
      <p:sp>
        <p:nvSpPr>
          <p:cNvPr id="4" name="TextBox 3">
            <a:extLst>
              <a:ext uri="{FF2B5EF4-FFF2-40B4-BE49-F238E27FC236}">
                <a16:creationId xmlns:a16="http://schemas.microsoft.com/office/drawing/2014/main" id="{57263D19-EB15-9ECE-B74E-E9F98505D68F}"/>
              </a:ext>
            </a:extLst>
          </p:cNvPr>
          <p:cNvSpPr txBox="1"/>
          <p:nvPr/>
        </p:nvSpPr>
        <p:spPr>
          <a:xfrm>
            <a:off x="731353" y="1659282"/>
            <a:ext cx="10729293" cy="3772861"/>
          </a:xfrm>
          <a:prstGeom prst="rect">
            <a:avLst/>
          </a:prstGeom>
          <a:noFill/>
        </p:spPr>
        <p:txBody>
          <a:bodyPr wrap="square" lIns="0" tIns="0" rIns="0" bIns="0" rtlCol="0">
            <a:noAutofit/>
          </a:bodyPr>
          <a:lstStyle/>
          <a:p>
            <a:pPr algn="ctr">
              <a:lnSpc>
                <a:spcPct val="150000"/>
              </a:lnSpc>
            </a:pPr>
            <a:r>
              <a:rPr lang="en-AU" sz="4400"/>
              <a:t>Use </a:t>
            </a:r>
            <a:r>
              <a:rPr lang="en-AU" sz="4400" b="1"/>
              <a:t>knowledge of multiples </a:t>
            </a:r>
            <a:r>
              <a:rPr lang="en-AU" sz="4400"/>
              <a:t>to</a:t>
            </a:r>
            <a:r>
              <a:rPr lang="en-AU" sz="4400" b="1"/>
              <a:t> </a:t>
            </a:r>
          </a:p>
          <a:p>
            <a:pPr algn="ctr">
              <a:lnSpc>
                <a:spcPct val="150000"/>
              </a:lnSpc>
            </a:pPr>
            <a:r>
              <a:rPr lang="en-AU" sz="4400" b="1"/>
              <a:t>partition </a:t>
            </a:r>
            <a:r>
              <a:rPr lang="en-AU" sz="4400"/>
              <a:t>and solve </a:t>
            </a:r>
          </a:p>
          <a:p>
            <a:pPr algn="ctr">
              <a:lnSpc>
                <a:spcPct val="150000"/>
              </a:lnSpc>
            </a:pPr>
            <a:r>
              <a:rPr lang="en-AU" sz="5400"/>
              <a:t>624 ÷ 4</a:t>
            </a:r>
          </a:p>
        </p:txBody>
      </p:sp>
    </p:spTree>
    <p:extLst>
      <p:ext uri="{BB962C8B-B14F-4D97-AF65-F5344CB8AC3E}">
        <p14:creationId xmlns:p14="http://schemas.microsoft.com/office/powerpoint/2010/main" val="3490087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5ABA3-4748-8E7D-DDC9-C9DF4C47111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47F77AF-C187-96CF-9F9A-FA65AF1CE19E}"/>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(31)</a:t>
            </a:r>
          </a:p>
        </p:txBody>
      </p:sp>
      <p:pic>
        <p:nvPicPr>
          <p:cNvPr id="3" name="Picture 2">
            <a:extLst>
              <a:ext uri="{FF2B5EF4-FFF2-40B4-BE49-F238E27FC236}">
                <a16:creationId xmlns:a16="http://schemas.microsoft.com/office/drawing/2014/main" id="{77944112-784D-22C3-1462-ED0056915B9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B7478634-1FD3-F6F8-9B44-323C87C83B4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60</a:t>
            </a:fld>
            <a:endParaRPr lang="en-AU"/>
          </a:p>
        </p:txBody>
      </p:sp>
      <p:pic>
        <p:nvPicPr>
          <p:cNvPr id="4" name="Picture 3" descr="A timetable titled 'Ashton's timetable Saturday 15th February', displaying a day's schedule divided by hour from midnight to midnight. The timeline is laid out in 2 horizontal segments, one for morning through early afternoon and another for afternoon to night. The top segment includes activities starting with sleeping till 7:00 am, followed by breakfast, watching TV, walking the dog, riding a bike, swimming in the pool, and playing a basketball game. The lower segment begins at 12 pm with a visit to a skate park, lunch at the park, attending George's birthday party, more swimming, chores, playing computer games, dinner, a family board game tournament, and finally sleep. Each activity is color-coded and enclosed in rectangular blocks with varying lengths according to the time allocated.">
            <a:extLst>
              <a:ext uri="{FF2B5EF4-FFF2-40B4-BE49-F238E27FC236}">
                <a16:creationId xmlns:a16="http://schemas.microsoft.com/office/drawing/2014/main" id="{C12001EA-A9C5-0771-A095-C0C7E7D27BF9}"/>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b="3685"/>
          <a:stretch>
            <a:fillRect/>
          </a:stretch>
        </p:blipFill>
        <p:spPr bwMode="auto">
          <a:xfrm>
            <a:off x="2361182" y="2825526"/>
            <a:ext cx="8045628" cy="3870474"/>
          </a:xfrm>
          <a:prstGeom prst="rect">
            <a:avLst/>
          </a:prstGeom>
          <a:ln>
            <a:noFill/>
          </a:ln>
          <a:effectLst>
            <a:outerShdw blurRad="292100" dist="139700" dir="2700000" algn="tl" rotWithShape="0">
              <a:srgbClr val="333333">
                <a:alpha val="65000"/>
              </a:srgbClr>
            </a:outerShdw>
          </a:effectLst>
          <a:extLst>
            <a:ext uri="{53640926-AAD7-44D8-BBD7-CCE9431645EC}">
              <a14:shadowObscured xmlns:a14="http://schemas.microsoft.com/office/drawing/2010/main"/>
            </a:ext>
          </a:extLst>
        </p:spPr>
      </p:pic>
      <p:sp>
        <p:nvSpPr>
          <p:cNvPr id="7" name="TextBox 6">
            <a:extLst>
              <a:ext uri="{FF2B5EF4-FFF2-40B4-BE49-F238E27FC236}">
                <a16:creationId xmlns:a16="http://schemas.microsoft.com/office/drawing/2014/main" id="{76650AF3-8A3C-3F61-AF0A-B587AE9E2C72}"/>
              </a:ext>
            </a:extLst>
          </p:cNvPr>
          <p:cNvSpPr txBox="1"/>
          <p:nvPr/>
        </p:nvSpPr>
        <p:spPr>
          <a:xfrm>
            <a:off x="360000" y="1184223"/>
            <a:ext cx="11467811" cy="1362681"/>
          </a:xfrm>
          <a:prstGeom prst="rect">
            <a:avLst/>
          </a:prstGeom>
          <a:noFill/>
        </p:spPr>
        <p:txBody>
          <a:bodyPr wrap="square">
            <a:spAutoFit/>
          </a:bodyPr>
          <a:lstStyle/>
          <a:p>
            <a:pPr marL="342900" indent="-342900">
              <a:lnSpc>
                <a:spcPct val="150000"/>
              </a:lnSpc>
              <a:spcBef>
                <a:spcPts val="1200"/>
              </a:spcBef>
              <a:spcAft>
                <a:spcPts val="600"/>
              </a:spcAft>
              <a:buFont typeface="Arial" panose="020B0604020202020204" pitchFamily="34" charset="0"/>
              <a:buChar char="•"/>
            </a:pPr>
            <a:r>
              <a:rPr lang="en-AU" b="1">
                <a:latin typeface="Arial" panose="020B0604020202020204" pitchFamily="34" charset="0"/>
                <a:ea typeface="Calibri" panose="020F0502020204030204" pitchFamily="34" charset="0"/>
              </a:rPr>
              <a:t>Between</a:t>
            </a:r>
            <a:r>
              <a:rPr lang="en-AU">
                <a:latin typeface="Arial" panose="020B0604020202020204" pitchFamily="34" charset="0"/>
                <a:ea typeface="Calibri" panose="020F0502020204030204" pitchFamily="34" charset="0"/>
              </a:rPr>
              <a:t> which times was Ashton playing in the family board game tournament?</a:t>
            </a:r>
          </a:p>
          <a:p>
            <a:pPr marL="342900" indent="-342900">
              <a:lnSpc>
                <a:spcPct val="150000"/>
              </a:lnSpc>
              <a:spcBef>
                <a:spcPts val="1200"/>
              </a:spcBef>
              <a:spcAft>
                <a:spcPts val="600"/>
              </a:spcAft>
              <a:buFont typeface="Arial" panose="020B0604020202020204" pitchFamily="34" charset="0"/>
              <a:buChar char="•"/>
            </a:pPr>
            <a:r>
              <a:rPr lang="en-AU">
                <a:latin typeface="Arial" panose="020B0604020202020204" pitchFamily="34" charset="0"/>
                <a:ea typeface="Calibri" panose="020F0502020204030204" pitchFamily="34" charset="0"/>
              </a:rPr>
              <a:t>What was Ashton doing at </a:t>
            </a:r>
            <a:r>
              <a:rPr lang="en-AU" b="1">
                <a:latin typeface="Arial" panose="020B0604020202020204" pitchFamily="34" charset="0"/>
                <a:ea typeface="Calibri" panose="020F0502020204030204" pitchFamily="34" charset="0"/>
              </a:rPr>
              <a:t>4:00 pm</a:t>
            </a:r>
            <a:r>
              <a:rPr lang="en-AU">
                <a:latin typeface="Arial" panose="020B0604020202020204" pitchFamily="34" charset="0"/>
                <a:ea typeface="Calibri" panose="020F0502020204030204" pitchFamily="34" charset="0"/>
              </a:rPr>
              <a:t>?</a:t>
            </a:r>
            <a:endParaRPr lang="en-AU" sz="2400">
              <a:effectLst/>
              <a:latin typeface="Arial" panose="020B0604020202020204" pitchFamily="34" charset="0"/>
              <a:ea typeface="Calibri" panose="020F0502020204030204" pitchFamily="34" charset="0"/>
            </a:endParaRPr>
          </a:p>
        </p:txBody>
      </p:sp>
    </p:spTree>
    <p:extLst>
      <p:ext uri="{BB962C8B-B14F-4D97-AF65-F5344CB8AC3E}">
        <p14:creationId xmlns:p14="http://schemas.microsoft.com/office/powerpoint/2010/main" val="2898456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57432-9B72-74D4-70AE-7786B368DBE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E62588C-05BB-B2C0-C849-14E973555613}"/>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(32)</a:t>
            </a:r>
          </a:p>
        </p:txBody>
      </p:sp>
      <p:pic>
        <p:nvPicPr>
          <p:cNvPr id="3" name="Picture 2">
            <a:extLst>
              <a:ext uri="{FF2B5EF4-FFF2-40B4-BE49-F238E27FC236}">
                <a16:creationId xmlns:a16="http://schemas.microsoft.com/office/drawing/2014/main" id="{850D1A9D-F8AF-AA84-34F9-CCDC3026C740}"/>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9" name="Picture 8" descr="Australian gold rush timeline with a scale of 2 cm = 10 years. A centimetre ruler rests underneath the timeline to help with determining the scale and dates on the timeline.">
            <a:extLst>
              <a:ext uri="{FF2B5EF4-FFF2-40B4-BE49-F238E27FC236}">
                <a16:creationId xmlns:a16="http://schemas.microsoft.com/office/drawing/2014/main" id="{BABBFD3D-6183-DE9C-5116-01366AB6A96C}"/>
              </a:ext>
            </a:extLst>
          </p:cNvPr>
          <p:cNvPicPr>
            <a:picLocks noChangeAspect="1"/>
          </p:cNvPicPr>
          <p:nvPr/>
        </p:nvPicPr>
        <p:blipFill>
          <a:blip r:embed="rId4"/>
          <a:stretch>
            <a:fillRect/>
          </a:stretch>
        </p:blipFill>
        <p:spPr>
          <a:xfrm>
            <a:off x="1695842" y="2621000"/>
            <a:ext cx="9031426" cy="3985000"/>
          </a:xfrm>
          <a:prstGeom prst="rect">
            <a:avLst/>
          </a:prstGeom>
          <a:ln>
            <a:noFill/>
          </a:ln>
          <a:effectLst>
            <a:outerShdw blurRad="292100" dist="139700" dir="2700000" algn="tl" rotWithShape="0">
              <a:srgbClr val="333333">
                <a:alpha val="65000"/>
              </a:srgbClr>
            </a:outerShdw>
          </a:effectLst>
        </p:spPr>
      </p:pic>
      <p:sp>
        <p:nvSpPr>
          <p:cNvPr id="7" name="TextBox 6">
            <a:extLst>
              <a:ext uri="{FF2B5EF4-FFF2-40B4-BE49-F238E27FC236}">
                <a16:creationId xmlns:a16="http://schemas.microsoft.com/office/drawing/2014/main" id="{D37AEA97-73FB-9366-E8D3-F41EF7A9B529}"/>
              </a:ext>
            </a:extLst>
          </p:cNvPr>
          <p:cNvSpPr txBox="1"/>
          <p:nvPr/>
        </p:nvSpPr>
        <p:spPr>
          <a:xfrm>
            <a:off x="360000" y="1081850"/>
            <a:ext cx="11176296" cy="1659691"/>
          </a:xfrm>
          <a:prstGeom prst="rect">
            <a:avLst/>
          </a:prstGeom>
          <a:noFill/>
        </p:spPr>
        <p:txBody>
          <a:bodyPr wrap="square" lIns="0" tIns="0" rIns="0" bIns="0" rtlCol="0">
            <a:noAutofit/>
          </a:bodyPr>
          <a:lstStyle/>
          <a:p>
            <a:pPr algn="ctr">
              <a:lnSpc>
                <a:spcPct val="150000"/>
              </a:lnSpc>
            </a:pPr>
            <a:r>
              <a:rPr lang="en-AU" sz="2800"/>
              <a:t>Use the </a:t>
            </a:r>
            <a:r>
              <a:rPr lang="en-AU" sz="2800" b="1"/>
              <a:t>timeline</a:t>
            </a:r>
            <a:r>
              <a:rPr lang="en-AU" sz="2800"/>
              <a:t>, </a:t>
            </a:r>
            <a:r>
              <a:rPr lang="en-AU" sz="2800" b="1"/>
              <a:t>scale</a:t>
            </a:r>
            <a:r>
              <a:rPr lang="en-AU" sz="2800"/>
              <a:t> and </a:t>
            </a:r>
            <a:r>
              <a:rPr lang="en-AU" sz="2800" b="1"/>
              <a:t>ruler</a:t>
            </a:r>
            <a:r>
              <a:rPr lang="en-AU" sz="2800"/>
              <a:t> to answer:</a:t>
            </a:r>
          </a:p>
          <a:p>
            <a:pPr algn="ctr">
              <a:lnSpc>
                <a:spcPct val="150000"/>
              </a:lnSpc>
            </a:pPr>
            <a:r>
              <a:rPr lang="en-AU" sz="2800"/>
              <a:t>Which year was there an </a:t>
            </a:r>
            <a:r>
              <a:rPr lang="en-AU" sz="2800" b="1"/>
              <a:t>influx of Chinese miners to Australia</a:t>
            </a:r>
            <a:r>
              <a:rPr lang="en-AU" sz="2800"/>
              <a:t>?</a:t>
            </a:r>
          </a:p>
        </p:txBody>
      </p:sp>
      <p:sp>
        <p:nvSpPr>
          <p:cNvPr id="2" name="Slide Number Placeholder 1">
            <a:extLst>
              <a:ext uri="{FF2B5EF4-FFF2-40B4-BE49-F238E27FC236}">
                <a16:creationId xmlns:a16="http://schemas.microsoft.com/office/drawing/2014/main" id="{0CDA8BC4-AEAB-FF2A-DCCC-487AC0BDC1A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61</a:t>
            </a:fld>
            <a:endParaRPr lang="en-AU"/>
          </a:p>
        </p:txBody>
      </p:sp>
    </p:spTree>
    <p:extLst>
      <p:ext uri="{BB962C8B-B14F-4D97-AF65-F5344CB8AC3E}">
        <p14:creationId xmlns:p14="http://schemas.microsoft.com/office/powerpoint/2010/main" val="3790239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C354E-6F66-3F0A-34EA-C1D6B7F7C3F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B1EB96-2EB7-2FE9-A90B-2CE5990B0C1D}"/>
              </a:ext>
            </a:extLst>
          </p:cNvPr>
          <p:cNvSpPr>
            <a:spLocks noGrp="1"/>
          </p:cNvSpPr>
          <p:nvPr>
            <p:ph type="title"/>
          </p:nvPr>
        </p:nvSpPr>
        <p:spPr>
          <a:xfrm>
            <a:off x="360000" y="360000"/>
            <a:ext cx="10367268" cy="545601"/>
          </a:xfrm>
        </p:spPr>
        <p:txBody>
          <a:bodyPr/>
          <a:lstStyle/>
          <a:p>
            <a:r>
              <a:rPr lang="en-AU"/>
              <a:t>Activity 8 – estimating reasonableness of solutions (1)</a:t>
            </a:r>
          </a:p>
        </p:txBody>
      </p:sp>
      <p:pic>
        <p:nvPicPr>
          <p:cNvPr id="4" name="Picture 3">
            <a:extLst>
              <a:ext uri="{FF2B5EF4-FFF2-40B4-BE49-F238E27FC236}">
                <a16:creationId xmlns:a16="http://schemas.microsoft.com/office/drawing/2014/main" id="{2307795C-5521-91B9-C866-EC547ED6285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6A9323DD-7508-20BE-AA13-86EA01A4DD4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62</a:t>
            </a:fld>
            <a:endParaRPr lang="en-AU"/>
          </a:p>
        </p:txBody>
      </p:sp>
      <p:sp>
        <p:nvSpPr>
          <p:cNvPr id="5" name="TextBox 4">
            <a:extLst>
              <a:ext uri="{FF2B5EF4-FFF2-40B4-BE49-F238E27FC236}">
                <a16:creationId xmlns:a16="http://schemas.microsoft.com/office/drawing/2014/main" id="{7BC25E1E-7EE4-8682-1D21-A7699D7A5775}"/>
              </a:ext>
            </a:extLst>
          </p:cNvPr>
          <p:cNvSpPr txBox="1"/>
          <p:nvPr/>
        </p:nvSpPr>
        <p:spPr>
          <a:xfrm>
            <a:off x="3047288" y="1679153"/>
            <a:ext cx="6097424" cy="769441"/>
          </a:xfrm>
          <a:prstGeom prst="rect">
            <a:avLst/>
          </a:prstGeom>
          <a:noFill/>
        </p:spPr>
        <p:txBody>
          <a:bodyPr wrap="square">
            <a:spAutoFit/>
          </a:bodyPr>
          <a:lstStyle/>
          <a:p>
            <a:pPr algn="ctr"/>
            <a:r>
              <a:rPr lang="en-AU" sz="4400">
                <a:effectLst/>
                <a:latin typeface="Arial" panose="020B0604020202020204" pitchFamily="34" charset="0"/>
                <a:ea typeface="Calibri" panose="020F0502020204030204" pitchFamily="34" charset="0"/>
              </a:rPr>
              <a:t>1438 + 129 = 1567</a:t>
            </a:r>
            <a:endParaRPr lang="en-AU" sz="4400"/>
          </a:p>
        </p:txBody>
      </p:sp>
    </p:spTree>
    <p:extLst>
      <p:ext uri="{BB962C8B-B14F-4D97-AF65-F5344CB8AC3E}">
        <p14:creationId xmlns:p14="http://schemas.microsoft.com/office/powerpoint/2010/main" val="3281973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52F586-21C3-9E0A-D07A-3CEB766EEAA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FD892CAB-0AC8-D828-D233-D1BCDD17236C}"/>
              </a:ext>
            </a:extLst>
          </p:cNvPr>
          <p:cNvSpPr>
            <a:spLocks noGrp="1"/>
          </p:cNvSpPr>
          <p:nvPr>
            <p:ph type="title"/>
          </p:nvPr>
        </p:nvSpPr>
        <p:spPr>
          <a:xfrm>
            <a:off x="360000" y="360000"/>
            <a:ext cx="10367268" cy="545601"/>
          </a:xfrm>
        </p:spPr>
        <p:txBody>
          <a:bodyPr/>
          <a:lstStyle/>
          <a:p>
            <a:r>
              <a:rPr lang="en-AU"/>
              <a:t>Activity 8 – estimating reasonableness of solutions (2)</a:t>
            </a:r>
          </a:p>
        </p:txBody>
      </p:sp>
      <p:pic>
        <p:nvPicPr>
          <p:cNvPr id="4" name="Picture 3">
            <a:extLst>
              <a:ext uri="{FF2B5EF4-FFF2-40B4-BE49-F238E27FC236}">
                <a16:creationId xmlns:a16="http://schemas.microsoft.com/office/drawing/2014/main" id="{AD1647E8-5061-964A-8F74-872EF2EF499B}"/>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246D71F1-1269-6118-1B90-46FE0C52C10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63</a:t>
            </a:fld>
            <a:endParaRPr lang="en-AU"/>
          </a:p>
        </p:txBody>
      </p:sp>
      <p:sp>
        <p:nvSpPr>
          <p:cNvPr id="5" name="TextBox 4">
            <a:extLst>
              <a:ext uri="{FF2B5EF4-FFF2-40B4-BE49-F238E27FC236}">
                <a16:creationId xmlns:a16="http://schemas.microsoft.com/office/drawing/2014/main" id="{E452A7A3-1343-7221-10E8-86A88540EFF1}"/>
              </a:ext>
            </a:extLst>
          </p:cNvPr>
          <p:cNvSpPr txBox="1"/>
          <p:nvPr/>
        </p:nvSpPr>
        <p:spPr>
          <a:xfrm>
            <a:off x="3047288" y="1679153"/>
            <a:ext cx="6097424" cy="769441"/>
          </a:xfrm>
          <a:prstGeom prst="rect">
            <a:avLst/>
          </a:prstGeom>
          <a:noFill/>
        </p:spPr>
        <p:txBody>
          <a:bodyPr wrap="square">
            <a:spAutoFit/>
          </a:bodyPr>
          <a:lstStyle/>
          <a:p>
            <a:pPr algn="ctr"/>
            <a:r>
              <a:rPr lang="en-AU" sz="4400">
                <a:effectLst/>
                <a:latin typeface="Arial" panose="020B0604020202020204" pitchFamily="34" charset="0"/>
                <a:ea typeface="Calibri" panose="020F0502020204030204" pitchFamily="34" charset="0"/>
              </a:rPr>
              <a:t>1895 − 1125 = 1029</a:t>
            </a:r>
            <a:endParaRPr lang="en-AU" sz="4400"/>
          </a:p>
        </p:txBody>
      </p:sp>
    </p:spTree>
    <p:extLst>
      <p:ext uri="{BB962C8B-B14F-4D97-AF65-F5344CB8AC3E}">
        <p14:creationId xmlns:p14="http://schemas.microsoft.com/office/powerpoint/2010/main" val="38516460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76AE76-8B26-8127-65E4-49BED9A52CBB}"/>
              </a:ext>
            </a:extLst>
          </p:cNvPr>
          <p:cNvSpPr>
            <a:spLocks noGrp="1"/>
          </p:cNvSpPr>
          <p:nvPr>
            <p:ph type="title"/>
          </p:nvPr>
        </p:nvSpPr>
        <p:spPr/>
        <p:txBody>
          <a:bodyPr/>
          <a:lstStyle/>
          <a:p>
            <a:r>
              <a:rPr lang="en-AU">
                <a:latin typeface="+mj-lt"/>
              </a:rPr>
              <a:t>Double Venn diagram</a:t>
            </a:r>
          </a:p>
        </p:txBody>
      </p:sp>
      <p:grpSp>
        <p:nvGrpSpPr>
          <p:cNvPr id="4" name="Group 3" descr="Object 1">
            <a:extLst>
              <a:ext uri="{FF2B5EF4-FFF2-40B4-BE49-F238E27FC236}">
                <a16:creationId xmlns:a16="http://schemas.microsoft.com/office/drawing/2014/main" id="{95D9560F-6B51-6AF3-CD5C-741454253462}"/>
              </a:ext>
            </a:extLst>
          </p:cNvPr>
          <p:cNvGrpSpPr/>
          <p:nvPr/>
        </p:nvGrpSpPr>
        <p:grpSpPr>
          <a:xfrm>
            <a:off x="1653639" y="1123760"/>
            <a:ext cx="5471315" cy="5247059"/>
            <a:chOff x="1653639" y="1123760"/>
            <a:chExt cx="5471315" cy="5247059"/>
          </a:xfrm>
        </p:grpSpPr>
        <p:sp>
          <p:nvSpPr>
            <p:cNvPr id="5" name="Google Shape;79;p15" descr="Venn object 1">
              <a:extLst>
                <a:ext uri="{FF2B5EF4-FFF2-40B4-BE49-F238E27FC236}">
                  <a16:creationId xmlns:a16="http://schemas.microsoft.com/office/drawing/2014/main" id="{4D104F2E-A9D0-AF8D-33D2-97F0566C71B0}"/>
                </a:ext>
              </a:extLst>
            </p:cNvPr>
            <p:cNvSpPr/>
            <p:nvPr/>
          </p:nvSpPr>
          <p:spPr>
            <a:xfrm>
              <a:off x="1653639" y="1284852"/>
              <a:ext cx="5471315" cy="5085967"/>
            </a:xfrm>
            <a:prstGeom prst="ellipse">
              <a:avLst/>
            </a:prstGeom>
            <a:noFill/>
            <a:ln w="57150" cap="flat" cmpd="sng">
              <a:solidFill>
                <a:srgbClr val="00ACC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9" name="Rectangle: Rounded Corners 8">
              <a:extLst>
                <a:ext uri="{FF2B5EF4-FFF2-40B4-BE49-F238E27FC236}">
                  <a16:creationId xmlns:a16="http://schemas.microsoft.com/office/drawing/2014/main" id="{6985327D-BA76-9959-01EB-1FAF158AA50C}"/>
                </a:ext>
              </a:extLst>
            </p:cNvPr>
            <p:cNvSpPr/>
            <p:nvPr/>
          </p:nvSpPr>
          <p:spPr>
            <a:xfrm>
              <a:off x="3468608" y="1123760"/>
              <a:ext cx="1841375" cy="544512"/>
            </a:xfrm>
            <a:prstGeom prst="roundRect">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1</a:t>
              </a:r>
            </a:p>
          </p:txBody>
        </p:sp>
      </p:grpSp>
      <p:grpSp>
        <p:nvGrpSpPr>
          <p:cNvPr id="12" name="Group 11" descr="Object 2">
            <a:extLst>
              <a:ext uri="{FF2B5EF4-FFF2-40B4-BE49-F238E27FC236}">
                <a16:creationId xmlns:a16="http://schemas.microsoft.com/office/drawing/2014/main" id="{C5AED732-DC57-3916-DBAC-438AE2CFC8ED}"/>
              </a:ext>
            </a:extLst>
          </p:cNvPr>
          <p:cNvGrpSpPr/>
          <p:nvPr/>
        </p:nvGrpSpPr>
        <p:grpSpPr>
          <a:xfrm>
            <a:off x="5012233" y="1123760"/>
            <a:ext cx="5471315" cy="5247059"/>
            <a:chOff x="5012233" y="1123760"/>
            <a:chExt cx="5471315" cy="5247059"/>
          </a:xfrm>
        </p:grpSpPr>
        <p:sp>
          <p:nvSpPr>
            <p:cNvPr id="10" name="Google Shape;79;p15" descr="Venn object 1">
              <a:extLst>
                <a:ext uri="{FF2B5EF4-FFF2-40B4-BE49-F238E27FC236}">
                  <a16:creationId xmlns:a16="http://schemas.microsoft.com/office/drawing/2014/main" id="{7F9AEF08-D20A-7C6A-BBCD-E7251FAFEF5D}"/>
                </a:ext>
              </a:extLst>
            </p:cNvPr>
            <p:cNvSpPr/>
            <p:nvPr/>
          </p:nvSpPr>
          <p:spPr>
            <a:xfrm>
              <a:off x="5012233" y="1284852"/>
              <a:ext cx="5471315" cy="5085967"/>
            </a:xfrm>
            <a:prstGeom prst="ellipse">
              <a:avLst/>
            </a:prstGeom>
            <a:noFill/>
            <a:ln w="57150" cap="flat" cmpd="sng">
              <a:solidFill>
                <a:srgbClr val="C81B6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11" name="Rectangle: Rounded Corners 10">
              <a:extLst>
                <a:ext uri="{FF2B5EF4-FFF2-40B4-BE49-F238E27FC236}">
                  <a16:creationId xmlns:a16="http://schemas.microsoft.com/office/drawing/2014/main" id="{97CF7C23-ED1B-E42A-3AFD-251B65522A3A}"/>
                </a:ext>
              </a:extLst>
            </p:cNvPr>
            <p:cNvSpPr/>
            <p:nvPr/>
          </p:nvSpPr>
          <p:spPr>
            <a:xfrm>
              <a:off x="6827203" y="1123760"/>
              <a:ext cx="1841375" cy="544512"/>
            </a:xfrm>
            <a:prstGeom prst="roundRect">
              <a:avLst/>
            </a:prstGeom>
            <a:solidFill>
              <a:srgbClr val="FBDBE7"/>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2</a:t>
              </a:r>
            </a:p>
          </p:txBody>
        </p:sp>
      </p:grpSp>
      <p:sp>
        <p:nvSpPr>
          <p:cNvPr id="6" name="Google Shape;83;p15">
            <a:extLst>
              <a:ext uri="{FF2B5EF4-FFF2-40B4-BE49-F238E27FC236}">
                <a16:creationId xmlns:a16="http://schemas.microsoft.com/office/drawing/2014/main" id="{7929AC78-7E3C-08A6-D26C-E99CB41BAD96}"/>
              </a:ext>
            </a:extLst>
          </p:cNvPr>
          <p:cNvSpPr txBox="1"/>
          <p:nvPr/>
        </p:nvSpPr>
        <p:spPr>
          <a:xfrm>
            <a:off x="2172233" y="3587341"/>
            <a:ext cx="2840000"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1</a:t>
            </a:r>
            <a:endParaRPr sz="1600" kern="0">
              <a:solidFill>
                <a:srgbClr val="000000"/>
              </a:solidFill>
              <a:ea typeface="Montserrat"/>
              <a:cs typeface="Arial" panose="020B0604020202020204" pitchFamily="34" charset="0"/>
              <a:sym typeface="Montserrat"/>
            </a:endParaRPr>
          </a:p>
        </p:txBody>
      </p:sp>
      <p:sp>
        <p:nvSpPr>
          <p:cNvPr id="8" name="Google Shape;85;p15">
            <a:extLst>
              <a:ext uri="{FF2B5EF4-FFF2-40B4-BE49-F238E27FC236}">
                <a16:creationId xmlns:a16="http://schemas.microsoft.com/office/drawing/2014/main" id="{F6A59A3B-162F-EA43-AD23-33BEF8DA5A86}"/>
              </a:ext>
            </a:extLst>
          </p:cNvPr>
          <p:cNvSpPr txBox="1"/>
          <p:nvPr/>
        </p:nvSpPr>
        <p:spPr>
          <a:xfrm>
            <a:off x="5475522" y="3317591"/>
            <a:ext cx="1504400" cy="1020486"/>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similar to both objects</a:t>
            </a:r>
            <a:endParaRPr sz="1600" kern="0">
              <a:solidFill>
                <a:srgbClr val="000000"/>
              </a:solidFill>
              <a:ea typeface="Montserrat"/>
              <a:cs typeface="Arial" panose="020B0604020202020204" pitchFamily="34" charset="0"/>
              <a:sym typeface="Montserrat"/>
            </a:endParaRPr>
          </a:p>
        </p:txBody>
      </p:sp>
      <p:sp>
        <p:nvSpPr>
          <p:cNvPr id="7" name="Google Shape;84;p15">
            <a:extLst>
              <a:ext uri="{FF2B5EF4-FFF2-40B4-BE49-F238E27FC236}">
                <a16:creationId xmlns:a16="http://schemas.microsoft.com/office/drawing/2014/main" id="{20C12809-0B2D-4F6C-1E45-A032BCB4FC87}"/>
              </a:ext>
            </a:extLst>
          </p:cNvPr>
          <p:cNvSpPr txBox="1"/>
          <p:nvPr/>
        </p:nvSpPr>
        <p:spPr>
          <a:xfrm>
            <a:off x="7659220" y="3548595"/>
            <a:ext cx="2290061"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2</a:t>
            </a:r>
            <a:endParaRPr sz="1600" kern="0">
              <a:solidFill>
                <a:srgbClr val="000000"/>
              </a:solidFill>
              <a:ea typeface="Montserrat"/>
              <a:cs typeface="Arial" panose="020B0604020202020204" pitchFamily="34" charset="0"/>
              <a:sym typeface="Montserrat"/>
            </a:endParaRPr>
          </a:p>
        </p:txBody>
      </p:sp>
      <p:sp>
        <p:nvSpPr>
          <p:cNvPr id="2" name="Slide Number Placeholder 1">
            <a:extLst>
              <a:ext uri="{FF2B5EF4-FFF2-40B4-BE49-F238E27FC236}">
                <a16:creationId xmlns:a16="http://schemas.microsoft.com/office/drawing/2014/main" id="{9E573A6F-C19D-9FA9-6524-4645FC66BA07}"/>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64</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97034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6D91289-EFA1-2A0B-F525-10593DC34D0E}"/>
              </a:ext>
            </a:extLst>
          </p:cNvPr>
          <p:cNvSpPr>
            <a:spLocks noGrp="1"/>
          </p:cNvSpPr>
          <p:nvPr>
            <p:ph type="title"/>
          </p:nvPr>
        </p:nvSpPr>
        <p:spPr/>
        <p:txBody>
          <a:bodyPr/>
          <a:lstStyle/>
          <a:p>
            <a:r>
              <a:rPr lang="en-AU">
                <a:latin typeface="+mj-lt"/>
              </a:rPr>
              <a:t>Frayer</a:t>
            </a:r>
          </a:p>
        </p:txBody>
      </p:sp>
      <p:sp>
        <p:nvSpPr>
          <p:cNvPr id="5" name="Google Shape;72;p15">
            <a:extLst>
              <a:ext uri="{FF2B5EF4-FFF2-40B4-BE49-F238E27FC236}">
                <a16:creationId xmlns:a16="http://schemas.microsoft.com/office/drawing/2014/main" id="{B9D6B4E5-9E93-B797-C630-047A8AA7C573}"/>
              </a:ext>
              <a:ext uri="{C183D7F6-B498-43B3-948B-1728B52AA6E4}">
                <adec:decorative xmlns:adec="http://schemas.microsoft.com/office/drawing/2017/decorative" val="1"/>
              </a:ext>
            </a:extLst>
          </p:cNvPr>
          <p:cNvSpPr/>
          <p:nvPr/>
        </p:nvSpPr>
        <p:spPr>
          <a:xfrm rot="16200000">
            <a:off x="2509649" y="61201"/>
            <a:ext cx="2525626" cy="4551266"/>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6" name="Google Shape;73;p15">
            <a:extLst>
              <a:ext uri="{FF2B5EF4-FFF2-40B4-BE49-F238E27FC236}">
                <a16:creationId xmlns:a16="http://schemas.microsoft.com/office/drawing/2014/main" id="{155B17CE-58EE-4032-EBBD-41AA0AD38601}"/>
              </a:ext>
            </a:extLst>
          </p:cNvPr>
          <p:cNvSpPr txBox="1"/>
          <p:nvPr/>
        </p:nvSpPr>
        <p:spPr>
          <a:xfrm>
            <a:off x="1496829" y="1074256"/>
            <a:ext cx="4551266" cy="2022942"/>
          </a:xfrm>
          <a:prstGeom prst="rect">
            <a:avLst/>
          </a:prstGeom>
          <a:noFill/>
          <a:ln>
            <a:noFill/>
          </a:ln>
        </p:spPr>
        <p:txBody>
          <a:bodyPr spcFirstLastPara="1" wrap="square" lIns="151700" tIns="36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Definition </a:t>
            </a:r>
            <a:endParaRPr sz="2000">
              <a:latin typeface="+mj-lt"/>
              <a:cs typeface="Arial" panose="020B0604020202020204" pitchFamily="34" charset="0"/>
            </a:endParaRPr>
          </a:p>
        </p:txBody>
      </p:sp>
      <p:sp>
        <p:nvSpPr>
          <p:cNvPr id="7" name="Google Shape;74;p15">
            <a:extLst>
              <a:ext uri="{FF2B5EF4-FFF2-40B4-BE49-F238E27FC236}">
                <a16:creationId xmlns:a16="http://schemas.microsoft.com/office/drawing/2014/main" id="{ACE9AFB6-504F-E966-D3E6-0982C9D9B403}"/>
              </a:ext>
              <a:ext uri="{C183D7F6-B498-43B3-948B-1728B52AA6E4}">
                <adec:decorative xmlns:adec="http://schemas.microsoft.com/office/drawing/2017/decorative" val="1"/>
              </a:ext>
            </a:extLst>
          </p:cNvPr>
          <p:cNvSpPr/>
          <p:nvPr/>
        </p:nvSpPr>
        <p:spPr>
          <a:xfrm>
            <a:off x="6198194" y="1059232"/>
            <a:ext cx="4497303" cy="2527829"/>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sym typeface="Calibri"/>
            </a:endParaRPr>
          </a:p>
        </p:txBody>
      </p:sp>
      <p:sp>
        <p:nvSpPr>
          <p:cNvPr id="8" name="Google Shape;75;p15">
            <a:extLst>
              <a:ext uri="{FF2B5EF4-FFF2-40B4-BE49-F238E27FC236}">
                <a16:creationId xmlns:a16="http://schemas.microsoft.com/office/drawing/2014/main" id="{EAA24362-2F3E-5787-7000-91A7ADFA07E0}"/>
              </a:ext>
            </a:extLst>
          </p:cNvPr>
          <p:cNvSpPr txBox="1"/>
          <p:nvPr/>
        </p:nvSpPr>
        <p:spPr>
          <a:xfrm>
            <a:off x="6198194" y="1059232"/>
            <a:ext cx="4497303" cy="2080650"/>
          </a:xfrm>
          <a:prstGeom prst="rect">
            <a:avLst/>
          </a:prstGeom>
          <a:noFill/>
          <a:ln>
            <a:noFill/>
          </a:ln>
        </p:spPr>
        <p:txBody>
          <a:bodyPr spcFirstLastPara="1" wrap="square" lIns="0" tIns="360000" rIns="170667" bIns="170667" anchor="t" anchorCtr="0">
            <a:noAutofit/>
          </a:bodyPr>
          <a:lstStyle/>
          <a:p>
            <a:pPr marL="479988">
              <a:lnSpc>
                <a:spcPct val="90000"/>
              </a:lnSpc>
              <a:buClr>
                <a:srgbClr val="1E4E79"/>
              </a:buClr>
              <a:buSzPts val="1800"/>
            </a:pPr>
            <a:r>
              <a:rPr lang="en" sz="2000" b="1">
                <a:latin typeface="+mj-lt"/>
                <a:ea typeface="Calibri"/>
                <a:cs typeface="Arial" panose="020B0604020202020204" pitchFamily="34" charset="0"/>
                <a:sym typeface="Calibri"/>
              </a:rPr>
              <a:t>Facts/Characteristics</a:t>
            </a:r>
            <a:endParaRPr sz="2000">
              <a:latin typeface="+mj-lt"/>
              <a:ea typeface="Calibri"/>
              <a:cs typeface="Arial" panose="020B0604020202020204" pitchFamily="34" charset="0"/>
              <a:sym typeface="Calibri"/>
            </a:endParaRPr>
          </a:p>
        </p:txBody>
      </p:sp>
      <p:sp>
        <p:nvSpPr>
          <p:cNvPr id="9" name="Google Shape;76;p15">
            <a:extLst>
              <a:ext uri="{FF2B5EF4-FFF2-40B4-BE49-F238E27FC236}">
                <a16:creationId xmlns:a16="http://schemas.microsoft.com/office/drawing/2014/main" id="{654479C0-7B02-5005-0AF7-67C0EE900317}"/>
              </a:ext>
              <a:ext uri="{C183D7F6-B498-43B3-948B-1728B52AA6E4}">
                <adec:decorative xmlns:adec="http://schemas.microsoft.com/office/drawing/2017/decorative" val="1"/>
              </a:ext>
            </a:extLst>
          </p:cNvPr>
          <p:cNvSpPr/>
          <p:nvPr/>
        </p:nvSpPr>
        <p:spPr>
          <a:xfrm rot="10800000">
            <a:off x="1496502" y="3693916"/>
            <a:ext cx="4551266" cy="263208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0" name="Google Shape;77;p15">
            <a:extLst>
              <a:ext uri="{FF2B5EF4-FFF2-40B4-BE49-F238E27FC236}">
                <a16:creationId xmlns:a16="http://schemas.microsoft.com/office/drawing/2014/main" id="{2CCF9001-759D-8324-2DF9-1254DE857686}"/>
              </a:ext>
            </a:extLst>
          </p:cNvPr>
          <p:cNvSpPr txBox="1"/>
          <p:nvPr/>
        </p:nvSpPr>
        <p:spPr>
          <a:xfrm>
            <a:off x="1496829" y="3690082"/>
            <a:ext cx="4551266" cy="2635516"/>
          </a:xfrm>
          <a:prstGeom prst="rect">
            <a:avLst/>
          </a:prstGeom>
          <a:noFill/>
          <a:ln>
            <a:noFill/>
          </a:ln>
        </p:spPr>
        <p:txBody>
          <a:bodyPr spcFirstLastPara="1" wrap="square" lIns="151700" tIns="720000" rIns="151700" bIns="151700" anchor="t" anchorCtr="0">
            <a:noAutofit/>
          </a:bodyPr>
          <a:lstStyle/>
          <a:p>
            <a:pPr marL="479988">
              <a:buClr>
                <a:srgbClr val="1E4E79"/>
              </a:buClr>
              <a:buSzPts val="1600"/>
            </a:pPr>
            <a:r>
              <a:rPr lang="en" sz="2000" b="1">
                <a:latin typeface="+mj-lt"/>
                <a:ea typeface="Calibri"/>
                <a:cs typeface="Arial" panose="020B0604020202020204" pitchFamily="34" charset="0"/>
                <a:sym typeface="Calibri"/>
              </a:rPr>
              <a:t>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1" name="Google Shape;78;p15">
            <a:extLst>
              <a:ext uri="{FF2B5EF4-FFF2-40B4-BE49-F238E27FC236}">
                <a16:creationId xmlns:a16="http://schemas.microsoft.com/office/drawing/2014/main" id="{A70112CF-B458-EE21-D197-F749A960826E}"/>
              </a:ext>
              <a:ext uri="{C183D7F6-B498-43B3-948B-1728B52AA6E4}">
                <adec:decorative xmlns:adec="http://schemas.microsoft.com/office/drawing/2017/decorative" val="1"/>
              </a:ext>
            </a:extLst>
          </p:cNvPr>
          <p:cNvSpPr/>
          <p:nvPr/>
        </p:nvSpPr>
        <p:spPr>
          <a:xfrm rot="5400000">
            <a:off x="7132622" y="2768367"/>
            <a:ext cx="2628413" cy="448335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2" name="Google Shape;79;p15">
            <a:extLst>
              <a:ext uri="{FF2B5EF4-FFF2-40B4-BE49-F238E27FC236}">
                <a16:creationId xmlns:a16="http://schemas.microsoft.com/office/drawing/2014/main" id="{33005813-EAC2-1551-6AB4-22EBA739B63E}"/>
              </a:ext>
            </a:extLst>
          </p:cNvPr>
          <p:cNvSpPr txBox="1"/>
          <p:nvPr/>
        </p:nvSpPr>
        <p:spPr>
          <a:xfrm>
            <a:off x="6205065" y="3691806"/>
            <a:ext cx="4483354" cy="2632085"/>
          </a:xfrm>
          <a:prstGeom prst="rect">
            <a:avLst/>
          </a:prstGeom>
          <a:noFill/>
          <a:ln>
            <a:noFill/>
          </a:ln>
        </p:spPr>
        <p:txBody>
          <a:bodyPr spcFirstLastPara="1" wrap="square" lIns="0" tIns="72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Non-examples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3" name="Google Shape;80;p15">
            <a:extLst>
              <a:ext uri="{FF2B5EF4-FFF2-40B4-BE49-F238E27FC236}">
                <a16:creationId xmlns:a16="http://schemas.microsoft.com/office/drawing/2014/main" id="{A62C944F-23E5-C8E7-9836-BD34D0F59ABD}"/>
              </a:ext>
              <a:ext uri="{C183D7F6-B498-43B3-948B-1728B52AA6E4}">
                <adec:decorative xmlns:adec="http://schemas.microsoft.com/office/drawing/2017/decorative" val="1"/>
              </a:ext>
            </a:extLst>
          </p:cNvPr>
          <p:cNvSpPr/>
          <p:nvPr/>
        </p:nvSpPr>
        <p:spPr>
          <a:xfrm>
            <a:off x="4813068" y="3140242"/>
            <a:ext cx="2594640" cy="1039985"/>
          </a:xfrm>
          <a:prstGeom prst="roundRect">
            <a:avLst>
              <a:gd name="adj" fmla="val 16667"/>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endParaRPr sz="2000" b="1">
              <a:latin typeface="Arial" panose="020B0604020202020204" pitchFamily="34" charset="0"/>
              <a:cs typeface="Arial" panose="020B0604020202020204" pitchFamily="34" charset="0"/>
            </a:endParaRPr>
          </a:p>
        </p:txBody>
      </p:sp>
      <p:sp>
        <p:nvSpPr>
          <p:cNvPr id="14" name="Google Shape;81;p15">
            <a:extLst>
              <a:ext uri="{FF2B5EF4-FFF2-40B4-BE49-F238E27FC236}">
                <a16:creationId xmlns:a16="http://schemas.microsoft.com/office/drawing/2014/main" id="{5839A77F-3456-77D9-817C-2DE6B6AB4595}"/>
              </a:ext>
            </a:extLst>
          </p:cNvPr>
          <p:cNvSpPr txBox="1"/>
          <p:nvPr/>
        </p:nvSpPr>
        <p:spPr>
          <a:xfrm>
            <a:off x="4863817" y="3191467"/>
            <a:ext cx="2492955" cy="937932"/>
          </a:xfrm>
          <a:prstGeom prst="rect">
            <a:avLst/>
          </a:prstGeom>
          <a:noFill/>
          <a:ln>
            <a:noFill/>
          </a:ln>
        </p:spPr>
        <p:txBody>
          <a:bodyPr spcFirstLastPara="1" wrap="square" lIns="101600" tIns="101600" rIns="101600" bIns="101600" anchor="ctr" anchorCtr="0">
            <a:noAutofit/>
          </a:bodyPr>
          <a:lstStyle/>
          <a:p>
            <a:pPr algn="ctr">
              <a:buClr>
                <a:srgbClr val="1E4E79"/>
              </a:buClr>
              <a:buSzPts val="2000"/>
            </a:pPr>
            <a:r>
              <a:rPr lang="en" b="1">
                <a:latin typeface="+mj-lt"/>
                <a:ea typeface="Calibri"/>
                <a:cs typeface="Arial" panose="020B0604020202020204" pitchFamily="34" charset="0"/>
                <a:sym typeface="Calibri"/>
              </a:rPr>
              <a:t>Word, term, concept</a:t>
            </a:r>
            <a:endParaRPr>
              <a:latin typeface="+mj-lt"/>
              <a:cs typeface="Arial" panose="020B0604020202020204" pitchFamily="34" charset="0"/>
            </a:endParaRPr>
          </a:p>
        </p:txBody>
      </p:sp>
      <p:sp>
        <p:nvSpPr>
          <p:cNvPr id="2" name="Slide Number Placeholder 1">
            <a:extLst>
              <a:ext uri="{FF2B5EF4-FFF2-40B4-BE49-F238E27FC236}">
                <a16:creationId xmlns:a16="http://schemas.microsoft.com/office/drawing/2014/main" id="{A4070155-F260-7BBF-5A58-0C4E16363B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65</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1420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Google Shape;125;p17">
            <a:extLst>
              <a:ext uri="{FF2B5EF4-FFF2-40B4-BE49-F238E27FC236}">
                <a16:creationId xmlns:a16="http://schemas.microsoft.com/office/drawing/2014/main" id="{3E705808-C767-CFA5-5BCC-DD7546162A49}"/>
              </a:ext>
              <a:ext uri="{C183D7F6-B498-43B3-948B-1728B52AA6E4}">
                <adec:decorative xmlns:adec="http://schemas.microsoft.com/office/drawing/2017/decorative" val="1"/>
              </a:ext>
            </a:extLst>
          </p:cNvPr>
          <p:cNvCxnSpPr/>
          <p:nvPr/>
        </p:nvCxnSpPr>
        <p:spPr>
          <a:xfrm>
            <a:off x="3501647" y="3588700"/>
            <a:ext cx="1674541" cy="0"/>
          </a:xfrm>
          <a:prstGeom prst="straightConnector1">
            <a:avLst/>
          </a:prstGeom>
          <a:noFill/>
          <a:ln w="19050" cap="flat" cmpd="sng">
            <a:solidFill>
              <a:srgbClr val="007A8A"/>
            </a:solidFill>
            <a:prstDash val="solid"/>
            <a:round/>
            <a:headEnd type="none" w="med" len="med"/>
            <a:tailEnd type="none" w="med" len="med"/>
          </a:ln>
        </p:spPr>
      </p:cxnSp>
      <p:cxnSp>
        <p:nvCxnSpPr>
          <p:cNvPr id="33" name="Google Shape;126;p17">
            <a:extLst>
              <a:ext uri="{FF2B5EF4-FFF2-40B4-BE49-F238E27FC236}">
                <a16:creationId xmlns:a16="http://schemas.microsoft.com/office/drawing/2014/main" id="{4D593D99-85C5-3753-C35F-70804D33E897}"/>
              </a:ext>
              <a:ext uri="{C183D7F6-B498-43B3-948B-1728B52AA6E4}">
                <adec:decorative xmlns:adec="http://schemas.microsoft.com/office/drawing/2017/decorative" val="1"/>
              </a:ext>
            </a:extLst>
          </p:cNvPr>
          <p:cNvCxnSpPr/>
          <p:nvPr/>
        </p:nvCxnSpPr>
        <p:spPr>
          <a:xfrm rot="10800000" flipH="1">
            <a:off x="7016136" y="3588822"/>
            <a:ext cx="1674177" cy="9471"/>
          </a:xfrm>
          <a:prstGeom prst="straightConnector1">
            <a:avLst/>
          </a:prstGeom>
          <a:noFill/>
          <a:ln w="19050" cap="flat" cmpd="sng">
            <a:solidFill>
              <a:srgbClr val="007A8A"/>
            </a:solidFill>
            <a:prstDash val="solid"/>
            <a:round/>
            <a:headEnd type="none" w="med" len="med"/>
            <a:tailEnd type="none" w="med" len="med"/>
          </a:ln>
        </p:spPr>
      </p:cxnSp>
      <p:cxnSp>
        <p:nvCxnSpPr>
          <p:cNvPr id="34" name="Google Shape;127;p17">
            <a:extLst>
              <a:ext uri="{FF2B5EF4-FFF2-40B4-BE49-F238E27FC236}">
                <a16:creationId xmlns:a16="http://schemas.microsoft.com/office/drawing/2014/main" id="{6241178A-8250-2EB4-990C-5E5C190B57EF}"/>
              </a:ext>
              <a:ext uri="{C183D7F6-B498-43B3-948B-1728B52AA6E4}">
                <adec:decorative xmlns:adec="http://schemas.microsoft.com/office/drawing/2017/decorative" val="1"/>
              </a:ext>
            </a:extLst>
          </p:cNvPr>
          <p:cNvCxnSpPr>
            <a:stCxn id="4" idx="4"/>
          </p:cNvCxnSpPr>
          <p:nvPr/>
        </p:nvCxnSpPr>
        <p:spPr>
          <a:xfrm>
            <a:off x="6096119" y="4336165"/>
            <a:ext cx="0" cy="1049092"/>
          </a:xfrm>
          <a:prstGeom prst="straightConnector1">
            <a:avLst/>
          </a:prstGeom>
          <a:noFill/>
          <a:ln w="19050" cap="flat" cmpd="sng">
            <a:solidFill>
              <a:srgbClr val="007A8A"/>
            </a:solidFill>
            <a:prstDash val="solid"/>
            <a:round/>
            <a:headEnd type="none" w="med" len="med"/>
            <a:tailEnd type="none" w="med" len="med"/>
          </a:ln>
        </p:spPr>
      </p:cxnSp>
      <p:cxnSp>
        <p:nvCxnSpPr>
          <p:cNvPr id="35" name="Google Shape;128;p17">
            <a:extLst>
              <a:ext uri="{FF2B5EF4-FFF2-40B4-BE49-F238E27FC236}">
                <a16:creationId xmlns:a16="http://schemas.microsoft.com/office/drawing/2014/main" id="{F5AEAD7C-EBDE-0F6D-747A-69E22D2A29DE}"/>
              </a:ext>
              <a:ext uri="{C183D7F6-B498-43B3-948B-1728B52AA6E4}">
                <adec:decorative xmlns:adec="http://schemas.microsoft.com/office/drawing/2017/decorative" val="1"/>
              </a:ext>
            </a:extLst>
          </p:cNvPr>
          <p:cNvCxnSpPr>
            <a:stCxn id="4" idx="0"/>
            <a:endCxn id="42" idx="4"/>
          </p:cNvCxnSpPr>
          <p:nvPr/>
        </p:nvCxnSpPr>
        <p:spPr>
          <a:xfrm rot="10800000">
            <a:off x="6076813" y="1814701"/>
            <a:ext cx="19306" cy="1026508"/>
          </a:xfrm>
          <a:prstGeom prst="straightConnector1">
            <a:avLst/>
          </a:prstGeom>
          <a:noFill/>
          <a:ln w="19050" cap="flat" cmpd="sng">
            <a:solidFill>
              <a:srgbClr val="007A8A"/>
            </a:solidFill>
            <a:prstDash val="solid"/>
            <a:round/>
            <a:headEnd type="none" w="med" len="med"/>
            <a:tailEnd type="none" w="med" len="med"/>
          </a:ln>
        </p:spPr>
      </p:cxnSp>
      <p:cxnSp>
        <p:nvCxnSpPr>
          <p:cNvPr id="36" name="Google Shape;130;p17">
            <a:extLst>
              <a:ext uri="{FF2B5EF4-FFF2-40B4-BE49-F238E27FC236}">
                <a16:creationId xmlns:a16="http://schemas.microsoft.com/office/drawing/2014/main" id="{785A2CF1-95F1-A338-3D65-77D8DE66BE5A}"/>
              </a:ext>
              <a:ext uri="{C183D7F6-B498-43B3-948B-1728B52AA6E4}">
                <adec:decorative xmlns:adec="http://schemas.microsoft.com/office/drawing/2017/decorative" val="1"/>
              </a:ext>
            </a:extLst>
          </p:cNvPr>
          <p:cNvCxnSpPr>
            <a:endCxn id="46" idx="7"/>
          </p:cNvCxnSpPr>
          <p:nvPr/>
        </p:nvCxnSpPr>
        <p:spPr>
          <a:xfrm flipH="1">
            <a:off x="4063742" y="4117156"/>
            <a:ext cx="1363820" cy="595579"/>
          </a:xfrm>
          <a:prstGeom prst="straightConnector1">
            <a:avLst/>
          </a:prstGeom>
          <a:noFill/>
          <a:ln w="19050" cap="flat" cmpd="sng">
            <a:solidFill>
              <a:srgbClr val="007A8A"/>
            </a:solidFill>
            <a:prstDash val="solid"/>
            <a:round/>
            <a:headEnd type="none" w="med" len="med"/>
            <a:tailEnd type="none" w="med" len="med"/>
          </a:ln>
        </p:spPr>
      </p:cxnSp>
      <p:cxnSp>
        <p:nvCxnSpPr>
          <p:cNvPr id="37" name="Google Shape;132;p17">
            <a:extLst>
              <a:ext uri="{FF2B5EF4-FFF2-40B4-BE49-F238E27FC236}">
                <a16:creationId xmlns:a16="http://schemas.microsoft.com/office/drawing/2014/main" id="{66A531BB-70E7-53AD-650E-EC53ED879874}"/>
              </a:ext>
              <a:ext uri="{C183D7F6-B498-43B3-948B-1728B52AA6E4}">
                <adec:decorative xmlns:adec="http://schemas.microsoft.com/office/drawing/2017/decorative" val="1"/>
              </a:ext>
            </a:extLst>
          </p:cNvPr>
          <p:cNvCxnSpPr>
            <a:stCxn id="4" idx="1"/>
            <a:endCxn id="40" idx="5"/>
          </p:cNvCxnSpPr>
          <p:nvPr/>
        </p:nvCxnSpPr>
        <p:spPr>
          <a:xfrm rot="10800000">
            <a:off x="4059932" y="2423399"/>
            <a:ext cx="1385676" cy="636741"/>
          </a:xfrm>
          <a:prstGeom prst="straightConnector1">
            <a:avLst/>
          </a:prstGeom>
          <a:noFill/>
          <a:ln w="19050" cap="flat" cmpd="sng">
            <a:solidFill>
              <a:srgbClr val="007A8A"/>
            </a:solidFill>
            <a:prstDash val="solid"/>
            <a:round/>
            <a:headEnd type="none" w="med" len="med"/>
            <a:tailEnd type="none" w="med" len="med"/>
          </a:ln>
        </p:spPr>
      </p:cxnSp>
      <p:cxnSp>
        <p:nvCxnSpPr>
          <p:cNvPr id="38" name="Google Shape;134;p17">
            <a:extLst>
              <a:ext uri="{FF2B5EF4-FFF2-40B4-BE49-F238E27FC236}">
                <a16:creationId xmlns:a16="http://schemas.microsoft.com/office/drawing/2014/main" id="{BB967329-4667-DDED-F05E-5823A1F34685}"/>
              </a:ext>
              <a:ext uri="{C183D7F6-B498-43B3-948B-1728B52AA6E4}">
                <adec:decorative xmlns:adec="http://schemas.microsoft.com/office/drawing/2017/decorative" val="1"/>
              </a:ext>
            </a:extLst>
          </p:cNvPr>
          <p:cNvCxnSpPr>
            <a:endCxn id="47" idx="1"/>
          </p:cNvCxnSpPr>
          <p:nvPr/>
        </p:nvCxnSpPr>
        <p:spPr>
          <a:xfrm>
            <a:off x="6764984" y="4105838"/>
            <a:ext cx="1385676" cy="772977"/>
          </a:xfrm>
          <a:prstGeom prst="straightConnector1">
            <a:avLst/>
          </a:prstGeom>
          <a:noFill/>
          <a:ln w="19050" cap="flat" cmpd="sng">
            <a:solidFill>
              <a:srgbClr val="007A8A"/>
            </a:solidFill>
            <a:prstDash val="solid"/>
            <a:round/>
            <a:headEnd type="none" w="med" len="med"/>
            <a:tailEnd type="none" w="med" len="med"/>
          </a:ln>
        </p:spPr>
      </p:cxnSp>
      <p:cxnSp>
        <p:nvCxnSpPr>
          <p:cNvPr id="39" name="Google Shape;136;p17">
            <a:extLst>
              <a:ext uri="{FF2B5EF4-FFF2-40B4-BE49-F238E27FC236}">
                <a16:creationId xmlns:a16="http://schemas.microsoft.com/office/drawing/2014/main" id="{C6252BA3-DB91-FDA2-FA30-142CEADB096E}"/>
              </a:ext>
              <a:ext uri="{C183D7F6-B498-43B3-948B-1728B52AA6E4}">
                <adec:decorative xmlns:adec="http://schemas.microsoft.com/office/drawing/2017/decorative" val="1"/>
              </a:ext>
            </a:extLst>
          </p:cNvPr>
          <p:cNvCxnSpPr>
            <a:endCxn id="43" idx="3"/>
          </p:cNvCxnSpPr>
          <p:nvPr/>
        </p:nvCxnSpPr>
        <p:spPr>
          <a:xfrm rot="10800000" flipH="1">
            <a:off x="6807967" y="2423263"/>
            <a:ext cx="1342693" cy="704495"/>
          </a:xfrm>
          <a:prstGeom prst="straightConnector1">
            <a:avLst/>
          </a:prstGeom>
          <a:noFill/>
          <a:ln w="19050" cap="flat" cmpd="sng">
            <a:solidFill>
              <a:srgbClr val="007A8A"/>
            </a:solidFill>
            <a:prstDash val="solid"/>
            <a:round/>
            <a:headEnd type="none" w="med" len="med"/>
            <a:tailEnd type="none" w="med" len="med"/>
          </a:ln>
        </p:spPr>
      </p:cxnSp>
      <p:sp>
        <p:nvSpPr>
          <p:cNvPr id="3" name="Title 2">
            <a:extLst>
              <a:ext uri="{FF2B5EF4-FFF2-40B4-BE49-F238E27FC236}">
                <a16:creationId xmlns:a16="http://schemas.microsoft.com/office/drawing/2014/main" id="{A043208B-6BF2-C65E-D4AF-ECD978662E75}"/>
              </a:ext>
            </a:extLst>
          </p:cNvPr>
          <p:cNvSpPr>
            <a:spLocks noGrp="1"/>
          </p:cNvSpPr>
          <p:nvPr>
            <p:ph type="title"/>
          </p:nvPr>
        </p:nvSpPr>
        <p:spPr/>
        <p:txBody>
          <a:bodyPr/>
          <a:lstStyle/>
          <a:p>
            <a:r>
              <a:rPr lang="en-AU">
                <a:latin typeface="+mj-lt"/>
              </a:rPr>
              <a:t>Spider map</a:t>
            </a:r>
          </a:p>
        </p:txBody>
      </p:sp>
      <p:sp>
        <p:nvSpPr>
          <p:cNvPr id="4" name="Google Shape;124;p17" descr="Subject ">
            <a:extLst>
              <a:ext uri="{FF2B5EF4-FFF2-40B4-BE49-F238E27FC236}">
                <a16:creationId xmlns:a16="http://schemas.microsoft.com/office/drawing/2014/main" id="{B2F3C6A1-3F2E-1BE6-7182-F224BC265587}"/>
              </a:ext>
            </a:extLst>
          </p:cNvPr>
          <p:cNvSpPr/>
          <p:nvPr/>
        </p:nvSpPr>
        <p:spPr>
          <a:xfrm>
            <a:off x="5176159" y="2841208"/>
            <a:ext cx="1839919" cy="1494957"/>
          </a:xfrm>
          <a:prstGeom prst="ellipse">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r>
              <a:rPr lang="en" sz="2000" b="1">
                <a:latin typeface="+mj-lt"/>
                <a:cs typeface="Arial" panose="020B0604020202020204" pitchFamily="34" charset="0"/>
                <a:sym typeface="Montserrat"/>
              </a:rPr>
              <a:t>Subject</a:t>
            </a:r>
            <a:endParaRPr sz="2000" b="1">
              <a:latin typeface="+mj-lt"/>
              <a:cs typeface="Arial" panose="020B0604020202020204" pitchFamily="34" charset="0"/>
              <a:sym typeface="Montserrat"/>
            </a:endParaRPr>
          </a:p>
        </p:txBody>
      </p:sp>
      <p:sp>
        <p:nvSpPr>
          <p:cNvPr id="40" name="Google Shape;133;p17" descr="Idea bubble">
            <a:extLst>
              <a:ext uri="{FF2B5EF4-FFF2-40B4-BE49-F238E27FC236}">
                <a16:creationId xmlns:a16="http://schemas.microsoft.com/office/drawing/2014/main" id="{407D636A-5897-673F-FD31-EE27AAB7F3C7}"/>
              </a:ext>
            </a:extLst>
          </p:cNvPr>
          <p:cNvSpPr/>
          <p:nvPr/>
        </p:nvSpPr>
        <p:spPr>
          <a:xfrm>
            <a:off x="253893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 sz="1400">
                <a:solidFill>
                  <a:srgbClr val="000000"/>
                </a:solidFill>
                <a:cs typeface="Arial" panose="020B0604020202020204" pitchFamily="34" charset="0"/>
                <a:sym typeface="Montserrat Medium"/>
              </a:rPr>
              <a:t>Idea</a:t>
            </a:r>
            <a:endParaRPr sz="1400">
              <a:solidFill>
                <a:srgbClr val="000000"/>
              </a:solidFill>
              <a:cs typeface="Arial" panose="020B0604020202020204" pitchFamily="34" charset="0"/>
              <a:sym typeface="Montserrat Medium"/>
            </a:endParaRPr>
          </a:p>
        </p:txBody>
      </p:sp>
      <p:sp>
        <p:nvSpPr>
          <p:cNvPr id="42" name="Google Shape;129;p17">
            <a:extLst>
              <a:ext uri="{FF2B5EF4-FFF2-40B4-BE49-F238E27FC236}">
                <a16:creationId xmlns:a16="http://schemas.microsoft.com/office/drawing/2014/main" id="{59AED9FD-CCFB-691A-4DC8-14C28EBD4FF2}"/>
              </a:ext>
              <a:ext uri="{C183D7F6-B498-43B3-948B-1728B52AA6E4}">
                <adec:decorative xmlns:adec="http://schemas.microsoft.com/office/drawing/2017/decorative" val="1"/>
              </a:ext>
            </a:extLst>
          </p:cNvPr>
          <p:cNvSpPr/>
          <p:nvPr/>
        </p:nvSpPr>
        <p:spPr>
          <a:xfrm>
            <a:off x="5185729" y="109651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3" name="Google Shape;137;p17">
            <a:extLst>
              <a:ext uri="{FF2B5EF4-FFF2-40B4-BE49-F238E27FC236}">
                <a16:creationId xmlns:a16="http://schemas.microsoft.com/office/drawing/2014/main" id="{E609B3AC-51FA-4119-9DF1-EB907D2C5202}"/>
              </a:ext>
              <a:ext uri="{C183D7F6-B498-43B3-948B-1728B52AA6E4}">
                <adec:decorative xmlns:adec="http://schemas.microsoft.com/office/drawing/2017/decorative" val="1"/>
              </a:ext>
            </a:extLst>
          </p:cNvPr>
          <p:cNvSpPr/>
          <p:nvPr/>
        </p:nvSpPr>
        <p:spPr>
          <a:xfrm>
            <a:off x="788969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5" name="Google Shape;140;p17">
            <a:extLst>
              <a:ext uri="{FF2B5EF4-FFF2-40B4-BE49-F238E27FC236}">
                <a16:creationId xmlns:a16="http://schemas.microsoft.com/office/drawing/2014/main" id="{4E7E4470-2CA2-CE8A-1DDF-D2BB3C297511}"/>
              </a:ext>
              <a:ext uri="{C183D7F6-B498-43B3-948B-1728B52AA6E4}">
                <adec:decorative xmlns:adec="http://schemas.microsoft.com/office/drawing/2017/decorative" val="1"/>
              </a:ext>
            </a:extLst>
          </p:cNvPr>
          <p:cNvSpPr/>
          <p:nvPr/>
        </p:nvSpPr>
        <p:spPr>
          <a:xfrm>
            <a:off x="8690174" y="3222279"/>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7" name="Google Shape;135;p17">
            <a:extLst>
              <a:ext uri="{FF2B5EF4-FFF2-40B4-BE49-F238E27FC236}">
                <a16:creationId xmlns:a16="http://schemas.microsoft.com/office/drawing/2014/main" id="{C6846BAD-BA65-4B96-1B01-D9ADAEF0604F}"/>
              </a:ext>
              <a:ext uri="{C183D7F6-B498-43B3-948B-1728B52AA6E4}">
                <adec:decorative xmlns:adec="http://schemas.microsoft.com/office/drawing/2017/decorative" val="1"/>
              </a:ext>
            </a:extLst>
          </p:cNvPr>
          <p:cNvSpPr/>
          <p:nvPr/>
        </p:nvSpPr>
        <p:spPr>
          <a:xfrm>
            <a:off x="7889692" y="4773618"/>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4" name="Google Shape;139;p17">
            <a:extLst>
              <a:ext uri="{FF2B5EF4-FFF2-40B4-BE49-F238E27FC236}">
                <a16:creationId xmlns:a16="http://schemas.microsoft.com/office/drawing/2014/main" id="{2996E804-9D77-BAC1-44A7-255922CD1500}"/>
              </a:ext>
              <a:ext uri="{C183D7F6-B498-43B3-948B-1728B52AA6E4}">
                <adec:decorative xmlns:adec="http://schemas.microsoft.com/office/drawing/2017/decorative" val="1"/>
              </a:ext>
            </a:extLst>
          </p:cNvPr>
          <p:cNvSpPr/>
          <p:nvPr/>
        </p:nvSpPr>
        <p:spPr>
          <a:xfrm>
            <a:off x="5205237" y="538528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6" name="Google Shape;131;p17">
            <a:extLst>
              <a:ext uri="{FF2B5EF4-FFF2-40B4-BE49-F238E27FC236}">
                <a16:creationId xmlns:a16="http://schemas.microsoft.com/office/drawing/2014/main" id="{08CFCCC7-A9C6-E2D1-6D1B-5EE82E902EC5}"/>
              </a:ext>
              <a:ext uri="{C183D7F6-B498-43B3-948B-1728B52AA6E4}">
                <adec:decorative xmlns:adec="http://schemas.microsoft.com/office/drawing/2017/decorative" val="1"/>
              </a:ext>
            </a:extLst>
          </p:cNvPr>
          <p:cNvSpPr/>
          <p:nvPr/>
        </p:nvSpPr>
        <p:spPr>
          <a:xfrm>
            <a:off x="2542710" y="4607537"/>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1" name="Google Shape;138;p17">
            <a:extLst>
              <a:ext uri="{FF2B5EF4-FFF2-40B4-BE49-F238E27FC236}">
                <a16:creationId xmlns:a16="http://schemas.microsoft.com/office/drawing/2014/main" id="{09149727-8C6F-7285-D2A2-89762FD2C111}"/>
              </a:ext>
              <a:ext uri="{C183D7F6-B498-43B3-948B-1728B52AA6E4}">
                <adec:decorative xmlns:adec="http://schemas.microsoft.com/office/drawing/2017/decorative" val="1"/>
              </a:ext>
            </a:extLst>
          </p:cNvPr>
          <p:cNvSpPr/>
          <p:nvPr/>
        </p:nvSpPr>
        <p:spPr>
          <a:xfrm>
            <a:off x="1719825" y="3239082"/>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2" name="Slide Number Placeholder 1">
            <a:extLst>
              <a:ext uri="{FF2B5EF4-FFF2-40B4-BE49-F238E27FC236}">
                <a16:creationId xmlns:a16="http://schemas.microsoft.com/office/drawing/2014/main" id="{442089B0-B9B7-B171-D833-3B55372D4AD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66</a:t>
            </a:fld>
            <a:endParaRPr lang="en-AU"/>
          </a:p>
        </p:txBody>
      </p:sp>
    </p:spTree>
    <p:extLst>
      <p:ext uri="{BB962C8B-B14F-4D97-AF65-F5344CB8AC3E}">
        <p14:creationId xmlns:p14="http://schemas.microsoft.com/office/powerpoint/2010/main" val="1447528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AE960D-9C2D-2ABE-4C84-4B30CC887790}"/>
              </a:ext>
            </a:extLst>
          </p:cNvPr>
          <p:cNvSpPr>
            <a:spLocks noGrp="1"/>
          </p:cNvSpPr>
          <p:nvPr>
            <p:ph type="title"/>
          </p:nvPr>
        </p:nvSpPr>
        <p:spPr/>
        <p:txBody>
          <a:bodyPr/>
          <a:lstStyle/>
          <a:p>
            <a:r>
              <a:rPr lang="en-AU">
                <a:latin typeface="+mj-lt"/>
              </a:rPr>
              <a:t>Cline</a:t>
            </a:r>
          </a:p>
        </p:txBody>
      </p:sp>
      <p:sp>
        <p:nvSpPr>
          <p:cNvPr id="5" name="Google Shape;157;p17">
            <a:extLst>
              <a:ext uri="{FF2B5EF4-FFF2-40B4-BE49-F238E27FC236}">
                <a16:creationId xmlns:a16="http://schemas.microsoft.com/office/drawing/2014/main" id="{99DB61E7-8AA7-ACF0-4D64-75BA648AB9A3}"/>
              </a:ext>
              <a:ext uri="{C183D7F6-B498-43B3-948B-1728B52AA6E4}">
                <adec:decorative xmlns:adec="http://schemas.microsoft.com/office/drawing/2017/decorative" val="1"/>
              </a:ext>
            </a:extLst>
          </p:cNvPr>
          <p:cNvSpPr/>
          <p:nvPr/>
        </p:nvSpPr>
        <p:spPr>
          <a:xfrm>
            <a:off x="360000" y="2166818"/>
            <a:ext cx="11425200" cy="1227200"/>
          </a:xfrm>
          <a:prstGeom prst="leftRightArrow">
            <a:avLst>
              <a:gd name="adj1" fmla="val 47499"/>
              <a:gd name="adj2" fmla="val 36248"/>
            </a:avLst>
          </a:prstGeom>
          <a:gradFill flip="none" rotWithShape="1">
            <a:gsLst>
              <a:gs pos="53000">
                <a:srgbClr val="7030A0"/>
              </a:gs>
              <a:gs pos="0">
                <a:srgbClr val="00ACC2"/>
              </a:gs>
              <a:gs pos="100000">
                <a:srgbClr val="B51458"/>
              </a:gs>
            </a:gsLst>
            <a:lin ang="0" scaled="1"/>
            <a:tileRect/>
          </a:gradFill>
          <a:ln>
            <a:noFill/>
          </a:ln>
        </p:spPr>
        <p:txBody>
          <a:bodyPr spcFirstLastPara="1" wrap="square" lIns="121900" tIns="60933" rIns="121900" bIns="60933" anchor="ctr" anchorCtr="0">
            <a:noAutofit/>
          </a:bodyPr>
          <a:lstStyle/>
          <a:p>
            <a:pPr algn="ctr"/>
            <a:endParaRPr sz="1867">
              <a:solidFill>
                <a:schemeClr val="lt1"/>
              </a:solidFill>
              <a:latin typeface="Calibri"/>
              <a:ea typeface="Calibri"/>
              <a:cs typeface="Calibri"/>
              <a:sym typeface="Calibri"/>
            </a:endParaRPr>
          </a:p>
        </p:txBody>
      </p:sp>
      <p:sp>
        <p:nvSpPr>
          <p:cNvPr id="6" name="Google Shape;159;p17">
            <a:extLst>
              <a:ext uri="{FF2B5EF4-FFF2-40B4-BE49-F238E27FC236}">
                <a16:creationId xmlns:a16="http://schemas.microsoft.com/office/drawing/2014/main" id="{7F1EB844-4665-02DA-BFAA-08669BB4D4C1}"/>
              </a:ext>
            </a:extLst>
          </p:cNvPr>
          <p:cNvSpPr txBox="1"/>
          <p:nvPr/>
        </p:nvSpPr>
        <p:spPr>
          <a:xfrm>
            <a:off x="817723" y="2567903"/>
            <a:ext cx="1609595" cy="416338"/>
          </a:xfrm>
          <a:prstGeom prst="rect">
            <a:avLst/>
          </a:prstGeom>
          <a:solidFill>
            <a:srgbClr val="E5F7FC"/>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1</a:t>
            </a:r>
            <a:endParaRPr>
              <a:latin typeface="+mj-lt"/>
            </a:endParaRPr>
          </a:p>
        </p:txBody>
      </p:sp>
      <p:sp>
        <p:nvSpPr>
          <p:cNvPr id="8" name="Google Shape;150;p17">
            <a:extLst>
              <a:ext uri="{FF2B5EF4-FFF2-40B4-BE49-F238E27FC236}">
                <a16:creationId xmlns:a16="http://schemas.microsoft.com/office/drawing/2014/main" id="{234BDE74-7DD4-C755-F683-2C37F4D2F388}"/>
              </a:ext>
            </a:extLst>
          </p:cNvPr>
          <p:cNvSpPr/>
          <p:nvPr/>
        </p:nvSpPr>
        <p:spPr>
          <a:xfrm>
            <a:off x="360000" y="3970718"/>
            <a:ext cx="1487200" cy="474400"/>
          </a:xfrm>
          <a:prstGeom prst="roundRect">
            <a:avLst>
              <a:gd name="adj" fmla="val 10628"/>
            </a:avLst>
          </a:prstGeom>
          <a:noFill/>
          <a:ln w="19050" cap="flat" cmpd="sng">
            <a:solidFill>
              <a:srgbClr val="0E9DBE"/>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5" name="Google Shape;150;p17">
            <a:extLst>
              <a:ext uri="{FF2B5EF4-FFF2-40B4-BE49-F238E27FC236}">
                <a16:creationId xmlns:a16="http://schemas.microsoft.com/office/drawing/2014/main" id="{2C8D5980-E31C-D116-C526-1E9BD2B1A7E5}"/>
              </a:ext>
            </a:extLst>
          </p:cNvPr>
          <p:cNvSpPr/>
          <p:nvPr/>
        </p:nvSpPr>
        <p:spPr>
          <a:xfrm>
            <a:off x="1355372" y="4751748"/>
            <a:ext cx="1487200" cy="474400"/>
          </a:xfrm>
          <a:prstGeom prst="roundRect">
            <a:avLst>
              <a:gd name="adj" fmla="val 10628"/>
            </a:avLst>
          </a:prstGeom>
          <a:noFill/>
          <a:ln w="19050" cap="flat" cmpd="sng">
            <a:solidFill>
              <a:srgbClr val="2088B8"/>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4" name="Google Shape;150;p17">
            <a:extLst>
              <a:ext uri="{FF2B5EF4-FFF2-40B4-BE49-F238E27FC236}">
                <a16:creationId xmlns:a16="http://schemas.microsoft.com/office/drawing/2014/main" id="{87964B53-2E38-3E11-BE23-36598CC6123F}"/>
              </a:ext>
            </a:extLst>
          </p:cNvPr>
          <p:cNvSpPr/>
          <p:nvPr/>
        </p:nvSpPr>
        <p:spPr>
          <a:xfrm>
            <a:off x="2347600" y="3970718"/>
            <a:ext cx="1487200" cy="474400"/>
          </a:xfrm>
          <a:prstGeom prst="roundRect">
            <a:avLst>
              <a:gd name="adj" fmla="val 10628"/>
            </a:avLst>
          </a:prstGeom>
          <a:noFill/>
          <a:ln w="19050" cap="flat" cmpd="sng">
            <a:solidFill>
              <a:srgbClr val="3274B3"/>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6" name="Google Shape;150;p17">
            <a:extLst>
              <a:ext uri="{FF2B5EF4-FFF2-40B4-BE49-F238E27FC236}">
                <a16:creationId xmlns:a16="http://schemas.microsoft.com/office/drawing/2014/main" id="{24C79FC4-C263-5F73-A14A-DCD403846F10}"/>
              </a:ext>
            </a:extLst>
          </p:cNvPr>
          <p:cNvSpPr/>
          <p:nvPr/>
        </p:nvSpPr>
        <p:spPr>
          <a:xfrm>
            <a:off x="3339704" y="4751748"/>
            <a:ext cx="1487200" cy="474400"/>
          </a:xfrm>
          <a:prstGeom prst="roundRect">
            <a:avLst>
              <a:gd name="adj" fmla="val 10628"/>
            </a:avLst>
          </a:prstGeom>
          <a:noFill/>
          <a:ln w="19050" cap="flat" cmpd="sng">
            <a:solidFill>
              <a:srgbClr val="4560A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3" name="Google Shape;150;p17">
            <a:extLst>
              <a:ext uri="{FF2B5EF4-FFF2-40B4-BE49-F238E27FC236}">
                <a16:creationId xmlns:a16="http://schemas.microsoft.com/office/drawing/2014/main" id="{859882BF-8E8C-13EE-6E19-3CA8744A567B}"/>
              </a:ext>
            </a:extLst>
          </p:cNvPr>
          <p:cNvSpPr/>
          <p:nvPr/>
        </p:nvSpPr>
        <p:spPr>
          <a:xfrm>
            <a:off x="4335200" y="3970718"/>
            <a:ext cx="1487200" cy="474400"/>
          </a:xfrm>
          <a:prstGeom prst="roundRect">
            <a:avLst>
              <a:gd name="adj" fmla="val 10628"/>
            </a:avLst>
          </a:prstGeom>
          <a:noFill/>
          <a:ln w="19050" cap="flat" cmpd="sng">
            <a:solidFill>
              <a:srgbClr val="574BA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7" name="Google Shape;150;p17">
            <a:extLst>
              <a:ext uri="{FF2B5EF4-FFF2-40B4-BE49-F238E27FC236}">
                <a16:creationId xmlns:a16="http://schemas.microsoft.com/office/drawing/2014/main" id="{52A0090A-7B72-4B94-D8D5-8C494E77D834}"/>
              </a:ext>
            </a:extLst>
          </p:cNvPr>
          <p:cNvSpPr/>
          <p:nvPr/>
        </p:nvSpPr>
        <p:spPr>
          <a:xfrm>
            <a:off x="5324036" y="4751748"/>
            <a:ext cx="1487200" cy="474400"/>
          </a:xfrm>
          <a:prstGeom prst="roundRect">
            <a:avLst>
              <a:gd name="adj" fmla="val 10628"/>
            </a:avLst>
          </a:prstGeom>
          <a:noFill/>
          <a:ln w="19050" cap="flat" cmpd="sng">
            <a:solidFill>
              <a:srgbClr val="6A37A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2" name="Google Shape;150;p17">
            <a:extLst>
              <a:ext uri="{FF2B5EF4-FFF2-40B4-BE49-F238E27FC236}">
                <a16:creationId xmlns:a16="http://schemas.microsoft.com/office/drawing/2014/main" id="{7757179D-2318-0202-844F-FDD1F4E647B7}"/>
              </a:ext>
            </a:extLst>
          </p:cNvPr>
          <p:cNvSpPr/>
          <p:nvPr/>
        </p:nvSpPr>
        <p:spPr>
          <a:xfrm>
            <a:off x="6322800" y="3970718"/>
            <a:ext cx="1487200" cy="474400"/>
          </a:xfrm>
          <a:prstGeom prst="roundRect">
            <a:avLst>
              <a:gd name="adj" fmla="val 10628"/>
            </a:avLst>
          </a:prstGeom>
          <a:noFill/>
          <a:ln w="19050" cap="flat" cmpd="sng">
            <a:solidFill>
              <a:srgbClr val="782D9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8" name="Google Shape;150;p17">
            <a:extLst>
              <a:ext uri="{FF2B5EF4-FFF2-40B4-BE49-F238E27FC236}">
                <a16:creationId xmlns:a16="http://schemas.microsoft.com/office/drawing/2014/main" id="{897CA775-E96A-5087-90AA-AD1E8962328F}"/>
              </a:ext>
            </a:extLst>
          </p:cNvPr>
          <p:cNvSpPr/>
          <p:nvPr/>
        </p:nvSpPr>
        <p:spPr>
          <a:xfrm>
            <a:off x="7308368" y="4751748"/>
            <a:ext cx="1487200" cy="474400"/>
          </a:xfrm>
          <a:prstGeom prst="roundRect">
            <a:avLst>
              <a:gd name="adj" fmla="val 10628"/>
            </a:avLst>
          </a:prstGeom>
          <a:noFill/>
          <a:ln w="19050" cap="flat" cmpd="sng">
            <a:solidFill>
              <a:srgbClr val="85278A"/>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1" name="Google Shape;150;p17">
            <a:extLst>
              <a:ext uri="{FF2B5EF4-FFF2-40B4-BE49-F238E27FC236}">
                <a16:creationId xmlns:a16="http://schemas.microsoft.com/office/drawing/2014/main" id="{3EE05D73-B371-2EFF-C6AF-F2E7494886E7}"/>
              </a:ext>
            </a:extLst>
          </p:cNvPr>
          <p:cNvSpPr/>
          <p:nvPr/>
        </p:nvSpPr>
        <p:spPr>
          <a:xfrm>
            <a:off x="8310400" y="3970718"/>
            <a:ext cx="1487200" cy="474400"/>
          </a:xfrm>
          <a:prstGeom prst="roundRect">
            <a:avLst>
              <a:gd name="adj" fmla="val 10628"/>
            </a:avLst>
          </a:prstGeom>
          <a:noFill/>
          <a:ln w="19050" cap="flat" cmpd="sng">
            <a:solidFill>
              <a:srgbClr val="92227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9" name="Google Shape;150;p17">
            <a:extLst>
              <a:ext uri="{FF2B5EF4-FFF2-40B4-BE49-F238E27FC236}">
                <a16:creationId xmlns:a16="http://schemas.microsoft.com/office/drawing/2014/main" id="{82718AA7-663D-43F6-0B00-AECAE20F87E3}"/>
              </a:ext>
            </a:extLst>
          </p:cNvPr>
          <p:cNvSpPr/>
          <p:nvPr/>
        </p:nvSpPr>
        <p:spPr>
          <a:xfrm>
            <a:off x="9292701" y="4751748"/>
            <a:ext cx="1487200" cy="474400"/>
          </a:xfrm>
          <a:prstGeom prst="roundRect">
            <a:avLst>
              <a:gd name="adj" fmla="val 10628"/>
            </a:avLst>
          </a:prstGeom>
          <a:noFill/>
          <a:ln w="19050" cap="flat" cmpd="sng">
            <a:solidFill>
              <a:srgbClr val="9E1D70"/>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0" name="Google Shape;150;p17">
            <a:extLst>
              <a:ext uri="{FF2B5EF4-FFF2-40B4-BE49-F238E27FC236}">
                <a16:creationId xmlns:a16="http://schemas.microsoft.com/office/drawing/2014/main" id="{44268CD6-EF93-44FB-A19C-DFABBA4D507B}"/>
              </a:ext>
            </a:extLst>
          </p:cNvPr>
          <p:cNvSpPr/>
          <p:nvPr/>
        </p:nvSpPr>
        <p:spPr>
          <a:xfrm>
            <a:off x="10298000" y="3970718"/>
            <a:ext cx="1487200" cy="474400"/>
          </a:xfrm>
          <a:prstGeom prst="roundRect">
            <a:avLst>
              <a:gd name="adj" fmla="val 10628"/>
            </a:avLst>
          </a:prstGeom>
          <a:noFill/>
          <a:ln w="19050" cap="flat" cmpd="sng">
            <a:solidFill>
              <a:srgbClr val="AB186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cxnSp>
        <p:nvCxnSpPr>
          <p:cNvPr id="41" name="Straight Connector 40">
            <a:extLst>
              <a:ext uri="{FF2B5EF4-FFF2-40B4-BE49-F238E27FC236}">
                <a16:creationId xmlns:a16="http://schemas.microsoft.com/office/drawing/2014/main" id="{5C705940-5DA3-4CCF-20E1-1974290A6F40}"/>
              </a:ext>
              <a:ext uri="{C183D7F6-B498-43B3-948B-1728B52AA6E4}">
                <adec:decorative xmlns:adec="http://schemas.microsoft.com/office/drawing/2017/decorative" val="1"/>
              </a:ext>
            </a:extLst>
          </p:cNvPr>
          <p:cNvCxnSpPr>
            <a:cxnSpLocks/>
          </p:cNvCxnSpPr>
          <p:nvPr/>
        </p:nvCxnSpPr>
        <p:spPr>
          <a:xfrm>
            <a:off x="1103600" y="3070860"/>
            <a:ext cx="0" cy="899858"/>
          </a:xfrm>
          <a:prstGeom prst="line">
            <a:avLst/>
          </a:prstGeom>
          <a:noFill/>
          <a:ln w="19050" cap="flat" cmpd="sng">
            <a:solidFill>
              <a:srgbClr val="0E9DBE"/>
            </a:solidFill>
            <a:prstDash val="solid"/>
            <a:round/>
            <a:headEnd type="none" w="med" len="med"/>
            <a:tailEnd type="none" w="med" len="med"/>
          </a:ln>
        </p:spPr>
      </p:cxnSp>
      <p:cxnSp>
        <p:nvCxnSpPr>
          <p:cNvPr id="43" name="Straight Connector 42">
            <a:extLst>
              <a:ext uri="{FF2B5EF4-FFF2-40B4-BE49-F238E27FC236}">
                <a16:creationId xmlns:a16="http://schemas.microsoft.com/office/drawing/2014/main" id="{EA1B2EBF-C936-8ED3-1FEC-2A5062F21443}"/>
              </a:ext>
              <a:ext uri="{C183D7F6-B498-43B3-948B-1728B52AA6E4}">
                <adec:decorative xmlns:adec="http://schemas.microsoft.com/office/drawing/2017/decorative" val="1"/>
              </a:ext>
            </a:extLst>
          </p:cNvPr>
          <p:cNvCxnSpPr>
            <a:cxnSpLocks/>
          </p:cNvCxnSpPr>
          <p:nvPr/>
        </p:nvCxnSpPr>
        <p:spPr>
          <a:xfrm>
            <a:off x="3089208" y="3062108"/>
            <a:ext cx="0" cy="899858"/>
          </a:xfrm>
          <a:prstGeom prst="line">
            <a:avLst/>
          </a:prstGeom>
          <a:noFill/>
          <a:ln w="19050" cap="flat" cmpd="sng">
            <a:solidFill>
              <a:srgbClr val="3274B3"/>
            </a:solidFill>
            <a:prstDash val="solid"/>
            <a:round/>
            <a:headEnd type="none" w="med" len="med"/>
            <a:tailEnd type="none" w="med" len="med"/>
          </a:ln>
        </p:spPr>
      </p:cxnSp>
      <p:cxnSp>
        <p:nvCxnSpPr>
          <p:cNvPr id="44" name="Straight Connector 43">
            <a:extLst>
              <a:ext uri="{FF2B5EF4-FFF2-40B4-BE49-F238E27FC236}">
                <a16:creationId xmlns:a16="http://schemas.microsoft.com/office/drawing/2014/main" id="{4D504782-E17D-4247-6DEF-607613663E13}"/>
              </a:ext>
              <a:ext uri="{C183D7F6-B498-43B3-948B-1728B52AA6E4}">
                <adec:decorative xmlns:adec="http://schemas.microsoft.com/office/drawing/2017/decorative" val="1"/>
              </a:ext>
            </a:extLst>
          </p:cNvPr>
          <p:cNvCxnSpPr>
            <a:cxnSpLocks/>
          </p:cNvCxnSpPr>
          <p:nvPr/>
        </p:nvCxnSpPr>
        <p:spPr>
          <a:xfrm>
            <a:off x="5074816" y="3070860"/>
            <a:ext cx="0" cy="899858"/>
          </a:xfrm>
          <a:prstGeom prst="line">
            <a:avLst/>
          </a:prstGeom>
          <a:noFill/>
          <a:ln w="19050" cap="flat" cmpd="sng">
            <a:solidFill>
              <a:srgbClr val="574BA7"/>
            </a:solidFill>
            <a:prstDash val="solid"/>
            <a:round/>
            <a:headEnd type="none" w="med" len="med"/>
            <a:tailEnd type="none" w="med" len="med"/>
          </a:ln>
        </p:spPr>
      </p:cxnSp>
      <p:cxnSp>
        <p:nvCxnSpPr>
          <p:cNvPr id="45" name="Straight Connector 44">
            <a:extLst>
              <a:ext uri="{FF2B5EF4-FFF2-40B4-BE49-F238E27FC236}">
                <a16:creationId xmlns:a16="http://schemas.microsoft.com/office/drawing/2014/main" id="{D048D39B-ACB7-E88A-C258-0EBBA09AA163}"/>
              </a:ext>
              <a:ext uri="{C183D7F6-B498-43B3-948B-1728B52AA6E4}">
                <adec:decorative xmlns:adec="http://schemas.microsoft.com/office/drawing/2017/decorative" val="1"/>
              </a:ext>
            </a:extLst>
          </p:cNvPr>
          <p:cNvCxnSpPr>
            <a:cxnSpLocks/>
          </p:cNvCxnSpPr>
          <p:nvPr/>
        </p:nvCxnSpPr>
        <p:spPr>
          <a:xfrm>
            <a:off x="7060424" y="3070860"/>
            <a:ext cx="0" cy="899858"/>
          </a:xfrm>
          <a:prstGeom prst="line">
            <a:avLst/>
          </a:prstGeom>
          <a:noFill/>
          <a:ln w="19050" cap="flat" cmpd="sng">
            <a:solidFill>
              <a:srgbClr val="782D97"/>
            </a:solidFill>
            <a:prstDash val="solid"/>
            <a:round/>
            <a:headEnd type="none" w="med" len="med"/>
            <a:tailEnd type="none" w="med" len="med"/>
          </a:ln>
        </p:spPr>
      </p:cxnSp>
      <p:cxnSp>
        <p:nvCxnSpPr>
          <p:cNvPr id="46" name="Straight Connector 45">
            <a:extLst>
              <a:ext uri="{FF2B5EF4-FFF2-40B4-BE49-F238E27FC236}">
                <a16:creationId xmlns:a16="http://schemas.microsoft.com/office/drawing/2014/main" id="{E134792E-AB91-324D-C639-768AB3FFDE1B}"/>
              </a:ext>
              <a:ext uri="{C183D7F6-B498-43B3-948B-1728B52AA6E4}">
                <adec:decorative xmlns:adec="http://schemas.microsoft.com/office/drawing/2017/decorative" val="1"/>
              </a:ext>
            </a:extLst>
          </p:cNvPr>
          <p:cNvCxnSpPr>
            <a:cxnSpLocks/>
          </p:cNvCxnSpPr>
          <p:nvPr/>
        </p:nvCxnSpPr>
        <p:spPr>
          <a:xfrm>
            <a:off x="9046032" y="3070860"/>
            <a:ext cx="0" cy="899858"/>
          </a:xfrm>
          <a:prstGeom prst="line">
            <a:avLst/>
          </a:prstGeom>
          <a:noFill/>
          <a:ln w="19050" cap="flat" cmpd="sng">
            <a:solidFill>
              <a:srgbClr val="92227D"/>
            </a:solidFill>
            <a:prstDash val="solid"/>
            <a:round/>
            <a:headEnd type="none" w="med" len="med"/>
            <a:tailEnd type="none" w="med" len="med"/>
          </a:ln>
        </p:spPr>
      </p:cxnSp>
      <p:cxnSp>
        <p:nvCxnSpPr>
          <p:cNvPr id="47" name="Straight Connector 46">
            <a:extLst>
              <a:ext uri="{FF2B5EF4-FFF2-40B4-BE49-F238E27FC236}">
                <a16:creationId xmlns:a16="http://schemas.microsoft.com/office/drawing/2014/main" id="{E20DF637-B3E1-F115-5DF5-7491960661C3}"/>
              </a:ext>
              <a:ext uri="{C183D7F6-B498-43B3-948B-1728B52AA6E4}">
                <adec:decorative xmlns:adec="http://schemas.microsoft.com/office/drawing/2017/decorative" val="1"/>
              </a:ext>
            </a:extLst>
          </p:cNvPr>
          <p:cNvCxnSpPr>
            <a:cxnSpLocks/>
          </p:cNvCxnSpPr>
          <p:nvPr/>
        </p:nvCxnSpPr>
        <p:spPr>
          <a:xfrm>
            <a:off x="11031642" y="3070860"/>
            <a:ext cx="0" cy="899858"/>
          </a:xfrm>
          <a:prstGeom prst="line">
            <a:avLst/>
          </a:prstGeom>
          <a:noFill/>
          <a:ln w="19050" cap="flat" cmpd="sng">
            <a:solidFill>
              <a:srgbClr val="AB1862"/>
            </a:solidFill>
            <a:prstDash val="solid"/>
            <a:round/>
            <a:headEnd type="none" w="med" len="med"/>
            <a:tailEnd type="none" w="med" len="med"/>
          </a:ln>
        </p:spPr>
      </p:cxnSp>
      <p:cxnSp>
        <p:nvCxnSpPr>
          <p:cNvPr id="48" name="Straight Connector 47">
            <a:extLst>
              <a:ext uri="{FF2B5EF4-FFF2-40B4-BE49-F238E27FC236}">
                <a16:creationId xmlns:a16="http://schemas.microsoft.com/office/drawing/2014/main" id="{01A9A4E2-2672-096C-711E-54ED66A32AE6}"/>
              </a:ext>
              <a:ext uri="{C183D7F6-B498-43B3-948B-1728B52AA6E4}">
                <adec:decorative xmlns:adec="http://schemas.microsoft.com/office/drawing/2017/decorative" val="1"/>
              </a:ext>
            </a:extLst>
          </p:cNvPr>
          <p:cNvCxnSpPr>
            <a:cxnSpLocks/>
          </p:cNvCxnSpPr>
          <p:nvPr/>
        </p:nvCxnSpPr>
        <p:spPr>
          <a:xfrm>
            <a:off x="2096404" y="3073978"/>
            <a:ext cx="0" cy="1677770"/>
          </a:xfrm>
          <a:prstGeom prst="line">
            <a:avLst/>
          </a:prstGeom>
          <a:noFill/>
          <a:ln w="19050" cap="flat" cmpd="sng">
            <a:solidFill>
              <a:srgbClr val="2088B8"/>
            </a:solidFill>
            <a:prstDash val="solid"/>
            <a:round/>
            <a:headEnd type="none" w="med" len="med"/>
            <a:tailEnd type="none" w="med" len="med"/>
          </a:ln>
        </p:spPr>
      </p:cxnSp>
      <p:cxnSp>
        <p:nvCxnSpPr>
          <p:cNvPr id="50" name="Straight Connector 49">
            <a:extLst>
              <a:ext uri="{FF2B5EF4-FFF2-40B4-BE49-F238E27FC236}">
                <a16:creationId xmlns:a16="http://schemas.microsoft.com/office/drawing/2014/main" id="{A0D9E4C2-4E4F-7ADE-E43C-6578BB5CCB22}"/>
              </a:ext>
              <a:ext uri="{C183D7F6-B498-43B3-948B-1728B52AA6E4}">
                <adec:decorative xmlns:adec="http://schemas.microsoft.com/office/drawing/2017/decorative" val="1"/>
              </a:ext>
            </a:extLst>
          </p:cNvPr>
          <p:cNvCxnSpPr>
            <a:cxnSpLocks/>
          </p:cNvCxnSpPr>
          <p:nvPr/>
        </p:nvCxnSpPr>
        <p:spPr>
          <a:xfrm>
            <a:off x="10038837" y="3067468"/>
            <a:ext cx="0" cy="1677770"/>
          </a:xfrm>
          <a:prstGeom prst="line">
            <a:avLst/>
          </a:prstGeom>
          <a:noFill/>
          <a:ln w="19050" cap="flat" cmpd="sng">
            <a:solidFill>
              <a:srgbClr val="9E1D70"/>
            </a:solidFill>
            <a:prstDash val="solid"/>
            <a:round/>
            <a:headEnd type="none" w="med" len="med"/>
            <a:tailEnd type="none" w="med" len="med"/>
          </a:ln>
        </p:spPr>
      </p:cxnSp>
      <p:cxnSp>
        <p:nvCxnSpPr>
          <p:cNvPr id="51" name="Straight Connector 50">
            <a:extLst>
              <a:ext uri="{FF2B5EF4-FFF2-40B4-BE49-F238E27FC236}">
                <a16:creationId xmlns:a16="http://schemas.microsoft.com/office/drawing/2014/main" id="{E7058378-3163-6275-23B4-BC778702C830}"/>
              </a:ext>
              <a:ext uri="{C183D7F6-B498-43B3-948B-1728B52AA6E4}">
                <adec:decorative xmlns:adec="http://schemas.microsoft.com/office/drawing/2017/decorative" val="1"/>
              </a:ext>
            </a:extLst>
          </p:cNvPr>
          <p:cNvCxnSpPr>
            <a:cxnSpLocks/>
          </p:cNvCxnSpPr>
          <p:nvPr/>
        </p:nvCxnSpPr>
        <p:spPr>
          <a:xfrm>
            <a:off x="4082012" y="3073978"/>
            <a:ext cx="0" cy="1677770"/>
          </a:xfrm>
          <a:prstGeom prst="line">
            <a:avLst/>
          </a:prstGeom>
          <a:noFill/>
          <a:ln w="19050" cap="flat" cmpd="sng">
            <a:solidFill>
              <a:srgbClr val="4560AD"/>
            </a:solidFill>
            <a:prstDash val="solid"/>
            <a:round/>
            <a:headEnd type="none" w="med" len="med"/>
            <a:tailEnd type="none" w="med" len="med"/>
          </a:ln>
        </p:spPr>
      </p:cxnSp>
      <p:cxnSp>
        <p:nvCxnSpPr>
          <p:cNvPr id="52" name="Straight Connector 51">
            <a:extLst>
              <a:ext uri="{FF2B5EF4-FFF2-40B4-BE49-F238E27FC236}">
                <a16:creationId xmlns:a16="http://schemas.microsoft.com/office/drawing/2014/main" id="{799951D6-C396-497D-17A7-EF7D59083970}"/>
              </a:ext>
              <a:ext uri="{C183D7F6-B498-43B3-948B-1728B52AA6E4}">
                <adec:decorative xmlns:adec="http://schemas.microsoft.com/office/drawing/2017/decorative" val="1"/>
              </a:ext>
            </a:extLst>
          </p:cNvPr>
          <p:cNvCxnSpPr>
            <a:cxnSpLocks/>
          </p:cNvCxnSpPr>
          <p:nvPr/>
        </p:nvCxnSpPr>
        <p:spPr>
          <a:xfrm>
            <a:off x="6067620" y="3064448"/>
            <a:ext cx="0" cy="1677770"/>
          </a:xfrm>
          <a:prstGeom prst="line">
            <a:avLst/>
          </a:prstGeom>
          <a:noFill/>
          <a:ln w="19050" cap="flat" cmpd="sng">
            <a:solidFill>
              <a:srgbClr val="6A37A2"/>
            </a:solidFill>
            <a:prstDash val="solid"/>
            <a:round/>
            <a:headEnd type="none" w="med" len="med"/>
            <a:tailEnd type="none" w="med" len="med"/>
          </a:ln>
        </p:spPr>
      </p:cxnSp>
      <p:cxnSp>
        <p:nvCxnSpPr>
          <p:cNvPr id="53" name="Straight Connector 52">
            <a:extLst>
              <a:ext uri="{FF2B5EF4-FFF2-40B4-BE49-F238E27FC236}">
                <a16:creationId xmlns:a16="http://schemas.microsoft.com/office/drawing/2014/main" id="{E5240C6D-C529-CFAC-E423-A1441290840E}"/>
              </a:ext>
              <a:ext uri="{C183D7F6-B498-43B3-948B-1728B52AA6E4}">
                <adec:decorative xmlns:adec="http://schemas.microsoft.com/office/drawing/2017/decorative" val="1"/>
              </a:ext>
            </a:extLst>
          </p:cNvPr>
          <p:cNvCxnSpPr>
            <a:cxnSpLocks/>
          </p:cNvCxnSpPr>
          <p:nvPr/>
        </p:nvCxnSpPr>
        <p:spPr>
          <a:xfrm>
            <a:off x="8053228" y="3073978"/>
            <a:ext cx="0" cy="1677770"/>
          </a:xfrm>
          <a:prstGeom prst="line">
            <a:avLst/>
          </a:prstGeom>
          <a:noFill/>
          <a:ln w="19050" cap="flat" cmpd="sng">
            <a:solidFill>
              <a:srgbClr val="85278A"/>
            </a:solidFill>
            <a:prstDash val="solid"/>
            <a:round/>
            <a:headEnd type="none" w="med" len="med"/>
            <a:tailEnd type="none" w="med" len="med"/>
          </a:ln>
        </p:spPr>
      </p:cxnSp>
      <p:sp>
        <p:nvSpPr>
          <p:cNvPr id="54" name="Google Shape;159;p17">
            <a:extLst>
              <a:ext uri="{FF2B5EF4-FFF2-40B4-BE49-F238E27FC236}">
                <a16:creationId xmlns:a16="http://schemas.microsoft.com/office/drawing/2014/main" id="{32D4B2C4-C319-BC2D-5FDC-EC18B2446EB0}"/>
              </a:ext>
            </a:extLst>
          </p:cNvPr>
          <p:cNvSpPr txBox="1"/>
          <p:nvPr/>
        </p:nvSpPr>
        <p:spPr>
          <a:xfrm>
            <a:off x="9733613" y="2570961"/>
            <a:ext cx="1609595" cy="416338"/>
          </a:xfrm>
          <a:prstGeom prst="rect">
            <a:avLst/>
          </a:prstGeom>
          <a:solidFill>
            <a:srgbClr val="FBDBE7"/>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2</a:t>
            </a:r>
            <a:endParaRPr>
              <a:latin typeface="+mj-lt"/>
            </a:endParaRPr>
          </a:p>
        </p:txBody>
      </p:sp>
      <p:sp>
        <p:nvSpPr>
          <p:cNvPr id="2" name="Slide Number Placeholder 1">
            <a:extLst>
              <a:ext uri="{FF2B5EF4-FFF2-40B4-BE49-F238E27FC236}">
                <a16:creationId xmlns:a16="http://schemas.microsoft.com/office/drawing/2014/main" id="{DEEC3785-2D83-C31F-CCD2-1FEB61AE398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67</a:t>
            </a:fld>
            <a:endParaRPr lang="en-AU"/>
          </a:p>
        </p:txBody>
      </p:sp>
    </p:spTree>
    <p:extLst>
      <p:ext uri="{BB962C8B-B14F-4D97-AF65-F5344CB8AC3E}">
        <p14:creationId xmlns:p14="http://schemas.microsoft.com/office/powerpoint/2010/main" val="3368890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602AB6-51FA-CA01-0AB7-6FA19E95AC04}"/>
              </a:ext>
            </a:extLst>
          </p:cNvPr>
          <p:cNvSpPr>
            <a:spLocks noGrp="1"/>
          </p:cNvSpPr>
          <p:nvPr>
            <p:ph type="title"/>
          </p:nvPr>
        </p:nvSpPr>
        <p:spPr/>
        <p:txBody>
          <a:bodyPr/>
          <a:lstStyle/>
          <a:p>
            <a:r>
              <a:rPr lang="en-AU">
                <a:latin typeface="+mj-lt"/>
              </a:rPr>
              <a:t>Compare and contrast</a:t>
            </a:r>
          </a:p>
        </p:txBody>
      </p:sp>
      <p:sp>
        <p:nvSpPr>
          <p:cNvPr id="6" name="Graphic 5" descr="Button to go to the previous related slide">
            <a:hlinkClick r:id="rId3" action="ppaction://hlinksldjump"/>
            <a:extLst>
              <a:ext uri="{FF2B5EF4-FFF2-40B4-BE49-F238E27FC236}">
                <a16:creationId xmlns:a16="http://schemas.microsoft.com/office/drawing/2014/main" id="{168971B4-E59C-47FA-AAE6-BA93396F91A7}"/>
              </a:ext>
            </a:extLst>
          </p:cNvPr>
          <p:cNvSpPr/>
          <p:nvPr/>
        </p:nvSpPr>
        <p:spPr>
          <a:xfrm flipH="1">
            <a:off x="10164832" y="5786716"/>
            <a:ext cx="546734" cy="704850"/>
          </a:xfrm>
          <a:custGeom>
            <a:avLst/>
            <a:gdLst>
              <a:gd name="connsiteX0" fmla="*/ 0 w 546734"/>
              <a:gd name="connsiteY0" fmla="*/ 0 h 704850"/>
              <a:gd name="connsiteX1" fmla="*/ 546735 w 546734"/>
              <a:gd name="connsiteY1" fmla="*/ 352425 h 704850"/>
              <a:gd name="connsiteX2" fmla="*/ 0 w 546734"/>
              <a:gd name="connsiteY2" fmla="*/ 704850 h 704850"/>
            </a:gdLst>
            <a:ahLst/>
            <a:cxnLst>
              <a:cxn ang="0">
                <a:pos x="connsiteX0" y="connsiteY0"/>
              </a:cxn>
              <a:cxn ang="0">
                <a:pos x="connsiteX1" y="connsiteY1"/>
              </a:cxn>
              <a:cxn ang="0">
                <a:pos x="connsiteX2" y="connsiteY2"/>
              </a:cxn>
            </a:cxnLst>
            <a:rect l="l" t="t" r="r" b="b"/>
            <a:pathLst>
              <a:path w="546734" h="704850">
                <a:moveTo>
                  <a:pt x="0" y="0"/>
                </a:moveTo>
                <a:lnTo>
                  <a:pt x="546735" y="352425"/>
                </a:lnTo>
                <a:lnTo>
                  <a:pt x="0" y="704850"/>
                </a:lnTo>
                <a:close/>
              </a:path>
            </a:pathLst>
          </a:custGeom>
          <a:solidFill>
            <a:srgbClr val="000000"/>
          </a:solidFill>
          <a:ln w="9525" cap="flat">
            <a:noFill/>
            <a:prstDash val="solid"/>
            <a:miter/>
          </a:ln>
        </p:spPr>
        <p:txBody>
          <a:bodyPr rtlCol="0" anchor="ctr"/>
          <a:lstStyle/>
          <a:p>
            <a:endParaRPr lang="en-AU"/>
          </a:p>
        </p:txBody>
      </p:sp>
      <p:pic>
        <p:nvPicPr>
          <p:cNvPr id="5" name="Graphic 4" descr="Button to go to the next related slide">
            <a:hlinkClick r:id="rId4" action="ppaction://hlinksldjump"/>
            <a:extLst>
              <a:ext uri="{FF2B5EF4-FFF2-40B4-BE49-F238E27FC236}">
                <a16:creationId xmlns:a16="http://schemas.microsoft.com/office/drawing/2014/main" id="{B8B0DB6C-ED58-20DB-0EE1-4BC1C6B79DB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666800" y="5681941"/>
            <a:ext cx="914400" cy="914400"/>
          </a:xfrm>
          <a:prstGeom prst="rect">
            <a:avLst/>
          </a:prstGeom>
        </p:spPr>
      </p:pic>
      <p:sp>
        <p:nvSpPr>
          <p:cNvPr id="2" name="Slide Number Placeholder 1">
            <a:extLst>
              <a:ext uri="{FF2B5EF4-FFF2-40B4-BE49-F238E27FC236}">
                <a16:creationId xmlns:a16="http://schemas.microsoft.com/office/drawing/2014/main" id="{102B8C52-7ED1-A945-9861-F8D6B99B3D9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68</a:t>
            </a:fld>
            <a:endParaRPr lang="en-AU"/>
          </a:p>
        </p:txBody>
      </p:sp>
    </p:spTree>
    <p:extLst>
      <p:ext uri="{BB962C8B-B14F-4D97-AF65-F5344CB8AC3E}">
        <p14:creationId xmlns:p14="http://schemas.microsoft.com/office/powerpoint/2010/main" val="959239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9B1D917-5F10-1C03-2F91-16B7D7CFBF35}"/>
              </a:ext>
            </a:extLst>
          </p:cNvPr>
          <p:cNvSpPr>
            <a:spLocks noGrp="1"/>
          </p:cNvSpPr>
          <p:nvPr>
            <p:ph type="title"/>
          </p:nvPr>
        </p:nvSpPr>
        <p:spPr/>
        <p:txBody>
          <a:bodyPr/>
          <a:lstStyle/>
          <a:p>
            <a:r>
              <a:rPr lang="en-US"/>
              <a:t>Multiple choice </a:t>
            </a:r>
            <a:r>
              <a:rPr lang="en-US">
                <a:solidFill>
                  <a:schemeClr val="bg1"/>
                </a:solidFill>
              </a:rPr>
              <a:t>(5)</a:t>
            </a:r>
          </a:p>
        </p:txBody>
      </p:sp>
      <p:sp>
        <p:nvSpPr>
          <p:cNvPr id="18" name="Text Placeholder 17">
            <a:extLst>
              <a:ext uri="{FF2B5EF4-FFF2-40B4-BE49-F238E27FC236}">
                <a16:creationId xmlns:a16="http://schemas.microsoft.com/office/drawing/2014/main" id="{E8FE2C2C-AE76-908D-8B08-A054EB3D8479}"/>
              </a:ext>
            </a:extLst>
          </p:cNvPr>
          <p:cNvSpPr>
            <a:spLocks noGrp="1"/>
          </p:cNvSpPr>
          <p:nvPr>
            <p:ph type="body" sz="quarter" idx="24"/>
          </p:nvPr>
        </p:nvSpPr>
        <p:spPr/>
        <p:txBody>
          <a:bodyPr/>
          <a:lstStyle/>
          <a:p>
            <a:endParaRPr lang="en-US"/>
          </a:p>
        </p:txBody>
      </p:sp>
      <p:sp>
        <p:nvSpPr>
          <p:cNvPr id="14" name="Picture Placeholder 13">
            <a:extLst>
              <a:ext uri="{FF2B5EF4-FFF2-40B4-BE49-F238E27FC236}">
                <a16:creationId xmlns:a16="http://schemas.microsoft.com/office/drawing/2014/main" id="{4FA186F1-8869-12E5-B876-921846416E5E}"/>
              </a:ext>
            </a:extLst>
          </p:cNvPr>
          <p:cNvSpPr>
            <a:spLocks noGrp="1"/>
          </p:cNvSpPr>
          <p:nvPr>
            <p:ph type="pic" sz="quarter" idx="20"/>
          </p:nvPr>
        </p:nvSpPr>
        <p:spPr/>
        <p:txBody>
          <a:bodyPr/>
          <a:lstStyle/>
          <a:p>
            <a:endParaRPr lang="en-AU"/>
          </a:p>
        </p:txBody>
      </p:sp>
      <p:sp>
        <p:nvSpPr>
          <p:cNvPr id="15" name="Picture Placeholder 14">
            <a:extLst>
              <a:ext uri="{FF2B5EF4-FFF2-40B4-BE49-F238E27FC236}">
                <a16:creationId xmlns:a16="http://schemas.microsoft.com/office/drawing/2014/main" id="{DB800E16-CD9D-162D-C6C8-704C32626305}"/>
              </a:ext>
            </a:extLst>
          </p:cNvPr>
          <p:cNvSpPr>
            <a:spLocks noGrp="1"/>
          </p:cNvSpPr>
          <p:nvPr>
            <p:ph type="pic" sz="quarter" idx="21"/>
          </p:nvPr>
        </p:nvSpPr>
        <p:spPr/>
        <p:txBody>
          <a:bodyPr/>
          <a:lstStyle/>
          <a:p>
            <a:endParaRPr lang="en-AU"/>
          </a:p>
        </p:txBody>
      </p:sp>
      <p:sp>
        <p:nvSpPr>
          <p:cNvPr id="16" name="Picture Placeholder 15">
            <a:extLst>
              <a:ext uri="{FF2B5EF4-FFF2-40B4-BE49-F238E27FC236}">
                <a16:creationId xmlns:a16="http://schemas.microsoft.com/office/drawing/2014/main" id="{63A3BB78-AEDF-9AFC-ED52-CA2DCA61D2C9}"/>
              </a:ext>
            </a:extLst>
          </p:cNvPr>
          <p:cNvSpPr>
            <a:spLocks noGrp="1"/>
          </p:cNvSpPr>
          <p:nvPr>
            <p:ph type="pic" sz="quarter" idx="22"/>
          </p:nvPr>
        </p:nvSpPr>
        <p:spPr/>
        <p:txBody>
          <a:bodyPr/>
          <a:lstStyle/>
          <a:p>
            <a:endParaRPr lang="en-AU"/>
          </a:p>
        </p:txBody>
      </p:sp>
      <p:sp>
        <p:nvSpPr>
          <p:cNvPr id="17" name="Picture Placeholder 16">
            <a:extLst>
              <a:ext uri="{FF2B5EF4-FFF2-40B4-BE49-F238E27FC236}">
                <a16:creationId xmlns:a16="http://schemas.microsoft.com/office/drawing/2014/main" id="{288C0556-FCBE-941B-2BA2-8C65E6E874CA}"/>
              </a:ext>
            </a:extLst>
          </p:cNvPr>
          <p:cNvSpPr>
            <a:spLocks noGrp="1"/>
          </p:cNvSpPr>
          <p:nvPr>
            <p:ph type="pic" sz="quarter" idx="23"/>
          </p:nvPr>
        </p:nvSpPr>
        <p:spPr/>
        <p:txBody>
          <a:bodyPr/>
          <a:lstStyle/>
          <a:p>
            <a:endParaRPr lang="en-AU"/>
          </a:p>
        </p:txBody>
      </p:sp>
      <p:sp>
        <p:nvSpPr>
          <p:cNvPr id="9" name="TextBox 8">
            <a:extLst>
              <a:ext uri="{FF2B5EF4-FFF2-40B4-BE49-F238E27FC236}">
                <a16:creationId xmlns:a16="http://schemas.microsoft.com/office/drawing/2014/main" id="{40925CB5-DA36-8590-C133-CAA805E3F6B0}"/>
              </a:ext>
            </a:extLst>
          </p:cNvPr>
          <p:cNvSpPr txBox="1"/>
          <p:nvPr/>
        </p:nvSpPr>
        <p:spPr>
          <a:xfrm>
            <a:off x="121576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4FA85E5F-0765-ABDF-E173-0F271C718E84}"/>
              </a:ext>
            </a:extLst>
          </p:cNvPr>
          <p:cNvSpPr txBox="1"/>
          <p:nvPr/>
        </p:nvSpPr>
        <p:spPr>
          <a:xfrm>
            <a:off x="4219739"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2" name="TextBox 11">
            <a:extLst>
              <a:ext uri="{FF2B5EF4-FFF2-40B4-BE49-F238E27FC236}">
                <a16:creationId xmlns:a16="http://schemas.microsoft.com/office/drawing/2014/main" id="{3BF7E817-ED87-F068-6991-9872B9D8A1D9}"/>
              </a:ext>
            </a:extLst>
          </p:cNvPr>
          <p:cNvSpPr txBox="1"/>
          <p:nvPr/>
        </p:nvSpPr>
        <p:spPr>
          <a:xfrm>
            <a:off x="7223712"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1" name="TextBox 10">
            <a:extLst>
              <a:ext uri="{FF2B5EF4-FFF2-40B4-BE49-F238E27FC236}">
                <a16:creationId xmlns:a16="http://schemas.microsoft.com/office/drawing/2014/main" id="{5B5ACF4E-5C00-647E-137E-A741C1139CAB}"/>
              </a:ext>
            </a:extLst>
          </p:cNvPr>
          <p:cNvSpPr txBox="1"/>
          <p:nvPr/>
        </p:nvSpPr>
        <p:spPr>
          <a:xfrm>
            <a:off x="1022768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2" name="Slide Number Placeholder 1">
            <a:extLst>
              <a:ext uri="{FF2B5EF4-FFF2-40B4-BE49-F238E27FC236}">
                <a16:creationId xmlns:a16="http://schemas.microsoft.com/office/drawing/2014/main" id="{F98F811F-90F9-6EF5-D718-C527F19B166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69</a:t>
            </a:fld>
            <a:endParaRPr lang="en-AU"/>
          </a:p>
        </p:txBody>
      </p:sp>
    </p:spTree>
    <p:extLst>
      <p:ext uri="{BB962C8B-B14F-4D97-AF65-F5344CB8AC3E}">
        <p14:creationId xmlns:p14="http://schemas.microsoft.com/office/powerpoint/2010/main" val="2554082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8A56D-828E-BDF9-63DD-03FD19E9913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9288D3B-561A-789B-48D4-AC81732C3788}"/>
              </a:ext>
            </a:extLst>
          </p:cNvPr>
          <p:cNvSpPr>
            <a:spLocks noGrp="1"/>
          </p:cNvSpPr>
          <p:nvPr>
            <p:ph type="title"/>
          </p:nvPr>
        </p:nvSpPr>
        <p:spPr>
          <a:xfrm>
            <a:off x="360000" y="360000"/>
            <a:ext cx="9901600" cy="545601"/>
          </a:xfrm>
        </p:spPr>
        <p:txBody>
          <a:bodyPr/>
          <a:lstStyle/>
          <a:p>
            <a:r>
              <a:rPr lang="en-US"/>
              <a:t>Multiple choice</a:t>
            </a:r>
          </a:p>
        </p:txBody>
      </p:sp>
      <p:sp>
        <p:nvSpPr>
          <p:cNvPr id="15" name="Text Placeholder">
            <a:extLst>
              <a:ext uri="{FF2B5EF4-FFF2-40B4-BE49-F238E27FC236}">
                <a16:creationId xmlns:a16="http://schemas.microsoft.com/office/drawing/2014/main" id="{95B984CE-6EF0-3287-0E68-8E22D0F7ACF9}"/>
              </a:ext>
            </a:extLst>
          </p:cNvPr>
          <p:cNvSpPr>
            <a:spLocks noGrp="1"/>
          </p:cNvSpPr>
          <p:nvPr>
            <p:ph type="body" sz="quarter" idx="28"/>
          </p:nvPr>
        </p:nvSpPr>
        <p:spPr>
          <a:xfrm>
            <a:off x="360000" y="1625945"/>
            <a:ext cx="11243037" cy="754243"/>
          </a:xfrm>
        </p:spPr>
        <p:txBody>
          <a:bodyPr/>
          <a:lstStyle/>
          <a:p>
            <a:endParaRPr lang="en-US" sz="4400"/>
          </a:p>
        </p:txBody>
      </p:sp>
      <p:sp>
        <p:nvSpPr>
          <p:cNvPr id="9" name="B">
            <a:extLst>
              <a:ext uri="{FF2B5EF4-FFF2-40B4-BE49-F238E27FC236}">
                <a16:creationId xmlns:a16="http://schemas.microsoft.com/office/drawing/2014/main" id="{E3EC21E2-0509-A43A-3D96-4BA7B8759C9D}"/>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A text">
            <a:extLst>
              <a:ext uri="{FF2B5EF4-FFF2-40B4-BE49-F238E27FC236}">
                <a16:creationId xmlns:a16="http://schemas.microsoft.com/office/drawing/2014/main" id="{BE47A701-5710-8E61-D174-0644C878A18D}"/>
              </a:ext>
            </a:extLst>
          </p:cNvPr>
          <p:cNvSpPr>
            <a:spLocks noGrp="1"/>
          </p:cNvSpPr>
          <p:nvPr>
            <p:ph type="body" sz="quarter" idx="31"/>
          </p:nvPr>
        </p:nvSpPr>
        <p:spPr>
          <a:xfrm>
            <a:off x="1345520" y="2877704"/>
            <a:ext cx="10175920" cy="641396"/>
          </a:xfrm>
        </p:spPr>
        <p:txBody>
          <a:bodyPr anchor="ctr"/>
          <a:lstStyle/>
          <a:p>
            <a:endParaRPr lang="en-US" sz="3600"/>
          </a:p>
        </p:txBody>
      </p:sp>
      <p:sp>
        <p:nvSpPr>
          <p:cNvPr id="10" name="B">
            <a:extLst>
              <a:ext uri="{FF2B5EF4-FFF2-40B4-BE49-F238E27FC236}">
                <a16:creationId xmlns:a16="http://schemas.microsoft.com/office/drawing/2014/main" id="{149F7EA5-34AE-0E46-E398-CFE99509B828}"/>
              </a:ext>
            </a:extLst>
          </p:cNvPr>
          <p:cNvSpPr txBox="1"/>
          <p:nvPr/>
        </p:nvSpPr>
        <p:spPr>
          <a:xfrm>
            <a:off x="670559" y="36769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B text">
            <a:extLst>
              <a:ext uri="{FF2B5EF4-FFF2-40B4-BE49-F238E27FC236}">
                <a16:creationId xmlns:a16="http://schemas.microsoft.com/office/drawing/2014/main" id="{AAEFF739-9514-8C0A-0CED-58E56F017B82}"/>
              </a:ext>
            </a:extLst>
          </p:cNvPr>
          <p:cNvSpPr>
            <a:spLocks noGrp="1"/>
          </p:cNvSpPr>
          <p:nvPr>
            <p:ph type="body" sz="quarter" idx="30"/>
          </p:nvPr>
        </p:nvSpPr>
        <p:spPr>
          <a:xfrm>
            <a:off x="1345520" y="3725617"/>
            <a:ext cx="10175920" cy="641396"/>
          </a:xfrm>
        </p:spPr>
        <p:txBody>
          <a:bodyPr anchor="ctr"/>
          <a:lstStyle/>
          <a:p>
            <a:endParaRPr lang="en-US" sz="3600"/>
          </a:p>
        </p:txBody>
      </p:sp>
      <p:sp>
        <p:nvSpPr>
          <p:cNvPr id="12" name="C">
            <a:extLst>
              <a:ext uri="{FF2B5EF4-FFF2-40B4-BE49-F238E27FC236}">
                <a16:creationId xmlns:a16="http://schemas.microsoft.com/office/drawing/2014/main" id="{EE1A6F2C-C53D-023F-5109-2D99038A2CC4}"/>
              </a:ext>
            </a:extLst>
          </p:cNvPr>
          <p:cNvSpPr txBox="1"/>
          <p:nvPr/>
        </p:nvSpPr>
        <p:spPr>
          <a:xfrm>
            <a:off x="670558" y="4527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C text">
            <a:extLst>
              <a:ext uri="{FF2B5EF4-FFF2-40B4-BE49-F238E27FC236}">
                <a16:creationId xmlns:a16="http://schemas.microsoft.com/office/drawing/2014/main" id="{0DD20211-8861-B73C-132C-D9E5D672E845}"/>
              </a:ext>
            </a:extLst>
          </p:cNvPr>
          <p:cNvSpPr>
            <a:spLocks noGrp="1"/>
          </p:cNvSpPr>
          <p:nvPr>
            <p:ph type="body" sz="quarter" idx="29"/>
          </p:nvPr>
        </p:nvSpPr>
        <p:spPr>
          <a:xfrm>
            <a:off x="1345520" y="4575670"/>
            <a:ext cx="10175920" cy="641396"/>
          </a:xfrm>
        </p:spPr>
        <p:txBody>
          <a:bodyPr anchor="ctr"/>
          <a:lstStyle/>
          <a:p>
            <a:endParaRPr lang="en-US" sz="3600"/>
          </a:p>
        </p:txBody>
      </p:sp>
      <p:sp>
        <p:nvSpPr>
          <p:cNvPr id="11" name="D">
            <a:extLst>
              <a:ext uri="{FF2B5EF4-FFF2-40B4-BE49-F238E27FC236}">
                <a16:creationId xmlns:a16="http://schemas.microsoft.com/office/drawing/2014/main" id="{C10C17A9-F508-D7A2-A9D3-C88910EF4F53}"/>
              </a:ext>
            </a:extLst>
          </p:cNvPr>
          <p:cNvSpPr txBox="1"/>
          <p:nvPr/>
        </p:nvSpPr>
        <p:spPr>
          <a:xfrm>
            <a:off x="670557"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D text">
            <a:extLst>
              <a:ext uri="{FF2B5EF4-FFF2-40B4-BE49-F238E27FC236}">
                <a16:creationId xmlns:a16="http://schemas.microsoft.com/office/drawing/2014/main" id="{9190A628-3E35-4C7E-1B15-3396BD525BBD}"/>
              </a:ext>
            </a:extLst>
          </p:cNvPr>
          <p:cNvSpPr>
            <a:spLocks noGrp="1"/>
          </p:cNvSpPr>
          <p:nvPr>
            <p:ph type="body" sz="quarter" idx="27"/>
          </p:nvPr>
        </p:nvSpPr>
        <p:spPr>
          <a:xfrm>
            <a:off x="1345520" y="5425723"/>
            <a:ext cx="10175920" cy="641396"/>
          </a:xfrm>
        </p:spPr>
        <p:txBody>
          <a:bodyPr anchor="ctr"/>
          <a:lstStyle/>
          <a:p>
            <a:endParaRPr lang="en-US" sz="3600"/>
          </a:p>
        </p:txBody>
      </p:sp>
      <p:sp>
        <p:nvSpPr>
          <p:cNvPr id="2" name="Slide Number Placeholder 1">
            <a:extLst>
              <a:ext uri="{FF2B5EF4-FFF2-40B4-BE49-F238E27FC236}">
                <a16:creationId xmlns:a16="http://schemas.microsoft.com/office/drawing/2014/main" id="{E49832F8-1137-BC27-B013-8CE31E74C15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70</a:t>
            </a:fld>
            <a:endParaRPr lang="en-AU"/>
          </a:p>
        </p:txBody>
      </p:sp>
    </p:spTree>
    <p:extLst>
      <p:ext uri="{BB962C8B-B14F-4D97-AF65-F5344CB8AC3E}">
        <p14:creationId xmlns:p14="http://schemas.microsoft.com/office/powerpoint/2010/main" val="10328535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A8966FD-9600-3EC7-EF10-06492353388E}"/>
              </a:ext>
            </a:extLst>
          </p:cNvPr>
          <p:cNvSpPr>
            <a:spLocks noGrp="1"/>
          </p:cNvSpPr>
          <p:nvPr>
            <p:ph type="title"/>
          </p:nvPr>
        </p:nvSpPr>
        <p:spPr/>
        <p:txBody>
          <a:bodyPr/>
          <a:lstStyle/>
          <a:p>
            <a:r>
              <a:rPr lang="en-AU">
                <a:latin typeface="+mj-lt"/>
              </a:rPr>
              <a:t>References </a:t>
            </a:r>
            <a:r>
              <a:rPr lang="en-AU">
                <a:solidFill>
                  <a:schemeClr val="accent4"/>
                </a:solidFill>
                <a:latin typeface="+mj-lt"/>
              </a:rPr>
              <a:t>(1)</a:t>
            </a:r>
          </a:p>
        </p:txBody>
      </p:sp>
      <p:sp>
        <p:nvSpPr>
          <p:cNvPr id="6" name="TextBox 5">
            <a:extLst>
              <a:ext uri="{FF2B5EF4-FFF2-40B4-BE49-F238E27FC236}">
                <a16:creationId xmlns:a16="http://schemas.microsoft.com/office/drawing/2014/main" id="{EABCE76F-41B1-7EE2-14F1-DC744150DE0C}"/>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ea typeface="+mn-ea"/>
                <a:cs typeface="+mn-cs"/>
                <a:hlinkClick r:id="rId3">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ea typeface="+mn-ea"/>
                <a:cs typeface="+mn-cs"/>
                <a:hlinkClick r:id="rId4">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ea typeface="+mn-ea"/>
                <a:cs typeface="+mn-cs"/>
              </a:rPr>
              <a:t> </a:t>
            </a:r>
            <a:r>
              <a:rPr kumimoji="0" lang="en-AU" sz="1200" b="0" i="0" u="none" strike="noStrike" kern="1200" cap="none" spc="0" normalizeH="0" baseline="0" noProof="0">
                <a:ln>
                  <a:noFill/>
                </a:ln>
                <a:solidFill>
                  <a:srgbClr val="FFFFFF"/>
                </a:solidFill>
                <a:effectLst/>
                <a:uLnTx/>
                <a:uFillTx/>
                <a:ea typeface="+mn-ea"/>
                <a:cs typeface="+mn-cs"/>
              </a:rPr>
              <a:t>and the NSW Curriculum website </a:t>
            </a:r>
            <a:r>
              <a:rPr kumimoji="0" lang="en-AU" sz="1200" b="0" i="0" u="none" strike="noStrike" kern="1200" cap="none" spc="0" normalizeH="0" baseline="0" noProof="0">
                <a:ln>
                  <a:noFill/>
                </a:ln>
                <a:solidFill>
                  <a:srgbClr val="CBEDFD"/>
                </a:solidFill>
                <a:effectLst/>
                <a:uLnTx/>
                <a:uFillTx/>
                <a:ea typeface="+mn-ea"/>
                <a:cs typeface="+mn-cs"/>
                <a:hlinkClick r:id="rId5">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ea typeface="+mn-ea"/>
                <a:cs typeface="+mn-cs"/>
              </a:rPr>
              <a:t>.</a:t>
            </a:r>
          </a:p>
        </p:txBody>
      </p:sp>
      <p:sp>
        <p:nvSpPr>
          <p:cNvPr id="4" name="Content Placeholder 3">
            <a:extLst>
              <a:ext uri="{FF2B5EF4-FFF2-40B4-BE49-F238E27FC236}">
                <a16:creationId xmlns:a16="http://schemas.microsoft.com/office/drawing/2014/main" id="{B7C07B50-96D9-2E35-E2CE-3139F6377F08}"/>
              </a:ext>
            </a:extLst>
          </p:cNvPr>
          <p:cNvSpPr>
            <a:spLocks noGrp="1"/>
          </p:cNvSpPr>
          <p:nvPr>
            <p:ph idx="1"/>
          </p:nvPr>
        </p:nvSpPr>
        <p:spPr>
          <a:xfrm>
            <a:off x="335826" y="3291604"/>
            <a:ext cx="11484000" cy="2927351"/>
          </a:xfrm>
        </p:spPr>
        <p:txBody>
          <a:bodyPr vert="horz" lIns="0" tIns="0" rIns="0" bIns="0" rtlCol="0" anchor="t">
            <a:noAutofit/>
          </a:bodyPr>
          <a:lstStyle/>
          <a:p>
            <a:r>
              <a:rPr lang="en-AU">
                <a:ea typeface="+mn-lt"/>
                <a:cs typeface="+mn-lt"/>
                <a:hlinkClick r:id="rId6"/>
              </a:rPr>
              <a:t>Mathematics K–10 Syllabus</a:t>
            </a:r>
            <a:r>
              <a:rPr lang="en-AU">
                <a:ea typeface="+mn-lt"/>
                <a:cs typeface="+mn-lt"/>
              </a:rPr>
              <a:t> © NSW Education Standards Authority (NESA) for and on behalf of the Crown in right of the State of New South Wales, 2022.</a:t>
            </a:r>
            <a:endParaRPr lang="en-US">
              <a:ea typeface="+mn-lt"/>
              <a:cs typeface="+mn-lt"/>
            </a:endParaRPr>
          </a:p>
          <a:p>
            <a:r>
              <a:rPr lang="en-AU">
                <a:ea typeface="+mn-lt"/>
                <a:cs typeface="+mn-lt"/>
                <a:hlinkClick r:id="rId7"/>
              </a:rPr>
              <a:t>National Numeracy Learning Progression</a:t>
            </a:r>
            <a:r>
              <a:rPr lang="en-AU">
                <a:ea typeface="+mn-lt"/>
                <a:cs typeface="+mn-lt"/>
              </a:rPr>
              <a:t> © Australian Curriculum, Assessment and Reporting Authority (ACARA) 2010 to present, unless otherwise indicated. This material was downloaded from the </a:t>
            </a:r>
            <a:r>
              <a:rPr lang="en-AU">
                <a:ea typeface="+mn-lt"/>
                <a:cs typeface="+mn-lt"/>
                <a:hlinkClick r:id="rId8"/>
              </a:rPr>
              <a:t>Australian Curriculum</a:t>
            </a:r>
            <a:r>
              <a:rPr lang="en-AU">
                <a:ea typeface="+mn-lt"/>
                <a:cs typeface="+mn-lt"/>
              </a:rPr>
              <a:t> website (National Numeracy Learning Progression) (accessed 3 March 2026) and was not modified.</a:t>
            </a:r>
          </a:p>
          <a:p>
            <a:r>
              <a:rPr lang="en-AU">
                <a:ea typeface="+mn-lt"/>
                <a:cs typeface="+mn-lt"/>
              </a:rPr>
              <a:t>Amplify Education (2025) </a:t>
            </a:r>
            <a:r>
              <a:rPr lang="en-AU" i="1">
                <a:ea typeface="+mn-lt"/>
                <a:cs typeface="+mn-lt"/>
                <a:hlinkClick r:id="rId9"/>
              </a:rPr>
              <a:t>Polygons - Basic</a:t>
            </a:r>
            <a:r>
              <a:rPr lang="en-AU">
                <a:ea typeface="+mn-lt"/>
                <a:cs typeface="+mn-lt"/>
              </a:rPr>
              <a:t>, </a:t>
            </a:r>
            <a:r>
              <a:rPr lang="en-AU" err="1">
                <a:ea typeface="+mn-lt"/>
                <a:cs typeface="+mn-lt"/>
              </a:rPr>
              <a:t>Polypad</a:t>
            </a:r>
            <a:r>
              <a:rPr lang="en-AU">
                <a:ea typeface="+mn-lt"/>
                <a:cs typeface="+mn-lt"/>
              </a:rPr>
              <a:t> website, accessed 3 March 2026.</a:t>
            </a:r>
          </a:p>
          <a:p>
            <a:r>
              <a:rPr lang="en-AU">
                <a:ea typeface="+mn-lt"/>
                <a:cs typeface="+mn-lt"/>
              </a:rPr>
              <a:t>ABS (Australian Bureau of Statistics) (2025) </a:t>
            </a:r>
            <a:r>
              <a:rPr lang="en-AU" i="1">
                <a:ea typeface="+mn-lt"/>
                <a:cs typeface="+mn-lt"/>
                <a:hlinkClick r:id="rId10"/>
              </a:rPr>
              <a:t>National, state and territory population – latest release</a:t>
            </a:r>
            <a:r>
              <a:rPr lang="en-AU">
                <a:ea typeface="+mn-lt"/>
                <a:cs typeface="+mn-lt"/>
              </a:rPr>
              <a:t>, ABS website, accessed 3 March 2026.</a:t>
            </a:r>
          </a:p>
          <a:p>
            <a:r>
              <a:rPr lang="en-AU">
                <a:ea typeface="+mn-lt"/>
                <a:cs typeface="+mn-lt"/>
              </a:rPr>
              <a:t>Commonwealth of Australia (Geoscience Australia) (2021) </a:t>
            </a:r>
            <a:r>
              <a:rPr lang="en-AU" i="1">
                <a:ea typeface="+mn-lt"/>
                <a:cs typeface="+mn-lt"/>
                <a:hlinkClick r:id="rId11"/>
              </a:rPr>
              <a:t>Area of Australia - States and Territories</a:t>
            </a:r>
            <a:r>
              <a:rPr lang="en-AU">
                <a:ea typeface="+mn-lt"/>
                <a:cs typeface="+mn-lt"/>
              </a:rPr>
              <a:t>, Australian Government Geoscience Australia website, accessed 3 March 2026.</a:t>
            </a:r>
          </a:p>
          <a:p>
            <a:r>
              <a:rPr lang="en-AU">
                <a:ea typeface="+mn-lt"/>
                <a:cs typeface="+mn-lt"/>
              </a:rPr>
              <a:t>The Council of the City of Sydney (n.d.) </a:t>
            </a:r>
            <a:r>
              <a:rPr lang="en-AU" i="1">
                <a:ea typeface="+mn-lt"/>
                <a:cs typeface="+mn-lt"/>
                <a:hlinkClick r:id="rId12"/>
              </a:rPr>
              <a:t>Areas of service</a:t>
            </a:r>
            <a:r>
              <a:rPr lang="en-AU">
                <a:ea typeface="+mn-lt"/>
                <a:cs typeface="+mn-lt"/>
              </a:rPr>
              <a:t>, City of Sydney website, accessed 3 March 2026.</a:t>
            </a:r>
          </a:p>
          <a:p>
            <a:r>
              <a:rPr lang="en-AU">
                <a:ea typeface="+mn-lt"/>
                <a:cs typeface="+mn-lt"/>
              </a:rPr>
              <a:t>Google Earth (2025) </a:t>
            </a:r>
            <a:r>
              <a:rPr lang="en-AU" i="1">
                <a:ea typeface="+mn-lt"/>
                <a:cs typeface="+mn-lt"/>
                <a:hlinkClick r:id="rId13"/>
              </a:rPr>
              <a:t>Google Earth</a:t>
            </a:r>
            <a:r>
              <a:rPr lang="en-AU">
                <a:ea typeface="+mn-lt"/>
                <a:cs typeface="+mn-lt"/>
                <a:hlinkClick r:id="rId13"/>
              </a:rPr>
              <a:t> [software]</a:t>
            </a:r>
            <a:r>
              <a:rPr lang="en-AU">
                <a:ea typeface="+mn-lt"/>
                <a:cs typeface="+mn-lt"/>
              </a:rPr>
              <a:t>, Google Earth website, accessed 3 March 2026.</a:t>
            </a:r>
          </a:p>
        </p:txBody>
      </p:sp>
      <p:sp>
        <p:nvSpPr>
          <p:cNvPr id="2" name="Slide Number Placeholder 1">
            <a:extLst>
              <a:ext uri="{FF2B5EF4-FFF2-40B4-BE49-F238E27FC236}">
                <a16:creationId xmlns:a16="http://schemas.microsoft.com/office/drawing/2014/main" id="{48223418-AC99-D403-B6BA-7F5E5111A87A}"/>
              </a:ext>
              <a:ext uri="{C183D7F6-B498-43B3-948B-1728B52AA6E4}">
                <adec:decorative xmlns:adec="http://schemas.microsoft.com/office/drawing/2017/decorative" val="1"/>
              </a:ext>
            </a:extLst>
          </p:cNvPr>
          <p:cNvSpPr>
            <a:spLocks noGrp="1"/>
          </p:cNvSpPr>
          <p:nvPr>
            <p:ph type="sldNum" sz="quarter" idx="10"/>
          </p:nvPr>
        </p:nvSpPr>
        <p:spPr/>
        <p:txBody>
          <a:bodyPr/>
          <a:lstStyle/>
          <a:p>
            <a:fld id="{10A01DC5-1685-4615-8240-15192985C6A2}" type="slidenum">
              <a:rPr lang="en-AU" smtClean="0"/>
              <a:pPr/>
              <a:t>71</a:t>
            </a:fld>
            <a:endParaRPr lang="en-AU"/>
          </a:p>
        </p:txBody>
      </p:sp>
    </p:spTree>
    <p:extLst>
      <p:ext uri="{BB962C8B-B14F-4D97-AF65-F5344CB8AC3E}">
        <p14:creationId xmlns:p14="http://schemas.microsoft.com/office/powerpoint/2010/main" val="1181014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BAB4F4-1042-1F15-2D12-02F458EF989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B48F1B3-868C-8F7A-FBEE-BFBC8B9F993E}"/>
              </a:ext>
            </a:extLst>
          </p:cNvPr>
          <p:cNvSpPr>
            <a:spLocks noGrp="1"/>
          </p:cNvSpPr>
          <p:nvPr>
            <p:ph type="title"/>
          </p:nvPr>
        </p:nvSpPr>
        <p:spPr/>
        <p:txBody>
          <a:bodyPr/>
          <a:lstStyle/>
          <a:p>
            <a:r>
              <a:rPr lang="en-AU">
                <a:latin typeface="+mj-lt"/>
              </a:rPr>
              <a:t>References</a:t>
            </a:r>
            <a:r>
              <a:rPr lang="en-AU">
                <a:solidFill>
                  <a:schemeClr val="accent4"/>
                </a:solidFill>
                <a:latin typeface="+mj-lt"/>
              </a:rPr>
              <a:t> (2)</a:t>
            </a:r>
          </a:p>
        </p:txBody>
      </p:sp>
      <p:sp>
        <p:nvSpPr>
          <p:cNvPr id="6" name="TextBox 5">
            <a:extLst>
              <a:ext uri="{FF2B5EF4-FFF2-40B4-BE49-F238E27FC236}">
                <a16:creationId xmlns:a16="http://schemas.microsoft.com/office/drawing/2014/main" id="{4DB4225F-AAD7-D8C2-9493-0C7A60F8C185}"/>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ea typeface="+mn-ea"/>
                <a:cs typeface="+mn-cs"/>
                <a:hlinkClick r:id="rId3">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ea typeface="+mn-ea"/>
                <a:cs typeface="+mn-cs"/>
                <a:hlinkClick r:id="rId4">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ea typeface="+mn-ea"/>
                <a:cs typeface="+mn-cs"/>
              </a:rPr>
              <a:t> </a:t>
            </a:r>
            <a:r>
              <a:rPr kumimoji="0" lang="en-AU" sz="1200" b="0" i="0" u="none" strike="noStrike" kern="1200" cap="none" spc="0" normalizeH="0" baseline="0" noProof="0">
                <a:ln>
                  <a:noFill/>
                </a:ln>
                <a:solidFill>
                  <a:srgbClr val="FFFFFF"/>
                </a:solidFill>
                <a:effectLst/>
                <a:uLnTx/>
                <a:uFillTx/>
                <a:ea typeface="+mn-ea"/>
                <a:cs typeface="+mn-cs"/>
              </a:rPr>
              <a:t>and the NSW Curriculum website </a:t>
            </a:r>
            <a:r>
              <a:rPr kumimoji="0" lang="en-AU" sz="1200" b="0" i="0" u="none" strike="noStrike" kern="1200" cap="none" spc="0" normalizeH="0" baseline="0" noProof="0">
                <a:ln>
                  <a:noFill/>
                </a:ln>
                <a:solidFill>
                  <a:srgbClr val="CBEDFD"/>
                </a:solidFill>
                <a:effectLst/>
                <a:uLnTx/>
                <a:uFillTx/>
                <a:ea typeface="+mn-ea"/>
                <a:cs typeface="+mn-cs"/>
                <a:hlinkClick r:id="rId5">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ea typeface="+mn-ea"/>
                <a:cs typeface="+mn-cs"/>
              </a:rPr>
              <a:t>.</a:t>
            </a:r>
          </a:p>
        </p:txBody>
      </p:sp>
      <p:sp>
        <p:nvSpPr>
          <p:cNvPr id="4" name="Content Placeholder 3">
            <a:extLst>
              <a:ext uri="{FF2B5EF4-FFF2-40B4-BE49-F238E27FC236}">
                <a16:creationId xmlns:a16="http://schemas.microsoft.com/office/drawing/2014/main" id="{37EED1F4-9FD4-5E1E-A8C7-821AA9885974}"/>
              </a:ext>
            </a:extLst>
          </p:cNvPr>
          <p:cNvSpPr>
            <a:spLocks noGrp="1"/>
          </p:cNvSpPr>
          <p:nvPr>
            <p:ph idx="1"/>
          </p:nvPr>
        </p:nvSpPr>
        <p:spPr>
          <a:xfrm>
            <a:off x="360000" y="3291604"/>
            <a:ext cx="11484000" cy="2927351"/>
          </a:xfrm>
        </p:spPr>
        <p:txBody>
          <a:bodyPr vert="horz" lIns="0" tIns="0" rIns="0" bIns="0" rtlCol="0" anchor="t">
            <a:noAutofit/>
          </a:bodyPr>
          <a:lstStyle/>
          <a:p>
            <a:r>
              <a:rPr lang="en-AU">
                <a:ea typeface="+mn-lt"/>
                <a:cs typeface="+mn-lt"/>
              </a:rPr>
              <a:t>NASA (National Aeronautics and Space Administration) (n.d.) </a:t>
            </a:r>
            <a:r>
              <a:rPr lang="en-AU" i="1">
                <a:ea typeface="+mn-lt"/>
                <a:cs typeface="+mn-lt"/>
                <a:hlinkClick r:id="rId6"/>
              </a:rPr>
              <a:t>Earth Observatory: Uluru, Central Australia</a:t>
            </a:r>
            <a:r>
              <a:rPr lang="en-AU">
                <a:ea typeface="+mn-lt"/>
                <a:cs typeface="+mn-lt"/>
              </a:rPr>
              <a:t>, NASA website, accessed 3 march 2026.</a:t>
            </a:r>
            <a:endParaRPr lang="en-US">
              <a:ea typeface="+mn-lt"/>
              <a:cs typeface="+mn-lt"/>
            </a:endParaRPr>
          </a:p>
          <a:p>
            <a:r>
              <a:rPr lang="en-AU">
                <a:ea typeface="+mn-lt"/>
                <a:cs typeface="+mn-lt"/>
              </a:rPr>
              <a:t>NSW Government, Department of Climate Change, Energy, the Environment and Water (2025) ‘</a:t>
            </a:r>
            <a:r>
              <a:rPr lang="en-AU">
                <a:ea typeface="+mn-lt"/>
                <a:cs typeface="+mn-lt"/>
                <a:hlinkClick r:id="rId7"/>
              </a:rPr>
              <a:t>All parks and reserves in New South Wales – 28 October 2025 (National Parks and Wildlife Service)’ [PDF 525 KB]</a:t>
            </a:r>
            <a:r>
              <a:rPr lang="en-AU">
                <a:ea typeface="+mn-lt"/>
                <a:cs typeface="+mn-lt"/>
              </a:rPr>
              <a:t>, accessed 8 April 2026.</a:t>
            </a:r>
            <a:endParaRPr lang="en-AU"/>
          </a:p>
          <a:p>
            <a:r>
              <a:rPr lang="en-AU">
                <a:ea typeface="+mn-lt"/>
                <a:cs typeface="+mn-lt"/>
              </a:rPr>
              <a:t>Toy Theater (2026) </a:t>
            </a:r>
            <a:r>
              <a:rPr lang="en-AU" i="1">
                <a:ea typeface="+mn-lt"/>
                <a:cs typeface="+mn-lt"/>
                <a:hlinkClick r:id="rId8"/>
              </a:rPr>
              <a:t>Geoboard</a:t>
            </a:r>
            <a:r>
              <a:rPr lang="en-AU">
                <a:ea typeface="+mn-lt"/>
                <a:cs typeface="+mn-lt"/>
              </a:rPr>
              <a:t>, Toy Theater website, accessed 3 March 2026.</a:t>
            </a:r>
          </a:p>
          <a:p>
            <a:r>
              <a:rPr lang="en-AU">
                <a:ea typeface="+mn-lt"/>
                <a:cs typeface="+mn-lt"/>
              </a:rPr>
              <a:t>University of Cambridge (n.d.) </a:t>
            </a:r>
            <a:r>
              <a:rPr lang="en-AU" i="1">
                <a:ea typeface="+mn-lt"/>
                <a:cs typeface="+mn-lt"/>
                <a:hlinkClick r:id="rId9"/>
              </a:rPr>
              <a:t>Can They Be Equal?</a:t>
            </a:r>
            <a:r>
              <a:rPr lang="en-AU">
                <a:ea typeface="+mn-lt"/>
                <a:cs typeface="+mn-lt"/>
              </a:rPr>
              <a:t>, NRICH website, accessed 3 March 2026.</a:t>
            </a:r>
          </a:p>
          <a:p>
            <a:r>
              <a:rPr lang="en-AU">
                <a:ea typeface="+mn-lt"/>
                <a:cs typeface="+mn-lt"/>
              </a:rPr>
              <a:t>Van de Walle J, Karp K, Bay-Williams JM, Brass A, Bentley B, Ferguson S, Goff W, Livy S, Marshman M, Martin D, Pearn C, Prodromou T, Symons D and Wilkie K (2019) </a:t>
            </a:r>
            <a:r>
              <a:rPr lang="en-AU" i="1">
                <a:cs typeface="Arial"/>
              </a:rPr>
              <a:t>Primary and Middle Years Mathematics: Teaching Developmentally</a:t>
            </a:r>
            <a:r>
              <a:rPr lang="en-AU">
                <a:ea typeface="+mn-lt"/>
                <a:cs typeface="+mn-lt"/>
              </a:rPr>
              <a:t>, 1st Australian edn, Pearson Education Australia, Melbourne.</a:t>
            </a:r>
          </a:p>
          <a:p>
            <a:r>
              <a:rPr lang="en-AU">
                <a:ea typeface="+mn-lt"/>
                <a:cs typeface="+mn-lt"/>
              </a:rPr>
              <a:t>WaterNSW (2025) </a:t>
            </a:r>
            <a:r>
              <a:rPr lang="en-AU" i="1">
                <a:ea typeface="+mn-lt"/>
                <a:cs typeface="+mn-lt"/>
                <a:hlinkClick r:id="rId10"/>
              </a:rPr>
              <a:t>Regional NSW dams: Menindee Lakes</a:t>
            </a:r>
            <a:r>
              <a:rPr lang="en-AU">
                <a:ea typeface="+mn-lt"/>
                <a:cs typeface="+mn-lt"/>
              </a:rPr>
              <a:t>, WaterNSW website, accessed 3 March 2026.</a:t>
            </a:r>
          </a:p>
          <a:p>
            <a:r>
              <a:rPr lang="en-AU">
                <a:ea typeface="+mn-lt"/>
                <a:cs typeface="+mn-lt"/>
              </a:rPr>
              <a:t>Worldometers.info (n.d.) </a:t>
            </a:r>
            <a:r>
              <a:rPr lang="en-AU" i="1">
                <a:ea typeface="+mn-lt"/>
                <a:cs typeface="+mn-lt"/>
                <a:hlinkClick r:id="rId11"/>
              </a:rPr>
              <a:t>Countries in the world by population (2026)</a:t>
            </a:r>
            <a:r>
              <a:rPr lang="en-AU" i="1">
                <a:ea typeface="+mn-lt"/>
                <a:cs typeface="+mn-lt"/>
              </a:rPr>
              <a:t>,</a:t>
            </a:r>
            <a:r>
              <a:rPr lang="en-AU">
                <a:ea typeface="+mn-lt"/>
                <a:cs typeface="+mn-lt"/>
              </a:rPr>
              <a:t> </a:t>
            </a:r>
            <a:r>
              <a:rPr lang="en-AU" err="1">
                <a:ea typeface="+mn-lt"/>
                <a:cs typeface="+mn-lt"/>
              </a:rPr>
              <a:t>Worldometer</a:t>
            </a:r>
            <a:r>
              <a:rPr lang="en-AU">
                <a:ea typeface="+mn-lt"/>
                <a:cs typeface="+mn-lt"/>
              </a:rPr>
              <a:t> website, accessed 3 March 2026.</a:t>
            </a:r>
          </a:p>
        </p:txBody>
      </p:sp>
      <p:sp>
        <p:nvSpPr>
          <p:cNvPr id="2" name="Slide Number Placeholder 1">
            <a:extLst>
              <a:ext uri="{FF2B5EF4-FFF2-40B4-BE49-F238E27FC236}">
                <a16:creationId xmlns:a16="http://schemas.microsoft.com/office/drawing/2014/main" id="{A6B8F721-72D2-B564-4E37-DDF22329B468}"/>
              </a:ext>
              <a:ext uri="{C183D7F6-B498-43B3-948B-1728B52AA6E4}">
                <adec:decorative xmlns:adec="http://schemas.microsoft.com/office/drawing/2017/decorative" val="1"/>
              </a:ext>
            </a:extLst>
          </p:cNvPr>
          <p:cNvSpPr>
            <a:spLocks noGrp="1"/>
          </p:cNvSpPr>
          <p:nvPr>
            <p:ph type="sldNum" sz="quarter" idx="10"/>
          </p:nvPr>
        </p:nvSpPr>
        <p:spPr/>
        <p:txBody>
          <a:bodyPr/>
          <a:lstStyle/>
          <a:p>
            <a:fld id="{10A01DC5-1685-4615-8240-15192985C6A2}" type="slidenum">
              <a:rPr lang="en-AU" smtClean="0"/>
              <a:pPr/>
              <a:t>72</a:t>
            </a:fld>
            <a:endParaRPr lang="en-AU"/>
          </a:p>
        </p:txBody>
      </p:sp>
    </p:spTree>
    <p:extLst>
      <p:ext uri="{BB962C8B-B14F-4D97-AF65-F5344CB8AC3E}">
        <p14:creationId xmlns:p14="http://schemas.microsoft.com/office/powerpoint/2010/main" val="26464265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146F84-0A22-2DEF-978C-013AB2B0CDA6}"/>
              </a:ext>
            </a:extLst>
          </p:cNvPr>
          <p:cNvSpPr>
            <a:spLocks noGrp="1"/>
          </p:cNvSpPr>
          <p:nvPr>
            <p:ph type="title"/>
          </p:nvPr>
        </p:nvSpPr>
        <p:spPr>
          <a:xfrm>
            <a:off x="360000" y="360000"/>
            <a:ext cx="10080000" cy="537467"/>
          </a:xfrm>
        </p:spPr>
        <p:txBody>
          <a:bodyPr/>
          <a:lstStyle/>
          <a:p>
            <a:r>
              <a:rPr lang="en-AU">
                <a:latin typeface="+mj-lt"/>
              </a:rPr>
              <a:t>Copyright</a:t>
            </a:r>
          </a:p>
        </p:txBody>
      </p:sp>
      <p:sp>
        <p:nvSpPr>
          <p:cNvPr id="7" name="Text Placeholder 6">
            <a:extLst>
              <a:ext uri="{FF2B5EF4-FFF2-40B4-BE49-F238E27FC236}">
                <a16:creationId xmlns:a16="http://schemas.microsoft.com/office/drawing/2014/main" id="{E762E711-B51D-9854-C2DD-A164FE59F882}"/>
              </a:ext>
            </a:extLst>
          </p:cNvPr>
          <p:cNvSpPr>
            <a:spLocks noGrp="1"/>
          </p:cNvSpPr>
          <p:nvPr>
            <p:ph type="body" sz="quarter" idx="18"/>
          </p:nvPr>
        </p:nvSpPr>
        <p:spPr/>
        <p:txBody>
          <a:bodyPr/>
          <a:lstStyle/>
          <a:p>
            <a:r>
              <a:rPr lang="en-AU">
                <a:latin typeface="+mj-lt"/>
              </a:rPr>
              <a:t>© State of New South Wales (Department of Education), 2025</a:t>
            </a:r>
          </a:p>
        </p:txBody>
      </p:sp>
      <p:sp>
        <p:nvSpPr>
          <p:cNvPr id="8" name="TextBox 7">
            <a:extLst>
              <a:ext uri="{FF2B5EF4-FFF2-40B4-BE49-F238E27FC236}">
                <a16:creationId xmlns:a16="http://schemas.microsoft.com/office/drawing/2014/main" id="{F70BB973-8437-BE43-4C71-6089E7F934FA}"/>
              </a:ext>
            </a:extLst>
          </p:cNvPr>
          <p:cNvSpPr txBox="1"/>
          <p:nvPr/>
        </p:nvSpPr>
        <p:spPr>
          <a:xfrm>
            <a:off x="360000" y="1453575"/>
            <a:ext cx="11484338" cy="5067724"/>
          </a:xfrm>
          <a:prstGeom prst="rect">
            <a:avLst/>
          </a:prstGeom>
          <a:noFill/>
        </p:spPr>
        <p:txBody>
          <a:bodyPr wrap="square" lIns="0" tIns="0" rIns="0" bIns="0" rtlCol="0">
            <a:noAutofit/>
          </a:bodyPr>
          <a:lstStyle/>
          <a:p>
            <a:pPr algn="l">
              <a:lnSpc>
                <a:spcPct val="150000"/>
              </a:lnSpc>
              <a:spcAft>
                <a:spcPts val="600"/>
              </a:spcAft>
            </a:pPr>
            <a:r>
              <a:rPr lang="en-AU" sz="1200">
                <a:solidFill>
                  <a:schemeClr val="bg1"/>
                </a:solidFill>
              </a:rPr>
              <a:t>The copyright material published in this resource is subject to the </a:t>
            </a:r>
            <a:r>
              <a:rPr lang="en-AU" sz="1200" i="1">
                <a:solidFill>
                  <a:schemeClr val="bg1"/>
                </a:solidFill>
              </a:rPr>
              <a:t>Copyright Act 1968</a:t>
            </a:r>
            <a:r>
              <a:rPr lang="en-AU" sz="1200">
                <a:solidFill>
                  <a:schemeClr val="bg1"/>
                </a:solidFill>
              </a:rPr>
              <a:t> (</a:t>
            </a:r>
            <a:r>
              <a:rPr lang="en-AU" sz="1200" err="1">
                <a:solidFill>
                  <a:schemeClr val="bg1"/>
                </a:solidFill>
              </a:rPr>
              <a:t>Cth</a:t>
            </a:r>
            <a:r>
              <a:rPr lang="en-AU" sz="1200">
                <a:solidFill>
                  <a:schemeClr val="bg1"/>
                </a:solidFill>
              </a:rPr>
              <a:t>) and is owned by the NSW Department of Education or, where indicated, by a party other than the NSW Department of Education (third-party material).</a:t>
            </a:r>
          </a:p>
          <a:p>
            <a:pPr algn="l">
              <a:lnSpc>
                <a:spcPct val="150000"/>
              </a:lnSpc>
              <a:spcAft>
                <a:spcPts val="600"/>
              </a:spcAft>
            </a:pPr>
            <a:r>
              <a:rPr lang="en-AU" sz="1200">
                <a:solidFill>
                  <a:schemeClr val="bg1"/>
                </a:solidFill>
              </a:rPr>
              <a:t>Copyright material available in this resource and owned by the NSW Department of Education is licensed under a </a:t>
            </a:r>
            <a:r>
              <a:rPr lang="en-AU" sz="1200">
                <a:solidFill>
                  <a:schemeClr val="accent4"/>
                </a:solidFill>
                <a:hlinkClick r:id="rId3">
                  <a:extLst>
                    <a:ext uri="{A12FA001-AC4F-418D-AE19-62706E023703}">
                      <ahyp:hlinkClr xmlns:ahyp="http://schemas.microsoft.com/office/drawing/2018/hyperlinkcolor" val="tx"/>
                    </a:ext>
                  </a:extLst>
                </a:hlinkClick>
              </a:rPr>
              <a:t>Creative Commons Attribution 4.0 International (CC BY 4.0) license</a:t>
            </a:r>
            <a:r>
              <a:rPr lang="en-AU" sz="1200">
                <a:solidFill>
                  <a:schemeClr val="bg1"/>
                </a:solidFill>
              </a:rPr>
              <a:t>.</a:t>
            </a:r>
          </a:p>
          <a:p>
            <a:pPr algn="l">
              <a:lnSpc>
                <a:spcPct val="150000"/>
              </a:lnSpc>
              <a:spcAft>
                <a:spcPts val="600"/>
              </a:spcAft>
            </a:pPr>
            <a:r>
              <a:rPr lang="en-AU" sz="1200">
                <a:solidFill>
                  <a:schemeClr val="bg1"/>
                </a:solidFill>
              </a:rPr>
              <a:t>This license allows you to share and adapt the material for any purpose, even commercially.</a:t>
            </a:r>
          </a:p>
          <a:p>
            <a:pPr algn="l">
              <a:lnSpc>
                <a:spcPct val="150000"/>
              </a:lnSpc>
              <a:spcAft>
                <a:spcPts val="600"/>
              </a:spcAft>
            </a:pPr>
            <a:r>
              <a:rPr lang="en-AU" sz="1200">
                <a:solidFill>
                  <a:schemeClr val="bg1"/>
                </a:solidFill>
              </a:rPr>
              <a:t>Attribution should be given to © State of New South Wales (Department of Education), 2025.</a:t>
            </a:r>
          </a:p>
          <a:p>
            <a:pPr algn="l">
              <a:lnSpc>
                <a:spcPct val="150000"/>
              </a:lnSpc>
            </a:pPr>
            <a:r>
              <a:rPr lang="en-AU" sz="1200">
                <a:solidFill>
                  <a:schemeClr val="bg1"/>
                </a:solidFill>
              </a:rPr>
              <a:t>Material in this resource not available under a Creative Commons license:</a:t>
            </a:r>
          </a:p>
          <a:p>
            <a:pPr marL="171450" indent="-171450" algn="l">
              <a:lnSpc>
                <a:spcPct val="150000"/>
              </a:lnSpc>
              <a:buFont typeface="Arial" panose="020B0604020202020204" pitchFamily="34" charset="0"/>
              <a:buChar char="•"/>
            </a:pPr>
            <a:r>
              <a:rPr lang="en-AU" sz="1200">
                <a:solidFill>
                  <a:schemeClr val="bg1"/>
                </a:solidFill>
              </a:rPr>
              <a:t>the NSW Department of Education logo, other logos and trademark-protected material</a:t>
            </a:r>
          </a:p>
          <a:p>
            <a:pPr marL="171450" indent="-171450" algn="l">
              <a:lnSpc>
                <a:spcPct val="150000"/>
              </a:lnSpc>
              <a:buFont typeface="Arial" panose="020B0604020202020204" pitchFamily="34" charset="0"/>
              <a:buChar char="•"/>
            </a:pPr>
            <a:r>
              <a:rPr lang="en-AU" sz="1200">
                <a:solidFill>
                  <a:schemeClr val="bg1"/>
                </a:solidFill>
              </a:rPr>
              <a:t>Material owned by a third party that has been reproduced with permission. You will need to obtain permission from the third party to reuse its material. </a:t>
            </a:r>
          </a:p>
          <a:p>
            <a:pPr algn="l">
              <a:lnSpc>
                <a:spcPct val="150000"/>
              </a:lnSpc>
              <a:spcBef>
                <a:spcPts val="1200"/>
              </a:spcBef>
              <a:spcAft>
                <a:spcPts val="600"/>
              </a:spcAft>
            </a:pPr>
            <a:r>
              <a:rPr lang="en-AU" sz="1200" b="1">
                <a:solidFill>
                  <a:schemeClr val="bg1"/>
                </a:solidFill>
                <a:latin typeface="+mj-lt"/>
              </a:rPr>
              <a:t>Links to third-party material and websites</a:t>
            </a:r>
          </a:p>
          <a:p>
            <a:pPr algn="l">
              <a:lnSpc>
                <a:spcPct val="150000"/>
              </a:lnSpc>
              <a:spcAft>
                <a:spcPts val="600"/>
              </a:spcAft>
            </a:pPr>
            <a:r>
              <a:rPr lang="en-AU" sz="1200">
                <a:solidFill>
                  <a:schemeClr val="bg1"/>
                </a:solidFill>
              </a:rPr>
              <a:t>Please note that the provided (reading/viewing material/list/links/texts) are a suggestion only and implies no endorsement, by the New South Wales Department of Education, of any author, publisher, or book title. School principals and teachers are best placed to assess the suitability of resources that would complement the curriculum and reflect the needs and interests of their students.</a:t>
            </a:r>
          </a:p>
          <a:p>
            <a:pPr algn="l">
              <a:lnSpc>
                <a:spcPct val="150000"/>
              </a:lnSpc>
              <a:spcAft>
                <a:spcPts val="600"/>
              </a:spcAft>
            </a:pPr>
            <a:r>
              <a:rPr lang="en-AU" sz="1200">
                <a:solidFill>
                  <a:schemeClr val="bg1"/>
                </a:solidFill>
              </a:rPr>
              <a:t>If you use the links provided in this document to access a third party’s website, you acknowledge that the terms of use, including licence terms set out on the third-party’s website apply to the use which may be made of the materials on that third-party website or where permitted by the </a:t>
            </a:r>
            <a:r>
              <a:rPr lang="en-AU" sz="1200" i="1">
                <a:solidFill>
                  <a:schemeClr val="bg1"/>
                </a:solidFill>
              </a:rPr>
              <a:t>Copyright Act 1968 </a:t>
            </a:r>
            <a:r>
              <a:rPr lang="en-AU" sz="1200">
                <a:solidFill>
                  <a:schemeClr val="bg1"/>
                </a:solidFill>
              </a:rPr>
              <a:t>(</a:t>
            </a:r>
            <a:r>
              <a:rPr lang="en-AU" sz="1200" err="1">
                <a:solidFill>
                  <a:schemeClr val="bg1"/>
                </a:solidFill>
              </a:rPr>
              <a:t>Cth</a:t>
            </a:r>
            <a:r>
              <a:rPr lang="en-AU" sz="1200">
                <a:solidFill>
                  <a:schemeClr val="bg1"/>
                </a:solidFill>
              </a:rPr>
              <a:t>). The department accepts no responsibility for content on third-party websites. </a:t>
            </a:r>
          </a:p>
        </p:txBody>
      </p:sp>
    </p:spTree>
    <p:extLst>
      <p:ext uri="{BB962C8B-B14F-4D97-AF65-F5344CB8AC3E}">
        <p14:creationId xmlns:p14="http://schemas.microsoft.com/office/powerpoint/2010/main" val="3820411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NSWG Corporate">
  <a:themeElements>
    <a:clrScheme name="Custom 14">
      <a:dk1>
        <a:srgbClr val="22272B"/>
      </a:dk1>
      <a:lt1>
        <a:srgbClr val="FFFFFF"/>
      </a:lt1>
      <a:dk2>
        <a:srgbClr val="D7153A"/>
      </a:dk2>
      <a:lt2>
        <a:srgbClr val="EBEBEB"/>
      </a:lt2>
      <a:accent1>
        <a:srgbClr val="002664"/>
      </a:accent1>
      <a:accent2>
        <a:srgbClr val="146CFD"/>
      </a:accent2>
      <a:accent3>
        <a:srgbClr val="8CE0FF"/>
      </a:accent3>
      <a:accent4>
        <a:srgbClr val="CBEDFD"/>
      </a:accent4>
      <a:accent5>
        <a:srgbClr val="495054"/>
      </a:accent5>
      <a:accent6>
        <a:srgbClr val="FFE6EA"/>
      </a:accent6>
      <a:hlink>
        <a:srgbClr val="146CFD"/>
      </a:hlink>
      <a:folHlink>
        <a:srgbClr val="146CF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sz="1800" dirty="0"/>
        </a:defPPr>
      </a:lstStyle>
    </a:txDef>
  </a:objectDefaults>
  <a:extraClrSchemeLst/>
  <a:extLst>
    <a:ext uri="{05A4C25C-085E-4340-85A3-A5531E510DB2}">
      <thm15:themeFamily xmlns:thm15="http://schemas.microsoft.com/office/thememl/2012/main" name="Review of learning template" id="{8077A738-7D06-4B54-972E-94806C6B7F6D}" vid="{415614B2-02FF-41DC-B617-EAE1A180D53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225CD7B5461E64DBD81A4688FEB92F3" ma:contentTypeVersion="12" ma:contentTypeDescription="Create a new document." ma:contentTypeScope="" ma:versionID="32399663726c23a2f642d658b0aca0e5">
  <xsd:schema xmlns:xsd="http://www.w3.org/2001/XMLSchema" xmlns:xs="http://www.w3.org/2001/XMLSchema" xmlns:p="http://schemas.microsoft.com/office/2006/metadata/properties" xmlns:ns2="9983aa10-8768-4afe-b503-cad2303d02b1" xmlns:ns3="33c4fa9b-9104-422a-9d36-2aa3be9e17bc" targetNamespace="http://schemas.microsoft.com/office/2006/metadata/properties" ma:root="true" ma:fieldsID="94f9f2d3303c22dd8eead538cc2519f2" ns2:_="" ns3:_="">
    <xsd:import namespace="9983aa10-8768-4afe-b503-cad2303d02b1"/>
    <xsd:import namespace="33c4fa9b-9104-422a-9d36-2aa3be9e17b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983aa10-8768-4afe-b503-cad2303d02b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51f47cd6-212f-4ea2-b6af-f1d1e47bdbaf" ma:termSetId="09814cd3-568e-fe90-9814-8d621ff8fb84" ma:anchorId="fba54fb3-c3e1-fe81-a776-ca4b69148c4d" ma:open="true" ma:isKeyword="false">
      <xsd:complexType>
        <xsd:sequence>
          <xsd:element ref="pc:Terms" minOccurs="0" maxOccurs="1"/>
        </xsd:sequence>
      </xsd:complex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33c4fa9b-9104-422a-9d36-2aa3be9e17bc"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b1e7c5dc-00dd-4604-80db-069fb80082d9}" ma:internalName="TaxCatchAll" ma:showField="CatchAllData" ma:web="33c4fa9b-9104-422a-9d36-2aa3be9e17b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9983aa10-8768-4afe-b503-cad2303d02b1">
      <Terms xmlns="http://schemas.microsoft.com/office/infopath/2007/PartnerControls"/>
    </lcf76f155ced4ddcb4097134ff3c332f>
    <TaxCatchAll xmlns="33c4fa9b-9104-422a-9d36-2aa3be9e17bc" xsi:nil="true"/>
  </documentManagement>
</p:properties>
</file>

<file path=customXml/itemProps1.xml><?xml version="1.0" encoding="utf-8"?>
<ds:datastoreItem xmlns:ds="http://schemas.openxmlformats.org/officeDocument/2006/customXml" ds:itemID="{1BBF1075-4992-4DA3-A5BC-433A425AD955}">
  <ds:schemaRefs>
    <ds:schemaRef ds:uri="http://schemas.microsoft.com/sharepoint/v3/contenttype/forms"/>
  </ds:schemaRefs>
</ds:datastoreItem>
</file>

<file path=customXml/itemProps2.xml><?xml version="1.0" encoding="utf-8"?>
<ds:datastoreItem xmlns:ds="http://schemas.openxmlformats.org/officeDocument/2006/customXml" ds:itemID="{EC2A5BF7-FDEE-4888-9461-AD5021D24058}"/>
</file>

<file path=customXml/itemProps3.xml><?xml version="1.0" encoding="utf-8"?>
<ds:datastoreItem xmlns:ds="http://schemas.openxmlformats.org/officeDocument/2006/customXml" ds:itemID="{CE555570-2BD4-426B-AA32-0A79CB6508A8}">
  <ds:schemaRefs>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60129b06-f64b-40a8-96e2-c5b2f86112b1"/>
    <ds:schemaRef ds:uri="http://purl.org/dc/dcmitype/"/>
    <ds:schemaRef ds:uri="7e763d47-3c66-4c58-9425-1477fd3ccd1e"/>
    <ds:schemaRef ds:uri="http://www.w3.org/XML/1998/namespace"/>
    <ds:schemaRef ds:uri="http://purl.org/dc/elements/1.1/"/>
  </ds:schemaRefs>
</ds:datastoreItem>
</file>

<file path=docMetadata/LabelInfo.xml><?xml version="1.0" encoding="utf-8"?>
<clbl:labelList xmlns:clbl="http://schemas.microsoft.com/office/2020/mipLabelMetadata">
  <clbl:label id="{b603dfd7-d93a-4381-a340-2995d8282205}" enabled="1" method="Standard" siteId="{05a0e69a-418a-47c1-9c25-9387261bf991}" contentBits="0" removed="0"/>
</clbl:labelList>
</file>

<file path=docProps/app.xml><?xml version="1.0" encoding="utf-8"?>
<Properties xmlns="http://schemas.openxmlformats.org/officeDocument/2006/extended-properties" xmlns:vt="http://schemas.openxmlformats.org/officeDocument/2006/docPropsVTypes">
  <Template>Review of learning template (1)</Template>
  <TotalTime>0</TotalTime>
  <Words>7035</Words>
  <Application>Microsoft Office PowerPoint</Application>
  <PresentationFormat>Widescreen</PresentationFormat>
  <Paragraphs>937</Paragraphs>
  <Slides>73</Slides>
  <Notes>73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73</vt:i4>
      </vt:variant>
    </vt:vector>
  </HeadingPairs>
  <TitlesOfParts>
    <vt:vector size="81" baseType="lpstr">
      <vt:lpstr>Montserrat</vt:lpstr>
      <vt:lpstr>Public Sans</vt:lpstr>
      <vt:lpstr>Public Sans Light</vt:lpstr>
      <vt:lpstr>Wingdings</vt:lpstr>
      <vt:lpstr>Calibri</vt:lpstr>
      <vt:lpstr>Arial</vt:lpstr>
      <vt:lpstr>Times New Roman</vt:lpstr>
      <vt:lpstr>NSWG Corporate</vt:lpstr>
      <vt:lpstr>Instructions for use</vt:lpstr>
      <vt:lpstr>Review of Learning</vt:lpstr>
      <vt:lpstr>Lessons</vt:lpstr>
      <vt:lpstr>Review of learning 1</vt:lpstr>
      <vt:lpstr>Multiple choice (1)</vt:lpstr>
      <vt:lpstr>Short response (1)</vt:lpstr>
      <vt:lpstr>Short response (2)</vt:lpstr>
      <vt:lpstr>Short response (3)</vt:lpstr>
      <vt:lpstr>Short response (4)</vt:lpstr>
      <vt:lpstr>Activity 1 – regrouping numbers 1 (1)</vt:lpstr>
      <vt:lpstr>Activity 1 – regrouping numbers 1 (2)</vt:lpstr>
      <vt:lpstr>Review of learning 2</vt:lpstr>
      <vt:lpstr>True or false (1)</vt:lpstr>
      <vt:lpstr>Short response (5)</vt:lpstr>
      <vt:lpstr>Short response (6)</vt:lpstr>
      <vt:lpstr>Short response (7)</vt:lpstr>
      <vt:lpstr>Short response (8)</vt:lpstr>
      <vt:lpstr>Activity 2 – regrouping numbers 2</vt:lpstr>
      <vt:lpstr>Review of learning 3</vt:lpstr>
      <vt:lpstr>Multiple choice (2)</vt:lpstr>
      <vt:lpstr>Short response (9)</vt:lpstr>
      <vt:lpstr>Short response (10)</vt:lpstr>
      <vt:lpstr>Short response (11)</vt:lpstr>
      <vt:lpstr>Short response (12)</vt:lpstr>
      <vt:lpstr>Activity 3 – partitioning numbers 1 (1)</vt:lpstr>
      <vt:lpstr>Activity 3 – partitioning numbers 1 (2)</vt:lpstr>
      <vt:lpstr>Review of learning 4</vt:lpstr>
      <vt:lpstr>True or false (2)</vt:lpstr>
      <vt:lpstr>Short response (13)</vt:lpstr>
      <vt:lpstr>Short response (14)</vt:lpstr>
      <vt:lpstr>Short response (15)</vt:lpstr>
      <vt:lpstr>Short response (16)</vt:lpstr>
      <vt:lpstr>Activity 4 – partitioning numbers 2</vt:lpstr>
      <vt:lpstr>Review of learning 5</vt:lpstr>
      <vt:lpstr>Multiple choice (3)</vt:lpstr>
      <vt:lpstr>Short response (17)</vt:lpstr>
      <vt:lpstr>Short response (18)</vt:lpstr>
      <vt:lpstr>Short response (19)</vt:lpstr>
      <vt:lpstr>Short response (20)</vt:lpstr>
      <vt:lpstr>Activity 5 – using estimation</vt:lpstr>
      <vt:lpstr>Review of learning 6</vt:lpstr>
      <vt:lpstr>True or false (3)</vt:lpstr>
      <vt:lpstr>Short response (21)</vt:lpstr>
      <vt:lpstr>Short response (22)</vt:lpstr>
      <vt:lpstr>Short response (23)</vt:lpstr>
      <vt:lpstr>Short response (24)</vt:lpstr>
      <vt:lpstr>Activity 6 – using place value understanding</vt:lpstr>
      <vt:lpstr>Review of learning 7</vt:lpstr>
      <vt:lpstr>Multiple choice (4)</vt:lpstr>
      <vt:lpstr>Short response (25)</vt:lpstr>
      <vt:lpstr>Short response (26)</vt:lpstr>
      <vt:lpstr>Short response (27)</vt:lpstr>
      <vt:lpstr>Short response (28)</vt:lpstr>
      <vt:lpstr>Activity 7 – determining reasonableness of solutions (1)</vt:lpstr>
      <vt:lpstr>Activity 7 – determining reasonableness of solutions (2)</vt:lpstr>
      <vt:lpstr>Review of learning 8</vt:lpstr>
      <vt:lpstr>True or false (4)</vt:lpstr>
      <vt:lpstr>Short response (29)</vt:lpstr>
      <vt:lpstr>Short response (30)</vt:lpstr>
      <vt:lpstr>Short response (31)</vt:lpstr>
      <vt:lpstr>Short response (32)</vt:lpstr>
      <vt:lpstr>Activity 8 – estimating reasonableness of solutions (1)</vt:lpstr>
      <vt:lpstr>Activity 8 – estimating reasonableness of solutions (2)</vt:lpstr>
      <vt:lpstr>Double Venn diagram</vt:lpstr>
      <vt:lpstr>Frayer</vt:lpstr>
      <vt:lpstr>Spider map</vt:lpstr>
      <vt:lpstr>Cline</vt:lpstr>
      <vt:lpstr>Compare and contrast</vt:lpstr>
      <vt:lpstr>Multiple choice (5)</vt:lpstr>
      <vt:lpstr>Multiple choice</vt:lpstr>
      <vt:lpstr>References (1)</vt:lpstr>
      <vt:lpstr>References (2)</vt:lpstr>
      <vt:lpstr>Copyright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Nat Hawkins</dc:creator>
  <cp:keywords/>
  <dc:description/>
  <cp:lastModifiedBy>Daniel Archer</cp:lastModifiedBy>
  <cp:revision>2</cp:revision>
  <dcterms:created xsi:type="dcterms:W3CDTF">2025-10-28T21:34:25Z</dcterms:created>
  <dcterms:modified xsi:type="dcterms:W3CDTF">2026-05-03T21:48:10Z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603dfd7-d93a-4381-a340-2995d8282205_Enabled">
    <vt:lpwstr>true</vt:lpwstr>
  </property>
  <property fmtid="{D5CDD505-2E9C-101B-9397-08002B2CF9AE}" pid="3" name="MSIP_Label_b603dfd7-d93a-4381-a340-2995d8282205_SetDate">
    <vt:lpwstr>2024-07-31T04:53:06Z</vt:lpwstr>
  </property>
  <property fmtid="{D5CDD505-2E9C-101B-9397-08002B2CF9AE}" pid="4" name="MSIP_Label_b603dfd7-d93a-4381-a340-2995d8282205_Method">
    <vt:lpwstr>Standard</vt:lpwstr>
  </property>
  <property fmtid="{D5CDD505-2E9C-101B-9397-08002B2CF9AE}" pid="5" name="MSIP_Label_b603dfd7-d93a-4381-a340-2995d8282205_Name">
    <vt:lpwstr>OFFICIAL</vt:lpwstr>
  </property>
  <property fmtid="{D5CDD505-2E9C-101B-9397-08002B2CF9AE}" pid="6" name="MSIP_Label_b603dfd7-d93a-4381-a340-2995d8282205_SiteId">
    <vt:lpwstr>05a0e69a-418a-47c1-9c25-9387261bf991</vt:lpwstr>
  </property>
  <property fmtid="{D5CDD505-2E9C-101B-9397-08002B2CF9AE}" pid="7" name="MSIP_Label_b603dfd7-d93a-4381-a340-2995d8282205_ActionId">
    <vt:lpwstr>52ebee92-659e-4fb8-a3b1-217e00faeb50</vt:lpwstr>
  </property>
  <property fmtid="{D5CDD505-2E9C-101B-9397-08002B2CF9AE}" pid="8" name="MSIP_Label_b603dfd7-d93a-4381-a340-2995d8282205_ContentBits">
    <vt:lpwstr>0</vt:lpwstr>
  </property>
  <property fmtid="{D5CDD505-2E9C-101B-9397-08002B2CF9AE}" pid="9" name="ContentTypeId">
    <vt:lpwstr>0x0101001225CD7B5461E64DBD81A4688FEB92F3</vt:lpwstr>
  </property>
  <property fmtid="{D5CDD505-2E9C-101B-9397-08002B2CF9AE}" pid="10" name="MediaServiceImageTags">
    <vt:lpwstr/>
  </property>
</Properties>
</file>