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6766_C6C5A621.xml" ContentType="application/vnd.ms-powerpoint.comment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 id="2147483755" r:id="rId5"/>
  </p:sldMasterIdLst>
  <p:notesMasterIdLst>
    <p:notesMasterId r:id="rId38"/>
  </p:notesMasterIdLst>
  <p:handoutMasterIdLst>
    <p:handoutMasterId r:id="rId39"/>
  </p:handoutMasterIdLst>
  <p:sldIdLst>
    <p:sldId id="26511" r:id="rId6"/>
    <p:sldId id="26505" r:id="rId7"/>
    <p:sldId id="26359" r:id="rId8"/>
    <p:sldId id="271" r:id="rId9"/>
    <p:sldId id="26574" r:id="rId10"/>
    <p:sldId id="26508" r:id="rId11"/>
    <p:sldId id="26524" r:id="rId12"/>
    <p:sldId id="26525" r:id="rId13"/>
    <p:sldId id="26519" r:id="rId14"/>
    <p:sldId id="26572" r:id="rId15"/>
    <p:sldId id="26571" r:id="rId16"/>
    <p:sldId id="26512" r:id="rId17"/>
    <p:sldId id="26509" r:id="rId18"/>
    <p:sldId id="26523" r:id="rId19"/>
    <p:sldId id="26529" r:id="rId20"/>
    <p:sldId id="26530" r:id="rId21"/>
    <p:sldId id="26531" r:id="rId22"/>
    <p:sldId id="26470" r:id="rId23"/>
    <p:sldId id="26513" r:id="rId24"/>
    <p:sldId id="26534" r:id="rId25"/>
    <p:sldId id="26535" r:id="rId26"/>
    <p:sldId id="26528" r:id="rId27"/>
    <p:sldId id="26537" r:id="rId28"/>
    <p:sldId id="26536" r:id="rId29"/>
    <p:sldId id="26473" r:id="rId30"/>
    <p:sldId id="26514" r:id="rId31"/>
    <p:sldId id="26539" r:id="rId32"/>
    <p:sldId id="26540" r:id="rId33"/>
    <p:sldId id="26541" r:id="rId34"/>
    <p:sldId id="26542" r:id="rId35"/>
    <p:sldId id="26543" r:id="rId36"/>
    <p:sldId id="26521" r:id="rId37"/>
  </p:sldIdLst>
  <p:sldSz cx="12192000" cy="6858000"/>
  <p:notesSz cx="6858000" cy="9144000"/>
  <p:embeddedFontLst>
    <p:embeddedFont>
      <p:font typeface="Arial Black" panose="020B0A04020102020204" pitchFamily="34" charset="0"/>
      <p:bold r:id="rId40"/>
    </p:embeddedFont>
    <p:embeddedFont>
      <p:font typeface="Canva Sans Bold" panose="020B0604020202020204" charset="0"/>
      <p:regular r:id="rId41"/>
    </p:embeddedFont>
    <p:embeddedFont>
      <p:font typeface="Canva Student Font" panose="020B0604020202020204" charset="0"/>
      <p:regular r:id="rId42"/>
    </p:embeddedFont>
    <p:embeddedFont>
      <p:font typeface="Edu NSW ACT Foundation" pitchFamily="2" charset="0"/>
      <p:regular r:id="rId43"/>
      <p:bold r:id="rId44"/>
    </p:embeddedFont>
    <p:embeddedFont>
      <p:font typeface="Public Sans" panose="020B0604020202020204" charset="0"/>
      <p:regular r:id="rId45"/>
      <p:bold r:id="rId46"/>
      <p:italic r:id="rId47"/>
      <p:boldItalic r:id="rId48"/>
    </p:embeddedFont>
    <p:embeddedFont>
      <p:font typeface="Public Sans Light" panose="020B0604020202020204" charset="0"/>
      <p:regular r:id="rId49"/>
      <p:italic r:id="rId50"/>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26511"/>
          </p14:sldIdLst>
        </p14:section>
        <p14:section name="Slide templates" id="{D5A8010D-981F-43AA-A0D6-182EC53CAA84}">
          <p14:sldIdLst>
            <p14:sldId id="26505"/>
            <p14:sldId id="26359"/>
            <p14:sldId id="271"/>
            <p14:sldId id="26574"/>
            <p14:sldId id="26508"/>
            <p14:sldId id="26524"/>
            <p14:sldId id="26525"/>
            <p14:sldId id="26519"/>
            <p14:sldId id="26572"/>
            <p14:sldId id="26571"/>
            <p14:sldId id="26512"/>
            <p14:sldId id="26509"/>
            <p14:sldId id="26523"/>
            <p14:sldId id="26529"/>
            <p14:sldId id="26530"/>
            <p14:sldId id="26531"/>
            <p14:sldId id="26470"/>
            <p14:sldId id="26513"/>
            <p14:sldId id="26534"/>
            <p14:sldId id="26535"/>
            <p14:sldId id="26528"/>
            <p14:sldId id="26537"/>
            <p14:sldId id="26536"/>
            <p14:sldId id="26473"/>
            <p14:sldId id="26514"/>
            <p14:sldId id="26539"/>
            <p14:sldId id="26540"/>
            <p14:sldId id="26541"/>
            <p14:sldId id="26542"/>
            <p14:sldId id="26543"/>
            <p14:sldId id="26521"/>
          </p14:sldIdLst>
        </p14:section>
        <p14:section name="Assets for teachers to create own reviews" id="{ACCADEBA-79DB-4F18-8F19-E4DF86159DFB}">
          <p14:sldIdLst/>
        </p14:section>
        <p14:section name="References &amp; copyright" id="{DBC31484-F5F8-4CB1-8DB4-A562A9780899}">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1B1BAE1E-6EF3-DBA4-64B9-54D7242E20D4}" name="Stacey Makila" initials="SM" userId="S::Stacey.Wolfenden@det.nsw.edu.au::1f90aada-aa7f-459b-b23b-17275cc27e9e" providerId="AD"/>
  <p188:author id="{76652228-BA2A-8E0F-B69D-752F252CA8C9}" name="Carolyn Matthews" initials="CM" userId="S::Carolyn.Matthews2@det.nsw.edu.au::7f53049a-bf0f-477a-aa49-60e3a8d71d98" providerId="AD"/>
  <p188:author id="{38A50444-57C2-0ED5-4EF0-B001B3687B58}" name="Nadia Walker" initials="NW" userId="S::Nadia.Walker2@det.nsw.edu.au::1d1c495c-8f87-451e-994f-64d576866b6d" providerId="AD"/>
  <p188:author id="{117A025F-CECB-7403-D4EE-15F295013070}" name="Carolyn Matthews" initials="CM" userId="S::carolyn.matthews2@det.nsw.edu.au::7f53049a-bf0f-477a-aa49-60e3a8d71d98" providerId="AD"/>
  <p188:author id="{95D16B7D-CADB-F2BF-AC29-D680545C75EE}" name="Carrie Webeck" initials="CW" userId="S::CARRIE-ANN.WEBECK@det.nsw.edu.au::e5c4b697-ca15-4f3a-a906-1289ddc2fc07" providerId="AD"/>
  <p188:author id="{D9FAB2E2-FCDC-C762-1ECD-0FBBF02124FD}" name="Annette Price" initials="AP"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B0C"/>
    <a:srgbClr val="5FB803"/>
    <a:srgbClr val="EC6808"/>
    <a:srgbClr val="88308D"/>
    <a:srgbClr val="FFFFFF"/>
    <a:srgbClr val="96387A"/>
    <a:srgbClr val="872F8F"/>
    <a:srgbClr val="FBFBFB"/>
    <a:srgbClr val="146CFD"/>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handoutMaster" Target="handoutMasters/handout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font" Target="fonts/font11.fntdata"/><Relationship Id="rId55"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font" Target="fonts/font5.fntdata"/><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font" Target="fonts/font4.fntdata"/><Relationship Id="rId48" Type="http://schemas.openxmlformats.org/officeDocument/2006/relationships/font" Target="fonts/font9.fntdata"/><Relationship Id="rId56" Type="http://schemas.microsoft.com/office/2018/10/relationships/authors" Target="authors.xml"/><Relationship Id="rId8" Type="http://schemas.openxmlformats.org/officeDocument/2006/relationships/slide" Target="slides/slide3.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notesMaster" Target="notesMasters/notesMaster1.xml"/><Relationship Id="rId46" Type="http://schemas.openxmlformats.org/officeDocument/2006/relationships/font" Target="fonts/font7.fntdata"/><Relationship Id="rId20" Type="http://schemas.openxmlformats.org/officeDocument/2006/relationships/slide" Target="slides/slide15.xml"/><Relationship Id="rId41" Type="http://schemas.openxmlformats.org/officeDocument/2006/relationships/font" Target="fonts/font2.fntdata"/><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font" Target="fonts/font10.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son Fretwell" userId="236faa51-3e25-42ea-818b-3df7392b3740" providerId="ADAL" clId="{E13908BB-FCA8-48D3-AC32-E0FE8851F1D6}"/>
    <pc:docChg chg="delSld modSection">
      <pc:chgData name="Jason Fretwell" userId="236faa51-3e25-42ea-818b-3df7392b3740" providerId="ADAL" clId="{E13908BB-FCA8-48D3-AC32-E0FE8851F1D6}" dt="2026-10-20T09:19:29.357" v="0" actId="47"/>
      <pc:docMkLst>
        <pc:docMk/>
      </pc:docMkLst>
      <pc:sldChg chg="del">
        <pc:chgData name="Jason Fretwell" userId="236faa51-3e25-42ea-818b-3df7392b3740" providerId="ADAL" clId="{E13908BB-FCA8-48D3-AC32-E0FE8851F1D6}" dt="2026-10-20T09:19:29.357" v="0" actId="47"/>
        <pc:sldMkLst>
          <pc:docMk/>
          <pc:sldMk cId="3820411759" sldId="361"/>
        </pc:sldMkLst>
      </pc:sldChg>
      <pc:sldChg chg="del">
        <pc:chgData name="Jason Fretwell" userId="236faa51-3e25-42ea-818b-3df7392b3740" providerId="ADAL" clId="{E13908BB-FCA8-48D3-AC32-E0FE8851F1D6}" dt="2026-10-20T09:19:29.357" v="0" actId="47"/>
        <pc:sldMkLst>
          <pc:docMk/>
          <pc:sldMk cId="61420684" sldId="26387"/>
        </pc:sldMkLst>
      </pc:sldChg>
      <pc:sldChg chg="del">
        <pc:chgData name="Jason Fretwell" userId="236faa51-3e25-42ea-818b-3df7392b3740" providerId="ADAL" clId="{E13908BB-FCA8-48D3-AC32-E0FE8851F1D6}" dt="2026-10-20T09:19:29.357" v="0" actId="47"/>
        <pc:sldMkLst>
          <pc:docMk/>
          <pc:sldMk cId="3368890121" sldId="26391"/>
        </pc:sldMkLst>
      </pc:sldChg>
      <pc:sldChg chg="del">
        <pc:chgData name="Jason Fretwell" userId="236faa51-3e25-42ea-818b-3df7392b3740" providerId="ADAL" clId="{E13908BB-FCA8-48D3-AC32-E0FE8851F1D6}" dt="2026-10-20T09:19:29.357" v="0" actId="47"/>
        <pc:sldMkLst>
          <pc:docMk/>
          <pc:sldMk cId="2597034678" sldId="26393"/>
        </pc:sldMkLst>
      </pc:sldChg>
      <pc:sldChg chg="del">
        <pc:chgData name="Jason Fretwell" userId="236faa51-3e25-42ea-818b-3df7392b3740" providerId="ADAL" clId="{E13908BB-FCA8-48D3-AC32-E0FE8851F1D6}" dt="2026-10-20T09:19:29.357" v="0" actId="47"/>
        <pc:sldMkLst>
          <pc:docMk/>
          <pc:sldMk cId="1447528204" sldId="26395"/>
        </pc:sldMkLst>
      </pc:sldChg>
      <pc:sldChg chg="del">
        <pc:chgData name="Jason Fretwell" userId="236faa51-3e25-42ea-818b-3df7392b3740" providerId="ADAL" clId="{E13908BB-FCA8-48D3-AC32-E0FE8851F1D6}" dt="2026-10-20T09:19:29.357" v="0" actId="47"/>
        <pc:sldMkLst>
          <pc:docMk/>
          <pc:sldMk cId="959239761" sldId="26402"/>
        </pc:sldMkLst>
      </pc:sldChg>
      <pc:sldChg chg="del">
        <pc:chgData name="Jason Fretwell" userId="236faa51-3e25-42ea-818b-3df7392b3740" providerId="ADAL" clId="{E13908BB-FCA8-48D3-AC32-E0FE8851F1D6}" dt="2026-10-20T09:19:29.357" v="0" actId="47"/>
        <pc:sldMkLst>
          <pc:docMk/>
          <pc:sldMk cId="3275021618" sldId="26427"/>
        </pc:sldMkLst>
      </pc:sldChg>
      <pc:sldChg chg="del">
        <pc:chgData name="Jason Fretwell" userId="236faa51-3e25-42ea-818b-3df7392b3740" providerId="ADAL" clId="{E13908BB-FCA8-48D3-AC32-E0FE8851F1D6}" dt="2026-10-20T09:19:29.357" v="0" actId="47"/>
        <pc:sldMkLst>
          <pc:docMk/>
          <pc:sldMk cId="468032946" sldId="26432"/>
        </pc:sldMkLst>
      </pc:sldChg>
      <pc:sldChg chg="del">
        <pc:chgData name="Jason Fretwell" userId="236faa51-3e25-42ea-818b-3df7392b3740" providerId="ADAL" clId="{E13908BB-FCA8-48D3-AC32-E0FE8851F1D6}" dt="2026-10-20T09:19:29.357" v="0" actId="47"/>
        <pc:sldMkLst>
          <pc:docMk/>
          <pc:sldMk cId="1569537958" sldId="26484"/>
        </pc:sldMkLst>
      </pc:sldChg>
      <pc:sldChg chg="del">
        <pc:chgData name="Jason Fretwell" userId="236faa51-3e25-42ea-818b-3df7392b3740" providerId="ADAL" clId="{E13908BB-FCA8-48D3-AC32-E0FE8851F1D6}" dt="2026-10-20T09:19:29.357" v="0" actId="47"/>
        <pc:sldMkLst>
          <pc:docMk/>
          <pc:sldMk cId="3360724187" sldId="26488"/>
        </pc:sldMkLst>
      </pc:sldChg>
      <pc:sldChg chg="del">
        <pc:chgData name="Jason Fretwell" userId="236faa51-3e25-42ea-818b-3df7392b3740" providerId="ADAL" clId="{E13908BB-FCA8-48D3-AC32-E0FE8851F1D6}" dt="2026-10-20T09:19:29.357" v="0" actId="47"/>
        <pc:sldMkLst>
          <pc:docMk/>
          <pc:sldMk cId="1504358259" sldId="26491"/>
        </pc:sldMkLst>
      </pc:sldChg>
      <pc:sldChg chg="del">
        <pc:chgData name="Jason Fretwell" userId="236faa51-3e25-42ea-818b-3df7392b3740" providerId="ADAL" clId="{E13908BB-FCA8-48D3-AC32-E0FE8851F1D6}" dt="2026-10-20T09:19:29.357" v="0" actId="47"/>
        <pc:sldMkLst>
          <pc:docMk/>
          <pc:sldMk cId="1926886778" sldId="26495"/>
        </pc:sldMkLst>
      </pc:sldChg>
      <pc:sldChg chg="del">
        <pc:chgData name="Jason Fretwell" userId="236faa51-3e25-42ea-818b-3df7392b3740" providerId="ADAL" clId="{E13908BB-FCA8-48D3-AC32-E0FE8851F1D6}" dt="2026-10-20T09:19:29.357" v="0" actId="47"/>
        <pc:sldMkLst>
          <pc:docMk/>
          <pc:sldMk cId="2554082966" sldId="26507"/>
        </pc:sldMkLst>
      </pc:sldChg>
      <pc:sldChg chg="del">
        <pc:chgData name="Jason Fretwell" userId="236faa51-3e25-42ea-818b-3df7392b3740" providerId="ADAL" clId="{E13908BB-FCA8-48D3-AC32-E0FE8851F1D6}" dt="2026-10-20T09:19:29.357" v="0" actId="47"/>
        <pc:sldMkLst>
          <pc:docMk/>
          <pc:sldMk cId="2658045300" sldId="26515"/>
        </pc:sldMkLst>
      </pc:sldChg>
      <pc:sldChg chg="del">
        <pc:chgData name="Jason Fretwell" userId="236faa51-3e25-42ea-818b-3df7392b3740" providerId="ADAL" clId="{E13908BB-FCA8-48D3-AC32-E0FE8851F1D6}" dt="2026-10-20T09:19:29.357" v="0" actId="47"/>
        <pc:sldMkLst>
          <pc:docMk/>
          <pc:sldMk cId="3128611301" sldId="26516"/>
        </pc:sldMkLst>
      </pc:sldChg>
      <pc:sldChg chg="del">
        <pc:chgData name="Jason Fretwell" userId="236faa51-3e25-42ea-818b-3df7392b3740" providerId="ADAL" clId="{E13908BB-FCA8-48D3-AC32-E0FE8851F1D6}" dt="2026-10-20T09:19:29.357" v="0" actId="47"/>
        <pc:sldMkLst>
          <pc:docMk/>
          <pc:sldMk cId="532709975" sldId="26517"/>
        </pc:sldMkLst>
      </pc:sldChg>
      <pc:sldChg chg="del">
        <pc:chgData name="Jason Fretwell" userId="236faa51-3e25-42ea-818b-3df7392b3740" providerId="ADAL" clId="{E13908BB-FCA8-48D3-AC32-E0FE8851F1D6}" dt="2026-10-20T09:19:29.357" v="0" actId="47"/>
        <pc:sldMkLst>
          <pc:docMk/>
          <pc:sldMk cId="2515054146" sldId="26518"/>
        </pc:sldMkLst>
      </pc:sldChg>
      <pc:sldChg chg="del">
        <pc:chgData name="Jason Fretwell" userId="236faa51-3e25-42ea-818b-3df7392b3740" providerId="ADAL" clId="{E13908BB-FCA8-48D3-AC32-E0FE8851F1D6}" dt="2026-10-20T09:19:29.357" v="0" actId="47"/>
        <pc:sldMkLst>
          <pc:docMk/>
          <pc:sldMk cId="4131942076" sldId="26522"/>
        </pc:sldMkLst>
      </pc:sldChg>
      <pc:sldChg chg="del">
        <pc:chgData name="Jason Fretwell" userId="236faa51-3e25-42ea-818b-3df7392b3740" providerId="ADAL" clId="{E13908BB-FCA8-48D3-AC32-E0FE8851F1D6}" dt="2026-10-20T09:19:29.357" v="0" actId="47"/>
        <pc:sldMkLst>
          <pc:docMk/>
          <pc:sldMk cId="2643762597" sldId="26527"/>
        </pc:sldMkLst>
      </pc:sldChg>
      <pc:sldChg chg="del">
        <pc:chgData name="Jason Fretwell" userId="236faa51-3e25-42ea-818b-3df7392b3740" providerId="ADAL" clId="{E13908BB-FCA8-48D3-AC32-E0FE8851F1D6}" dt="2026-10-20T09:19:29.357" v="0" actId="47"/>
        <pc:sldMkLst>
          <pc:docMk/>
          <pc:sldMk cId="884063534" sldId="26545"/>
        </pc:sldMkLst>
      </pc:sldChg>
      <pc:sldChg chg="del">
        <pc:chgData name="Jason Fretwell" userId="236faa51-3e25-42ea-818b-3df7392b3740" providerId="ADAL" clId="{E13908BB-FCA8-48D3-AC32-E0FE8851F1D6}" dt="2026-10-20T09:19:29.357" v="0" actId="47"/>
        <pc:sldMkLst>
          <pc:docMk/>
          <pc:sldMk cId="1672030025" sldId="26546"/>
        </pc:sldMkLst>
      </pc:sldChg>
      <pc:sldChg chg="del">
        <pc:chgData name="Jason Fretwell" userId="236faa51-3e25-42ea-818b-3df7392b3740" providerId="ADAL" clId="{E13908BB-FCA8-48D3-AC32-E0FE8851F1D6}" dt="2026-10-20T09:19:29.357" v="0" actId="47"/>
        <pc:sldMkLst>
          <pc:docMk/>
          <pc:sldMk cId="2560304051" sldId="26547"/>
        </pc:sldMkLst>
      </pc:sldChg>
      <pc:sldChg chg="del">
        <pc:chgData name="Jason Fretwell" userId="236faa51-3e25-42ea-818b-3df7392b3740" providerId="ADAL" clId="{E13908BB-FCA8-48D3-AC32-E0FE8851F1D6}" dt="2026-10-20T09:19:29.357" v="0" actId="47"/>
        <pc:sldMkLst>
          <pc:docMk/>
          <pc:sldMk cId="79627502" sldId="26548"/>
        </pc:sldMkLst>
      </pc:sldChg>
      <pc:sldChg chg="del">
        <pc:chgData name="Jason Fretwell" userId="236faa51-3e25-42ea-818b-3df7392b3740" providerId="ADAL" clId="{E13908BB-FCA8-48D3-AC32-E0FE8851F1D6}" dt="2026-10-20T09:19:29.357" v="0" actId="47"/>
        <pc:sldMkLst>
          <pc:docMk/>
          <pc:sldMk cId="745713541" sldId="26549"/>
        </pc:sldMkLst>
      </pc:sldChg>
      <pc:sldChg chg="del">
        <pc:chgData name="Jason Fretwell" userId="236faa51-3e25-42ea-818b-3df7392b3740" providerId="ADAL" clId="{E13908BB-FCA8-48D3-AC32-E0FE8851F1D6}" dt="2026-10-20T09:19:29.357" v="0" actId="47"/>
        <pc:sldMkLst>
          <pc:docMk/>
          <pc:sldMk cId="462152260" sldId="26550"/>
        </pc:sldMkLst>
      </pc:sldChg>
      <pc:sldChg chg="del">
        <pc:chgData name="Jason Fretwell" userId="236faa51-3e25-42ea-818b-3df7392b3740" providerId="ADAL" clId="{E13908BB-FCA8-48D3-AC32-E0FE8851F1D6}" dt="2026-10-20T09:19:29.357" v="0" actId="47"/>
        <pc:sldMkLst>
          <pc:docMk/>
          <pc:sldMk cId="3689152969" sldId="26553"/>
        </pc:sldMkLst>
      </pc:sldChg>
      <pc:sldChg chg="del">
        <pc:chgData name="Jason Fretwell" userId="236faa51-3e25-42ea-818b-3df7392b3740" providerId="ADAL" clId="{E13908BB-FCA8-48D3-AC32-E0FE8851F1D6}" dt="2026-10-20T09:19:29.357" v="0" actId="47"/>
        <pc:sldMkLst>
          <pc:docMk/>
          <pc:sldMk cId="1847143230" sldId="26554"/>
        </pc:sldMkLst>
      </pc:sldChg>
      <pc:sldChg chg="del">
        <pc:chgData name="Jason Fretwell" userId="236faa51-3e25-42ea-818b-3df7392b3740" providerId="ADAL" clId="{E13908BB-FCA8-48D3-AC32-E0FE8851F1D6}" dt="2026-10-20T09:19:29.357" v="0" actId="47"/>
        <pc:sldMkLst>
          <pc:docMk/>
          <pc:sldMk cId="800713639" sldId="26555"/>
        </pc:sldMkLst>
      </pc:sldChg>
      <pc:sldChg chg="del">
        <pc:chgData name="Jason Fretwell" userId="236faa51-3e25-42ea-818b-3df7392b3740" providerId="ADAL" clId="{E13908BB-FCA8-48D3-AC32-E0FE8851F1D6}" dt="2026-10-20T09:19:29.357" v="0" actId="47"/>
        <pc:sldMkLst>
          <pc:docMk/>
          <pc:sldMk cId="3284912442" sldId="26556"/>
        </pc:sldMkLst>
      </pc:sldChg>
      <pc:sldChg chg="del">
        <pc:chgData name="Jason Fretwell" userId="236faa51-3e25-42ea-818b-3df7392b3740" providerId="ADAL" clId="{E13908BB-FCA8-48D3-AC32-E0FE8851F1D6}" dt="2026-10-20T09:19:29.357" v="0" actId="47"/>
        <pc:sldMkLst>
          <pc:docMk/>
          <pc:sldMk cId="2587296579" sldId="26559"/>
        </pc:sldMkLst>
      </pc:sldChg>
      <pc:sldChg chg="del">
        <pc:chgData name="Jason Fretwell" userId="236faa51-3e25-42ea-818b-3df7392b3740" providerId="ADAL" clId="{E13908BB-FCA8-48D3-AC32-E0FE8851F1D6}" dt="2026-10-20T09:19:29.357" v="0" actId="47"/>
        <pc:sldMkLst>
          <pc:docMk/>
          <pc:sldMk cId="2796038655" sldId="26560"/>
        </pc:sldMkLst>
      </pc:sldChg>
      <pc:sldChg chg="del">
        <pc:chgData name="Jason Fretwell" userId="236faa51-3e25-42ea-818b-3df7392b3740" providerId="ADAL" clId="{E13908BB-FCA8-48D3-AC32-E0FE8851F1D6}" dt="2026-10-20T09:19:29.357" v="0" actId="47"/>
        <pc:sldMkLst>
          <pc:docMk/>
          <pc:sldMk cId="2825170782" sldId="26561"/>
        </pc:sldMkLst>
      </pc:sldChg>
      <pc:sldChg chg="del">
        <pc:chgData name="Jason Fretwell" userId="236faa51-3e25-42ea-818b-3df7392b3740" providerId="ADAL" clId="{E13908BB-FCA8-48D3-AC32-E0FE8851F1D6}" dt="2026-10-20T09:19:29.357" v="0" actId="47"/>
        <pc:sldMkLst>
          <pc:docMk/>
          <pc:sldMk cId="1770370799" sldId="26562"/>
        </pc:sldMkLst>
      </pc:sldChg>
      <pc:sldChg chg="del">
        <pc:chgData name="Jason Fretwell" userId="236faa51-3e25-42ea-818b-3df7392b3740" providerId="ADAL" clId="{E13908BB-FCA8-48D3-AC32-E0FE8851F1D6}" dt="2026-10-20T09:19:29.357" v="0" actId="47"/>
        <pc:sldMkLst>
          <pc:docMk/>
          <pc:sldMk cId="1212306444" sldId="26563"/>
        </pc:sldMkLst>
      </pc:sldChg>
      <pc:sldChg chg="del">
        <pc:chgData name="Jason Fretwell" userId="236faa51-3e25-42ea-818b-3df7392b3740" providerId="ADAL" clId="{E13908BB-FCA8-48D3-AC32-E0FE8851F1D6}" dt="2026-10-20T09:19:29.357" v="0" actId="47"/>
        <pc:sldMkLst>
          <pc:docMk/>
          <pc:sldMk cId="690367644" sldId="26564"/>
        </pc:sldMkLst>
      </pc:sldChg>
      <pc:sldChg chg="del">
        <pc:chgData name="Jason Fretwell" userId="236faa51-3e25-42ea-818b-3df7392b3740" providerId="ADAL" clId="{E13908BB-FCA8-48D3-AC32-E0FE8851F1D6}" dt="2026-10-20T09:19:29.357" v="0" actId="47"/>
        <pc:sldMkLst>
          <pc:docMk/>
          <pc:sldMk cId="3402796352" sldId="26565"/>
        </pc:sldMkLst>
      </pc:sldChg>
      <pc:sldChg chg="del">
        <pc:chgData name="Jason Fretwell" userId="236faa51-3e25-42ea-818b-3df7392b3740" providerId="ADAL" clId="{E13908BB-FCA8-48D3-AC32-E0FE8851F1D6}" dt="2026-10-20T09:19:29.357" v="0" actId="47"/>
        <pc:sldMkLst>
          <pc:docMk/>
          <pc:sldMk cId="2110225055" sldId="26566"/>
        </pc:sldMkLst>
      </pc:sldChg>
      <pc:sldChg chg="del">
        <pc:chgData name="Jason Fretwell" userId="236faa51-3e25-42ea-818b-3df7392b3740" providerId="ADAL" clId="{E13908BB-FCA8-48D3-AC32-E0FE8851F1D6}" dt="2026-10-20T09:19:29.357" v="0" actId="47"/>
        <pc:sldMkLst>
          <pc:docMk/>
          <pc:sldMk cId="2067489269" sldId="26567"/>
        </pc:sldMkLst>
      </pc:sldChg>
      <pc:sldChg chg="del">
        <pc:chgData name="Jason Fretwell" userId="236faa51-3e25-42ea-818b-3df7392b3740" providerId="ADAL" clId="{E13908BB-FCA8-48D3-AC32-E0FE8851F1D6}" dt="2026-10-20T09:19:29.357" v="0" actId="47"/>
        <pc:sldMkLst>
          <pc:docMk/>
          <pc:sldMk cId="853628166" sldId="26568"/>
        </pc:sldMkLst>
      </pc:sldChg>
      <pc:sldChg chg="del">
        <pc:chgData name="Jason Fretwell" userId="236faa51-3e25-42ea-818b-3df7392b3740" providerId="ADAL" clId="{E13908BB-FCA8-48D3-AC32-E0FE8851F1D6}" dt="2026-10-20T09:19:29.357" v="0" actId="47"/>
        <pc:sldMkLst>
          <pc:docMk/>
          <pc:sldMk cId="4099772866" sldId="26569"/>
        </pc:sldMkLst>
      </pc:sldChg>
      <pc:sldChg chg="del">
        <pc:chgData name="Jason Fretwell" userId="236faa51-3e25-42ea-818b-3df7392b3740" providerId="ADAL" clId="{E13908BB-FCA8-48D3-AC32-E0FE8851F1D6}" dt="2026-10-20T09:19:29.357" v="0" actId="47"/>
        <pc:sldMkLst>
          <pc:docMk/>
          <pc:sldMk cId="1293536748" sldId="26570"/>
        </pc:sldMkLst>
      </pc:sldChg>
      <pc:sldChg chg="del">
        <pc:chgData name="Jason Fretwell" userId="236faa51-3e25-42ea-818b-3df7392b3740" providerId="ADAL" clId="{E13908BB-FCA8-48D3-AC32-E0FE8851F1D6}" dt="2026-10-20T09:19:29.357" v="0" actId="47"/>
        <pc:sldMkLst>
          <pc:docMk/>
          <pc:sldMk cId="788736380" sldId="26573"/>
        </pc:sldMkLst>
      </pc:sldChg>
      <pc:sldMasterChg chg="delSldLayout">
        <pc:chgData name="Jason Fretwell" userId="236faa51-3e25-42ea-818b-3df7392b3740" providerId="ADAL" clId="{E13908BB-FCA8-48D3-AC32-E0FE8851F1D6}" dt="2026-10-20T09:19:29.357" v="0" actId="47"/>
        <pc:sldMasterMkLst>
          <pc:docMk/>
          <pc:sldMasterMk cId="4123316428" sldId="2147483660"/>
        </pc:sldMasterMkLst>
        <pc:sldLayoutChg chg="del">
          <pc:chgData name="Jason Fretwell" userId="236faa51-3e25-42ea-818b-3df7392b3740" providerId="ADAL" clId="{E13908BB-FCA8-48D3-AC32-E0FE8851F1D6}" dt="2026-10-20T09:19:29.357" v="0" actId="47"/>
          <pc:sldLayoutMkLst>
            <pc:docMk/>
            <pc:sldMasterMk cId="4123316428" sldId="2147483660"/>
            <pc:sldLayoutMk cId="130593015" sldId="2147483743"/>
          </pc:sldLayoutMkLst>
        </pc:sldLayoutChg>
        <pc:sldLayoutChg chg="del">
          <pc:chgData name="Jason Fretwell" userId="236faa51-3e25-42ea-818b-3df7392b3740" providerId="ADAL" clId="{E13908BB-FCA8-48D3-AC32-E0FE8851F1D6}" dt="2026-10-20T09:19:29.357" v="0" actId="47"/>
          <pc:sldLayoutMkLst>
            <pc:docMk/>
            <pc:sldMasterMk cId="4123316428" sldId="2147483660"/>
            <pc:sldLayoutMk cId="3076037537" sldId="2147483744"/>
          </pc:sldLayoutMkLst>
        </pc:sldLayoutChg>
      </pc:sldMasterChg>
    </pc:docChg>
  </pc:docChgLst>
</pc:chgInfo>
</file>

<file path=ppt/comments/modernComment_6766_C6C5A621.xml><?xml version="1.0" encoding="utf-8"?>
<p188:cmLst xmlns:a="http://schemas.openxmlformats.org/drawingml/2006/main" xmlns:r="http://schemas.openxmlformats.org/officeDocument/2006/relationships" xmlns:p188="http://schemas.microsoft.com/office/powerpoint/2018/8/main">
  <p188:cm id="{7FC78A4D-25B4-4FFD-994B-9F0B1BFCB409}" authorId="{FD7747EE-57F8-CAC5-7CAF-C637FBE93789}" created="2025-08-30T10:27:09.863">
    <pc:sldMkLst xmlns:pc="http://schemas.microsoft.com/office/powerpoint/2013/main/command">
      <pc:docMk/>
      <pc:sldMk cId="3334841889" sldId="26470"/>
    </pc:sldMkLst>
    <p188:txBody>
      <a:bodyPr/>
      <a:lstStyle/>
      <a:p>
        <a:r>
          <a:rPr lang="en-AU"/>
          <a:t>Does this number line need refining?</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20/10/2026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20/10/2026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0F47E-49F3-DD1B-1A0A-38A6D0812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B8ADF-60E4-27C7-0C36-E3204D3FCC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808E0A-EAFF-A0D8-E1DD-8375ACF6E114}"/>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C7E6993-B6BD-36B1-495F-27B66DCA6C6C}"/>
              </a:ext>
            </a:extLst>
          </p:cNvPr>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2053636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latin typeface="Arial"/>
                <a:cs typeface="Arial"/>
              </a:rPr>
              <a:t>Reviews may include a combination of question types, requiring students to recall facts and key ideas, as well as apply their knowledge to solve problems and answer questions. To support active engagement, a mix of techniques should be employed.” (AERO, 2024).</a:t>
            </a:r>
            <a:endParaRPr lang="en-US">
              <a:solidFill>
                <a:srgbClr val="444444"/>
              </a:solidFill>
              <a:latin typeface="Arial"/>
              <a:cs typeface="Arial"/>
            </a:endParaRPr>
          </a:p>
          <a:p>
            <a:endParaRPr lang="en-AU">
              <a:solidFill>
                <a:srgbClr val="000000"/>
              </a:solidFill>
            </a:endParaRPr>
          </a:p>
          <a:p>
            <a:r>
              <a:rPr lang="en-AU">
                <a:solidFill>
                  <a:srgbClr val="000000"/>
                </a:solidFill>
                <a:latin typeface="Arial"/>
                <a:cs typeface="Arial"/>
              </a:rPr>
              <a:t>This Review of Learning slide deck revisits key concepts from the following units:</a:t>
            </a:r>
            <a:endParaRPr lang="en-US">
              <a:solidFill>
                <a:srgbClr val="444444"/>
              </a:solidFill>
              <a:latin typeface="Arial"/>
              <a:cs typeface="Arial"/>
            </a:endParaRPr>
          </a:p>
          <a:p>
            <a:pPr marL="285750" indent="-285750">
              <a:buFont typeface="Arial,Sans-Serif"/>
              <a:buChar char="•"/>
            </a:pPr>
            <a:r>
              <a:rPr lang="en-AU">
                <a:solidFill>
                  <a:srgbClr val="000000"/>
                </a:solidFill>
                <a:latin typeface="Arial"/>
                <a:cs typeface="Arial"/>
              </a:rPr>
              <a:t>Stage 3 Year B Unit 39</a:t>
            </a:r>
            <a:endParaRPr lang="en-US">
              <a:solidFill>
                <a:srgbClr val="444444"/>
              </a:solidFill>
              <a:latin typeface="Arial"/>
              <a:cs typeface="Arial"/>
            </a:endParaRPr>
          </a:p>
          <a:p>
            <a:pPr marL="285750" indent="-285750">
              <a:buFont typeface="Arial,Sans-Serif"/>
              <a:buChar char="•"/>
            </a:pPr>
            <a:r>
              <a:rPr lang="en-AU">
                <a:solidFill>
                  <a:srgbClr val="000000"/>
                </a:solidFill>
                <a:latin typeface="Arial"/>
                <a:cs typeface="Arial"/>
              </a:rPr>
              <a:t>Stage 3 Year B Unit 38</a:t>
            </a:r>
            <a:endParaRPr lang="en-US">
              <a:solidFill>
                <a:srgbClr val="444444"/>
              </a:solidFill>
              <a:latin typeface="Arial"/>
              <a:cs typeface="Arial"/>
            </a:endParaRPr>
          </a:p>
          <a:p>
            <a:pPr marL="285750" indent="-285750">
              <a:buFont typeface="Arial,Sans-Serif"/>
              <a:buChar char="•"/>
            </a:pPr>
            <a:r>
              <a:rPr lang="en-AU">
                <a:solidFill>
                  <a:srgbClr val="000000"/>
                </a:solidFill>
                <a:latin typeface="Arial"/>
                <a:cs typeface="Arial"/>
              </a:rPr>
              <a:t>Stage 3 Year B Unit 37</a:t>
            </a:r>
            <a:endParaRPr lang="en-US">
              <a:solidFill>
                <a:srgbClr val="444444"/>
              </a:solidFill>
              <a:latin typeface="Arial"/>
              <a:cs typeface="Arial"/>
            </a:endParaRPr>
          </a:p>
          <a:p>
            <a:r>
              <a:rPr lang="en-AU">
                <a:solidFill>
                  <a:srgbClr val="000000"/>
                </a:solidFill>
                <a:latin typeface="Arial"/>
                <a:cs typeface="Arial"/>
              </a:rPr>
              <a:t>It also includes opportunities to review prior learning in non-number content, supporting consolidation across focus areas.</a:t>
            </a:r>
            <a:endParaRPr lang="en-US">
              <a:solidFill>
                <a:srgbClr val="444444"/>
              </a:solidFill>
              <a:latin typeface="Arial"/>
              <a:cs typeface="Arial"/>
            </a:endParaRPr>
          </a:p>
          <a:p>
            <a:endParaRPr lang="en-AU">
              <a:solidFill>
                <a:srgbClr val="444444"/>
              </a:solidFill>
            </a:endParaRPr>
          </a:p>
          <a:p>
            <a:r>
              <a:rPr lang="en-AU">
                <a:latin typeface="Arial"/>
                <a:cs typeface="Arial"/>
              </a:rPr>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endParaRPr lang="en-US">
              <a:solidFill>
                <a:srgbClr val="444444"/>
              </a:solidFill>
              <a:latin typeface="Arial"/>
              <a:cs typeface="Arial"/>
            </a:endParaRPr>
          </a:p>
          <a:p>
            <a:endParaRPr lang="en-AU">
              <a:solidFill>
                <a:srgbClr val="444444"/>
              </a:solidFill>
            </a:endParaRPr>
          </a:p>
          <a:p>
            <a:pPr>
              <a:defRPr/>
            </a:pPr>
            <a:r>
              <a:rPr lang="en-AU">
                <a:solidFill>
                  <a:srgbClr val="444444"/>
                </a:solidFill>
                <a:latin typeface="Arial"/>
                <a:cs typeface="Arial"/>
              </a:rPr>
              <a:t>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b="1">
                <a:latin typeface="Arial"/>
                <a:cs typeface="Arial"/>
              </a:rPr>
              <a:t>Multiple-choice questions/True or false:</a:t>
            </a:r>
            <a:r>
              <a:rPr lang="en-AU">
                <a:latin typeface="Arial"/>
                <a:cs typeface="Arial"/>
              </a:rPr>
              <a:t> Designed to promote active retrieval of key concepts and identify common misconceptions in number, supporting consolidation, understanding and fluency.</a:t>
            </a:r>
            <a:br>
              <a:rPr lang="en-AU">
                <a:latin typeface="Arial"/>
                <a:cs typeface="Arial"/>
              </a:rPr>
            </a:br>
            <a:r>
              <a:rPr lang="en-AU" sz="1600" b="0" i="0">
                <a:solidFill>
                  <a:schemeClr val="tx1"/>
                </a:solidFill>
                <a:latin typeface="Arial"/>
                <a:cs typeface="Arial"/>
              </a:rPr>
              <a:t>These questions:</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a:buChar char="ü"/>
            </a:pPr>
            <a:r>
              <a:rPr lang="en-AU" sz="1600" b="0" i="0">
                <a:solidFill>
                  <a:schemeClr val="tx1"/>
                </a:solidFill>
                <a:latin typeface="Arial"/>
                <a:cs typeface="Arial"/>
              </a:rPr>
              <a:t>support spaced and interleaved practice</a:t>
            </a:r>
          </a:p>
          <a:p>
            <a:pPr marL="285750" indent="-285750" algn="l">
              <a:buFont typeface="Wingdings"/>
              <a:buChar char="ü"/>
            </a:pPr>
            <a:r>
              <a:rPr lang="en-AU" sz="1600" b="0" i="0">
                <a:solidFill>
                  <a:schemeClr val="tx1"/>
                </a:solidFill>
                <a:latin typeface="Arial"/>
                <a:cs typeface="Arial"/>
              </a:rPr>
              <a:t>help identify and address common misconceptions </a:t>
            </a:r>
          </a:p>
          <a:p>
            <a:pPr marL="285750" indent="-285750" algn="l">
              <a:buFont typeface="Wingdings"/>
              <a:buChar char="ü"/>
            </a:pPr>
            <a:r>
              <a:rPr lang="en-AU" sz="1600" b="0" i="0">
                <a:solidFill>
                  <a:schemeClr val="tx1"/>
                </a:solidFill>
                <a:latin typeface="Arial"/>
                <a:cs typeface="Arial"/>
              </a:rPr>
              <a:t>support active recall and immediate feedback</a:t>
            </a:r>
          </a:p>
          <a:p>
            <a:pPr marL="285750" indent="-285750" algn="l">
              <a:buFont typeface="Wingdings"/>
              <a:buChar char="ü"/>
            </a:pPr>
            <a:r>
              <a:rPr lang="en-AU" sz="1600" b="0" i="0">
                <a:solidFill>
                  <a:schemeClr val="tx1"/>
                </a:solidFill>
                <a:latin typeface="Arial"/>
                <a:cs typeface="Arial"/>
              </a:rPr>
              <a:t>support whole class participation</a:t>
            </a:r>
          </a:p>
          <a:p>
            <a:pPr marL="285750" indent="-285750">
              <a:buFont typeface="Wingdings"/>
              <a:buChar char="ü"/>
            </a:pPr>
            <a:r>
              <a:rPr lang="en-AU" sz="1600" b="0" i="0">
                <a:solidFill>
                  <a:schemeClr val="tx1"/>
                </a:solidFill>
                <a:latin typeface="Arial"/>
                <a:cs typeface="Arial"/>
              </a:rPr>
              <a:t>identify areas requiring reteach</a:t>
            </a:r>
            <a:endParaRPr lang="en-US">
              <a:solidFill>
                <a:srgbClr val="444444"/>
              </a:solidFill>
              <a:latin typeface="Arial"/>
              <a:cs typeface="Arial"/>
            </a:endParaRPr>
          </a:p>
          <a:p>
            <a:endParaRPr lang="en-AU">
              <a:latin typeface="Arial"/>
              <a:cs typeface="Arial"/>
            </a:endParaRPr>
          </a:p>
          <a:p>
            <a:pPr algn="l"/>
            <a:r>
              <a:rPr lang="en-AU">
                <a:latin typeface="Arial"/>
                <a:cs typeface="Arial"/>
              </a:rPr>
              <a:t>2.</a:t>
            </a:r>
            <a:br>
              <a:rPr lang="en-AU">
                <a:latin typeface="Arial"/>
                <a:cs typeface="Arial"/>
              </a:rPr>
            </a:br>
            <a:r>
              <a:rPr lang="en-AU" b="1">
                <a:latin typeface="Arial"/>
                <a:cs typeface="Arial"/>
              </a:rPr>
              <a:t>Short-response question sets:</a:t>
            </a:r>
            <a:r>
              <a:rPr lang="en-AU">
                <a:latin typeface="Arial"/>
                <a:cs typeface="Arial"/>
              </a:rPr>
              <a:t> Carefully grouped questions that encourage spaced and interleaved practice across multiple focus areas, helping students revisit and apply knowledge from different points in time.</a:t>
            </a:r>
            <a:br>
              <a:rPr lang="en-AU">
                <a:latin typeface="Arial"/>
                <a:cs typeface="Arial"/>
              </a:rPr>
            </a:br>
            <a:r>
              <a:rPr lang="en-AU" sz="1600" b="0" i="0">
                <a:solidFill>
                  <a:schemeClr val="tx1"/>
                </a:solidFill>
                <a:latin typeface="Arial"/>
                <a:cs typeface="Arial"/>
              </a:rPr>
              <a:t>These questions:</a:t>
            </a:r>
            <a:endParaRPr lang="en-US" sz="1600" b="0" i="0">
              <a:solidFill>
                <a:srgbClr val="444444"/>
              </a:solidFill>
              <a:latin typeface="Arial"/>
              <a:cs typeface="Arial"/>
            </a:endParaRPr>
          </a:p>
          <a:p>
            <a:pPr marL="0" indent="0" algn="l">
              <a:buFont typeface="Wingdings" panose="05000000000000000000" pitchFamily="2" charset="2"/>
              <a:buNone/>
            </a:pPr>
            <a:endParaRPr lang="en-AU" sz="1600" i="0"/>
          </a:p>
          <a:p>
            <a:pPr marL="285750" indent="-285750" algn="l">
              <a:buFont typeface="Wingdings"/>
              <a:buChar char="ü"/>
            </a:pPr>
            <a:r>
              <a:rPr lang="en-AU" sz="1600" i="0">
                <a:latin typeface="Arial"/>
                <a:cs typeface="Arial"/>
              </a:rPr>
              <a:t>have a combination of question types </a:t>
            </a:r>
          </a:p>
          <a:p>
            <a:pPr marL="285750" indent="-285750" algn="l">
              <a:buFont typeface="Wingdings"/>
              <a:buChar char="ü"/>
            </a:pPr>
            <a:r>
              <a:rPr lang="en-AU" sz="1600" i="0">
                <a:latin typeface="Arial"/>
                <a:cs typeface="Arial"/>
              </a:rPr>
              <a:t>address a range of focus areas</a:t>
            </a:r>
          </a:p>
          <a:p>
            <a:pPr marL="285750" indent="-285750">
              <a:buFont typeface="Wingdings"/>
              <a:buChar char="ü"/>
            </a:pPr>
            <a:r>
              <a:rPr lang="en-AU" sz="1600" i="0">
                <a:latin typeface="Arial"/>
                <a:cs typeface="Arial"/>
              </a:rPr>
              <a:t>build automaticity and fluency</a:t>
            </a:r>
          </a:p>
          <a:p>
            <a:pPr marL="285750" indent="-285750">
              <a:buFont typeface="Wingdings"/>
              <a:buChar char="ü"/>
            </a:pPr>
            <a:r>
              <a:rPr lang="en-AU" sz="1600" i="0">
                <a:latin typeface="Arial"/>
                <a:cs typeface="Arial"/>
              </a:rPr>
              <a:t>support active recall </a:t>
            </a:r>
          </a:p>
          <a:p>
            <a:pPr marL="285750" indent="-285750">
              <a:buFont typeface="Wingdings"/>
              <a:buChar char="ü"/>
            </a:pPr>
            <a:r>
              <a:rPr lang="en-AU" sz="1600" i="0">
                <a:latin typeface="Arial"/>
                <a:cs typeface="Arial"/>
              </a:rPr>
              <a:t>allow for immediate feedback</a:t>
            </a:r>
          </a:p>
          <a:p>
            <a:pPr marL="285750" indent="-285750" algn="l">
              <a:buFont typeface="Wingdings"/>
              <a:buChar char="ü"/>
            </a:pPr>
            <a:r>
              <a:rPr lang="en-AU" sz="1600" i="0">
                <a:latin typeface="Arial"/>
                <a:cs typeface="Arial"/>
              </a:rPr>
              <a:t>identify content requiring reteach</a:t>
            </a:r>
            <a:endParaRPr lang="en-AU">
              <a:latin typeface="Arial"/>
              <a:cs typeface="Arial"/>
            </a:endParaRPr>
          </a:p>
          <a:p>
            <a:pPr marL="285750" indent="-285750">
              <a:buFont typeface="Wingdings"/>
              <a:buChar char="ü"/>
            </a:pPr>
            <a:endParaRPr lang="en-AU">
              <a:latin typeface="Arial"/>
              <a:cs typeface="Arial"/>
            </a:endParaRPr>
          </a:p>
          <a:p>
            <a:r>
              <a:rPr lang="en-AU">
                <a:latin typeface="Arial"/>
                <a:cs typeface="Arial"/>
              </a:rPr>
              <a:t>3.</a:t>
            </a:r>
          </a:p>
          <a:p>
            <a:r>
              <a:rPr lang="en-AU" b="1">
                <a:latin typeface="Arial"/>
                <a:cs typeface="Arial"/>
              </a:rPr>
              <a:t>Developing number sense activities</a:t>
            </a:r>
            <a:r>
              <a:rPr lang="en-AU">
                <a:latin typeface="Arial"/>
                <a:cs typeface="Arial"/>
              </a:rPr>
              <a:t>: A variety of practical, purposeful tasks that reinforce current learning and build on prior knowledge. These activities promote reasoning, problem-solving and conceptual understanding.</a:t>
            </a:r>
            <a:br>
              <a:rPr lang="en-AU">
                <a:latin typeface="Arial"/>
                <a:cs typeface="Arial"/>
              </a:rPr>
            </a:br>
            <a:endParaRPr lang="en-US">
              <a:solidFill>
                <a:srgbClr val="444444"/>
              </a:solidFill>
              <a:latin typeface="Arial"/>
              <a:cs typeface="Arial"/>
            </a:endParaRPr>
          </a:p>
          <a:p>
            <a:r>
              <a:rPr lang="en-AU">
                <a:latin typeface="Arial"/>
                <a:cs typeface="Arial"/>
              </a:rPr>
              <a:t>The review of learning resources are designed to work support teaching and learning in mathematics. For the most effective implementation, use the resources flexibly, adapting to meet student learning needs and individual classroom contexts.</a:t>
            </a:r>
            <a:br>
              <a:rPr lang="en-AU">
                <a:latin typeface="Arial"/>
                <a:cs typeface="Arial"/>
              </a:rPr>
            </a:br>
            <a:br>
              <a:rPr lang="en-AU"/>
            </a:br>
            <a:endParaRPr lang="en-AU">
              <a:highlight>
                <a:srgbClr val="FFFF00"/>
              </a:highlight>
            </a:endParaRPr>
          </a:p>
          <a:p>
            <a:endParaRPr lang="en-AU"/>
          </a:p>
          <a:p>
            <a:endParaRPr lang="en-AU"/>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2BD4D-EC27-2098-7000-4E7B49E422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9E24CF-F7BD-B50F-F6B5-C4F34CAAD1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67F34C-31A9-6A45-2B3A-FA334899FEA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This question connects to the content in the developing number sense activity (Activity 1)</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B: Whole numbers</a:t>
            </a:r>
            <a:endParaRPr lang="en-AU" sz="160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07BF429-CF15-619D-295E-D927C1081BE1}"/>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348305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Non-spatial measure B: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19878973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FCC54-B770-C8F7-8C65-C091BB239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59B01-AF53-BB9A-E269-C9590389A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BA3FF-2E60-3C07-3004-48A94DF0F49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Chance B</a:t>
            </a: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FF21F44-6664-5C72-F922-0CAEB37C6F34}"/>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1943914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07BD-4DAB-F9EA-E8E8-947017181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780FB-6A9F-3106-F7BA-13CB4B4DB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F551D-9E5D-3133-97EF-743BDEAFDCB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E3111F-78D3-2FC9-2E24-14FE0EAF8035}"/>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653690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401C1-20DD-2F12-7BF9-F7A45F240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9F27A2-CD90-5E10-45A2-1D868D9E5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050F6-FF47-0341-3566-EF6428F1CF3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a:latin typeface="Public Sans"/>
              </a:rPr>
              <a:t>Geometric measure B: Position</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68BDCB6-F91C-70A2-2397-14040D7F3E2A}"/>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3698267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pPr>
            <a:endParaRPr lang="en-AU">
              <a:solidFill>
                <a:srgbClr val="444444"/>
              </a:solidFill>
            </a:endParaRPr>
          </a:p>
          <a:p>
            <a:pPr>
              <a:lnSpc>
                <a:spcPct val="150000"/>
              </a:lnSpc>
              <a:spcBef>
                <a:spcPts val="1200"/>
              </a:spcBef>
              <a:spcAft>
                <a:spcPts val="600"/>
              </a:spcAft>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pPr>
            <a:endParaRPr lang="en-AU">
              <a:solidFill>
                <a:srgbClr val="444444"/>
              </a:solidFill>
            </a:endParaRPr>
          </a:p>
          <a:p>
            <a:r>
              <a:rPr lang="en-AU" b="1">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kern="1200">
                <a:solidFill>
                  <a:schemeClr val="tx1"/>
                </a:solidFill>
                <a:effectLst/>
                <a:latin typeface="Arial" panose="020B0604020202020204" pitchFamily="34" charset="0"/>
                <a:ea typeface="+mn-ea"/>
                <a:cs typeface="Arial" panose="020B0604020202020204" pitchFamily="34" charset="0"/>
              </a:rPr>
              <a:t>Represents numbers B</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a:t>This resource corresponds </a:t>
            </a:r>
            <a:r>
              <a:rPr lang="en-AU" b="1"/>
              <a:t>to Resource 23 - </a:t>
            </a:r>
            <a:r>
              <a:rPr lang="en-AU"/>
              <a:t>integer gameboard in Stage 3 Year B Unit 39. </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b="1">
              <a:effectLs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b="1">
                <a:effectLst/>
              </a:rPr>
              <a:t>Note: </a:t>
            </a:r>
            <a:r>
              <a:rPr lang="en-AU">
                <a:effectLst/>
              </a:rPr>
              <a:t>This slide is designed to be used in presentation mode. It can be used interactively to demonstrate the game. Click spin to start and top the spinner.</a:t>
            </a:r>
          </a:p>
          <a:p>
            <a:pPr marL="0" marR="0" lvl="0" indent="0" algn="l" defTabSz="1219170">
              <a:lnSpc>
                <a:spcPct val="100000"/>
              </a:lnSpc>
              <a:spcBef>
                <a:spcPts val="0"/>
              </a:spcBef>
              <a:spcAft>
                <a:spcPts val="0"/>
              </a:spcAft>
              <a:buClrTx/>
              <a:buSzTx/>
              <a:buFontTx/>
              <a:buNone/>
              <a:tabLst/>
              <a:defRPr/>
            </a:pPr>
            <a:endParaRPr lang="en-AU"/>
          </a:p>
          <a:p>
            <a:pPr>
              <a:defRPr/>
            </a:pPr>
            <a:r>
              <a:rPr lang="en-AU"/>
              <a:t>1.    Revise the definition of integers and negative numbers.</a:t>
            </a:r>
          </a:p>
          <a:p>
            <a:pPr>
              <a:defRPr/>
            </a:pPr>
            <a:r>
              <a:rPr lang="en-AU"/>
              <a:t>2.    Provide student pairs with two 9-sided dice, a paperclip and Resource 1 – integer place value gameboard.</a:t>
            </a:r>
          </a:p>
          <a:p>
            <a:pPr>
              <a:defRPr/>
            </a:pPr>
            <a:r>
              <a:rPr lang="en-AU"/>
              <a:t>3.    Students roll the dice and create a 2-digit integer. For example, if 5 and 3 are rolled, they could make 53 or 35. Students then spin the spinner to determine if their integer is positive or negative. Players record their integer in the most appropriate position between −99 and 99 </a:t>
            </a:r>
          </a:p>
          <a:p>
            <a:pPr>
              <a:defRPr/>
            </a:pPr>
            <a:endParaRPr lang="en-AU">
              <a:solidFill>
                <a:srgbClr val="000000"/>
              </a:solidFill>
              <a:ea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u="none">
                <a:solidFill>
                  <a:srgbClr val="000000"/>
                </a:solidFill>
                <a:effectLst/>
                <a:latin typeface="Arial" panose="020B0604020202020204" pitchFamily="34" charset="0"/>
                <a:ea typeface="Arial" panose="020B0604020202020204" pitchFamily="34" charset="0"/>
              </a:rPr>
              <a:t>This activity is an adaptation of The place value game from Mathematics K-6 resources </a:t>
            </a:r>
            <a:r>
              <a:rPr lang="en-AU" sz="1600">
                <a:effectLst/>
                <a:latin typeface="Arial" panose="020B0604020202020204" pitchFamily="34" charset="0"/>
                <a:ea typeface="Calibri" panose="020F0502020204030204" pitchFamily="34" charset="0"/>
              </a:rPr>
              <a:t>by State of New South Wales (Department of Education).</a:t>
            </a:r>
            <a:endParaRPr lang="en-AU"/>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10</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7821717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kern="1200">
                <a:solidFill>
                  <a:schemeClr val="tx1"/>
                </a:solidFill>
                <a:effectLst/>
                <a:latin typeface="Arial" panose="020B0604020202020204" pitchFamily="34" charset="0"/>
                <a:ea typeface="+mn-ea"/>
                <a:cs typeface="Arial" panose="020B0604020202020204" pitchFamily="34" charset="0"/>
              </a:rPr>
              <a:t>This game can be played with the interactive spinner in presentation mod as a whole class activity.</a:t>
            </a:r>
          </a:p>
          <a:p>
            <a:pPr>
              <a:lnSpc>
                <a:spcPct val="150000"/>
              </a:lnSpc>
              <a:spcBef>
                <a:spcPts val="1200"/>
              </a:spcBef>
              <a:spcAft>
                <a:spcPts val="600"/>
              </a:spcAft>
            </a:pPr>
            <a:br>
              <a:rPr lang="en-AU">
                <a:latin typeface="Arial"/>
                <a:cs typeface="Arial"/>
              </a:rPr>
            </a:br>
            <a:br>
              <a:rPr lang="en-AU">
                <a:latin typeface="Arial"/>
                <a:cs typeface="Arial"/>
              </a:rPr>
            </a:br>
            <a:r>
              <a:rPr lang="en-AU">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pPr>
            <a:endParaRPr lang="en-AU">
              <a:solidFill>
                <a:srgbClr val="444444"/>
              </a:solidFill>
            </a:endParaRPr>
          </a:p>
          <a:p>
            <a:pPr>
              <a:lnSpc>
                <a:spcPct val="150000"/>
              </a:lnSpc>
              <a:spcBef>
                <a:spcPts val="1200"/>
              </a:spcBef>
              <a:spcAft>
                <a:spcPts val="600"/>
              </a:spcAft>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pPr>
            <a:endParaRPr lang="en-AU">
              <a:solidFill>
                <a:srgbClr val="444444"/>
              </a:solidFill>
            </a:endParaRPr>
          </a:p>
          <a:p>
            <a:r>
              <a:rPr lang="en-AU" b="1">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kern="1200">
                <a:solidFill>
                  <a:schemeClr val="tx1"/>
                </a:solidFill>
                <a:effectLst/>
                <a:latin typeface="Arial" panose="020B0604020202020204" pitchFamily="34" charset="0"/>
                <a:ea typeface="+mn-ea"/>
                <a:cs typeface="Arial" panose="020B0604020202020204" pitchFamily="34" charset="0"/>
              </a:rPr>
              <a:t>Represents numbers B</a:t>
            </a:r>
          </a:p>
          <a:p>
            <a:endParaRPr lang="en-AU" b="1">
              <a:latin typeface="Arial"/>
              <a:cs typeface="Arial"/>
            </a:endParaRPr>
          </a:p>
          <a:p>
            <a:pPr rtl="0" fontAlgn="base"/>
            <a:r>
              <a:rPr lang="en-AU"/>
              <a:t>This resource corresponds </a:t>
            </a:r>
            <a:r>
              <a:rPr lang="en-AU" b="1"/>
              <a:t>to Resource 23 - </a:t>
            </a:r>
            <a:r>
              <a:rPr lang="en-AU"/>
              <a:t>integer gameboard in Stage 3 Year B Unit 39. </a:t>
            </a:r>
            <a:br>
              <a:rPr lang="en-AU"/>
            </a:br>
            <a:br>
              <a:rPr lang="en-AU"/>
            </a:br>
            <a:r>
              <a:rPr lang="en-AU" sz="1600" b="0" i="0" kern="1200">
                <a:solidFill>
                  <a:schemeClr val="tx1"/>
                </a:solidFill>
                <a:effectLst/>
                <a:latin typeface="Arial" panose="020B0604020202020204" pitchFamily="34" charset="0"/>
                <a:ea typeface="+mn-ea"/>
                <a:cs typeface="Arial" panose="020B0604020202020204" pitchFamily="34" charset="0"/>
              </a:rPr>
              <a:t>Revise the definition of integers and negative numbers. </a:t>
            </a:r>
          </a:p>
          <a:p>
            <a:pPr rtl="0" fontAlgn="base"/>
            <a:endParaRPr lang="en-AU" sz="1600" b="0" i="0" kern="1200">
              <a:solidFill>
                <a:schemeClr val="tx1"/>
              </a:solidFill>
              <a:effectLst/>
              <a:latin typeface="Arial" panose="020B0604020202020204" pitchFamily="34" charset="0"/>
              <a:ea typeface="+mn-ea"/>
              <a:cs typeface="Arial" panose="020B0604020202020204" pitchFamily="34" charset="0"/>
            </a:endParaRPr>
          </a:p>
          <a:p>
            <a:pPr rtl="0" fontAlgn="base"/>
            <a:endParaRPr lang="en-AU" sz="1600" b="0" i="0" kern="1200">
              <a:solidFill>
                <a:schemeClr val="tx1"/>
              </a:solidFill>
              <a:effectLst/>
              <a:latin typeface="Arial" panose="020B0604020202020204" pitchFamily="34" charset="0"/>
              <a:ea typeface="+mn-ea"/>
              <a:cs typeface="Arial" panose="020B0604020202020204" pitchFamily="34" charset="0"/>
            </a:endParaRPr>
          </a:p>
          <a:p>
            <a:pPr rtl="0" fontAlgn="base"/>
            <a:r>
              <a:rPr lang="en-AU" sz="1600" b="0" i="0" kern="1200">
                <a:solidFill>
                  <a:schemeClr val="tx1"/>
                </a:solidFill>
                <a:effectLst/>
                <a:latin typeface="Arial" panose="020B0604020202020204" pitchFamily="34" charset="0"/>
                <a:ea typeface="+mn-ea"/>
                <a:cs typeface="Arial" panose="020B0604020202020204" pitchFamily="34" charset="0"/>
              </a:rPr>
              <a:t>Provide student pairs with two 9-sided dice, a paperclip and </a:t>
            </a:r>
            <a:r>
              <a:rPr lang="en-AU" b="1"/>
              <a:t>Resource 23 - </a:t>
            </a:r>
            <a:r>
              <a:rPr lang="en-AU"/>
              <a:t>integer gameboard.</a:t>
            </a:r>
            <a:r>
              <a:rPr lang="en-AU" sz="1600" b="0" i="0" kern="1200">
                <a:solidFill>
                  <a:schemeClr val="tx1"/>
                </a:solidFill>
                <a:effectLst/>
                <a:latin typeface="Arial" panose="020B0604020202020204" pitchFamily="34" charset="0"/>
                <a:ea typeface="+mn-ea"/>
                <a:cs typeface="Arial" panose="020B0604020202020204" pitchFamily="34" charset="0"/>
              </a:rPr>
              <a:t> Students roll the dice and create a 2-digit integer. For example, if 5 and 3 are rolled, they could make 53 or 35. Students then spin the spinner to determine if their integer is positive or negative. Players record their integer in the most appropriate position between −99 and 99 (see Figure 17). </a:t>
            </a:r>
          </a:p>
          <a:p>
            <a:pPr rtl="0" fontAlgn="base"/>
            <a:r>
              <a:rPr lang="en-AU" sz="1600" b="0" i="0" kern="1200">
                <a:solidFill>
                  <a:schemeClr val="tx1"/>
                </a:solidFill>
                <a:effectLst/>
                <a:latin typeface="Arial" panose="020B0604020202020204" pitchFamily="34" charset="0"/>
                <a:ea typeface="+mn-ea"/>
                <a:cs typeface="Arial" panose="020B0604020202020204" pitchFamily="34" charset="0"/>
              </a:rPr>
              <a:t>If the integer cannot be placed on the gameboard, students miss their turn. Play continues until all boxes are filled. </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p>
          <a:p>
            <a:endParaRPr lang="en-AU" b="1">
              <a:latin typeface="Arial"/>
              <a:cs typeface="Arial"/>
            </a:endParaRP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11</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7745198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A4CC2-DEEC-5F77-9C86-890FAF7AB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0BF67-37C8-1541-1492-8D448DE7D8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8DAB1-9986-1F2E-81A2-30EAE958276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B47B81-E22E-B2CC-AE7B-31B102431E3E}"/>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41090008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B: Whole numbers</a:t>
            </a:r>
            <a:br>
              <a:rPr lang="en-AU" sz="1600" b="0" i="0">
                <a:latin typeface="Arial" panose="020B0604020202020204" pitchFamily="34" charset="0"/>
                <a:cs typeface="Arial" panose="020B06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33405796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9B41E-DB56-33E1-8F8C-97C551FE0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0EBCA-DA6C-B002-8C5C-EAC6E3AE4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70D96-FCE9-F3CF-05FF-82718BEBCDE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Non-spatial measure B: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BCE111E-7D61-2D72-81D8-B1B199F66A7E}"/>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8715119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1D6AC-F967-0167-AD3E-DCFB37248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FD765-8C68-3ADC-FECB-08095D8D1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86BABE-2AFB-941B-2068-934F2FE07A8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D3028C6-C95F-0CB5-E366-B331D00932F7}"/>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7310167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891C9-DF43-E901-EAD2-C7F87E64E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18C6F5-1426-8B6C-2BFD-911C78A9A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DFA739-98AA-F0FF-4945-C056943A814C}"/>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627EA6F-685B-7CDD-F781-2EE5BD18F03D}"/>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13076088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FA91D-52C3-9186-2C90-D82B023AB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8A8E39-7439-AC38-0AC6-B1EDC2352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34AA2-88D5-6FA1-EDA7-40D0FD41289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Geometric measure B: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2223C7-EC2A-C21B-507C-5AF679EAA1A9}"/>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9403748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defRPr/>
            </a:pPr>
            <a:endParaRPr lang="en-AU">
              <a:solidFill>
                <a:srgbClr val="444444"/>
              </a:solidFill>
            </a:endParaRPr>
          </a:p>
          <a:p>
            <a:pPr>
              <a:lnSpc>
                <a:spcPct val="150000"/>
              </a:lnSpc>
              <a:spcBef>
                <a:spcPts val="1200"/>
              </a:spcBef>
              <a:spcAft>
                <a:spcPts val="600"/>
              </a:spcAft>
              <a:defRPr/>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defRPr/>
            </a:pPr>
            <a:endParaRPr lang="en-AU">
              <a:solidFill>
                <a:srgbClr val="444444"/>
              </a:solidFil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B</a:t>
            </a:r>
          </a:p>
          <a:p>
            <a:pPr>
              <a:defRPr/>
            </a:pPr>
            <a:endParaRPr lang="en-AU" sz="1600">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a:effectLst/>
                <a:latin typeface="Arial" panose="020B0604020202020204" pitchFamily="34" charset="0"/>
                <a:ea typeface="Calibri" panose="020F0502020204030204" pitchFamily="34" charset="0"/>
              </a:rPr>
              <a:t>This activity is an adaptation of Finding numbers on a number line from Mathematics K-6 resources by State of New South Wales (Department of Education).</a:t>
            </a:r>
          </a:p>
          <a:p>
            <a:pPr>
              <a:defRPr/>
            </a:pPr>
            <a:endParaRPr lang="en-AU" sz="1600" b="1">
              <a:effectLst/>
              <a:latin typeface="Public Sans"/>
            </a:endParaRPr>
          </a:p>
          <a:p>
            <a:pPr>
              <a:defRPr/>
            </a:pPr>
            <a:r>
              <a:rPr lang="en-AU" sz="1600" b="1">
                <a:effectLst/>
                <a:highlight>
                  <a:srgbClr val="FFFF00"/>
                </a:highlight>
                <a:latin typeface="Public Sans"/>
              </a:rPr>
              <a:t>Note: </a:t>
            </a:r>
            <a:r>
              <a:rPr lang="en-AU" sz="1600">
                <a:effectLst/>
                <a:highlight>
                  <a:srgbClr val="FFFF00"/>
                </a:highlight>
                <a:latin typeface="Public Sans"/>
              </a:rPr>
              <a:t>This slide is designed to be used in presentation mode. </a:t>
            </a:r>
            <a:r>
              <a:rPr lang="en-AU">
                <a:highlight>
                  <a:srgbClr val="FFFF00"/>
                </a:highlight>
                <a:latin typeface="Public Sans"/>
              </a:rPr>
              <a:t>Click through the slides while asking the following questions.</a:t>
            </a:r>
            <a:endParaRPr lang="en-AU" sz="1600">
              <a:effectLst/>
              <a:highlight>
                <a:srgbClr val="FFFF00"/>
              </a:highlight>
              <a:latin typeface="Public Sans"/>
              <a:ea typeface="Arial" panose="020B0604020202020204" pitchFamily="34" charset="0"/>
            </a:endParaRPr>
          </a:p>
          <a:p>
            <a:endParaRPr lang="en-AU">
              <a:latin typeface="Public Sans"/>
            </a:endParaRPr>
          </a:p>
          <a:p>
            <a:r>
              <a:rPr lang="en-AU">
                <a:latin typeface="Public Sans"/>
              </a:rPr>
              <a:t>Number line 1</a:t>
            </a:r>
          </a:p>
          <a:p>
            <a:pPr marL="285750" indent="-285750">
              <a:buFont typeface="Arial"/>
              <a:buChar char="•"/>
            </a:pPr>
            <a:r>
              <a:rPr lang="en-AU">
                <a:latin typeface="Public Sans"/>
              </a:rPr>
              <a:t>Ask students to identify what integers could be placed on the number line at each point.</a:t>
            </a:r>
          </a:p>
          <a:p>
            <a:pPr marL="285750" indent="-285750">
              <a:buFont typeface="Arial"/>
              <a:buChar char="•"/>
            </a:pPr>
            <a:r>
              <a:rPr lang="en-AU">
                <a:latin typeface="Public Sans"/>
              </a:rPr>
              <a:t>Students record their answers on individual whiteboards.</a:t>
            </a:r>
          </a:p>
          <a:p>
            <a:endParaRPr lang="en-AU">
              <a:latin typeface="Public Sans"/>
            </a:endParaRPr>
          </a:p>
          <a:p>
            <a:r>
              <a:rPr lang="en-AU">
                <a:latin typeface="Public Sans"/>
              </a:rPr>
              <a:t>Number line 2 (zero added to number line between point C and D)</a:t>
            </a:r>
            <a:endParaRPr lang="en-AU"/>
          </a:p>
          <a:p>
            <a:pPr marL="285750" indent="-285750">
              <a:buFont typeface="Arial"/>
              <a:buChar char="•"/>
            </a:pPr>
            <a:r>
              <a:rPr lang="en-AU"/>
              <a:t>Ask students what they notice about the number line now and if some of the integers at each point need to change.</a:t>
            </a:r>
          </a:p>
          <a:p>
            <a:pPr marL="285750" indent="-285750">
              <a:buFont typeface="Arial"/>
              <a:buChar char="•"/>
            </a:pPr>
            <a:r>
              <a:rPr lang="en-AU">
                <a:latin typeface="Public Sans"/>
              </a:rPr>
              <a:t>Students record their responses on individual whiteboards then turn and talk and compare responses.</a:t>
            </a:r>
          </a:p>
          <a:p>
            <a:pPr marL="285750" indent="-285750">
              <a:buFont typeface="Arial"/>
              <a:buChar char="•"/>
            </a:pPr>
            <a:r>
              <a:rPr lang="en-AU">
                <a:latin typeface="Public Sans"/>
              </a:rPr>
              <a:t>Is there more than one way to complete the number line? What is another way you could complete it? Explain your reasoning.</a:t>
            </a:r>
          </a:p>
          <a:p>
            <a:pPr marL="285750" indent="-285750">
              <a:buFont typeface="Arial"/>
              <a:buChar char="•"/>
            </a:pPr>
            <a:r>
              <a:rPr lang="en-AU"/>
              <a:t>If I moved the points so that they were no longer evenly spaced on the number line, would that change the integers at the points? How?</a:t>
            </a:r>
          </a:p>
          <a:p>
            <a:pPr marL="285750" indent="-285750">
              <a:buFont typeface="Arial"/>
              <a:buChar char="•"/>
            </a:pPr>
            <a:r>
              <a:rPr lang="en-AU">
                <a:latin typeface="Public Sans"/>
              </a:rPr>
              <a:t>Will the integers change if I move the zero between E and F? Why? </a:t>
            </a:r>
          </a:p>
          <a:p>
            <a:endParaRPr lang="en-AU">
              <a:latin typeface="Public Sans"/>
            </a:endParaRPr>
          </a:p>
          <a:p>
            <a:r>
              <a:rPr lang="en-AU">
                <a:latin typeface="Public Sans"/>
              </a:rPr>
              <a:t>Number line 3 (Point F is 5 and point D is –20)</a:t>
            </a:r>
            <a:endParaRPr lang="en-AU"/>
          </a:p>
          <a:p>
            <a:pPr marL="285750" indent="-285750">
              <a:buFont typeface="Arial"/>
              <a:buChar char="•"/>
            </a:pPr>
            <a:r>
              <a:rPr lang="en-AU">
                <a:latin typeface="Public Sans"/>
              </a:rPr>
              <a:t>Ask students to describe what happens if you start at 5 and end at −20.</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6904491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6EE3E-15ED-C876-BD6F-EE43E8170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EB1A0-9E83-4BB4-FF92-BA6ACF7070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D46BE-61D8-4DE9-D84A-A90083FA1A19}"/>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EE24D34-45EC-CE1B-A795-AF8194E586E1}"/>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3010102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2E296-D174-FB8B-35EA-66D72170D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C1EB-654B-1945-6DC6-4F75C008A0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A8029-49D7-F860-D388-7DB8DFAC341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3</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r>
              <a:rPr lang="en-AU">
                <a:latin typeface="Arial"/>
                <a:cs typeface="Arial"/>
              </a:rPr>
              <a:t>Represents numbers B: Whole numbers</a:t>
            </a: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891F9216-63F2-70E7-9AA0-9B87A3C3F854}"/>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4421956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DD6FB-E969-73B1-8CC4-E9091BE4E5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6797C-8441-B4B8-05B8-02934460E4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6EB87-A7B9-1FF2-2370-3649A84C163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Non-spatial measure B: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78FEF3-20AE-E997-3B20-C08F3E0F0BC8}"/>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25124098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9025A-464A-1964-87D2-D2B0F402C4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E00734-83E4-D4FD-7416-6158F127FC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409325-BA4F-C414-3806-6356D5B1F81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7C977BC-3AE4-8ABC-BA1C-6BCC2480FD2E}"/>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6861682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DD892-37C1-7E8B-D57D-13BF6E21EC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D4BA3-81C1-0652-24A7-E708D088E4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77C95F-17AF-78D0-6712-4C5F6FD6B3DF}"/>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A: Area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1D82EEE-5CCA-87F3-1525-8A772D6341B6}"/>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5048434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AD204-A227-B30B-2145-47BFD44D56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488E1-2F7F-3385-11D4-705B70E6F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4E577-C09A-2075-3C63-4918A4E25CB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Chance B</a:t>
            </a: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0B924AD-6469-BDE4-0792-EA5A41E39712}"/>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532213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50000"/>
              </a:lnSpc>
              <a:spcBef>
                <a:spcPts val="1200"/>
              </a:spcBef>
              <a:spcAft>
                <a:spcPts val="600"/>
              </a:spcAft>
              <a:buClrTx/>
              <a:buSzTx/>
              <a:buFontTx/>
              <a:buNone/>
              <a:tabLst/>
              <a:defRPr/>
            </a:pPr>
            <a:r>
              <a:rPr kumimoji="0" lang="en-AU"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is a developing number sense activity. </a:t>
            </a:r>
            <a:endParaRPr kumimoji="0" lang="en-US" sz="1600" b="0" i="0" u="none" strike="noStrike" kern="1200" cap="none" spc="0" normalizeH="0" baseline="0" noProof="0">
              <a:ln>
                <a:noFill/>
              </a:ln>
              <a:solidFill>
                <a:srgbClr val="444444"/>
              </a:solidFill>
              <a:effectLst/>
              <a:uLnTx/>
              <a:uFillTx/>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endParaRPr kumimoji="0" lang="en-AU" sz="1600" b="0" i="0" u="none" strike="noStrike" kern="1200" cap="none" spc="0" normalizeH="0" baseline="0" noProof="0">
              <a:ln>
                <a:noFill/>
              </a:ln>
              <a:solidFill>
                <a:srgbClr val="444444"/>
              </a:solidFill>
              <a:effectLst/>
              <a:uLnTx/>
              <a:uFillTx/>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kumimoji="0" lang="en-AU"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kumimoji="0" lang="en-US" sz="1600" b="0" i="0" u="none" strike="noStrike" kern="1200" cap="none" spc="0" normalizeH="0" baseline="0" noProof="0">
              <a:ln>
                <a:noFill/>
              </a:ln>
              <a:solidFill>
                <a:srgbClr val="444444"/>
              </a:solidFill>
              <a:effectLst/>
              <a:uLnTx/>
              <a:uFillTx/>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ts val="1913"/>
              </a:lnSpc>
              <a:spcBef>
                <a:spcPts val="0"/>
              </a:spcBef>
              <a:spcAft>
                <a:spcPts val="0"/>
              </a:spcAft>
              <a:buClrTx/>
              <a:buSzTx/>
              <a:buFontTx/>
              <a:buNone/>
              <a:tabLst/>
              <a:defRPr/>
            </a:pPr>
            <a:endParaRPr kumimoji="0" lang="en-AU" sz="1600" b="0" i="0" u="none" strike="noStrike" kern="1200" cap="none" spc="0" normalizeH="0" baseline="0" noProof="0">
              <a:ln>
                <a:noFill/>
              </a:ln>
              <a:solidFill>
                <a:srgbClr val="444444"/>
              </a:solidFill>
              <a:effectLst/>
              <a:uLnTx/>
              <a:uFillTx/>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Syllabus focus area:</a:t>
            </a:r>
            <a:endParaRPr kumimoji="0" lang="en-US" sz="1600" b="0" i="0" u="none" strike="noStrike" kern="1200" cap="none" spc="0" normalizeH="0" baseline="0" noProof="0">
              <a:ln>
                <a:noFill/>
              </a:ln>
              <a:solidFill>
                <a:srgbClr val="444444"/>
              </a:solidFill>
              <a:effectLst/>
              <a:uLnTx/>
              <a:uFillTx/>
              <a:latin typeface="Arial" panose="020B0604020202020204" pitchFamily="34" charset="0"/>
              <a:ea typeface="+mn-ea"/>
              <a:cs typeface="Arial" panose="020B0604020202020204" pitchFamily="34" charset="0"/>
            </a:endParaRPr>
          </a:p>
          <a:p>
            <a:r>
              <a:rPr lang="en-AU">
                <a:latin typeface="Arial"/>
                <a:cs typeface="Arial"/>
              </a:rPr>
              <a:t>Represents numbers B: Whole numbers</a:t>
            </a: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a:effectLst/>
                <a:latin typeface="Arial"/>
                <a:ea typeface="Calibri"/>
                <a:cs typeface="Arial"/>
              </a:rPr>
              <a:t>This activity is an adaptation of ‘What’s in the box?’ from Learning to Think Mathematically with the Number Line by Frykholm.</a:t>
            </a:r>
          </a:p>
          <a:p>
            <a:endParaRPr lang="en-AU">
              <a:latin typeface="Public Sans"/>
            </a:endParaRPr>
          </a:p>
          <a:p>
            <a:r>
              <a:rPr lang="en-AU">
                <a:latin typeface="Public Sans"/>
              </a:rPr>
              <a:t>Use a number line on the board or create a large-scale number line on the floor of the classroom or in an outdoor space. </a:t>
            </a:r>
          </a:p>
          <a:p>
            <a:endParaRPr lang="en-AU">
              <a:latin typeface="Public Sans"/>
            </a:endParaRPr>
          </a:p>
          <a:p>
            <a:pPr marL="285750" indent="-285750">
              <a:buFont typeface="Arial"/>
              <a:buChar char="•"/>
            </a:pPr>
            <a:r>
              <a:rPr lang="en-AU">
                <a:latin typeface="Public Sans"/>
              </a:rPr>
              <a:t>Take a sticky note with the integer −25 and ask students where this sticky note should be positioned on the number line. </a:t>
            </a:r>
            <a:endParaRPr lang="en-US">
              <a:latin typeface="Public Sans"/>
            </a:endParaRPr>
          </a:p>
          <a:p>
            <a:pPr marL="285750" indent="-285750">
              <a:buFont typeface="Arial"/>
              <a:buChar char="•"/>
            </a:pPr>
            <a:r>
              <a:rPr lang="en-AU">
                <a:latin typeface="Public Sans"/>
              </a:rPr>
              <a:t>Prompt students to place it halfway between 0 and −50 </a:t>
            </a:r>
            <a:endParaRPr lang="en-US">
              <a:latin typeface="Public Sans"/>
            </a:endParaRPr>
          </a:p>
          <a:p>
            <a:pPr marL="285750" indent="-285750">
              <a:buFont typeface="Arial"/>
              <a:buChar char="•"/>
            </a:pPr>
            <a:r>
              <a:rPr lang="en-AU">
                <a:latin typeface="Public Sans"/>
              </a:rPr>
              <a:t>Repeat Step 3 with the integers: 10, −24, −5, 50.</a:t>
            </a:r>
            <a:endParaRPr lang="en-US">
              <a:latin typeface="Public Sans"/>
            </a:endParaRPr>
          </a:p>
          <a:p>
            <a:pPr marL="285750" indent="-285750">
              <a:buFont typeface="Arial"/>
              <a:buChar char="•"/>
            </a:pPr>
            <a:r>
              <a:rPr lang="en-AU">
                <a:latin typeface="Public Sans"/>
              </a:rPr>
              <a:t>Place 3 blank sticky notes at random places on the number line </a:t>
            </a:r>
            <a:endParaRPr lang="en-US">
              <a:latin typeface="Public Sans"/>
            </a:endParaRPr>
          </a:p>
          <a:p>
            <a:pPr marL="285750" indent="-285750">
              <a:buFont typeface="Arial"/>
              <a:buChar char="•"/>
            </a:pPr>
            <a:r>
              <a:rPr lang="en-AU">
                <a:latin typeface="Public Sans"/>
              </a:rPr>
              <a:t>In pairs, students choose integers that could be written on the blank sticky notes, justifying their thinking.</a:t>
            </a:r>
            <a:endParaRPr lang="en-US">
              <a:latin typeface="Public Sans"/>
            </a:endParaRPr>
          </a:p>
          <a:p>
            <a:pPr marL="285750" indent="-285750">
              <a:buFont typeface="Arial"/>
              <a:buChar char="•"/>
            </a:pPr>
            <a:r>
              <a:rPr lang="en-AU">
                <a:latin typeface="Public Sans"/>
              </a:rPr>
              <a:t>Regroup as a class. Select students to share their reasoning and ideas.</a:t>
            </a:r>
            <a:endParaRPr lang="en-US">
              <a:latin typeface="Public Sans"/>
            </a:endParaRP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25</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1793144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C35B2-3BE5-0C7B-8CC0-327C56CC35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427FE-E01D-4F4A-5A28-F8619B48DA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E2085B-B28F-BC38-03CF-B43254C7799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8ED36F5-A8A9-0858-1AFE-47876950D19A}"/>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5653383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F732A-3965-A9F8-148C-46F030796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E9F88-151B-E2AD-A9CB-95AB92231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B8B86-2CA6-9346-88FD-0B5094FCDE8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4</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B: Whole numbers</a:t>
            </a:r>
            <a:br>
              <a:rPr lang="en-AU" sz="1600" b="0" i="0">
                <a:latin typeface="Arial" panose="020B0604020202020204" pitchFamily="34" charset="0"/>
                <a:cs typeface="Arial" panose="020B06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96CD2AA-96FE-F80B-6423-9E54C403B441}"/>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29975999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27CA5-2D7B-1310-B578-68B553A0C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249B6-7558-D1B6-6AEA-31B0E2316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FBEB6-C94C-82A7-FAA9-FF20D034732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B: 2D shapes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E5E3C74-BC9E-DA14-B609-0B9E629AE558}"/>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25292910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F1B36-47E4-7D54-B38D-6E3A12D5FA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7441C-B175-9310-62E4-2BDB843439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007E7-BCD7-BF66-1FD5-F66F83E9A55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727C7-CC8D-698F-7170-D71A46934120}"/>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6445374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7A0BB-AA34-0B65-41E4-EF814B84E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BEDCB-C7EC-29FC-CD6C-FBF8F9D51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D923A-BE46-08B3-A42D-B88657583BA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B: Area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91AD530-CC72-1CD3-DC22-84CCE8934B30}"/>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11965645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1A993-7F4F-C93E-0AD2-A9CFA55E8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D4581-477B-5E09-01F6-928C1DFA6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0ADE64-75C4-CB72-FCCF-8818C0A6023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Non-spatial measure B: Mass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88F882-215A-11D1-B667-F9E4F3218AA0}"/>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9847601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03580-91E5-EF86-C538-2A81AF4ED1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4DCCD3-5571-9BA3-0D59-880C42CB9D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1B834-163E-D687-6E84-D8683BEE4A92}"/>
              </a:ext>
            </a:extLst>
          </p:cNvPr>
          <p:cNvSpPr>
            <a:spLocks noGrp="1"/>
          </p:cNvSpPr>
          <p:nvPr>
            <p:ph type="body" idx="1"/>
          </p:nvPr>
        </p:nvSpPr>
        <p:spPr/>
        <p:txBody>
          <a:bodyPr/>
          <a:lstStyle/>
          <a:p>
            <a:pPr>
              <a:lnSpc>
                <a:spcPct val="150000"/>
              </a:lnSpc>
              <a:spcBef>
                <a:spcPts val="1200"/>
              </a:spcBef>
              <a:spcAft>
                <a:spcPts val="600"/>
              </a:spcAft>
              <a:defRPr/>
            </a:pPr>
            <a:r>
              <a:rPr lang="en-AU" sz="1800">
                <a:solidFill>
                  <a:srgbClr val="000000"/>
                </a:solidFill>
              </a:rPr>
              <a:t>This is a developing number sense activity. </a:t>
            </a:r>
            <a:endParaRPr lang="en-US" sz="1800">
              <a:solidFill>
                <a:srgbClr val="444444"/>
              </a:solidFill>
            </a:endParaRPr>
          </a:p>
          <a:p>
            <a:pPr>
              <a:lnSpc>
                <a:spcPct val="150000"/>
              </a:lnSpc>
              <a:spcBef>
                <a:spcPts val="1200"/>
              </a:spcBef>
              <a:spcAft>
                <a:spcPts val="600"/>
              </a:spcAft>
              <a:defRPr/>
            </a:pPr>
            <a:endParaRPr lang="en-AU" sz="1800">
              <a:solidFill>
                <a:srgbClr val="444444"/>
              </a:solidFill>
            </a:endParaRPr>
          </a:p>
          <a:p>
            <a:pPr>
              <a:lnSpc>
                <a:spcPct val="150000"/>
              </a:lnSpc>
              <a:spcBef>
                <a:spcPts val="1200"/>
              </a:spcBef>
              <a:spcAft>
                <a:spcPts val="600"/>
              </a:spcAft>
              <a:defRPr/>
            </a:pPr>
            <a:r>
              <a:rPr lang="en-AU" sz="1800">
                <a:solidFill>
                  <a:srgbClr val="000000"/>
                </a:solidFil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endParaRPr>
          </a:p>
          <a:p>
            <a:pPr>
              <a:lnSpc>
                <a:spcPts val="1913"/>
              </a:lnSpc>
              <a:defRPr/>
            </a:pPr>
            <a:endParaRPr lang="en-AU" sz="1800">
              <a:solidFill>
                <a:srgbClr val="444444"/>
              </a:solidFill>
            </a:endParaRPr>
          </a:p>
          <a:p>
            <a:pPr>
              <a:defRPr/>
            </a:pPr>
            <a:r>
              <a:rPr lang="en-AU" sz="1800" b="1">
                <a:solidFill>
                  <a:srgbClr val="000000"/>
                </a:solidFill>
              </a:rPr>
              <a:t>Syllabus focus area:</a:t>
            </a:r>
            <a:endParaRPr lang="en-US" sz="1800">
              <a:solidFill>
                <a:srgbClr val="444444"/>
              </a:solidFill>
            </a:endParaRPr>
          </a:p>
          <a:p>
            <a:pPr>
              <a:defRPr/>
            </a:pPr>
            <a:r>
              <a:rPr lang="en-AU" sz="1800">
                <a:solidFill>
                  <a:srgbClr val="000000"/>
                </a:solidFill>
              </a:rPr>
              <a:t>Represents numbers B</a:t>
            </a:r>
          </a:p>
          <a:p>
            <a:pPr>
              <a:defRPr/>
            </a:pPr>
            <a:endParaRPr lang="en-AU" sz="1800" b="1">
              <a:effectLs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b="1">
                <a:effectLst/>
              </a:rPr>
              <a:t>Note: </a:t>
            </a:r>
            <a:r>
              <a:rPr lang="en-AU" sz="1800">
                <a:effectLst/>
              </a:rPr>
              <a:t>This slide is designed to be used in presentation mode.</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a:effectLst/>
                <a:latin typeface="Arial" panose="020B0604020202020204" pitchFamily="34" charset="0"/>
                <a:ea typeface="Calibri" panose="020F0502020204030204" pitchFamily="34" charset="0"/>
              </a:rPr>
              <a:t>The activity is an adaptation from Engaging Maths: 25 Favourite Lessons by Clark and Roche.</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US">
              <a:latin typeface="Public Sans"/>
            </a:endParaRP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Students place a calculator on a flat surface in front of them.</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Explain that they will be given 2 numbers to type and a target number. They will then be putting their finger on the equals key, closing their eyes and pushing equals. Students keep track of the number sequence in their head and only open their eyes when they are confident that the calculator is showing the target number.</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To start, ask students to type 25 - 7 and close their eyes and push the equals sign repeatedly. When they think they have reached the targeted number of -3, they are to stop and check their answer. Students share their results. </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Repeat the task for the following equations:</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41 - 7 = target number -8</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19 - 4 = target number -9</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62 - 8 = target number -18</a:t>
            </a:r>
          </a:p>
          <a:p>
            <a:pPr marL="0" lvl="0" indent="0">
              <a:lnSpc>
                <a:spcPct val="150000"/>
              </a:lnSpc>
              <a:spcBef>
                <a:spcPts val="1200"/>
              </a:spcBef>
              <a:spcAft>
                <a:spcPts val="600"/>
              </a:spcAft>
              <a:buFont typeface="+mj-lt"/>
              <a:buNone/>
            </a:pPr>
            <a:r>
              <a:rPr lang="en-AU" sz="1800">
                <a:effectLst/>
                <a:latin typeface="Arial" panose="020B0604020202020204" pitchFamily="34" charset="0"/>
                <a:ea typeface="Calibri" panose="020F0502020204030204" pitchFamily="34" charset="0"/>
              </a:rPr>
              <a:t>5.      Regroup and ask students:</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How did you feel about completing calculations with your eyes closed and using mental calculations?</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What strategies did you use to keep track of the number sequence in your head?</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How did you know when to stop your calculation and open your eyes for negative number calculations?</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Did you need to adjust your mental strategies when dealing with negative numbers compared to positive numbers?</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What was challenging about this task? What do you think might be helpful?</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US">
              <a:latin typeface="Public Sans"/>
            </a:endParaRPr>
          </a:p>
        </p:txBody>
      </p:sp>
      <p:sp>
        <p:nvSpPr>
          <p:cNvPr id="4" name="Slide Number Placeholder 3">
            <a:extLst>
              <a:ext uri="{FF2B5EF4-FFF2-40B4-BE49-F238E27FC236}">
                <a16:creationId xmlns:a16="http://schemas.microsoft.com/office/drawing/2014/main" id="{1092F47D-7B13-825B-10AF-7ECB4F8C0FB4}"/>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32</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3403303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3488491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871011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6275389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5768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19110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639285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3288282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5175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342756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10" Type="http://schemas.openxmlformats.org/officeDocument/2006/relationships/theme" Target="../theme/theme2.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50"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2188589261"/>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6.xml"/><Relationship Id="rId5" Type="http://schemas.openxmlformats.org/officeDocument/2006/relationships/slide" Target="slide19.xml"/><Relationship Id="rId4" Type="http://schemas.openxmlformats.org/officeDocument/2006/relationships/slide" Target="slide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7.xml"/><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11.xml"/><Relationship Id="rId1" Type="http://schemas.openxmlformats.org/officeDocument/2006/relationships/slideLayout" Target="../slideLayouts/slideLayout17.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microsoft.com/office/2018/10/relationships/comments" Target="../comments/modernComment_6766_C6C5A621.xml"/><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14.jpeg"/><Relationship Id="rId5" Type="http://schemas.openxmlformats.org/officeDocument/2006/relationships/image" Target="../media/image18.svg"/><Relationship Id="rId4" Type="http://schemas.openxmlformats.org/officeDocument/2006/relationships/image" Target="../media/image17.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25.xml"/><Relationship Id="rId1" Type="http://schemas.openxmlformats.org/officeDocument/2006/relationships/slideLayout" Target="../slideLayouts/slideLayout17.xml"/><Relationship Id="rId6" Type="http://schemas.openxmlformats.org/officeDocument/2006/relationships/image" Target="../media/image14.jpeg"/><Relationship Id="rId5" Type="http://schemas.openxmlformats.org/officeDocument/2006/relationships/image" Target="../media/image21.sv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F6095-1EC4-AF1D-D63E-D59E13EB8A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29C7B9-C360-81F1-3033-970F881863DA}"/>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EDCC1CBD-2D5B-E7F2-8E17-B400FEB5419F}"/>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latin typeface="Arial"/>
                <a:cs typeface="Arial"/>
              </a:rPr>
              <a:t>This resource aligns to the learning in Stage 3 Year B Unit 39 and revisits content from earlier sample units.</a:t>
            </a:r>
          </a:p>
          <a:p>
            <a:pPr marL="342900" indent="-342900">
              <a:buFont typeface="Arial"/>
              <a:buChar char="•"/>
            </a:pPr>
            <a:r>
              <a:rPr lang="en-AU" sz="1800">
                <a:solidFill>
                  <a:srgbClr val="22272B"/>
                </a:solidFill>
                <a:latin typeface="+mn-lt"/>
                <a:cs typeface="Arial"/>
              </a:rPr>
              <a:t>Classroom teachers are encouraged to </a:t>
            </a:r>
            <a:r>
              <a:rPr lang="en-AU" sz="1800" b="1">
                <a:solidFill>
                  <a:srgbClr val="22272B"/>
                </a:solidFill>
                <a:latin typeface="+mn-lt"/>
                <a:cs typeface="Arial"/>
              </a:rPr>
              <a:t>add, edit and adapt</a:t>
            </a:r>
            <a:r>
              <a:rPr lang="en-AU" sz="1800">
                <a:solidFill>
                  <a:srgbClr val="22272B"/>
                </a:solidFill>
                <a:latin typeface="+mn-lt"/>
                <a:cs typeface="Arial"/>
              </a:rPr>
              <a:t> to meet the needs of their students.</a:t>
            </a:r>
          </a:p>
          <a:p>
            <a:pPr marL="342900" indent="-342900">
              <a:lnSpc>
                <a:spcPct val="150000"/>
              </a:lnSpc>
              <a:buFont typeface="Arial"/>
              <a:buChar char="•"/>
            </a:pPr>
            <a:r>
              <a:rPr lang="en-AU" sz="1800">
                <a:solidFill>
                  <a:srgbClr val="22272B"/>
                </a:solidFill>
                <a:latin typeface="+mn-lt"/>
                <a:cs typeface="Arial"/>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cs typeface="Arial"/>
              </a:rPr>
              <a:t>To convert the PowerPoint to Google Slides:</a:t>
            </a:r>
          </a:p>
          <a:p>
            <a:pPr marL="913765" lvl="1" indent="-457200">
              <a:lnSpc>
                <a:spcPct val="150000"/>
              </a:lnSpc>
              <a:buFont typeface="+mj-lt"/>
              <a:buAutoNum type="arabicPeriod"/>
            </a:pPr>
            <a:r>
              <a:rPr lang="en-AU">
                <a:solidFill>
                  <a:srgbClr val="22272B"/>
                </a:solidFill>
                <a:latin typeface="+mn-lt"/>
                <a:cs typeface="Arial"/>
              </a:rPr>
              <a:t>Upload the file into Google Drive and open it.</a:t>
            </a:r>
          </a:p>
          <a:p>
            <a:pPr marL="913765" lvl="1" indent="-457200">
              <a:lnSpc>
                <a:spcPct val="150000"/>
              </a:lnSpc>
              <a:buFont typeface="+mj-lt"/>
              <a:buAutoNum type="arabicPeriod"/>
            </a:pPr>
            <a:r>
              <a:rPr lang="en-AU">
                <a:solidFill>
                  <a:srgbClr val="22272B"/>
                </a:solidFill>
                <a:latin typeface="+mn-lt"/>
                <a:cs typeface="Arial"/>
              </a:rPr>
              <a:t>Go to File &gt; Save as Google Slides.</a:t>
            </a:r>
          </a:p>
          <a:p>
            <a:pPr marL="456565" lvl="1">
              <a:lnSpc>
                <a:spcPct val="150000"/>
              </a:lnSpc>
            </a:pPr>
            <a:r>
              <a:rPr lang="en-AU">
                <a:solidFill>
                  <a:srgbClr val="22272B"/>
                </a:solidFill>
                <a:latin typeface="+mn-lt"/>
                <a:cs typeface="Arial"/>
              </a:rPr>
              <a:t>(Note – conversion may cause formatting changes in the slides.)</a:t>
            </a:r>
          </a:p>
        </p:txBody>
      </p:sp>
      <p:sp>
        <p:nvSpPr>
          <p:cNvPr id="2" name="Slide Number Placeholder 1">
            <a:extLst>
              <a:ext uri="{FF2B5EF4-FFF2-40B4-BE49-F238E27FC236}">
                <a16:creationId xmlns:a16="http://schemas.microsoft.com/office/drawing/2014/main" id="{5054FBAE-1B2A-91CD-091C-35061078D29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3330546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latin typeface="+mj-lt"/>
                <a:cs typeface="Arial"/>
              </a:rPr>
              <a:t>Review of Learning </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sz="2400">
                <a:latin typeface="+mj-lt"/>
                <a:cs typeface="Arial"/>
              </a:rPr>
              <a:t>Mathematics Stage 3 </a:t>
            </a:r>
            <a:r>
              <a:rPr lang="en-AU" sz="2400">
                <a:solidFill>
                  <a:srgbClr val="FFFFFF"/>
                </a:solidFill>
                <a:latin typeface="+mj-lt"/>
                <a:cs typeface="Arial"/>
              </a:rPr>
              <a:t>–</a:t>
            </a:r>
            <a:r>
              <a:rPr lang="en-AU" sz="2400">
                <a:latin typeface="+mj-lt"/>
                <a:cs typeface="Arial"/>
              </a:rPr>
              <a:t> Unit 39</a:t>
            </a:r>
          </a:p>
        </p:txBody>
      </p:sp>
      <p:pic>
        <p:nvPicPr>
          <p:cNvPr id="4" name="Picture Placeholder 3" descr="A row of dice on a blue background">
            <a:extLst>
              <a:ext uri="{FF2B5EF4-FFF2-40B4-BE49-F238E27FC236}">
                <a16:creationId xmlns:a16="http://schemas.microsoft.com/office/drawing/2014/main" id="{27D6D49C-580D-CED2-3F28-318B6A237077}"/>
              </a:ext>
            </a:extLst>
          </p:cNvPr>
          <p:cNvPicPr>
            <a:picLocks noGrp="1" noChangeAspect="1"/>
          </p:cNvPicPr>
          <p:nvPr>
            <p:ph type="pic" sz="quarter" idx="13"/>
          </p:nvPr>
        </p:nvPicPr>
        <p:blipFill>
          <a:blip r:embed="rId3"/>
          <a:srcRect l="435" r="435"/>
          <a:stretch/>
        </p:blipFill>
        <p:spPr>
          <a:xfrm>
            <a:off x="7128000" y="2233"/>
            <a:ext cx="5064000" cy="6853534"/>
          </a:xfrm>
          <a:prstGeom prst="rect">
            <a:avLst/>
          </a:prstGeom>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1</a:t>
              </a: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2</a:t>
              </a:r>
              <a:endParaRPr lang="en-US">
                <a:solidFill>
                  <a:schemeClr val="accent1"/>
                </a:solidFill>
                <a:latin typeface="+mj-lt"/>
                <a:cs typeface="Aria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3 </a:t>
              </a: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4</a:t>
              </a:r>
              <a:endParaRPr lang="en-US">
                <a:solidFill>
                  <a:schemeClr val="accent1"/>
                </a:solidFill>
                <a:latin typeface="+mj-lt"/>
                <a:cs typeface="Arial" panose="020B0604020202020204"/>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1" name="Group 10">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6</a:t>
              </a:r>
              <a:endParaRPr lang="en-US">
                <a:solidFill>
                  <a:schemeClr val="accent1"/>
                </a:solidFill>
              </a:endParaRPr>
            </a:p>
          </p:txBody>
        </p:sp>
        <p:sp>
          <p:nvSpPr>
            <p:cNvPr id="45" name="Oval 44">
              <a:hlinkClick r:id="" action="ppaction://noaction"/>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panose="020B0604020202020204"/>
                </a:rPr>
                <a:t>Review of learning 7</a:t>
              </a:r>
              <a:endParaRPr lang="en-US">
                <a:solidFill>
                  <a:schemeClr val="accent1"/>
                </a:solidFill>
              </a:endParaRPr>
            </a:p>
          </p:txBody>
        </p:sp>
        <p:sp>
          <p:nvSpPr>
            <p:cNvPr id="42" name="Oval 41">
              <a:hlinkClick r:id="" action="ppaction://noaction"/>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8</a:t>
              </a:r>
              <a:endParaRPr lang="en-US">
                <a:solidFill>
                  <a:schemeClr val="accent1"/>
                </a:solidFill>
              </a:endParaRPr>
            </a:p>
          </p:txBody>
        </p:sp>
        <p:sp>
          <p:nvSpPr>
            <p:cNvPr id="39" name="Oval 38">
              <a:hlinkClick r:id="" action="ppaction://noaction"/>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grpSp>
        <p:nvGrpSpPr>
          <p:cNvPr id="17" name="Group 16">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5</a:t>
              </a:r>
              <a:endParaRPr lang="en-US">
                <a:solidFill>
                  <a:schemeClr val="accent1"/>
                </a:solidFill>
              </a:endParaRPr>
            </a:p>
          </p:txBody>
        </p:sp>
        <p:sp>
          <p:nvSpPr>
            <p:cNvPr id="19" name="Oval 18">
              <a:hlinkClick r:id="" action="ppaction://noaction"/>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cs typeface="Arial"/>
              </a:rPr>
              <a:t>Review of learning 1</a:t>
            </a:r>
            <a:endParaRPr lang="en-AU">
              <a:latin typeface="+mj-lt"/>
            </a:endParaRP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9686F-AB38-4E90-BF3A-91F03A3A5D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E8DF25-74EC-4717-68F2-1143CBEFF8C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40CD5BCB-A44A-8058-3447-537199E0E89B}"/>
              </a:ext>
            </a:extLst>
          </p:cNvPr>
          <p:cNvSpPr>
            <a:spLocks noGrp="1"/>
          </p:cNvSpPr>
          <p:nvPr>
            <p:ph type="title"/>
          </p:nvPr>
        </p:nvSpPr>
        <p:spPr/>
        <p:txBody>
          <a:bodyPr/>
          <a:lstStyle/>
          <a:p>
            <a:r>
              <a:rPr lang="en-US"/>
              <a:t>Multiple choice</a:t>
            </a:r>
            <a:r>
              <a:rPr lang="en-US">
                <a:solidFill>
                  <a:schemeClr val="bg1"/>
                </a:solidFill>
              </a:rPr>
              <a:t> (1)</a:t>
            </a:r>
          </a:p>
        </p:txBody>
      </p:sp>
      <p:sp>
        <p:nvSpPr>
          <p:cNvPr id="14" name="Text Placeholder 13">
            <a:extLst>
              <a:ext uri="{FF2B5EF4-FFF2-40B4-BE49-F238E27FC236}">
                <a16:creationId xmlns:a16="http://schemas.microsoft.com/office/drawing/2014/main" id="{B8E7D6A2-1C5E-283F-397D-081F9D91C205}"/>
              </a:ext>
            </a:extLst>
          </p:cNvPr>
          <p:cNvSpPr>
            <a:spLocks noGrp="1"/>
          </p:cNvSpPr>
          <p:nvPr>
            <p:ph type="body" sz="quarter" idx="27"/>
          </p:nvPr>
        </p:nvSpPr>
        <p:spPr>
          <a:xfrm>
            <a:off x="1345520" y="5425723"/>
            <a:ext cx="10175920" cy="641396"/>
          </a:xfrm>
        </p:spPr>
        <p:txBody>
          <a:bodyPr/>
          <a:lstStyle/>
          <a:p>
            <a:pPr>
              <a:lnSpc>
                <a:spcPct val="100000"/>
              </a:lnSpc>
            </a:pPr>
            <a:r>
              <a:rPr lang="en-US" sz="3600">
                <a:sym typeface="Canva Student Font"/>
              </a:rPr>
              <a:t>-12</a:t>
            </a:r>
            <a:endParaRPr lang="en-AU" sz="3600"/>
          </a:p>
          <a:p>
            <a:endParaRPr lang="en-US"/>
          </a:p>
        </p:txBody>
      </p:sp>
      <p:sp>
        <p:nvSpPr>
          <p:cNvPr id="15" name="Text Placeholder 14">
            <a:extLst>
              <a:ext uri="{FF2B5EF4-FFF2-40B4-BE49-F238E27FC236}">
                <a16:creationId xmlns:a16="http://schemas.microsoft.com/office/drawing/2014/main" id="{54053FF9-8F96-5BAC-CB35-1676DAF741EB}"/>
              </a:ext>
            </a:extLst>
          </p:cNvPr>
          <p:cNvSpPr>
            <a:spLocks noGrp="1"/>
          </p:cNvSpPr>
          <p:nvPr>
            <p:ph type="body" sz="quarter" idx="28"/>
          </p:nvPr>
        </p:nvSpPr>
        <p:spPr>
          <a:xfrm>
            <a:off x="360001" y="1047169"/>
            <a:ext cx="7579314" cy="754243"/>
          </a:xfrm>
        </p:spPr>
        <p:txBody>
          <a:bodyPr/>
          <a:lstStyle/>
          <a:p>
            <a:r>
              <a:rPr lang="en-US" sz="3600">
                <a:latin typeface="Arial"/>
                <a:cs typeface="Arial"/>
              </a:rPr>
              <a:t>Which of the following completes the </a:t>
            </a:r>
            <a:r>
              <a:rPr lang="en-US" sz="3600" b="1">
                <a:latin typeface="Arial"/>
                <a:cs typeface="Arial"/>
              </a:rPr>
              <a:t>number line</a:t>
            </a:r>
            <a:r>
              <a:rPr lang="en-US" sz="3600">
                <a:latin typeface="Arial"/>
                <a:cs typeface="Arial"/>
              </a:rPr>
              <a:t>?</a:t>
            </a:r>
          </a:p>
          <a:p>
            <a:endParaRPr lang="en-US"/>
          </a:p>
        </p:txBody>
      </p:sp>
      <p:sp>
        <p:nvSpPr>
          <p:cNvPr id="16" name="Text Placeholder 15">
            <a:extLst>
              <a:ext uri="{FF2B5EF4-FFF2-40B4-BE49-F238E27FC236}">
                <a16:creationId xmlns:a16="http://schemas.microsoft.com/office/drawing/2014/main" id="{977D1DEA-F228-F230-F8BC-CD3DA259405C}"/>
              </a:ext>
            </a:extLst>
          </p:cNvPr>
          <p:cNvSpPr>
            <a:spLocks noGrp="1"/>
          </p:cNvSpPr>
          <p:nvPr>
            <p:ph type="body" sz="quarter" idx="29"/>
          </p:nvPr>
        </p:nvSpPr>
        <p:spPr>
          <a:xfrm>
            <a:off x="1345520" y="4575670"/>
            <a:ext cx="10175920" cy="641396"/>
          </a:xfrm>
        </p:spPr>
        <p:txBody>
          <a:bodyPr/>
          <a:lstStyle/>
          <a:p>
            <a:pPr>
              <a:lnSpc>
                <a:spcPct val="100000"/>
              </a:lnSpc>
            </a:pPr>
            <a:r>
              <a:rPr lang="en-US" sz="3600">
                <a:sym typeface="Canva Student Font"/>
              </a:rPr>
              <a:t>- 6</a:t>
            </a:r>
            <a:endParaRPr lang="en-AU" sz="3600"/>
          </a:p>
          <a:p>
            <a:endParaRPr lang="en-US"/>
          </a:p>
        </p:txBody>
      </p:sp>
      <p:sp>
        <p:nvSpPr>
          <p:cNvPr id="17" name="Text Placeholder 16">
            <a:extLst>
              <a:ext uri="{FF2B5EF4-FFF2-40B4-BE49-F238E27FC236}">
                <a16:creationId xmlns:a16="http://schemas.microsoft.com/office/drawing/2014/main" id="{5F9AAF18-EFB6-80BF-26F1-31F98E2E806B}"/>
              </a:ext>
            </a:extLst>
          </p:cNvPr>
          <p:cNvSpPr>
            <a:spLocks noGrp="1"/>
          </p:cNvSpPr>
          <p:nvPr>
            <p:ph type="body" sz="quarter" idx="30"/>
          </p:nvPr>
        </p:nvSpPr>
        <p:spPr>
          <a:xfrm>
            <a:off x="1345520" y="3725617"/>
            <a:ext cx="10175920" cy="641396"/>
          </a:xfrm>
        </p:spPr>
        <p:txBody>
          <a:bodyPr/>
          <a:lstStyle/>
          <a:p>
            <a:pPr>
              <a:lnSpc>
                <a:spcPct val="100000"/>
              </a:lnSpc>
            </a:pPr>
            <a:r>
              <a:rPr lang="en-US" sz="3600"/>
              <a:t>12</a:t>
            </a:r>
          </a:p>
        </p:txBody>
      </p:sp>
      <p:sp>
        <p:nvSpPr>
          <p:cNvPr id="18" name="Text Placeholder 17">
            <a:extLst>
              <a:ext uri="{FF2B5EF4-FFF2-40B4-BE49-F238E27FC236}">
                <a16:creationId xmlns:a16="http://schemas.microsoft.com/office/drawing/2014/main" id="{420CAE36-4524-6E76-6164-5C4B9A58FCB0}"/>
              </a:ext>
            </a:extLst>
          </p:cNvPr>
          <p:cNvSpPr>
            <a:spLocks noGrp="1"/>
          </p:cNvSpPr>
          <p:nvPr>
            <p:ph type="body" sz="quarter" idx="31"/>
          </p:nvPr>
        </p:nvSpPr>
        <p:spPr>
          <a:xfrm>
            <a:off x="1345520" y="2877704"/>
            <a:ext cx="10175920" cy="641396"/>
          </a:xfrm>
        </p:spPr>
        <p:txBody>
          <a:bodyPr/>
          <a:lstStyle/>
          <a:p>
            <a:pPr>
              <a:lnSpc>
                <a:spcPct val="100000"/>
              </a:lnSpc>
            </a:pPr>
            <a:r>
              <a:rPr lang="en-US" sz="3600"/>
              <a:t>6</a:t>
            </a:r>
          </a:p>
        </p:txBody>
      </p:sp>
      <p:sp>
        <p:nvSpPr>
          <p:cNvPr id="9" name="TextBox 8">
            <a:extLst>
              <a:ext uri="{FF2B5EF4-FFF2-40B4-BE49-F238E27FC236}">
                <a16:creationId xmlns:a16="http://schemas.microsoft.com/office/drawing/2014/main" id="{A89939F1-F21E-E96C-FD12-B2B43E3E0170}"/>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A</a:t>
            </a:r>
          </a:p>
        </p:txBody>
      </p:sp>
      <p:sp>
        <p:nvSpPr>
          <p:cNvPr id="10" name="TextBox 9">
            <a:extLst>
              <a:ext uri="{FF2B5EF4-FFF2-40B4-BE49-F238E27FC236}">
                <a16:creationId xmlns:a16="http://schemas.microsoft.com/office/drawing/2014/main" id="{21AFB85D-052C-E35C-B7CB-2141AF776E0A}"/>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B</a:t>
            </a:r>
          </a:p>
        </p:txBody>
      </p:sp>
      <p:sp>
        <p:nvSpPr>
          <p:cNvPr id="11" name="TextBox 10">
            <a:extLst>
              <a:ext uri="{FF2B5EF4-FFF2-40B4-BE49-F238E27FC236}">
                <a16:creationId xmlns:a16="http://schemas.microsoft.com/office/drawing/2014/main" id="{BB61F0B0-341D-8300-9481-FA10B80103E6}"/>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D</a:t>
            </a:r>
          </a:p>
        </p:txBody>
      </p:sp>
      <p:sp>
        <p:nvSpPr>
          <p:cNvPr id="12" name="TextBox 11">
            <a:extLst>
              <a:ext uri="{FF2B5EF4-FFF2-40B4-BE49-F238E27FC236}">
                <a16:creationId xmlns:a16="http://schemas.microsoft.com/office/drawing/2014/main" id="{50E2BE19-0249-7D4B-363C-226A28E11C9F}"/>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C</a:t>
            </a:r>
          </a:p>
        </p:txBody>
      </p:sp>
      <p:pic>
        <p:nvPicPr>
          <p:cNvPr id="36" name="Picture 35" descr="a vertical number line with numbers displayed from 9 to -9. The number between -3 and -9 is missing.">
            <a:extLst>
              <a:ext uri="{FF2B5EF4-FFF2-40B4-BE49-F238E27FC236}">
                <a16:creationId xmlns:a16="http://schemas.microsoft.com/office/drawing/2014/main" id="{7B054CD5-230C-1833-631E-20EB51781670}"/>
              </a:ext>
            </a:extLst>
          </p:cNvPr>
          <p:cNvPicPr>
            <a:picLocks noChangeAspect="1"/>
          </p:cNvPicPr>
          <p:nvPr/>
        </p:nvPicPr>
        <p:blipFill>
          <a:blip r:embed="rId3"/>
          <a:stretch>
            <a:fillRect/>
          </a:stretch>
        </p:blipFill>
        <p:spPr>
          <a:xfrm>
            <a:off x="8694058" y="582123"/>
            <a:ext cx="1582056" cy="5693753"/>
          </a:xfrm>
          <a:prstGeom prst="rect">
            <a:avLst/>
          </a:prstGeom>
          <a:ln>
            <a:noFill/>
          </a:ln>
          <a:effectLst>
            <a:outerShdw blurRad="292100" dist="139700" dir="2700000" algn="tl" rotWithShape="0">
              <a:srgbClr val="333333">
                <a:alpha val="65000"/>
              </a:srgbClr>
            </a:outerShdw>
          </a:effectLst>
        </p:spPr>
      </p:pic>
      <p:pic>
        <p:nvPicPr>
          <p:cNvPr id="5" name="Picture 4" descr="image of a finger selecting an option for a multiple choice or true and false">
            <a:extLst>
              <a:ext uri="{FF2B5EF4-FFF2-40B4-BE49-F238E27FC236}">
                <a16:creationId xmlns:a16="http://schemas.microsoft.com/office/drawing/2014/main" id="{FED73FA4-670F-92C1-258C-8C4F5ED39D9D}"/>
              </a:ext>
            </a:extLst>
          </p:cNvPr>
          <p:cNvPicPr>
            <a:picLocks noChangeAspect="1"/>
          </p:cNvPicPr>
          <p:nvPr/>
        </p:nvPicPr>
        <p:blipFill>
          <a:blip r:embed="rId4"/>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3604808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9D6B60-D9E0-EC2E-C5BB-DF4DD3655BFD}"/>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3" name="Title 2">
            <a:extLst>
              <a:ext uri="{FF2B5EF4-FFF2-40B4-BE49-F238E27FC236}">
                <a16:creationId xmlns:a16="http://schemas.microsoft.com/office/drawing/2014/main" id="{A7292A2D-79DC-853F-A2F3-AFB9D75909B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 </a:t>
            </a:r>
          </a:p>
        </p:txBody>
      </p:sp>
      <p:sp>
        <p:nvSpPr>
          <p:cNvPr id="11" name="Picture Placeholder 10">
            <a:extLst>
              <a:ext uri="{FF2B5EF4-FFF2-40B4-BE49-F238E27FC236}">
                <a16:creationId xmlns:a16="http://schemas.microsoft.com/office/drawing/2014/main" id="{4F3FEFD7-8600-F68D-84BD-680FA1695628}"/>
              </a:ext>
            </a:extLst>
          </p:cNvPr>
          <p:cNvSpPr>
            <a:spLocks noGrp="1"/>
          </p:cNvSpPr>
          <p:nvPr>
            <p:ph type="pic" sz="quarter" idx="21"/>
          </p:nvPr>
        </p:nvSpPr>
        <p:spPr>
          <a:xfrm>
            <a:off x="965200" y="1175424"/>
            <a:ext cx="10274624" cy="4092718"/>
          </a:xfrm>
        </p:spPr>
        <p:txBody>
          <a:bodyPr/>
          <a:lstStyle/>
          <a:p>
            <a:pPr algn="ctr"/>
            <a:r>
              <a:rPr lang="en-AU" sz="4400"/>
              <a:t>Isla </a:t>
            </a:r>
            <a:r>
              <a:rPr lang="en-AU" sz="4400" b="1"/>
              <a:t>started</a:t>
            </a:r>
            <a:r>
              <a:rPr lang="en-AU" sz="4400"/>
              <a:t> her swimming lesson at </a:t>
            </a:r>
            <a:r>
              <a:rPr lang="en-AU" sz="4400" b="1"/>
              <a:t>4:05pm. </a:t>
            </a:r>
            <a:r>
              <a:rPr lang="en-AU" sz="4400"/>
              <a:t>When she </a:t>
            </a:r>
            <a:r>
              <a:rPr lang="en-AU" sz="4400" b="1"/>
              <a:t>finished, </a:t>
            </a:r>
            <a:r>
              <a:rPr lang="en-AU" sz="4400"/>
              <a:t>the clock  read </a:t>
            </a:r>
            <a:r>
              <a:rPr lang="en-AU" sz="4400" b="1"/>
              <a:t>17:50</a:t>
            </a:r>
            <a:r>
              <a:rPr lang="en-AU" sz="4400"/>
              <a:t>. </a:t>
            </a:r>
          </a:p>
          <a:p>
            <a:pPr algn="ctr"/>
            <a:r>
              <a:rPr lang="en-AU" sz="4400"/>
              <a:t>How long was Isla’s swimming lesson?</a:t>
            </a:r>
          </a:p>
          <a:p>
            <a:pPr algn="ctr"/>
            <a:r>
              <a:rPr lang="en-AU" sz="4400" b="1">
                <a:latin typeface="Arial"/>
                <a:cs typeface="Arial"/>
              </a:rPr>
              <a:t>Communicate</a:t>
            </a:r>
            <a:r>
              <a:rPr lang="en-AU" sz="4400">
                <a:latin typeface="Arial"/>
                <a:cs typeface="Arial"/>
              </a:rPr>
              <a:t> your </a:t>
            </a:r>
            <a:r>
              <a:rPr lang="en-AU" sz="4400" b="1">
                <a:latin typeface="Arial"/>
                <a:cs typeface="Arial"/>
              </a:rPr>
              <a:t>reasoning.</a:t>
            </a:r>
            <a:br>
              <a:rPr lang="en-US" sz="4000">
                <a:latin typeface="Arial"/>
                <a:cs typeface="Arial"/>
              </a:rPr>
            </a:br>
            <a:endParaRPr lang="en-US">
              <a:latin typeface="Arial"/>
              <a:cs typeface="Arial"/>
            </a:endParaRPr>
          </a:p>
        </p:txBody>
      </p:sp>
      <p:pic>
        <p:nvPicPr>
          <p:cNvPr id="5" name="Picture 4" descr="image of a clipboard with a pencil recording short answer responses">
            <a:extLst>
              <a:ext uri="{FF2B5EF4-FFF2-40B4-BE49-F238E27FC236}">
                <a16:creationId xmlns:a16="http://schemas.microsoft.com/office/drawing/2014/main" id="{60B5CDFF-4A15-89C2-D24B-9A50E271EEC2}"/>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86892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04D29-3F5A-CA10-3A4C-1106A0EFFEF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694136-0ABE-6565-8E70-C408D71197A0}"/>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3" name="Title 2">
            <a:extLst>
              <a:ext uri="{FF2B5EF4-FFF2-40B4-BE49-F238E27FC236}">
                <a16:creationId xmlns:a16="http://schemas.microsoft.com/office/drawing/2014/main" id="{BB5BAC30-6BD8-C081-77BC-D2B9575F713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a:t>
            </a:r>
          </a:p>
        </p:txBody>
      </p:sp>
      <p:sp>
        <p:nvSpPr>
          <p:cNvPr id="11" name="Picture Placeholder 10">
            <a:extLst>
              <a:ext uri="{FF2B5EF4-FFF2-40B4-BE49-F238E27FC236}">
                <a16:creationId xmlns:a16="http://schemas.microsoft.com/office/drawing/2014/main" id="{7157F9C0-C1ED-7744-16B0-EF203AF569DC}"/>
              </a:ext>
            </a:extLst>
          </p:cNvPr>
          <p:cNvSpPr>
            <a:spLocks noGrp="1"/>
          </p:cNvSpPr>
          <p:nvPr>
            <p:ph type="pic" sz="quarter" idx="21"/>
          </p:nvPr>
        </p:nvSpPr>
        <p:spPr>
          <a:xfrm>
            <a:off x="768626" y="911434"/>
            <a:ext cx="10715374" cy="1959118"/>
          </a:xfrm>
        </p:spPr>
        <p:txBody>
          <a:bodyPr/>
          <a:lstStyle/>
          <a:p>
            <a:pPr algn="ctr"/>
            <a:r>
              <a:rPr lang="en-US" sz="4200">
                <a:latin typeface="Arial"/>
                <a:cs typeface="Arial"/>
              </a:rPr>
              <a:t>Abir is creating a spinner so that one of the </a:t>
            </a:r>
            <a:r>
              <a:rPr lang="en-US" sz="4200" err="1">
                <a:latin typeface="Arial"/>
                <a:cs typeface="Arial"/>
              </a:rPr>
              <a:t>colours</a:t>
            </a:r>
            <a:r>
              <a:rPr lang="en-US" sz="4200">
                <a:latin typeface="Arial"/>
                <a:cs typeface="Arial"/>
              </a:rPr>
              <a:t> has a </a:t>
            </a:r>
            <a:r>
              <a:rPr lang="en-US" sz="4200" b="1">
                <a:latin typeface="Arial"/>
                <a:cs typeface="Arial"/>
              </a:rPr>
              <a:t>75% chance </a:t>
            </a:r>
            <a:r>
              <a:rPr lang="en-US" sz="4200">
                <a:latin typeface="Arial"/>
                <a:cs typeface="Arial"/>
              </a:rPr>
              <a:t>of</a:t>
            </a:r>
            <a:r>
              <a:rPr lang="en-US" sz="4200" b="1">
                <a:latin typeface="Arial"/>
                <a:cs typeface="Arial"/>
              </a:rPr>
              <a:t> </a:t>
            </a:r>
            <a:r>
              <a:rPr lang="en-US" sz="4200">
                <a:latin typeface="Arial"/>
                <a:cs typeface="Arial"/>
              </a:rPr>
              <a:t> being landed on. Which spinner should she create? </a:t>
            </a:r>
            <a:br>
              <a:rPr lang="en-US" sz="4400">
                <a:latin typeface="Arial"/>
                <a:cs typeface="Arial"/>
              </a:rPr>
            </a:br>
            <a:endParaRPr lang="en-US" sz="4400">
              <a:solidFill>
                <a:srgbClr val="22272B"/>
              </a:solidFill>
            </a:endParaRPr>
          </a:p>
          <a:p>
            <a:endParaRPr lang="en-US">
              <a:latin typeface="Arial"/>
              <a:cs typeface="Arial"/>
            </a:endParaRPr>
          </a:p>
        </p:txBody>
      </p:sp>
      <p:pic>
        <p:nvPicPr>
          <p:cNvPr id="13" name="Picture 12" descr="image of a clipboard with a pencil recording short answer responses">
            <a:extLst>
              <a:ext uri="{FF2B5EF4-FFF2-40B4-BE49-F238E27FC236}">
                <a16:creationId xmlns:a16="http://schemas.microsoft.com/office/drawing/2014/main" id="{B1226126-1186-FD7C-32A1-D24070893EFB}"/>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5" name="Picture 14" descr="A spinner with one eighth orange, one eighth purple and the rest green.">
            <a:extLst>
              <a:ext uri="{FF2B5EF4-FFF2-40B4-BE49-F238E27FC236}">
                <a16:creationId xmlns:a16="http://schemas.microsoft.com/office/drawing/2014/main" id="{B8C89E6A-3618-E0AF-8E09-0437B3BFA820}"/>
              </a:ext>
            </a:extLst>
          </p:cNvPr>
          <p:cNvPicPr preferRelativeResize="0">
            <a:picLocks noChangeAspect="1"/>
          </p:cNvPicPr>
          <p:nvPr/>
        </p:nvPicPr>
        <p:blipFill>
          <a:blip r:embed="rId4"/>
          <a:stretch>
            <a:fillRect/>
          </a:stretch>
        </p:blipFill>
        <p:spPr>
          <a:xfrm>
            <a:off x="8405412" y="3721324"/>
            <a:ext cx="2225242" cy="2225242"/>
          </a:xfrm>
          <a:prstGeom prst="rect">
            <a:avLst/>
          </a:prstGeom>
        </p:spPr>
      </p:pic>
      <p:pic>
        <p:nvPicPr>
          <p:cNvPr id="17" name="Picture 16" descr="a spinner showing 4 equally sized sections.">
            <a:extLst>
              <a:ext uri="{FF2B5EF4-FFF2-40B4-BE49-F238E27FC236}">
                <a16:creationId xmlns:a16="http://schemas.microsoft.com/office/drawing/2014/main" id="{0693F374-0A11-6044-0CD7-3E8D40C6CFD8}"/>
              </a:ext>
            </a:extLst>
          </p:cNvPr>
          <p:cNvPicPr preferRelativeResize="0">
            <a:picLocks noChangeAspect="1"/>
          </p:cNvPicPr>
          <p:nvPr/>
        </p:nvPicPr>
        <p:blipFill>
          <a:blip r:embed="rId5"/>
          <a:stretch>
            <a:fillRect/>
          </a:stretch>
        </p:blipFill>
        <p:spPr>
          <a:xfrm>
            <a:off x="1561346" y="3721324"/>
            <a:ext cx="2225242" cy="2225242"/>
          </a:xfrm>
          <a:prstGeom prst="rect">
            <a:avLst/>
          </a:prstGeom>
        </p:spPr>
      </p:pic>
      <p:pic>
        <p:nvPicPr>
          <p:cNvPr id="18" name="Picture 17" descr="a spinner with one half green and one sixth orange, one sixth purple and one sixth blue.">
            <a:extLst>
              <a:ext uri="{FF2B5EF4-FFF2-40B4-BE49-F238E27FC236}">
                <a16:creationId xmlns:a16="http://schemas.microsoft.com/office/drawing/2014/main" id="{05B6DCAF-2EC1-A060-B4D1-8519D829CC25}"/>
              </a:ext>
            </a:extLst>
          </p:cNvPr>
          <p:cNvPicPr preferRelativeResize="0">
            <a:picLocks noChangeAspect="1"/>
          </p:cNvPicPr>
          <p:nvPr/>
        </p:nvPicPr>
        <p:blipFill>
          <a:blip r:embed="rId6"/>
          <a:stretch>
            <a:fillRect/>
          </a:stretch>
        </p:blipFill>
        <p:spPr>
          <a:xfrm>
            <a:off x="4983379" y="3721324"/>
            <a:ext cx="2225242" cy="2225242"/>
          </a:xfrm>
          <a:prstGeom prst="rect">
            <a:avLst/>
          </a:prstGeom>
        </p:spPr>
      </p:pic>
      <p:sp>
        <p:nvSpPr>
          <p:cNvPr id="20" name="TextBox 19">
            <a:extLst>
              <a:ext uri="{FF2B5EF4-FFF2-40B4-BE49-F238E27FC236}">
                <a16:creationId xmlns:a16="http://schemas.microsoft.com/office/drawing/2014/main" id="{98CACECD-8CA5-B1C3-199B-A17FE6279C5F}"/>
              </a:ext>
            </a:extLst>
          </p:cNvPr>
          <p:cNvSpPr txBox="1"/>
          <p:nvPr/>
        </p:nvSpPr>
        <p:spPr>
          <a:xfrm>
            <a:off x="2034283" y="5852657"/>
            <a:ext cx="9257016" cy="769441"/>
          </a:xfrm>
          <a:prstGeom prst="rect">
            <a:avLst/>
          </a:prstGeom>
          <a:noFill/>
        </p:spPr>
        <p:txBody>
          <a:bodyPr wrap="square">
            <a:spAutoFit/>
          </a:bodyPr>
          <a:lstStyle/>
          <a:p>
            <a:r>
              <a:rPr lang="en-US" sz="4400" b="1">
                <a:latin typeface="Arial"/>
                <a:cs typeface="Arial"/>
              </a:rPr>
              <a:t>Communicate</a:t>
            </a:r>
            <a:r>
              <a:rPr lang="en-US" sz="4400">
                <a:latin typeface="Arial"/>
                <a:cs typeface="Arial"/>
              </a:rPr>
              <a:t> your </a:t>
            </a:r>
            <a:r>
              <a:rPr lang="en-US" sz="4400" b="1">
                <a:latin typeface="Arial"/>
                <a:cs typeface="Arial"/>
              </a:rPr>
              <a:t>reasoning</a:t>
            </a:r>
            <a:r>
              <a:rPr lang="en-US" sz="4400">
                <a:latin typeface="Arial"/>
                <a:cs typeface="Arial"/>
              </a:rPr>
              <a:t>. </a:t>
            </a:r>
            <a:endParaRPr lang="en-AU" sz="4400"/>
          </a:p>
        </p:txBody>
      </p:sp>
      <p:sp>
        <p:nvSpPr>
          <p:cNvPr id="4" name="TextBox 3">
            <a:extLst>
              <a:ext uri="{FF2B5EF4-FFF2-40B4-BE49-F238E27FC236}">
                <a16:creationId xmlns:a16="http://schemas.microsoft.com/office/drawing/2014/main" id="{8EECF00F-79F2-C534-DDA7-A861C4CEB9D7}"/>
              </a:ext>
            </a:extLst>
          </p:cNvPr>
          <p:cNvSpPr txBox="1"/>
          <p:nvPr/>
        </p:nvSpPr>
        <p:spPr>
          <a:xfrm>
            <a:off x="1381346" y="3987449"/>
            <a:ext cx="360000" cy="303732"/>
          </a:xfrm>
          <a:prstGeom prst="rect">
            <a:avLst/>
          </a:prstGeom>
          <a:noFill/>
        </p:spPr>
        <p:txBody>
          <a:bodyPr wrap="square" lIns="0" tIns="0" rIns="0" bIns="0" rtlCol="0">
            <a:noAutofit/>
          </a:bodyPr>
          <a:lstStyle/>
          <a:p>
            <a:pPr algn="l"/>
            <a:r>
              <a:rPr lang="en-AU" sz="1800" b="1"/>
              <a:t>1.</a:t>
            </a:r>
          </a:p>
        </p:txBody>
      </p:sp>
      <p:sp>
        <p:nvSpPr>
          <p:cNvPr id="5" name="TextBox 4">
            <a:extLst>
              <a:ext uri="{FF2B5EF4-FFF2-40B4-BE49-F238E27FC236}">
                <a16:creationId xmlns:a16="http://schemas.microsoft.com/office/drawing/2014/main" id="{A2922561-C131-2806-05D2-7CAEAE390395}"/>
              </a:ext>
            </a:extLst>
          </p:cNvPr>
          <p:cNvSpPr txBox="1"/>
          <p:nvPr/>
        </p:nvSpPr>
        <p:spPr>
          <a:xfrm>
            <a:off x="4983379" y="3906006"/>
            <a:ext cx="360000" cy="303732"/>
          </a:xfrm>
          <a:prstGeom prst="rect">
            <a:avLst/>
          </a:prstGeom>
          <a:noFill/>
        </p:spPr>
        <p:txBody>
          <a:bodyPr wrap="square" lIns="0" tIns="0" rIns="0" bIns="0" rtlCol="0">
            <a:noAutofit/>
          </a:bodyPr>
          <a:lstStyle/>
          <a:p>
            <a:pPr algn="l"/>
            <a:r>
              <a:rPr lang="en-AU" sz="1800" b="1"/>
              <a:t>2.</a:t>
            </a:r>
          </a:p>
        </p:txBody>
      </p:sp>
      <p:sp>
        <p:nvSpPr>
          <p:cNvPr id="6" name="TextBox 5">
            <a:extLst>
              <a:ext uri="{FF2B5EF4-FFF2-40B4-BE49-F238E27FC236}">
                <a16:creationId xmlns:a16="http://schemas.microsoft.com/office/drawing/2014/main" id="{92D2F592-0EA6-4E4F-7FF9-5F37EA0DC414}"/>
              </a:ext>
            </a:extLst>
          </p:cNvPr>
          <p:cNvSpPr txBox="1"/>
          <p:nvPr/>
        </p:nvSpPr>
        <p:spPr>
          <a:xfrm>
            <a:off x="8342910" y="3835583"/>
            <a:ext cx="360000" cy="303732"/>
          </a:xfrm>
          <a:prstGeom prst="rect">
            <a:avLst/>
          </a:prstGeom>
          <a:noFill/>
        </p:spPr>
        <p:txBody>
          <a:bodyPr wrap="square" lIns="0" tIns="0" rIns="0" bIns="0" rtlCol="0">
            <a:noAutofit/>
          </a:bodyPr>
          <a:lstStyle/>
          <a:p>
            <a:pPr algn="l"/>
            <a:r>
              <a:rPr lang="en-AU" sz="1800" b="1"/>
              <a:t>3.</a:t>
            </a:r>
          </a:p>
        </p:txBody>
      </p:sp>
    </p:spTree>
    <p:extLst>
      <p:ext uri="{BB962C8B-B14F-4D97-AF65-F5344CB8AC3E}">
        <p14:creationId xmlns:p14="http://schemas.microsoft.com/office/powerpoint/2010/main" val="47140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73FA9-B3B4-3714-FC45-47F2D01CCFD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BE3B1A-BD2A-49DE-A752-21D7297BB0E0}"/>
              </a:ext>
            </a:extLst>
          </p:cNvPr>
          <p:cNvSpPr>
            <a:spLocks noGrp="1"/>
          </p:cNvSpPr>
          <p:nvPr>
            <p:ph type="sldNum" sz="quarter" idx="12"/>
          </p:nvPr>
        </p:nvSpPr>
        <p:spPr/>
        <p:txBody>
          <a:bodyPr/>
          <a:lstStyle/>
          <a:p>
            <a:fld id="{10A01DC5-1685-4615-8240-15192985C6A2}" type="slidenum">
              <a:rPr lang="en-AU" smtClean="0"/>
              <a:t>8</a:t>
            </a:fld>
            <a:endParaRPr lang="en-AU"/>
          </a:p>
        </p:txBody>
      </p:sp>
      <p:sp>
        <p:nvSpPr>
          <p:cNvPr id="3" name="Title 2">
            <a:extLst>
              <a:ext uri="{FF2B5EF4-FFF2-40B4-BE49-F238E27FC236}">
                <a16:creationId xmlns:a16="http://schemas.microsoft.com/office/drawing/2014/main" id="{98F05DE5-C379-717B-6C87-B9DC7632F6A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a:t>
            </a:r>
          </a:p>
        </p:txBody>
      </p:sp>
      <p:pic>
        <p:nvPicPr>
          <p:cNvPr id="4" name="Picture 3" descr="image of a clipboard with a pencil recording short answer responses">
            <a:extLst>
              <a:ext uri="{FF2B5EF4-FFF2-40B4-BE49-F238E27FC236}">
                <a16:creationId xmlns:a16="http://schemas.microsoft.com/office/drawing/2014/main" id="{FF142F24-A346-63B3-9C1B-1E3C7790562A}"/>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9AEACCC6-5BEE-0FB1-9CA8-BE52F1F9B610}"/>
              </a:ext>
            </a:extLst>
          </p:cNvPr>
          <p:cNvSpPr txBox="1"/>
          <p:nvPr/>
        </p:nvSpPr>
        <p:spPr>
          <a:xfrm>
            <a:off x="360000" y="1354308"/>
            <a:ext cx="11484000" cy="4832092"/>
          </a:xfrm>
          <a:prstGeom prst="rect">
            <a:avLst/>
          </a:prstGeom>
          <a:noFill/>
        </p:spPr>
        <p:txBody>
          <a:bodyPr wrap="square">
            <a:spAutoFit/>
          </a:bodyPr>
          <a:lstStyle/>
          <a:p>
            <a:pPr algn="ctr"/>
            <a:r>
              <a:rPr lang="en-AU" sz="4400">
                <a:latin typeface="+mj-lt"/>
              </a:rPr>
              <a:t>List the </a:t>
            </a:r>
            <a:r>
              <a:rPr lang="en-AU" sz="4400" b="1">
                <a:latin typeface="+mj-lt"/>
              </a:rPr>
              <a:t>factors </a:t>
            </a:r>
            <a:r>
              <a:rPr lang="en-AU" sz="4400">
                <a:latin typeface="+mj-lt"/>
              </a:rPr>
              <a:t>for the following numbers:</a:t>
            </a:r>
            <a:br>
              <a:rPr lang="en-AU" sz="4400" b="1">
                <a:latin typeface="+mj-lt"/>
              </a:rPr>
            </a:br>
            <a:endParaRPr lang="en-AU" sz="4400" b="1">
              <a:latin typeface="+mj-lt"/>
            </a:endParaRPr>
          </a:p>
          <a:p>
            <a:pPr marL="571500" indent="-571500" algn="ctr">
              <a:buFont typeface="Arial" panose="020B0604020202020204" pitchFamily="34" charset="0"/>
              <a:buChar char="•"/>
            </a:pPr>
            <a:r>
              <a:rPr lang="en-AU" sz="4400">
                <a:latin typeface="+mj-lt"/>
              </a:rPr>
              <a:t>24</a:t>
            </a:r>
          </a:p>
          <a:p>
            <a:pPr marL="571500" indent="-571500" algn="ctr">
              <a:buFont typeface="Arial" panose="020B0604020202020204" pitchFamily="34" charset="0"/>
              <a:buChar char="•"/>
            </a:pPr>
            <a:r>
              <a:rPr lang="en-AU" sz="4400">
                <a:latin typeface="+mj-lt"/>
                <a:cs typeface="Arial" panose="020B0604020202020204" pitchFamily="34" charset="0"/>
              </a:rPr>
              <a:t>100</a:t>
            </a:r>
          </a:p>
          <a:p>
            <a:pPr marL="571500" indent="-571500" algn="ctr">
              <a:buFont typeface="Arial" panose="020B0604020202020204" pitchFamily="34" charset="0"/>
              <a:buChar char="•"/>
            </a:pPr>
            <a:r>
              <a:rPr lang="en-AU" sz="4400">
                <a:latin typeface="+mj-lt"/>
                <a:cs typeface="Arial" panose="020B0604020202020204" pitchFamily="34" charset="0"/>
              </a:rPr>
              <a:t>56</a:t>
            </a:r>
          </a:p>
          <a:p>
            <a:pPr marL="571500" indent="-571500" algn="ctr">
              <a:buFont typeface="Arial" panose="020B0604020202020204" pitchFamily="34" charset="0"/>
              <a:buChar char="•"/>
            </a:pPr>
            <a:r>
              <a:rPr lang="en-AU" sz="4400">
                <a:latin typeface="+mj-lt"/>
                <a:cs typeface="Arial" panose="020B0604020202020204" pitchFamily="34" charset="0"/>
              </a:rPr>
              <a:t>49</a:t>
            </a:r>
          </a:p>
          <a:p>
            <a:endParaRPr lang="en-AU" sz="4400" b="0" i="0">
              <a:solidFill>
                <a:schemeClr val="tx1"/>
              </a:solidFill>
              <a:latin typeface="+mj-lt"/>
              <a:cs typeface="Arial" panose="020B0604020202020204" pitchFamily="34" charset="0"/>
            </a:endParaRPr>
          </a:p>
        </p:txBody>
      </p:sp>
    </p:spTree>
    <p:extLst>
      <p:ext uri="{BB962C8B-B14F-4D97-AF65-F5344CB8AC3E}">
        <p14:creationId xmlns:p14="http://schemas.microsoft.com/office/powerpoint/2010/main" val="1859326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6DCB-E9CB-B576-D914-C2FA7FAE931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32FB6E-2A90-1CC2-721F-898CF92613A0}"/>
              </a:ext>
            </a:extLst>
          </p:cNvPr>
          <p:cNvSpPr>
            <a:spLocks noGrp="1"/>
          </p:cNvSpPr>
          <p:nvPr>
            <p:ph type="sldNum" sz="quarter" idx="12"/>
          </p:nvPr>
        </p:nvSpPr>
        <p:spPr/>
        <p:txBody>
          <a:bodyPr/>
          <a:lstStyle/>
          <a:p>
            <a:fld id="{10A01DC5-1685-4615-8240-15192985C6A2}" type="slidenum">
              <a:rPr lang="en-AU" smtClean="0"/>
              <a:t>9</a:t>
            </a:fld>
            <a:endParaRPr lang="en-AU"/>
          </a:p>
        </p:txBody>
      </p:sp>
      <p:sp>
        <p:nvSpPr>
          <p:cNvPr id="3" name="Title 2">
            <a:extLst>
              <a:ext uri="{FF2B5EF4-FFF2-40B4-BE49-F238E27FC236}">
                <a16:creationId xmlns:a16="http://schemas.microsoft.com/office/drawing/2014/main" id="{2A3EF466-F3BA-38A9-63CB-DD80F64CB1BC}"/>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(4)</a:t>
            </a:r>
          </a:p>
        </p:txBody>
      </p:sp>
      <p:sp>
        <p:nvSpPr>
          <p:cNvPr id="12" name="Text Placeholder 11">
            <a:extLst>
              <a:ext uri="{FF2B5EF4-FFF2-40B4-BE49-F238E27FC236}">
                <a16:creationId xmlns:a16="http://schemas.microsoft.com/office/drawing/2014/main" id="{65C867D5-8CB8-739D-AB4F-83858803E2F0}"/>
              </a:ext>
            </a:extLst>
          </p:cNvPr>
          <p:cNvSpPr>
            <a:spLocks noGrp="1"/>
          </p:cNvSpPr>
          <p:nvPr>
            <p:ph type="body" sz="quarter" idx="22"/>
          </p:nvPr>
        </p:nvSpPr>
        <p:spPr>
          <a:xfrm>
            <a:off x="473792" y="1439947"/>
            <a:ext cx="6917607" cy="1792082"/>
          </a:xfrm>
        </p:spPr>
        <p:txBody>
          <a:bodyPr vert="horz" lIns="0" tIns="0" rIns="0" bIns="0" rtlCol="0" anchor="t">
            <a:noAutofit/>
          </a:bodyPr>
          <a:lstStyle/>
          <a:p>
            <a:pPr>
              <a:spcBef>
                <a:spcPts val="600"/>
              </a:spcBef>
              <a:spcAft>
                <a:spcPts val="2400"/>
              </a:spcAft>
            </a:pPr>
            <a:r>
              <a:rPr lang="en-AU" sz="2400"/>
              <a:t>Point A is located at (–3, 2) on the Cartesian plane.</a:t>
            </a:r>
          </a:p>
          <a:p>
            <a:pPr marL="457200" indent="-457200">
              <a:spcBef>
                <a:spcPts val="600"/>
              </a:spcBef>
              <a:spcAft>
                <a:spcPts val="2400"/>
              </a:spcAft>
              <a:buFont typeface="+mj-lt"/>
              <a:buAutoNum type="arabicPeriod"/>
            </a:pPr>
            <a:r>
              <a:rPr lang="en-AU" sz="2400"/>
              <a:t>It is then </a:t>
            </a:r>
            <a:r>
              <a:rPr lang="en-AU" sz="2400" b="1"/>
              <a:t>reflected </a:t>
            </a:r>
            <a:r>
              <a:rPr lang="en-AU" sz="2400"/>
              <a:t>across the </a:t>
            </a:r>
            <a:r>
              <a:rPr lang="en-AU" sz="2400" b="1"/>
              <a:t>x-axis</a:t>
            </a:r>
            <a:r>
              <a:rPr lang="en-AU" sz="2400"/>
              <a:t>. What are the coordinates of the </a:t>
            </a:r>
            <a:r>
              <a:rPr lang="en-AU" sz="2400" b="1"/>
              <a:t>new point?</a:t>
            </a:r>
          </a:p>
          <a:p>
            <a:pPr marL="457200" indent="-457200">
              <a:spcBef>
                <a:spcPts val="600"/>
              </a:spcBef>
              <a:spcAft>
                <a:spcPts val="2400"/>
              </a:spcAft>
              <a:buFont typeface="+mj-lt"/>
              <a:buAutoNum type="arabicPeriod"/>
            </a:pPr>
            <a:r>
              <a:rPr lang="en-AU" sz="2400"/>
              <a:t>Now </a:t>
            </a:r>
            <a:r>
              <a:rPr lang="en-AU" sz="2400" b="1"/>
              <a:t>reflect</a:t>
            </a:r>
            <a:r>
              <a:rPr lang="en-AU" sz="2400"/>
              <a:t> the new point across the </a:t>
            </a:r>
            <a:r>
              <a:rPr lang="en-AU" sz="2400" b="1"/>
              <a:t>y-axis</a:t>
            </a:r>
            <a:r>
              <a:rPr lang="en-AU" sz="2400"/>
              <a:t>.</a:t>
            </a:r>
            <a:br>
              <a:rPr lang="en-AU" sz="2400"/>
            </a:br>
            <a:r>
              <a:rPr lang="en-AU" sz="2400"/>
              <a:t>What are its coordinates now? </a:t>
            </a:r>
          </a:p>
          <a:p>
            <a:pPr marL="457200" indent="-457200">
              <a:spcBef>
                <a:spcPts val="600"/>
              </a:spcBef>
              <a:spcAft>
                <a:spcPts val="2400"/>
              </a:spcAft>
              <a:buFont typeface="+mj-lt"/>
              <a:buAutoNum type="arabicPeriod"/>
            </a:pPr>
            <a:r>
              <a:rPr lang="en-AU" sz="2400" b="1"/>
              <a:t>Describe </a:t>
            </a:r>
            <a:r>
              <a:rPr lang="en-AU" sz="2400"/>
              <a:t>the changes to the coordinates.</a:t>
            </a:r>
          </a:p>
          <a:p>
            <a:pPr marL="342900" indent="-342900">
              <a:buAutoNum type="arabicPeriod"/>
            </a:pPr>
            <a:endParaRPr lang="en-US"/>
          </a:p>
        </p:txBody>
      </p:sp>
      <p:pic>
        <p:nvPicPr>
          <p:cNvPr id="4" name="Picture 3" descr="image of a clipboard with a pencil recording short answer responses">
            <a:extLst>
              <a:ext uri="{FF2B5EF4-FFF2-40B4-BE49-F238E27FC236}">
                <a16:creationId xmlns:a16="http://schemas.microsoft.com/office/drawing/2014/main" id="{9AFF81D9-B035-9967-8700-C5F2EB26519C}"/>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5" name="Picture 14" descr="A grid showing the Cartesian plane with numbers marked bewtwwen -1 to 6 with a point marked at -3, 2.">
            <a:extLst>
              <a:ext uri="{FF2B5EF4-FFF2-40B4-BE49-F238E27FC236}">
                <a16:creationId xmlns:a16="http://schemas.microsoft.com/office/drawing/2014/main" id="{C7CBFB53-B866-6A14-C0E6-D1525C5BD4D4}"/>
              </a:ext>
            </a:extLst>
          </p:cNvPr>
          <p:cNvPicPr>
            <a:picLocks noChangeAspect="1"/>
          </p:cNvPicPr>
          <p:nvPr/>
        </p:nvPicPr>
        <p:blipFill>
          <a:blip r:embed="rId4"/>
          <a:srcRect l="5767" r="2447"/>
          <a:stretch>
            <a:fillRect/>
          </a:stretch>
        </p:blipFill>
        <p:spPr>
          <a:xfrm>
            <a:off x="7502318" y="1451333"/>
            <a:ext cx="4341682" cy="418746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2658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10</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9257462" cy="599642"/>
          </a:xfrm>
        </p:spPr>
        <p:txBody>
          <a:bodyPr/>
          <a:lstStyle/>
          <a:p>
            <a:r>
              <a:rPr lang="en-AU">
                <a:latin typeface="Arial"/>
                <a:cs typeface="Arial"/>
              </a:rPr>
              <a:t>Activity 1 – integer place value game </a:t>
            </a:r>
            <a:r>
              <a:rPr lang="en-AU">
                <a:solidFill>
                  <a:schemeClr val="bg1"/>
                </a:solidFill>
                <a:latin typeface="Arial"/>
                <a:cs typeface="Arial"/>
              </a:rPr>
              <a:t>(2)</a:t>
            </a:r>
          </a:p>
        </p:txBody>
      </p:sp>
      <p:sp>
        <p:nvSpPr>
          <p:cNvPr id="6" name="TextBox 5">
            <a:extLst>
              <a:ext uri="{FF2B5EF4-FFF2-40B4-BE49-F238E27FC236}">
                <a16:creationId xmlns:a16="http://schemas.microsoft.com/office/drawing/2014/main" id="{1DEDD190-5BA6-CF8F-FE97-96F559ED8A4B}"/>
              </a:ext>
            </a:extLst>
          </p:cNvPr>
          <p:cNvSpPr txBox="1"/>
          <p:nvPr/>
        </p:nvSpPr>
        <p:spPr>
          <a:xfrm>
            <a:off x="721592" y="1037704"/>
            <a:ext cx="6925213" cy="556829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50000"/>
              </a:lnSpc>
              <a:spcBef>
                <a:spcPct val="0"/>
              </a:spcBef>
              <a:spcAft>
                <a:spcPct val="0"/>
              </a:spcAft>
              <a:buClrTx/>
              <a:buSzTx/>
              <a:buFontTx/>
              <a:buNone/>
              <a:tabLst/>
              <a:defRPr/>
            </a:pPr>
            <a:r>
              <a:rPr kumimoji="0" lang="en-AU" sz="2400" b="1" i="0" u="none" strike="noStrike" kern="1200" cap="none" spc="0" normalizeH="0" baseline="0" noProof="0">
                <a:ln>
                  <a:noFill/>
                </a:ln>
                <a:solidFill>
                  <a:srgbClr val="22272B"/>
                </a:solidFill>
                <a:effectLst/>
                <a:uLnTx/>
                <a:uFillTx/>
                <a:latin typeface="Arial"/>
                <a:ea typeface="+mn-ea"/>
                <a:cs typeface="Arial"/>
              </a:rPr>
              <a:t>Aim of the game</a:t>
            </a:r>
            <a:endParaRPr kumimoji="0" lang="en-US" sz="2400" b="0" i="0" u="none" strike="noStrike" kern="1200" cap="none" spc="0" normalizeH="0" baseline="0" noProof="0">
              <a:ln>
                <a:noFill/>
              </a:ln>
              <a:solidFill>
                <a:srgbClr val="22272B"/>
              </a:solidFill>
              <a:effectLst/>
              <a:uLnTx/>
              <a:uFillTx/>
              <a:latin typeface="Arial"/>
              <a:ea typeface="+mn-ea"/>
              <a:cs typeface="Arial"/>
            </a:endParaRPr>
          </a:p>
          <a:p>
            <a:pPr marL="0" marR="0" lvl="0" indent="0" algn="l" defTabSz="609585" rtl="0" eaLnBrk="1" fontAlgn="auto" latinLnBrk="0" hangingPunct="1">
              <a:lnSpc>
                <a:spcPct val="150000"/>
              </a:lnSpc>
              <a:spcBef>
                <a:spcPct val="0"/>
              </a:spcBef>
              <a:spcAft>
                <a:spcPct val="0"/>
              </a:spcAft>
              <a:buClrTx/>
              <a:buSzTx/>
              <a:buFontTx/>
              <a:buNone/>
              <a:tabLst/>
              <a:defRPr/>
            </a:pPr>
            <a:r>
              <a:rPr kumimoji="0" lang="en-AU" sz="2400" b="0" i="0" u="none" strike="noStrike" kern="1200" cap="none" spc="0" normalizeH="0" baseline="0" noProof="0">
                <a:ln>
                  <a:noFill/>
                </a:ln>
                <a:solidFill>
                  <a:srgbClr val="22272B"/>
                </a:solidFill>
                <a:effectLst/>
                <a:uLnTx/>
                <a:uFillTx/>
                <a:latin typeface="Arial"/>
                <a:ea typeface="+mn-ea"/>
                <a:cs typeface="Arial"/>
              </a:rPr>
              <a:t>To fill in the final place on the pathway, or fill more numbers on the board than your opponent</a:t>
            </a:r>
          </a:p>
          <a:p>
            <a:pPr marL="0" marR="0" lvl="0" indent="0" algn="l" defTabSz="609585" rtl="0" eaLnBrk="1" fontAlgn="auto" latinLnBrk="0" hangingPunct="1">
              <a:lnSpc>
                <a:spcPct val="150000"/>
              </a:lnSpc>
              <a:spcBef>
                <a:spcPct val="0"/>
              </a:spcBef>
              <a:spcAft>
                <a:spcPct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Arial"/>
              <a:ea typeface="+mn-ea"/>
              <a:cs typeface="Arial"/>
            </a:endParaRPr>
          </a:p>
          <a:p>
            <a:pPr marL="0" marR="0" lvl="0" indent="0" algn="l" defTabSz="609585" rtl="0" eaLnBrk="1" fontAlgn="auto" latinLnBrk="0" hangingPunct="1">
              <a:lnSpc>
                <a:spcPct val="150000"/>
              </a:lnSpc>
              <a:spcBef>
                <a:spcPct val="0"/>
              </a:spcBef>
              <a:spcAft>
                <a:spcPct val="0"/>
              </a:spcAft>
              <a:buClrTx/>
              <a:buSzTx/>
              <a:buFontTx/>
              <a:buNone/>
              <a:tabLst/>
              <a:defRPr/>
            </a:pPr>
            <a:r>
              <a:rPr kumimoji="0" lang="en-AU" sz="2400" b="1" i="0" u="none" strike="noStrike" kern="1200" cap="none" spc="0" normalizeH="0" baseline="0" noProof="0">
                <a:ln>
                  <a:noFill/>
                </a:ln>
                <a:solidFill>
                  <a:srgbClr val="22272B"/>
                </a:solidFill>
                <a:effectLst/>
                <a:uLnTx/>
                <a:uFillTx/>
                <a:latin typeface="Arial"/>
                <a:ea typeface="+mn-ea"/>
                <a:cs typeface="Arial"/>
              </a:rPr>
              <a:t>Rules:</a:t>
            </a:r>
            <a:endParaRPr kumimoji="0" lang="en-AU" sz="2400" b="0" i="0" u="none" strike="noStrike" kern="1200" cap="none" spc="0" normalizeH="0" baseline="0" noProof="0">
              <a:ln>
                <a:noFill/>
              </a:ln>
              <a:solidFill>
                <a:srgbClr val="22272B"/>
              </a:solidFill>
              <a:effectLst/>
              <a:uLnTx/>
              <a:uFillTx/>
              <a:latin typeface="Arial"/>
              <a:ea typeface="+mn-ea"/>
              <a:cs typeface="Arial"/>
            </a:endParaRPr>
          </a:p>
          <a:p>
            <a:pPr marL="285750" marR="0" lvl="0" indent="-285750" algn="l" defTabSz="609585" rtl="0" eaLnBrk="1" fontAlgn="auto" latinLnBrk="0" hangingPunct="1">
              <a:lnSpc>
                <a:spcPct val="150000"/>
              </a:lnSpc>
              <a:spcBef>
                <a:spcPts val="0"/>
              </a:spcBef>
              <a:spcAft>
                <a:spcPts val="0"/>
              </a:spcAft>
              <a:buClrTx/>
              <a:buSzTx/>
              <a:buFont typeface="Arial"/>
              <a:buChar char="•"/>
              <a:tabLst/>
              <a:defRPr/>
            </a:pPr>
            <a:r>
              <a:rPr kumimoji="0" lang="en-AU" sz="2400" b="0" i="0" u="none" strike="noStrike" kern="1200" cap="none" spc="0" normalizeH="0" baseline="0" noProof="0">
                <a:ln>
                  <a:noFill/>
                </a:ln>
                <a:solidFill>
                  <a:srgbClr val="22272B"/>
                </a:solidFill>
                <a:effectLst/>
                <a:uLnTx/>
                <a:uFillTx/>
                <a:latin typeface="Arial"/>
                <a:ea typeface="+mn-ea"/>
                <a:cs typeface="Arial"/>
              </a:rPr>
              <a:t>Roll two 9-sided dice and create a 2-digit integer.</a:t>
            </a:r>
          </a:p>
          <a:p>
            <a:pPr marL="285750" marR="0" lvl="0" indent="-285750" algn="l" defTabSz="609585" rtl="0" eaLnBrk="1" fontAlgn="auto" latinLnBrk="0" hangingPunct="1">
              <a:lnSpc>
                <a:spcPct val="150000"/>
              </a:lnSpc>
              <a:spcBef>
                <a:spcPts val="0"/>
              </a:spcBef>
              <a:spcAft>
                <a:spcPts val="0"/>
              </a:spcAft>
              <a:buClrTx/>
              <a:buSzTx/>
              <a:buFont typeface="Arial"/>
              <a:buChar char="•"/>
              <a:tabLst/>
              <a:defRPr/>
            </a:pPr>
            <a:r>
              <a:rPr kumimoji="0" lang="en-AU" sz="2400" b="0" i="0" u="none" strike="noStrike" kern="1200" cap="none" spc="0" normalizeH="0" baseline="0" noProof="0">
                <a:ln>
                  <a:noFill/>
                </a:ln>
                <a:solidFill>
                  <a:srgbClr val="22272B"/>
                </a:solidFill>
                <a:effectLst/>
                <a:uLnTx/>
                <a:uFillTx/>
                <a:latin typeface="Arial"/>
                <a:ea typeface="+mn-ea"/>
                <a:cs typeface="Arial"/>
              </a:rPr>
              <a:t>Spin your spinner to decide if the number is positive or negative.</a:t>
            </a:r>
          </a:p>
          <a:p>
            <a:pPr marL="285750" marR="0" lvl="0" indent="-285750" algn="l" defTabSz="609585" rtl="0" eaLnBrk="1" fontAlgn="auto" latinLnBrk="0" hangingPunct="1">
              <a:lnSpc>
                <a:spcPct val="150000"/>
              </a:lnSpc>
              <a:spcBef>
                <a:spcPts val="0"/>
              </a:spcBef>
              <a:spcAft>
                <a:spcPts val="0"/>
              </a:spcAft>
              <a:buClrTx/>
              <a:buSzTx/>
              <a:buFont typeface="Arial"/>
              <a:buChar char="•"/>
              <a:tabLst/>
              <a:defRPr/>
            </a:pPr>
            <a:r>
              <a:rPr kumimoji="0" lang="en-AU" sz="2400" b="0" i="0" u="none" strike="noStrike" kern="1200" cap="none" spc="0" normalizeH="0" baseline="0" noProof="0">
                <a:ln>
                  <a:noFill/>
                </a:ln>
                <a:solidFill>
                  <a:srgbClr val="22272B"/>
                </a:solidFill>
                <a:effectLst/>
                <a:uLnTx/>
                <a:uFillTx/>
                <a:latin typeface="Arial"/>
                <a:ea typeface="+mn-ea"/>
                <a:cs typeface="Arial"/>
              </a:rPr>
              <a:t>Record your integer in the most appropriate position between –99 and 99.</a:t>
            </a:r>
          </a:p>
        </p:txBody>
      </p:sp>
      <p:pic>
        <p:nvPicPr>
          <p:cNvPr id="9" name="Picture 8" descr="A screenshot of a game">
            <a:extLst>
              <a:ext uri="{FF2B5EF4-FFF2-40B4-BE49-F238E27FC236}">
                <a16:creationId xmlns:a16="http://schemas.microsoft.com/office/drawing/2014/main" id="{0CEF6B8C-40A6-54C0-6E6F-4BAB73E806E4}"/>
              </a:ext>
            </a:extLst>
          </p:cNvPr>
          <p:cNvPicPr>
            <a:picLocks noChangeAspect="1"/>
          </p:cNvPicPr>
          <p:nvPr/>
        </p:nvPicPr>
        <p:blipFill>
          <a:blip r:embed="rId3"/>
          <a:stretch>
            <a:fillRect/>
          </a:stretch>
        </p:blipFill>
        <p:spPr>
          <a:xfrm rot="660000">
            <a:off x="8057584" y="1725567"/>
            <a:ext cx="3405505" cy="1996440"/>
          </a:xfrm>
          <a:prstGeom prst="rect">
            <a:avLst/>
          </a:prstGeom>
          <a:ln>
            <a:noFill/>
          </a:ln>
          <a:effectLst>
            <a:outerShdw blurRad="292100" dist="139700" dir="2700000" algn="tl" rotWithShape="0">
              <a:srgbClr val="333333">
                <a:alpha val="65000"/>
              </a:srgbClr>
            </a:outerShdw>
          </a:effectLst>
        </p:spPr>
      </p:pic>
      <p:pic>
        <p:nvPicPr>
          <p:cNvPr id="4" name="Picture 3" descr="image of a head with cogs turning inside">
            <a:extLst>
              <a:ext uri="{FF2B5EF4-FFF2-40B4-BE49-F238E27FC236}">
                <a16:creationId xmlns:a16="http://schemas.microsoft.com/office/drawing/2014/main" id="{D7BF9C9A-A33C-D71A-4FC5-853E8EF553B1}"/>
              </a:ext>
            </a:extLst>
          </p:cNvPr>
          <p:cNvPicPr>
            <a:picLocks noChangeAspect="1"/>
          </p:cNvPicPr>
          <p:nvPr/>
        </p:nvPicPr>
        <p:blipFill>
          <a:blip r:embed="rId4"/>
          <a:stretch>
            <a:fillRect/>
          </a:stretch>
        </p:blipFill>
        <p:spPr>
          <a:xfrm>
            <a:off x="11121712" y="172993"/>
            <a:ext cx="723900" cy="866775"/>
          </a:xfrm>
          <a:prstGeom prst="rect">
            <a:avLst/>
          </a:prstGeom>
        </p:spPr>
      </p:pic>
    </p:spTree>
    <p:extLst>
      <p:ext uri="{BB962C8B-B14F-4D97-AF65-F5344CB8AC3E}">
        <p14:creationId xmlns:p14="http://schemas.microsoft.com/office/powerpoint/2010/main" val="300473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11</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9257462" cy="599642"/>
          </a:xfrm>
        </p:spPr>
        <p:txBody>
          <a:bodyPr/>
          <a:lstStyle/>
          <a:p>
            <a:r>
              <a:rPr lang="en-AU">
                <a:latin typeface="Arial"/>
                <a:cs typeface="Arial"/>
              </a:rPr>
              <a:t>Activity 1 – integer place value game </a:t>
            </a:r>
            <a:r>
              <a:rPr lang="en-AU">
                <a:solidFill>
                  <a:schemeClr val="bg1"/>
                </a:solidFill>
                <a:latin typeface="Arial"/>
                <a:cs typeface="Arial"/>
              </a:rPr>
              <a:t>(1)</a:t>
            </a:r>
          </a:p>
        </p:txBody>
      </p:sp>
      <p:grpSp>
        <p:nvGrpSpPr>
          <p:cNvPr id="78" name="Group 77" descr="Integer place value gameboard with 18 boxes in the shape of the number 2. In front of the first box is the number −99. Between boxes 9 and 10 is a zero. After the last box is the number 99. &#10;&#10;Beside the boxes is a spinner with 6 spaces. The spaces are alternatively filled with either a minus sign or an addition sign.">
            <a:extLst>
              <a:ext uri="{FF2B5EF4-FFF2-40B4-BE49-F238E27FC236}">
                <a16:creationId xmlns:a16="http://schemas.microsoft.com/office/drawing/2014/main" id="{C9C816FE-AB46-C54E-558C-5B4FBE86C4B5}"/>
              </a:ext>
            </a:extLst>
          </p:cNvPr>
          <p:cNvGrpSpPr/>
          <p:nvPr/>
        </p:nvGrpSpPr>
        <p:grpSpPr>
          <a:xfrm>
            <a:off x="1901844" y="959642"/>
            <a:ext cx="8023196" cy="5646358"/>
            <a:chOff x="1753945" y="496339"/>
            <a:chExt cx="8409268" cy="6201656"/>
          </a:xfrm>
        </p:grpSpPr>
        <p:sp>
          <p:nvSpPr>
            <p:cNvPr id="35" name="TextBox 2">
              <a:extLst>
                <a:ext uri="{FF2B5EF4-FFF2-40B4-BE49-F238E27FC236}">
                  <a16:creationId xmlns:a16="http://schemas.microsoft.com/office/drawing/2014/main" id="{0A73275F-19A2-1BED-A293-AA4202096E9D}"/>
                </a:ext>
              </a:extLst>
            </p:cNvPr>
            <p:cNvSpPr txBox="1"/>
            <p:nvPr/>
          </p:nvSpPr>
          <p:spPr>
            <a:xfrm>
              <a:off x="1753945" y="496339"/>
              <a:ext cx="1346006" cy="1233301"/>
            </a:xfrm>
            <a:prstGeom prst="rect">
              <a:avLst/>
            </a:prstGeom>
          </p:spPr>
          <p:txBody>
            <a:bodyPr wrap="square" lIns="0" tIns="0" rIns="0" bIns="0" rtlCol="0" anchor="t">
              <a:spAutoFit/>
            </a:bodyPr>
            <a:lstStyle/>
            <a:p>
              <a:pPr marL="0" marR="0" lvl="0" indent="0" algn="ctr" defTabSz="609585" rtl="0" eaLnBrk="1" fontAlgn="auto" latinLnBrk="0" hangingPunct="1">
                <a:lnSpc>
                  <a:spcPts val="9570"/>
                </a:lnSpc>
                <a:spcBef>
                  <a:spcPts val="0"/>
                </a:spcBef>
                <a:spcAft>
                  <a:spcPts val="0"/>
                </a:spcAft>
                <a:buClrTx/>
                <a:buSzTx/>
                <a:buFontTx/>
                <a:buNone/>
                <a:tabLst/>
                <a:defRPr/>
              </a:pPr>
              <a:r>
                <a:rPr kumimoji="0" lang="en-US" sz="6600" b="0" i="0" u="none" strike="noStrike" kern="1200" cap="none" spc="0" normalizeH="0" baseline="0" noProof="0">
                  <a:ln>
                    <a:noFill/>
                  </a:ln>
                  <a:solidFill>
                    <a:srgbClr val="010101"/>
                  </a:solidFill>
                  <a:effectLst/>
                  <a:uLnTx/>
                  <a:uFillTx/>
                  <a:latin typeface="Arial" panose="020B0604020202020204" pitchFamily="34" charset="0"/>
                  <a:ea typeface="Canva Student Font"/>
                  <a:cs typeface="Arial" panose="020B0604020202020204" pitchFamily="34" charset="0"/>
                  <a:sym typeface="Canva Student Font"/>
                </a:rPr>
                <a:t>-99</a:t>
              </a:r>
            </a:p>
          </p:txBody>
        </p:sp>
        <p:sp>
          <p:nvSpPr>
            <p:cNvPr id="36" name="TextBox 3">
              <a:extLst>
                <a:ext uri="{FF2B5EF4-FFF2-40B4-BE49-F238E27FC236}">
                  <a16:creationId xmlns:a16="http://schemas.microsoft.com/office/drawing/2014/main" id="{67F6EBE4-CEC7-C7EF-04A4-D03C224A6CB8}"/>
                </a:ext>
              </a:extLst>
            </p:cNvPr>
            <p:cNvSpPr txBox="1"/>
            <p:nvPr/>
          </p:nvSpPr>
          <p:spPr>
            <a:xfrm>
              <a:off x="9089189" y="5464694"/>
              <a:ext cx="1074024" cy="1233301"/>
            </a:xfrm>
            <a:prstGeom prst="rect">
              <a:avLst/>
            </a:prstGeom>
          </p:spPr>
          <p:txBody>
            <a:bodyPr wrap="square" lIns="0" tIns="0" rIns="0" bIns="0" rtlCol="0" anchor="t">
              <a:spAutoFit/>
            </a:bodyPr>
            <a:lstStyle/>
            <a:p>
              <a:pPr marL="0" marR="0" lvl="0" indent="0" algn="ctr" defTabSz="609585" rtl="0" eaLnBrk="1" fontAlgn="auto" latinLnBrk="0" hangingPunct="1">
                <a:lnSpc>
                  <a:spcPts val="9570"/>
                </a:lnSpc>
                <a:spcBef>
                  <a:spcPts val="0"/>
                </a:spcBef>
                <a:spcAft>
                  <a:spcPts val="0"/>
                </a:spcAft>
                <a:buClrTx/>
                <a:buSzTx/>
                <a:buFontTx/>
                <a:buNone/>
                <a:tabLst/>
                <a:defRPr/>
              </a:pPr>
              <a:r>
                <a:rPr kumimoji="0" lang="en-US" sz="6600" b="0" i="0" u="none" strike="noStrike" kern="1200" cap="none" spc="0" normalizeH="0" baseline="0" noProof="0">
                  <a:ln>
                    <a:noFill/>
                  </a:ln>
                  <a:solidFill>
                    <a:srgbClr val="010101"/>
                  </a:solidFill>
                  <a:effectLst/>
                  <a:uLnTx/>
                  <a:uFillTx/>
                  <a:latin typeface="Arial" panose="020B0604020202020204" pitchFamily="34" charset="0"/>
                  <a:ea typeface="Canva Student Font"/>
                  <a:cs typeface="Arial" panose="020B0604020202020204" pitchFamily="34" charset="0"/>
                  <a:sym typeface="Canva Student Font"/>
                </a:rPr>
                <a:t>99</a:t>
              </a:r>
            </a:p>
          </p:txBody>
        </p:sp>
        <p:grpSp>
          <p:nvGrpSpPr>
            <p:cNvPr id="37" name="Group 4">
              <a:extLst>
                <a:ext uri="{FF2B5EF4-FFF2-40B4-BE49-F238E27FC236}">
                  <a16:creationId xmlns:a16="http://schemas.microsoft.com/office/drawing/2014/main" id="{EB01F53E-8EBA-060F-CBE0-82AD9A3E80AF}"/>
                </a:ext>
              </a:extLst>
            </p:cNvPr>
            <p:cNvGrpSpPr/>
            <p:nvPr/>
          </p:nvGrpSpPr>
          <p:grpSpPr>
            <a:xfrm rot="5400000">
              <a:off x="3138840" y="660928"/>
              <a:ext cx="1067199" cy="1064843"/>
              <a:chOff x="0" y="0"/>
              <a:chExt cx="1851810" cy="1847722"/>
            </a:xfrm>
          </p:grpSpPr>
          <p:sp>
            <p:nvSpPr>
              <p:cNvPr id="38" name="Freeform 5">
                <a:extLst>
                  <a:ext uri="{FF2B5EF4-FFF2-40B4-BE49-F238E27FC236}">
                    <a16:creationId xmlns:a16="http://schemas.microsoft.com/office/drawing/2014/main" id="{0AF6C435-76F4-7BB8-1B88-78C0BC36DBC3}"/>
                  </a:ext>
                </a:extLst>
              </p:cNvPr>
              <p:cNvSpPr/>
              <p:nvPr/>
            </p:nvSpPr>
            <p:spPr>
              <a:xfrm>
                <a:off x="0" y="0"/>
                <a:ext cx="1851810" cy="1847722"/>
              </a:xfrm>
              <a:custGeom>
                <a:avLst/>
                <a:gdLst/>
                <a:ahLst/>
                <a:cxnLst/>
                <a:rect l="l" t="t" r="r" b="b"/>
                <a:pathLst>
                  <a:path w="1851810" h="1847722">
                    <a:moveTo>
                      <a:pt x="0" y="0"/>
                    </a:moveTo>
                    <a:lnTo>
                      <a:pt x="0" y="1847722"/>
                    </a:lnTo>
                    <a:lnTo>
                      <a:pt x="1851810" y="1847722"/>
                    </a:lnTo>
                    <a:lnTo>
                      <a:pt x="1851810" y="0"/>
                    </a:lnTo>
                    <a:lnTo>
                      <a:pt x="0" y="0"/>
                    </a:lnTo>
                    <a:close/>
                    <a:moveTo>
                      <a:pt x="1790850" y="1786762"/>
                    </a:moveTo>
                    <a:lnTo>
                      <a:pt x="59690" y="1786762"/>
                    </a:lnTo>
                    <a:lnTo>
                      <a:pt x="59690" y="59690"/>
                    </a:lnTo>
                    <a:lnTo>
                      <a:pt x="1790850" y="59690"/>
                    </a:lnTo>
                    <a:lnTo>
                      <a:pt x="1790850" y="1786762"/>
                    </a:lnTo>
                    <a:close/>
                  </a:path>
                </a:pathLst>
              </a:custGeom>
              <a:solidFill>
                <a:srgbClr val="000000"/>
              </a:solid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39" name="Group 6">
              <a:extLst>
                <a:ext uri="{FF2B5EF4-FFF2-40B4-BE49-F238E27FC236}">
                  <a16:creationId xmlns:a16="http://schemas.microsoft.com/office/drawing/2014/main" id="{EEF48CA5-F94C-9032-632F-B79777D93C70}"/>
                </a:ext>
              </a:extLst>
            </p:cNvPr>
            <p:cNvGrpSpPr/>
            <p:nvPr/>
          </p:nvGrpSpPr>
          <p:grpSpPr>
            <a:xfrm rot="5400000">
              <a:off x="4333268" y="660928"/>
              <a:ext cx="1067199" cy="1064843"/>
              <a:chOff x="0" y="0"/>
              <a:chExt cx="1851810" cy="1847722"/>
            </a:xfrm>
          </p:grpSpPr>
          <p:sp>
            <p:nvSpPr>
              <p:cNvPr id="40" name="Freeform 7">
                <a:extLst>
                  <a:ext uri="{FF2B5EF4-FFF2-40B4-BE49-F238E27FC236}">
                    <a16:creationId xmlns:a16="http://schemas.microsoft.com/office/drawing/2014/main" id="{85AD3591-8EB0-BDC3-2AC0-618746DD0049}"/>
                  </a:ext>
                </a:extLst>
              </p:cNvPr>
              <p:cNvSpPr/>
              <p:nvPr/>
            </p:nvSpPr>
            <p:spPr>
              <a:xfrm>
                <a:off x="0" y="0"/>
                <a:ext cx="1851810" cy="1847722"/>
              </a:xfrm>
              <a:custGeom>
                <a:avLst/>
                <a:gdLst/>
                <a:ahLst/>
                <a:cxnLst/>
                <a:rect l="l" t="t" r="r" b="b"/>
                <a:pathLst>
                  <a:path w="1851810" h="1847722">
                    <a:moveTo>
                      <a:pt x="0" y="0"/>
                    </a:moveTo>
                    <a:lnTo>
                      <a:pt x="0" y="1847722"/>
                    </a:lnTo>
                    <a:lnTo>
                      <a:pt x="1851810" y="1847722"/>
                    </a:lnTo>
                    <a:lnTo>
                      <a:pt x="1851810" y="0"/>
                    </a:lnTo>
                    <a:lnTo>
                      <a:pt x="0" y="0"/>
                    </a:lnTo>
                    <a:close/>
                    <a:moveTo>
                      <a:pt x="1790850" y="1786762"/>
                    </a:moveTo>
                    <a:lnTo>
                      <a:pt x="59690" y="1786762"/>
                    </a:lnTo>
                    <a:lnTo>
                      <a:pt x="59690" y="59690"/>
                    </a:lnTo>
                    <a:lnTo>
                      <a:pt x="1790850" y="59690"/>
                    </a:lnTo>
                    <a:lnTo>
                      <a:pt x="1790850" y="1786762"/>
                    </a:lnTo>
                    <a:close/>
                  </a:path>
                </a:pathLst>
              </a:custGeom>
              <a:solidFill>
                <a:srgbClr val="000000"/>
              </a:solid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41" name="Group 8">
              <a:extLst>
                <a:ext uri="{FF2B5EF4-FFF2-40B4-BE49-F238E27FC236}">
                  <a16:creationId xmlns:a16="http://schemas.microsoft.com/office/drawing/2014/main" id="{4959CDE5-1C8A-D88E-9DF0-41DAB0EF0CE2}"/>
                </a:ext>
              </a:extLst>
            </p:cNvPr>
            <p:cNvGrpSpPr/>
            <p:nvPr/>
          </p:nvGrpSpPr>
          <p:grpSpPr>
            <a:xfrm rot="5400000">
              <a:off x="5527697" y="660928"/>
              <a:ext cx="1067199" cy="1064843"/>
              <a:chOff x="0" y="0"/>
              <a:chExt cx="1851810" cy="1847722"/>
            </a:xfrm>
          </p:grpSpPr>
          <p:sp>
            <p:nvSpPr>
              <p:cNvPr id="42" name="Freeform 9">
                <a:extLst>
                  <a:ext uri="{FF2B5EF4-FFF2-40B4-BE49-F238E27FC236}">
                    <a16:creationId xmlns:a16="http://schemas.microsoft.com/office/drawing/2014/main" id="{7130C0A3-D9B2-EC00-69B6-F97F85675110}"/>
                  </a:ext>
                </a:extLst>
              </p:cNvPr>
              <p:cNvSpPr/>
              <p:nvPr/>
            </p:nvSpPr>
            <p:spPr>
              <a:xfrm>
                <a:off x="0" y="0"/>
                <a:ext cx="1851810" cy="1847722"/>
              </a:xfrm>
              <a:custGeom>
                <a:avLst/>
                <a:gdLst/>
                <a:ahLst/>
                <a:cxnLst/>
                <a:rect l="l" t="t" r="r" b="b"/>
                <a:pathLst>
                  <a:path w="1851810" h="1847722">
                    <a:moveTo>
                      <a:pt x="0" y="0"/>
                    </a:moveTo>
                    <a:lnTo>
                      <a:pt x="0" y="1847722"/>
                    </a:lnTo>
                    <a:lnTo>
                      <a:pt x="1851810" y="1847722"/>
                    </a:lnTo>
                    <a:lnTo>
                      <a:pt x="1851810" y="0"/>
                    </a:lnTo>
                    <a:lnTo>
                      <a:pt x="0" y="0"/>
                    </a:lnTo>
                    <a:close/>
                    <a:moveTo>
                      <a:pt x="1790850" y="1786762"/>
                    </a:moveTo>
                    <a:lnTo>
                      <a:pt x="59690" y="1786762"/>
                    </a:lnTo>
                    <a:lnTo>
                      <a:pt x="59690" y="59690"/>
                    </a:lnTo>
                    <a:lnTo>
                      <a:pt x="1790850" y="59690"/>
                    </a:lnTo>
                    <a:lnTo>
                      <a:pt x="1790850" y="1786762"/>
                    </a:lnTo>
                    <a:close/>
                  </a:path>
                </a:pathLst>
              </a:custGeom>
              <a:solidFill>
                <a:srgbClr val="000000"/>
              </a:solid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43" name="Group 10">
              <a:extLst>
                <a:ext uri="{FF2B5EF4-FFF2-40B4-BE49-F238E27FC236}">
                  <a16:creationId xmlns:a16="http://schemas.microsoft.com/office/drawing/2014/main" id="{C6130607-107E-E633-F7C5-8663E0A32871}"/>
                </a:ext>
              </a:extLst>
            </p:cNvPr>
            <p:cNvGrpSpPr/>
            <p:nvPr/>
          </p:nvGrpSpPr>
          <p:grpSpPr>
            <a:xfrm rot="5400000">
              <a:off x="5527697" y="3093459"/>
              <a:ext cx="1067199" cy="1064843"/>
              <a:chOff x="0" y="0"/>
              <a:chExt cx="1851810" cy="1847722"/>
            </a:xfrm>
          </p:grpSpPr>
          <p:sp>
            <p:nvSpPr>
              <p:cNvPr id="44" name="Freeform 11">
                <a:extLst>
                  <a:ext uri="{FF2B5EF4-FFF2-40B4-BE49-F238E27FC236}">
                    <a16:creationId xmlns:a16="http://schemas.microsoft.com/office/drawing/2014/main" id="{70969955-F6F3-7493-5284-4F385678D4EA}"/>
                  </a:ext>
                </a:extLst>
              </p:cNvPr>
              <p:cNvSpPr/>
              <p:nvPr/>
            </p:nvSpPr>
            <p:spPr>
              <a:xfrm>
                <a:off x="0" y="0"/>
                <a:ext cx="1851810" cy="1847722"/>
              </a:xfrm>
              <a:custGeom>
                <a:avLst/>
                <a:gdLst/>
                <a:ahLst/>
                <a:cxnLst/>
                <a:rect l="l" t="t" r="r" b="b"/>
                <a:pathLst>
                  <a:path w="1851810" h="1847722">
                    <a:moveTo>
                      <a:pt x="0" y="0"/>
                    </a:moveTo>
                    <a:lnTo>
                      <a:pt x="0" y="1847722"/>
                    </a:lnTo>
                    <a:lnTo>
                      <a:pt x="1851810" y="1847722"/>
                    </a:lnTo>
                    <a:lnTo>
                      <a:pt x="1851810" y="0"/>
                    </a:lnTo>
                    <a:lnTo>
                      <a:pt x="0" y="0"/>
                    </a:lnTo>
                    <a:close/>
                    <a:moveTo>
                      <a:pt x="1790850" y="1786762"/>
                    </a:moveTo>
                    <a:lnTo>
                      <a:pt x="59690" y="1786762"/>
                    </a:lnTo>
                    <a:lnTo>
                      <a:pt x="59690" y="59690"/>
                    </a:lnTo>
                    <a:lnTo>
                      <a:pt x="1790850" y="59690"/>
                    </a:lnTo>
                    <a:lnTo>
                      <a:pt x="1790850" y="1786762"/>
                    </a:lnTo>
                    <a:close/>
                  </a:path>
                </a:pathLst>
              </a:custGeom>
              <a:solidFill>
                <a:srgbClr val="000000"/>
              </a:solid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45" name="Group 12">
              <a:extLst>
                <a:ext uri="{FF2B5EF4-FFF2-40B4-BE49-F238E27FC236}">
                  <a16:creationId xmlns:a16="http://schemas.microsoft.com/office/drawing/2014/main" id="{16FDE5B1-029B-4535-4055-E6D492D4D21E}"/>
                </a:ext>
              </a:extLst>
            </p:cNvPr>
            <p:cNvGrpSpPr/>
            <p:nvPr/>
          </p:nvGrpSpPr>
          <p:grpSpPr>
            <a:xfrm rot="5400000">
              <a:off x="6722125" y="3093459"/>
              <a:ext cx="1067199" cy="1064843"/>
              <a:chOff x="0" y="0"/>
              <a:chExt cx="1851810" cy="1847722"/>
            </a:xfrm>
          </p:grpSpPr>
          <p:sp>
            <p:nvSpPr>
              <p:cNvPr id="46" name="Freeform 13">
                <a:extLst>
                  <a:ext uri="{FF2B5EF4-FFF2-40B4-BE49-F238E27FC236}">
                    <a16:creationId xmlns:a16="http://schemas.microsoft.com/office/drawing/2014/main" id="{5BFB7FD2-C6F2-4E29-9BCB-3E4586F7264B}"/>
                  </a:ext>
                </a:extLst>
              </p:cNvPr>
              <p:cNvSpPr/>
              <p:nvPr/>
            </p:nvSpPr>
            <p:spPr>
              <a:xfrm>
                <a:off x="0" y="0"/>
                <a:ext cx="1851810" cy="1847722"/>
              </a:xfrm>
              <a:custGeom>
                <a:avLst/>
                <a:gdLst/>
                <a:ahLst/>
                <a:cxnLst/>
                <a:rect l="l" t="t" r="r" b="b"/>
                <a:pathLst>
                  <a:path w="1851810" h="1847722">
                    <a:moveTo>
                      <a:pt x="0" y="0"/>
                    </a:moveTo>
                    <a:lnTo>
                      <a:pt x="0" y="1847722"/>
                    </a:lnTo>
                    <a:lnTo>
                      <a:pt x="1851810" y="1847722"/>
                    </a:lnTo>
                    <a:lnTo>
                      <a:pt x="1851810" y="0"/>
                    </a:lnTo>
                    <a:lnTo>
                      <a:pt x="0" y="0"/>
                    </a:lnTo>
                    <a:close/>
                    <a:moveTo>
                      <a:pt x="1790850" y="1786762"/>
                    </a:moveTo>
                    <a:lnTo>
                      <a:pt x="59690" y="1786762"/>
                    </a:lnTo>
                    <a:lnTo>
                      <a:pt x="59690" y="59690"/>
                    </a:lnTo>
                    <a:lnTo>
                      <a:pt x="1790850" y="59690"/>
                    </a:lnTo>
                    <a:lnTo>
                      <a:pt x="1790850" y="1786762"/>
                    </a:lnTo>
                    <a:close/>
                  </a:path>
                </a:pathLst>
              </a:custGeom>
              <a:solidFill>
                <a:srgbClr val="000000"/>
              </a:solid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47" name="Group 14">
              <a:extLst>
                <a:ext uri="{FF2B5EF4-FFF2-40B4-BE49-F238E27FC236}">
                  <a16:creationId xmlns:a16="http://schemas.microsoft.com/office/drawing/2014/main" id="{B55EE147-39DD-48A0-1EDB-E91A034CF8C6}"/>
                </a:ext>
              </a:extLst>
            </p:cNvPr>
            <p:cNvGrpSpPr/>
            <p:nvPr/>
          </p:nvGrpSpPr>
          <p:grpSpPr>
            <a:xfrm rot="5400000">
              <a:off x="7916553" y="3093459"/>
              <a:ext cx="1067199" cy="1064843"/>
              <a:chOff x="0" y="0"/>
              <a:chExt cx="1851810" cy="1847722"/>
            </a:xfrm>
          </p:grpSpPr>
          <p:sp>
            <p:nvSpPr>
              <p:cNvPr id="48" name="Freeform 15">
                <a:extLst>
                  <a:ext uri="{FF2B5EF4-FFF2-40B4-BE49-F238E27FC236}">
                    <a16:creationId xmlns:a16="http://schemas.microsoft.com/office/drawing/2014/main" id="{295594E7-A8D1-C6BE-87DE-62D5D9213332}"/>
                  </a:ext>
                </a:extLst>
              </p:cNvPr>
              <p:cNvSpPr/>
              <p:nvPr/>
            </p:nvSpPr>
            <p:spPr>
              <a:xfrm>
                <a:off x="0" y="0"/>
                <a:ext cx="1851810" cy="1847722"/>
              </a:xfrm>
              <a:custGeom>
                <a:avLst/>
                <a:gdLst/>
                <a:ahLst/>
                <a:cxnLst/>
                <a:rect l="l" t="t" r="r" b="b"/>
                <a:pathLst>
                  <a:path w="1851810" h="1847722">
                    <a:moveTo>
                      <a:pt x="0" y="0"/>
                    </a:moveTo>
                    <a:lnTo>
                      <a:pt x="0" y="1847722"/>
                    </a:lnTo>
                    <a:lnTo>
                      <a:pt x="1851810" y="1847722"/>
                    </a:lnTo>
                    <a:lnTo>
                      <a:pt x="1851810" y="0"/>
                    </a:lnTo>
                    <a:lnTo>
                      <a:pt x="0" y="0"/>
                    </a:lnTo>
                    <a:close/>
                    <a:moveTo>
                      <a:pt x="1790850" y="1786762"/>
                    </a:moveTo>
                    <a:lnTo>
                      <a:pt x="59690" y="1786762"/>
                    </a:lnTo>
                    <a:lnTo>
                      <a:pt x="59690" y="59690"/>
                    </a:lnTo>
                    <a:lnTo>
                      <a:pt x="1790850" y="59690"/>
                    </a:lnTo>
                    <a:lnTo>
                      <a:pt x="1790850" y="1786762"/>
                    </a:lnTo>
                    <a:close/>
                  </a:path>
                </a:pathLst>
              </a:custGeom>
              <a:solidFill>
                <a:srgbClr val="000000"/>
              </a:solid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49" name="Group 16">
              <a:extLst>
                <a:ext uri="{FF2B5EF4-FFF2-40B4-BE49-F238E27FC236}">
                  <a16:creationId xmlns:a16="http://schemas.microsoft.com/office/drawing/2014/main" id="{6AA1F66E-4039-7D03-9C28-165923A03540}"/>
                </a:ext>
              </a:extLst>
            </p:cNvPr>
            <p:cNvGrpSpPr/>
            <p:nvPr/>
          </p:nvGrpSpPr>
          <p:grpSpPr>
            <a:xfrm rot="5400000">
              <a:off x="1942733" y="3093459"/>
              <a:ext cx="1067199" cy="1064843"/>
              <a:chOff x="0" y="0"/>
              <a:chExt cx="1851810" cy="1847722"/>
            </a:xfrm>
          </p:grpSpPr>
          <p:sp>
            <p:nvSpPr>
              <p:cNvPr id="50" name="Freeform 17">
                <a:extLst>
                  <a:ext uri="{FF2B5EF4-FFF2-40B4-BE49-F238E27FC236}">
                    <a16:creationId xmlns:a16="http://schemas.microsoft.com/office/drawing/2014/main" id="{BDB710B3-8236-EACA-7678-CC43BA3EA1FB}"/>
                  </a:ext>
                </a:extLst>
              </p:cNvPr>
              <p:cNvSpPr/>
              <p:nvPr/>
            </p:nvSpPr>
            <p:spPr>
              <a:xfrm>
                <a:off x="0" y="0"/>
                <a:ext cx="1851810" cy="1847722"/>
              </a:xfrm>
              <a:custGeom>
                <a:avLst/>
                <a:gdLst/>
                <a:ahLst/>
                <a:cxnLst/>
                <a:rect l="l" t="t" r="r" b="b"/>
                <a:pathLst>
                  <a:path w="1851810" h="1847722">
                    <a:moveTo>
                      <a:pt x="0" y="0"/>
                    </a:moveTo>
                    <a:lnTo>
                      <a:pt x="0" y="1847722"/>
                    </a:lnTo>
                    <a:lnTo>
                      <a:pt x="1851810" y="1847722"/>
                    </a:lnTo>
                    <a:lnTo>
                      <a:pt x="1851810" y="0"/>
                    </a:lnTo>
                    <a:lnTo>
                      <a:pt x="0" y="0"/>
                    </a:lnTo>
                    <a:close/>
                    <a:moveTo>
                      <a:pt x="1790850" y="1786762"/>
                    </a:moveTo>
                    <a:lnTo>
                      <a:pt x="59690" y="1786762"/>
                    </a:lnTo>
                    <a:lnTo>
                      <a:pt x="59690" y="59690"/>
                    </a:lnTo>
                    <a:lnTo>
                      <a:pt x="1790850" y="59690"/>
                    </a:lnTo>
                    <a:lnTo>
                      <a:pt x="1790850" y="1786762"/>
                    </a:lnTo>
                    <a:close/>
                  </a:path>
                </a:pathLst>
              </a:custGeom>
              <a:solidFill>
                <a:srgbClr val="000000"/>
              </a:solid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51" name="Group 18">
              <a:extLst>
                <a:ext uri="{FF2B5EF4-FFF2-40B4-BE49-F238E27FC236}">
                  <a16:creationId xmlns:a16="http://schemas.microsoft.com/office/drawing/2014/main" id="{C00C07F5-EC50-F433-BEB7-AD29C2D65D4E}"/>
                </a:ext>
              </a:extLst>
            </p:cNvPr>
            <p:cNvGrpSpPr/>
            <p:nvPr/>
          </p:nvGrpSpPr>
          <p:grpSpPr>
            <a:xfrm rot="5400000">
              <a:off x="3138840" y="3093459"/>
              <a:ext cx="1067199" cy="1064843"/>
              <a:chOff x="0" y="0"/>
              <a:chExt cx="1851810" cy="1847722"/>
            </a:xfrm>
          </p:grpSpPr>
          <p:sp>
            <p:nvSpPr>
              <p:cNvPr id="52" name="Freeform 19">
                <a:extLst>
                  <a:ext uri="{FF2B5EF4-FFF2-40B4-BE49-F238E27FC236}">
                    <a16:creationId xmlns:a16="http://schemas.microsoft.com/office/drawing/2014/main" id="{83CA3C6B-DFBF-0F26-53B5-BACF6050E67C}"/>
                  </a:ext>
                </a:extLst>
              </p:cNvPr>
              <p:cNvSpPr/>
              <p:nvPr/>
            </p:nvSpPr>
            <p:spPr>
              <a:xfrm>
                <a:off x="0" y="0"/>
                <a:ext cx="1851810" cy="1847722"/>
              </a:xfrm>
              <a:custGeom>
                <a:avLst/>
                <a:gdLst/>
                <a:ahLst/>
                <a:cxnLst/>
                <a:rect l="l" t="t" r="r" b="b"/>
                <a:pathLst>
                  <a:path w="1851810" h="1847722">
                    <a:moveTo>
                      <a:pt x="0" y="0"/>
                    </a:moveTo>
                    <a:lnTo>
                      <a:pt x="0" y="1847722"/>
                    </a:lnTo>
                    <a:lnTo>
                      <a:pt x="1851810" y="1847722"/>
                    </a:lnTo>
                    <a:lnTo>
                      <a:pt x="1851810" y="0"/>
                    </a:lnTo>
                    <a:lnTo>
                      <a:pt x="0" y="0"/>
                    </a:lnTo>
                    <a:close/>
                    <a:moveTo>
                      <a:pt x="1790850" y="1786762"/>
                    </a:moveTo>
                    <a:lnTo>
                      <a:pt x="59690" y="1786762"/>
                    </a:lnTo>
                    <a:lnTo>
                      <a:pt x="59690" y="59690"/>
                    </a:lnTo>
                    <a:lnTo>
                      <a:pt x="1790850" y="59690"/>
                    </a:lnTo>
                    <a:lnTo>
                      <a:pt x="1790850" y="1786762"/>
                    </a:lnTo>
                    <a:close/>
                  </a:path>
                </a:pathLst>
              </a:custGeom>
              <a:solidFill>
                <a:srgbClr val="000000"/>
              </a:solid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53" name="Group 20">
              <a:extLst>
                <a:ext uri="{FF2B5EF4-FFF2-40B4-BE49-F238E27FC236}">
                  <a16:creationId xmlns:a16="http://schemas.microsoft.com/office/drawing/2014/main" id="{1A12E0B4-7471-AE26-152A-CC5B658A4BE0}"/>
                </a:ext>
              </a:extLst>
            </p:cNvPr>
            <p:cNvGrpSpPr/>
            <p:nvPr/>
          </p:nvGrpSpPr>
          <p:grpSpPr>
            <a:xfrm rot="5400000">
              <a:off x="7916553" y="5581335"/>
              <a:ext cx="1067199" cy="1064843"/>
              <a:chOff x="0" y="0"/>
              <a:chExt cx="1851810" cy="1847722"/>
            </a:xfrm>
          </p:grpSpPr>
          <p:sp>
            <p:nvSpPr>
              <p:cNvPr id="54" name="Freeform 21">
                <a:extLst>
                  <a:ext uri="{FF2B5EF4-FFF2-40B4-BE49-F238E27FC236}">
                    <a16:creationId xmlns:a16="http://schemas.microsoft.com/office/drawing/2014/main" id="{AB877C8C-59B5-1950-A64B-DF20534A953D}"/>
                  </a:ext>
                </a:extLst>
              </p:cNvPr>
              <p:cNvSpPr/>
              <p:nvPr/>
            </p:nvSpPr>
            <p:spPr>
              <a:xfrm>
                <a:off x="0" y="0"/>
                <a:ext cx="1851810" cy="1847722"/>
              </a:xfrm>
              <a:custGeom>
                <a:avLst/>
                <a:gdLst/>
                <a:ahLst/>
                <a:cxnLst/>
                <a:rect l="l" t="t" r="r" b="b"/>
                <a:pathLst>
                  <a:path w="1851810" h="1847722">
                    <a:moveTo>
                      <a:pt x="0" y="0"/>
                    </a:moveTo>
                    <a:lnTo>
                      <a:pt x="0" y="1847722"/>
                    </a:lnTo>
                    <a:lnTo>
                      <a:pt x="1851810" y="1847722"/>
                    </a:lnTo>
                    <a:lnTo>
                      <a:pt x="1851810" y="0"/>
                    </a:lnTo>
                    <a:lnTo>
                      <a:pt x="0" y="0"/>
                    </a:lnTo>
                    <a:close/>
                    <a:moveTo>
                      <a:pt x="1790850" y="1786762"/>
                    </a:moveTo>
                    <a:lnTo>
                      <a:pt x="59690" y="1786762"/>
                    </a:lnTo>
                    <a:lnTo>
                      <a:pt x="59690" y="59690"/>
                    </a:lnTo>
                    <a:lnTo>
                      <a:pt x="1790850" y="59690"/>
                    </a:lnTo>
                    <a:lnTo>
                      <a:pt x="1790850" y="1786762"/>
                    </a:lnTo>
                    <a:close/>
                  </a:path>
                </a:pathLst>
              </a:custGeom>
              <a:solidFill>
                <a:srgbClr val="000000"/>
              </a:solid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55" name="Group 22">
              <a:extLst>
                <a:ext uri="{FF2B5EF4-FFF2-40B4-BE49-F238E27FC236}">
                  <a16:creationId xmlns:a16="http://schemas.microsoft.com/office/drawing/2014/main" id="{455FF1FE-4A59-6C90-871F-FBF52326E1A1}"/>
                </a:ext>
              </a:extLst>
            </p:cNvPr>
            <p:cNvGrpSpPr/>
            <p:nvPr/>
          </p:nvGrpSpPr>
          <p:grpSpPr>
            <a:xfrm rot="5400000">
              <a:off x="4334947" y="5581335"/>
              <a:ext cx="1067199" cy="1064843"/>
              <a:chOff x="0" y="0"/>
              <a:chExt cx="1851810" cy="1847722"/>
            </a:xfrm>
          </p:grpSpPr>
          <p:sp>
            <p:nvSpPr>
              <p:cNvPr id="56" name="Freeform 23">
                <a:extLst>
                  <a:ext uri="{FF2B5EF4-FFF2-40B4-BE49-F238E27FC236}">
                    <a16:creationId xmlns:a16="http://schemas.microsoft.com/office/drawing/2014/main" id="{9DA98E22-DDED-68DF-FAD0-A8BF6255C806}"/>
                  </a:ext>
                </a:extLst>
              </p:cNvPr>
              <p:cNvSpPr/>
              <p:nvPr/>
            </p:nvSpPr>
            <p:spPr>
              <a:xfrm>
                <a:off x="0" y="0"/>
                <a:ext cx="1851810" cy="1847722"/>
              </a:xfrm>
              <a:custGeom>
                <a:avLst/>
                <a:gdLst/>
                <a:ahLst/>
                <a:cxnLst/>
                <a:rect l="l" t="t" r="r" b="b"/>
                <a:pathLst>
                  <a:path w="1851810" h="1847722">
                    <a:moveTo>
                      <a:pt x="0" y="0"/>
                    </a:moveTo>
                    <a:lnTo>
                      <a:pt x="0" y="1847722"/>
                    </a:lnTo>
                    <a:lnTo>
                      <a:pt x="1851810" y="1847722"/>
                    </a:lnTo>
                    <a:lnTo>
                      <a:pt x="1851810" y="0"/>
                    </a:lnTo>
                    <a:lnTo>
                      <a:pt x="0" y="0"/>
                    </a:lnTo>
                    <a:close/>
                    <a:moveTo>
                      <a:pt x="1790850" y="1786762"/>
                    </a:moveTo>
                    <a:lnTo>
                      <a:pt x="59690" y="1786762"/>
                    </a:lnTo>
                    <a:lnTo>
                      <a:pt x="59690" y="59690"/>
                    </a:lnTo>
                    <a:lnTo>
                      <a:pt x="1790850" y="59690"/>
                    </a:lnTo>
                    <a:lnTo>
                      <a:pt x="1790850" y="1786762"/>
                    </a:lnTo>
                    <a:close/>
                  </a:path>
                </a:pathLst>
              </a:custGeom>
              <a:solidFill>
                <a:srgbClr val="000000"/>
              </a:solid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57" name="Group 24">
              <a:extLst>
                <a:ext uri="{FF2B5EF4-FFF2-40B4-BE49-F238E27FC236}">
                  <a16:creationId xmlns:a16="http://schemas.microsoft.com/office/drawing/2014/main" id="{20A63B9E-0714-B948-AFF8-688E861DC53C}"/>
                </a:ext>
              </a:extLst>
            </p:cNvPr>
            <p:cNvGrpSpPr/>
            <p:nvPr/>
          </p:nvGrpSpPr>
          <p:grpSpPr>
            <a:xfrm rot="5400000">
              <a:off x="5527697" y="5581335"/>
              <a:ext cx="1067199" cy="1064843"/>
              <a:chOff x="0" y="0"/>
              <a:chExt cx="1851810" cy="1847722"/>
            </a:xfrm>
          </p:grpSpPr>
          <p:sp>
            <p:nvSpPr>
              <p:cNvPr id="58" name="Freeform 25">
                <a:extLst>
                  <a:ext uri="{FF2B5EF4-FFF2-40B4-BE49-F238E27FC236}">
                    <a16:creationId xmlns:a16="http://schemas.microsoft.com/office/drawing/2014/main" id="{06598247-6CC8-2ACD-0B11-BAA8174CF999}"/>
                  </a:ext>
                </a:extLst>
              </p:cNvPr>
              <p:cNvSpPr/>
              <p:nvPr/>
            </p:nvSpPr>
            <p:spPr>
              <a:xfrm>
                <a:off x="0" y="0"/>
                <a:ext cx="1851810" cy="1847722"/>
              </a:xfrm>
              <a:custGeom>
                <a:avLst/>
                <a:gdLst/>
                <a:ahLst/>
                <a:cxnLst/>
                <a:rect l="l" t="t" r="r" b="b"/>
                <a:pathLst>
                  <a:path w="1851810" h="1847722">
                    <a:moveTo>
                      <a:pt x="0" y="0"/>
                    </a:moveTo>
                    <a:lnTo>
                      <a:pt x="0" y="1847722"/>
                    </a:lnTo>
                    <a:lnTo>
                      <a:pt x="1851810" y="1847722"/>
                    </a:lnTo>
                    <a:lnTo>
                      <a:pt x="1851810" y="0"/>
                    </a:lnTo>
                    <a:lnTo>
                      <a:pt x="0" y="0"/>
                    </a:lnTo>
                    <a:close/>
                    <a:moveTo>
                      <a:pt x="1790850" y="1786762"/>
                    </a:moveTo>
                    <a:lnTo>
                      <a:pt x="59690" y="1786762"/>
                    </a:lnTo>
                    <a:lnTo>
                      <a:pt x="59690" y="59690"/>
                    </a:lnTo>
                    <a:lnTo>
                      <a:pt x="1790850" y="59690"/>
                    </a:lnTo>
                    <a:lnTo>
                      <a:pt x="1790850" y="1786762"/>
                    </a:lnTo>
                    <a:close/>
                  </a:path>
                </a:pathLst>
              </a:custGeom>
              <a:solidFill>
                <a:srgbClr val="000000"/>
              </a:solid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59" name="Group 26">
              <a:extLst>
                <a:ext uri="{FF2B5EF4-FFF2-40B4-BE49-F238E27FC236}">
                  <a16:creationId xmlns:a16="http://schemas.microsoft.com/office/drawing/2014/main" id="{83AE58F8-34C4-BDE4-932D-DF65BFB7D2BF}"/>
                </a:ext>
              </a:extLst>
            </p:cNvPr>
            <p:cNvGrpSpPr/>
            <p:nvPr/>
          </p:nvGrpSpPr>
          <p:grpSpPr>
            <a:xfrm rot="5400000">
              <a:off x="6723803" y="5581335"/>
              <a:ext cx="1067199" cy="1064843"/>
              <a:chOff x="0" y="0"/>
              <a:chExt cx="1851810" cy="1847722"/>
            </a:xfrm>
          </p:grpSpPr>
          <p:sp>
            <p:nvSpPr>
              <p:cNvPr id="60" name="Freeform 27">
                <a:extLst>
                  <a:ext uri="{FF2B5EF4-FFF2-40B4-BE49-F238E27FC236}">
                    <a16:creationId xmlns:a16="http://schemas.microsoft.com/office/drawing/2014/main" id="{2D9FB726-9595-DE86-717A-C4E67699171D}"/>
                  </a:ext>
                </a:extLst>
              </p:cNvPr>
              <p:cNvSpPr/>
              <p:nvPr/>
            </p:nvSpPr>
            <p:spPr>
              <a:xfrm>
                <a:off x="0" y="0"/>
                <a:ext cx="1851810" cy="1847722"/>
              </a:xfrm>
              <a:custGeom>
                <a:avLst/>
                <a:gdLst/>
                <a:ahLst/>
                <a:cxnLst/>
                <a:rect l="l" t="t" r="r" b="b"/>
                <a:pathLst>
                  <a:path w="1851810" h="1847722">
                    <a:moveTo>
                      <a:pt x="0" y="0"/>
                    </a:moveTo>
                    <a:lnTo>
                      <a:pt x="0" y="1847722"/>
                    </a:lnTo>
                    <a:lnTo>
                      <a:pt x="1851810" y="1847722"/>
                    </a:lnTo>
                    <a:lnTo>
                      <a:pt x="1851810" y="0"/>
                    </a:lnTo>
                    <a:lnTo>
                      <a:pt x="0" y="0"/>
                    </a:lnTo>
                    <a:close/>
                    <a:moveTo>
                      <a:pt x="1790850" y="1786762"/>
                    </a:moveTo>
                    <a:lnTo>
                      <a:pt x="59690" y="1786762"/>
                    </a:lnTo>
                    <a:lnTo>
                      <a:pt x="59690" y="59690"/>
                    </a:lnTo>
                    <a:lnTo>
                      <a:pt x="1790850" y="59690"/>
                    </a:lnTo>
                    <a:lnTo>
                      <a:pt x="1790850" y="1786762"/>
                    </a:lnTo>
                    <a:close/>
                  </a:path>
                </a:pathLst>
              </a:custGeom>
              <a:solidFill>
                <a:srgbClr val="000000"/>
              </a:solid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61" name="Group 28">
              <a:extLst>
                <a:ext uri="{FF2B5EF4-FFF2-40B4-BE49-F238E27FC236}">
                  <a16:creationId xmlns:a16="http://schemas.microsoft.com/office/drawing/2014/main" id="{E282E439-1960-9D30-C93A-BF2428EAF313}"/>
                </a:ext>
              </a:extLst>
            </p:cNvPr>
            <p:cNvGrpSpPr/>
            <p:nvPr/>
          </p:nvGrpSpPr>
          <p:grpSpPr>
            <a:xfrm rot="5400000">
              <a:off x="6722125" y="660928"/>
              <a:ext cx="1067199" cy="1064843"/>
              <a:chOff x="0" y="0"/>
              <a:chExt cx="1851810" cy="1847722"/>
            </a:xfrm>
          </p:grpSpPr>
          <p:sp>
            <p:nvSpPr>
              <p:cNvPr id="62" name="Freeform 29">
                <a:extLst>
                  <a:ext uri="{FF2B5EF4-FFF2-40B4-BE49-F238E27FC236}">
                    <a16:creationId xmlns:a16="http://schemas.microsoft.com/office/drawing/2014/main" id="{6F7F3E28-49C9-16A1-6715-B66152478981}"/>
                  </a:ext>
                </a:extLst>
              </p:cNvPr>
              <p:cNvSpPr/>
              <p:nvPr/>
            </p:nvSpPr>
            <p:spPr>
              <a:xfrm>
                <a:off x="0" y="0"/>
                <a:ext cx="1851810" cy="1847722"/>
              </a:xfrm>
              <a:custGeom>
                <a:avLst/>
                <a:gdLst/>
                <a:ahLst/>
                <a:cxnLst/>
                <a:rect l="l" t="t" r="r" b="b"/>
                <a:pathLst>
                  <a:path w="1851810" h="1847722">
                    <a:moveTo>
                      <a:pt x="0" y="0"/>
                    </a:moveTo>
                    <a:lnTo>
                      <a:pt x="0" y="1847722"/>
                    </a:lnTo>
                    <a:lnTo>
                      <a:pt x="1851810" y="1847722"/>
                    </a:lnTo>
                    <a:lnTo>
                      <a:pt x="1851810" y="0"/>
                    </a:lnTo>
                    <a:lnTo>
                      <a:pt x="0" y="0"/>
                    </a:lnTo>
                    <a:close/>
                    <a:moveTo>
                      <a:pt x="1790850" y="1786762"/>
                    </a:moveTo>
                    <a:lnTo>
                      <a:pt x="59690" y="1786762"/>
                    </a:lnTo>
                    <a:lnTo>
                      <a:pt x="59690" y="59690"/>
                    </a:lnTo>
                    <a:lnTo>
                      <a:pt x="1790850" y="59690"/>
                    </a:lnTo>
                    <a:lnTo>
                      <a:pt x="1790850" y="1786762"/>
                    </a:lnTo>
                    <a:close/>
                  </a:path>
                </a:pathLst>
              </a:custGeom>
              <a:solidFill>
                <a:srgbClr val="000000"/>
              </a:solid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63" name="Group 30">
              <a:extLst>
                <a:ext uri="{FF2B5EF4-FFF2-40B4-BE49-F238E27FC236}">
                  <a16:creationId xmlns:a16="http://schemas.microsoft.com/office/drawing/2014/main" id="{99FB1406-F12C-5D03-79EE-D70DAE174EEE}"/>
                </a:ext>
              </a:extLst>
            </p:cNvPr>
            <p:cNvGrpSpPr/>
            <p:nvPr/>
          </p:nvGrpSpPr>
          <p:grpSpPr>
            <a:xfrm rot="5400000">
              <a:off x="7916553" y="660928"/>
              <a:ext cx="1067199" cy="1064843"/>
              <a:chOff x="0" y="0"/>
              <a:chExt cx="1851810" cy="1847722"/>
            </a:xfrm>
          </p:grpSpPr>
          <p:sp>
            <p:nvSpPr>
              <p:cNvPr id="64" name="Freeform 31">
                <a:extLst>
                  <a:ext uri="{FF2B5EF4-FFF2-40B4-BE49-F238E27FC236}">
                    <a16:creationId xmlns:a16="http://schemas.microsoft.com/office/drawing/2014/main" id="{8C26CF91-51F4-1AA9-1A82-5DF3B790B209}"/>
                  </a:ext>
                </a:extLst>
              </p:cNvPr>
              <p:cNvSpPr/>
              <p:nvPr/>
            </p:nvSpPr>
            <p:spPr>
              <a:xfrm>
                <a:off x="0" y="0"/>
                <a:ext cx="1851810" cy="1847722"/>
              </a:xfrm>
              <a:custGeom>
                <a:avLst/>
                <a:gdLst/>
                <a:ahLst/>
                <a:cxnLst/>
                <a:rect l="l" t="t" r="r" b="b"/>
                <a:pathLst>
                  <a:path w="1851810" h="1847722">
                    <a:moveTo>
                      <a:pt x="0" y="0"/>
                    </a:moveTo>
                    <a:lnTo>
                      <a:pt x="0" y="1847722"/>
                    </a:lnTo>
                    <a:lnTo>
                      <a:pt x="1851810" y="1847722"/>
                    </a:lnTo>
                    <a:lnTo>
                      <a:pt x="1851810" y="0"/>
                    </a:lnTo>
                    <a:lnTo>
                      <a:pt x="0" y="0"/>
                    </a:lnTo>
                    <a:close/>
                    <a:moveTo>
                      <a:pt x="1790850" y="1786762"/>
                    </a:moveTo>
                    <a:lnTo>
                      <a:pt x="59690" y="1786762"/>
                    </a:lnTo>
                    <a:lnTo>
                      <a:pt x="59690" y="59690"/>
                    </a:lnTo>
                    <a:lnTo>
                      <a:pt x="1790850" y="59690"/>
                    </a:lnTo>
                    <a:lnTo>
                      <a:pt x="1790850" y="1786762"/>
                    </a:lnTo>
                    <a:close/>
                  </a:path>
                </a:pathLst>
              </a:custGeom>
              <a:solidFill>
                <a:srgbClr val="000000"/>
              </a:solid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65" name="Group 32">
              <a:extLst>
                <a:ext uri="{FF2B5EF4-FFF2-40B4-BE49-F238E27FC236}">
                  <a16:creationId xmlns:a16="http://schemas.microsoft.com/office/drawing/2014/main" id="{A756FF77-8699-9AAE-144C-0FFB23268746}"/>
                </a:ext>
              </a:extLst>
            </p:cNvPr>
            <p:cNvGrpSpPr/>
            <p:nvPr/>
          </p:nvGrpSpPr>
          <p:grpSpPr>
            <a:xfrm rot="5400000">
              <a:off x="7916553" y="1877194"/>
              <a:ext cx="1067199" cy="1064843"/>
              <a:chOff x="0" y="0"/>
              <a:chExt cx="1851810" cy="1847722"/>
            </a:xfrm>
          </p:grpSpPr>
          <p:sp>
            <p:nvSpPr>
              <p:cNvPr id="66" name="Freeform 33">
                <a:extLst>
                  <a:ext uri="{FF2B5EF4-FFF2-40B4-BE49-F238E27FC236}">
                    <a16:creationId xmlns:a16="http://schemas.microsoft.com/office/drawing/2014/main" id="{747953DC-1AA7-8FA1-ED25-445032E2974D}"/>
                  </a:ext>
                </a:extLst>
              </p:cNvPr>
              <p:cNvSpPr/>
              <p:nvPr/>
            </p:nvSpPr>
            <p:spPr>
              <a:xfrm>
                <a:off x="0" y="0"/>
                <a:ext cx="1851810" cy="1847722"/>
              </a:xfrm>
              <a:custGeom>
                <a:avLst/>
                <a:gdLst/>
                <a:ahLst/>
                <a:cxnLst/>
                <a:rect l="l" t="t" r="r" b="b"/>
                <a:pathLst>
                  <a:path w="1851810" h="1847722">
                    <a:moveTo>
                      <a:pt x="0" y="0"/>
                    </a:moveTo>
                    <a:lnTo>
                      <a:pt x="0" y="1847722"/>
                    </a:lnTo>
                    <a:lnTo>
                      <a:pt x="1851810" y="1847722"/>
                    </a:lnTo>
                    <a:lnTo>
                      <a:pt x="1851810" y="0"/>
                    </a:lnTo>
                    <a:lnTo>
                      <a:pt x="0" y="0"/>
                    </a:lnTo>
                    <a:close/>
                    <a:moveTo>
                      <a:pt x="1790850" y="1786762"/>
                    </a:moveTo>
                    <a:lnTo>
                      <a:pt x="59690" y="1786762"/>
                    </a:lnTo>
                    <a:lnTo>
                      <a:pt x="59690" y="59690"/>
                    </a:lnTo>
                    <a:lnTo>
                      <a:pt x="1790850" y="59690"/>
                    </a:lnTo>
                    <a:lnTo>
                      <a:pt x="1790850" y="1786762"/>
                    </a:lnTo>
                    <a:close/>
                  </a:path>
                </a:pathLst>
              </a:custGeom>
              <a:solidFill>
                <a:srgbClr val="000000"/>
              </a:solid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67" name="Group 34">
              <a:extLst>
                <a:ext uri="{FF2B5EF4-FFF2-40B4-BE49-F238E27FC236}">
                  <a16:creationId xmlns:a16="http://schemas.microsoft.com/office/drawing/2014/main" id="{BA451F2A-2CBA-A675-EA4A-8DBFEDED14B1}"/>
                </a:ext>
              </a:extLst>
            </p:cNvPr>
            <p:cNvGrpSpPr/>
            <p:nvPr/>
          </p:nvGrpSpPr>
          <p:grpSpPr>
            <a:xfrm rot="5400000">
              <a:off x="1942733" y="4324069"/>
              <a:ext cx="1067199" cy="1064843"/>
              <a:chOff x="0" y="0"/>
              <a:chExt cx="1851810" cy="1847722"/>
            </a:xfrm>
          </p:grpSpPr>
          <p:sp>
            <p:nvSpPr>
              <p:cNvPr id="68" name="Freeform 35">
                <a:extLst>
                  <a:ext uri="{FF2B5EF4-FFF2-40B4-BE49-F238E27FC236}">
                    <a16:creationId xmlns:a16="http://schemas.microsoft.com/office/drawing/2014/main" id="{A6928645-650E-82CE-C7CA-80D091F7E963}"/>
                  </a:ext>
                </a:extLst>
              </p:cNvPr>
              <p:cNvSpPr/>
              <p:nvPr/>
            </p:nvSpPr>
            <p:spPr>
              <a:xfrm>
                <a:off x="0" y="0"/>
                <a:ext cx="1851810" cy="1847722"/>
              </a:xfrm>
              <a:custGeom>
                <a:avLst/>
                <a:gdLst/>
                <a:ahLst/>
                <a:cxnLst/>
                <a:rect l="l" t="t" r="r" b="b"/>
                <a:pathLst>
                  <a:path w="1851810" h="1847722">
                    <a:moveTo>
                      <a:pt x="0" y="0"/>
                    </a:moveTo>
                    <a:lnTo>
                      <a:pt x="0" y="1847722"/>
                    </a:lnTo>
                    <a:lnTo>
                      <a:pt x="1851810" y="1847722"/>
                    </a:lnTo>
                    <a:lnTo>
                      <a:pt x="1851810" y="0"/>
                    </a:lnTo>
                    <a:lnTo>
                      <a:pt x="0" y="0"/>
                    </a:lnTo>
                    <a:close/>
                    <a:moveTo>
                      <a:pt x="1790850" y="1786762"/>
                    </a:moveTo>
                    <a:lnTo>
                      <a:pt x="59690" y="1786762"/>
                    </a:lnTo>
                    <a:lnTo>
                      <a:pt x="59690" y="59690"/>
                    </a:lnTo>
                    <a:lnTo>
                      <a:pt x="1790850" y="59690"/>
                    </a:lnTo>
                    <a:lnTo>
                      <a:pt x="1790850" y="1786762"/>
                    </a:lnTo>
                    <a:close/>
                  </a:path>
                </a:pathLst>
              </a:custGeom>
              <a:solidFill>
                <a:srgbClr val="000000"/>
              </a:solid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69" name="Group 36">
              <a:extLst>
                <a:ext uri="{FF2B5EF4-FFF2-40B4-BE49-F238E27FC236}">
                  <a16:creationId xmlns:a16="http://schemas.microsoft.com/office/drawing/2014/main" id="{4551AB8C-5C69-C4DD-B302-91E80BE8EE0A}"/>
                </a:ext>
              </a:extLst>
            </p:cNvPr>
            <p:cNvGrpSpPr/>
            <p:nvPr/>
          </p:nvGrpSpPr>
          <p:grpSpPr>
            <a:xfrm rot="5400000">
              <a:off x="1942733" y="5581335"/>
              <a:ext cx="1067199" cy="1064843"/>
              <a:chOff x="0" y="0"/>
              <a:chExt cx="1851810" cy="1847722"/>
            </a:xfrm>
          </p:grpSpPr>
          <p:sp>
            <p:nvSpPr>
              <p:cNvPr id="70" name="Freeform 37">
                <a:extLst>
                  <a:ext uri="{FF2B5EF4-FFF2-40B4-BE49-F238E27FC236}">
                    <a16:creationId xmlns:a16="http://schemas.microsoft.com/office/drawing/2014/main" id="{D9A4DCBB-A84C-CC13-BA11-688741A3784D}"/>
                  </a:ext>
                </a:extLst>
              </p:cNvPr>
              <p:cNvSpPr/>
              <p:nvPr/>
            </p:nvSpPr>
            <p:spPr>
              <a:xfrm>
                <a:off x="0" y="0"/>
                <a:ext cx="1851810" cy="1847722"/>
              </a:xfrm>
              <a:custGeom>
                <a:avLst/>
                <a:gdLst/>
                <a:ahLst/>
                <a:cxnLst/>
                <a:rect l="l" t="t" r="r" b="b"/>
                <a:pathLst>
                  <a:path w="1851810" h="1847722">
                    <a:moveTo>
                      <a:pt x="0" y="0"/>
                    </a:moveTo>
                    <a:lnTo>
                      <a:pt x="0" y="1847722"/>
                    </a:lnTo>
                    <a:lnTo>
                      <a:pt x="1851810" y="1847722"/>
                    </a:lnTo>
                    <a:lnTo>
                      <a:pt x="1851810" y="0"/>
                    </a:lnTo>
                    <a:lnTo>
                      <a:pt x="0" y="0"/>
                    </a:lnTo>
                    <a:close/>
                    <a:moveTo>
                      <a:pt x="1790850" y="1786762"/>
                    </a:moveTo>
                    <a:lnTo>
                      <a:pt x="59690" y="1786762"/>
                    </a:lnTo>
                    <a:lnTo>
                      <a:pt x="59690" y="59690"/>
                    </a:lnTo>
                    <a:lnTo>
                      <a:pt x="1790850" y="59690"/>
                    </a:lnTo>
                    <a:lnTo>
                      <a:pt x="1790850" y="1786762"/>
                    </a:lnTo>
                    <a:close/>
                  </a:path>
                </a:pathLst>
              </a:custGeom>
              <a:solidFill>
                <a:srgbClr val="000000"/>
              </a:solid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grpSp>
          <p:nvGrpSpPr>
            <p:cNvPr id="71" name="Group 38">
              <a:extLst>
                <a:ext uri="{FF2B5EF4-FFF2-40B4-BE49-F238E27FC236}">
                  <a16:creationId xmlns:a16="http://schemas.microsoft.com/office/drawing/2014/main" id="{B1C8A4C3-5CA0-4601-EB1B-E4D4F0A8BF0A}"/>
                </a:ext>
              </a:extLst>
            </p:cNvPr>
            <p:cNvGrpSpPr/>
            <p:nvPr/>
          </p:nvGrpSpPr>
          <p:grpSpPr>
            <a:xfrm rot="5400000">
              <a:off x="3138840" y="5581335"/>
              <a:ext cx="1067199" cy="1064843"/>
              <a:chOff x="0" y="0"/>
              <a:chExt cx="1851810" cy="1847722"/>
            </a:xfrm>
          </p:grpSpPr>
          <p:sp>
            <p:nvSpPr>
              <p:cNvPr id="72" name="Freeform 39">
                <a:extLst>
                  <a:ext uri="{FF2B5EF4-FFF2-40B4-BE49-F238E27FC236}">
                    <a16:creationId xmlns:a16="http://schemas.microsoft.com/office/drawing/2014/main" id="{9BAE09AD-4F7F-8293-CF3C-BDF180469042}"/>
                  </a:ext>
                </a:extLst>
              </p:cNvPr>
              <p:cNvSpPr/>
              <p:nvPr/>
            </p:nvSpPr>
            <p:spPr>
              <a:xfrm>
                <a:off x="0" y="0"/>
                <a:ext cx="1851810" cy="1847722"/>
              </a:xfrm>
              <a:custGeom>
                <a:avLst/>
                <a:gdLst/>
                <a:ahLst/>
                <a:cxnLst/>
                <a:rect l="l" t="t" r="r" b="b"/>
                <a:pathLst>
                  <a:path w="1851810" h="1847722">
                    <a:moveTo>
                      <a:pt x="0" y="0"/>
                    </a:moveTo>
                    <a:lnTo>
                      <a:pt x="0" y="1847722"/>
                    </a:lnTo>
                    <a:lnTo>
                      <a:pt x="1851810" y="1847722"/>
                    </a:lnTo>
                    <a:lnTo>
                      <a:pt x="1851810" y="0"/>
                    </a:lnTo>
                    <a:lnTo>
                      <a:pt x="0" y="0"/>
                    </a:lnTo>
                    <a:close/>
                    <a:moveTo>
                      <a:pt x="1790850" y="1786762"/>
                    </a:moveTo>
                    <a:lnTo>
                      <a:pt x="59690" y="1786762"/>
                    </a:lnTo>
                    <a:lnTo>
                      <a:pt x="59690" y="59690"/>
                    </a:lnTo>
                    <a:lnTo>
                      <a:pt x="1790850" y="59690"/>
                    </a:lnTo>
                    <a:lnTo>
                      <a:pt x="1790850" y="1786762"/>
                    </a:lnTo>
                    <a:close/>
                  </a:path>
                </a:pathLst>
              </a:custGeom>
              <a:solidFill>
                <a:srgbClr val="000000"/>
              </a:solid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grpSp>
        <p:sp>
          <p:nvSpPr>
            <p:cNvPr id="74" name="TextBox 56">
              <a:extLst>
                <a:ext uri="{FF2B5EF4-FFF2-40B4-BE49-F238E27FC236}">
                  <a16:creationId xmlns:a16="http://schemas.microsoft.com/office/drawing/2014/main" id="{99B0CADC-7220-8872-02FE-A15B2546D2A8}"/>
                </a:ext>
              </a:extLst>
            </p:cNvPr>
            <p:cNvSpPr txBox="1"/>
            <p:nvPr/>
          </p:nvSpPr>
          <p:spPr>
            <a:xfrm>
              <a:off x="7917731" y="5664820"/>
              <a:ext cx="966082" cy="915892"/>
            </a:xfrm>
            <a:prstGeom prst="rect">
              <a:avLst/>
            </a:prstGeom>
          </p:spPr>
          <p:txBody>
            <a:bodyPr wrap="square" lIns="0" tIns="0" rIns="0" bIns="0" rtlCol="0" anchor="t">
              <a:spAutoFit/>
            </a:bodyPr>
            <a:lstStyle/>
            <a:p>
              <a:pPr marL="0" marR="0" lvl="0" indent="0" algn="ctr" defTabSz="609585" rtl="0" eaLnBrk="1" fontAlgn="auto" latinLnBrk="0" hangingPunct="1">
                <a:lnSpc>
                  <a:spcPts val="7094"/>
                </a:lnSpc>
                <a:spcBef>
                  <a:spcPts val="0"/>
                </a:spcBef>
                <a:spcAft>
                  <a:spcPts val="0"/>
                </a:spcAft>
                <a:buClrTx/>
                <a:buSzTx/>
                <a:buFontTx/>
                <a:buNone/>
                <a:tabLst/>
                <a:defRPr/>
              </a:pPr>
              <a:endParaRPr kumimoji="0" lang="en-US" sz="5067" b="0" i="0" u="none" strike="noStrike" kern="1200" cap="none" spc="0" normalizeH="0" baseline="0" noProof="0">
                <a:ln>
                  <a:noFill/>
                </a:ln>
                <a:solidFill>
                  <a:srgbClr val="D7153A"/>
                </a:solidFill>
                <a:effectLst/>
                <a:uLnTx/>
                <a:uFillTx/>
                <a:latin typeface="Edu NSW ACT Foundation" panose="020B0604020202020204" charset="0"/>
                <a:ea typeface="Canva Student Font"/>
                <a:cs typeface="Canva Student Font"/>
                <a:sym typeface="Canva Student Font"/>
              </a:endParaRPr>
            </a:p>
          </p:txBody>
        </p:sp>
        <p:sp>
          <p:nvSpPr>
            <p:cNvPr id="77" name="TextBox 59">
              <a:extLst>
                <a:ext uri="{FF2B5EF4-FFF2-40B4-BE49-F238E27FC236}">
                  <a16:creationId xmlns:a16="http://schemas.microsoft.com/office/drawing/2014/main" id="{9FB26621-62DC-5A1C-D002-9F77FF6CEC69}"/>
                </a:ext>
              </a:extLst>
            </p:cNvPr>
            <p:cNvSpPr txBox="1"/>
            <p:nvPr/>
          </p:nvSpPr>
          <p:spPr>
            <a:xfrm>
              <a:off x="4588847" y="2911523"/>
              <a:ext cx="593494" cy="1230203"/>
            </a:xfrm>
            <a:prstGeom prst="rect">
              <a:avLst/>
            </a:prstGeom>
          </p:spPr>
          <p:txBody>
            <a:bodyPr wrap="square" lIns="0" tIns="0" rIns="0" bIns="0" rtlCol="0" anchor="t">
              <a:spAutoFit/>
            </a:bodyPr>
            <a:lstStyle/>
            <a:p>
              <a:pPr marL="0" marR="0" lvl="0" indent="0" algn="ctr" defTabSz="609585" rtl="0" eaLnBrk="1" fontAlgn="auto" latinLnBrk="0" hangingPunct="1">
                <a:lnSpc>
                  <a:spcPts val="9570"/>
                </a:lnSpc>
                <a:spcBef>
                  <a:spcPts val="0"/>
                </a:spcBef>
                <a:spcAft>
                  <a:spcPts val="0"/>
                </a:spcAft>
                <a:buClrTx/>
                <a:buSzTx/>
                <a:buFontTx/>
                <a:buNone/>
                <a:tabLst/>
                <a:defRPr/>
              </a:pPr>
              <a:r>
                <a:rPr kumimoji="0" lang="en-US" sz="6600" b="0" i="0" u="none" strike="noStrike" kern="1200" cap="none" spc="0" normalizeH="0" baseline="0" noProof="0">
                  <a:ln>
                    <a:noFill/>
                  </a:ln>
                  <a:solidFill>
                    <a:srgbClr val="010101"/>
                  </a:solidFill>
                  <a:effectLst/>
                  <a:uLnTx/>
                  <a:uFillTx/>
                  <a:latin typeface="Arial" panose="020B0604020202020204" pitchFamily="34" charset="0"/>
                  <a:ea typeface="Canva Student Font"/>
                  <a:cs typeface="Arial" panose="020B0604020202020204" pitchFamily="34" charset="0"/>
                  <a:sym typeface="Canva Student Font"/>
                </a:rPr>
                <a:t>0</a:t>
              </a:r>
            </a:p>
          </p:txBody>
        </p:sp>
      </p:grpSp>
      <p:pic>
        <p:nvPicPr>
          <p:cNvPr id="4" name="Picture 1" descr="Interactive positive and negative spinner">
            <a:extLst>
              <a:ext uri="{FF2B5EF4-FFF2-40B4-BE49-F238E27FC236}">
                <a16:creationId xmlns:a16="http://schemas.microsoft.com/office/drawing/2014/main" id="{4377E745-95AA-98A7-1639-9D3DEC9CCF47}"/>
              </a:ext>
            </a:extLst>
          </p:cNvPr>
          <p:cNvPicPr>
            <a:picLocks noChangeAspect="1"/>
          </p:cNvPicPr>
          <p:nvPr/>
        </p:nvPicPr>
        <p:blipFill rotWithShape="1">
          <a:blip>
            <a:extLst>
              <a:ext uri="{96DAC541-7B7A-43D3-8B79-37D633B846F1}">
                <asvg:svgBlip xmlns:asvg="http://schemas.microsoft.com/office/drawing/2016/SVG/main" r:embed="rId3"/>
              </a:ext>
            </a:extLst>
          </a:blip>
          <a:srcRect l="16780" r="16780"/>
          <a:stretch/>
        </p:blipFill>
        <p:spPr>
          <a:xfrm>
            <a:off x="9412352" y="387551"/>
            <a:ext cx="2699133" cy="2709907"/>
          </a:xfrm>
          <a:prstGeom prst="rect">
            <a:avLst/>
          </a:prstGeom>
        </p:spPr>
      </p:pic>
      <p:sp>
        <p:nvSpPr>
          <p:cNvPr id="7" name="Isosceles Triangle 6" descr="An interactive version of multiplying multiples. Shows recording space for two players and an interactive 0-9 spinner.">
            <a:extLst>
              <a:ext uri="{FF2B5EF4-FFF2-40B4-BE49-F238E27FC236}">
                <a16:creationId xmlns:a16="http://schemas.microsoft.com/office/drawing/2014/main" id="{B1EC1CE2-607D-C43F-1E93-A68A4B3C483A}"/>
              </a:ext>
            </a:extLst>
          </p:cNvPr>
          <p:cNvSpPr/>
          <p:nvPr/>
        </p:nvSpPr>
        <p:spPr>
          <a:xfrm rot="10800000">
            <a:off x="10474731" y="-12559"/>
            <a:ext cx="581891" cy="800220"/>
          </a:xfrm>
          <a:prstGeom prst="triangle">
            <a:avLst/>
          </a:prstGeom>
          <a:solidFill>
            <a:schemeClr val="tx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8" name="Oval 7" descr="An interactive version of multiplying multiples. Shows recording space for two players and an interactive 0-9 spinner.">
            <a:extLst>
              <a:ext uri="{FF2B5EF4-FFF2-40B4-BE49-F238E27FC236}">
                <a16:creationId xmlns:a16="http://schemas.microsoft.com/office/drawing/2014/main" id="{35EEE7A0-1AF9-2D72-B529-FBD4CBA688EC}"/>
              </a:ext>
            </a:extLst>
          </p:cNvPr>
          <p:cNvSpPr/>
          <p:nvPr/>
        </p:nvSpPr>
        <p:spPr>
          <a:xfrm>
            <a:off x="10483777" y="1464363"/>
            <a:ext cx="556282" cy="55628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solidFill>
                  <a:srgbClr val="22272B"/>
                </a:solidFill>
                <a:effectLst/>
                <a:uLnTx/>
                <a:uFillTx/>
                <a:latin typeface="Arial Black" panose="020B0A04020102020204" pitchFamily="34" charset="0"/>
                <a:ea typeface="+mn-ea"/>
                <a:cs typeface="+mn-cs"/>
              </a:rPr>
              <a:t>Spin!</a:t>
            </a:r>
          </a:p>
        </p:txBody>
      </p:sp>
      <p:pic>
        <p:nvPicPr>
          <p:cNvPr id="10" name="Picture 9">
            <a:extLst>
              <a:ext uri="{FF2B5EF4-FFF2-40B4-BE49-F238E27FC236}">
                <a16:creationId xmlns:a16="http://schemas.microsoft.com/office/drawing/2014/main" id="{C6B3732F-25ED-CF75-EF08-B672C1856790}"/>
              </a:ext>
              <a:ext uri="{C183D7F6-B498-43B3-948B-1728B52AA6E4}">
                <adec:decorative xmlns:adec="http://schemas.microsoft.com/office/drawing/2017/decorative" val="1"/>
              </a:ext>
            </a:extLst>
          </p:cNvPr>
          <p:cNvPicPr>
            <a:picLocks noChangeAspect="1"/>
          </p:cNvPicPr>
          <p:nvPr/>
        </p:nvPicPr>
        <p:blipFill rotWithShape="1">
          <a:blip r:embed="rId4"/>
          <a:srcRect r="17380"/>
          <a:stretch/>
        </p:blipFill>
        <p:spPr>
          <a:xfrm>
            <a:off x="9213727" y="3544717"/>
            <a:ext cx="2897758" cy="2000395"/>
          </a:xfrm>
          <a:prstGeom prst="rect">
            <a:avLst/>
          </a:prstGeom>
        </p:spPr>
      </p:pic>
    </p:spTree>
    <p:extLst>
      <p:ext uri="{BB962C8B-B14F-4D97-AF65-F5344CB8AC3E}">
        <p14:creationId xmlns:p14="http://schemas.microsoft.com/office/powerpoint/2010/main" val="3042954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8" presetClass="emph" presetSubtype="0" repeatCount="indefinite" fill="hold" nodeType="clickEffect">
                                  <p:stCondLst>
                                    <p:cond delay="0"/>
                                  </p:stCondLst>
                                  <p:endCondLst>
                                    <p:cond evt="onNext" delay="0">
                                      <p:tgtEl>
                                        <p:sldTgt/>
                                      </p:tgtEl>
                                    </p:cond>
                                  </p:endCondLst>
                                  <p:childTnLst>
                                    <p:animRot by="21600000">
                                      <p:cBhvr>
                                        <p:cTn id="6" dur="500" fill="hold"/>
                                        <p:tgtEl>
                                          <p:spTgt spid="4"/>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nextCondLst>
                <p:cond evt="onClick" delay="0">
                  <p:tgtEl>
                    <p:spTgt spid="8"/>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D668B-2570-AD54-B728-912F7A13E93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F5EB3C2-B8E5-B5DD-ECAA-CB559EC904F7}"/>
              </a:ext>
            </a:extLst>
          </p:cNvPr>
          <p:cNvSpPr>
            <a:spLocks noGrp="1"/>
          </p:cNvSpPr>
          <p:nvPr>
            <p:ph type="ctrTitle"/>
          </p:nvPr>
        </p:nvSpPr>
        <p:spPr/>
        <p:txBody>
          <a:bodyPr/>
          <a:lstStyle/>
          <a:p>
            <a:r>
              <a:rPr lang="en-AU">
                <a:latin typeface="+mj-lt"/>
                <a:cs typeface="Arial"/>
              </a:rPr>
              <a:t>Review of learning  2</a:t>
            </a:r>
            <a:endParaRPr lang="en-AU">
              <a:latin typeface="+mj-lt"/>
            </a:endParaRPr>
          </a:p>
        </p:txBody>
      </p:sp>
    </p:spTree>
    <p:extLst>
      <p:ext uri="{BB962C8B-B14F-4D97-AF65-F5344CB8AC3E}">
        <p14:creationId xmlns:p14="http://schemas.microsoft.com/office/powerpoint/2010/main" val="3134920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39087-8482-8C93-7654-8161E15881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527CEC-B9B9-C681-7B54-933A5FB66107}"/>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3" name="Title 2">
            <a:extLst>
              <a:ext uri="{FF2B5EF4-FFF2-40B4-BE49-F238E27FC236}">
                <a16:creationId xmlns:a16="http://schemas.microsoft.com/office/drawing/2014/main" id="{0D18FB72-95E4-7D60-C7EB-497F6F0C4C41}"/>
              </a:ext>
            </a:extLst>
          </p:cNvPr>
          <p:cNvSpPr>
            <a:spLocks noGrp="1"/>
          </p:cNvSpPr>
          <p:nvPr>
            <p:ph type="title"/>
          </p:nvPr>
        </p:nvSpPr>
        <p:spPr/>
        <p:txBody>
          <a:bodyPr/>
          <a:lstStyle/>
          <a:p>
            <a:r>
              <a:rPr lang="en-US"/>
              <a:t>True or false </a:t>
            </a:r>
            <a:r>
              <a:rPr lang="en-US">
                <a:solidFill>
                  <a:schemeClr val="bg1"/>
                </a:solidFill>
              </a:rPr>
              <a:t>(1)</a:t>
            </a:r>
          </a:p>
        </p:txBody>
      </p:sp>
      <p:graphicFrame>
        <p:nvGraphicFramePr>
          <p:cNvPr id="12" name="Table 11">
            <a:extLst>
              <a:ext uri="{FF2B5EF4-FFF2-40B4-BE49-F238E27FC236}">
                <a16:creationId xmlns:a16="http://schemas.microsoft.com/office/drawing/2014/main" id="{9FB43ECC-6198-CAD9-D35A-4745C2C73040}"/>
              </a:ext>
            </a:extLst>
          </p:cNvPr>
          <p:cNvGraphicFramePr>
            <a:graphicFrameLocks noGrp="1"/>
          </p:cNvGraphicFramePr>
          <p:nvPr>
            <p:extLst>
              <p:ext uri="{D42A27DB-BD31-4B8C-83A1-F6EECF244321}">
                <p14:modId xmlns:p14="http://schemas.microsoft.com/office/powerpoint/2010/main" val="3054265275"/>
              </p:ext>
            </p:extLst>
          </p:nvPr>
        </p:nvGraphicFramePr>
        <p:xfrm>
          <a:off x="2557461" y="5594395"/>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87EDFC9E-A618-53A7-C204-54881B9AC2B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0" name="TextBox 19">
            <a:extLst>
              <a:ext uri="{FF2B5EF4-FFF2-40B4-BE49-F238E27FC236}">
                <a16:creationId xmlns:a16="http://schemas.microsoft.com/office/drawing/2014/main" id="{3330496B-45CB-7BB3-DCE9-D44C5A86F874}"/>
              </a:ext>
            </a:extLst>
          </p:cNvPr>
          <p:cNvSpPr txBox="1"/>
          <p:nvPr/>
        </p:nvSpPr>
        <p:spPr>
          <a:xfrm>
            <a:off x="2262187" y="1994327"/>
            <a:ext cx="7667625" cy="1998176"/>
          </a:xfrm>
          <a:prstGeom prst="rect">
            <a:avLst/>
          </a:prstGeom>
          <a:noFill/>
        </p:spPr>
        <p:txBody>
          <a:bodyPr wrap="square">
            <a:spAutoFit/>
          </a:bodyPr>
          <a:lstStyle/>
          <a:p>
            <a:pPr algn="ctr" defTabSz="914377">
              <a:lnSpc>
                <a:spcPct val="150000"/>
              </a:lnSpc>
              <a:defRPr/>
            </a:pPr>
            <a:r>
              <a:rPr lang="en-US" sz="4400" b="1">
                <a:cs typeface="Arial"/>
              </a:rPr>
              <a:t>– 8 </a:t>
            </a:r>
            <a:r>
              <a:rPr lang="en-US" sz="4400">
                <a:cs typeface="Arial"/>
              </a:rPr>
              <a:t>is </a:t>
            </a:r>
            <a:r>
              <a:rPr lang="en-US" sz="4400" b="1">
                <a:cs typeface="Arial"/>
              </a:rPr>
              <a:t>closer</a:t>
            </a:r>
            <a:r>
              <a:rPr lang="en-US" sz="4400">
                <a:cs typeface="Arial"/>
              </a:rPr>
              <a:t> to </a:t>
            </a:r>
            <a:r>
              <a:rPr lang="en-US" sz="4400" b="1">
                <a:cs typeface="Arial"/>
              </a:rPr>
              <a:t>0</a:t>
            </a:r>
            <a:r>
              <a:rPr lang="en-US" sz="4400">
                <a:cs typeface="Arial"/>
              </a:rPr>
              <a:t> than </a:t>
            </a:r>
            <a:r>
              <a:rPr lang="en-US" sz="4400" b="1">
                <a:cs typeface="Arial"/>
              </a:rPr>
              <a:t>– 10 </a:t>
            </a:r>
            <a:r>
              <a:rPr lang="en-US" sz="4400">
                <a:cs typeface="Arial"/>
              </a:rPr>
              <a:t>is </a:t>
            </a:r>
            <a:endParaRPr lang="en-AU" sz="4400"/>
          </a:p>
          <a:p>
            <a:pPr algn="ctr">
              <a:lnSpc>
                <a:spcPct val="150000"/>
              </a:lnSpc>
            </a:pPr>
            <a:r>
              <a:rPr lang="en-US" sz="4400">
                <a:latin typeface="Arial"/>
                <a:cs typeface="Arial"/>
              </a:rPr>
              <a:t>on a number line?</a:t>
            </a:r>
            <a:endParaRPr lang="en-US" sz="4400"/>
          </a:p>
        </p:txBody>
      </p:sp>
    </p:spTree>
    <p:extLst>
      <p:ext uri="{BB962C8B-B14F-4D97-AF65-F5344CB8AC3E}">
        <p14:creationId xmlns:p14="http://schemas.microsoft.com/office/powerpoint/2010/main" val="4090065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86458-B3DC-1B5B-CAB0-67289592938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59C605-2915-EBC8-907B-0379999694C3}"/>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3" name="Title 2">
            <a:extLst>
              <a:ext uri="{FF2B5EF4-FFF2-40B4-BE49-F238E27FC236}">
                <a16:creationId xmlns:a16="http://schemas.microsoft.com/office/drawing/2014/main" id="{F9E0F587-1932-6389-F8B8-958D63E6AFE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(5)</a:t>
            </a:r>
          </a:p>
        </p:txBody>
      </p:sp>
      <p:sp>
        <p:nvSpPr>
          <p:cNvPr id="11" name="Picture Placeholder 10">
            <a:extLst>
              <a:ext uri="{FF2B5EF4-FFF2-40B4-BE49-F238E27FC236}">
                <a16:creationId xmlns:a16="http://schemas.microsoft.com/office/drawing/2014/main" id="{777805AA-3000-4F7B-AF76-0FB0E2B466BE}"/>
              </a:ext>
            </a:extLst>
          </p:cNvPr>
          <p:cNvSpPr>
            <a:spLocks noGrp="1"/>
          </p:cNvSpPr>
          <p:nvPr>
            <p:ph type="pic" sz="quarter" idx="21"/>
          </p:nvPr>
        </p:nvSpPr>
        <p:spPr>
          <a:xfrm>
            <a:off x="1662112" y="1900801"/>
            <a:ext cx="8867775" cy="3056398"/>
          </a:xfrm>
        </p:spPr>
        <p:txBody>
          <a:bodyPr/>
          <a:lstStyle/>
          <a:p>
            <a:pPr algn="ctr"/>
            <a:r>
              <a:rPr lang="en-US" sz="4400">
                <a:latin typeface="Arial"/>
                <a:cs typeface="Arial"/>
              </a:rPr>
              <a:t>Calculate the</a:t>
            </a:r>
            <a:r>
              <a:rPr lang="en-US" sz="4400" b="1">
                <a:latin typeface="Arial"/>
                <a:cs typeface="Arial"/>
              </a:rPr>
              <a:t> elapsed time </a:t>
            </a:r>
            <a:r>
              <a:rPr lang="en-US" sz="4400">
                <a:latin typeface="Arial"/>
                <a:cs typeface="Arial"/>
              </a:rPr>
              <a:t>between</a:t>
            </a:r>
            <a:r>
              <a:rPr lang="en-US" sz="4400" b="1">
                <a:latin typeface="Arial"/>
                <a:cs typeface="Arial"/>
              </a:rPr>
              <a:t> </a:t>
            </a:r>
            <a:r>
              <a:rPr lang="en-AU" sz="4400" b="1"/>
              <a:t>6:25 pm </a:t>
            </a:r>
            <a:r>
              <a:rPr lang="en-AU" sz="4400"/>
              <a:t>and</a:t>
            </a:r>
            <a:r>
              <a:rPr lang="en-AU" sz="4400" b="1"/>
              <a:t> 8:10 pm</a:t>
            </a:r>
            <a:r>
              <a:rPr lang="en-AU" sz="4400"/>
              <a:t>.</a:t>
            </a:r>
          </a:p>
          <a:p>
            <a:pPr algn="ctr"/>
            <a:endParaRPr lang="en-AU" sz="4400"/>
          </a:p>
          <a:p>
            <a:pPr algn="ctr"/>
            <a:r>
              <a:rPr lang="en-AU" sz="4400" b="1"/>
              <a:t>Explain</a:t>
            </a:r>
            <a:r>
              <a:rPr lang="en-AU" sz="4400"/>
              <a:t> the strategy you used.</a:t>
            </a:r>
          </a:p>
          <a:p>
            <a:pPr algn="ctr"/>
            <a:endParaRPr lang="en-AU" sz="4400" b="1">
              <a:latin typeface="Arial"/>
              <a:cs typeface="Arial"/>
            </a:endParaRPr>
          </a:p>
          <a:p>
            <a:pPr algn="ctr"/>
            <a:endParaRPr lang="en-US" sz="4400" b="1">
              <a:latin typeface="Arial"/>
              <a:cs typeface="Arial"/>
            </a:endParaRPr>
          </a:p>
          <a:p>
            <a:pPr algn="ct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D6AA7882-9128-F96D-36AE-AAE3C6433E5E}"/>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861443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EB60A-DB53-A5B7-8B1E-B76E42DF201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C3A20D-F8A7-870F-024C-C73BED4F0723}"/>
              </a:ext>
            </a:extLst>
          </p:cNvPr>
          <p:cNvSpPr>
            <a:spLocks noGrp="1"/>
          </p:cNvSpPr>
          <p:nvPr>
            <p:ph type="sldNum" sz="quarter" idx="12"/>
          </p:nvPr>
        </p:nvSpPr>
        <p:spPr/>
        <p:txBody>
          <a:bodyPr/>
          <a:lstStyle/>
          <a:p>
            <a:fld id="{10A01DC5-1685-4615-8240-15192985C6A2}" type="slidenum">
              <a:rPr lang="en-AU" smtClean="0"/>
              <a:t>15</a:t>
            </a:fld>
            <a:endParaRPr lang="en-AU"/>
          </a:p>
        </p:txBody>
      </p:sp>
      <p:sp>
        <p:nvSpPr>
          <p:cNvPr id="3" name="Title 2">
            <a:extLst>
              <a:ext uri="{FF2B5EF4-FFF2-40B4-BE49-F238E27FC236}">
                <a16:creationId xmlns:a16="http://schemas.microsoft.com/office/drawing/2014/main" id="{4658F565-BC0F-A638-D187-0FE9F8DCFE2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(6)</a:t>
            </a:r>
          </a:p>
        </p:txBody>
      </p:sp>
      <p:sp>
        <p:nvSpPr>
          <p:cNvPr id="11" name="Picture Placeholder 10">
            <a:extLst>
              <a:ext uri="{FF2B5EF4-FFF2-40B4-BE49-F238E27FC236}">
                <a16:creationId xmlns:a16="http://schemas.microsoft.com/office/drawing/2014/main" id="{1FAEB63C-05D7-629C-93E0-6E9FD7090D30}"/>
              </a:ext>
            </a:extLst>
          </p:cNvPr>
          <p:cNvSpPr>
            <a:spLocks noGrp="1"/>
          </p:cNvSpPr>
          <p:nvPr>
            <p:ph type="pic" sz="quarter" idx="21"/>
          </p:nvPr>
        </p:nvSpPr>
        <p:spPr>
          <a:xfrm>
            <a:off x="1272091" y="905601"/>
            <a:ext cx="9174016" cy="5274482"/>
          </a:xfrm>
        </p:spPr>
        <p:txBody>
          <a:bodyPr/>
          <a:lstStyle/>
          <a:p>
            <a:pPr algn="ctr"/>
            <a:r>
              <a:rPr lang="en-AU" sz="4400"/>
              <a:t>There are </a:t>
            </a:r>
            <a:r>
              <a:rPr lang="en-AU" sz="4400" b="1"/>
              <a:t>10</a:t>
            </a:r>
            <a:r>
              <a:rPr lang="en-AU" sz="4400"/>
              <a:t> marbles in the jar. </a:t>
            </a:r>
          </a:p>
          <a:p>
            <a:pPr algn="ctr"/>
            <a:r>
              <a:rPr lang="en-AU" sz="4400"/>
              <a:t>4 blue, 2 pink, 3 green and 1 yellow. </a:t>
            </a:r>
          </a:p>
          <a:p>
            <a:pPr algn="ctr"/>
            <a:r>
              <a:rPr lang="en-AU" sz="4400"/>
              <a:t>Use </a:t>
            </a:r>
            <a:r>
              <a:rPr lang="en-AU" sz="4400" b="1"/>
              <a:t>fractions</a:t>
            </a:r>
            <a:r>
              <a:rPr lang="en-AU" sz="4400"/>
              <a:t> to </a:t>
            </a:r>
            <a:r>
              <a:rPr lang="en-AU" sz="4400" b="1"/>
              <a:t>assign probabilities</a:t>
            </a:r>
            <a:r>
              <a:rPr lang="en-AU" sz="4400"/>
              <a:t> to the </a:t>
            </a:r>
            <a:r>
              <a:rPr lang="en-AU" sz="4400" b="1"/>
              <a:t>outcomes</a:t>
            </a:r>
            <a:r>
              <a:rPr lang="en-AU" sz="4400"/>
              <a:t> for a chance experiment.</a:t>
            </a:r>
            <a:endParaRPr lang="en-US" sz="4400"/>
          </a:p>
          <a:p>
            <a:endParaRPr lang="en-US">
              <a:latin typeface="Arial"/>
              <a:cs typeface="Arial"/>
            </a:endParaRPr>
          </a:p>
        </p:txBody>
      </p:sp>
      <p:pic>
        <p:nvPicPr>
          <p:cNvPr id="12" name="Picture 11" descr="image of a clipboard with a pencil recording short answer responses">
            <a:extLst>
              <a:ext uri="{FF2B5EF4-FFF2-40B4-BE49-F238E27FC236}">
                <a16:creationId xmlns:a16="http://schemas.microsoft.com/office/drawing/2014/main" id="{9AA4C562-DA8B-AB67-B4B6-E448C50E15A7}"/>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206514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F66E2-F0C5-5138-CAEC-E3751681CC9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5C0EE6-AA77-F601-9124-C2AB88FE1BA4}"/>
              </a:ext>
            </a:extLst>
          </p:cNvPr>
          <p:cNvSpPr>
            <a:spLocks noGrp="1"/>
          </p:cNvSpPr>
          <p:nvPr>
            <p:ph type="sldNum" sz="quarter" idx="12"/>
          </p:nvPr>
        </p:nvSpPr>
        <p:spPr/>
        <p:txBody>
          <a:bodyPr/>
          <a:lstStyle/>
          <a:p>
            <a:fld id="{10A01DC5-1685-4615-8240-15192985C6A2}" type="slidenum">
              <a:rPr lang="en-AU" smtClean="0"/>
              <a:t>16</a:t>
            </a:fld>
            <a:endParaRPr lang="en-AU"/>
          </a:p>
        </p:txBody>
      </p:sp>
      <p:sp>
        <p:nvSpPr>
          <p:cNvPr id="3" name="Title 2">
            <a:extLst>
              <a:ext uri="{FF2B5EF4-FFF2-40B4-BE49-F238E27FC236}">
                <a16:creationId xmlns:a16="http://schemas.microsoft.com/office/drawing/2014/main" id="{97207C71-565C-F655-DA13-564DFCF88FF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(7)</a:t>
            </a:r>
          </a:p>
        </p:txBody>
      </p:sp>
      <p:pic>
        <p:nvPicPr>
          <p:cNvPr id="4" name="Picture 3" descr="image of a clipboard with a pencil recording short answer responses">
            <a:extLst>
              <a:ext uri="{FF2B5EF4-FFF2-40B4-BE49-F238E27FC236}">
                <a16:creationId xmlns:a16="http://schemas.microsoft.com/office/drawing/2014/main" id="{878A31AB-6C94-1BFB-9B08-E66847EEC2BB}"/>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B4EDBA5A-1BB2-2405-C9E5-77271F86F862}"/>
              </a:ext>
            </a:extLst>
          </p:cNvPr>
          <p:cNvSpPr txBox="1"/>
          <p:nvPr/>
        </p:nvSpPr>
        <p:spPr>
          <a:xfrm>
            <a:off x="1874130" y="1746723"/>
            <a:ext cx="8858344" cy="769441"/>
          </a:xfrm>
          <a:prstGeom prst="rect">
            <a:avLst/>
          </a:prstGeom>
          <a:noFill/>
        </p:spPr>
        <p:txBody>
          <a:bodyPr wrap="square">
            <a:spAutoFit/>
          </a:bodyPr>
          <a:lstStyle/>
          <a:p>
            <a:r>
              <a:rPr lang="en-AU" sz="4400" b="1">
                <a:latin typeface="+mj-lt"/>
              </a:rPr>
              <a:t>Prove</a:t>
            </a:r>
            <a:r>
              <a:rPr lang="en-AU" sz="4400">
                <a:latin typeface="+mj-lt"/>
              </a:rPr>
              <a:t> that </a:t>
            </a:r>
            <a:r>
              <a:rPr lang="en-AU" sz="4400" b="1">
                <a:latin typeface="+mj-lt"/>
              </a:rPr>
              <a:t>13</a:t>
            </a:r>
            <a:r>
              <a:rPr lang="en-AU" sz="4400">
                <a:latin typeface="+mj-lt"/>
              </a:rPr>
              <a:t> is a </a:t>
            </a:r>
            <a:r>
              <a:rPr lang="en-AU" sz="4400" b="1">
                <a:latin typeface="+mj-lt"/>
              </a:rPr>
              <a:t>prime number</a:t>
            </a:r>
            <a:r>
              <a:rPr lang="en-AU" sz="4400">
                <a:latin typeface="+mj-lt"/>
              </a:rPr>
              <a:t>.</a:t>
            </a:r>
          </a:p>
        </p:txBody>
      </p:sp>
      <p:sp>
        <p:nvSpPr>
          <p:cNvPr id="7" name="TextBox 6">
            <a:extLst>
              <a:ext uri="{FF2B5EF4-FFF2-40B4-BE49-F238E27FC236}">
                <a16:creationId xmlns:a16="http://schemas.microsoft.com/office/drawing/2014/main" id="{3702F1E6-7B57-B7A4-E988-60EC1ABCF7D0}"/>
              </a:ext>
            </a:extLst>
          </p:cNvPr>
          <p:cNvSpPr txBox="1"/>
          <p:nvPr/>
        </p:nvSpPr>
        <p:spPr>
          <a:xfrm>
            <a:off x="2080551" y="3806383"/>
            <a:ext cx="9257016" cy="769441"/>
          </a:xfrm>
          <a:prstGeom prst="rect">
            <a:avLst/>
          </a:prstGeom>
          <a:noFill/>
        </p:spPr>
        <p:txBody>
          <a:bodyPr wrap="square">
            <a:spAutoFit/>
          </a:bodyPr>
          <a:lstStyle/>
          <a:p>
            <a:r>
              <a:rPr lang="en-US" sz="4400" b="1">
                <a:latin typeface="Arial"/>
                <a:cs typeface="Arial"/>
              </a:rPr>
              <a:t>Communicate</a:t>
            </a:r>
            <a:r>
              <a:rPr lang="en-US" sz="4400">
                <a:latin typeface="Arial"/>
                <a:cs typeface="Arial"/>
              </a:rPr>
              <a:t> your </a:t>
            </a:r>
            <a:r>
              <a:rPr lang="en-US" sz="4400" b="1">
                <a:latin typeface="Arial"/>
                <a:cs typeface="Arial"/>
              </a:rPr>
              <a:t>reasoning</a:t>
            </a:r>
            <a:r>
              <a:rPr lang="en-US" sz="4400">
                <a:latin typeface="Arial"/>
                <a:cs typeface="Arial"/>
              </a:rPr>
              <a:t>. </a:t>
            </a:r>
            <a:endParaRPr lang="en-AU" sz="4400"/>
          </a:p>
        </p:txBody>
      </p:sp>
    </p:spTree>
    <p:extLst>
      <p:ext uri="{BB962C8B-B14F-4D97-AF65-F5344CB8AC3E}">
        <p14:creationId xmlns:p14="http://schemas.microsoft.com/office/powerpoint/2010/main" val="3098002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754AA-2C66-0C25-B9E8-7186573B43F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3FEC2D-FBC9-6ADC-655C-61AE188BF640}"/>
              </a:ext>
            </a:extLst>
          </p:cNvPr>
          <p:cNvSpPr>
            <a:spLocks noGrp="1"/>
          </p:cNvSpPr>
          <p:nvPr>
            <p:ph type="sldNum" sz="quarter" idx="12"/>
          </p:nvPr>
        </p:nvSpPr>
        <p:spPr/>
        <p:txBody>
          <a:bodyPr/>
          <a:lstStyle/>
          <a:p>
            <a:fld id="{10A01DC5-1685-4615-8240-15192985C6A2}" type="slidenum">
              <a:rPr lang="en-AU" smtClean="0"/>
              <a:t>17</a:t>
            </a:fld>
            <a:endParaRPr lang="en-AU"/>
          </a:p>
        </p:txBody>
      </p:sp>
      <p:sp>
        <p:nvSpPr>
          <p:cNvPr id="3" name="Title 2">
            <a:extLst>
              <a:ext uri="{FF2B5EF4-FFF2-40B4-BE49-F238E27FC236}">
                <a16:creationId xmlns:a16="http://schemas.microsoft.com/office/drawing/2014/main" id="{4665DAF2-1A41-F192-2D01-F9D2CDB4341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(8)</a:t>
            </a:r>
          </a:p>
        </p:txBody>
      </p:sp>
      <p:sp>
        <p:nvSpPr>
          <p:cNvPr id="11" name="Picture Placeholder 10">
            <a:extLst>
              <a:ext uri="{FF2B5EF4-FFF2-40B4-BE49-F238E27FC236}">
                <a16:creationId xmlns:a16="http://schemas.microsoft.com/office/drawing/2014/main" id="{686F4CE3-1291-37C6-C630-AE7D9898FB44}"/>
              </a:ext>
            </a:extLst>
          </p:cNvPr>
          <p:cNvSpPr>
            <a:spLocks noGrp="1"/>
          </p:cNvSpPr>
          <p:nvPr>
            <p:ph type="pic" sz="quarter" idx="21"/>
          </p:nvPr>
        </p:nvSpPr>
        <p:spPr>
          <a:xfrm>
            <a:off x="413132" y="1275500"/>
            <a:ext cx="11430868" cy="3879965"/>
          </a:xfrm>
        </p:spPr>
        <p:txBody>
          <a:bodyPr/>
          <a:lstStyle/>
          <a:p>
            <a:pPr algn="ctr">
              <a:spcBef>
                <a:spcPts val="600"/>
              </a:spcBef>
              <a:spcAft>
                <a:spcPts val="2400"/>
              </a:spcAft>
            </a:pPr>
            <a:r>
              <a:rPr lang="en-US" sz="4400">
                <a:latin typeface="Arial"/>
                <a:cs typeface="Arial"/>
              </a:rPr>
              <a:t>Represent </a:t>
            </a:r>
            <a:r>
              <a:rPr lang="en-AU" sz="4400" b="1"/>
              <a:t>13 centimetres and 5 millimetres</a:t>
            </a:r>
            <a:r>
              <a:rPr lang="en-AU" sz="4400"/>
              <a:t> </a:t>
            </a:r>
            <a:r>
              <a:rPr lang="en-US" sz="4400">
                <a:latin typeface="Arial"/>
                <a:cs typeface="Arial"/>
              </a:rPr>
              <a:t>as: </a:t>
            </a:r>
          </a:p>
          <a:p>
            <a:pPr marL="571500" indent="-571500" algn="ctr">
              <a:spcBef>
                <a:spcPts val="600"/>
              </a:spcBef>
              <a:spcAft>
                <a:spcPts val="2400"/>
              </a:spcAft>
              <a:buFont typeface="Arial" panose="020B0604020202020204" pitchFamily="34" charset="0"/>
              <a:buChar char="•"/>
            </a:pPr>
            <a:r>
              <a:rPr lang="en-US" sz="4800">
                <a:latin typeface="Arial"/>
                <a:cs typeface="Arial"/>
              </a:rPr>
              <a:t>a </a:t>
            </a:r>
            <a:r>
              <a:rPr lang="en-US" sz="4800" b="1">
                <a:latin typeface="Arial"/>
                <a:cs typeface="Arial"/>
              </a:rPr>
              <a:t>fraction </a:t>
            </a:r>
          </a:p>
          <a:p>
            <a:pPr marL="571500" indent="-571500" algn="ctr">
              <a:spcBef>
                <a:spcPts val="600"/>
              </a:spcBef>
              <a:spcAft>
                <a:spcPts val="2400"/>
              </a:spcAft>
              <a:buFont typeface="Arial" panose="020B0604020202020204" pitchFamily="34" charset="0"/>
              <a:buChar char="•"/>
            </a:pPr>
            <a:r>
              <a:rPr lang="en-US" sz="4800">
                <a:latin typeface="Arial"/>
                <a:cs typeface="Arial"/>
              </a:rPr>
              <a:t>a </a:t>
            </a:r>
            <a:r>
              <a:rPr lang="en-US" sz="4800" b="1">
                <a:latin typeface="Arial"/>
                <a:cs typeface="Arial"/>
              </a:rPr>
              <a:t>decimal</a:t>
            </a:r>
            <a:endParaRPr lang="en-US" sz="4800" b="1"/>
          </a:p>
        </p:txBody>
      </p:sp>
      <p:pic>
        <p:nvPicPr>
          <p:cNvPr id="4" name="Picture 3" descr="image of a clipboard with a pencil recording short answer responses">
            <a:extLst>
              <a:ext uri="{FF2B5EF4-FFF2-40B4-BE49-F238E27FC236}">
                <a16:creationId xmlns:a16="http://schemas.microsoft.com/office/drawing/2014/main" id="{9008FCB9-73D4-8BB4-C873-11DABD7754D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923910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18</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2 – integer number line 1</a:t>
            </a:r>
          </a:p>
        </p:txBody>
      </p:sp>
      <p:grpSp>
        <p:nvGrpSpPr>
          <p:cNvPr id="4" name="Group 2" descr="A number line with 6 evenly spaced markers labelled A, B, C, D, E and F.">
            <a:extLst>
              <a:ext uri="{FF2B5EF4-FFF2-40B4-BE49-F238E27FC236}">
                <a16:creationId xmlns:a16="http://schemas.microsoft.com/office/drawing/2014/main" id="{61EA2260-E14D-3A51-E632-76A34AEC6EBA}"/>
              </a:ext>
            </a:extLst>
          </p:cNvPr>
          <p:cNvGrpSpPr/>
          <p:nvPr/>
        </p:nvGrpSpPr>
        <p:grpSpPr>
          <a:xfrm>
            <a:off x="1931807" y="1969069"/>
            <a:ext cx="8500219" cy="1679999"/>
            <a:chOff x="0" y="0"/>
            <a:chExt cx="11333626" cy="2239998"/>
          </a:xfrm>
        </p:grpSpPr>
        <p:sp>
          <p:nvSpPr>
            <p:cNvPr id="5" name="AutoShape 3">
              <a:extLst>
                <a:ext uri="{FF2B5EF4-FFF2-40B4-BE49-F238E27FC236}">
                  <a16:creationId xmlns:a16="http://schemas.microsoft.com/office/drawing/2014/main" id="{22E9A48B-BCDA-9BBC-42C4-5FCE36C50210}"/>
                </a:ext>
              </a:extLst>
            </p:cNvPr>
            <p:cNvSpPr/>
            <p:nvPr/>
          </p:nvSpPr>
          <p:spPr>
            <a:xfrm flipV="1">
              <a:off x="5082233" y="1481786"/>
              <a:ext cx="0" cy="581400"/>
            </a:xfrm>
            <a:prstGeom prst="line">
              <a:avLst/>
            </a:prstGeom>
            <a:ln w="50800" cap="flat">
              <a:solidFill>
                <a:srgbClr val="000000"/>
              </a:solidFill>
              <a:prstDash val="solid"/>
              <a:headEnd type="none" w="sm" len="sm"/>
              <a:tailEnd type="none" w="sm" len="sm"/>
            </a:ln>
          </p:spPr>
          <p:txBody>
            <a:bodyPr/>
            <a:lstStyle/>
            <a:p>
              <a:endParaRPr lang="en-AU"/>
            </a:p>
          </p:txBody>
        </p:sp>
        <p:sp>
          <p:nvSpPr>
            <p:cNvPr id="6" name="Freeform 4">
              <a:extLst>
                <a:ext uri="{FF2B5EF4-FFF2-40B4-BE49-F238E27FC236}">
                  <a16:creationId xmlns:a16="http://schemas.microsoft.com/office/drawing/2014/main" id="{69483A9A-D838-5E17-A45C-12F70A61281F}"/>
                </a:ext>
              </a:extLst>
            </p:cNvPr>
            <p:cNvSpPr/>
            <p:nvPr/>
          </p:nvSpPr>
          <p:spPr>
            <a:xfrm>
              <a:off x="0" y="1772486"/>
              <a:ext cx="11333626" cy="467512"/>
            </a:xfrm>
            <a:custGeom>
              <a:avLst/>
              <a:gdLst/>
              <a:ahLst/>
              <a:cxnLst/>
              <a:rect l="l" t="t" r="r" b="b"/>
              <a:pathLst>
                <a:path w="11333626" h="467512">
                  <a:moveTo>
                    <a:pt x="0" y="0"/>
                  </a:moveTo>
                  <a:lnTo>
                    <a:pt x="11333626" y="0"/>
                  </a:lnTo>
                  <a:lnTo>
                    <a:pt x="11333626" y="467512"/>
                  </a:lnTo>
                  <a:lnTo>
                    <a:pt x="0" y="46751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7" name="AutoShape 5">
              <a:extLst>
                <a:ext uri="{FF2B5EF4-FFF2-40B4-BE49-F238E27FC236}">
                  <a16:creationId xmlns:a16="http://schemas.microsoft.com/office/drawing/2014/main" id="{4B2CB845-70B7-C5E8-7E8E-0EC70A0C2779}"/>
                </a:ext>
              </a:extLst>
            </p:cNvPr>
            <p:cNvSpPr/>
            <p:nvPr/>
          </p:nvSpPr>
          <p:spPr>
            <a:xfrm flipV="1">
              <a:off x="3463551" y="1481606"/>
              <a:ext cx="0" cy="548750"/>
            </a:xfrm>
            <a:prstGeom prst="line">
              <a:avLst/>
            </a:prstGeom>
            <a:ln w="50800" cap="flat">
              <a:solidFill>
                <a:srgbClr val="000000"/>
              </a:solidFill>
              <a:prstDash val="solid"/>
              <a:headEnd type="none" w="sm" len="sm"/>
              <a:tailEnd type="none" w="sm" len="sm"/>
            </a:ln>
          </p:spPr>
          <p:txBody>
            <a:bodyPr/>
            <a:lstStyle/>
            <a:p>
              <a:endParaRPr lang="en-AU"/>
            </a:p>
          </p:txBody>
        </p:sp>
        <p:sp>
          <p:nvSpPr>
            <p:cNvPr id="8" name="AutoShape 6">
              <a:extLst>
                <a:ext uri="{FF2B5EF4-FFF2-40B4-BE49-F238E27FC236}">
                  <a16:creationId xmlns:a16="http://schemas.microsoft.com/office/drawing/2014/main" id="{38E6FA82-D0B6-4F88-8BD9-28B96B712C62}"/>
                </a:ext>
              </a:extLst>
            </p:cNvPr>
            <p:cNvSpPr/>
            <p:nvPr/>
          </p:nvSpPr>
          <p:spPr>
            <a:xfrm flipV="1">
              <a:off x="1845113" y="1481786"/>
              <a:ext cx="0" cy="581400"/>
            </a:xfrm>
            <a:prstGeom prst="line">
              <a:avLst/>
            </a:prstGeom>
            <a:ln w="50800" cap="flat">
              <a:solidFill>
                <a:srgbClr val="000000"/>
              </a:solidFill>
              <a:prstDash val="solid"/>
              <a:headEnd type="none" w="sm" len="sm"/>
              <a:tailEnd type="none" w="sm" len="sm"/>
            </a:ln>
          </p:spPr>
          <p:txBody>
            <a:bodyPr/>
            <a:lstStyle/>
            <a:p>
              <a:endParaRPr lang="en-AU"/>
            </a:p>
          </p:txBody>
        </p:sp>
        <p:sp>
          <p:nvSpPr>
            <p:cNvPr id="9" name="AutoShape 7">
              <a:extLst>
                <a:ext uri="{FF2B5EF4-FFF2-40B4-BE49-F238E27FC236}">
                  <a16:creationId xmlns:a16="http://schemas.microsoft.com/office/drawing/2014/main" id="{219FBAF4-4E9C-E725-D4E0-71CE80B56250}"/>
                </a:ext>
              </a:extLst>
            </p:cNvPr>
            <p:cNvSpPr/>
            <p:nvPr/>
          </p:nvSpPr>
          <p:spPr>
            <a:xfrm flipV="1">
              <a:off x="6700793" y="1481606"/>
              <a:ext cx="0" cy="548750"/>
            </a:xfrm>
            <a:prstGeom prst="line">
              <a:avLst/>
            </a:prstGeom>
            <a:ln w="50800" cap="flat">
              <a:solidFill>
                <a:srgbClr val="000000"/>
              </a:solidFill>
              <a:prstDash val="solid"/>
              <a:headEnd type="none" w="sm" len="sm"/>
              <a:tailEnd type="none" w="sm" len="sm"/>
            </a:ln>
          </p:spPr>
          <p:txBody>
            <a:bodyPr/>
            <a:lstStyle/>
            <a:p>
              <a:endParaRPr lang="en-AU"/>
            </a:p>
          </p:txBody>
        </p:sp>
        <p:sp>
          <p:nvSpPr>
            <p:cNvPr id="10" name="AutoShape 8">
              <a:extLst>
                <a:ext uri="{FF2B5EF4-FFF2-40B4-BE49-F238E27FC236}">
                  <a16:creationId xmlns:a16="http://schemas.microsoft.com/office/drawing/2014/main" id="{9CF49FB2-5DA2-772B-7B01-0D23EC1D74E1}"/>
                </a:ext>
              </a:extLst>
            </p:cNvPr>
            <p:cNvSpPr/>
            <p:nvPr/>
          </p:nvSpPr>
          <p:spPr>
            <a:xfrm flipV="1">
              <a:off x="9937913" y="1481606"/>
              <a:ext cx="0" cy="573507"/>
            </a:xfrm>
            <a:prstGeom prst="line">
              <a:avLst/>
            </a:prstGeom>
            <a:ln w="50800" cap="flat">
              <a:solidFill>
                <a:srgbClr val="000000"/>
              </a:solidFill>
              <a:prstDash val="solid"/>
              <a:headEnd type="none" w="sm" len="sm"/>
              <a:tailEnd type="none" w="sm" len="sm"/>
            </a:ln>
          </p:spPr>
          <p:txBody>
            <a:bodyPr/>
            <a:lstStyle/>
            <a:p>
              <a:endParaRPr lang="en-AU"/>
            </a:p>
          </p:txBody>
        </p:sp>
        <p:sp>
          <p:nvSpPr>
            <p:cNvPr id="11" name="Freeform 9">
              <a:extLst>
                <a:ext uri="{FF2B5EF4-FFF2-40B4-BE49-F238E27FC236}">
                  <a16:creationId xmlns:a16="http://schemas.microsoft.com/office/drawing/2014/main" id="{3923A54D-4228-4D04-AD9E-8EE122A9FA6D}"/>
                </a:ext>
              </a:extLst>
            </p:cNvPr>
            <p:cNvSpPr/>
            <p:nvPr/>
          </p:nvSpPr>
          <p:spPr>
            <a:xfrm>
              <a:off x="1133192" y="0"/>
              <a:ext cx="1111041" cy="1326616"/>
            </a:xfrm>
            <a:custGeom>
              <a:avLst/>
              <a:gdLst/>
              <a:ahLst/>
              <a:cxnLst/>
              <a:rect l="l" t="t" r="r" b="b"/>
              <a:pathLst>
                <a:path w="1111041" h="1326616">
                  <a:moveTo>
                    <a:pt x="0" y="0"/>
                  </a:moveTo>
                  <a:lnTo>
                    <a:pt x="1111041" y="0"/>
                  </a:lnTo>
                  <a:lnTo>
                    <a:pt x="1111041" y="1326616"/>
                  </a:lnTo>
                  <a:lnTo>
                    <a:pt x="0" y="132661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2" name="TextBox 10">
              <a:extLst>
                <a:ext uri="{FF2B5EF4-FFF2-40B4-BE49-F238E27FC236}">
                  <a16:creationId xmlns:a16="http://schemas.microsoft.com/office/drawing/2014/main" id="{029A7261-A334-0109-B1D7-EB2CDCB0DABE}"/>
                </a:ext>
              </a:extLst>
            </p:cNvPr>
            <p:cNvSpPr txBox="1"/>
            <p:nvPr/>
          </p:nvSpPr>
          <p:spPr>
            <a:xfrm>
              <a:off x="1500197" y="285695"/>
              <a:ext cx="377031" cy="698077"/>
            </a:xfrm>
            <a:prstGeom prst="rect">
              <a:avLst/>
            </a:prstGeom>
          </p:spPr>
          <p:txBody>
            <a:bodyPr lIns="0" tIns="0" rIns="0" bIns="0" rtlCol="0" anchor="t">
              <a:spAutoFit/>
            </a:bodyPr>
            <a:lstStyle/>
            <a:p>
              <a:pPr algn="ctr">
                <a:lnSpc>
                  <a:spcPts val="4480"/>
                </a:lnSpc>
              </a:pPr>
              <a:r>
                <a:rPr lang="en-US" sz="3200">
                  <a:solidFill>
                    <a:srgbClr val="000000"/>
                  </a:solidFill>
                  <a:latin typeface="Canva Sans Bold"/>
                  <a:ea typeface="Canva Sans Bold"/>
                  <a:cs typeface="Canva Sans Bold"/>
                  <a:sym typeface="Canva Sans Bold"/>
                </a:rPr>
                <a:t>A</a:t>
              </a:r>
            </a:p>
          </p:txBody>
        </p:sp>
        <p:sp>
          <p:nvSpPr>
            <p:cNvPr id="13" name="Freeform 11">
              <a:extLst>
                <a:ext uri="{FF2B5EF4-FFF2-40B4-BE49-F238E27FC236}">
                  <a16:creationId xmlns:a16="http://schemas.microsoft.com/office/drawing/2014/main" id="{93CF36F6-B014-E0CB-F62B-CAF6445871D3}"/>
                </a:ext>
              </a:extLst>
            </p:cNvPr>
            <p:cNvSpPr/>
            <p:nvPr/>
          </p:nvSpPr>
          <p:spPr>
            <a:xfrm>
              <a:off x="2866533" y="0"/>
              <a:ext cx="1111041" cy="1326616"/>
            </a:xfrm>
            <a:custGeom>
              <a:avLst/>
              <a:gdLst/>
              <a:ahLst/>
              <a:cxnLst/>
              <a:rect l="l" t="t" r="r" b="b"/>
              <a:pathLst>
                <a:path w="1111041" h="1326616">
                  <a:moveTo>
                    <a:pt x="0" y="0"/>
                  </a:moveTo>
                  <a:lnTo>
                    <a:pt x="1111042" y="0"/>
                  </a:lnTo>
                  <a:lnTo>
                    <a:pt x="1111042" y="1326616"/>
                  </a:lnTo>
                  <a:lnTo>
                    <a:pt x="0" y="132661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4" name="TextBox 12">
              <a:extLst>
                <a:ext uri="{FF2B5EF4-FFF2-40B4-BE49-F238E27FC236}">
                  <a16:creationId xmlns:a16="http://schemas.microsoft.com/office/drawing/2014/main" id="{9678E15D-F0ED-1691-AE24-20D858FA3497}"/>
                </a:ext>
              </a:extLst>
            </p:cNvPr>
            <p:cNvSpPr txBox="1"/>
            <p:nvPr/>
          </p:nvSpPr>
          <p:spPr>
            <a:xfrm>
              <a:off x="3201809" y="285695"/>
              <a:ext cx="378354" cy="698077"/>
            </a:xfrm>
            <a:prstGeom prst="rect">
              <a:avLst/>
            </a:prstGeom>
          </p:spPr>
          <p:txBody>
            <a:bodyPr lIns="0" tIns="0" rIns="0" bIns="0" rtlCol="0" anchor="t">
              <a:spAutoFit/>
            </a:bodyPr>
            <a:lstStyle/>
            <a:p>
              <a:pPr algn="ctr">
                <a:lnSpc>
                  <a:spcPts val="4480"/>
                </a:lnSpc>
              </a:pPr>
              <a:r>
                <a:rPr lang="en-US" sz="3200">
                  <a:solidFill>
                    <a:srgbClr val="000000"/>
                  </a:solidFill>
                  <a:latin typeface="Canva Sans Bold"/>
                  <a:ea typeface="Canva Sans Bold"/>
                  <a:cs typeface="Canva Sans Bold"/>
                  <a:sym typeface="Canva Sans Bold"/>
                </a:rPr>
                <a:t>B</a:t>
              </a:r>
            </a:p>
          </p:txBody>
        </p:sp>
        <p:sp>
          <p:nvSpPr>
            <p:cNvPr id="15" name="Freeform 13">
              <a:extLst>
                <a:ext uri="{FF2B5EF4-FFF2-40B4-BE49-F238E27FC236}">
                  <a16:creationId xmlns:a16="http://schemas.microsoft.com/office/drawing/2014/main" id="{DC15F411-48E3-C6FF-E56D-1C12745A1C86}"/>
                </a:ext>
              </a:extLst>
            </p:cNvPr>
            <p:cNvSpPr/>
            <p:nvPr/>
          </p:nvSpPr>
          <p:spPr>
            <a:xfrm>
              <a:off x="4602871" y="0"/>
              <a:ext cx="958724" cy="1144745"/>
            </a:xfrm>
            <a:custGeom>
              <a:avLst/>
              <a:gdLst/>
              <a:ahLst/>
              <a:cxnLst/>
              <a:rect l="l" t="t" r="r" b="b"/>
              <a:pathLst>
                <a:path w="958724" h="1144745">
                  <a:moveTo>
                    <a:pt x="0" y="0"/>
                  </a:moveTo>
                  <a:lnTo>
                    <a:pt x="958724" y="0"/>
                  </a:lnTo>
                  <a:lnTo>
                    <a:pt x="958724" y="1144745"/>
                  </a:lnTo>
                  <a:lnTo>
                    <a:pt x="0" y="114474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6" name="TextBox 14">
              <a:extLst>
                <a:ext uri="{FF2B5EF4-FFF2-40B4-BE49-F238E27FC236}">
                  <a16:creationId xmlns:a16="http://schemas.microsoft.com/office/drawing/2014/main" id="{37623E00-DF7C-9733-0E06-A97BAEC9E9D3}"/>
                </a:ext>
              </a:extLst>
            </p:cNvPr>
            <p:cNvSpPr txBox="1"/>
            <p:nvPr/>
          </p:nvSpPr>
          <p:spPr>
            <a:xfrm>
              <a:off x="4844039" y="194759"/>
              <a:ext cx="507206" cy="698077"/>
            </a:xfrm>
            <a:prstGeom prst="rect">
              <a:avLst/>
            </a:prstGeom>
          </p:spPr>
          <p:txBody>
            <a:bodyPr lIns="0" tIns="0" rIns="0" bIns="0" rtlCol="0" anchor="t">
              <a:spAutoFit/>
            </a:bodyPr>
            <a:lstStyle/>
            <a:p>
              <a:pPr algn="ctr">
                <a:lnSpc>
                  <a:spcPts val="4480"/>
                </a:lnSpc>
              </a:pPr>
              <a:r>
                <a:rPr lang="en-US" sz="3200">
                  <a:solidFill>
                    <a:srgbClr val="000000"/>
                  </a:solidFill>
                  <a:latin typeface="Canva Sans Bold"/>
                  <a:ea typeface="Canva Sans Bold"/>
                  <a:cs typeface="Canva Sans Bold"/>
                  <a:sym typeface="Canva Sans Bold"/>
                </a:rPr>
                <a:t>C </a:t>
              </a:r>
            </a:p>
          </p:txBody>
        </p:sp>
        <p:sp>
          <p:nvSpPr>
            <p:cNvPr id="17" name="TextBox 15">
              <a:extLst>
                <a:ext uri="{FF2B5EF4-FFF2-40B4-BE49-F238E27FC236}">
                  <a16:creationId xmlns:a16="http://schemas.microsoft.com/office/drawing/2014/main" id="{9C9D07C0-0D68-240E-81ED-385158DFE95F}"/>
                </a:ext>
              </a:extLst>
            </p:cNvPr>
            <p:cNvSpPr txBox="1"/>
            <p:nvPr/>
          </p:nvSpPr>
          <p:spPr>
            <a:xfrm>
              <a:off x="6221863" y="-8441"/>
              <a:ext cx="507206" cy="698077"/>
            </a:xfrm>
            <a:prstGeom prst="rect">
              <a:avLst/>
            </a:prstGeom>
          </p:spPr>
          <p:txBody>
            <a:bodyPr lIns="0" tIns="0" rIns="0" bIns="0" rtlCol="0" anchor="t">
              <a:spAutoFit/>
            </a:bodyPr>
            <a:lstStyle/>
            <a:p>
              <a:pPr algn="ctr">
                <a:lnSpc>
                  <a:spcPts val="4480"/>
                </a:lnSpc>
              </a:pPr>
              <a:r>
                <a:rPr lang="en-US" sz="3200">
                  <a:solidFill>
                    <a:srgbClr val="000000"/>
                  </a:solidFill>
                  <a:latin typeface="Canva Sans Bold"/>
                  <a:ea typeface="Canva Sans Bold"/>
                  <a:cs typeface="Canva Sans Bold"/>
                  <a:sym typeface="Canva Sans Bold"/>
                </a:rPr>
                <a:t>C </a:t>
              </a:r>
            </a:p>
          </p:txBody>
        </p:sp>
        <p:sp>
          <p:nvSpPr>
            <p:cNvPr id="18" name="Freeform 16">
              <a:extLst>
                <a:ext uri="{FF2B5EF4-FFF2-40B4-BE49-F238E27FC236}">
                  <a16:creationId xmlns:a16="http://schemas.microsoft.com/office/drawing/2014/main" id="{C0B69A7A-8B26-B889-847E-E7BB07E43640}"/>
                </a:ext>
              </a:extLst>
            </p:cNvPr>
            <p:cNvSpPr/>
            <p:nvPr/>
          </p:nvSpPr>
          <p:spPr>
            <a:xfrm>
              <a:off x="6183895" y="0"/>
              <a:ext cx="958724" cy="1144745"/>
            </a:xfrm>
            <a:custGeom>
              <a:avLst/>
              <a:gdLst/>
              <a:ahLst/>
              <a:cxnLst/>
              <a:rect l="l" t="t" r="r" b="b"/>
              <a:pathLst>
                <a:path w="958724" h="1144745">
                  <a:moveTo>
                    <a:pt x="0" y="0"/>
                  </a:moveTo>
                  <a:lnTo>
                    <a:pt x="958723" y="0"/>
                  </a:lnTo>
                  <a:lnTo>
                    <a:pt x="958723" y="1144745"/>
                  </a:lnTo>
                  <a:lnTo>
                    <a:pt x="0" y="114474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9" name="TextBox 17">
              <a:extLst>
                <a:ext uri="{FF2B5EF4-FFF2-40B4-BE49-F238E27FC236}">
                  <a16:creationId xmlns:a16="http://schemas.microsoft.com/office/drawing/2014/main" id="{2D8144DF-3416-93E0-87A5-7384A19E0CFB}"/>
                </a:ext>
              </a:extLst>
            </p:cNvPr>
            <p:cNvSpPr txBox="1"/>
            <p:nvPr/>
          </p:nvSpPr>
          <p:spPr>
            <a:xfrm>
              <a:off x="6425063" y="194759"/>
              <a:ext cx="507206" cy="698077"/>
            </a:xfrm>
            <a:prstGeom prst="rect">
              <a:avLst/>
            </a:prstGeom>
          </p:spPr>
          <p:txBody>
            <a:bodyPr lIns="0" tIns="0" rIns="0" bIns="0" rtlCol="0" anchor="t">
              <a:spAutoFit/>
            </a:bodyPr>
            <a:lstStyle/>
            <a:p>
              <a:pPr algn="ctr">
                <a:lnSpc>
                  <a:spcPts val="4480"/>
                </a:lnSpc>
              </a:pPr>
              <a:r>
                <a:rPr lang="en-US" sz="3200">
                  <a:solidFill>
                    <a:srgbClr val="000000"/>
                  </a:solidFill>
                  <a:latin typeface="Canva Sans Bold"/>
                  <a:ea typeface="Canva Sans Bold"/>
                  <a:cs typeface="Canva Sans Bold"/>
                  <a:sym typeface="Canva Sans Bold"/>
                </a:rPr>
                <a:t>D</a:t>
              </a:r>
            </a:p>
          </p:txBody>
        </p:sp>
        <p:sp>
          <p:nvSpPr>
            <p:cNvPr id="20" name="AutoShape 18">
              <a:extLst>
                <a:ext uri="{FF2B5EF4-FFF2-40B4-BE49-F238E27FC236}">
                  <a16:creationId xmlns:a16="http://schemas.microsoft.com/office/drawing/2014/main" id="{178BB78A-4BB3-1F7A-09A3-89F562A53980}"/>
                </a:ext>
              </a:extLst>
            </p:cNvPr>
            <p:cNvSpPr/>
            <p:nvPr/>
          </p:nvSpPr>
          <p:spPr>
            <a:xfrm flipV="1">
              <a:off x="8319353" y="1481606"/>
              <a:ext cx="0" cy="565255"/>
            </a:xfrm>
            <a:prstGeom prst="line">
              <a:avLst/>
            </a:prstGeom>
            <a:ln w="50800" cap="flat">
              <a:solidFill>
                <a:srgbClr val="000000"/>
              </a:solidFill>
              <a:prstDash val="solid"/>
              <a:headEnd type="none" w="sm" len="sm"/>
              <a:tailEnd type="none" w="sm" len="sm"/>
            </a:ln>
          </p:spPr>
          <p:txBody>
            <a:bodyPr/>
            <a:lstStyle/>
            <a:p>
              <a:endParaRPr lang="en-AU"/>
            </a:p>
          </p:txBody>
        </p:sp>
        <p:sp>
          <p:nvSpPr>
            <p:cNvPr id="21" name="Freeform 19">
              <a:extLst>
                <a:ext uri="{FF2B5EF4-FFF2-40B4-BE49-F238E27FC236}">
                  <a16:creationId xmlns:a16="http://schemas.microsoft.com/office/drawing/2014/main" id="{809F575D-2FE0-3D9E-DD80-5071DC810539}"/>
                </a:ext>
              </a:extLst>
            </p:cNvPr>
            <p:cNvSpPr/>
            <p:nvPr/>
          </p:nvSpPr>
          <p:spPr>
            <a:xfrm>
              <a:off x="7743564" y="0"/>
              <a:ext cx="1111041" cy="1326616"/>
            </a:xfrm>
            <a:custGeom>
              <a:avLst/>
              <a:gdLst/>
              <a:ahLst/>
              <a:cxnLst/>
              <a:rect l="l" t="t" r="r" b="b"/>
              <a:pathLst>
                <a:path w="1111041" h="1326616">
                  <a:moveTo>
                    <a:pt x="0" y="0"/>
                  </a:moveTo>
                  <a:lnTo>
                    <a:pt x="1111041" y="0"/>
                  </a:lnTo>
                  <a:lnTo>
                    <a:pt x="1111041" y="1326616"/>
                  </a:lnTo>
                  <a:lnTo>
                    <a:pt x="0" y="132661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2" name="TextBox 20">
              <a:extLst>
                <a:ext uri="{FF2B5EF4-FFF2-40B4-BE49-F238E27FC236}">
                  <a16:creationId xmlns:a16="http://schemas.microsoft.com/office/drawing/2014/main" id="{81CC598A-8638-666A-0EA2-62E7B28333FF}"/>
                </a:ext>
              </a:extLst>
            </p:cNvPr>
            <p:cNvSpPr txBox="1"/>
            <p:nvPr/>
          </p:nvSpPr>
          <p:spPr>
            <a:xfrm>
              <a:off x="8132794" y="285695"/>
              <a:ext cx="332581" cy="698077"/>
            </a:xfrm>
            <a:prstGeom prst="rect">
              <a:avLst/>
            </a:prstGeom>
          </p:spPr>
          <p:txBody>
            <a:bodyPr lIns="0" tIns="0" rIns="0" bIns="0" rtlCol="0" anchor="t">
              <a:spAutoFit/>
            </a:bodyPr>
            <a:lstStyle/>
            <a:p>
              <a:pPr algn="ctr">
                <a:lnSpc>
                  <a:spcPts val="4480"/>
                </a:lnSpc>
              </a:pPr>
              <a:r>
                <a:rPr lang="en-US" sz="3200">
                  <a:solidFill>
                    <a:srgbClr val="000000"/>
                  </a:solidFill>
                  <a:latin typeface="Canva Sans Bold"/>
                  <a:ea typeface="Canva Sans Bold"/>
                  <a:cs typeface="Canva Sans Bold"/>
                  <a:sym typeface="Canva Sans Bold"/>
                </a:rPr>
                <a:t>E</a:t>
              </a:r>
            </a:p>
          </p:txBody>
        </p:sp>
        <p:sp>
          <p:nvSpPr>
            <p:cNvPr id="23" name="Freeform 21">
              <a:extLst>
                <a:ext uri="{FF2B5EF4-FFF2-40B4-BE49-F238E27FC236}">
                  <a16:creationId xmlns:a16="http://schemas.microsoft.com/office/drawing/2014/main" id="{10ECCA43-02E6-9582-392E-0BEDCCE44FC2}"/>
                </a:ext>
              </a:extLst>
            </p:cNvPr>
            <p:cNvSpPr/>
            <p:nvPr/>
          </p:nvSpPr>
          <p:spPr>
            <a:xfrm>
              <a:off x="9351388" y="83404"/>
              <a:ext cx="958724" cy="1144745"/>
            </a:xfrm>
            <a:custGeom>
              <a:avLst/>
              <a:gdLst/>
              <a:ahLst/>
              <a:cxnLst/>
              <a:rect l="l" t="t" r="r" b="b"/>
              <a:pathLst>
                <a:path w="958724" h="1144745">
                  <a:moveTo>
                    <a:pt x="0" y="0"/>
                  </a:moveTo>
                  <a:lnTo>
                    <a:pt x="958723" y="0"/>
                  </a:lnTo>
                  <a:lnTo>
                    <a:pt x="958723" y="1144745"/>
                  </a:lnTo>
                  <a:lnTo>
                    <a:pt x="0" y="114474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4" name="TextBox 22">
              <a:extLst>
                <a:ext uri="{FF2B5EF4-FFF2-40B4-BE49-F238E27FC236}">
                  <a16:creationId xmlns:a16="http://schemas.microsoft.com/office/drawing/2014/main" id="{B8264264-F4A2-85AA-70BF-73BF0DFB876F}"/>
                </a:ext>
              </a:extLst>
            </p:cNvPr>
            <p:cNvSpPr txBox="1"/>
            <p:nvPr/>
          </p:nvSpPr>
          <p:spPr>
            <a:xfrm>
              <a:off x="9674381" y="278163"/>
              <a:ext cx="312738" cy="698077"/>
            </a:xfrm>
            <a:prstGeom prst="rect">
              <a:avLst/>
            </a:prstGeom>
          </p:spPr>
          <p:txBody>
            <a:bodyPr lIns="0" tIns="0" rIns="0" bIns="0" rtlCol="0" anchor="t">
              <a:spAutoFit/>
            </a:bodyPr>
            <a:lstStyle/>
            <a:p>
              <a:pPr algn="ctr">
                <a:lnSpc>
                  <a:spcPts val="4480"/>
                </a:lnSpc>
              </a:pPr>
              <a:r>
                <a:rPr lang="en-US" sz="3200">
                  <a:solidFill>
                    <a:srgbClr val="000000"/>
                  </a:solidFill>
                  <a:latin typeface="Canva Sans Bold"/>
                  <a:ea typeface="Canva Sans Bold"/>
                  <a:cs typeface="Canva Sans Bold"/>
                  <a:sym typeface="Canva Sans Bold"/>
                </a:rPr>
                <a:t>F</a:t>
              </a:r>
            </a:p>
          </p:txBody>
        </p:sp>
      </p:grpSp>
      <p:grpSp>
        <p:nvGrpSpPr>
          <p:cNvPr id="25" name="Group 23" descr="A number line with 7 evenly spaced markers labelled A, B, C, 0, D, E and F.">
            <a:extLst>
              <a:ext uri="{FF2B5EF4-FFF2-40B4-BE49-F238E27FC236}">
                <a16:creationId xmlns:a16="http://schemas.microsoft.com/office/drawing/2014/main" id="{4E43BF84-33B9-1BD5-F507-76C641D7A73E}"/>
              </a:ext>
            </a:extLst>
          </p:cNvPr>
          <p:cNvGrpSpPr/>
          <p:nvPr/>
        </p:nvGrpSpPr>
        <p:grpSpPr>
          <a:xfrm>
            <a:off x="1446943" y="1975565"/>
            <a:ext cx="9377089" cy="1668129"/>
            <a:chOff x="0" y="0"/>
            <a:chExt cx="12502786" cy="2224172"/>
          </a:xfrm>
        </p:grpSpPr>
        <p:sp>
          <p:nvSpPr>
            <p:cNvPr id="26" name="Freeform 24">
              <a:extLst>
                <a:ext uri="{FF2B5EF4-FFF2-40B4-BE49-F238E27FC236}">
                  <a16:creationId xmlns:a16="http://schemas.microsoft.com/office/drawing/2014/main" id="{2965FCBB-7EEC-85C0-71E0-15FF48141614}"/>
                </a:ext>
              </a:extLst>
            </p:cNvPr>
            <p:cNvSpPr/>
            <p:nvPr/>
          </p:nvSpPr>
          <p:spPr>
            <a:xfrm>
              <a:off x="973736" y="0"/>
              <a:ext cx="1111041" cy="1326616"/>
            </a:xfrm>
            <a:custGeom>
              <a:avLst/>
              <a:gdLst/>
              <a:ahLst/>
              <a:cxnLst/>
              <a:rect l="l" t="t" r="r" b="b"/>
              <a:pathLst>
                <a:path w="1111041" h="1326616">
                  <a:moveTo>
                    <a:pt x="0" y="0"/>
                  </a:moveTo>
                  <a:lnTo>
                    <a:pt x="1111041" y="0"/>
                  </a:lnTo>
                  <a:lnTo>
                    <a:pt x="1111041" y="1326616"/>
                  </a:lnTo>
                  <a:lnTo>
                    <a:pt x="0" y="132661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7" name="TextBox 25">
              <a:extLst>
                <a:ext uri="{FF2B5EF4-FFF2-40B4-BE49-F238E27FC236}">
                  <a16:creationId xmlns:a16="http://schemas.microsoft.com/office/drawing/2014/main" id="{F0925199-4C14-18E0-017A-8FCA72185993}"/>
                </a:ext>
              </a:extLst>
            </p:cNvPr>
            <p:cNvSpPr txBox="1"/>
            <p:nvPr/>
          </p:nvSpPr>
          <p:spPr>
            <a:xfrm>
              <a:off x="1308782" y="285695"/>
              <a:ext cx="377031" cy="698077"/>
            </a:xfrm>
            <a:prstGeom prst="rect">
              <a:avLst/>
            </a:prstGeom>
          </p:spPr>
          <p:txBody>
            <a:bodyPr lIns="0" tIns="0" rIns="0" bIns="0" rtlCol="0" anchor="t">
              <a:spAutoFit/>
            </a:bodyPr>
            <a:lstStyle/>
            <a:p>
              <a:pPr algn="ctr">
                <a:lnSpc>
                  <a:spcPts val="4480"/>
                </a:lnSpc>
              </a:pPr>
              <a:r>
                <a:rPr lang="en-US" sz="3200">
                  <a:solidFill>
                    <a:srgbClr val="000000"/>
                  </a:solidFill>
                  <a:latin typeface="Canva Sans Bold"/>
                  <a:ea typeface="Canva Sans Bold"/>
                  <a:cs typeface="Canva Sans Bold"/>
                  <a:sym typeface="Canva Sans Bold"/>
                </a:rPr>
                <a:t>A</a:t>
              </a:r>
            </a:p>
          </p:txBody>
        </p:sp>
        <p:sp>
          <p:nvSpPr>
            <p:cNvPr id="28" name="Freeform 26">
              <a:extLst>
                <a:ext uri="{FF2B5EF4-FFF2-40B4-BE49-F238E27FC236}">
                  <a16:creationId xmlns:a16="http://schemas.microsoft.com/office/drawing/2014/main" id="{C202CC20-28BE-2519-55B0-05C6135F07AB}"/>
                </a:ext>
              </a:extLst>
            </p:cNvPr>
            <p:cNvSpPr/>
            <p:nvPr/>
          </p:nvSpPr>
          <p:spPr>
            <a:xfrm>
              <a:off x="2639636" y="0"/>
              <a:ext cx="1111041" cy="1326616"/>
            </a:xfrm>
            <a:custGeom>
              <a:avLst/>
              <a:gdLst/>
              <a:ahLst/>
              <a:cxnLst/>
              <a:rect l="l" t="t" r="r" b="b"/>
              <a:pathLst>
                <a:path w="1111041" h="1326616">
                  <a:moveTo>
                    <a:pt x="0" y="0"/>
                  </a:moveTo>
                  <a:lnTo>
                    <a:pt x="1111041" y="0"/>
                  </a:lnTo>
                  <a:lnTo>
                    <a:pt x="1111041" y="1326616"/>
                  </a:lnTo>
                  <a:lnTo>
                    <a:pt x="0" y="132661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9" name="TextBox 27">
              <a:extLst>
                <a:ext uri="{FF2B5EF4-FFF2-40B4-BE49-F238E27FC236}">
                  <a16:creationId xmlns:a16="http://schemas.microsoft.com/office/drawing/2014/main" id="{668C33FC-5DF9-DDF2-58AF-F08E35991A5E}"/>
                </a:ext>
              </a:extLst>
            </p:cNvPr>
            <p:cNvSpPr txBox="1"/>
            <p:nvPr/>
          </p:nvSpPr>
          <p:spPr>
            <a:xfrm>
              <a:off x="3005980" y="285695"/>
              <a:ext cx="378354" cy="698077"/>
            </a:xfrm>
            <a:prstGeom prst="rect">
              <a:avLst/>
            </a:prstGeom>
          </p:spPr>
          <p:txBody>
            <a:bodyPr lIns="0" tIns="0" rIns="0" bIns="0" rtlCol="0" anchor="t">
              <a:spAutoFit/>
            </a:bodyPr>
            <a:lstStyle/>
            <a:p>
              <a:pPr algn="ctr">
                <a:lnSpc>
                  <a:spcPts val="4480"/>
                </a:lnSpc>
              </a:pPr>
              <a:r>
                <a:rPr lang="en-US" sz="3200">
                  <a:solidFill>
                    <a:srgbClr val="000000"/>
                  </a:solidFill>
                  <a:latin typeface="Canva Sans Bold"/>
                  <a:ea typeface="Canva Sans Bold"/>
                  <a:cs typeface="Canva Sans Bold"/>
                  <a:sym typeface="Canva Sans Bold"/>
                </a:rPr>
                <a:t>B</a:t>
              </a:r>
            </a:p>
          </p:txBody>
        </p:sp>
        <p:sp>
          <p:nvSpPr>
            <p:cNvPr id="30" name="Freeform 28">
              <a:extLst>
                <a:ext uri="{FF2B5EF4-FFF2-40B4-BE49-F238E27FC236}">
                  <a16:creationId xmlns:a16="http://schemas.microsoft.com/office/drawing/2014/main" id="{3ACB02C3-E11B-F357-A21B-EBCC6524963F}"/>
                </a:ext>
              </a:extLst>
            </p:cNvPr>
            <p:cNvSpPr/>
            <p:nvPr/>
          </p:nvSpPr>
          <p:spPr>
            <a:xfrm>
              <a:off x="4309477" y="90936"/>
              <a:ext cx="958724" cy="1144745"/>
            </a:xfrm>
            <a:custGeom>
              <a:avLst/>
              <a:gdLst/>
              <a:ahLst/>
              <a:cxnLst/>
              <a:rect l="l" t="t" r="r" b="b"/>
              <a:pathLst>
                <a:path w="958724" h="1144745">
                  <a:moveTo>
                    <a:pt x="0" y="0"/>
                  </a:moveTo>
                  <a:lnTo>
                    <a:pt x="958724" y="0"/>
                  </a:lnTo>
                  <a:lnTo>
                    <a:pt x="958724" y="1144744"/>
                  </a:lnTo>
                  <a:lnTo>
                    <a:pt x="0" y="114474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1" name="TextBox 29">
              <a:extLst>
                <a:ext uri="{FF2B5EF4-FFF2-40B4-BE49-F238E27FC236}">
                  <a16:creationId xmlns:a16="http://schemas.microsoft.com/office/drawing/2014/main" id="{CB23A22B-85A6-BC66-1FA7-7B2A7574D815}"/>
                </a:ext>
              </a:extLst>
            </p:cNvPr>
            <p:cNvSpPr txBox="1"/>
            <p:nvPr/>
          </p:nvSpPr>
          <p:spPr>
            <a:xfrm>
              <a:off x="4535236" y="285695"/>
              <a:ext cx="507206" cy="698077"/>
            </a:xfrm>
            <a:prstGeom prst="rect">
              <a:avLst/>
            </a:prstGeom>
          </p:spPr>
          <p:txBody>
            <a:bodyPr lIns="0" tIns="0" rIns="0" bIns="0" rtlCol="0" anchor="t">
              <a:spAutoFit/>
            </a:bodyPr>
            <a:lstStyle/>
            <a:p>
              <a:pPr algn="ctr">
                <a:lnSpc>
                  <a:spcPts val="4480"/>
                </a:lnSpc>
              </a:pPr>
              <a:r>
                <a:rPr lang="en-US" sz="3200">
                  <a:solidFill>
                    <a:srgbClr val="000000"/>
                  </a:solidFill>
                  <a:latin typeface="Canva Sans Bold"/>
                  <a:ea typeface="Canva Sans Bold"/>
                  <a:cs typeface="Canva Sans Bold"/>
                  <a:sym typeface="Canva Sans Bold"/>
                </a:rPr>
                <a:t>C </a:t>
              </a:r>
            </a:p>
          </p:txBody>
        </p:sp>
        <p:sp>
          <p:nvSpPr>
            <p:cNvPr id="32" name="TextBox 30">
              <a:extLst>
                <a:ext uri="{FF2B5EF4-FFF2-40B4-BE49-F238E27FC236}">
                  <a16:creationId xmlns:a16="http://schemas.microsoft.com/office/drawing/2014/main" id="{F7A9AEEE-6700-EA4D-EEF8-B548511BEA63}"/>
                </a:ext>
              </a:extLst>
            </p:cNvPr>
            <p:cNvSpPr txBox="1"/>
            <p:nvPr/>
          </p:nvSpPr>
          <p:spPr>
            <a:xfrm>
              <a:off x="7405571" y="173431"/>
              <a:ext cx="507206" cy="698077"/>
            </a:xfrm>
            <a:prstGeom prst="rect">
              <a:avLst/>
            </a:prstGeom>
          </p:spPr>
          <p:txBody>
            <a:bodyPr lIns="0" tIns="0" rIns="0" bIns="0" rtlCol="0" anchor="t">
              <a:spAutoFit/>
            </a:bodyPr>
            <a:lstStyle/>
            <a:p>
              <a:pPr algn="ctr">
                <a:lnSpc>
                  <a:spcPts val="4480"/>
                </a:lnSpc>
              </a:pPr>
              <a:r>
                <a:rPr lang="en-US" sz="3200">
                  <a:solidFill>
                    <a:srgbClr val="000000"/>
                  </a:solidFill>
                  <a:latin typeface="Canva Sans Bold"/>
                  <a:ea typeface="Canva Sans Bold"/>
                  <a:cs typeface="Canva Sans Bold"/>
                  <a:sym typeface="Canva Sans Bold"/>
                </a:rPr>
                <a:t>C </a:t>
              </a:r>
            </a:p>
          </p:txBody>
        </p:sp>
        <p:sp>
          <p:nvSpPr>
            <p:cNvPr id="33" name="Freeform 31">
              <a:extLst>
                <a:ext uri="{FF2B5EF4-FFF2-40B4-BE49-F238E27FC236}">
                  <a16:creationId xmlns:a16="http://schemas.microsoft.com/office/drawing/2014/main" id="{066CCC47-8B5D-F066-BFFB-E3524281D7E3}"/>
                </a:ext>
              </a:extLst>
            </p:cNvPr>
            <p:cNvSpPr/>
            <p:nvPr/>
          </p:nvSpPr>
          <p:spPr>
            <a:xfrm>
              <a:off x="7367604" y="181872"/>
              <a:ext cx="958724" cy="1144745"/>
            </a:xfrm>
            <a:custGeom>
              <a:avLst/>
              <a:gdLst/>
              <a:ahLst/>
              <a:cxnLst/>
              <a:rect l="l" t="t" r="r" b="b"/>
              <a:pathLst>
                <a:path w="958724" h="1144745">
                  <a:moveTo>
                    <a:pt x="0" y="0"/>
                  </a:moveTo>
                  <a:lnTo>
                    <a:pt x="958723" y="0"/>
                  </a:lnTo>
                  <a:lnTo>
                    <a:pt x="958723" y="1144744"/>
                  </a:lnTo>
                  <a:lnTo>
                    <a:pt x="0" y="114474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4" name="TextBox 32">
              <a:extLst>
                <a:ext uri="{FF2B5EF4-FFF2-40B4-BE49-F238E27FC236}">
                  <a16:creationId xmlns:a16="http://schemas.microsoft.com/office/drawing/2014/main" id="{A16EBFA0-AAC7-ECAA-0809-1EF70AB67234}"/>
                </a:ext>
              </a:extLst>
            </p:cNvPr>
            <p:cNvSpPr txBox="1"/>
            <p:nvPr/>
          </p:nvSpPr>
          <p:spPr>
            <a:xfrm>
              <a:off x="7608771" y="376631"/>
              <a:ext cx="507206" cy="698077"/>
            </a:xfrm>
            <a:prstGeom prst="rect">
              <a:avLst/>
            </a:prstGeom>
          </p:spPr>
          <p:txBody>
            <a:bodyPr lIns="0" tIns="0" rIns="0" bIns="0" rtlCol="0" anchor="t">
              <a:spAutoFit/>
            </a:bodyPr>
            <a:lstStyle/>
            <a:p>
              <a:pPr algn="ctr">
                <a:lnSpc>
                  <a:spcPts val="4480"/>
                </a:lnSpc>
              </a:pPr>
              <a:r>
                <a:rPr lang="en-US" sz="3200">
                  <a:solidFill>
                    <a:srgbClr val="000000"/>
                  </a:solidFill>
                  <a:latin typeface="Canva Sans Bold"/>
                  <a:ea typeface="Canva Sans Bold"/>
                  <a:cs typeface="Canva Sans Bold"/>
                  <a:sym typeface="Canva Sans Bold"/>
                </a:rPr>
                <a:t>D</a:t>
              </a:r>
            </a:p>
          </p:txBody>
        </p:sp>
        <p:sp>
          <p:nvSpPr>
            <p:cNvPr id="35" name="Freeform 33">
              <a:extLst>
                <a:ext uri="{FF2B5EF4-FFF2-40B4-BE49-F238E27FC236}">
                  <a16:creationId xmlns:a16="http://schemas.microsoft.com/office/drawing/2014/main" id="{6E703B93-8DC2-4F7F-BF1C-91A602E8B0FF}"/>
                </a:ext>
              </a:extLst>
            </p:cNvPr>
            <p:cNvSpPr/>
            <p:nvPr/>
          </p:nvSpPr>
          <p:spPr>
            <a:xfrm>
              <a:off x="8961327" y="90936"/>
              <a:ext cx="1111041" cy="1326616"/>
            </a:xfrm>
            <a:custGeom>
              <a:avLst/>
              <a:gdLst/>
              <a:ahLst/>
              <a:cxnLst/>
              <a:rect l="l" t="t" r="r" b="b"/>
              <a:pathLst>
                <a:path w="1111041" h="1326616">
                  <a:moveTo>
                    <a:pt x="0" y="0"/>
                  </a:moveTo>
                  <a:lnTo>
                    <a:pt x="1111042" y="0"/>
                  </a:lnTo>
                  <a:lnTo>
                    <a:pt x="1111042" y="1326616"/>
                  </a:lnTo>
                  <a:lnTo>
                    <a:pt x="0" y="132661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6" name="TextBox 34">
              <a:extLst>
                <a:ext uri="{FF2B5EF4-FFF2-40B4-BE49-F238E27FC236}">
                  <a16:creationId xmlns:a16="http://schemas.microsoft.com/office/drawing/2014/main" id="{7D28CEDE-52BD-2FEC-A149-AE4EBF5592C8}"/>
                </a:ext>
              </a:extLst>
            </p:cNvPr>
            <p:cNvSpPr txBox="1"/>
            <p:nvPr/>
          </p:nvSpPr>
          <p:spPr>
            <a:xfrm>
              <a:off x="9350557" y="376631"/>
              <a:ext cx="332581" cy="698077"/>
            </a:xfrm>
            <a:prstGeom prst="rect">
              <a:avLst/>
            </a:prstGeom>
          </p:spPr>
          <p:txBody>
            <a:bodyPr lIns="0" tIns="0" rIns="0" bIns="0" rtlCol="0" anchor="t">
              <a:spAutoFit/>
            </a:bodyPr>
            <a:lstStyle/>
            <a:p>
              <a:pPr algn="ctr">
                <a:lnSpc>
                  <a:spcPts val="4480"/>
                </a:lnSpc>
              </a:pPr>
              <a:r>
                <a:rPr lang="en-US" sz="3200">
                  <a:solidFill>
                    <a:srgbClr val="000000"/>
                  </a:solidFill>
                  <a:latin typeface="Canva Sans Bold"/>
                  <a:ea typeface="Canva Sans Bold"/>
                  <a:cs typeface="Canva Sans Bold"/>
                  <a:sym typeface="Canva Sans Bold"/>
                </a:rPr>
                <a:t>E</a:t>
              </a:r>
            </a:p>
          </p:txBody>
        </p:sp>
        <p:sp>
          <p:nvSpPr>
            <p:cNvPr id="37" name="AutoShape 35">
              <a:extLst>
                <a:ext uri="{FF2B5EF4-FFF2-40B4-BE49-F238E27FC236}">
                  <a16:creationId xmlns:a16="http://schemas.microsoft.com/office/drawing/2014/main" id="{6E82B455-56DA-D505-5CCD-99C13292F9E7}"/>
                </a:ext>
              </a:extLst>
            </p:cNvPr>
            <p:cNvSpPr/>
            <p:nvPr/>
          </p:nvSpPr>
          <p:spPr>
            <a:xfrm flipV="1">
              <a:off x="6251393" y="1417732"/>
              <a:ext cx="0" cy="581400"/>
            </a:xfrm>
            <a:prstGeom prst="line">
              <a:avLst/>
            </a:prstGeom>
            <a:ln w="50800" cap="flat">
              <a:solidFill>
                <a:srgbClr val="000000"/>
              </a:solidFill>
              <a:prstDash val="solid"/>
              <a:headEnd type="none" w="sm" len="sm"/>
              <a:tailEnd type="none" w="sm" len="sm"/>
            </a:ln>
          </p:spPr>
          <p:txBody>
            <a:bodyPr/>
            <a:lstStyle/>
            <a:p>
              <a:endParaRPr lang="en-AU"/>
            </a:p>
          </p:txBody>
        </p:sp>
        <p:sp>
          <p:nvSpPr>
            <p:cNvPr id="38" name="Freeform 36">
              <a:extLst>
                <a:ext uri="{FF2B5EF4-FFF2-40B4-BE49-F238E27FC236}">
                  <a16:creationId xmlns:a16="http://schemas.microsoft.com/office/drawing/2014/main" id="{DED004CE-BDDE-24CD-ECEB-E9F18CEB1C5C}"/>
                </a:ext>
              </a:extLst>
            </p:cNvPr>
            <p:cNvSpPr/>
            <p:nvPr/>
          </p:nvSpPr>
          <p:spPr>
            <a:xfrm>
              <a:off x="0" y="1708432"/>
              <a:ext cx="12502786" cy="515740"/>
            </a:xfrm>
            <a:custGeom>
              <a:avLst/>
              <a:gdLst/>
              <a:ahLst/>
              <a:cxnLst/>
              <a:rect l="l" t="t" r="r" b="b"/>
              <a:pathLst>
                <a:path w="12502786" h="515740">
                  <a:moveTo>
                    <a:pt x="0" y="0"/>
                  </a:moveTo>
                  <a:lnTo>
                    <a:pt x="12502786" y="0"/>
                  </a:lnTo>
                  <a:lnTo>
                    <a:pt x="12502786" y="515740"/>
                  </a:lnTo>
                  <a:lnTo>
                    <a:pt x="0" y="51574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39" name="AutoShape 37">
              <a:extLst>
                <a:ext uri="{FF2B5EF4-FFF2-40B4-BE49-F238E27FC236}">
                  <a16:creationId xmlns:a16="http://schemas.microsoft.com/office/drawing/2014/main" id="{31933235-0A7A-EE89-73CD-06AB84B96FEE}"/>
                </a:ext>
              </a:extLst>
            </p:cNvPr>
            <p:cNvSpPr/>
            <p:nvPr/>
          </p:nvSpPr>
          <p:spPr>
            <a:xfrm flipV="1">
              <a:off x="4632710" y="1417552"/>
              <a:ext cx="0" cy="548750"/>
            </a:xfrm>
            <a:prstGeom prst="line">
              <a:avLst/>
            </a:prstGeom>
            <a:ln w="50800" cap="flat">
              <a:solidFill>
                <a:srgbClr val="000000"/>
              </a:solidFill>
              <a:prstDash val="solid"/>
              <a:headEnd type="none" w="sm" len="sm"/>
              <a:tailEnd type="none" w="sm" len="sm"/>
            </a:ln>
          </p:spPr>
          <p:txBody>
            <a:bodyPr/>
            <a:lstStyle/>
            <a:p>
              <a:endParaRPr lang="en-AU"/>
            </a:p>
          </p:txBody>
        </p:sp>
        <p:sp>
          <p:nvSpPr>
            <p:cNvPr id="40" name="AutoShape 38">
              <a:extLst>
                <a:ext uri="{FF2B5EF4-FFF2-40B4-BE49-F238E27FC236}">
                  <a16:creationId xmlns:a16="http://schemas.microsoft.com/office/drawing/2014/main" id="{2BD3DCCC-2F71-A404-76FA-ADA6EFC7D78C}"/>
                </a:ext>
              </a:extLst>
            </p:cNvPr>
            <p:cNvSpPr/>
            <p:nvPr/>
          </p:nvSpPr>
          <p:spPr>
            <a:xfrm flipV="1">
              <a:off x="3014273" y="1417732"/>
              <a:ext cx="0" cy="581400"/>
            </a:xfrm>
            <a:prstGeom prst="line">
              <a:avLst/>
            </a:prstGeom>
            <a:ln w="50800" cap="flat">
              <a:solidFill>
                <a:srgbClr val="000000"/>
              </a:solidFill>
              <a:prstDash val="solid"/>
              <a:headEnd type="none" w="sm" len="sm"/>
              <a:tailEnd type="none" w="sm" len="sm"/>
            </a:ln>
          </p:spPr>
          <p:txBody>
            <a:bodyPr/>
            <a:lstStyle/>
            <a:p>
              <a:endParaRPr lang="en-AU"/>
            </a:p>
          </p:txBody>
        </p:sp>
        <p:sp>
          <p:nvSpPr>
            <p:cNvPr id="41" name="AutoShape 39">
              <a:extLst>
                <a:ext uri="{FF2B5EF4-FFF2-40B4-BE49-F238E27FC236}">
                  <a16:creationId xmlns:a16="http://schemas.microsoft.com/office/drawing/2014/main" id="{29E2E5C0-1601-C3AE-8444-EB58189C7ADC}"/>
                </a:ext>
              </a:extLst>
            </p:cNvPr>
            <p:cNvSpPr/>
            <p:nvPr/>
          </p:nvSpPr>
          <p:spPr>
            <a:xfrm flipV="1">
              <a:off x="1395713" y="1417732"/>
              <a:ext cx="0" cy="581400"/>
            </a:xfrm>
            <a:prstGeom prst="line">
              <a:avLst/>
            </a:prstGeom>
            <a:ln w="50800" cap="flat">
              <a:solidFill>
                <a:srgbClr val="000000"/>
              </a:solidFill>
              <a:prstDash val="solid"/>
              <a:headEnd type="none" w="sm" len="sm"/>
              <a:tailEnd type="none" w="sm" len="sm"/>
            </a:ln>
          </p:spPr>
          <p:txBody>
            <a:bodyPr/>
            <a:lstStyle/>
            <a:p>
              <a:endParaRPr lang="en-AU"/>
            </a:p>
          </p:txBody>
        </p:sp>
        <p:sp>
          <p:nvSpPr>
            <p:cNvPr id="42" name="AutoShape 40">
              <a:extLst>
                <a:ext uri="{FF2B5EF4-FFF2-40B4-BE49-F238E27FC236}">
                  <a16:creationId xmlns:a16="http://schemas.microsoft.com/office/drawing/2014/main" id="{66B8C45C-0C36-3B47-9C3A-8159C2BBFDBF}"/>
                </a:ext>
              </a:extLst>
            </p:cNvPr>
            <p:cNvSpPr/>
            <p:nvPr/>
          </p:nvSpPr>
          <p:spPr>
            <a:xfrm flipV="1">
              <a:off x="7869953" y="1417552"/>
              <a:ext cx="0" cy="548750"/>
            </a:xfrm>
            <a:prstGeom prst="line">
              <a:avLst/>
            </a:prstGeom>
            <a:ln w="50800" cap="flat">
              <a:solidFill>
                <a:srgbClr val="000000"/>
              </a:solidFill>
              <a:prstDash val="solid"/>
              <a:headEnd type="none" w="sm" len="sm"/>
              <a:tailEnd type="none" w="sm" len="sm"/>
            </a:ln>
          </p:spPr>
          <p:txBody>
            <a:bodyPr/>
            <a:lstStyle/>
            <a:p>
              <a:endParaRPr lang="en-AU"/>
            </a:p>
          </p:txBody>
        </p:sp>
        <p:sp>
          <p:nvSpPr>
            <p:cNvPr id="43" name="AutoShape 41">
              <a:extLst>
                <a:ext uri="{FF2B5EF4-FFF2-40B4-BE49-F238E27FC236}">
                  <a16:creationId xmlns:a16="http://schemas.microsoft.com/office/drawing/2014/main" id="{0DA91ED8-E278-B50C-11F0-BC198A034980}"/>
                </a:ext>
              </a:extLst>
            </p:cNvPr>
            <p:cNvSpPr/>
            <p:nvPr/>
          </p:nvSpPr>
          <p:spPr>
            <a:xfrm flipV="1">
              <a:off x="9488513" y="1417552"/>
              <a:ext cx="0" cy="565255"/>
            </a:xfrm>
            <a:prstGeom prst="line">
              <a:avLst/>
            </a:prstGeom>
            <a:ln w="50800" cap="flat">
              <a:solidFill>
                <a:srgbClr val="000000"/>
              </a:solidFill>
              <a:prstDash val="solid"/>
              <a:headEnd type="none" w="sm" len="sm"/>
              <a:tailEnd type="none" w="sm" len="sm"/>
            </a:ln>
          </p:spPr>
          <p:txBody>
            <a:bodyPr/>
            <a:lstStyle/>
            <a:p>
              <a:endParaRPr lang="en-AU"/>
            </a:p>
          </p:txBody>
        </p:sp>
        <p:sp>
          <p:nvSpPr>
            <p:cNvPr id="44" name="AutoShape 42">
              <a:extLst>
                <a:ext uri="{FF2B5EF4-FFF2-40B4-BE49-F238E27FC236}">
                  <a16:creationId xmlns:a16="http://schemas.microsoft.com/office/drawing/2014/main" id="{1A88B570-D65B-F38E-147D-1104707D28C7}"/>
                </a:ext>
              </a:extLst>
            </p:cNvPr>
            <p:cNvSpPr/>
            <p:nvPr/>
          </p:nvSpPr>
          <p:spPr>
            <a:xfrm flipV="1">
              <a:off x="11107073" y="1417552"/>
              <a:ext cx="0" cy="573507"/>
            </a:xfrm>
            <a:prstGeom prst="line">
              <a:avLst/>
            </a:prstGeom>
            <a:ln w="50800" cap="flat">
              <a:solidFill>
                <a:srgbClr val="000000"/>
              </a:solidFill>
              <a:prstDash val="solid"/>
              <a:headEnd type="none" w="sm" len="sm"/>
              <a:tailEnd type="none" w="sm" len="sm"/>
            </a:ln>
          </p:spPr>
          <p:txBody>
            <a:bodyPr/>
            <a:lstStyle/>
            <a:p>
              <a:endParaRPr lang="en-AU"/>
            </a:p>
          </p:txBody>
        </p:sp>
        <p:sp>
          <p:nvSpPr>
            <p:cNvPr id="45" name="Freeform 43">
              <a:extLst>
                <a:ext uri="{FF2B5EF4-FFF2-40B4-BE49-F238E27FC236}">
                  <a16:creationId xmlns:a16="http://schemas.microsoft.com/office/drawing/2014/main" id="{99C54C49-52A5-267E-72B6-2985C84EE19D}"/>
                </a:ext>
              </a:extLst>
            </p:cNvPr>
            <p:cNvSpPr/>
            <p:nvPr/>
          </p:nvSpPr>
          <p:spPr>
            <a:xfrm>
              <a:off x="10680275" y="272808"/>
              <a:ext cx="958724" cy="1144745"/>
            </a:xfrm>
            <a:custGeom>
              <a:avLst/>
              <a:gdLst/>
              <a:ahLst/>
              <a:cxnLst/>
              <a:rect l="l" t="t" r="r" b="b"/>
              <a:pathLst>
                <a:path w="958724" h="1144745">
                  <a:moveTo>
                    <a:pt x="0" y="0"/>
                  </a:moveTo>
                  <a:lnTo>
                    <a:pt x="958723" y="0"/>
                  </a:lnTo>
                  <a:lnTo>
                    <a:pt x="958723" y="1144744"/>
                  </a:lnTo>
                  <a:lnTo>
                    <a:pt x="0" y="114474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46" name="TextBox 44">
              <a:extLst>
                <a:ext uri="{FF2B5EF4-FFF2-40B4-BE49-F238E27FC236}">
                  <a16:creationId xmlns:a16="http://schemas.microsoft.com/office/drawing/2014/main" id="{CE2F0957-1349-61FC-552D-553230FD1DA9}"/>
                </a:ext>
              </a:extLst>
            </p:cNvPr>
            <p:cNvSpPr txBox="1"/>
            <p:nvPr/>
          </p:nvSpPr>
          <p:spPr>
            <a:xfrm>
              <a:off x="11003268" y="467567"/>
              <a:ext cx="312738" cy="698077"/>
            </a:xfrm>
            <a:prstGeom prst="rect">
              <a:avLst/>
            </a:prstGeom>
          </p:spPr>
          <p:txBody>
            <a:bodyPr lIns="0" tIns="0" rIns="0" bIns="0" rtlCol="0" anchor="t">
              <a:spAutoFit/>
            </a:bodyPr>
            <a:lstStyle/>
            <a:p>
              <a:pPr algn="ctr">
                <a:lnSpc>
                  <a:spcPts val="4480"/>
                </a:lnSpc>
              </a:pPr>
              <a:r>
                <a:rPr lang="en-US" sz="3200">
                  <a:solidFill>
                    <a:srgbClr val="000000"/>
                  </a:solidFill>
                  <a:latin typeface="Canva Sans Bold"/>
                  <a:ea typeface="Canva Sans Bold"/>
                  <a:cs typeface="Canva Sans Bold"/>
                  <a:sym typeface="Canva Sans Bold"/>
                </a:rPr>
                <a:t>F</a:t>
              </a:r>
            </a:p>
          </p:txBody>
        </p:sp>
        <p:sp>
          <p:nvSpPr>
            <p:cNvPr id="47" name="TextBox 45">
              <a:extLst>
                <a:ext uri="{FF2B5EF4-FFF2-40B4-BE49-F238E27FC236}">
                  <a16:creationId xmlns:a16="http://schemas.microsoft.com/office/drawing/2014/main" id="{EEF379DF-5EA4-51FF-A70B-A1D958FFDFCB}"/>
                </a:ext>
              </a:extLst>
            </p:cNvPr>
            <p:cNvSpPr txBox="1"/>
            <p:nvPr/>
          </p:nvSpPr>
          <p:spPr>
            <a:xfrm>
              <a:off x="6062282" y="376631"/>
              <a:ext cx="378222" cy="698077"/>
            </a:xfrm>
            <a:prstGeom prst="rect">
              <a:avLst/>
            </a:prstGeom>
          </p:spPr>
          <p:txBody>
            <a:bodyPr lIns="0" tIns="0" rIns="0" bIns="0" rtlCol="0" anchor="t">
              <a:spAutoFit/>
            </a:bodyPr>
            <a:lstStyle/>
            <a:p>
              <a:pPr algn="ctr">
                <a:lnSpc>
                  <a:spcPts val="4480"/>
                </a:lnSpc>
              </a:pPr>
              <a:r>
                <a:rPr lang="en-US" sz="3200">
                  <a:solidFill>
                    <a:srgbClr val="000000"/>
                  </a:solidFill>
                  <a:latin typeface="Edu NSW ACT Foundation" panose="020B0604020202020204" charset="0"/>
                  <a:ea typeface="Canva Sans Bold"/>
                  <a:cs typeface="Canva Sans Bold"/>
                  <a:sym typeface="Canva Sans Bold"/>
                </a:rPr>
                <a:t>0</a:t>
              </a:r>
            </a:p>
          </p:txBody>
        </p:sp>
      </p:grpSp>
      <p:grpSp>
        <p:nvGrpSpPr>
          <p:cNvPr id="48" name="Group 47" descr="A number line with 7 randomly spaced markers labelled A, B, C, D, E, 0 and F.">
            <a:extLst>
              <a:ext uri="{FF2B5EF4-FFF2-40B4-BE49-F238E27FC236}">
                <a16:creationId xmlns:a16="http://schemas.microsoft.com/office/drawing/2014/main" id="{40C88774-D5C9-EBC1-9AE0-DCE675EC275C}"/>
              </a:ext>
            </a:extLst>
          </p:cNvPr>
          <p:cNvGrpSpPr/>
          <p:nvPr/>
        </p:nvGrpSpPr>
        <p:grpSpPr>
          <a:xfrm>
            <a:off x="1588775" y="1978300"/>
            <a:ext cx="9377089" cy="1668129"/>
            <a:chOff x="657455" y="5135871"/>
            <a:chExt cx="9377089" cy="1668129"/>
          </a:xfrm>
        </p:grpSpPr>
        <p:sp>
          <p:nvSpPr>
            <p:cNvPr id="49" name="Freeform 46">
              <a:extLst>
                <a:ext uri="{FF2B5EF4-FFF2-40B4-BE49-F238E27FC236}">
                  <a16:creationId xmlns:a16="http://schemas.microsoft.com/office/drawing/2014/main" id="{AD02B18C-9FB3-08E4-462C-AA296BFDCE07}"/>
                </a:ext>
              </a:extLst>
            </p:cNvPr>
            <p:cNvSpPr/>
            <p:nvPr/>
          </p:nvSpPr>
          <p:spPr>
            <a:xfrm>
              <a:off x="1021384" y="5135871"/>
              <a:ext cx="833281" cy="994962"/>
            </a:xfrm>
            <a:custGeom>
              <a:avLst/>
              <a:gdLst/>
              <a:ahLst/>
              <a:cxnLst/>
              <a:rect l="l" t="t" r="r" b="b"/>
              <a:pathLst>
                <a:path w="833281" h="994962">
                  <a:moveTo>
                    <a:pt x="0" y="0"/>
                  </a:moveTo>
                  <a:lnTo>
                    <a:pt x="833281" y="0"/>
                  </a:lnTo>
                  <a:lnTo>
                    <a:pt x="833281" y="994962"/>
                  </a:lnTo>
                  <a:lnTo>
                    <a:pt x="0" y="99496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50" name="TextBox 47">
              <a:extLst>
                <a:ext uri="{FF2B5EF4-FFF2-40B4-BE49-F238E27FC236}">
                  <a16:creationId xmlns:a16="http://schemas.microsoft.com/office/drawing/2014/main" id="{6691F099-E573-2679-C752-04785272CABE}"/>
                </a:ext>
              </a:extLst>
            </p:cNvPr>
            <p:cNvSpPr txBox="1"/>
            <p:nvPr/>
          </p:nvSpPr>
          <p:spPr>
            <a:xfrm>
              <a:off x="1296638" y="5335855"/>
              <a:ext cx="282773" cy="537845"/>
            </a:xfrm>
            <a:prstGeom prst="rect">
              <a:avLst/>
            </a:prstGeom>
          </p:spPr>
          <p:txBody>
            <a:bodyPr lIns="0" tIns="0" rIns="0" bIns="0" rtlCol="0" anchor="t">
              <a:spAutoFit/>
            </a:bodyPr>
            <a:lstStyle/>
            <a:p>
              <a:pPr algn="ctr">
                <a:lnSpc>
                  <a:spcPts val="4480"/>
                </a:lnSpc>
              </a:pPr>
              <a:r>
                <a:rPr lang="en-US" sz="3200">
                  <a:solidFill>
                    <a:srgbClr val="000000"/>
                  </a:solidFill>
                  <a:latin typeface="Canva Sans Bold"/>
                  <a:ea typeface="Canva Sans Bold"/>
                  <a:cs typeface="Canva Sans Bold"/>
                  <a:sym typeface="Canva Sans Bold"/>
                </a:rPr>
                <a:t>A</a:t>
              </a:r>
            </a:p>
          </p:txBody>
        </p:sp>
        <p:sp>
          <p:nvSpPr>
            <p:cNvPr id="51" name="Freeform 48">
              <a:extLst>
                <a:ext uri="{FF2B5EF4-FFF2-40B4-BE49-F238E27FC236}">
                  <a16:creationId xmlns:a16="http://schemas.microsoft.com/office/drawing/2014/main" id="{BEC2EE3C-8A34-2971-68F8-7723E7DFDABB}"/>
                </a:ext>
              </a:extLst>
            </p:cNvPr>
            <p:cNvSpPr/>
            <p:nvPr/>
          </p:nvSpPr>
          <p:spPr>
            <a:xfrm>
              <a:off x="2911940" y="5135871"/>
              <a:ext cx="833281" cy="994962"/>
            </a:xfrm>
            <a:custGeom>
              <a:avLst/>
              <a:gdLst/>
              <a:ahLst/>
              <a:cxnLst/>
              <a:rect l="l" t="t" r="r" b="b"/>
              <a:pathLst>
                <a:path w="833281" h="994962">
                  <a:moveTo>
                    <a:pt x="0" y="0"/>
                  </a:moveTo>
                  <a:lnTo>
                    <a:pt x="833281" y="0"/>
                  </a:lnTo>
                  <a:lnTo>
                    <a:pt x="833281" y="994962"/>
                  </a:lnTo>
                  <a:lnTo>
                    <a:pt x="0" y="99496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52" name="TextBox 49">
              <a:extLst>
                <a:ext uri="{FF2B5EF4-FFF2-40B4-BE49-F238E27FC236}">
                  <a16:creationId xmlns:a16="http://schemas.microsoft.com/office/drawing/2014/main" id="{83D10E70-B4FF-E535-8EEE-0C45DAA4941A}"/>
                </a:ext>
              </a:extLst>
            </p:cNvPr>
            <p:cNvSpPr txBox="1"/>
            <p:nvPr/>
          </p:nvSpPr>
          <p:spPr>
            <a:xfrm>
              <a:off x="3186698" y="5335855"/>
              <a:ext cx="283766" cy="537845"/>
            </a:xfrm>
            <a:prstGeom prst="rect">
              <a:avLst/>
            </a:prstGeom>
          </p:spPr>
          <p:txBody>
            <a:bodyPr lIns="0" tIns="0" rIns="0" bIns="0" rtlCol="0" anchor="t">
              <a:spAutoFit/>
            </a:bodyPr>
            <a:lstStyle/>
            <a:p>
              <a:pPr algn="ctr">
                <a:lnSpc>
                  <a:spcPts val="4480"/>
                </a:lnSpc>
              </a:pPr>
              <a:r>
                <a:rPr lang="en-US" sz="3200">
                  <a:solidFill>
                    <a:srgbClr val="000000"/>
                  </a:solidFill>
                  <a:latin typeface="Canva Sans Bold"/>
                  <a:ea typeface="Canva Sans Bold"/>
                  <a:cs typeface="Canva Sans Bold"/>
                  <a:sym typeface="Canva Sans Bold"/>
                </a:rPr>
                <a:t>B</a:t>
              </a:r>
            </a:p>
          </p:txBody>
        </p:sp>
        <p:sp>
          <p:nvSpPr>
            <p:cNvPr id="53" name="Freeform 50">
              <a:extLst>
                <a:ext uri="{FF2B5EF4-FFF2-40B4-BE49-F238E27FC236}">
                  <a16:creationId xmlns:a16="http://schemas.microsoft.com/office/drawing/2014/main" id="{30294A91-98CB-D42B-95DD-1E370A16B2D5}"/>
                </a:ext>
              </a:extLst>
            </p:cNvPr>
            <p:cNvSpPr/>
            <p:nvPr/>
          </p:nvSpPr>
          <p:spPr>
            <a:xfrm>
              <a:off x="3889563" y="5204073"/>
              <a:ext cx="719043" cy="858558"/>
            </a:xfrm>
            <a:custGeom>
              <a:avLst/>
              <a:gdLst/>
              <a:ahLst/>
              <a:cxnLst/>
              <a:rect l="l" t="t" r="r" b="b"/>
              <a:pathLst>
                <a:path w="719043" h="858558">
                  <a:moveTo>
                    <a:pt x="0" y="0"/>
                  </a:moveTo>
                  <a:lnTo>
                    <a:pt x="719043" y="0"/>
                  </a:lnTo>
                  <a:lnTo>
                    <a:pt x="719043" y="858558"/>
                  </a:lnTo>
                  <a:lnTo>
                    <a:pt x="0" y="85855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54" name="TextBox 51">
              <a:extLst>
                <a:ext uri="{FF2B5EF4-FFF2-40B4-BE49-F238E27FC236}">
                  <a16:creationId xmlns:a16="http://schemas.microsoft.com/office/drawing/2014/main" id="{4712179E-E845-6892-C25D-A9A70523F567}"/>
                </a:ext>
              </a:extLst>
            </p:cNvPr>
            <p:cNvSpPr txBox="1"/>
            <p:nvPr/>
          </p:nvSpPr>
          <p:spPr>
            <a:xfrm>
              <a:off x="4058882" y="5335855"/>
              <a:ext cx="380405" cy="537845"/>
            </a:xfrm>
            <a:prstGeom prst="rect">
              <a:avLst/>
            </a:prstGeom>
          </p:spPr>
          <p:txBody>
            <a:bodyPr lIns="0" tIns="0" rIns="0" bIns="0" rtlCol="0" anchor="t">
              <a:spAutoFit/>
            </a:bodyPr>
            <a:lstStyle/>
            <a:p>
              <a:pPr algn="ctr">
                <a:lnSpc>
                  <a:spcPts val="4480"/>
                </a:lnSpc>
              </a:pPr>
              <a:r>
                <a:rPr lang="en-US" sz="3200">
                  <a:solidFill>
                    <a:srgbClr val="000000"/>
                  </a:solidFill>
                  <a:latin typeface="Canva Sans Bold"/>
                  <a:ea typeface="Canva Sans Bold"/>
                  <a:cs typeface="Canva Sans Bold"/>
                  <a:sym typeface="Canva Sans Bold"/>
                </a:rPr>
                <a:t>C </a:t>
              </a:r>
            </a:p>
          </p:txBody>
        </p:sp>
        <p:sp>
          <p:nvSpPr>
            <p:cNvPr id="55" name="Freeform 52">
              <a:extLst>
                <a:ext uri="{FF2B5EF4-FFF2-40B4-BE49-F238E27FC236}">
                  <a16:creationId xmlns:a16="http://schemas.microsoft.com/office/drawing/2014/main" id="{D5381095-78E5-A3B2-E760-EC9E621E9C78}"/>
                </a:ext>
              </a:extLst>
            </p:cNvPr>
            <p:cNvSpPr/>
            <p:nvPr/>
          </p:nvSpPr>
          <p:spPr>
            <a:xfrm>
              <a:off x="4801550" y="5204073"/>
              <a:ext cx="719043" cy="858558"/>
            </a:xfrm>
            <a:custGeom>
              <a:avLst/>
              <a:gdLst/>
              <a:ahLst/>
              <a:cxnLst/>
              <a:rect l="l" t="t" r="r" b="b"/>
              <a:pathLst>
                <a:path w="719043" h="858558">
                  <a:moveTo>
                    <a:pt x="0" y="0"/>
                  </a:moveTo>
                  <a:lnTo>
                    <a:pt x="719043" y="0"/>
                  </a:lnTo>
                  <a:lnTo>
                    <a:pt x="719043" y="858558"/>
                  </a:lnTo>
                  <a:lnTo>
                    <a:pt x="0" y="85855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56" name="TextBox 53">
              <a:extLst>
                <a:ext uri="{FF2B5EF4-FFF2-40B4-BE49-F238E27FC236}">
                  <a16:creationId xmlns:a16="http://schemas.microsoft.com/office/drawing/2014/main" id="{2B5840FB-923E-8D5A-DE9F-7940FEE9561C}"/>
                </a:ext>
              </a:extLst>
            </p:cNvPr>
            <p:cNvSpPr txBox="1"/>
            <p:nvPr/>
          </p:nvSpPr>
          <p:spPr>
            <a:xfrm>
              <a:off x="4970869" y="5335855"/>
              <a:ext cx="380405" cy="537845"/>
            </a:xfrm>
            <a:prstGeom prst="rect">
              <a:avLst/>
            </a:prstGeom>
          </p:spPr>
          <p:txBody>
            <a:bodyPr lIns="0" tIns="0" rIns="0" bIns="0" rtlCol="0" anchor="t">
              <a:spAutoFit/>
            </a:bodyPr>
            <a:lstStyle/>
            <a:p>
              <a:pPr algn="ctr">
                <a:lnSpc>
                  <a:spcPts val="4480"/>
                </a:lnSpc>
              </a:pPr>
              <a:r>
                <a:rPr lang="en-US" sz="3200">
                  <a:solidFill>
                    <a:srgbClr val="000000"/>
                  </a:solidFill>
                  <a:latin typeface="Canva Sans Bold"/>
                  <a:ea typeface="Canva Sans Bold"/>
                  <a:cs typeface="Canva Sans Bold"/>
                  <a:sym typeface="Canva Sans Bold"/>
                </a:rPr>
                <a:t>D</a:t>
              </a:r>
            </a:p>
          </p:txBody>
        </p:sp>
        <p:sp>
          <p:nvSpPr>
            <p:cNvPr id="57" name="Freeform 54">
              <a:extLst>
                <a:ext uri="{FF2B5EF4-FFF2-40B4-BE49-F238E27FC236}">
                  <a16:creationId xmlns:a16="http://schemas.microsoft.com/office/drawing/2014/main" id="{3C26110C-10FF-26BB-0F97-842145571953}"/>
                </a:ext>
              </a:extLst>
            </p:cNvPr>
            <p:cNvSpPr/>
            <p:nvPr/>
          </p:nvSpPr>
          <p:spPr>
            <a:xfrm>
              <a:off x="6221493" y="5198153"/>
              <a:ext cx="833281" cy="994962"/>
            </a:xfrm>
            <a:custGeom>
              <a:avLst/>
              <a:gdLst/>
              <a:ahLst/>
              <a:cxnLst/>
              <a:rect l="l" t="t" r="r" b="b"/>
              <a:pathLst>
                <a:path w="833281" h="994962">
                  <a:moveTo>
                    <a:pt x="0" y="0"/>
                  </a:moveTo>
                  <a:lnTo>
                    <a:pt x="833281" y="0"/>
                  </a:lnTo>
                  <a:lnTo>
                    <a:pt x="833281" y="994963"/>
                  </a:lnTo>
                  <a:lnTo>
                    <a:pt x="0" y="99496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58" name="TextBox 55">
              <a:extLst>
                <a:ext uri="{FF2B5EF4-FFF2-40B4-BE49-F238E27FC236}">
                  <a16:creationId xmlns:a16="http://schemas.microsoft.com/office/drawing/2014/main" id="{6F183E2F-B60E-1AAC-0264-6D54E96F0D73}"/>
                </a:ext>
              </a:extLst>
            </p:cNvPr>
            <p:cNvSpPr txBox="1"/>
            <p:nvPr/>
          </p:nvSpPr>
          <p:spPr>
            <a:xfrm>
              <a:off x="6513416" y="5398137"/>
              <a:ext cx="249436" cy="537845"/>
            </a:xfrm>
            <a:prstGeom prst="rect">
              <a:avLst/>
            </a:prstGeom>
          </p:spPr>
          <p:txBody>
            <a:bodyPr lIns="0" tIns="0" rIns="0" bIns="0" rtlCol="0" anchor="t">
              <a:spAutoFit/>
            </a:bodyPr>
            <a:lstStyle/>
            <a:p>
              <a:pPr algn="ctr">
                <a:lnSpc>
                  <a:spcPts val="4480"/>
                </a:lnSpc>
              </a:pPr>
              <a:r>
                <a:rPr lang="en-US" sz="3200">
                  <a:solidFill>
                    <a:srgbClr val="000000"/>
                  </a:solidFill>
                  <a:latin typeface="Canva Sans Bold"/>
                  <a:ea typeface="Canva Sans Bold"/>
                  <a:cs typeface="Canva Sans Bold"/>
                  <a:sym typeface="Canva Sans Bold"/>
                </a:rPr>
                <a:t>E</a:t>
              </a:r>
            </a:p>
          </p:txBody>
        </p:sp>
        <p:sp>
          <p:nvSpPr>
            <p:cNvPr id="59" name="AutoShape 56">
              <a:extLst>
                <a:ext uri="{FF2B5EF4-FFF2-40B4-BE49-F238E27FC236}">
                  <a16:creationId xmlns:a16="http://schemas.microsoft.com/office/drawing/2014/main" id="{2BB3634C-552F-E6E0-9FA1-DAC5B2E27B71}"/>
                </a:ext>
              </a:extLst>
            </p:cNvPr>
            <p:cNvSpPr/>
            <p:nvPr/>
          </p:nvSpPr>
          <p:spPr>
            <a:xfrm flipV="1">
              <a:off x="5140188" y="6193116"/>
              <a:ext cx="0" cy="436050"/>
            </a:xfrm>
            <a:prstGeom prst="line">
              <a:avLst/>
            </a:prstGeom>
            <a:ln w="38100" cap="flat">
              <a:solidFill>
                <a:srgbClr val="000000"/>
              </a:solidFill>
              <a:prstDash val="solid"/>
              <a:headEnd type="none" w="sm" len="sm"/>
              <a:tailEnd type="none" w="sm" len="sm"/>
            </a:ln>
          </p:spPr>
          <p:txBody>
            <a:bodyPr/>
            <a:lstStyle/>
            <a:p>
              <a:endParaRPr lang="en-AU"/>
            </a:p>
          </p:txBody>
        </p:sp>
        <p:sp>
          <p:nvSpPr>
            <p:cNvPr id="60" name="Freeform 57">
              <a:extLst>
                <a:ext uri="{FF2B5EF4-FFF2-40B4-BE49-F238E27FC236}">
                  <a16:creationId xmlns:a16="http://schemas.microsoft.com/office/drawing/2014/main" id="{F8B277F7-DD90-B5E6-E6F0-62601291A394}"/>
                </a:ext>
              </a:extLst>
            </p:cNvPr>
            <p:cNvSpPr/>
            <p:nvPr/>
          </p:nvSpPr>
          <p:spPr>
            <a:xfrm>
              <a:off x="657455" y="6417195"/>
              <a:ext cx="9377089" cy="386805"/>
            </a:xfrm>
            <a:custGeom>
              <a:avLst/>
              <a:gdLst/>
              <a:ahLst/>
              <a:cxnLst/>
              <a:rect l="l" t="t" r="r" b="b"/>
              <a:pathLst>
                <a:path w="9377089" h="386805">
                  <a:moveTo>
                    <a:pt x="0" y="0"/>
                  </a:moveTo>
                  <a:lnTo>
                    <a:pt x="9377090" y="0"/>
                  </a:lnTo>
                  <a:lnTo>
                    <a:pt x="9377090" y="386805"/>
                  </a:lnTo>
                  <a:lnTo>
                    <a:pt x="0" y="38680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61" name="AutoShape 58">
              <a:extLst>
                <a:ext uri="{FF2B5EF4-FFF2-40B4-BE49-F238E27FC236}">
                  <a16:creationId xmlns:a16="http://schemas.microsoft.com/office/drawing/2014/main" id="{BB667BA4-D055-35E1-39E1-8A34E208B7C1}"/>
                </a:ext>
              </a:extLst>
            </p:cNvPr>
            <p:cNvSpPr/>
            <p:nvPr/>
          </p:nvSpPr>
          <p:spPr>
            <a:xfrm flipV="1">
              <a:off x="4131988" y="6199035"/>
              <a:ext cx="0" cy="411562"/>
            </a:xfrm>
            <a:prstGeom prst="line">
              <a:avLst/>
            </a:prstGeom>
            <a:ln w="38100" cap="flat">
              <a:solidFill>
                <a:srgbClr val="000000"/>
              </a:solidFill>
              <a:prstDash val="solid"/>
              <a:headEnd type="none" w="sm" len="sm"/>
              <a:tailEnd type="none" w="sm" len="sm"/>
            </a:ln>
          </p:spPr>
          <p:txBody>
            <a:bodyPr/>
            <a:lstStyle/>
            <a:p>
              <a:endParaRPr lang="en-AU"/>
            </a:p>
          </p:txBody>
        </p:sp>
        <p:sp>
          <p:nvSpPr>
            <p:cNvPr id="62" name="AutoShape 59">
              <a:extLst>
                <a:ext uri="{FF2B5EF4-FFF2-40B4-BE49-F238E27FC236}">
                  <a16:creationId xmlns:a16="http://schemas.microsoft.com/office/drawing/2014/main" id="{624431CB-42C6-8078-E90A-6A636FB9672A}"/>
                </a:ext>
              </a:extLst>
            </p:cNvPr>
            <p:cNvSpPr/>
            <p:nvPr/>
          </p:nvSpPr>
          <p:spPr>
            <a:xfrm flipV="1">
              <a:off x="3347631" y="6199170"/>
              <a:ext cx="0" cy="436050"/>
            </a:xfrm>
            <a:prstGeom prst="line">
              <a:avLst/>
            </a:prstGeom>
            <a:ln w="38100" cap="flat">
              <a:solidFill>
                <a:srgbClr val="000000"/>
              </a:solidFill>
              <a:prstDash val="solid"/>
              <a:headEnd type="none" w="sm" len="sm"/>
              <a:tailEnd type="none" w="sm" len="sm"/>
            </a:ln>
          </p:spPr>
          <p:txBody>
            <a:bodyPr/>
            <a:lstStyle/>
            <a:p>
              <a:endParaRPr lang="en-AU"/>
            </a:p>
          </p:txBody>
        </p:sp>
        <p:sp>
          <p:nvSpPr>
            <p:cNvPr id="63" name="AutoShape 60">
              <a:extLst>
                <a:ext uri="{FF2B5EF4-FFF2-40B4-BE49-F238E27FC236}">
                  <a16:creationId xmlns:a16="http://schemas.microsoft.com/office/drawing/2014/main" id="{9403BBC8-3D69-D8D2-15E2-32ED680C94AD}"/>
                </a:ext>
              </a:extLst>
            </p:cNvPr>
            <p:cNvSpPr/>
            <p:nvPr/>
          </p:nvSpPr>
          <p:spPr>
            <a:xfrm flipV="1">
              <a:off x="1406807" y="6199170"/>
              <a:ext cx="0" cy="436050"/>
            </a:xfrm>
            <a:prstGeom prst="line">
              <a:avLst/>
            </a:prstGeom>
            <a:ln w="38100" cap="flat">
              <a:solidFill>
                <a:srgbClr val="000000"/>
              </a:solidFill>
              <a:prstDash val="solid"/>
              <a:headEnd type="none" w="sm" len="sm"/>
              <a:tailEnd type="none" w="sm" len="sm"/>
            </a:ln>
          </p:spPr>
          <p:txBody>
            <a:bodyPr/>
            <a:lstStyle/>
            <a:p>
              <a:endParaRPr lang="en-AU"/>
            </a:p>
          </p:txBody>
        </p:sp>
        <p:sp>
          <p:nvSpPr>
            <p:cNvPr id="64" name="AutoShape 61">
              <a:extLst>
                <a:ext uri="{FF2B5EF4-FFF2-40B4-BE49-F238E27FC236}">
                  <a16:creationId xmlns:a16="http://schemas.microsoft.com/office/drawing/2014/main" id="{842C0072-E3B9-09B9-6A19-2DDED2956BA3}"/>
                </a:ext>
              </a:extLst>
            </p:cNvPr>
            <p:cNvSpPr/>
            <p:nvPr/>
          </p:nvSpPr>
          <p:spPr>
            <a:xfrm flipV="1">
              <a:off x="6559920" y="6199035"/>
              <a:ext cx="0" cy="411562"/>
            </a:xfrm>
            <a:prstGeom prst="line">
              <a:avLst/>
            </a:prstGeom>
            <a:ln w="38100" cap="flat">
              <a:solidFill>
                <a:srgbClr val="000000"/>
              </a:solidFill>
              <a:prstDash val="solid"/>
              <a:headEnd type="none" w="sm" len="sm"/>
              <a:tailEnd type="none" w="sm" len="sm"/>
            </a:ln>
          </p:spPr>
          <p:txBody>
            <a:bodyPr/>
            <a:lstStyle/>
            <a:p>
              <a:endParaRPr lang="en-AU"/>
            </a:p>
          </p:txBody>
        </p:sp>
        <p:sp>
          <p:nvSpPr>
            <p:cNvPr id="65" name="AutoShape 62">
              <a:extLst>
                <a:ext uri="{FF2B5EF4-FFF2-40B4-BE49-F238E27FC236}">
                  <a16:creationId xmlns:a16="http://schemas.microsoft.com/office/drawing/2014/main" id="{8E56EB5B-B456-5F66-69AB-A9A718EA6495}"/>
                </a:ext>
              </a:extLst>
            </p:cNvPr>
            <p:cNvSpPr/>
            <p:nvPr/>
          </p:nvSpPr>
          <p:spPr>
            <a:xfrm flipV="1">
              <a:off x="8144885" y="6211279"/>
              <a:ext cx="0" cy="423941"/>
            </a:xfrm>
            <a:prstGeom prst="line">
              <a:avLst/>
            </a:prstGeom>
            <a:ln w="38100" cap="flat">
              <a:solidFill>
                <a:srgbClr val="000000"/>
              </a:solidFill>
              <a:prstDash val="solid"/>
              <a:headEnd type="none" w="sm" len="sm"/>
              <a:tailEnd type="none" w="sm" len="sm"/>
            </a:ln>
          </p:spPr>
          <p:txBody>
            <a:bodyPr/>
            <a:lstStyle/>
            <a:p>
              <a:endParaRPr lang="en-AU"/>
            </a:p>
          </p:txBody>
        </p:sp>
        <p:sp>
          <p:nvSpPr>
            <p:cNvPr id="66" name="AutoShape 63">
              <a:extLst>
                <a:ext uri="{FF2B5EF4-FFF2-40B4-BE49-F238E27FC236}">
                  <a16:creationId xmlns:a16="http://schemas.microsoft.com/office/drawing/2014/main" id="{E9DCA50E-BA49-728B-2756-D0BD7A8CC73E}"/>
                </a:ext>
              </a:extLst>
            </p:cNvPr>
            <p:cNvSpPr/>
            <p:nvPr/>
          </p:nvSpPr>
          <p:spPr>
            <a:xfrm flipV="1">
              <a:off x="8987760" y="6199035"/>
              <a:ext cx="0" cy="430131"/>
            </a:xfrm>
            <a:prstGeom prst="line">
              <a:avLst/>
            </a:prstGeom>
            <a:ln w="38100" cap="flat">
              <a:solidFill>
                <a:srgbClr val="000000"/>
              </a:solidFill>
              <a:prstDash val="solid"/>
              <a:headEnd type="none" w="sm" len="sm"/>
              <a:tailEnd type="none" w="sm" len="sm"/>
            </a:ln>
          </p:spPr>
          <p:txBody>
            <a:bodyPr/>
            <a:lstStyle/>
            <a:p>
              <a:endParaRPr lang="en-AU"/>
            </a:p>
          </p:txBody>
        </p:sp>
        <p:sp>
          <p:nvSpPr>
            <p:cNvPr id="67" name="Freeform 64">
              <a:extLst>
                <a:ext uri="{FF2B5EF4-FFF2-40B4-BE49-F238E27FC236}">
                  <a16:creationId xmlns:a16="http://schemas.microsoft.com/office/drawing/2014/main" id="{BAC70DE7-F4E3-F292-7FD5-8DCA5F0F1023}"/>
                </a:ext>
              </a:extLst>
            </p:cNvPr>
            <p:cNvSpPr/>
            <p:nvPr/>
          </p:nvSpPr>
          <p:spPr>
            <a:xfrm>
              <a:off x="8667662" y="5340477"/>
              <a:ext cx="719043" cy="858558"/>
            </a:xfrm>
            <a:custGeom>
              <a:avLst/>
              <a:gdLst/>
              <a:ahLst/>
              <a:cxnLst/>
              <a:rect l="l" t="t" r="r" b="b"/>
              <a:pathLst>
                <a:path w="719043" h="858558">
                  <a:moveTo>
                    <a:pt x="0" y="0"/>
                  </a:moveTo>
                  <a:lnTo>
                    <a:pt x="719042" y="0"/>
                  </a:lnTo>
                  <a:lnTo>
                    <a:pt x="719042" y="858558"/>
                  </a:lnTo>
                  <a:lnTo>
                    <a:pt x="0" y="85855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68" name="TextBox 65">
              <a:extLst>
                <a:ext uri="{FF2B5EF4-FFF2-40B4-BE49-F238E27FC236}">
                  <a16:creationId xmlns:a16="http://schemas.microsoft.com/office/drawing/2014/main" id="{702B33C8-9A6D-35EE-64C0-0CA6BB7E5E65}"/>
                </a:ext>
              </a:extLst>
            </p:cNvPr>
            <p:cNvSpPr txBox="1"/>
            <p:nvPr/>
          </p:nvSpPr>
          <p:spPr>
            <a:xfrm>
              <a:off x="8909906" y="5472258"/>
              <a:ext cx="234553" cy="537845"/>
            </a:xfrm>
            <a:prstGeom prst="rect">
              <a:avLst/>
            </a:prstGeom>
          </p:spPr>
          <p:txBody>
            <a:bodyPr lIns="0" tIns="0" rIns="0" bIns="0" rtlCol="0" anchor="t">
              <a:spAutoFit/>
            </a:bodyPr>
            <a:lstStyle/>
            <a:p>
              <a:pPr algn="ctr">
                <a:lnSpc>
                  <a:spcPts val="4480"/>
                </a:lnSpc>
              </a:pPr>
              <a:r>
                <a:rPr lang="en-US" sz="3200">
                  <a:solidFill>
                    <a:srgbClr val="000000"/>
                  </a:solidFill>
                  <a:latin typeface="Canva Sans Bold"/>
                  <a:ea typeface="Canva Sans Bold"/>
                  <a:cs typeface="Canva Sans Bold"/>
                  <a:sym typeface="Canva Sans Bold"/>
                </a:rPr>
                <a:t>F</a:t>
              </a:r>
            </a:p>
          </p:txBody>
        </p:sp>
        <p:sp>
          <p:nvSpPr>
            <p:cNvPr id="69" name="TextBox 66">
              <a:extLst>
                <a:ext uri="{FF2B5EF4-FFF2-40B4-BE49-F238E27FC236}">
                  <a16:creationId xmlns:a16="http://schemas.microsoft.com/office/drawing/2014/main" id="{596A97C9-4EAD-0DC1-B911-2A78BA6A7477}"/>
                </a:ext>
              </a:extLst>
            </p:cNvPr>
            <p:cNvSpPr txBox="1"/>
            <p:nvPr/>
          </p:nvSpPr>
          <p:spPr>
            <a:xfrm>
              <a:off x="8003052" y="5472258"/>
              <a:ext cx="283666" cy="537845"/>
            </a:xfrm>
            <a:prstGeom prst="rect">
              <a:avLst/>
            </a:prstGeom>
          </p:spPr>
          <p:txBody>
            <a:bodyPr lIns="0" tIns="0" rIns="0" bIns="0" rtlCol="0" anchor="t">
              <a:spAutoFit/>
            </a:bodyPr>
            <a:lstStyle/>
            <a:p>
              <a:pPr algn="ctr">
                <a:lnSpc>
                  <a:spcPts val="4480"/>
                </a:lnSpc>
              </a:pPr>
              <a:r>
                <a:rPr lang="en-US" sz="3200">
                  <a:solidFill>
                    <a:srgbClr val="000000"/>
                  </a:solidFill>
                  <a:latin typeface="Edu NSW ACT Foundation" panose="020B0604020202020204" charset="0"/>
                  <a:ea typeface="Canva Sans Bold"/>
                  <a:cs typeface="Canva Sans Bold"/>
                  <a:sym typeface="Canva Sans Bold"/>
                </a:rPr>
                <a:t>0</a:t>
              </a:r>
            </a:p>
          </p:txBody>
        </p:sp>
      </p:grpSp>
      <p:grpSp>
        <p:nvGrpSpPr>
          <p:cNvPr id="70" name="Group 25" descr="A number line with 7 randomly spaced markers labelled A, B, C −20, D, E, 0 and 5.">
            <a:extLst>
              <a:ext uri="{FF2B5EF4-FFF2-40B4-BE49-F238E27FC236}">
                <a16:creationId xmlns:a16="http://schemas.microsoft.com/office/drawing/2014/main" id="{CFA8F36E-B26A-DDBC-921D-5E32738A6077}"/>
              </a:ext>
            </a:extLst>
          </p:cNvPr>
          <p:cNvGrpSpPr/>
          <p:nvPr/>
        </p:nvGrpSpPr>
        <p:grpSpPr>
          <a:xfrm>
            <a:off x="1588775" y="1962738"/>
            <a:ext cx="9377089" cy="1668129"/>
            <a:chOff x="0" y="0"/>
            <a:chExt cx="12502786" cy="2224172"/>
          </a:xfrm>
        </p:grpSpPr>
        <p:sp>
          <p:nvSpPr>
            <p:cNvPr id="71" name="Freeform 26">
              <a:extLst>
                <a:ext uri="{FF2B5EF4-FFF2-40B4-BE49-F238E27FC236}">
                  <a16:creationId xmlns:a16="http://schemas.microsoft.com/office/drawing/2014/main" id="{E80B940B-67B7-1B8E-5564-741E7CA3F71C}"/>
                </a:ext>
              </a:extLst>
            </p:cNvPr>
            <p:cNvSpPr/>
            <p:nvPr/>
          </p:nvSpPr>
          <p:spPr>
            <a:xfrm>
              <a:off x="485238" y="0"/>
              <a:ext cx="1111041" cy="1326616"/>
            </a:xfrm>
            <a:custGeom>
              <a:avLst/>
              <a:gdLst/>
              <a:ahLst/>
              <a:cxnLst/>
              <a:rect l="l" t="t" r="r" b="b"/>
              <a:pathLst>
                <a:path w="1111041" h="1326616">
                  <a:moveTo>
                    <a:pt x="0" y="0"/>
                  </a:moveTo>
                  <a:lnTo>
                    <a:pt x="1111042" y="0"/>
                  </a:lnTo>
                  <a:lnTo>
                    <a:pt x="1111042" y="1326616"/>
                  </a:lnTo>
                  <a:lnTo>
                    <a:pt x="0" y="132661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72" name="TextBox 27">
              <a:extLst>
                <a:ext uri="{FF2B5EF4-FFF2-40B4-BE49-F238E27FC236}">
                  <a16:creationId xmlns:a16="http://schemas.microsoft.com/office/drawing/2014/main" id="{F848D814-DB81-64EC-A3B8-B270A544E9F5}"/>
                </a:ext>
              </a:extLst>
            </p:cNvPr>
            <p:cNvSpPr txBox="1"/>
            <p:nvPr/>
          </p:nvSpPr>
          <p:spPr>
            <a:xfrm>
              <a:off x="852243" y="285695"/>
              <a:ext cx="377031" cy="698077"/>
            </a:xfrm>
            <a:prstGeom prst="rect">
              <a:avLst/>
            </a:prstGeom>
          </p:spPr>
          <p:txBody>
            <a:bodyPr lIns="0" tIns="0" rIns="0" bIns="0" rtlCol="0" anchor="t">
              <a:spAutoFit/>
            </a:bodyPr>
            <a:lstStyle/>
            <a:p>
              <a:pPr algn="ctr">
                <a:lnSpc>
                  <a:spcPts val="4480"/>
                </a:lnSpc>
              </a:pPr>
              <a:r>
                <a:rPr lang="en-US" sz="3200">
                  <a:solidFill>
                    <a:srgbClr val="000000"/>
                  </a:solidFill>
                  <a:latin typeface="Canva Sans Bold"/>
                  <a:ea typeface="Canva Sans Bold"/>
                  <a:cs typeface="Canva Sans Bold"/>
                  <a:sym typeface="Canva Sans Bold"/>
                </a:rPr>
                <a:t>A</a:t>
              </a:r>
            </a:p>
          </p:txBody>
        </p:sp>
        <p:sp>
          <p:nvSpPr>
            <p:cNvPr id="73" name="Freeform 28">
              <a:extLst>
                <a:ext uri="{FF2B5EF4-FFF2-40B4-BE49-F238E27FC236}">
                  <a16:creationId xmlns:a16="http://schemas.microsoft.com/office/drawing/2014/main" id="{A69FCBDF-9A28-FD75-E81B-9F669192BCC4}"/>
                </a:ext>
              </a:extLst>
            </p:cNvPr>
            <p:cNvSpPr/>
            <p:nvPr/>
          </p:nvSpPr>
          <p:spPr>
            <a:xfrm>
              <a:off x="3005980" y="0"/>
              <a:ext cx="1111041" cy="1326616"/>
            </a:xfrm>
            <a:custGeom>
              <a:avLst/>
              <a:gdLst/>
              <a:ahLst/>
              <a:cxnLst/>
              <a:rect l="l" t="t" r="r" b="b"/>
              <a:pathLst>
                <a:path w="1111041" h="1326616">
                  <a:moveTo>
                    <a:pt x="0" y="0"/>
                  </a:moveTo>
                  <a:lnTo>
                    <a:pt x="1111041" y="0"/>
                  </a:lnTo>
                  <a:lnTo>
                    <a:pt x="1111041" y="1326616"/>
                  </a:lnTo>
                  <a:lnTo>
                    <a:pt x="0" y="132661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74" name="TextBox 29">
              <a:extLst>
                <a:ext uri="{FF2B5EF4-FFF2-40B4-BE49-F238E27FC236}">
                  <a16:creationId xmlns:a16="http://schemas.microsoft.com/office/drawing/2014/main" id="{160B050F-520D-BB10-4036-A8E706CBFAA8}"/>
                </a:ext>
              </a:extLst>
            </p:cNvPr>
            <p:cNvSpPr txBox="1"/>
            <p:nvPr/>
          </p:nvSpPr>
          <p:spPr>
            <a:xfrm>
              <a:off x="3372323" y="285695"/>
              <a:ext cx="378354" cy="698077"/>
            </a:xfrm>
            <a:prstGeom prst="rect">
              <a:avLst/>
            </a:prstGeom>
          </p:spPr>
          <p:txBody>
            <a:bodyPr lIns="0" tIns="0" rIns="0" bIns="0" rtlCol="0" anchor="t">
              <a:spAutoFit/>
            </a:bodyPr>
            <a:lstStyle/>
            <a:p>
              <a:pPr algn="ctr">
                <a:lnSpc>
                  <a:spcPts val="4480"/>
                </a:lnSpc>
              </a:pPr>
              <a:r>
                <a:rPr lang="en-US" sz="3200">
                  <a:solidFill>
                    <a:srgbClr val="000000"/>
                  </a:solidFill>
                  <a:latin typeface="Canva Sans Bold"/>
                  <a:ea typeface="Canva Sans Bold"/>
                  <a:cs typeface="Canva Sans Bold"/>
                  <a:sym typeface="Canva Sans Bold"/>
                </a:rPr>
                <a:t>B</a:t>
              </a:r>
            </a:p>
          </p:txBody>
        </p:sp>
        <p:sp>
          <p:nvSpPr>
            <p:cNvPr id="75" name="Freeform 30">
              <a:extLst>
                <a:ext uri="{FF2B5EF4-FFF2-40B4-BE49-F238E27FC236}">
                  <a16:creationId xmlns:a16="http://schemas.microsoft.com/office/drawing/2014/main" id="{B30030F7-8593-0EA6-4C3B-CC30E0848F41}"/>
                </a:ext>
              </a:extLst>
            </p:cNvPr>
            <p:cNvSpPr/>
            <p:nvPr/>
          </p:nvSpPr>
          <p:spPr>
            <a:xfrm>
              <a:off x="4309477" y="90936"/>
              <a:ext cx="958724" cy="1144745"/>
            </a:xfrm>
            <a:custGeom>
              <a:avLst/>
              <a:gdLst/>
              <a:ahLst/>
              <a:cxnLst/>
              <a:rect l="l" t="t" r="r" b="b"/>
              <a:pathLst>
                <a:path w="958724" h="1144745">
                  <a:moveTo>
                    <a:pt x="0" y="0"/>
                  </a:moveTo>
                  <a:lnTo>
                    <a:pt x="958724" y="0"/>
                  </a:lnTo>
                  <a:lnTo>
                    <a:pt x="958724" y="1144744"/>
                  </a:lnTo>
                  <a:lnTo>
                    <a:pt x="0" y="114474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76" name="TextBox 31">
              <a:extLst>
                <a:ext uri="{FF2B5EF4-FFF2-40B4-BE49-F238E27FC236}">
                  <a16:creationId xmlns:a16="http://schemas.microsoft.com/office/drawing/2014/main" id="{D1AAF3CE-F02A-705B-7786-D8714EC4CC3D}"/>
                </a:ext>
              </a:extLst>
            </p:cNvPr>
            <p:cNvSpPr txBox="1"/>
            <p:nvPr/>
          </p:nvSpPr>
          <p:spPr>
            <a:xfrm>
              <a:off x="4535236" y="285695"/>
              <a:ext cx="507206" cy="698077"/>
            </a:xfrm>
            <a:prstGeom prst="rect">
              <a:avLst/>
            </a:prstGeom>
          </p:spPr>
          <p:txBody>
            <a:bodyPr lIns="0" tIns="0" rIns="0" bIns="0" rtlCol="0" anchor="t">
              <a:spAutoFit/>
            </a:bodyPr>
            <a:lstStyle/>
            <a:p>
              <a:pPr algn="ctr">
                <a:lnSpc>
                  <a:spcPts val="4480"/>
                </a:lnSpc>
              </a:pPr>
              <a:r>
                <a:rPr lang="en-US" sz="3200">
                  <a:solidFill>
                    <a:srgbClr val="000000"/>
                  </a:solidFill>
                  <a:latin typeface="Canva Sans Bold"/>
                  <a:ea typeface="Canva Sans Bold"/>
                  <a:cs typeface="Canva Sans Bold"/>
                  <a:sym typeface="Canva Sans Bold"/>
                </a:rPr>
                <a:t>C </a:t>
              </a:r>
            </a:p>
          </p:txBody>
        </p:sp>
        <p:sp>
          <p:nvSpPr>
            <p:cNvPr id="77" name="Freeform 32">
              <a:extLst>
                <a:ext uri="{FF2B5EF4-FFF2-40B4-BE49-F238E27FC236}">
                  <a16:creationId xmlns:a16="http://schemas.microsoft.com/office/drawing/2014/main" id="{07EDBA3B-E4AD-123D-F9FB-FF6FAA8F3F90}"/>
                </a:ext>
              </a:extLst>
            </p:cNvPr>
            <p:cNvSpPr/>
            <p:nvPr/>
          </p:nvSpPr>
          <p:spPr>
            <a:xfrm>
              <a:off x="5525459" y="90936"/>
              <a:ext cx="958724" cy="1144745"/>
            </a:xfrm>
            <a:custGeom>
              <a:avLst/>
              <a:gdLst/>
              <a:ahLst/>
              <a:cxnLst/>
              <a:rect l="l" t="t" r="r" b="b"/>
              <a:pathLst>
                <a:path w="958724" h="1144745">
                  <a:moveTo>
                    <a:pt x="0" y="0"/>
                  </a:moveTo>
                  <a:lnTo>
                    <a:pt x="958724" y="0"/>
                  </a:lnTo>
                  <a:lnTo>
                    <a:pt x="958724" y="1144744"/>
                  </a:lnTo>
                  <a:lnTo>
                    <a:pt x="0" y="114474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78" name="TextBox 33">
              <a:extLst>
                <a:ext uri="{FF2B5EF4-FFF2-40B4-BE49-F238E27FC236}">
                  <a16:creationId xmlns:a16="http://schemas.microsoft.com/office/drawing/2014/main" id="{8AFB5F18-680B-72D8-658E-B0D965B36209}"/>
                </a:ext>
              </a:extLst>
            </p:cNvPr>
            <p:cNvSpPr txBox="1"/>
            <p:nvPr/>
          </p:nvSpPr>
          <p:spPr>
            <a:xfrm>
              <a:off x="5723374" y="446139"/>
              <a:ext cx="658331" cy="484292"/>
            </a:xfrm>
            <a:prstGeom prst="rect">
              <a:avLst/>
            </a:prstGeom>
          </p:spPr>
          <p:txBody>
            <a:bodyPr lIns="0" tIns="0" rIns="0" bIns="0" rtlCol="0" anchor="t">
              <a:spAutoFit/>
            </a:bodyPr>
            <a:lstStyle/>
            <a:p>
              <a:pPr algn="ctr">
                <a:lnSpc>
                  <a:spcPts val="3080"/>
                </a:lnSpc>
              </a:pPr>
              <a:r>
                <a:rPr lang="en-US" sz="2200">
                  <a:solidFill>
                    <a:srgbClr val="000000"/>
                  </a:solidFill>
                  <a:latin typeface="Edu NSW ACT Foundation" panose="020B0604020202020204" charset="0"/>
                  <a:ea typeface="Canva Sans Bold"/>
                  <a:cs typeface="Canva Sans Bold"/>
                  <a:sym typeface="Canva Sans Bold"/>
                </a:rPr>
                <a:t>-20</a:t>
              </a:r>
            </a:p>
          </p:txBody>
        </p:sp>
        <p:sp>
          <p:nvSpPr>
            <p:cNvPr id="79" name="Freeform 34">
              <a:extLst>
                <a:ext uri="{FF2B5EF4-FFF2-40B4-BE49-F238E27FC236}">
                  <a16:creationId xmlns:a16="http://schemas.microsoft.com/office/drawing/2014/main" id="{5AAC04BE-6E6F-1316-E80D-7E8C515FD0B2}"/>
                </a:ext>
              </a:extLst>
            </p:cNvPr>
            <p:cNvSpPr/>
            <p:nvPr/>
          </p:nvSpPr>
          <p:spPr>
            <a:xfrm>
              <a:off x="7418717" y="83043"/>
              <a:ext cx="1111041" cy="1326616"/>
            </a:xfrm>
            <a:custGeom>
              <a:avLst/>
              <a:gdLst/>
              <a:ahLst/>
              <a:cxnLst/>
              <a:rect l="l" t="t" r="r" b="b"/>
              <a:pathLst>
                <a:path w="1111041" h="1326616">
                  <a:moveTo>
                    <a:pt x="0" y="0"/>
                  </a:moveTo>
                  <a:lnTo>
                    <a:pt x="1111041" y="0"/>
                  </a:lnTo>
                  <a:lnTo>
                    <a:pt x="1111041" y="1326617"/>
                  </a:lnTo>
                  <a:lnTo>
                    <a:pt x="0" y="132661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80" name="TextBox 35">
              <a:extLst>
                <a:ext uri="{FF2B5EF4-FFF2-40B4-BE49-F238E27FC236}">
                  <a16:creationId xmlns:a16="http://schemas.microsoft.com/office/drawing/2014/main" id="{62B98548-470B-29FF-3FEA-8316415C2456}"/>
                </a:ext>
              </a:extLst>
            </p:cNvPr>
            <p:cNvSpPr txBox="1"/>
            <p:nvPr/>
          </p:nvSpPr>
          <p:spPr>
            <a:xfrm>
              <a:off x="7807947" y="368738"/>
              <a:ext cx="332581" cy="698077"/>
            </a:xfrm>
            <a:prstGeom prst="rect">
              <a:avLst/>
            </a:prstGeom>
          </p:spPr>
          <p:txBody>
            <a:bodyPr lIns="0" tIns="0" rIns="0" bIns="0" rtlCol="0" anchor="t">
              <a:spAutoFit/>
            </a:bodyPr>
            <a:lstStyle/>
            <a:p>
              <a:pPr algn="ctr">
                <a:lnSpc>
                  <a:spcPts val="4480"/>
                </a:lnSpc>
              </a:pPr>
              <a:r>
                <a:rPr lang="en-US" sz="3200">
                  <a:solidFill>
                    <a:srgbClr val="000000"/>
                  </a:solidFill>
                  <a:latin typeface="Canva Sans Bold"/>
                  <a:ea typeface="Canva Sans Bold"/>
                  <a:cs typeface="Canva Sans Bold"/>
                  <a:sym typeface="Canva Sans Bold"/>
                </a:rPr>
                <a:t>E</a:t>
              </a:r>
            </a:p>
          </p:txBody>
        </p:sp>
        <p:sp>
          <p:nvSpPr>
            <p:cNvPr id="81" name="AutoShape 36">
              <a:extLst>
                <a:ext uri="{FF2B5EF4-FFF2-40B4-BE49-F238E27FC236}">
                  <a16:creationId xmlns:a16="http://schemas.microsoft.com/office/drawing/2014/main" id="{39B74AF4-1C17-E48C-4FAB-D02689C6D42C}"/>
                </a:ext>
              </a:extLst>
            </p:cNvPr>
            <p:cNvSpPr/>
            <p:nvPr/>
          </p:nvSpPr>
          <p:spPr>
            <a:xfrm flipV="1">
              <a:off x="5976977" y="1409660"/>
              <a:ext cx="0" cy="581400"/>
            </a:xfrm>
            <a:prstGeom prst="line">
              <a:avLst/>
            </a:prstGeom>
            <a:ln w="50800" cap="flat">
              <a:solidFill>
                <a:srgbClr val="000000"/>
              </a:solidFill>
              <a:prstDash val="solid"/>
              <a:headEnd type="none" w="sm" len="sm"/>
              <a:tailEnd type="none" w="sm" len="sm"/>
            </a:ln>
          </p:spPr>
          <p:txBody>
            <a:bodyPr/>
            <a:lstStyle/>
            <a:p>
              <a:endParaRPr lang="en-AU"/>
            </a:p>
          </p:txBody>
        </p:sp>
        <p:sp>
          <p:nvSpPr>
            <p:cNvPr id="82" name="Freeform 37">
              <a:extLst>
                <a:ext uri="{FF2B5EF4-FFF2-40B4-BE49-F238E27FC236}">
                  <a16:creationId xmlns:a16="http://schemas.microsoft.com/office/drawing/2014/main" id="{5DC4592B-D22A-8DE1-2859-F6642BB47E35}"/>
                </a:ext>
              </a:extLst>
            </p:cNvPr>
            <p:cNvSpPr/>
            <p:nvPr/>
          </p:nvSpPr>
          <p:spPr>
            <a:xfrm>
              <a:off x="0" y="1708432"/>
              <a:ext cx="12502786" cy="515740"/>
            </a:xfrm>
            <a:custGeom>
              <a:avLst/>
              <a:gdLst/>
              <a:ahLst/>
              <a:cxnLst/>
              <a:rect l="l" t="t" r="r" b="b"/>
              <a:pathLst>
                <a:path w="12502786" h="515740">
                  <a:moveTo>
                    <a:pt x="0" y="0"/>
                  </a:moveTo>
                  <a:lnTo>
                    <a:pt x="12502786" y="0"/>
                  </a:lnTo>
                  <a:lnTo>
                    <a:pt x="12502786" y="515740"/>
                  </a:lnTo>
                  <a:lnTo>
                    <a:pt x="0" y="51574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83" name="AutoShape 38">
              <a:extLst>
                <a:ext uri="{FF2B5EF4-FFF2-40B4-BE49-F238E27FC236}">
                  <a16:creationId xmlns:a16="http://schemas.microsoft.com/office/drawing/2014/main" id="{C66C22A6-91D1-C9C3-B22F-25CD621E3872}"/>
                </a:ext>
              </a:extLst>
            </p:cNvPr>
            <p:cNvSpPr/>
            <p:nvPr/>
          </p:nvSpPr>
          <p:spPr>
            <a:xfrm flipV="1">
              <a:off x="4632710" y="1417552"/>
              <a:ext cx="0" cy="548750"/>
            </a:xfrm>
            <a:prstGeom prst="line">
              <a:avLst/>
            </a:prstGeom>
            <a:ln w="50800" cap="flat">
              <a:solidFill>
                <a:srgbClr val="000000"/>
              </a:solidFill>
              <a:prstDash val="solid"/>
              <a:headEnd type="none" w="sm" len="sm"/>
              <a:tailEnd type="none" w="sm" len="sm"/>
            </a:ln>
          </p:spPr>
          <p:txBody>
            <a:bodyPr/>
            <a:lstStyle/>
            <a:p>
              <a:endParaRPr lang="en-AU"/>
            </a:p>
          </p:txBody>
        </p:sp>
        <p:sp>
          <p:nvSpPr>
            <p:cNvPr id="84" name="AutoShape 39">
              <a:extLst>
                <a:ext uri="{FF2B5EF4-FFF2-40B4-BE49-F238E27FC236}">
                  <a16:creationId xmlns:a16="http://schemas.microsoft.com/office/drawing/2014/main" id="{00B44FC2-5278-35C3-3566-0CC0A3A64669}"/>
                </a:ext>
              </a:extLst>
            </p:cNvPr>
            <p:cNvSpPr/>
            <p:nvPr/>
          </p:nvSpPr>
          <p:spPr>
            <a:xfrm flipV="1">
              <a:off x="3586900" y="1417732"/>
              <a:ext cx="0" cy="581400"/>
            </a:xfrm>
            <a:prstGeom prst="line">
              <a:avLst/>
            </a:prstGeom>
            <a:ln w="50800" cap="flat">
              <a:solidFill>
                <a:srgbClr val="000000"/>
              </a:solidFill>
              <a:prstDash val="solid"/>
              <a:headEnd type="none" w="sm" len="sm"/>
              <a:tailEnd type="none" w="sm" len="sm"/>
            </a:ln>
          </p:spPr>
          <p:txBody>
            <a:bodyPr/>
            <a:lstStyle/>
            <a:p>
              <a:endParaRPr lang="en-AU"/>
            </a:p>
          </p:txBody>
        </p:sp>
        <p:sp>
          <p:nvSpPr>
            <p:cNvPr id="85" name="AutoShape 40">
              <a:extLst>
                <a:ext uri="{FF2B5EF4-FFF2-40B4-BE49-F238E27FC236}">
                  <a16:creationId xmlns:a16="http://schemas.microsoft.com/office/drawing/2014/main" id="{3EEDC089-B1D2-0217-58EE-5D15E6CFAACC}"/>
                </a:ext>
              </a:extLst>
            </p:cNvPr>
            <p:cNvSpPr/>
            <p:nvPr/>
          </p:nvSpPr>
          <p:spPr>
            <a:xfrm flipV="1">
              <a:off x="999136" y="1417732"/>
              <a:ext cx="0" cy="581400"/>
            </a:xfrm>
            <a:prstGeom prst="line">
              <a:avLst/>
            </a:prstGeom>
            <a:ln w="50800" cap="flat">
              <a:solidFill>
                <a:srgbClr val="000000"/>
              </a:solidFill>
              <a:prstDash val="solid"/>
              <a:headEnd type="none" w="sm" len="sm"/>
              <a:tailEnd type="none" w="sm" len="sm"/>
            </a:ln>
          </p:spPr>
          <p:txBody>
            <a:bodyPr/>
            <a:lstStyle/>
            <a:p>
              <a:endParaRPr lang="en-AU"/>
            </a:p>
          </p:txBody>
        </p:sp>
        <p:sp>
          <p:nvSpPr>
            <p:cNvPr id="86" name="AutoShape 41">
              <a:extLst>
                <a:ext uri="{FF2B5EF4-FFF2-40B4-BE49-F238E27FC236}">
                  <a16:creationId xmlns:a16="http://schemas.microsoft.com/office/drawing/2014/main" id="{8B91A88B-DB43-DDA5-B868-A14463E7D98C}"/>
                </a:ext>
              </a:extLst>
            </p:cNvPr>
            <p:cNvSpPr/>
            <p:nvPr/>
          </p:nvSpPr>
          <p:spPr>
            <a:xfrm flipV="1">
              <a:off x="7869953" y="1417552"/>
              <a:ext cx="0" cy="548750"/>
            </a:xfrm>
            <a:prstGeom prst="line">
              <a:avLst/>
            </a:prstGeom>
            <a:ln w="50800" cap="flat">
              <a:solidFill>
                <a:srgbClr val="000000"/>
              </a:solidFill>
              <a:prstDash val="solid"/>
              <a:headEnd type="none" w="sm" len="sm"/>
              <a:tailEnd type="none" w="sm" len="sm"/>
            </a:ln>
          </p:spPr>
          <p:txBody>
            <a:bodyPr/>
            <a:lstStyle/>
            <a:p>
              <a:endParaRPr lang="en-AU"/>
            </a:p>
          </p:txBody>
        </p:sp>
        <p:sp>
          <p:nvSpPr>
            <p:cNvPr id="87" name="AutoShape 42">
              <a:extLst>
                <a:ext uri="{FF2B5EF4-FFF2-40B4-BE49-F238E27FC236}">
                  <a16:creationId xmlns:a16="http://schemas.microsoft.com/office/drawing/2014/main" id="{89D709AD-22DB-A988-5305-C4C31FD1079F}"/>
                </a:ext>
              </a:extLst>
            </p:cNvPr>
            <p:cNvSpPr/>
            <p:nvPr/>
          </p:nvSpPr>
          <p:spPr>
            <a:xfrm flipV="1">
              <a:off x="9983239" y="1433877"/>
              <a:ext cx="0" cy="565255"/>
            </a:xfrm>
            <a:prstGeom prst="line">
              <a:avLst/>
            </a:prstGeom>
            <a:ln w="50800" cap="flat">
              <a:solidFill>
                <a:srgbClr val="000000"/>
              </a:solidFill>
              <a:prstDash val="solid"/>
              <a:headEnd type="none" w="sm" len="sm"/>
              <a:tailEnd type="none" w="sm" len="sm"/>
            </a:ln>
          </p:spPr>
          <p:txBody>
            <a:bodyPr/>
            <a:lstStyle/>
            <a:p>
              <a:endParaRPr lang="en-AU"/>
            </a:p>
          </p:txBody>
        </p:sp>
        <p:sp>
          <p:nvSpPr>
            <p:cNvPr id="88" name="AutoShape 43">
              <a:extLst>
                <a:ext uri="{FF2B5EF4-FFF2-40B4-BE49-F238E27FC236}">
                  <a16:creationId xmlns:a16="http://schemas.microsoft.com/office/drawing/2014/main" id="{0C9B4C6F-4DD3-C7CA-2897-F7136F0C403D}"/>
                </a:ext>
              </a:extLst>
            </p:cNvPr>
            <p:cNvSpPr/>
            <p:nvPr/>
          </p:nvSpPr>
          <p:spPr>
            <a:xfrm flipV="1">
              <a:off x="11107073" y="1417552"/>
              <a:ext cx="0" cy="573507"/>
            </a:xfrm>
            <a:prstGeom prst="line">
              <a:avLst/>
            </a:prstGeom>
            <a:ln w="50800" cap="flat">
              <a:solidFill>
                <a:srgbClr val="000000"/>
              </a:solidFill>
              <a:prstDash val="solid"/>
              <a:headEnd type="none" w="sm" len="sm"/>
              <a:tailEnd type="none" w="sm" len="sm"/>
            </a:ln>
          </p:spPr>
          <p:txBody>
            <a:bodyPr/>
            <a:lstStyle/>
            <a:p>
              <a:endParaRPr lang="en-AU"/>
            </a:p>
          </p:txBody>
        </p:sp>
        <p:sp>
          <p:nvSpPr>
            <p:cNvPr id="89" name="Freeform 44">
              <a:extLst>
                <a:ext uri="{FF2B5EF4-FFF2-40B4-BE49-F238E27FC236}">
                  <a16:creationId xmlns:a16="http://schemas.microsoft.com/office/drawing/2014/main" id="{3C05D77A-861A-26C8-6889-414FD9123024}"/>
                </a:ext>
              </a:extLst>
            </p:cNvPr>
            <p:cNvSpPr/>
            <p:nvPr/>
          </p:nvSpPr>
          <p:spPr>
            <a:xfrm>
              <a:off x="10680275" y="272808"/>
              <a:ext cx="958724" cy="1144745"/>
            </a:xfrm>
            <a:custGeom>
              <a:avLst/>
              <a:gdLst/>
              <a:ahLst/>
              <a:cxnLst/>
              <a:rect l="l" t="t" r="r" b="b"/>
              <a:pathLst>
                <a:path w="958724" h="1144745">
                  <a:moveTo>
                    <a:pt x="0" y="0"/>
                  </a:moveTo>
                  <a:lnTo>
                    <a:pt x="958723" y="0"/>
                  </a:lnTo>
                  <a:lnTo>
                    <a:pt x="958723" y="1144744"/>
                  </a:lnTo>
                  <a:lnTo>
                    <a:pt x="0" y="114474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90" name="TextBox 45">
              <a:extLst>
                <a:ext uri="{FF2B5EF4-FFF2-40B4-BE49-F238E27FC236}">
                  <a16:creationId xmlns:a16="http://schemas.microsoft.com/office/drawing/2014/main" id="{EC78F665-3B5C-5037-7B77-3F94F4DB47B4}"/>
                </a:ext>
              </a:extLst>
            </p:cNvPr>
            <p:cNvSpPr txBox="1"/>
            <p:nvPr/>
          </p:nvSpPr>
          <p:spPr>
            <a:xfrm>
              <a:off x="11003268" y="486617"/>
              <a:ext cx="312738" cy="484293"/>
            </a:xfrm>
            <a:prstGeom prst="rect">
              <a:avLst/>
            </a:prstGeom>
          </p:spPr>
          <p:txBody>
            <a:bodyPr lIns="0" tIns="0" rIns="0" bIns="0" rtlCol="0" anchor="t">
              <a:spAutoFit/>
            </a:bodyPr>
            <a:lstStyle/>
            <a:p>
              <a:pPr algn="ctr">
                <a:lnSpc>
                  <a:spcPts val="3079"/>
                </a:lnSpc>
              </a:pPr>
              <a:r>
                <a:rPr lang="en-US" sz="2199">
                  <a:solidFill>
                    <a:srgbClr val="000000"/>
                  </a:solidFill>
                  <a:latin typeface="Edu NSW ACT Foundation" panose="020B0604020202020204" charset="0"/>
                  <a:ea typeface="Canva Sans Bold"/>
                  <a:cs typeface="Canva Sans Bold"/>
                  <a:sym typeface="Canva Sans Bold"/>
                </a:rPr>
                <a:t>5</a:t>
              </a:r>
            </a:p>
          </p:txBody>
        </p:sp>
        <p:sp>
          <p:nvSpPr>
            <p:cNvPr id="91" name="TextBox 46">
              <a:extLst>
                <a:ext uri="{FF2B5EF4-FFF2-40B4-BE49-F238E27FC236}">
                  <a16:creationId xmlns:a16="http://schemas.microsoft.com/office/drawing/2014/main" id="{775552FD-9471-7BEE-7BB0-9FEAFA40ED53}"/>
                </a:ext>
              </a:extLst>
            </p:cNvPr>
            <p:cNvSpPr txBox="1"/>
            <p:nvPr/>
          </p:nvSpPr>
          <p:spPr>
            <a:xfrm>
              <a:off x="9794128" y="467567"/>
              <a:ext cx="378222" cy="698077"/>
            </a:xfrm>
            <a:prstGeom prst="rect">
              <a:avLst/>
            </a:prstGeom>
          </p:spPr>
          <p:txBody>
            <a:bodyPr lIns="0" tIns="0" rIns="0" bIns="0" rtlCol="0" anchor="t">
              <a:spAutoFit/>
            </a:bodyPr>
            <a:lstStyle/>
            <a:p>
              <a:pPr algn="ctr">
                <a:lnSpc>
                  <a:spcPts val="4480"/>
                </a:lnSpc>
              </a:pPr>
              <a:r>
                <a:rPr lang="en-US" sz="3200">
                  <a:solidFill>
                    <a:srgbClr val="000000"/>
                  </a:solidFill>
                  <a:latin typeface="Canva Sans Bold"/>
                  <a:ea typeface="Canva Sans Bold"/>
                  <a:cs typeface="Canva Sans Bold"/>
                  <a:sym typeface="Canva Sans Bold"/>
                </a:rPr>
                <a:t>0</a:t>
              </a:r>
            </a:p>
          </p:txBody>
        </p:sp>
      </p:grpSp>
      <p:pic>
        <p:nvPicPr>
          <p:cNvPr id="92" name="Picture 91" descr="image of a head with cogs turning inside">
            <a:extLst>
              <a:ext uri="{FF2B5EF4-FFF2-40B4-BE49-F238E27FC236}">
                <a16:creationId xmlns:a16="http://schemas.microsoft.com/office/drawing/2014/main" id="{287E2DE3-E9F9-5ECF-7C14-B4CFDE86E1B2}"/>
              </a:ext>
            </a:extLst>
          </p:cNvPr>
          <p:cNvPicPr>
            <a:picLocks noChangeAspect="1"/>
          </p:cNvPicPr>
          <p:nvPr/>
        </p:nvPicPr>
        <p:blipFill>
          <a:blip r:embed="rId6"/>
          <a:stretch>
            <a:fillRect/>
          </a:stretch>
        </p:blipFill>
        <p:spPr>
          <a:xfrm>
            <a:off x="11121712" y="194458"/>
            <a:ext cx="723900" cy="866775"/>
          </a:xfrm>
          <a:prstGeom prst="rect">
            <a:avLst/>
          </a:prstGeom>
        </p:spPr>
      </p:pic>
    </p:spTree>
    <p:extLst>
      <p:ext uri="{BB962C8B-B14F-4D97-AF65-F5344CB8AC3E}">
        <p14:creationId xmlns:p14="http://schemas.microsoft.com/office/powerpoint/2010/main" val="3334841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4"/>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2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0"/>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4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F9F5E-9F20-A840-C8DD-9ED062B9C6E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0C29BB1-E8E0-F23D-E9E0-8AB0443FBBAF}"/>
              </a:ext>
            </a:extLst>
          </p:cNvPr>
          <p:cNvSpPr>
            <a:spLocks noGrp="1"/>
          </p:cNvSpPr>
          <p:nvPr>
            <p:ph type="ctrTitle"/>
          </p:nvPr>
        </p:nvSpPr>
        <p:spPr/>
        <p:txBody>
          <a:bodyPr/>
          <a:lstStyle/>
          <a:p>
            <a:r>
              <a:rPr lang="en-AU">
                <a:latin typeface="+mj-lt"/>
                <a:cs typeface="Arial"/>
              </a:rPr>
              <a:t>Review of learning 3</a:t>
            </a:r>
            <a:endParaRPr lang="en-AU">
              <a:latin typeface="+mj-lt"/>
            </a:endParaRPr>
          </a:p>
        </p:txBody>
      </p:sp>
    </p:spTree>
    <p:extLst>
      <p:ext uri="{BB962C8B-B14F-4D97-AF65-F5344CB8AC3E}">
        <p14:creationId xmlns:p14="http://schemas.microsoft.com/office/powerpoint/2010/main" val="122646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861B1-6A34-35AF-C8F8-98FFF9B6C75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EE77A7-FE1B-9394-E3D8-9905BF492C48}"/>
              </a:ext>
            </a:extLst>
          </p:cNvPr>
          <p:cNvSpPr>
            <a:spLocks noGrp="1"/>
          </p:cNvSpPr>
          <p:nvPr>
            <p:ph type="sldNum" sz="quarter" idx="12"/>
          </p:nvPr>
        </p:nvSpPr>
        <p:spPr/>
        <p:txBody>
          <a:bodyPr/>
          <a:lstStyle/>
          <a:p>
            <a:fld id="{10A01DC5-1685-4615-8240-15192985C6A2}" type="slidenum">
              <a:rPr lang="en-AU" smtClean="0"/>
              <a:t>20</a:t>
            </a:fld>
            <a:endParaRPr lang="en-AU"/>
          </a:p>
        </p:txBody>
      </p:sp>
      <p:sp>
        <p:nvSpPr>
          <p:cNvPr id="3" name="Title 2">
            <a:extLst>
              <a:ext uri="{FF2B5EF4-FFF2-40B4-BE49-F238E27FC236}">
                <a16:creationId xmlns:a16="http://schemas.microsoft.com/office/drawing/2014/main" id="{0237A4AD-5902-0B45-1C0F-CD463740134A}"/>
              </a:ext>
            </a:extLst>
          </p:cNvPr>
          <p:cNvSpPr>
            <a:spLocks noGrp="1"/>
          </p:cNvSpPr>
          <p:nvPr>
            <p:ph type="title"/>
          </p:nvPr>
        </p:nvSpPr>
        <p:spPr/>
        <p:txBody>
          <a:bodyPr/>
          <a:lstStyle/>
          <a:p>
            <a:r>
              <a:rPr lang="en-US"/>
              <a:t>Multiple choice </a:t>
            </a:r>
            <a:r>
              <a:rPr lang="en-US">
                <a:solidFill>
                  <a:schemeClr val="bg1"/>
                </a:solidFill>
              </a:rPr>
              <a:t>(2)</a:t>
            </a:r>
          </a:p>
        </p:txBody>
      </p:sp>
      <p:sp>
        <p:nvSpPr>
          <p:cNvPr id="18" name="Text Placeholder 17">
            <a:extLst>
              <a:ext uri="{FF2B5EF4-FFF2-40B4-BE49-F238E27FC236}">
                <a16:creationId xmlns:a16="http://schemas.microsoft.com/office/drawing/2014/main" id="{56364F73-E229-E283-75C8-9CCFC763AB34}"/>
              </a:ext>
            </a:extLst>
          </p:cNvPr>
          <p:cNvSpPr>
            <a:spLocks noGrp="1"/>
          </p:cNvSpPr>
          <p:nvPr>
            <p:ph type="body" sz="quarter" idx="24"/>
          </p:nvPr>
        </p:nvSpPr>
        <p:spPr>
          <a:xfrm>
            <a:off x="471433" y="1406114"/>
            <a:ext cx="11249133" cy="1399194"/>
          </a:xfrm>
        </p:spPr>
        <p:txBody>
          <a:bodyPr vert="horz" lIns="0" tIns="0" rIns="0" bIns="0" rtlCol="0" anchor="t">
            <a:noAutofit/>
          </a:bodyPr>
          <a:lstStyle/>
          <a:p>
            <a:pPr algn="ctr"/>
            <a:r>
              <a:rPr lang="en-US" sz="4400">
                <a:latin typeface="Arial"/>
                <a:cs typeface="Arial"/>
              </a:rPr>
              <a:t>Which of these numbers is the </a:t>
            </a:r>
          </a:p>
          <a:p>
            <a:pPr algn="ctr"/>
            <a:r>
              <a:rPr lang="en-US" sz="4400" b="1">
                <a:latin typeface="Arial"/>
                <a:cs typeface="Arial"/>
              </a:rPr>
              <a:t>furthest from 0 </a:t>
            </a:r>
            <a:r>
              <a:rPr lang="en-US" sz="4400">
                <a:latin typeface="Arial"/>
                <a:cs typeface="Arial"/>
              </a:rPr>
              <a:t>on a number line?</a:t>
            </a:r>
            <a:endParaRPr lang="en-US" sz="2000"/>
          </a:p>
        </p:txBody>
      </p:sp>
      <p:graphicFrame>
        <p:nvGraphicFramePr>
          <p:cNvPr id="7" name="Table 6">
            <a:extLst>
              <a:ext uri="{FF2B5EF4-FFF2-40B4-BE49-F238E27FC236}">
                <a16:creationId xmlns:a16="http://schemas.microsoft.com/office/drawing/2014/main" id="{D0D37505-C50A-E6B5-3A37-A9BF025A532A}"/>
              </a:ext>
            </a:extLst>
          </p:cNvPr>
          <p:cNvGraphicFramePr>
            <a:graphicFrameLocks noGrp="1"/>
          </p:cNvGraphicFramePr>
          <p:nvPr>
            <p:extLst>
              <p:ext uri="{D42A27DB-BD31-4B8C-83A1-F6EECF244321}">
                <p14:modId xmlns:p14="http://schemas.microsoft.com/office/powerpoint/2010/main" val="406159663"/>
              </p:ext>
            </p:extLst>
          </p:nvPr>
        </p:nvGraphicFramePr>
        <p:xfrm>
          <a:off x="572708" y="4426598"/>
          <a:ext cx="10551292" cy="1524000"/>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a:latin typeface="+mn-lt"/>
                          <a:cs typeface="Arial"/>
                        </a:rPr>
                        <a:t>– 8</a:t>
                      </a:r>
                      <a:endParaRPr lang="en-AU" sz="4000"/>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7</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a:latin typeface="+mn-lt"/>
                          <a:cs typeface="Arial"/>
                        </a:rPr>
                        <a:t>– 6</a:t>
                      </a:r>
                      <a:endParaRPr lang="en-AU" sz="4000">
                        <a:latin typeface="+mn-lt"/>
                        <a:cs typeface="Arial"/>
                      </a:endParaRP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0.5</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35EA0110-8963-8FFF-008C-5572AAB946D2}"/>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85618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91311-E2CA-3AC5-05C9-E03DA9A2845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B77910-F56A-4A66-771A-69EA4515CFC6}"/>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3" name="Title 2">
            <a:extLst>
              <a:ext uri="{FF2B5EF4-FFF2-40B4-BE49-F238E27FC236}">
                <a16:creationId xmlns:a16="http://schemas.microsoft.com/office/drawing/2014/main" id="{D12184FE-E6F1-A3C6-01CD-68612E2B257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(9)</a:t>
            </a:r>
          </a:p>
        </p:txBody>
      </p:sp>
      <p:sp>
        <p:nvSpPr>
          <p:cNvPr id="11" name="Picture Placeholder 10">
            <a:extLst>
              <a:ext uri="{FF2B5EF4-FFF2-40B4-BE49-F238E27FC236}">
                <a16:creationId xmlns:a16="http://schemas.microsoft.com/office/drawing/2014/main" id="{615793BF-4D97-0D6A-FB17-D26939AF18A8}"/>
              </a:ext>
            </a:extLst>
          </p:cNvPr>
          <p:cNvSpPr>
            <a:spLocks noGrp="1"/>
          </p:cNvSpPr>
          <p:nvPr>
            <p:ph type="pic" sz="quarter" idx="21"/>
          </p:nvPr>
        </p:nvSpPr>
        <p:spPr>
          <a:xfrm>
            <a:off x="1542869" y="1900801"/>
            <a:ext cx="8877300" cy="3056398"/>
          </a:xfrm>
        </p:spPr>
        <p:txBody>
          <a:bodyPr/>
          <a:lstStyle/>
          <a:p>
            <a:pPr algn="ctr"/>
            <a:r>
              <a:rPr lang="en-US" sz="4400">
                <a:latin typeface="Arial"/>
                <a:cs typeface="Arial"/>
              </a:rPr>
              <a:t>Represent the following as decimal </a:t>
            </a:r>
            <a:r>
              <a:rPr lang="en-US" sz="4400" b="1">
                <a:latin typeface="Arial"/>
                <a:cs typeface="Arial"/>
              </a:rPr>
              <a:t>2 hours </a:t>
            </a:r>
            <a:r>
              <a:rPr lang="en-US" sz="4400">
                <a:latin typeface="Arial"/>
                <a:cs typeface="Arial"/>
              </a:rPr>
              <a:t>and</a:t>
            </a:r>
            <a:r>
              <a:rPr lang="en-US" sz="4400" b="1">
                <a:latin typeface="Arial"/>
                <a:cs typeface="Arial"/>
              </a:rPr>
              <a:t> 15 minutes.</a:t>
            </a: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0BADCB8F-5A5A-827C-24CB-6A28E30A5102}"/>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777370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BD7D5-E3D8-3EA4-002E-040D80D173B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D34442-A9BE-0442-A29E-FA970CD892F8}"/>
              </a:ext>
            </a:extLst>
          </p:cNvPr>
          <p:cNvSpPr>
            <a:spLocks noGrp="1"/>
          </p:cNvSpPr>
          <p:nvPr>
            <p:ph type="sldNum" sz="quarter" idx="12"/>
          </p:nvPr>
        </p:nvSpPr>
        <p:spPr/>
        <p:txBody>
          <a:bodyPr/>
          <a:lstStyle/>
          <a:p>
            <a:fld id="{10A01DC5-1685-4615-8240-15192985C6A2}" type="slidenum">
              <a:rPr lang="en-AU" smtClean="0"/>
              <a:t>22</a:t>
            </a:fld>
            <a:endParaRPr lang="en-AU"/>
          </a:p>
        </p:txBody>
      </p:sp>
      <p:sp>
        <p:nvSpPr>
          <p:cNvPr id="3" name="Title 2">
            <a:extLst>
              <a:ext uri="{FF2B5EF4-FFF2-40B4-BE49-F238E27FC236}">
                <a16:creationId xmlns:a16="http://schemas.microsoft.com/office/drawing/2014/main" id="{2DCC67C6-6231-F53A-D387-99ECE9B2DACA}"/>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(10)</a:t>
            </a:r>
          </a:p>
        </p:txBody>
      </p:sp>
      <p:pic>
        <p:nvPicPr>
          <p:cNvPr id="4" name="Picture 3" descr="image of a clipboard with a pencil recording short answer responses">
            <a:extLst>
              <a:ext uri="{FF2B5EF4-FFF2-40B4-BE49-F238E27FC236}">
                <a16:creationId xmlns:a16="http://schemas.microsoft.com/office/drawing/2014/main" id="{CE7CF1E4-4432-483B-E4F0-A7EDC0414FD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377DFD0E-2AA2-D659-3C95-B42846775BCF}"/>
              </a:ext>
            </a:extLst>
          </p:cNvPr>
          <p:cNvSpPr txBox="1"/>
          <p:nvPr/>
        </p:nvSpPr>
        <p:spPr>
          <a:xfrm>
            <a:off x="360000" y="1206073"/>
            <a:ext cx="11484000" cy="1998176"/>
          </a:xfrm>
          <a:prstGeom prst="rect">
            <a:avLst/>
          </a:prstGeom>
          <a:noFill/>
        </p:spPr>
        <p:txBody>
          <a:bodyPr wrap="square">
            <a:spAutoFit/>
          </a:bodyPr>
          <a:lstStyle/>
          <a:p>
            <a:pPr algn="ctr">
              <a:lnSpc>
                <a:spcPct val="150000"/>
              </a:lnSpc>
            </a:pPr>
            <a:r>
              <a:rPr lang="en-US" sz="4400">
                <a:latin typeface="+mj-lt"/>
                <a:cs typeface="Arial"/>
              </a:rPr>
              <a:t>Assign probabilities for this spinner using</a:t>
            </a:r>
            <a:r>
              <a:rPr lang="en-AU" sz="4400">
                <a:latin typeface="+mj-lt"/>
              </a:rPr>
              <a:t> </a:t>
            </a:r>
            <a:r>
              <a:rPr lang="en-AU" sz="4400" b="1">
                <a:latin typeface="+mj-lt"/>
              </a:rPr>
              <a:t>fractions, decimals </a:t>
            </a:r>
            <a:r>
              <a:rPr lang="en-AU" sz="4400">
                <a:latin typeface="+mj-lt"/>
              </a:rPr>
              <a:t>and </a:t>
            </a:r>
            <a:r>
              <a:rPr lang="en-AU" sz="4400" b="1">
                <a:latin typeface="+mj-lt"/>
              </a:rPr>
              <a:t>percentages</a:t>
            </a:r>
            <a:r>
              <a:rPr lang="en-AU" sz="4400">
                <a:latin typeface="+mj-lt"/>
              </a:rPr>
              <a:t>.</a:t>
            </a:r>
            <a:endParaRPr lang="en-US" sz="4400">
              <a:latin typeface="+mj-lt"/>
            </a:endParaRPr>
          </a:p>
        </p:txBody>
      </p:sp>
      <p:pic>
        <p:nvPicPr>
          <p:cNvPr id="5" name="Picture 4" descr="a spinner showing 4 equally sized sections.">
            <a:extLst>
              <a:ext uri="{FF2B5EF4-FFF2-40B4-BE49-F238E27FC236}">
                <a16:creationId xmlns:a16="http://schemas.microsoft.com/office/drawing/2014/main" id="{5B2B52B8-8BE0-9A4F-460C-D0091ECBC9F9}"/>
              </a:ext>
            </a:extLst>
          </p:cNvPr>
          <p:cNvPicPr preferRelativeResize="0">
            <a:picLocks noChangeAspect="1"/>
          </p:cNvPicPr>
          <p:nvPr/>
        </p:nvPicPr>
        <p:blipFill>
          <a:blip r:embed="rId4"/>
          <a:stretch>
            <a:fillRect/>
          </a:stretch>
        </p:blipFill>
        <p:spPr>
          <a:xfrm rot="19024467">
            <a:off x="4146390" y="3024998"/>
            <a:ext cx="3670254" cy="3670254"/>
          </a:xfrm>
          <a:prstGeom prst="rect">
            <a:avLst/>
          </a:prstGeom>
        </p:spPr>
      </p:pic>
    </p:spTree>
    <p:extLst>
      <p:ext uri="{BB962C8B-B14F-4D97-AF65-F5344CB8AC3E}">
        <p14:creationId xmlns:p14="http://schemas.microsoft.com/office/powerpoint/2010/main" val="1446672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1BD45-44FF-11A5-FE27-5FEEB2BCBA9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5D520E-CA22-0FDB-E276-04CB5533BA58}"/>
              </a:ext>
            </a:extLst>
          </p:cNvPr>
          <p:cNvSpPr>
            <a:spLocks noGrp="1"/>
          </p:cNvSpPr>
          <p:nvPr>
            <p:ph type="sldNum" sz="quarter" idx="12"/>
          </p:nvPr>
        </p:nvSpPr>
        <p:spPr/>
        <p:txBody>
          <a:bodyPr/>
          <a:lstStyle/>
          <a:p>
            <a:fld id="{10A01DC5-1685-4615-8240-15192985C6A2}" type="slidenum">
              <a:rPr lang="en-AU" smtClean="0"/>
              <a:t>23</a:t>
            </a:fld>
            <a:endParaRPr lang="en-AU"/>
          </a:p>
        </p:txBody>
      </p:sp>
      <p:sp>
        <p:nvSpPr>
          <p:cNvPr id="3" name="Title 2">
            <a:extLst>
              <a:ext uri="{FF2B5EF4-FFF2-40B4-BE49-F238E27FC236}">
                <a16:creationId xmlns:a16="http://schemas.microsoft.com/office/drawing/2014/main" id="{3018A579-B085-1F5A-BA99-7348214BE83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(11)</a:t>
            </a:r>
          </a:p>
        </p:txBody>
      </p:sp>
      <p:pic>
        <p:nvPicPr>
          <p:cNvPr id="4" name="Picture 3" descr="image of a clipboard with a pencil recording short answer responses">
            <a:extLst>
              <a:ext uri="{FF2B5EF4-FFF2-40B4-BE49-F238E27FC236}">
                <a16:creationId xmlns:a16="http://schemas.microsoft.com/office/drawing/2014/main" id="{B8D0C62D-183A-CACC-790E-F241DFF5E1E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6" name="TextBox 5">
            <a:extLst>
              <a:ext uri="{FF2B5EF4-FFF2-40B4-BE49-F238E27FC236}">
                <a16:creationId xmlns:a16="http://schemas.microsoft.com/office/drawing/2014/main" id="{7541852B-4E98-16A2-6336-59373B72F657}"/>
              </a:ext>
            </a:extLst>
          </p:cNvPr>
          <p:cNvSpPr txBox="1"/>
          <p:nvPr/>
        </p:nvSpPr>
        <p:spPr>
          <a:xfrm>
            <a:off x="1368592" y="1096800"/>
            <a:ext cx="9454815" cy="4832092"/>
          </a:xfrm>
          <a:prstGeom prst="rect">
            <a:avLst/>
          </a:prstGeom>
          <a:noFill/>
        </p:spPr>
        <p:txBody>
          <a:bodyPr wrap="square">
            <a:spAutoFit/>
          </a:bodyPr>
          <a:lstStyle/>
          <a:p>
            <a:pPr algn="ctr"/>
            <a:r>
              <a:rPr lang="en-AU" sz="4400"/>
              <a:t>A </a:t>
            </a:r>
            <a:r>
              <a:rPr lang="en-AU" sz="4400" b="1"/>
              <a:t>rectangular</a:t>
            </a:r>
            <a:r>
              <a:rPr lang="en-AU" sz="4400"/>
              <a:t> vegetable garden has an area of 60 square metres.</a:t>
            </a:r>
          </a:p>
          <a:p>
            <a:pPr algn="ctr"/>
            <a:br>
              <a:rPr lang="en-AU" sz="4400"/>
            </a:br>
            <a:r>
              <a:rPr lang="en-AU" sz="4400"/>
              <a:t>What are the possible </a:t>
            </a:r>
            <a:r>
              <a:rPr lang="en-AU" sz="4400" b="1"/>
              <a:t>dimensions </a:t>
            </a:r>
            <a:r>
              <a:rPr lang="en-AU" sz="4400"/>
              <a:t>and the </a:t>
            </a:r>
            <a:r>
              <a:rPr lang="en-AU" sz="4400" b="1"/>
              <a:t>perimeter? </a:t>
            </a:r>
          </a:p>
          <a:p>
            <a:pPr algn="ctr"/>
            <a:endParaRPr lang="en-AU" sz="4400" b="1"/>
          </a:p>
          <a:p>
            <a:pPr algn="ctr"/>
            <a:r>
              <a:rPr lang="en-AU" sz="4400" i="0">
                <a:solidFill>
                  <a:schemeClr val="tx1"/>
                </a:solidFill>
                <a:latin typeface="Arial" panose="020B0604020202020204" pitchFamily="34" charset="0"/>
                <a:cs typeface="Arial" panose="020B0604020202020204" pitchFamily="34" charset="0"/>
              </a:rPr>
              <a:t>How many answers can you create?</a:t>
            </a:r>
          </a:p>
        </p:txBody>
      </p:sp>
    </p:spTree>
    <p:extLst>
      <p:ext uri="{BB962C8B-B14F-4D97-AF65-F5344CB8AC3E}">
        <p14:creationId xmlns:p14="http://schemas.microsoft.com/office/powerpoint/2010/main" val="287615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C73F8-9FD6-0ECE-3ECF-73C36B28CA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171D71-9E03-59C1-3888-D6A2F0BA0FB7}"/>
              </a:ext>
            </a:extLst>
          </p:cNvPr>
          <p:cNvSpPr>
            <a:spLocks noGrp="1"/>
          </p:cNvSpPr>
          <p:nvPr>
            <p:ph type="sldNum" sz="quarter" idx="12"/>
          </p:nvPr>
        </p:nvSpPr>
        <p:spPr/>
        <p:txBody>
          <a:bodyPr/>
          <a:lstStyle/>
          <a:p>
            <a:fld id="{10A01DC5-1685-4615-8240-15192985C6A2}" type="slidenum">
              <a:rPr lang="en-AU" smtClean="0"/>
              <a:t>24</a:t>
            </a:fld>
            <a:endParaRPr lang="en-AU"/>
          </a:p>
        </p:txBody>
      </p:sp>
      <p:sp>
        <p:nvSpPr>
          <p:cNvPr id="3" name="Title 2">
            <a:extLst>
              <a:ext uri="{FF2B5EF4-FFF2-40B4-BE49-F238E27FC236}">
                <a16:creationId xmlns:a16="http://schemas.microsoft.com/office/drawing/2014/main" id="{8A83EBBF-04B8-9A2C-ED9F-A19E882F3DC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(12)</a:t>
            </a:r>
          </a:p>
        </p:txBody>
      </p:sp>
      <p:sp>
        <p:nvSpPr>
          <p:cNvPr id="11" name="Picture Placeholder 10">
            <a:extLst>
              <a:ext uri="{FF2B5EF4-FFF2-40B4-BE49-F238E27FC236}">
                <a16:creationId xmlns:a16="http://schemas.microsoft.com/office/drawing/2014/main" id="{0BBCDB05-A139-44A3-EA5D-6556ADCA3BC0}"/>
              </a:ext>
            </a:extLst>
          </p:cNvPr>
          <p:cNvSpPr>
            <a:spLocks noGrp="1"/>
          </p:cNvSpPr>
          <p:nvPr>
            <p:ph type="pic" sz="quarter" idx="21"/>
          </p:nvPr>
        </p:nvSpPr>
        <p:spPr>
          <a:xfrm>
            <a:off x="389550" y="926553"/>
            <a:ext cx="11412900" cy="5662724"/>
          </a:xfrm>
        </p:spPr>
        <p:txBody>
          <a:bodyPr/>
          <a:lstStyle/>
          <a:p>
            <a:r>
              <a:rPr lang="en-AU" sz="3200"/>
              <a:t>Mia, Leo and Zara play a game using this spinner. Mia chooses </a:t>
            </a:r>
            <a:r>
              <a:rPr lang="en-AU" sz="3200" b="1">
                <a:solidFill>
                  <a:srgbClr val="EC6808"/>
                </a:solidFill>
              </a:rPr>
              <a:t>orange</a:t>
            </a:r>
            <a:r>
              <a:rPr lang="en-AU" sz="3200" b="1"/>
              <a:t>, </a:t>
            </a:r>
            <a:r>
              <a:rPr lang="en-AU" sz="3200"/>
              <a:t>Leo chooses </a:t>
            </a:r>
            <a:r>
              <a:rPr lang="en-AU" sz="3200" b="1">
                <a:solidFill>
                  <a:srgbClr val="88308D"/>
                </a:solidFill>
              </a:rPr>
              <a:t>purple</a:t>
            </a:r>
            <a:r>
              <a:rPr lang="en-AU" sz="3200" b="1"/>
              <a:t> </a:t>
            </a:r>
            <a:r>
              <a:rPr lang="en-AU" sz="3200"/>
              <a:t>and</a:t>
            </a:r>
            <a:r>
              <a:rPr lang="en-AU" sz="3200" b="1"/>
              <a:t> </a:t>
            </a:r>
            <a:r>
              <a:rPr lang="en-AU" sz="3200"/>
              <a:t>Zara chooses </a:t>
            </a:r>
            <a:r>
              <a:rPr lang="en-AU" sz="3200" b="1">
                <a:solidFill>
                  <a:srgbClr val="5FB803"/>
                </a:solidFill>
              </a:rPr>
              <a:t>green</a:t>
            </a:r>
            <a:r>
              <a:rPr lang="en-AU" sz="3200" b="1"/>
              <a:t>. </a:t>
            </a:r>
          </a:p>
          <a:p>
            <a:r>
              <a:rPr lang="en-AU" sz="3200"/>
              <a:t>They spin it </a:t>
            </a:r>
            <a:r>
              <a:rPr lang="en-AU" sz="3200" b="1"/>
              <a:t>30 times</a:t>
            </a:r>
            <a:r>
              <a:rPr lang="en-AU" sz="3200"/>
              <a:t>.</a:t>
            </a:r>
            <a:br>
              <a:rPr lang="en-AU" sz="3200"/>
            </a:br>
            <a:r>
              <a:rPr lang="en-AU" sz="3200"/>
              <a:t>Whoever’s colour it lands on gets a point.</a:t>
            </a:r>
            <a:br>
              <a:rPr lang="en-AU" sz="3200"/>
            </a:br>
            <a:r>
              <a:rPr lang="en-AU" sz="3200"/>
              <a:t>The person with the most points wins.</a:t>
            </a:r>
          </a:p>
          <a:p>
            <a:r>
              <a:rPr lang="en-AU" sz="3200"/>
              <a:t>Is this game </a:t>
            </a:r>
            <a:r>
              <a:rPr lang="en-AU" sz="3200" b="1"/>
              <a:t>fair? Why </a:t>
            </a:r>
            <a:r>
              <a:rPr lang="en-AU" sz="3200"/>
              <a:t>or</a:t>
            </a:r>
            <a:r>
              <a:rPr lang="en-AU" sz="3200" b="1"/>
              <a:t> why not?</a:t>
            </a:r>
            <a:br>
              <a:rPr lang="en-AU" sz="3200"/>
            </a:br>
            <a:r>
              <a:rPr lang="en-AU" sz="3200"/>
              <a:t>Can the </a:t>
            </a:r>
            <a:r>
              <a:rPr lang="en-AU" sz="3200" b="1"/>
              <a:t>results </a:t>
            </a:r>
            <a:r>
              <a:rPr lang="en-AU" sz="3200"/>
              <a:t>still be different for each player? </a:t>
            </a:r>
            <a:r>
              <a:rPr lang="en-AU" sz="3200" b="1"/>
              <a:t>Explain</a:t>
            </a:r>
            <a:r>
              <a:rPr lang="en-AU" sz="2800" b="1"/>
              <a:t>.</a:t>
            </a:r>
            <a:endParaRPr lang="en-AU" sz="2800"/>
          </a:p>
          <a:p>
            <a:endParaRPr lang="en-AU" sz="28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84B5940-5140-3FDA-A2C8-AEE3D94BCCEF}"/>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6" name="Picture 5" descr="A spinner divided into eight equal sections in three colours: purple, green, and orange. The colours appear in a repeating pattern.">
            <a:extLst>
              <a:ext uri="{FF2B5EF4-FFF2-40B4-BE49-F238E27FC236}">
                <a16:creationId xmlns:a16="http://schemas.microsoft.com/office/drawing/2014/main" id="{E4584080-EB15-C289-5B1A-681D25895EDA}"/>
              </a:ext>
            </a:extLst>
          </p:cNvPr>
          <p:cNvPicPr>
            <a:picLocks noChangeAspect="1"/>
          </p:cNvPicPr>
          <p:nvPr/>
        </p:nvPicPr>
        <p:blipFill>
          <a:blip r:embed="rId4"/>
          <a:stretch>
            <a:fillRect/>
          </a:stretch>
        </p:blipFill>
        <p:spPr>
          <a:xfrm>
            <a:off x="8032397" y="2388566"/>
            <a:ext cx="3570641" cy="3215157"/>
          </a:xfrm>
          <a:prstGeom prst="rect">
            <a:avLst/>
          </a:prstGeom>
        </p:spPr>
      </p:pic>
    </p:spTree>
    <p:extLst>
      <p:ext uri="{BB962C8B-B14F-4D97-AF65-F5344CB8AC3E}">
        <p14:creationId xmlns:p14="http://schemas.microsoft.com/office/powerpoint/2010/main" val="4064626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25</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3 – integer number line 2</a:t>
            </a:r>
          </a:p>
        </p:txBody>
      </p:sp>
      <p:grpSp>
        <p:nvGrpSpPr>
          <p:cNvPr id="4" name="Group 3" descr="A number line with a zero placed in the middle. −50 is on a sticky note and placed in the furthest left position on the number line.">
            <a:extLst>
              <a:ext uri="{FF2B5EF4-FFF2-40B4-BE49-F238E27FC236}">
                <a16:creationId xmlns:a16="http://schemas.microsoft.com/office/drawing/2014/main" id="{D9EFCFA9-996A-F980-9CFE-600BBB2D7645}"/>
              </a:ext>
            </a:extLst>
          </p:cNvPr>
          <p:cNvGrpSpPr/>
          <p:nvPr/>
        </p:nvGrpSpPr>
        <p:grpSpPr>
          <a:xfrm>
            <a:off x="1343030" y="1951637"/>
            <a:ext cx="9505941" cy="1284354"/>
            <a:chOff x="756000" y="1801618"/>
            <a:chExt cx="9505941" cy="1284354"/>
          </a:xfrm>
        </p:grpSpPr>
        <p:sp>
          <p:nvSpPr>
            <p:cNvPr id="5" name="Freeform 3">
              <a:extLst>
                <a:ext uri="{FF2B5EF4-FFF2-40B4-BE49-F238E27FC236}">
                  <a16:creationId xmlns:a16="http://schemas.microsoft.com/office/drawing/2014/main" id="{0818E63A-9905-28A4-A3B6-77045861F78E}"/>
                </a:ext>
              </a:extLst>
            </p:cNvPr>
            <p:cNvSpPr/>
            <p:nvPr/>
          </p:nvSpPr>
          <p:spPr>
            <a:xfrm>
              <a:off x="756000" y="1801618"/>
              <a:ext cx="9505941" cy="392120"/>
            </a:xfrm>
            <a:custGeom>
              <a:avLst/>
              <a:gdLst/>
              <a:ahLst/>
              <a:cxnLst/>
              <a:rect l="l" t="t" r="r" b="b"/>
              <a:pathLst>
                <a:path w="9505941" h="392120">
                  <a:moveTo>
                    <a:pt x="0" y="0"/>
                  </a:moveTo>
                  <a:lnTo>
                    <a:pt x="9505941" y="0"/>
                  </a:lnTo>
                  <a:lnTo>
                    <a:pt x="9505941" y="392120"/>
                  </a:lnTo>
                  <a:lnTo>
                    <a:pt x="0" y="39212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6" name="Freeform 4">
              <a:extLst>
                <a:ext uri="{FF2B5EF4-FFF2-40B4-BE49-F238E27FC236}">
                  <a16:creationId xmlns:a16="http://schemas.microsoft.com/office/drawing/2014/main" id="{F7DA0A26-EA95-0FB9-3BCB-38682B24C9CB}"/>
                </a:ext>
              </a:extLst>
            </p:cNvPr>
            <p:cNvSpPr/>
            <p:nvPr/>
          </p:nvSpPr>
          <p:spPr>
            <a:xfrm>
              <a:off x="848981" y="2025672"/>
              <a:ext cx="912651" cy="990666"/>
            </a:xfrm>
            <a:custGeom>
              <a:avLst/>
              <a:gdLst/>
              <a:ahLst/>
              <a:cxnLst/>
              <a:rect l="l" t="t" r="r" b="b"/>
              <a:pathLst>
                <a:path w="912651" h="990666">
                  <a:moveTo>
                    <a:pt x="0" y="0"/>
                  </a:moveTo>
                  <a:lnTo>
                    <a:pt x="912651" y="0"/>
                  </a:lnTo>
                  <a:lnTo>
                    <a:pt x="912651" y="990665"/>
                  </a:lnTo>
                  <a:lnTo>
                    <a:pt x="0" y="990665"/>
                  </a:lnTo>
                  <a:lnTo>
                    <a:pt x="0" y="0"/>
                  </a:lnTo>
                  <a:close/>
                </a:path>
              </a:pathLst>
            </a:custGeom>
            <a:blipFill>
              <a:blip r:embed="rId4"/>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7" name="TextBox 5">
              <a:extLst>
                <a:ext uri="{FF2B5EF4-FFF2-40B4-BE49-F238E27FC236}">
                  <a16:creationId xmlns:a16="http://schemas.microsoft.com/office/drawing/2014/main" id="{DA96B74B-48C8-D8C9-2DD9-31C3CC8301A4}"/>
                </a:ext>
              </a:extLst>
            </p:cNvPr>
            <p:cNvSpPr txBox="1"/>
            <p:nvPr/>
          </p:nvSpPr>
          <p:spPr>
            <a:xfrm>
              <a:off x="971261" y="2330745"/>
              <a:ext cx="668091" cy="462661"/>
            </a:xfrm>
            <a:prstGeom prst="rect">
              <a:avLst/>
            </a:prstGeom>
          </p:spPr>
          <p:txBody>
            <a:bodyPr lIns="0" tIns="0" rIns="0" bIns="0" rtlCol="0" anchor="t">
              <a:spAutoFit/>
            </a:bodyPr>
            <a:lstStyle/>
            <a:p>
              <a:pPr marL="0" marR="0" lvl="0" indent="0" algn="ctr" defTabSz="609585" rtl="0" eaLnBrk="1" fontAlgn="auto" latinLnBrk="0" hangingPunct="1">
                <a:lnSpc>
                  <a:spcPts val="3898"/>
                </a:lnSpc>
                <a:spcBef>
                  <a:spcPts val="0"/>
                </a:spcBef>
                <a:spcAft>
                  <a:spcPts val="0"/>
                </a:spcAft>
                <a:buClrTx/>
                <a:buSzTx/>
                <a:buFontTx/>
                <a:buNone/>
                <a:tabLst/>
                <a:defRPr/>
              </a:pPr>
              <a:r>
                <a:rPr kumimoji="0" lang="en-US" sz="2784" b="0" i="0" u="none" strike="noStrike" kern="1200" cap="none" spc="0" normalizeH="0" baseline="0" noProof="0">
                  <a:ln>
                    <a:noFill/>
                  </a:ln>
                  <a:solidFill>
                    <a:srgbClr val="000000"/>
                  </a:solidFill>
                  <a:effectLst/>
                  <a:uLnTx/>
                  <a:uFillTx/>
                  <a:latin typeface="Edu NSW ACT Foundation" panose="020B0604020202020204" charset="0"/>
                  <a:ea typeface="Canva Sans Bold"/>
                  <a:cs typeface="Canva Sans Bold"/>
                  <a:sym typeface="Canva Sans Bold"/>
                </a:rPr>
                <a:t>-50</a:t>
              </a:r>
            </a:p>
          </p:txBody>
        </p:sp>
        <p:sp>
          <p:nvSpPr>
            <p:cNvPr id="8" name="Freeform 6">
              <a:extLst>
                <a:ext uri="{FF2B5EF4-FFF2-40B4-BE49-F238E27FC236}">
                  <a16:creationId xmlns:a16="http://schemas.microsoft.com/office/drawing/2014/main" id="{0847D186-8B5A-589A-6325-FBAA302D6C9D}"/>
                </a:ext>
              </a:extLst>
            </p:cNvPr>
            <p:cNvSpPr/>
            <p:nvPr/>
          </p:nvSpPr>
          <p:spPr>
            <a:xfrm>
              <a:off x="5169133" y="1948919"/>
              <a:ext cx="47625" cy="429451"/>
            </a:xfrm>
            <a:custGeom>
              <a:avLst/>
              <a:gdLst/>
              <a:ahLst/>
              <a:cxnLst/>
              <a:rect l="l" t="t" r="r" b="b"/>
              <a:pathLst>
                <a:path w="47625" h="429451">
                  <a:moveTo>
                    <a:pt x="0" y="0"/>
                  </a:moveTo>
                  <a:lnTo>
                    <a:pt x="47625" y="0"/>
                  </a:lnTo>
                  <a:lnTo>
                    <a:pt x="47625" y="429451"/>
                  </a:lnTo>
                  <a:lnTo>
                    <a:pt x="0" y="429451"/>
                  </a:lnTo>
                  <a:lnTo>
                    <a:pt x="0" y="0"/>
                  </a:lnTo>
                  <a:close/>
                </a:path>
              </a:pathLst>
            </a:custGeom>
            <a:blipFill>
              <a:blip>
                <a:extLst>
                  <a:ext uri="{96DAC541-7B7A-43D3-8B79-37D633B846F1}">
                    <asvg:svgBlip xmlns:asvg="http://schemas.microsoft.com/office/drawing/2016/SVG/main" r:embed="rId5"/>
                  </a:ext>
                </a:extLst>
              </a:blip>
              <a:stretch>
                <a:fillRect t="-394238" r="-94474"/>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9" name="TextBox 7">
              <a:extLst>
                <a:ext uri="{FF2B5EF4-FFF2-40B4-BE49-F238E27FC236}">
                  <a16:creationId xmlns:a16="http://schemas.microsoft.com/office/drawing/2014/main" id="{5E7564DB-ACB5-4D97-DE87-59B265513C41}"/>
                </a:ext>
              </a:extLst>
            </p:cNvPr>
            <p:cNvSpPr txBox="1"/>
            <p:nvPr/>
          </p:nvSpPr>
          <p:spPr>
            <a:xfrm>
              <a:off x="4995802" y="2136353"/>
              <a:ext cx="346661" cy="949619"/>
            </a:xfrm>
            <a:prstGeom prst="rect">
              <a:avLst/>
            </a:prstGeom>
          </p:spPr>
          <p:txBody>
            <a:bodyPr lIns="0" tIns="0" rIns="0" bIns="0" rtlCol="0" anchor="t">
              <a:spAutoFit/>
            </a:bodyPr>
            <a:lstStyle/>
            <a:p>
              <a:pPr marL="0" marR="0" lvl="0" indent="0" algn="ctr" defTabSz="609585" rtl="0" eaLnBrk="1" fontAlgn="auto" latinLnBrk="0" hangingPunct="1">
                <a:lnSpc>
                  <a:spcPts val="8220"/>
                </a:lnSpc>
                <a:spcBef>
                  <a:spcPct val="0"/>
                </a:spcBef>
                <a:spcAft>
                  <a:spcPts val="0"/>
                </a:spcAft>
                <a:buClrTx/>
                <a:buSzTx/>
                <a:buFontTx/>
                <a:buNone/>
                <a:tabLst/>
                <a:defRPr/>
              </a:pPr>
              <a:r>
                <a:rPr kumimoji="0" lang="en-US" sz="4800" b="0" i="0" u="none" strike="noStrike" kern="1200" cap="none" spc="0" normalizeH="0" baseline="0" noProof="0">
                  <a:ln>
                    <a:noFill/>
                  </a:ln>
                  <a:solidFill>
                    <a:srgbClr val="000000"/>
                  </a:solidFill>
                  <a:effectLst/>
                  <a:uLnTx/>
                  <a:uFillTx/>
                  <a:latin typeface="Edu NSW ACT Foundation" panose="020B0604020202020204" charset="0"/>
                  <a:ea typeface="Canva Student Font"/>
                  <a:cs typeface="Canva Student Font"/>
                  <a:sym typeface="Canva Student Font"/>
                </a:rPr>
                <a:t>0</a:t>
              </a:r>
            </a:p>
          </p:txBody>
        </p:sp>
      </p:grpSp>
      <p:grpSp>
        <p:nvGrpSpPr>
          <p:cNvPr id="23" name="Group 22" descr="Sticky notes marked with the numbers -25, 25, 10, -24, -5, 50.">
            <a:extLst>
              <a:ext uri="{FF2B5EF4-FFF2-40B4-BE49-F238E27FC236}">
                <a16:creationId xmlns:a16="http://schemas.microsoft.com/office/drawing/2014/main" id="{2EF4AC4B-D95C-0986-CBB4-44885283C4CB}"/>
              </a:ext>
            </a:extLst>
          </p:cNvPr>
          <p:cNvGrpSpPr/>
          <p:nvPr/>
        </p:nvGrpSpPr>
        <p:grpSpPr>
          <a:xfrm>
            <a:off x="3060110" y="4437425"/>
            <a:ext cx="912651" cy="990666"/>
            <a:chOff x="2755808" y="3572777"/>
            <a:chExt cx="912651" cy="990666"/>
          </a:xfrm>
        </p:grpSpPr>
        <p:sp>
          <p:nvSpPr>
            <p:cNvPr id="16" name="Freeform 13">
              <a:extLst>
                <a:ext uri="{FF2B5EF4-FFF2-40B4-BE49-F238E27FC236}">
                  <a16:creationId xmlns:a16="http://schemas.microsoft.com/office/drawing/2014/main" id="{99122D7B-9AEF-54FA-D635-B36E16F2F41B}"/>
                </a:ext>
              </a:extLst>
            </p:cNvPr>
            <p:cNvSpPr/>
            <p:nvPr/>
          </p:nvSpPr>
          <p:spPr>
            <a:xfrm>
              <a:off x="2755808" y="3572777"/>
              <a:ext cx="912651" cy="990666"/>
            </a:xfrm>
            <a:custGeom>
              <a:avLst/>
              <a:gdLst/>
              <a:ahLst/>
              <a:cxnLst/>
              <a:rect l="l" t="t" r="r" b="b"/>
              <a:pathLst>
                <a:path w="912651" h="990666">
                  <a:moveTo>
                    <a:pt x="0" y="0"/>
                  </a:moveTo>
                  <a:lnTo>
                    <a:pt x="912651" y="0"/>
                  </a:lnTo>
                  <a:lnTo>
                    <a:pt x="912651" y="990666"/>
                  </a:lnTo>
                  <a:lnTo>
                    <a:pt x="0" y="990666"/>
                  </a:lnTo>
                  <a:lnTo>
                    <a:pt x="0" y="0"/>
                  </a:lnTo>
                  <a:close/>
                </a:path>
              </a:pathLst>
            </a:custGeom>
            <a:blipFill>
              <a:blip r:embed="rId4"/>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7" name="TextBox 14">
              <a:extLst>
                <a:ext uri="{FF2B5EF4-FFF2-40B4-BE49-F238E27FC236}">
                  <a16:creationId xmlns:a16="http://schemas.microsoft.com/office/drawing/2014/main" id="{C57F4A4F-24DB-63FF-C5EC-51ABFC9AF542}"/>
                </a:ext>
              </a:extLst>
            </p:cNvPr>
            <p:cNvSpPr txBox="1"/>
            <p:nvPr/>
          </p:nvSpPr>
          <p:spPr>
            <a:xfrm>
              <a:off x="2911591" y="3824130"/>
              <a:ext cx="668091" cy="462661"/>
            </a:xfrm>
            <a:prstGeom prst="rect">
              <a:avLst/>
            </a:prstGeom>
          </p:spPr>
          <p:txBody>
            <a:bodyPr lIns="0" tIns="0" rIns="0" bIns="0" rtlCol="0" anchor="t">
              <a:spAutoFit/>
            </a:bodyPr>
            <a:lstStyle/>
            <a:p>
              <a:pPr marL="0" marR="0" lvl="0" indent="0" algn="ctr" defTabSz="609585" rtl="0" eaLnBrk="1" fontAlgn="auto" latinLnBrk="0" hangingPunct="1">
                <a:lnSpc>
                  <a:spcPts val="3898"/>
                </a:lnSpc>
                <a:spcBef>
                  <a:spcPts val="0"/>
                </a:spcBef>
                <a:spcAft>
                  <a:spcPts val="0"/>
                </a:spcAft>
                <a:buClrTx/>
                <a:buSzTx/>
                <a:buFontTx/>
                <a:buNone/>
                <a:tabLst/>
                <a:defRPr/>
              </a:pPr>
              <a:r>
                <a:rPr kumimoji="0" lang="en-US" sz="2784" b="0" i="0" u="none" strike="noStrike" kern="1200" cap="none" spc="0" normalizeH="0" baseline="0" noProof="0">
                  <a:ln>
                    <a:noFill/>
                  </a:ln>
                  <a:solidFill>
                    <a:srgbClr val="000000"/>
                  </a:solidFill>
                  <a:effectLst/>
                  <a:uLnTx/>
                  <a:uFillTx/>
                  <a:latin typeface="Edu NSW ACT Foundation" panose="020B0604020202020204" charset="0"/>
                  <a:ea typeface="Canva Sans Bold"/>
                  <a:cs typeface="Canva Sans Bold"/>
                  <a:sym typeface="Canva Sans Bold"/>
                </a:rPr>
                <a:t>-25</a:t>
              </a:r>
            </a:p>
          </p:txBody>
        </p:sp>
      </p:grpSp>
      <p:grpSp>
        <p:nvGrpSpPr>
          <p:cNvPr id="24" name="Group 23" descr="Sticky notes marked with the numbers -25, 25, 10, -24, -5, 50.">
            <a:extLst>
              <a:ext uri="{FF2B5EF4-FFF2-40B4-BE49-F238E27FC236}">
                <a16:creationId xmlns:a16="http://schemas.microsoft.com/office/drawing/2014/main" id="{4CB65994-566D-568D-BD58-C23150303DD0}"/>
              </a:ext>
            </a:extLst>
          </p:cNvPr>
          <p:cNvGrpSpPr/>
          <p:nvPr/>
        </p:nvGrpSpPr>
        <p:grpSpPr>
          <a:xfrm>
            <a:off x="4256481" y="4437425"/>
            <a:ext cx="912651" cy="990666"/>
            <a:chOff x="6956089" y="5027841"/>
            <a:chExt cx="912651" cy="990666"/>
          </a:xfrm>
        </p:grpSpPr>
        <p:sp>
          <p:nvSpPr>
            <p:cNvPr id="18" name="Freeform 22">
              <a:extLst>
                <a:ext uri="{FF2B5EF4-FFF2-40B4-BE49-F238E27FC236}">
                  <a16:creationId xmlns:a16="http://schemas.microsoft.com/office/drawing/2014/main" id="{E5F08718-19B8-0C40-8C2C-4B90E7FFF21E}"/>
                </a:ext>
              </a:extLst>
            </p:cNvPr>
            <p:cNvSpPr/>
            <p:nvPr/>
          </p:nvSpPr>
          <p:spPr>
            <a:xfrm>
              <a:off x="6956089" y="5027841"/>
              <a:ext cx="912651" cy="990666"/>
            </a:xfrm>
            <a:custGeom>
              <a:avLst/>
              <a:gdLst/>
              <a:ahLst/>
              <a:cxnLst/>
              <a:rect l="l" t="t" r="r" b="b"/>
              <a:pathLst>
                <a:path w="912651" h="990666">
                  <a:moveTo>
                    <a:pt x="0" y="0"/>
                  </a:moveTo>
                  <a:lnTo>
                    <a:pt x="912651" y="0"/>
                  </a:lnTo>
                  <a:lnTo>
                    <a:pt x="912651" y="990665"/>
                  </a:lnTo>
                  <a:lnTo>
                    <a:pt x="0" y="990665"/>
                  </a:lnTo>
                  <a:lnTo>
                    <a:pt x="0" y="0"/>
                  </a:lnTo>
                  <a:close/>
                </a:path>
              </a:pathLst>
            </a:custGeom>
            <a:blipFill>
              <a:blip r:embed="rId4"/>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9" name="TextBox 23">
              <a:extLst>
                <a:ext uri="{FF2B5EF4-FFF2-40B4-BE49-F238E27FC236}">
                  <a16:creationId xmlns:a16="http://schemas.microsoft.com/office/drawing/2014/main" id="{5B369DAA-8FC7-9DDF-3A74-436435C1B3D2}"/>
                </a:ext>
              </a:extLst>
            </p:cNvPr>
            <p:cNvSpPr txBox="1"/>
            <p:nvPr/>
          </p:nvSpPr>
          <p:spPr>
            <a:xfrm>
              <a:off x="7078369" y="5360908"/>
              <a:ext cx="668091" cy="462661"/>
            </a:xfrm>
            <a:prstGeom prst="rect">
              <a:avLst/>
            </a:prstGeom>
          </p:spPr>
          <p:txBody>
            <a:bodyPr lIns="0" tIns="0" rIns="0" bIns="0" rtlCol="0" anchor="t">
              <a:spAutoFit/>
            </a:bodyPr>
            <a:lstStyle/>
            <a:p>
              <a:pPr marL="0" marR="0" lvl="0" indent="0" algn="ctr" defTabSz="609585" rtl="0" eaLnBrk="1" fontAlgn="auto" latinLnBrk="0" hangingPunct="1">
                <a:lnSpc>
                  <a:spcPts val="3898"/>
                </a:lnSpc>
                <a:spcBef>
                  <a:spcPts val="0"/>
                </a:spcBef>
                <a:spcAft>
                  <a:spcPts val="0"/>
                </a:spcAft>
                <a:buClrTx/>
                <a:buSzTx/>
                <a:buFontTx/>
                <a:buNone/>
                <a:tabLst/>
                <a:defRPr/>
              </a:pPr>
              <a:r>
                <a:rPr kumimoji="0" lang="en-US" sz="2784" b="0" i="0" u="none" strike="noStrike" kern="1200" cap="none" spc="0" normalizeH="0" baseline="0" noProof="0">
                  <a:ln>
                    <a:noFill/>
                  </a:ln>
                  <a:solidFill>
                    <a:srgbClr val="000000"/>
                  </a:solidFill>
                  <a:effectLst/>
                  <a:uLnTx/>
                  <a:uFillTx/>
                  <a:latin typeface="Edu NSW ACT Foundation" panose="020B0604020202020204" charset="0"/>
                  <a:ea typeface="Canva Sans Bold"/>
                  <a:cs typeface="Canva Sans Bold"/>
                  <a:sym typeface="Canva Sans Bold"/>
                </a:rPr>
                <a:t>25</a:t>
              </a:r>
            </a:p>
          </p:txBody>
        </p:sp>
      </p:grpSp>
      <p:grpSp>
        <p:nvGrpSpPr>
          <p:cNvPr id="25" name="Group 24" descr="Sticky notes marked with the numbers -25, 25, 10, -24, -5, 50.">
            <a:extLst>
              <a:ext uri="{FF2B5EF4-FFF2-40B4-BE49-F238E27FC236}">
                <a16:creationId xmlns:a16="http://schemas.microsoft.com/office/drawing/2014/main" id="{783F3F57-5B7E-B635-7603-98A3B131B464}"/>
              </a:ext>
            </a:extLst>
          </p:cNvPr>
          <p:cNvGrpSpPr/>
          <p:nvPr/>
        </p:nvGrpSpPr>
        <p:grpSpPr>
          <a:xfrm>
            <a:off x="5347462" y="4424775"/>
            <a:ext cx="912651" cy="990666"/>
            <a:chOff x="6956089" y="5027841"/>
            <a:chExt cx="912651" cy="990666"/>
          </a:xfrm>
        </p:grpSpPr>
        <p:sp>
          <p:nvSpPr>
            <p:cNvPr id="26" name="Freeform 22">
              <a:extLst>
                <a:ext uri="{FF2B5EF4-FFF2-40B4-BE49-F238E27FC236}">
                  <a16:creationId xmlns:a16="http://schemas.microsoft.com/office/drawing/2014/main" id="{E992CF9B-83A0-1BAD-19BD-DAFF1C8892A0}"/>
                </a:ext>
              </a:extLst>
            </p:cNvPr>
            <p:cNvSpPr/>
            <p:nvPr/>
          </p:nvSpPr>
          <p:spPr>
            <a:xfrm>
              <a:off x="6956089" y="5027841"/>
              <a:ext cx="912651" cy="990666"/>
            </a:xfrm>
            <a:custGeom>
              <a:avLst/>
              <a:gdLst/>
              <a:ahLst/>
              <a:cxnLst/>
              <a:rect l="l" t="t" r="r" b="b"/>
              <a:pathLst>
                <a:path w="912651" h="990666">
                  <a:moveTo>
                    <a:pt x="0" y="0"/>
                  </a:moveTo>
                  <a:lnTo>
                    <a:pt x="912651" y="0"/>
                  </a:lnTo>
                  <a:lnTo>
                    <a:pt x="912651" y="990665"/>
                  </a:lnTo>
                  <a:lnTo>
                    <a:pt x="0" y="990665"/>
                  </a:lnTo>
                  <a:lnTo>
                    <a:pt x="0" y="0"/>
                  </a:lnTo>
                  <a:close/>
                </a:path>
              </a:pathLst>
            </a:custGeom>
            <a:blipFill>
              <a:blip r:embed="rId4"/>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7" name="TextBox 23">
              <a:extLst>
                <a:ext uri="{FF2B5EF4-FFF2-40B4-BE49-F238E27FC236}">
                  <a16:creationId xmlns:a16="http://schemas.microsoft.com/office/drawing/2014/main" id="{79D6E872-2955-2465-26FA-2B1EBA3F1E47}"/>
                </a:ext>
              </a:extLst>
            </p:cNvPr>
            <p:cNvSpPr txBox="1"/>
            <p:nvPr/>
          </p:nvSpPr>
          <p:spPr>
            <a:xfrm>
              <a:off x="7078369" y="5360908"/>
              <a:ext cx="668091" cy="462661"/>
            </a:xfrm>
            <a:prstGeom prst="rect">
              <a:avLst/>
            </a:prstGeom>
          </p:spPr>
          <p:txBody>
            <a:bodyPr lIns="0" tIns="0" rIns="0" bIns="0" rtlCol="0" anchor="t">
              <a:spAutoFit/>
            </a:bodyPr>
            <a:lstStyle/>
            <a:p>
              <a:pPr marL="0" marR="0" lvl="0" indent="0" algn="ctr" defTabSz="609585" rtl="0" eaLnBrk="1" fontAlgn="auto" latinLnBrk="0" hangingPunct="1">
                <a:lnSpc>
                  <a:spcPts val="3898"/>
                </a:lnSpc>
                <a:spcBef>
                  <a:spcPts val="0"/>
                </a:spcBef>
                <a:spcAft>
                  <a:spcPts val="0"/>
                </a:spcAft>
                <a:buClrTx/>
                <a:buSzTx/>
                <a:buFontTx/>
                <a:buNone/>
                <a:tabLst/>
                <a:defRPr/>
              </a:pPr>
              <a:r>
                <a:rPr kumimoji="0" lang="en-US" sz="2784" b="0" i="0" u="none" strike="noStrike" kern="1200" cap="none" spc="0" normalizeH="0" baseline="0" noProof="0">
                  <a:ln>
                    <a:noFill/>
                  </a:ln>
                  <a:solidFill>
                    <a:srgbClr val="000000"/>
                  </a:solidFill>
                  <a:effectLst/>
                  <a:uLnTx/>
                  <a:uFillTx/>
                  <a:latin typeface="Edu NSW ACT Foundation" panose="020B0604020202020204" charset="0"/>
                  <a:ea typeface="Canva Sans Bold"/>
                  <a:cs typeface="Canva Sans Bold"/>
                  <a:sym typeface="Canva Sans Bold"/>
                </a:rPr>
                <a:t>10</a:t>
              </a:r>
            </a:p>
          </p:txBody>
        </p:sp>
      </p:grpSp>
      <p:grpSp>
        <p:nvGrpSpPr>
          <p:cNvPr id="28" name="Group 27" descr="Sticky notes marked with the numbers -25, 25, 10, -24, -5, 50.">
            <a:extLst>
              <a:ext uri="{FF2B5EF4-FFF2-40B4-BE49-F238E27FC236}">
                <a16:creationId xmlns:a16="http://schemas.microsoft.com/office/drawing/2014/main" id="{DBA720F1-6C5C-E129-5011-36A6FEC7A00A}"/>
              </a:ext>
            </a:extLst>
          </p:cNvPr>
          <p:cNvGrpSpPr/>
          <p:nvPr/>
        </p:nvGrpSpPr>
        <p:grpSpPr>
          <a:xfrm>
            <a:off x="6470447" y="4437425"/>
            <a:ext cx="912651" cy="990666"/>
            <a:chOff x="2755808" y="3572777"/>
            <a:chExt cx="912651" cy="990666"/>
          </a:xfrm>
        </p:grpSpPr>
        <p:sp>
          <p:nvSpPr>
            <p:cNvPr id="29" name="Freeform 13">
              <a:extLst>
                <a:ext uri="{FF2B5EF4-FFF2-40B4-BE49-F238E27FC236}">
                  <a16:creationId xmlns:a16="http://schemas.microsoft.com/office/drawing/2014/main" id="{4C2B58CC-031C-D2DC-BC03-56A3929EA2D1}"/>
                </a:ext>
              </a:extLst>
            </p:cNvPr>
            <p:cNvSpPr/>
            <p:nvPr/>
          </p:nvSpPr>
          <p:spPr>
            <a:xfrm>
              <a:off x="2755808" y="3572777"/>
              <a:ext cx="912651" cy="990666"/>
            </a:xfrm>
            <a:custGeom>
              <a:avLst/>
              <a:gdLst/>
              <a:ahLst/>
              <a:cxnLst/>
              <a:rect l="l" t="t" r="r" b="b"/>
              <a:pathLst>
                <a:path w="912651" h="990666">
                  <a:moveTo>
                    <a:pt x="0" y="0"/>
                  </a:moveTo>
                  <a:lnTo>
                    <a:pt x="912651" y="0"/>
                  </a:lnTo>
                  <a:lnTo>
                    <a:pt x="912651" y="990666"/>
                  </a:lnTo>
                  <a:lnTo>
                    <a:pt x="0" y="990666"/>
                  </a:lnTo>
                  <a:lnTo>
                    <a:pt x="0" y="0"/>
                  </a:lnTo>
                  <a:close/>
                </a:path>
              </a:pathLst>
            </a:custGeom>
            <a:blipFill>
              <a:blip r:embed="rId4"/>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30" name="TextBox 14">
              <a:extLst>
                <a:ext uri="{FF2B5EF4-FFF2-40B4-BE49-F238E27FC236}">
                  <a16:creationId xmlns:a16="http://schemas.microsoft.com/office/drawing/2014/main" id="{0ED89094-76EC-C3D6-254C-1B95730BAD3F}"/>
                </a:ext>
              </a:extLst>
            </p:cNvPr>
            <p:cNvSpPr txBox="1"/>
            <p:nvPr/>
          </p:nvSpPr>
          <p:spPr>
            <a:xfrm>
              <a:off x="2911591" y="3824130"/>
              <a:ext cx="668091" cy="462661"/>
            </a:xfrm>
            <a:prstGeom prst="rect">
              <a:avLst/>
            </a:prstGeom>
          </p:spPr>
          <p:txBody>
            <a:bodyPr lIns="0" tIns="0" rIns="0" bIns="0" rtlCol="0" anchor="t">
              <a:spAutoFit/>
            </a:bodyPr>
            <a:lstStyle/>
            <a:p>
              <a:pPr marL="0" marR="0" lvl="0" indent="0" algn="ctr" defTabSz="609585" rtl="0" eaLnBrk="1" fontAlgn="auto" latinLnBrk="0" hangingPunct="1">
                <a:lnSpc>
                  <a:spcPts val="3898"/>
                </a:lnSpc>
                <a:spcBef>
                  <a:spcPts val="0"/>
                </a:spcBef>
                <a:spcAft>
                  <a:spcPts val="0"/>
                </a:spcAft>
                <a:buClrTx/>
                <a:buSzTx/>
                <a:buFontTx/>
                <a:buNone/>
                <a:tabLst/>
                <a:defRPr/>
              </a:pPr>
              <a:r>
                <a:rPr kumimoji="0" lang="en-US" sz="2784" b="0" i="0" u="none" strike="noStrike" kern="1200" cap="none" spc="0" normalizeH="0" baseline="0" noProof="0">
                  <a:ln>
                    <a:noFill/>
                  </a:ln>
                  <a:solidFill>
                    <a:srgbClr val="000000"/>
                  </a:solidFill>
                  <a:effectLst/>
                  <a:uLnTx/>
                  <a:uFillTx/>
                  <a:latin typeface="Edu NSW ACT Foundation" panose="020B0604020202020204" charset="0"/>
                  <a:ea typeface="Canva Sans Bold"/>
                  <a:cs typeface="Canva Sans Bold"/>
                  <a:sym typeface="Canva Sans Bold"/>
                </a:rPr>
                <a:t>-24</a:t>
              </a:r>
            </a:p>
          </p:txBody>
        </p:sp>
      </p:grpSp>
      <p:grpSp>
        <p:nvGrpSpPr>
          <p:cNvPr id="31" name="Group 30" descr="Sticky notes marked with the numbers -25, 25, 10, -24, -5, 50.">
            <a:extLst>
              <a:ext uri="{FF2B5EF4-FFF2-40B4-BE49-F238E27FC236}">
                <a16:creationId xmlns:a16="http://schemas.microsoft.com/office/drawing/2014/main" id="{C3B2FFA5-484D-7955-DC56-DA4CCCC8762A}"/>
              </a:ext>
            </a:extLst>
          </p:cNvPr>
          <p:cNvGrpSpPr/>
          <p:nvPr/>
        </p:nvGrpSpPr>
        <p:grpSpPr>
          <a:xfrm>
            <a:off x="7596456" y="4441941"/>
            <a:ext cx="912651" cy="990666"/>
            <a:chOff x="2755808" y="3572777"/>
            <a:chExt cx="912651" cy="990666"/>
          </a:xfrm>
        </p:grpSpPr>
        <p:sp>
          <p:nvSpPr>
            <p:cNvPr id="32" name="Freeform 13">
              <a:extLst>
                <a:ext uri="{FF2B5EF4-FFF2-40B4-BE49-F238E27FC236}">
                  <a16:creationId xmlns:a16="http://schemas.microsoft.com/office/drawing/2014/main" id="{0C0386D7-7258-B56C-5D2F-62CCE06CE21A}"/>
                </a:ext>
              </a:extLst>
            </p:cNvPr>
            <p:cNvSpPr/>
            <p:nvPr/>
          </p:nvSpPr>
          <p:spPr>
            <a:xfrm>
              <a:off x="2755808" y="3572777"/>
              <a:ext cx="912651" cy="990666"/>
            </a:xfrm>
            <a:custGeom>
              <a:avLst/>
              <a:gdLst/>
              <a:ahLst/>
              <a:cxnLst/>
              <a:rect l="l" t="t" r="r" b="b"/>
              <a:pathLst>
                <a:path w="912651" h="990666">
                  <a:moveTo>
                    <a:pt x="0" y="0"/>
                  </a:moveTo>
                  <a:lnTo>
                    <a:pt x="912651" y="0"/>
                  </a:lnTo>
                  <a:lnTo>
                    <a:pt x="912651" y="990666"/>
                  </a:lnTo>
                  <a:lnTo>
                    <a:pt x="0" y="990666"/>
                  </a:lnTo>
                  <a:lnTo>
                    <a:pt x="0" y="0"/>
                  </a:lnTo>
                  <a:close/>
                </a:path>
              </a:pathLst>
            </a:custGeom>
            <a:blipFill>
              <a:blip r:embed="rId4"/>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33" name="TextBox 14">
              <a:extLst>
                <a:ext uri="{FF2B5EF4-FFF2-40B4-BE49-F238E27FC236}">
                  <a16:creationId xmlns:a16="http://schemas.microsoft.com/office/drawing/2014/main" id="{24A79BA1-53F2-9014-FF4A-3F807D810663}"/>
                </a:ext>
              </a:extLst>
            </p:cNvPr>
            <p:cNvSpPr txBox="1"/>
            <p:nvPr/>
          </p:nvSpPr>
          <p:spPr>
            <a:xfrm>
              <a:off x="2911591" y="3824130"/>
              <a:ext cx="668091" cy="462661"/>
            </a:xfrm>
            <a:prstGeom prst="rect">
              <a:avLst/>
            </a:prstGeom>
          </p:spPr>
          <p:txBody>
            <a:bodyPr lIns="0" tIns="0" rIns="0" bIns="0" rtlCol="0" anchor="t">
              <a:spAutoFit/>
            </a:bodyPr>
            <a:lstStyle/>
            <a:p>
              <a:pPr marL="0" marR="0" lvl="0" indent="0" algn="ctr" defTabSz="609585" rtl="0" eaLnBrk="1" fontAlgn="auto" latinLnBrk="0" hangingPunct="1">
                <a:lnSpc>
                  <a:spcPts val="3898"/>
                </a:lnSpc>
                <a:spcBef>
                  <a:spcPts val="0"/>
                </a:spcBef>
                <a:spcAft>
                  <a:spcPts val="0"/>
                </a:spcAft>
                <a:buClrTx/>
                <a:buSzTx/>
                <a:buFontTx/>
                <a:buNone/>
                <a:tabLst/>
                <a:defRPr/>
              </a:pPr>
              <a:r>
                <a:rPr kumimoji="0" lang="en-US" sz="2784" b="0" i="0" u="none" strike="noStrike" kern="1200" cap="none" spc="0" normalizeH="0" baseline="0" noProof="0">
                  <a:ln>
                    <a:noFill/>
                  </a:ln>
                  <a:solidFill>
                    <a:srgbClr val="000000"/>
                  </a:solidFill>
                  <a:effectLst/>
                  <a:uLnTx/>
                  <a:uFillTx/>
                  <a:latin typeface="Edu NSW ACT Foundation" panose="020B0604020202020204" charset="0"/>
                  <a:ea typeface="Canva Sans Bold"/>
                  <a:cs typeface="Canva Sans Bold"/>
                  <a:sym typeface="Canva Sans Bold"/>
                </a:rPr>
                <a:t>-5</a:t>
              </a:r>
            </a:p>
          </p:txBody>
        </p:sp>
      </p:grpSp>
      <p:grpSp>
        <p:nvGrpSpPr>
          <p:cNvPr id="35" name="Group 34" descr="Sticky notes marked with the numbers -25, 25, 10, -24, -5, 50.">
            <a:extLst>
              <a:ext uri="{FF2B5EF4-FFF2-40B4-BE49-F238E27FC236}">
                <a16:creationId xmlns:a16="http://schemas.microsoft.com/office/drawing/2014/main" id="{71892D6F-E026-750C-8709-A1FD3A8B912F}"/>
              </a:ext>
            </a:extLst>
          </p:cNvPr>
          <p:cNvGrpSpPr/>
          <p:nvPr/>
        </p:nvGrpSpPr>
        <p:grpSpPr>
          <a:xfrm>
            <a:off x="8684413" y="4437425"/>
            <a:ext cx="912651" cy="990666"/>
            <a:chOff x="6956089" y="5027841"/>
            <a:chExt cx="912651" cy="990666"/>
          </a:xfrm>
        </p:grpSpPr>
        <p:sp>
          <p:nvSpPr>
            <p:cNvPr id="36" name="Freeform 22">
              <a:extLst>
                <a:ext uri="{FF2B5EF4-FFF2-40B4-BE49-F238E27FC236}">
                  <a16:creationId xmlns:a16="http://schemas.microsoft.com/office/drawing/2014/main" id="{660ACD5A-2B36-B68E-CB46-C54B9C4D6926}"/>
                </a:ext>
              </a:extLst>
            </p:cNvPr>
            <p:cNvSpPr/>
            <p:nvPr/>
          </p:nvSpPr>
          <p:spPr>
            <a:xfrm>
              <a:off x="6956089" y="5027841"/>
              <a:ext cx="912651" cy="990666"/>
            </a:xfrm>
            <a:custGeom>
              <a:avLst/>
              <a:gdLst/>
              <a:ahLst/>
              <a:cxnLst/>
              <a:rect l="l" t="t" r="r" b="b"/>
              <a:pathLst>
                <a:path w="912651" h="990666">
                  <a:moveTo>
                    <a:pt x="0" y="0"/>
                  </a:moveTo>
                  <a:lnTo>
                    <a:pt x="912651" y="0"/>
                  </a:lnTo>
                  <a:lnTo>
                    <a:pt x="912651" y="990665"/>
                  </a:lnTo>
                  <a:lnTo>
                    <a:pt x="0" y="990665"/>
                  </a:lnTo>
                  <a:lnTo>
                    <a:pt x="0" y="0"/>
                  </a:lnTo>
                  <a:close/>
                </a:path>
              </a:pathLst>
            </a:custGeom>
            <a:blipFill>
              <a:blip r:embed="rId4"/>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7" name="TextBox 23">
              <a:extLst>
                <a:ext uri="{FF2B5EF4-FFF2-40B4-BE49-F238E27FC236}">
                  <a16:creationId xmlns:a16="http://schemas.microsoft.com/office/drawing/2014/main" id="{2277FEEE-A86B-2476-F8DD-6F8DF20C2E3E}"/>
                </a:ext>
              </a:extLst>
            </p:cNvPr>
            <p:cNvSpPr txBox="1"/>
            <p:nvPr/>
          </p:nvSpPr>
          <p:spPr>
            <a:xfrm>
              <a:off x="7078369" y="5360908"/>
              <a:ext cx="668091" cy="462661"/>
            </a:xfrm>
            <a:prstGeom prst="rect">
              <a:avLst/>
            </a:prstGeom>
          </p:spPr>
          <p:txBody>
            <a:bodyPr lIns="0" tIns="0" rIns="0" bIns="0" rtlCol="0" anchor="t">
              <a:spAutoFit/>
            </a:bodyPr>
            <a:lstStyle/>
            <a:p>
              <a:pPr marL="0" marR="0" lvl="0" indent="0" algn="ctr" defTabSz="609585" rtl="0" eaLnBrk="1" fontAlgn="auto" latinLnBrk="0" hangingPunct="1">
                <a:lnSpc>
                  <a:spcPts val="3898"/>
                </a:lnSpc>
                <a:spcBef>
                  <a:spcPts val="0"/>
                </a:spcBef>
                <a:spcAft>
                  <a:spcPts val="0"/>
                </a:spcAft>
                <a:buClrTx/>
                <a:buSzTx/>
                <a:buFontTx/>
                <a:buNone/>
                <a:tabLst/>
                <a:defRPr/>
              </a:pPr>
              <a:r>
                <a:rPr kumimoji="0" lang="en-US" sz="2784" b="0" i="0" u="none" strike="noStrike" kern="1200" cap="none" spc="0" normalizeH="0" baseline="0" noProof="0">
                  <a:ln>
                    <a:noFill/>
                  </a:ln>
                  <a:solidFill>
                    <a:srgbClr val="000000"/>
                  </a:solidFill>
                  <a:effectLst/>
                  <a:uLnTx/>
                  <a:uFillTx/>
                  <a:latin typeface="Edu NSW ACT Foundation" panose="020B0604020202020204" charset="0"/>
                  <a:ea typeface="Canva Sans Bold"/>
                  <a:cs typeface="Canva Sans Bold"/>
                  <a:sym typeface="Canva Sans Bold"/>
                </a:rPr>
                <a:t>50</a:t>
              </a:r>
            </a:p>
          </p:txBody>
        </p:sp>
      </p:grpSp>
      <p:pic>
        <p:nvPicPr>
          <p:cNvPr id="10" name="Picture 9" descr="image of a head with cogs turning inside">
            <a:extLst>
              <a:ext uri="{FF2B5EF4-FFF2-40B4-BE49-F238E27FC236}">
                <a16:creationId xmlns:a16="http://schemas.microsoft.com/office/drawing/2014/main" id="{4321A25C-BEE9-A1E0-3EBE-C18BCDEF1CC0}"/>
              </a:ext>
            </a:extLst>
          </p:cNvPr>
          <p:cNvPicPr>
            <a:picLocks noChangeAspect="1"/>
          </p:cNvPicPr>
          <p:nvPr/>
        </p:nvPicPr>
        <p:blipFill>
          <a:blip r:embed="rId6"/>
          <a:stretch>
            <a:fillRect/>
          </a:stretch>
        </p:blipFill>
        <p:spPr>
          <a:xfrm>
            <a:off x="11121712" y="194458"/>
            <a:ext cx="723900" cy="866775"/>
          </a:xfrm>
          <a:prstGeom prst="rect">
            <a:avLst/>
          </a:prstGeom>
        </p:spPr>
      </p:pic>
    </p:spTree>
    <p:extLst>
      <p:ext uri="{BB962C8B-B14F-4D97-AF65-F5344CB8AC3E}">
        <p14:creationId xmlns:p14="http://schemas.microsoft.com/office/powerpoint/2010/main" val="3241832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8D470-C119-FE15-B585-7B00E3FC0E6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38549DE-34BC-2932-4069-8C67AECD9A58}"/>
              </a:ext>
            </a:extLst>
          </p:cNvPr>
          <p:cNvSpPr>
            <a:spLocks noGrp="1"/>
          </p:cNvSpPr>
          <p:nvPr>
            <p:ph type="ctrTitle"/>
          </p:nvPr>
        </p:nvSpPr>
        <p:spPr/>
        <p:txBody>
          <a:bodyPr/>
          <a:lstStyle/>
          <a:p>
            <a:r>
              <a:rPr lang="en-AU">
                <a:latin typeface="+mj-lt"/>
                <a:cs typeface="Arial"/>
              </a:rPr>
              <a:t>Review of learning 4</a:t>
            </a:r>
            <a:endParaRPr lang="en-AU">
              <a:latin typeface="+mj-lt"/>
            </a:endParaRPr>
          </a:p>
        </p:txBody>
      </p:sp>
    </p:spTree>
    <p:extLst>
      <p:ext uri="{BB962C8B-B14F-4D97-AF65-F5344CB8AC3E}">
        <p14:creationId xmlns:p14="http://schemas.microsoft.com/office/powerpoint/2010/main" val="2097754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47EEB-F21E-045D-8ADE-B6DF797BBD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D3A27D-3714-AE5A-F3A7-8938A8312568}"/>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3" name="Title 2">
            <a:extLst>
              <a:ext uri="{FF2B5EF4-FFF2-40B4-BE49-F238E27FC236}">
                <a16:creationId xmlns:a16="http://schemas.microsoft.com/office/drawing/2014/main" id="{A7D4AB32-9AD3-7208-104F-40FDED38BA06}"/>
              </a:ext>
            </a:extLst>
          </p:cNvPr>
          <p:cNvSpPr>
            <a:spLocks noGrp="1"/>
          </p:cNvSpPr>
          <p:nvPr>
            <p:ph type="title"/>
          </p:nvPr>
        </p:nvSpPr>
        <p:spPr/>
        <p:txBody>
          <a:bodyPr/>
          <a:lstStyle/>
          <a:p>
            <a:r>
              <a:rPr lang="en-US"/>
              <a:t>True or false </a:t>
            </a:r>
            <a:r>
              <a:rPr lang="en-US">
                <a:solidFill>
                  <a:schemeClr val="bg1"/>
                </a:solidFill>
              </a:rPr>
              <a:t>(2)</a:t>
            </a:r>
          </a:p>
        </p:txBody>
      </p:sp>
      <p:sp>
        <p:nvSpPr>
          <p:cNvPr id="7" name="Text Placeholder 6">
            <a:extLst>
              <a:ext uri="{FF2B5EF4-FFF2-40B4-BE49-F238E27FC236}">
                <a16:creationId xmlns:a16="http://schemas.microsoft.com/office/drawing/2014/main" id="{F060180D-91D5-EA06-E103-8B3688B0CE76}"/>
              </a:ext>
            </a:extLst>
          </p:cNvPr>
          <p:cNvSpPr>
            <a:spLocks noGrp="1"/>
          </p:cNvSpPr>
          <p:nvPr>
            <p:ph type="body" sz="quarter" idx="22"/>
          </p:nvPr>
        </p:nvSpPr>
        <p:spPr>
          <a:xfrm>
            <a:off x="1562100" y="1732038"/>
            <a:ext cx="8991600" cy="1423578"/>
          </a:xfrm>
        </p:spPr>
        <p:txBody>
          <a:bodyPr vert="horz" lIns="0" tIns="0" rIns="0" bIns="0" rtlCol="0" anchor="t">
            <a:noAutofit/>
          </a:bodyPr>
          <a:lstStyle/>
          <a:p>
            <a:pPr algn="ctr"/>
            <a:r>
              <a:rPr lang="en-US" sz="4400">
                <a:latin typeface="Arial"/>
                <a:cs typeface="Arial"/>
              </a:rPr>
              <a:t>Nadia entered </a:t>
            </a:r>
            <a:r>
              <a:rPr lang="en-US" sz="4400" b="1">
                <a:latin typeface="Arial"/>
                <a:cs typeface="Arial"/>
              </a:rPr>
              <a:t>36</a:t>
            </a:r>
            <a:r>
              <a:rPr lang="en-US" sz="4400">
                <a:latin typeface="Arial"/>
                <a:cs typeface="Arial"/>
              </a:rPr>
              <a:t> on her calculator. If she </a:t>
            </a:r>
            <a:r>
              <a:rPr lang="en-US" sz="4400" b="1">
                <a:latin typeface="Arial"/>
                <a:cs typeface="Arial"/>
              </a:rPr>
              <a:t>repeatedly subtracts </a:t>
            </a:r>
            <a:r>
              <a:rPr lang="en-US" sz="4400">
                <a:latin typeface="Arial"/>
                <a:cs typeface="Arial"/>
              </a:rPr>
              <a:t>6, her calculator will eventually show </a:t>
            </a:r>
            <a:r>
              <a:rPr lang="en-US" sz="4400">
                <a:cs typeface="Arial"/>
              </a:rPr>
              <a:t>– 12. </a:t>
            </a:r>
            <a:endParaRPr lang="en-AU" sz="4400"/>
          </a:p>
          <a:p>
            <a:pPr algn="ctr"/>
            <a:endParaRPr lang="en-US" sz="4400"/>
          </a:p>
        </p:txBody>
      </p:sp>
      <p:graphicFrame>
        <p:nvGraphicFramePr>
          <p:cNvPr id="5" name="Table 4">
            <a:extLst>
              <a:ext uri="{FF2B5EF4-FFF2-40B4-BE49-F238E27FC236}">
                <a16:creationId xmlns:a16="http://schemas.microsoft.com/office/drawing/2014/main" id="{DB699691-98F7-EA8F-32F1-C06DC46C20B7}"/>
              </a:ext>
            </a:extLst>
          </p:cNvPr>
          <p:cNvGraphicFramePr>
            <a:graphicFrameLocks noGrp="1"/>
          </p:cNvGraphicFramePr>
          <p:nvPr>
            <p:extLst>
              <p:ext uri="{D42A27DB-BD31-4B8C-83A1-F6EECF244321}">
                <p14:modId xmlns:p14="http://schemas.microsoft.com/office/powerpoint/2010/main" val="2532872187"/>
              </p:ext>
            </p:extLst>
          </p:nvPr>
        </p:nvGraphicFramePr>
        <p:xfrm>
          <a:off x="2442981" y="5635702"/>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6" name="Picture 5" descr="image of a finger selecting an option for a multiple choice or true and false">
            <a:extLst>
              <a:ext uri="{FF2B5EF4-FFF2-40B4-BE49-F238E27FC236}">
                <a16:creationId xmlns:a16="http://schemas.microsoft.com/office/drawing/2014/main" id="{4348276A-08AB-CAAE-2AF9-8F7FE9DCE3A5}"/>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393875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EC9BF-5F7D-214B-1148-F6F0F6CD31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EC1B69-AE9B-3F77-A4B2-5F8F2302B7B4}"/>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3" name="Title 2">
            <a:extLst>
              <a:ext uri="{FF2B5EF4-FFF2-40B4-BE49-F238E27FC236}">
                <a16:creationId xmlns:a16="http://schemas.microsoft.com/office/drawing/2014/main" id="{B58B9408-BD93-F840-A268-57E14808F86B}"/>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(13)</a:t>
            </a:r>
          </a:p>
        </p:txBody>
      </p:sp>
      <p:pic>
        <p:nvPicPr>
          <p:cNvPr id="4" name="Picture 3" descr="image of a clipboard with a pencil recording short answer responses">
            <a:extLst>
              <a:ext uri="{FF2B5EF4-FFF2-40B4-BE49-F238E27FC236}">
                <a16:creationId xmlns:a16="http://schemas.microsoft.com/office/drawing/2014/main" id="{8630EBD8-CFDA-21D1-0781-2E0CE818F684}"/>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7" name="Picture 6" descr="A red rectangle with three black dashed fold lines. One dashed line runs vertically from the centre of the top edge to the bottom centre point. The other two dashed lines run diagonally from the bottom centre point to each top corner, forming a triangular shape on each side.">
            <a:extLst>
              <a:ext uri="{FF2B5EF4-FFF2-40B4-BE49-F238E27FC236}">
                <a16:creationId xmlns:a16="http://schemas.microsoft.com/office/drawing/2014/main" id="{44770C26-AB2E-F45B-52DE-1DF877A7DC39}"/>
              </a:ext>
            </a:extLst>
          </p:cNvPr>
          <p:cNvPicPr>
            <a:picLocks noChangeAspect="1"/>
          </p:cNvPicPr>
          <p:nvPr/>
        </p:nvPicPr>
        <p:blipFill>
          <a:blip r:embed="rId4"/>
          <a:srcRect l="2332" t="2267" r="52702" b="64799"/>
          <a:stretch>
            <a:fillRect/>
          </a:stretch>
        </p:blipFill>
        <p:spPr>
          <a:xfrm>
            <a:off x="4087368" y="2472632"/>
            <a:ext cx="4361688" cy="2258568"/>
          </a:xfrm>
          <a:prstGeom prst="rect">
            <a:avLst/>
          </a:prstGeom>
        </p:spPr>
      </p:pic>
      <p:sp>
        <p:nvSpPr>
          <p:cNvPr id="9" name="TextBox 8">
            <a:extLst>
              <a:ext uri="{FF2B5EF4-FFF2-40B4-BE49-F238E27FC236}">
                <a16:creationId xmlns:a16="http://schemas.microsoft.com/office/drawing/2014/main" id="{B8DE8F2C-6D0D-DC69-E604-A12E4DB1E9B4}"/>
              </a:ext>
            </a:extLst>
          </p:cNvPr>
          <p:cNvSpPr txBox="1"/>
          <p:nvPr/>
        </p:nvSpPr>
        <p:spPr>
          <a:xfrm>
            <a:off x="306401" y="4997238"/>
            <a:ext cx="11832000" cy="835856"/>
          </a:xfrm>
          <a:prstGeom prst="rect">
            <a:avLst/>
          </a:prstGeom>
          <a:noFill/>
        </p:spPr>
        <p:txBody>
          <a:bodyPr wrap="square" lIns="0" tIns="0" rIns="0" bIns="0" rtlCol="0">
            <a:noAutofit/>
          </a:bodyPr>
          <a:lstStyle/>
          <a:p>
            <a:pPr algn="ctr"/>
            <a:r>
              <a:rPr lang="en-AU" sz="4000" b="1"/>
              <a:t>Record</a:t>
            </a:r>
            <a:r>
              <a:rPr lang="en-AU" sz="4000"/>
              <a:t> another way she could </a:t>
            </a:r>
            <a:r>
              <a:rPr lang="en-AU" sz="4000" b="1"/>
              <a:t>dissect</a:t>
            </a:r>
            <a:r>
              <a:rPr lang="en-AU" sz="4000"/>
              <a:t> this rectangle into smaller shapes.</a:t>
            </a:r>
          </a:p>
        </p:txBody>
      </p:sp>
      <p:sp>
        <p:nvSpPr>
          <p:cNvPr id="10" name="TextBox 9">
            <a:extLst>
              <a:ext uri="{FF2B5EF4-FFF2-40B4-BE49-F238E27FC236}">
                <a16:creationId xmlns:a16="http://schemas.microsoft.com/office/drawing/2014/main" id="{61FFE00D-A2E0-4C60-AE4B-9EBE5751D2DA}"/>
              </a:ext>
            </a:extLst>
          </p:cNvPr>
          <p:cNvSpPr txBox="1"/>
          <p:nvPr/>
        </p:nvSpPr>
        <p:spPr>
          <a:xfrm>
            <a:off x="252802" y="1449201"/>
            <a:ext cx="11939198" cy="835856"/>
          </a:xfrm>
          <a:prstGeom prst="rect">
            <a:avLst/>
          </a:prstGeom>
          <a:noFill/>
        </p:spPr>
        <p:txBody>
          <a:bodyPr wrap="square" lIns="0" tIns="0" rIns="0" bIns="0" rtlCol="0">
            <a:noAutofit/>
          </a:bodyPr>
          <a:lstStyle/>
          <a:p>
            <a:pPr algn="l"/>
            <a:r>
              <a:rPr lang="en-AU" sz="4000"/>
              <a:t>Emilia has </a:t>
            </a:r>
            <a:r>
              <a:rPr lang="en-AU" sz="4000" b="1"/>
              <a:t>dissected</a:t>
            </a:r>
            <a:r>
              <a:rPr lang="en-AU" sz="4000"/>
              <a:t> this </a:t>
            </a:r>
            <a:r>
              <a:rPr lang="en-AU" sz="4000" b="1"/>
              <a:t>rectangle</a:t>
            </a:r>
            <a:r>
              <a:rPr lang="en-AU" sz="4000"/>
              <a:t> into 4 triangles.</a:t>
            </a:r>
          </a:p>
        </p:txBody>
      </p:sp>
    </p:spTree>
    <p:extLst>
      <p:ext uri="{BB962C8B-B14F-4D97-AF65-F5344CB8AC3E}">
        <p14:creationId xmlns:p14="http://schemas.microsoft.com/office/powerpoint/2010/main" val="3623419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6932C-EC37-B3ED-6E76-5D6F2C7FF6E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90D75EE-77E1-4439-0A95-55A48CB513CA}"/>
              </a:ext>
            </a:extLst>
          </p:cNvPr>
          <p:cNvSpPr>
            <a:spLocks noGrp="1"/>
          </p:cNvSpPr>
          <p:nvPr>
            <p:ph type="sldNum" sz="quarter" idx="12"/>
          </p:nvPr>
        </p:nvSpPr>
        <p:spPr/>
        <p:txBody>
          <a:bodyPr/>
          <a:lstStyle/>
          <a:p>
            <a:fld id="{10A01DC5-1685-4615-8240-15192985C6A2}" type="slidenum">
              <a:rPr lang="en-AU" smtClean="0"/>
              <a:t>29</a:t>
            </a:fld>
            <a:endParaRPr lang="en-AU"/>
          </a:p>
        </p:txBody>
      </p:sp>
      <p:sp>
        <p:nvSpPr>
          <p:cNvPr id="3" name="Title 2">
            <a:extLst>
              <a:ext uri="{FF2B5EF4-FFF2-40B4-BE49-F238E27FC236}">
                <a16:creationId xmlns:a16="http://schemas.microsoft.com/office/drawing/2014/main" id="{CBB4B7CA-693A-3F18-2EDC-EE94CBCA2F64}"/>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(14)</a:t>
            </a:r>
          </a:p>
        </p:txBody>
      </p:sp>
      <p:sp>
        <p:nvSpPr>
          <p:cNvPr id="11" name="Picture Placeholder 10">
            <a:extLst>
              <a:ext uri="{FF2B5EF4-FFF2-40B4-BE49-F238E27FC236}">
                <a16:creationId xmlns:a16="http://schemas.microsoft.com/office/drawing/2014/main" id="{2F913B4D-1682-BC3D-FA94-9742B9EAB2B6}"/>
              </a:ext>
            </a:extLst>
          </p:cNvPr>
          <p:cNvSpPr>
            <a:spLocks noGrp="1"/>
          </p:cNvSpPr>
          <p:nvPr>
            <p:ph type="pic" sz="quarter" idx="21"/>
          </p:nvPr>
        </p:nvSpPr>
        <p:spPr>
          <a:xfrm>
            <a:off x="1642007" y="1094843"/>
            <a:ext cx="8907986" cy="1636030"/>
          </a:xfrm>
        </p:spPr>
        <p:txBody>
          <a:bodyPr/>
          <a:lstStyle/>
          <a:p>
            <a:pPr algn="ctr"/>
            <a:r>
              <a:rPr lang="en-AU" sz="4400"/>
              <a:t> What is the </a:t>
            </a:r>
            <a:r>
              <a:rPr lang="en-AU" sz="4400" b="1"/>
              <a:t>expected frequency </a:t>
            </a:r>
            <a:r>
              <a:rPr lang="en-AU" sz="4400"/>
              <a:t>of landing on an even number if I roll a standard dice </a:t>
            </a:r>
            <a:r>
              <a:rPr lang="en-AU" sz="4400" b="1"/>
              <a:t>18</a:t>
            </a:r>
            <a:r>
              <a:rPr lang="en-AU" sz="4400"/>
              <a:t> times? </a:t>
            </a:r>
            <a:endParaRPr lang="en-US" sz="440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21214CBC-B671-BA4C-E583-4EAEC31F1FE3}"/>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8" name="Picture 7" descr=" 1 red 6 sided die. ">
            <a:extLst>
              <a:ext uri="{FF2B5EF4-FFF2-40B4-BE49-F238E27FC236}">
                <a16:creationId xmlns:a16="http://schemas.microsoft.com/office/drawing/2014/main" id="{31C5EAE5-0B93-BC4B-C565-97BB6CB8C3DF}"/>
              </a:ext>
            </a:extLst>
          </p:cNvPr>
          <p:cNvPicPr>
            <a:picLocks noChangeAspect="1"/>
          </p:cNvPicPr>
          <p:nvPr/>
        </p:nvPicPr>
        <p:blipFill>
          <a:blip r:embed="rId4"/>
          <a:srcRect l="50596"/>
          <a:stretch>
            <a:fillRect/>
          </a:stretch>
        </p:blipFill>
        <p:spPr>
          <a:xfrm>
            <a:off x="4865975" y="4045279"/>
            <a:ext cx="2231087" cy="2650721"/>
          </a:xfrm>
          <a:prstGeom prst="rect">
            <a:avLst/>
          </a:prstGeom>
        </p:spPr>
      </p:pic>
    </p:spTree>
    <p:extLst>
      <p:ext uri="{BB962C8B-B14F-4D97-AF65-F5344CB8AC3E}">
        <p14:creationId xmlns:p14="http://schemas.microsoft.com/office/powerpoint/2010/main" val="2126581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D986D-6D17-4AF1-8968-0D0D4C44B90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F68ECE1-BDD8-BA95-79C6-47C1BF56478C}"/>
              </a:ext>
            </a:extLst>
          </p:cNvPr>
          <p:cNvSpPr txBox="1"/>
          <p:nvPr/>
        </p:nvSpPr>
        <p:spPr>
          <a:xfrm>
            <a:off x="678434" y="1184223"/>
            <a:ext cx="10606170" cy="5509200"/>
          </a:xfrm>
          <a:prstGeom prst="rect">
            <a:avLst/>
          </a:prstGeom>
          <a:noFill/>
        </p:spPr>
        <p:txBody>
          <a:bodyPr wrap="square">
            <a:spAutoFit/>
          </a:bodyPr>
          <a:lstStyle/>
          <a:p>
            <a:pPr algn="ctr"/>
            <a:r>
              <a:rPr lang="en-AU" sz="4400" b="0" i="0">
                <a:effectLst/>
                <a:latin typeface="+mj-lt"/>
              </a:rPr>
              <a:t>What is the </a:t>
            </a:r>
            <a:r>
              <a:rPr lang="en-AU" sz="4400" b="1" i="0">
                <a:effectLst/>
                <a:latin typeface="+mj-lt"/>
              </a:rPr>
              <a:t>area</a:t>
            </a:r>
            <a:r>
              <a:rPr lang="en-AU" sz="4400" b="0" i="0">
                <a:effectLst/>
                <a:latin typeface="+mj-lt"/>
              </a:rPr>
              <a:t> of this </a:t>
            </a:r>
            <a:r>
              <a:rPr lang="en-AU" sz="4400" b="1" i="0">
                <a:effectLst/>
                <a:latin typeface="+mj-lt"/>
              </a:rPr>
              <a:t>parallelogram</a:t>
            </a:r>
            <a:r>
              <a:rPr lang="en-AU" sz="4400" b="0" i="0">
                <a:effectLst/>
                <a:latin typeface="+mj-lt"/>
              </a:rPr>
              <a:t>?</a:t>
            </a:r>
          </a:p>
          <a:p>
            <a:pPr algn="ctr"/>
            <a:endParaRPr lang="en-AU" sz="4400">
              <a:latin typeface="+mj-lt"/>
            </a:endParaRPr>
          </a:p>
          <a:p>
            <a:pPr algn="ctr"/>
            <a:endParaRPr lang="en-AU" sz="4400">
              <a:latin typeface="+mj-lt"/>
            </a:endParaRPr>
          </a:p>
          <a:p>
            <a:pPr algn="ctr"/>
            <a:endParaRPr lang="en-AU" sz="4400">
              <a:latin typeface="+mj-lt"/>
            </a:endParaRPr>
          </a:p>
          <a:p>
            <a:pPr algn="ctr"/>
            <a:endParaRPr lang="en-AU" sz="4400">
              <a:latin typeface="+mj-lt"/>
            </a:endParaRPr>
          </a:p>
          <a:p>
            <a:pPr algn="ctr"/>
            <a:endParaRPr lang="en-AU" sz="4400">
              <a:latin typeface="+mj-lt"/>
            </a:endParaRPr>
          </a:p>
          <a:p>
            <a:pPr algn="ctr"/>
            <a:endParaRPr lang="en-AU" sz="4400">
              <a:latin typeface="+mj-lt"/>
            </a:endParaRPr>
          </a:p>
          <a:p>
            <a:pPr algn="ctr"/>
            <a:r>
              <a:rPr lang="en-AU" sz="4400" b="1">
                <a:latin typeface="+mj-lt"/>
              </a:rPr>
              <a:t>Explain</a:t>
            </a:r>
            <a:r>
              <a:rPr lang="en-AU" sz="4400">
                <a:latin typeface="+mj-lt"/>
              </a:rPr>
              <a:t> your method.</a:t>
            </a:r>
          </a:p>
        </p:txBody>
      </p:sp>
      <p:sp>
        <p:nvSpPr>
          <p:cNvPr id="2" name="Slide Number Placeholder 1">
            <a:extLst>
              <a:ext uri="{FF2B5EF4-FFF2-40B4-BE49-F238E27FC236}">
                <a16:creationId xmlns:a16="http://schemas.microsoft.com/office/drawing/2014/main" id="{EA1E5DD1-AEBC-FDC0-6BF2-FB696E3A8062}"/>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3" name="Title 2">
            <a:extLst>
              <a:ext uri="{FF2B5EF4-FFF2-40B4-BE49-F238E27FC236}">
                <a16:creationId xmlns:a16="http://schemas.microsoft.com/office/drawing/2014/main" id="{1BA11519-040C-7679-15EE-A8789BC06BE3}"/>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(15)</a:t>
            </a:r>
          </a:p>
        </p:txBody>
      </p:sp>
      <p:pic>
        <p:nvPicPr>
          <p:cNvPr id="4" name="Picture 3" descr="image of a clipboard with a pencil recording short answer responses">
            <a:extLst>
              <a:ext uri="{FF2B5EF4-FFF2-40B4-BE49-F238E27FC236}">
                <a16:creationId xmlns:a16="http://schemas.microsoft.com/office/drawing/2014/main" id="{5AE60A7A-7377-46D6-1913-99B349DCED23}"/>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7" name="Picture 6" descr="A parrallelogram overlayed onto grid paper.">
            <a:extLst>
              <a:ext uri="{FF2B5EF4-FFF2-40B4-BE49-F238E27FC236}">
                <a16:creationId xmlns:a16="http://schemas.microsoft.com/office/drawing/2014/main" id="{11322329-A75F-727A-023D-0E6BAEE91293}"/>
              </a:ext>
            </a:extLst>
          </p:cNvPr>
          <p:cNvPicPr>
            <a:picLocks noChangeAspect="1"/>
          </p:cNvPicPr>
          <p:nvPr/>
        </p:nvPicPr>
        <p:blipFill>
          <a:blip r:embed="rId4"/>
          <a:srcRect t="13201" b="8463"/>
          <a:stretch>
            <a:fillRect/>
          </a:stretch>
        </p:blipFill>
        <p:spPr>
          <a:xfrm>
            <a:off x="3146815" y="2278981"/>
            <a:ext cx="5898370" cy="2976319"/>
          </a:xfrm>
          <a:prstGeom prst="rect">
            <a:avLst/>
          </a:prstGeom>
        </p:spPr>
      </p:pic>
    </p:spTree>
    <p:extLst>
      <p:ext uri="{BB962C8B-B14F-4D97-AF65-F5344CB8AC3E}">
        <p14:creationId xmlns:p14="http://schemas.microsoft.com/office/powerpoint/2010/main" val="234472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65A73-E634-98E9-DB9B-0D0C734E9F8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AE7550-980B-6F74-1F50-776AFA7A5FAF}"/>
              </a:ext>
            </a:extLst>
          </p:cNvPr>
          <p:cNvSpPr>
            <a:spLocks noGrp="1"/>
          </p:cNvSpPr>
          <p:nvPr>
            <p:ph type="sldNum" sz="quarter" idx="12"/>
          </p:nvPr>
        </p:nvSpPr>
        <p:spPr/>
        <p:txBody>
          <a:bodyPr/>
          <a:lstStyle/>
          <a:p>
            <a:fld id="{10A01DC5-1685-4615-8240-15192985C6A2}" type="slidenum">
              <a:rPr lang="en-AU" smtClean="0"/>
              <a:t>31</a:t>
            </a:fld>
            <a:endParaRPr lang="en-AU"/>
          </a:p>
        </p:txBody>
      </p:sp>
      <p:sp>
        <p:nvSpPr>
          <p:cNvPr id="3" name="Title 2">
            <a:extLst>
              <a:ext uri="{FF2B5EF4-FFF2-40B4-BE49-F238E27FC236}">
                <a16:creationId xmlns:a16="http://schemas.microsoft.com/office/drawing/2014/main" id="{EDF6C1BB-92D8-F3F1-FD83-E71E6EE5426B}"/>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(16)</a:t>
            </a:r>
          </a:p>
        </p:txBody>
      </p:sp>
      <p:pic>
        <p:nvPicPr>
          <p:cNvPr id="4" name="Picture 3" descr="image of a clipboard with a pencil recording short answer responses">
            <a:extLst>
              <a:ext uri="{FF2B5EF4-FFF2-40B4-BE49-F238E27FC236}">
                <a16:creationId xmlns:a16="http://schemas.microsoft.com/office/drawing/2014/main" id="{67930802-0D15-204B-8B8B-C39671389CDA}"/>
              </a:ext>
            </a:extLst>
          </p:cNvPr>
          <p:cNvPicPr>
            <a:picLocks noChangeAspect="1"/>
          </p:cNvPicPr>
          <p:nvPr/>
        </p:nvPicPr>
        <p:blipFill>
          <a:blip r:embed="rId3"/>
          <a:stretch>
            <a:fillRect/>
          </a:stretch>
        </p:blipFill>
        <p:spPr>
          <a:xfrm>
            <a:off x="11030476" y="268723"/>
            <a:ext cx="915500" cy="915500"/>
          </a:xfrm>
          <a:prstGeom prst="rect">
            <a:avLst/>
          </a:prstGeom>
        </p:spPr>
      </p:pic>
      <p:sp>
        <p:nvSpPr>
          <p:cNvPr id="6" name="TextBox 5">
            <a:extLst>
              <a:ext uri="{FF2B5EF4-FFF2-40B4-BE49-F238E27FC236}">
                <a16:creationId xmlns:a16="http://schemas.microsoft.com/office/drawing/2014/main" id="{ECA20A0A-355D-5D16-059E-9C763711FE3A}"/>
              </a:ext>
            </a:extLst>
          </p:cNvPr>
          <p:cNvSpPr txBox="1"/>
          <p:nvPr/>
        </p:nvSpPr>
        <p:spPr>
          <a:xfrm>
            <a:off x="360001" y="1184223"/>
            <a:ext cx="11243037" cy="5632311"/>
          </a:xfrm>
          <a:prstGeom prst="rect">
            <a:avLst/>
          </a:prstGeom>
          <a:noFill/>
        </p:spPr>
        <p:txBody>
          <a:bodyPr wrap="square">
            <a:spAutoFit/>
          </a:bodyPr>
          <a:lstStyle/>
          <a:p>
            <a:pPr algn="ctr">
              <a:lnSpc>
                <a:spcPct val="150000"/>
              </a:lnSpc>
            </a:pPr>
            <a:r>
              <a:rPr lang="en-AU" sz="4400"/>
              <a:t> </a:t>
            </a:r>
            <a:r>
              <a:rPr lang="en-AU" sz="3600"/>
              <a:t>James is packing for a school camping trip.</a:t>
            </a:r>
            <a:br>
              <a:rPr lang="en-AU" sz="3600"/>
            </a:br>
            <a:r>
              <a:rPr lang="en-AU" sz="3600"/>
              <a:t>He packs a sleeping bag that weighs </a:t>
            </a:r>
            <a:r>
              <a:rPr lang="en-AU" sz="3600" b="1"/>
              <a:t>800 g</a:t>
            </a:r>
            <a:r>
              <a:rPr lang="en-AU" sz="3600"/>
              <a:t>, a torch that weighs</a:t>
            </a:r>
            <a:r>
              <a:rPr lang="en-AU" sz="3600" b="1"/>
              <a:t> 150 g</a:t>
            </a:r>
            <a:r>
              <a:rPr lang="en-AU" sz="3600"/>
              <a:t>, and a tent that weighs </a:t>
            </a:r>
            <a:r>
              <a:rPr lang="en-AU" sz="3600" b="1"/>
              <a:t>1.5 kg</a:t>
            </a:r>
            <a:r>
              <a:rPr lang="en-AU" sz="3600"/>
              <a:t>.</a:t>
            </a:r>
          </a:p>
          <a:p>
            <a:pPr algn="ctr">
              <a:lnSpc>
                <a:spcPct val="150000"/>
              </a:lnSpc>
            </a:pPr>
            <a:endParaRPr lang="en-AU" sz="3600"/>
          </a:p>
          <a:p>
            <a:pPr algn="ctr">
              <a:lnSpc>
                <a:spcPct val="150000"/>
              </a:lnSpc>
            </a:pPr>
            <a:r>
              <a:rPr lang="en-AU" sz="3600"/>
              <a:t>What is the </a:t>
            </a:r>
            <a:r>
              <a:rPr lang="en-AU" sz="3600" b="1"/>
              <a:t>combined mass </a:t>
            </a:r>
            <a:r>
              <a:rPr lang="en-AU" sz="3600"/>
              <a:t>of all the </a:t>
            </a:r>
          </a:p>
          <a:p>
            <a:pPr algn="ctr">
              <a:lnSpc>
                <a:spcPct val="150000"/>
              </a:lnSpc>
            </a:pPr>
            <a:r>
              <a:rPr lang="en-AU" sz="3600"/>
              <a:t>items in </a:t>
            </a:r>
            <a:r>
              <a:rPr lang="en-AU" sz="3600" b="1"/>
              <a:t>kilograms?</a:t>
            </a:r>
            <a:endParaRPr lang="en-AU" sz="3600"/>
          </a:p>
          <a:p>
            <a:endParaRPr lang="en-AU" sz="2400" b="0" i="0">
              <a:solidFill>
                <a:schemeClr val="tx1"/>
              </a:solidFill>
              <a:highlight>
                <a:srgbClr val="FFFF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3883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E9529-7E1B-7FE9-7966-CB997979E3D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1B6683-DD1F-AA3D-1728-6193DAED3124}"/>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32</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51331A5D-C4A6-D989-C764-1A3E92188566}"/>
              </a:ext>
            </a:extLst>
          </p:cNvPr>
          <p:cNvSpPr>
            <a:spLocks noGrp="1"/>
          </p:cNvSpPr>
          <p:nvPr>
            <p:ph type="title"/>
          </p:nvPr>
        </p:nvSpPr>
        <p:spPr>
          <a:xfrm>
            <a:off x="360000" y="360000"/>
            <a:ext cx="11484000" cy="545601"/>
          </a:xfrm>
        </p:spPr>
        <p:txBody>
          <a:bodyPr/>
          <a:lstStyle/>
          <a:p>
            <a:r>
              <a:rPr lang="en-AU"/>
              <a:t>Activity 4 – negative whole numbers</a:t>
            </a:r>
          </a:p>
        </p:txBody>
      </p:sp>
      <p:grpSp>
        <p:nvGrpSpPr>
          <p:cNvPr id="11" name="Group 10" descr="the statement 25 + 7 with an arrow pointing to a second statement that says target number 60.">
            <a:extLst>
              <a:ext uri="{FF2B5EF4-FFF2-40B4-BE49-F238E27FC236}">
                <a16:creationId xmlns:a16="http://schemas.microsoft.com/office/drawing/2014/main" id="{FD7AB509-0387-6D1E-DB31-927E5AC40A97}"/>
              </a:ext>
            </a:extLst>
          </p:cNvPr>
          <p:cNvGrpSpPr/>
          <p:nvPr/>
        </p:nvGrpSpPr>
        <p:grpSpPr>
          <a:xfrm>
            <a:off x="1291400" y="1297617"/>
            <a:ext cx="9163723" cy="984326"/>
            <a:chOff x="926949" y="1417668"/>
            <a:chExt cx="9163723" cy="984326"/>
          </a:xfrm>
        </p:grpSpPr>
        <p:sp>
          <p:nvSpPr>
            <p:cNvPr id="42" name="TextBox 3">
              <a:extLst>
                <a:ext uri="{FF2B5EF4-FFF2-40B4-BE49-F238E27FC236}">
                  <a16:creationId xmlns:a16="http://schemas.microsoft.com/office/drawing/2014/main" id="{560A64B3-D73F-3376-D798-BCE2074A63CB}"/>
                </a:ext>
              </a:extLst>
            </p:cNvPr>
            <p:cNvSpPr txBox="1"/>
            <p:nvPr/>
          </p:nvSpPr>
          <p:spPr>
            <a:xfrm>
              <a:off x="6655402" y="1417668"/>
              <a:ext cx="3435270" cy="984326"/>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defPPr>
                <a:defRPr lang="en-US"/>
              </a:defPPr>
              <a:lvl1pPr marL="0" algn="l" defTabSz="609585" rtl="0" eaLnBrk="1" latinLnBrk="0" hangingPunct="1">
                <a:defRPr sz="2400" kern="1200">
                  <a:solidFill>
                    <a:schemeClr val="dk1"/>
                  </a:solidFill>
                  <a:latin typeface="+mn-lt"/>
                  <a:ea typeface="+mn-ea"/>
                  <a:cs typeface="+mn-cs"/>
                </a:defRPr>
              </a:lvl1pPr>
              <a:lvl2pPr marL="609585" algn="l" defTabSz="609585" rtl="0" eaLnBrk="1" latinLnBrk="0" hangingPunct="1">
                <a:defRPr sz="2400" kern="1200">
                  <a:solidFill>
                    <a:schemeClr val="dk1"/>
                  </a:solidFill>
                  <a:latin typeface="+mn-lt"/>
                  <a:ea typeface="+mn-ea"/>
                  <a:cs typeface="+mn-cs"/>
                </a:defRPr>
              </a:lvl2pPr>
              <a:lvl3pPr marL="1219170" algn="l" defTabSz="609585" rtl="0" eaLnBrk="1" latinLnBrk="0" hangingPunct="1">
                <a:defRPr sz="2400" kern="1200">
                  <a:solidFill>
                    <a:schemeClr val="dk1"/>
                  </a:solidFill>
                  <a:latin typeface="+mn-lt"/>
                  <a:ea typeface="+mn-ea"/>
                  <a:cs typeface="+mn-cs"/>
                </a:defRPr>
              </a:lvl3pPr>
              <a:lvl4pPr marL="1828754" algn="l" defTabSz="609585" rtl="0" eaLnBrk="1" latinLnBrk="0" hangingPunct="1">
                <a:defRPr sz="2400" kern="1200">
                  <a:solidFill>
                    <a:schemeClr val="dk1"/>
                  </a:solidFill>
                  <a:latin typeface="+mn-lt"/>
                  <a:ea typeface="+mn-ea"/>
                  <a:cs typeface="+mn-cs"/>
                </a:defRPr>
              </a:lvl4pPr>
              <a:lvl5pPr marL="2438339" algn="l" defTabSz="609585" rtl="0" eaLnBrk="1" latinLnBrk="0" hangingPunct="1">
                <a:defRPr sz="2400" kern="1200">
                  <a:solidFill>
                    <a:schemeClr val="dk1"/>
                  </a:solidFill>
                  <a:latin typeface="+mn-lt"/>
                  <a:ea typeface="+mn-ea"/>
                  <a:cs typeface="+mn-cs"/>
                </a:defRPr>
              </a:lvl5pPr>
              <a:lvl6pPr marL="3047924" algn="l" defTabSz="609585" rtl="0" eaLnBrk="1" latinLnBrk="0" hangingPunct="1">
                <a:defRPr sz="2400" kern="1200">
                  <a:solidFill>
                    <a:schemeClr val="dk1"/>
                  </a:solidFill>
                  <a:latin typeface="+mn-lt"/>
                  <a:ea typeface="+mn-ea"/>
                  <a:cs typeface="+mn-cs"/>
                </a:defRPr>
              </a:lvl6pPr>
              <a:lvl7pPr marL="3657509" algn="l" defTabSz="609585" rtl="0" eaLnBrk="1" latinLnBrk="0" hangingPunct="1">
                <a:defRPr sz="2400" kern="1200">
                  <a:solidFill>
                    <a:schemeClr val="dk1"/>
                  </a:solidFill>
                  <a:latin typeface="+mn-lt"/>
                  <a:ea typeface="+mn-ea"/>
                  <a:cs typeface="+mn-cs"/>
                </a:defRPr>
              </a:lvl7pPr>
              <a:lvl8pPr marL="4267093" algn="l" defTabSz="609585" rtl="0" eaLnBrk="1" latinLnBrk="0" hangingPunct="1">
                <a:defRPr sz="2400" kern="1200">
                  <a:solidFill>
                    <a:schemeClr val="dk1"/>
                  </a:solidFill>
                  <a:latin typeface="+mn-lt"/>
                  <a:ea typeface="+mn-ea"/>
                  <a:cs typeface="+mn-cs"/>
                </a:defRPr>
              </a:lvl8pPr>
              <a:lvl9pPr marL="4876678" algn="l" defTabSz="609585" rtl="0" eaLnBrk="1" latinLnBrk="0" hangingPunct="1">
                <a:defRPr sz="2400" kern="1200">
                  <a:solidFill>
                    <a:schemeClr val="dk1"/>
                  </a:solidFill>
                  <a:latin typeface="+mn-lt"/>
                  <a:ea typeface="+mn-ea"/>
                  <a:cs typeface="+mn-cs"/>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32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Target number -3</a:t>
              </a:r>
            </a:p>
          </p:txBody>
        </p:sp>
        <p:sp>
          <p:nvSpPr>
            <p:cNvPr id="43" name="Arrow: Right 42" descr="arrow pointing to the right">
              <a:extLst>
                <a:ext uri="{FF2B5EF4-FFF2-40B4-BE49-F238E27FC236}">
                  <a16:creationId xmlns:a16="http://schemas.microsoft.com/office/drawing/2014/main" id="{0DBCB74A-C194-B381-E729-36A0B3D544EC}"/>
                </a:ext>
              </a:extLst>
            </p:cNvPr>
            <p:cNvSpPr/>
            <p:nvPr/>
          </p:nvSpPr>
          <p:spPr>
            <a:xfrm>
              <a:off x="4734263" y="1663749"/>
              <a:ext cx="1427181" cy="4921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44" name="TextBox 5">
              <a:extLst>
                <a:ext uri="{FF2B5EF4-FFF2-40B4-BE49-F238E27FC236}">
                  <a16:creationId xmlns:a16="http://schemas.microsoft.com/office/drawing/2014/main" id="{AD7DC73A-5724-49AB-1858-632C1B7B38D2}"/>
                </a:ext>
              </a:extLst>
            </p:cNvPr>
            <p:cNvSpPr txBox="1"/>
            <p:nvPr/>
          </p:nvSpPr>
          <p:spPr>
            <a:xfrm>
              <a:off x="926949" y="1417668"/>
              <a:ext cx="3313356" cy="984326"/>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defPPr>
                <a:defRPr lang="en-US"/>
              </a:defPPr>
              <a:lvl1pPr marL="0" algn="l" defTabSz="609585" rtl="0" eaLnBrk="1" latinLnBrk="0" hangingPunct="1">
                <a:defRPr sz="2400" kern="1200">
                  <a:solidFill>
                    <a:schemeClr val="dk1"/>
                  </a:solidFill>
                  <a:latin typeface="+mn-lt"/>
                  <a:ea typeface="+mn-ea"/>
                  <a:cs typeface="+mn-cs"/>
                </a:defRPr>
              </a:lvl1pPr>
              <a:lvl2pPr marL="609585" algn="l" defTabSz="609585" rtl="0" eaLnBrk="1" latinLnBrk="0" hangingPunct="1">
                <a:defRPr sz="2400" kern="1200">
                  <a:solidFill>
                    <a:schemeClr val="dk1"/>
                  </a:solidFill>
                  <a:latin typeface="+mn-lt"/>
                  <a:ea typeface="+mn-ea"/>
                  <a:cs typeface="+mn-cs"/>
                </a:defRPr>
              </a:lvl2pPr>
              <a:lvl3pPr marL="1219170" algn="l" defTabSz="609585" rtl="0" eaLnBrk="1" latinLnBrk="0" hangingPunct="1">
                <a:defRPr sz="2400" kern="1200">
                  <a:solidFill>
                    <a:schemeClr val="dk1"/>
                  </a:solidFill>
                  <a:latin typeface="+mn-lt"/>
                  <a:ea typeface="+mn-ea"/>
                  <a:cs typeface="+mn-cs"/>
                </a:defRPr>
              </a:lvl3pPr>
              <a:lvl4pPr marL="1828754" algn="l" defTabSz="609585" rtl="0" eaLnBrk="1" latinLnBrk="0" hangingPunct="1">
                <a:defRPr sz="2400" kern="1200">
                  <a:solidFill>
                    <a:schemeClr val="dk1"/>
                  </a:solidFill>
                  <a:latin typeface="+mn-lt"/>
                  <a:ea typeface="+mn-ea"/>
                  <a:cs typeface="+mn-cs"/>
                </a:defRPr>
              </a:lvl4pPr>
              <a:lvl5pPr marL="2438339" algn="l" defTabSz="609585" rtl="0" eaLnBrk="1" latinLnBrk="0" hangingPunct="1">
                <a:defRPr sz="2400" kern="1200">
                  <a:solidFill>
                    <a:schemeClr val="dk1"/>
                  </a:solidFill>
                  <a:latin typeface="+mn-lt"/>
                  <a:ea typeface="+mn-ea"/>
                  <a:cs typeface="+mn-cs"/>
                </a:defRPr>
              </a:lvl5pPr>
              <a:lvl6pPr marL="3047924" algn="l" defTabSz="609585" rtl="0" eaLnBrk="1" latinLnBrk="0" hangingPunct="1">
                <a:defRPr sz="2400" kern="1200">
                  <a:solidFill>
                    <a:schemeClr val="dk1"/>
                  </a:solidFill>
                  <a:latin typeface="+mn-lt"/>
                  <a:ea typeface="+mn-ea"/>
                  <a:cs typeface="+mn-cs"/>
                </a:defRPr>
              </a:lvl6pPr>
              <a:lvl7pPr marL="3657509" algn="l" defTabSz="609585" rtl="0" eaLnBrk="1" latinLnBrk="0" hangingPunct="1">
                <a:defRPr sz="2400" kern="1200">
                  <a:solidFill>
                    <a:schemeClr val="dk1"/>
                  </a:solidFill>
                  <a:latin typeface="+mn-lt"/>
                  <a:ea typeface="+mn-ea"/>
                  <a:cs typeface="+mn-cs"/>
                </a:defRPr>
              </a:lvl7pPr>
              <a:lvl8pPr marL="4267093" algn="l" defTabSz="609585" rtl="0" eaLnBrk="1" latinLnBrk="0" hangingPunct="1">
                <a:defRPr sz="2400" kern="1200">
                  <a:solidFill>
                    <a:schemeClr val="dk1"/>
                  </a:solidFill>
                  <a:latin typeface="+mn-lt"/>
                  <a:ea typeface="+mn-ea"/>
                  <a:cs typeface="+mn-cs"/>
                </a:defRPr>
              </a:lvl8pPr>
              <a:lvl9pPr marL="4876678" algn="l" defTabSz="609585" rtl="0" eaLnBrk="1" latinLnBrk="0" hangingPunct="1">
                <a:defRPr sz="2400" kern="1200">
                  <a:solidFill>
                    <a:schemeClr val="dk1"/>
                  </a:solidFill>
                  <a:latin typeface="+mn-lt"/>
                  <a:ea typeface="+mn-ea"/>
                  <a:cs typeface="+mn-cs"/>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32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25 - 7 </a:t>
              </a:r>
            </a:p>
          </p:txBody>
        </p:sp>
      </p:grpSp>
      <p:grpSp>
        <p:nvGrpSpPr>
          <p:cNvPr id="12" name="Group 11" descr="the statement 32 - 5 with an arrow pointing to a second statement that says target number -3.">
            <a:extLst>
              <a:ext uri="{FF2B5EF4-FFF2-40B4-BE49-F238E27FC236}">
                <a16:creationId xmlns:a16="http://schemas.microsoft.com/office/drawing/2014/main" id="{D319C0EB-D1AA-3856-4C68-3360E3B59330}"/>
              </a:ext>
            </a:extLst>
          </p:cNvPr>
          <p:cNvGrpSpPr/>
          <p:nvPr/>
        </p:nvGrpSpPr>
        <p:grpSpPr>
          <a:xfrm>
            <a:off x="1291400" y="2547928"/>
            <a:ext cx="9163723" cy="984326"/>
            <a:chOff x="926949" y="1417668"/>
            <a:chExt cx="9163723" cy="984326"/>
          </a:xfrm>
        </p:grpSpPr>
        <p:sp>
          <p:nvSpPr>
            <p:cNvPr id="39" name="TextBox 11">
              <a:extLst>
                <a:ext uri="{FF2B5EF4-FFF2-40B4-BE49-F238E27FC236}">
                  <a16:creationId xmlns:a16="http://schemas.microsoft.com/office/drawing/2014/main" id="{ABA243D5-D863-D241-A8A9-6A7E60013FBC}"/>
                </a:ext>
              </a:extLst>
            </p:cNvPr>
            <p:cNvSpPr txBox="1"/>
            <p:nvPr/>
          </p:nvSpPr>
          <p:spPr>
            <a:xfrm>
              <a:off x="6716358" y="1417668"/>
              <a:ext cx="3374314" cy="984326"/>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defPPr>
                <a:defRPr lang="en-US"/>
              </a:defPPr>
              <a:lvl1pPr marL="0" algn="l" defTabSz="609585" rtl="0" eaLnBrk="1" latinLnBrk="0" hangingPunct="1">
                <a:defRPr sz="2400" kern="1200">
                  <a:solidFill>
                    <a:schemeClr val="dk1"/>
                  </a:solidFill>
                  <a:latin typeface="+mn-lt"/>
                  <a:ea typeface="+mn-ea"/>
                  <a:cs typeface="+mn-cs"/>
                </a:defRPr>
              </a:lvl1pPr>
              <a:lvl2pPr marL="609585" algn="l" defTabSz="609585" rtl="0" eaLnBrk="1" latinLnBrk="0" hangingPunct="1">
                <a:defRPr sz="2400" kern="1200">
                  <a:solidFill>
                    <a:schemeClr val="dk1"/>
                  </a:solidFill>
                  <a:latin typeface="+mn-lt"/>
                  <a:ea typeface="+mn-ea"/>
                  <a:cs typeface="+mn-cs"/>
                </a:defRPr>
              </a:lvl2pPr>
              <a:lvl3pPr marL="1219170" algn="l" defTabSz="609585" rtl="0" eaLnBrk="1" latinLnBrk="0" hangingPunct="1">
                <a:defRPr sz="2400" kern="1200">
                  <a:solidFill>
                    <a:schemeClr val="dk1"/>
                  </a:solidFill>
                  <a:latin typeface="+mn-lt"/>
                  <a:ea typeface="+mn-ea"/>
                  <a:cs typeface="+mn-cs"/>
                </a:defRPr>
              </a:lvl3pPr>
              <a:lvl4pPr marL="1828754" algn="l" defTabSz="609585" rtl="0" eaLnBrk="1" latinLnBrk="0" hangingPunct="1">
                <a:defRPr sz="2400" kern="1200">
                  <a:solidFill>
                    <a:schemeClr val="dk1"/>
                  </a:solidFill>
                  <a:latin typeface="+mn-lt"/>
                  <a:ea typeface="+mn-ea"/>
                  <a:cs typeface="+mn-cs"/>
                </a:defRPr>
              </a:lvl4pPr>
              <a:lvl5pPr marL="2438339" algn="l" defTabSz="609585" rtl="0" eaLnBrk="1" latinLnBrk="0" hangingPunct="1">
                <a:defRPr sz="2400" kern="1200">
                  <a:solidFill>
                    <a:schemeClr val="dk1"/>
                  </a:solidFill>
                  <a:latin typeface="+mn-lt"/>
                  <a:ea typeface="+mn-ea"/>
                  <a:cs typeface="+mn-cs"/>
                </a:defRPr>
              </a:lvl5pPr>
              <a:lvl6pPr marL="3047924" algn="l" defTabSz="609585" rtl="0" eaLnBrk="1" latinLnBrk="0" hangingPunct="1">
                <a:defRPr sz="2400" kern="1200">
                  <a:solidFill>
                    <a:schemeClr val="dk1"/>
                  </a:solidFill>
                  <a:latin typeface="+mn-lt"/>
                  <a:ea typeface="+mn-ea"/>
                  <a:cs typeface="+mn-cs"/>
                </a:defRPr>
              </a:lvl6pPr>
              <a:lvl7pPr marL="3657509" algn="l" defTabSz="609585" rtl="0" eaLnBrk="1" latinLnBrk="0" hangingPunct="1">
                <a:defRPr sz="2400" kern="1200">
                  <a:solidFill>
                    <a:schemeClr val="dk1"/>
                  </a:solidFill>
                  <a:latin typeface="+mn-lt"/>
                  <a:ea typeface="+mn-ea"/>
                  <a:cs typeface="+mn-cs"/>
                </a:defRPr>
              </a:lvl7pPr>
              <a:lvl8pPr marL="4267093" algn="l" defTabSz="609585" rtl="0" eaLnBrk="1" latinLnBrk="0" hangingPunct="1">
                <a:defRPr sz="2400" kern="1200">
                  <a:solidFill>
                    <a:schemeClr val="dk1"/>
                  </a:solidFill>
                  <a:latin typeface="+mn-lt"/>
                  <a:ea typeface="+mn-ea"/>
                  <a:cs typeface="+mn-cs"/>
                </a:defRPr>
              </a:lvl8pPr>
              <a:lvl9pPr marL="4876678" algn="l" defTabSz="609585" rtl="0" eaLnBrk="1" latinLnBrk="0" hangingPunct="1">
                <a:defRPr sz="2400" kern="1200">
                  <a:solidFill>
                    <a:schemeClr val="dk1"/>
                  </a:solidFill>
                  <a:latin typeface="+mn-lt"/>
                  <a:ea typeface="+mn-ea"/>
                  <a:cs typeface="+mn-cs"/>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32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Target number -8</a:t>
              </a:r>
            </a:p>
          </p:txBody>
        </p:sp>
        <p:sp>
          <p:nvSpPr>
            <p:cNvPr id="40" name="Arrow: Right 39" descr="arrow pointing to the right">
              <a:extLst>
                <a:ext uri="{FF2B5EF4-FFF2-40B4-BE49-F238E27FC236}">
                  <a16:creationId xmlns:a16="http://schemas.microsoft.com/office/drawing/2014/main" id="{A31ABA56-484C-9B8E-411D-99A4C84B5DF3}"/>
                </a:ext>
              </a:extLst>
            </p:cNvPr>
            <p:cNvSpPr/>
            <p:nvPr/>
          </p:nvSpPr>
          <p:spPr>
            <a:xfrm>
              <a:off x="4734263" y="1663749"/>
              <a:ext cx="1427181" cy="4921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41" name="TextBox 14">
              <a:extLst>
                <a:ext uri="{FF2B5EF4-FFF2-40B4-BE49-F238E27FC236}">
                  <a16:creationId xmlns:a16="http://schemas.microsoft.com/office/drawing/2014/main" id="{14BD11E1-C56A-E51E-C587-16059B4E8C4E}"/>
                </a:ext>
              </a:extLst>
            </p:cNvPr>
            <p:cNvSpPr txBox="1"/>
            <p:nvPr/>
          </p:nvSpPr>
          <p:spPr>
            <a:xfrm>
              <a:off x="926949" y="1417668"/>
              <a:ext cx="3313356" cy="984326"/>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defPPr>
                <a:defRPr lang="en-US"/>
              </a:defPPr>
              <a:lvl1pPr marL="0" algn="l" defTabSz="609585" rtl="0" eaLnBrk="1" latinLnBrk="0" hangingPunct="1">
                <a:defRPr sz="2400" kern="1200">
                  <a:solidFill>
                    <a:schemeClr val="dk1"/>
                  </a:solidFill>
                  <a:latin typeface="+mn-lt"/>
                  <a:ea typeface="+mn-ea"/>
                  <a:cs typeface="+mn-cs"/>
                </a:defRPr>
              </a:lvl1pPr>
              <a:lvl2pPr marL="609585" algn="l" defTabSz="609585" rtl="0" eaLnBrk="1" latinLnBrk="0" hangingPunct="1">
                <a:defRPr sz="2400" kern="1200">
                  <a:solidFill>
                    <a:schemeClr val="dk1"/>
                  </a:solidFill>
                  <a:latin typeface="+mn-lt"/>
                  <a:ea typeface="+mn-ea"/>
                  <a:cs typeface="+mn-cs"/>
                </a:defRPr>
              </a:lvl2pPr>
              <a:lvl3pPr marL="1219170" algn="l" defTabSz="609585" rtl="0" eaLnBrk="1" latinLnBrk="0" hangingPunct="1">
                <a:defRPr sz="2400" kern="1200">
                  <a:solidFill>
                    <a:schemeClr val="dk1"/>
                  </a:solidFill>
                  <a:latin typeface="+mn-lt"/>
                  <a:ea typeface="+mn-ea"/>
                  <a:cs typeface="+mn-cs"/>
                </a:defRPr>
              </a:lvl3pPr>
              <a:lvl4pPr marL="1828754" algn="l" defTabSz="609585" rtl="0" eaLnBrk="1" latinLnBrk="0" hangingPunct="1">
                <a:defRPr sz="2400" kern="1200">
                  <a:solidFill>
                    <a:schemeClr val="dk1"/>
                  </a:solidFill>
                  <a:latin typeface="+mn-lt"/>
                  <a:ea typeface="+mn-ea"/>
                  <a:cs typeface="+mn-cs"/>
                </a:defRPr>
              </a:lvl4pPr>
              <a:lvl5pPr marL="2438339" algn="l" defTabSz="609585" rtl="0" eaLnBrk="1" latinLnBrk="0" hangingPunct="1">
                <a:defRPr sz="2400" kern="1200">
                  <a:solidFill>
                    <a:schemeClr val="dk1"/>
                  </a:solidFill>
                  <a:latin typeface="+mn-lt"/>
                  <a:ea typeface="+mn-ea"/>
                  <a:cs typeface="+mn-cs"/>
                </a:defRPr>
              </a:lvl5pPr>
              <a:lvl6pPr marL="3047924" algn="l" defTabSz="609585" rtl="0" eaLnBrk="1" latinLnBrk="0" hangingPunct="1">
                <a:defRPr sz="2400" kern="1200">
                  <a:solidFill>
                    <a:schemeClr val="dk1"/>
                  </a:solidFill>
                  <a:latin typeface="+mn-lt"/>
                  <a:ea typeface="+mn-ea"/>
                  <a:cs typeface="+mn-cs"/>
                </a:defRPr>
              </a:lvl6pPr>
              <a:lvl7pPr marL="3657509" algn="l" defTabSz="609585" rtl="0" eaLnBrk="1" latinLnBrk="0" hangingPunct="1">
                <a:defRPr sz="2400" kern="1200">
                  <a:solidFill>
                    <a:schemeClr val="dk1"/>
                  </a:solidFill>
                  <a:latin typeface="+mn-lt"/>
                  <a:ea typeface="+mn-ea"/>
                  <a:cs typeface="+mn-cs"/>
                </a:defRPr>
              </a:lvl7pPr>
              <a:lvl8pPr marL="4267093" algn="l" defTabSz="609585" rtl="0" eaLnBrk="1" latinLnBrk="0" hangingPunct="1">
                <a:defRPr sz="2400" kern="1200">
                  <a:solidFill>
                    <a:schemeClr val="dk1"/>
                  </a:solidFill>
                  <a:latin typeface="+mn-lt"/>
                  <a:ea typeface="+mn-ea"/>
                  <a:cs typeface="+mn-cs"/>
                </a:defRPr>
              </a:lvl8pPr>
              <a:lvl9pPr marL="4876678" algn="l" defTabSz="609585" rtl="0" eaLnBrk="1" latinLnBrk="0" hangingPunct="1">
                <a:defRPr sz="2400" kern="1200">
                  <a:solidFill>
                    <a:schemeClr val="dk1"/>
                  </a:solidFill>
                  <a:latin typeface="+mn-lt"/>
                  <a:ea typeface="+mn-ea"/>
                  <a:cs typeface="+mn-cs"/>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32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41 - 7 </a:t>
              </a:r>
            </a:p>
          </p:txBody>
        </p:sp>
      </p:grpSp>
      <p:grpSp>
        <p:nvGrpSpPr>
          <p:cNvPr id="13" name="Group 12" descr="the statement 40 - 6 with an arrow pointing to a second statement that says target number -14">
            <a:extLst>
              <a:ext uri="{FF2B5EF4-FFF2-40B4-BE49-F238E27FC236}">
                <a16:creationId xmlns:a16="http://schemas.microsoft.com/office/drawing/2014/main" id="{ABCD80B3-EB4C-0C85-C09D-327954C8F0EB}"/>
              </a:ext>
            </a:extLst>
          </p:cNvPr>
          <p:cNvGrpSpPr/>
          <p:nvPr/>
        </p:nvGrpSpPr>
        <p:grpSpPr>
          <a:xfrm>
            <a:off x="1291400" y="3843793"/>
            <a:ext cx="9163723" cy="984326"/>
            <a:chOff x="926949" y="1417668"/>
            <a:chExt cx="9163723" cy="984326"/>
          </a:xfrm>
        </p:grpSpPr>
        <p:sp>
          <p:nvSpPr>
            <p:cNvPr id="22" name="TextBox 16">
              <a:extLst>
                <a:ext uri="{FF2B5EF4-FFF2-40B4-BE49-F238E27FC236}">
                  <a16:creationId xmlns:a16="http://schemas.microsoft.com/office/drawing/2014/main" id="{92C1DD06-4E94-33A4-CE55-F85CB6AD4813}"/>
                </a:ext>
              </a:extLst>
            </p:cNvPr>
            <p:cNvSpPr txBox="1"/>
            <p:nvPr/>
          </p:nvSpPr>
          <p:spPr>
            <a:xfrm>
              <a:off x="6777316" y="1417668"/>
              <a:ext cx="3313356" cy="984326"/>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defPPr>
                <a:defRPr lang="en-US"/>
              </a:defPPr>
              <a:lvl1pPr marL="0" algn="l" defTabSz="609585" rtl="0" eaLnBrk="1" latinLnBrk="0" hangingPunct="1">
                <a:defRPr sz="2400" kern="1200">
                  <a:solidFill>
                    <a:schemeClr val="dk1"/>
                  </a:solidFill>
                  <a:latin typeface="+mn-lt"/>
                  <a:ea typeface="+mn-ea"/>
                  <a:cs typeface="+mn-cs"/>
                </a:defRPr>
              </a:lvl1pPr>
              <a:lvl2pPr marL="609585" algn="l" defTabSz="609585" rtl="0" eaLnBrk="1" latinLnBrk="0" hangingPunct="1">
                <a:defRPr sz="2400" kern="1200">
                  <a:solidFill>
                    <a:schemeClr val="dk1"/>
                  </a:solidFill>
                  <a:latin typeface="+mn-lt"/>
                  <a:ea typeface="+mn-ea"/>
                  <a:cs typeface="+mn-cs"/>
                </a:defRPr>
              </a:lvl2pPr>
              <a:lvl3pPr marL="1219170" algn="l" defTabSz="609585" rtl="0" eaLnBrk="1" latinLnBrk="0" hangingPunct="1">
                <a:defRPr sz="2400" kern="1200">
                  <a:solidFill>
                    <a:schemeClr val="dk1"/>
                  </a:solidFill>
                  <a:latin typeface="+mn-lt"/>
                  <a:ea typeface="+mn-ea"/>
                  <a:cs typeface="+mn-cs"/>
                </a:defRPr>
              </a:lvl3pPr>
              <a:lvl4pPr marL="1828754" algn="l" defTabSz="609585" rtl="0" eaLnBrk="1" latinLnBrk="0" hangingPunct="1">
                <a:defRPr sz="2400" kern="1200">
                  <a:solidFill>
                    <a:schemeClr val="dk1"/>
                  </a:solidFill>
                  <a:latin typeface="+mn-lt"/>
                  <a:ea typeface="+mn-ea"/>
                  <a:cs typeface="+mn-cs"/>
                </a:defRPr>
              </a:lvl4pPr>
              <a:lvl5pPr marL="2438339" algn="l" defTabSz="609585" rtl="0" eaLnBrk="1" latinLnBrk="0" hangingPunct="1">
                <a:defRPr sz="2400" kern="1200">
                  <a:solidFill>
                    <a:schemeClr val="dk1"/>
                  </a:solidFill>
                  <a:latin typeface="+mn-lt"/>
                  <a:ea typeface="+mn-ea"/>
                  <a:cs typeface="+mn-cs"/>
                </a:defRPr>
              </a:lvl5pPr>
              <a:lvl6pPr marL="3047924" algn="l" defTabSz="609585" rtl="0" eaLnBrk="1" latinLnBrk="0" hangingPunct="1">
                <a:defRPr sz="2400" kern="1200">
                  <a:solidFill>
                    <a:schemeClr val="dk1"/>
                  </a:solidFill>
                  <a:latin typeface="+mn-lt"/>
                  <a:ea typeface="+mn-ea"/>
                  <a:cs typeface="+mn-cs"/>
                </a:defRPr>
              </a:lvl6pPr>
              <a:lvl7pPr marL="3657509" algn="l" defTabSz="609585" rtl="0" eaLnBrk="1" latinLnBrk="0" hangingPunct="1">
                <a:defRPr sz="2400" kern="1200">
                  <a:solidFill>
                    <a:schemeClr val="dk1"/>
                  </a:solidFill>
                  <a:latin typeface="+mn-lt"/>
                  <a:ea typeface="+mn-ea"/>
                  <a:cs typeface="+mn-cs"/>
                </a:defRPr>
              </a:lvl7pPr>
              <a:lvl8pPr marL="4267093" algn="l" defTabSz="609585" rtl="0" eaLnBrk="1" latinLnBrk="0" hangingPunct="1">
                <a:defRPr sz="2400" kern="1200">
                  <a:solidFill>
                    <a:schemeClr val="dk1"/>
                  </a:solidFill>
                  <a:latin typeface="+mn-lt"/>
                  <a:ea typeface="+mn-ea"/>
                  <a:cs typeface="+mn-cs"/>
                </a:defRPr>
              </a:lvl8pPr>
              <a:lvl9pPr marL="4876678" algn="l" defTabSz="609585" rtl="0" eaLnBrk="1" latinLnBrk="0" hangingPunct="1">
                <a:defRPr sz="2400" kern="1200">
                  <a:solidFill>
                    <a:schemeClr val="dk1"/>
                  </a:solidFill>
                  <a:latin typeface="+mn-lt"/>
                  <a:ea typeface="+mn-ea"/>
                  <a:cs typeface="+mn-cs"/>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32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Target number -9</a:t>
              </a:r>
            </a:p>
          </p:txBody>
        </p:sp>
        <p:sp>
          <p:nvSpPr>
            <p:cNvPr id="34" name="Arrow: Right 33" descr="arrow pointing to the right">
              <a:extLst>
                <a:ext uri="{FF2B5EF4-FFF2-40B4-BE49-F238E27FC236}">
                  <a16:creationId xmlns:a16="http://schemas.microsoft.com/office/drawing/2014/main" id="{256748E6-00B5-A4B2-FFC5-2AD3C21E9B8C}"/>
                </a:ext>
              </a:extLst>
            </p:cNvPr>
            <p:cNvSpPr/>
            <p:nvPr/>
          </p:nvSpPr>
          <p:spPr>
            <a:xfrm>
              <a:off x="4734263" y="1663749"/>
              <a:ext cx="1427181" cy="4921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38" name="TextBox 18">
              <a:extLst>
                <a:ext uri="{FF2B5EF4-FFF2-40B4-BE49-F238E27FC236}">
                  <a16:creationId xmlns:a16="http://schemas.microsoft.com/office/drawing/2014/main" id="{DEC6A14F-E336-4C08-79A7-90AC1AC8A52A}"/>
                </a:ext>
              </a:extLst>
            </p:cNvPr>
            <p:cNvSpPr txBox="1"/>
            <p:nvPr/>
          </p:nvSpPr>
          <p:spPr>
            <a:xfrm>
              <a:off x="926949" y="1417668"/>
              <a:ext cx="3313356" cy="984326"/>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defPPr>
                <a:defRPr lang="en-US"/>
              </a:defPPr>
              <a:lvl1pPr marL="0" algn="l" defTabSz="609585" rtl="0" eaLnBrk="1" latinLnBrk="0" hangingPunct="1">
                <a:defRPr sz="2400" kern="1200">
                  <a:solidFill>
                    <a:schemeClr val="dk1"/>
                  </a:solidFill>
                  <a:latin typeface="+mn-lt"/>
                  <a:ea typeface="+mn-ea"/>
                  <a:cs typeface="+mn-cs"/>
                </a:defRPr>
              </a:lvl1pPr>
              <a:lvl2pPr marL="609585" algn="l" defTabSz="609585" rtl="0" eaLnBrk="1" latinLnBrk="0" hangingPunct="1">
                <a:defRPr sz="2400" kern="1200">
                  <a:solidFill>
                    <a:schemeClr val="dk1"/>
                  </a:solidFill>
                  <a:latin typeface="+mn-lt"/>
                  <a:ea typeface="+mn-ea"/>
                  <a:cs typeface="+mn-cs"/>
                </a:defRPr>
              </a:lvl2pPr>
              <a:lvl3pPr marL="1219170" algn="l" defTabSz="609585" rtl="0" eaLnBrk="1" latinLnBrk="0" hangingPunct="1">
                <a:defRPr sz="2400" kern="1200">
                  <a:solidFill>
                    <a:schemeClr val="dk1"/>
                  </a:solidFill>
                  <a:latin typeface="+mn-lt"/>
                  <a:ea typeface="+mn-ea"/>
                  <a:cs typeface="+mn-cs"/>
                </a:defRPr>
              </a:lvl3pPr>
              <a:lvl4pPr marL="1828754" algn="l" defTabSz="609585" rtl="0" eaLnBrk="1" latinLnBrk="0" hangingPunct="1">
                <a:defRPr sz="2400" kern="1200">
                  <a:solidFill>
                    <a:schemeClr val="dk1"/>
                  </a:solidFill>
                  <a:latin typeface="+mn-lt"/>
                  <a:ea typeface="+mn-ea"/>
                  <a:cs typeface="+mn-cs"/>
                </a:defRPr>
              </a:lvl4pPr>
              <a:lvl5pPr marL="2438339" algn="l" defTabSz="609585" rtl="0" eaLnBrk="1" latinLnBrk="0" hangingPunct="1">
                <a:defRPr sz="2400" kern="1200">
                  <a:solidFill>
                    <a:schemeClr val="dk1"/>
                  </a:solidFill>
                  <a:latin typeface="+mn-lt"/>
                  <a:ea typeface="+mn-ea"/>
                  <a:cs typeface="+mn-cs"/>
                </a:defRPr>
              </a:lvl5pPr>
              <a:lvl6pPr marL="3047924" algn="l" defTabSz="609585" rtl="0" eaLnBrk="1" latinLnBrk="0" hangingPunct="1">
                <a:defRPr sz="2400" kern="1200">
                  <a:solidFill>
                    <a:schemeClr val="dk1"/>
                  </a:solidFill>
                  <a:latin typeface="+mn-lt"/>
                  <a:ea typeface="+mn-ea"/>
                  <a:cs typeface="+mn-cs"/>
                </a:defRPr>
              </a:lvl6pPr>
              <a:lvl7pPr marL="3657509" algn="l" defTabSz="609585" rtl="0" eaLnBrk="1" latinLnBrk="0" hangingPunct="1">
                <a:defRPr sz="2400" kern="1200">
                  <a:solidFill>
                    <a:schemeClr val="dk1"/>
                  </a:solidFill>
                  <a:latin typeface="+mn-lt"/>
                  <a:ea typeface="+mn-ea"/>
                  <a:cs typeface="+mn-cs"/>
                </a:defRPr>
              </a:lvl7pPr>
              <a:lvl8pPr marL="4267093" algn="l" defTabSz="609585" rtl="0" eaLnBrk="1" latinLnBrk="0" hangingPunct="1">
                <a:defRPr sz="2400" kern="1200">
                  <a:solidFill>
                    <a:schemeClr val="dk1"/>
                  </a:solidFill>
                  <a:latin typeface="+mn-lt"/>
                  <a:ea typeface="+mn-ea"/>
                  <a:cs typeface="+mn-cs"/>
                </a:defRPr>
              </a:lvl8pPr>
              <a:lvl9pPr marL="4876678" algn="l" defTabSz="609585" rtl="0" eaLnBrk="1" latinLnBrk="0" hangingPunct="1">
                <a:defRPr sz="2400" kern="1200">
                  <a:solidFill>
                    <a:schemeClr val="dk1"/>
                  </a:solidFill>
                  <a:latin typeface="+mn-lt"/>
                  <a:ea typeface="+mn-ea"/>
                  <a:cs typeface="+mn-cs"/>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32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19 - 4</a:t>
              </a:r>
            </a:p>
          </p:txBody>
        </p:sp>
      </p:grpSp>
      <p:grpSp>
        <p:nvGrpSpPr>
          <p:cNvPr id="14" name="Group 13" descr="the statement 16 -8 with an arrow pointing to a second statement that says target number -16">
            <a:extLst>
              <a:ext uri="{FF2B5EF4-FFF2-40B4-BE49-F238E27FC236}">
                <a16:creationId xmlns:a16="http://schemas.microsoft.com/office/drawing/2014/main" id="{9F360FBC-772F-7375-E325-458681C6EB72}"/>
              </a:ext>
            </a:extLst>
          </p:cNvPr>
          <p:cNvGrpSpPr/>
          <p:nvPr/>
        </p:nvGrpSpPr>
        <p:grpSpPr>
          <a:xfrm>
            <a:off x="1291400" y="5139658"/>
            <a:ext cx="9163723" cy="984326"/>
            <a:chOff x="926949" y="1417668"/>
            <a:chExt cx="9163723" cy="984326"/>
          </a:xfrm>
        </p:grpSpPr>
        <p:sp>
          <p:nvSpPr>
            <p:cNvPr id="15" name="TextBox 20">
              <a:extLst>
                <a:ext uri="{FF2B5EF4-FFF2-40B4-BE49-F238E27FC236}">
                  <a16:creationId xmlns:a16="http://schemas.microsoft.com/office/drawing/2014/main" id="{FBCDA065-766E-A013-AEE1-20237966B0A6}"/>
                </a:ext>
              </a:extLst>
            </p:cNvPr>
            <p:cNvSpPr txBox="1"/>
            <p:nvPr/>
          </p:nvSpPr>
          <p:spPr>
            <a:xfrm>
              <a:off x="6777316" y="1417668"/>
              <a:ext cx="3313356" cy="984326"/>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defPPr>
                <a:defRPr lang="en-US"/>
              </a:defPPr>
              <a:lvl1pPr marL="0" algn="l" defTabSz="609585" rtl="0" eaLnBrk="1" latinLnBrk="0" hangingPunct="1">
                <a:defRPr sz="2400" kern="1200">
                  <a:solidFill>
                    <a:schemeClr val="dk1"/>
                  </a:solidFill>
                  <a:latin typeface="+mn-lt"/>
                  <a:ea typeface="+mn-ea"/>
                  <a:cs typeface="+mn-cs"/>
                </a:defRPr>
              </a:lvl1pPr>
              <a:lvl2pPr marL="609585" algn="l" defTabSz="609585" rtl="0" eaLnBrk="1" latinLnBrk="0" hangingPunct="1">
                <a:defRPr sz="2400" kern="1200">
                  <a:solidFill>
                    <a:schemeClr val="dk1"/>
                  </a:solidFill>
                  <a:latin typeface="+mn-lt"/>
                  <a:ea typeface="+mn-ea"/>
                  <a:cs typeface="+mn-cs"/>
                </a:defRPr>
              </a:lvl2pPr>
              <a:lvl3pPr marL="1219170" algn="l" defTabSz="609585" rtl="0" eaLnBrk="1" latinLnBrk="0" hangingPunct="1">
                <a:defRPr sz="2400" kern="1200">
                  <a:solidFill>
                    <a:schemeClr val="dk1"/>
                  </a:solidFill>
                  <a:latin typeface="+mn-lt"/>
                  <a:ea typeface="+mn-ea"/>
                  <a:cs typeface="+mn-cs"/>
                </a:defRPr>
              </a:lvl3pPr>
              <a:lvl4pPr marL="1828754" algn="l" defTabSz="609585" rtl="0" eaLnBrk="1" latinLnBrk="0" hangingPunct="1">
                <a:defRPr sz="2400" kern="1200">
                  <a:solidFill>
                    <a:schemeClr val="dk1"/>
                  </a:solidFill>
                  <a:latin typeface="+mn-lt"/>
                  <a:ea typeface="+mn-ea"/>
                  <a:cs typeface="+mn-cs"/>
                </a:defRPr>
              </a:lvl4pPr>
              <a:lvl5pPr marL="2438339" algn="l" defTabSz="609585" rtl="0" eaLnBrk="1" latinLnBrk="0" hangingPunct="1">
                <a:defRPr sz="2400" kern="1200">
                  <a:solidFill>
                    <a:schemeClr val="dk1"/>
                  </a:solidFill>
                  <a:latin typeface="+mn-lt"/>
                  <a:ea typeface="+mn-ea"/>
                  <a:cs typeface="+mn-cs"/>
                </a:defRPr>
              </a:lvl5pPr>
              <a:lvl6pPr marL="3047924" algn="l" defTabSz="609585" rtl="0" eaLnBrk="1" latinLnBrk="0" hangingPunct="1">
                <a:defRPr sz="2400" kern="1200">
                  <a:solidFill>
                    <a:schemeClr val="dk1"/>
                  </a:solidFill>
                  <a:latin typeface="+mn-lt"/>
                  <a:ea typeface="+mn-ea"/>
                  <a:cs typeface="+mn-cs"/>
                </a:defRPr>
              </a:lvl6pPr>
              <a:lvl7pPr marL="3657509" algn="l" defTabSz="609585" rtl="0" eaLnBrk="1" latinLnBrk="0" hangingPunct="1">
                <a:defRPr sz="2400" kern="1200">
                  <a:solidFill>
                    <a:schemeClr val="dk1"/>
                  </a:solidFill>
                  <a:latin typeface="+mn-lt"/>
                  <a:ea typeface="+mn-ea"/>
                  <a:cs typeface="+mn-cs"/>
                </a:defRPr>
              </a:lvl7pPr>
              <a:lvl8pPr marL="4267093" algn="l" defTabSz="609585" rtl="0" eaLnBrk="1" latinLnBrk="0" hangingPunct="1">
                <a:defRPr sz="2400" kern="1200">
                  <a:solidFill>
                    <a:schemeClr val="dk1"/>
                  </a:solidFill>
                  <a:latin typeface="+mn-lt"/>
                  <a:ea typeface="+mn-ea"/>
                  <a:cs typeface="+mn-cs"/>
                </a:defRPr>
              </a:lvl8pPr>
              <a:lvl9pPr marL="4876678" algn="l" defTabSz="609585" rtl="0" eaLnBrk="1" latinLnBrk="0" hangingPunct="1">
                <a:defRPr sz="2400" kern="1200">
                  <a:solidFill>
                    <a:schemeClr val="dk1"/>
                  </a:solidFill>
                  <a:latin typeface="+mn-lt"/>
                  <a:ea typeface="+mn-ea"/>
                  <a:cs typeface="+mn-cs"/>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32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Target number -18</a:t>
              </a:r>
            </a:p>
          </p:txBody>
        </p:sp>
        <p:sp>
          <p:nvSpPr>
            <p:cNvPr id="20" name="Arrow: Right 19" descr="arrow pointing to the right">
              <a:extLst>
                <a:ext uri="{FF2B5EF4-FFF2-40B4-BE49-F238E27FC236}">
                  <a16:creationId xmlns:a16="http://schemas.microsoft.com/office/drawing/2014/main" id="{AC8A8CF6-9A2B-114D-B9F2-C246880939C5}"/>
                </a:ext>
              </a:extLst>
            </p:cNvPr>
            <p:cNvSpPr/>
            <p:nvPr/>
          </p:nvSpPr>
          <p:spPr>
            <a:xfrm>
              <a:off x="4734263" y="1663749"/>
              <a:ext cx="1427181" cy="4921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21" name="TextBox 22">
              <a:extLst>
                <a:ext uri="{FF2B5EF4-FFF2-40B4-BE49-F238E27FC236}">
                  <a16:creationId xmlns:a16="http://schemas.microsoft.com/office/drawing/2014/main" id="{1FDF3227-AC78-6F28-D7F0-F6F0286F097C}"/>
                </a:ext>
              </a:extLst>
            </p:cNvPr>
            <p:cNvSpPr txBox="1"/>
            <p:nvPr/>
          </p:nvSpPr>
          <p:spPr>
            <a:xfrm>
              <a:off x="926949" y="1417668"/>
              <a:ext cx="3313356" cy="984326"/>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defPPr>
                <a:defRPr lang="en-US"/>
              </a:defPPr>
              <a:lvl1pPr marL="0" algn="l" defTabSz="609585" rtl="0" eaLnBrk="1" latinLnBrk="0" hangingPunct="1">
                <a:defRPr sz="2400" kern="1200">
                  <a:solidFill>
                    <a:schemeClr val="dk1"/>
                  </a:solidFill>
                  <a:latin typeface="+mn-lt"/>
                  <a:ea typeface="+mn-ea"/>
                  <a:cs typeface="+mn-cs"/>
                </a:defRPr>
              </a:lvl1pPr>
              <a:lvl2pPr marL="609585" algn="l" defTabSz="609585" rtl="0" eaLnBrk="1" latinLnBrk="0" hangingPunct="1">
                <a:defRPr sz="2400" kern="1200">
                  <a:solidFill>
                    <a:schemeClr val="dk1"/>
                  </a:solidFill>
                  <a:latin typeface="+mn-lt"/>
                  <a:ea typeface="+mn-ea"/>
                  <a:cs typeface="+mn-cs"/>
                </a:defRPr>
              </a:lvl2pPr>
              <a:lvl3pPr marL="1219170" algn="l" defTabSz="609585" rtl="0" eaLnBrk="1" latinLnBrk="0" hangingPunct="1">
                <a:defRPr sz="2400" kern="1200">
                  <a:solidFill>
                    <a:schemeClr val="dk1"/>
                  </a:solidFill>
                  <a:latin typeface="+mn-lt"/>
                  <a:ea typeface="+mn-ea"/>
                  <a:cs typeface="+mn-cs"/>
                </a:defRPr>
              </a:lvl3pPr>
              <a:lvl4pPr marL="1828754" algn="l" defTabSz="609585" rtl="0" eaLnBrk="1" latinLnBrk="0" hangingPunct="1">
                <a:defRPr sz="2400" kern="1200">
                  <a:solidFill>
                    <a:schemeClr val="dk1"/>
                  </a:solidFill>
                  <a:latin typeface="+mn-lt"/>
                  <a:ea typeface="+mn-ea"/>
                  <a:cs typeface="+mn-cs"/>
                </a:defRPr>
              </a:lvl4pPr>
              <a:lvl5pPr marL="2438339" algn="l" defTabSz="609585" rtl="0" eaLnBrk="1" latinLnBrk="0" hangingPunct="1">
                <a:defRPr sz="2400" kern="1200">
                  <a:solidFill>
                    <a:schemeClr val="dk1"/>
                  </a:solidFill>
                  <a:latin typeface="+mn-lt"/>
                  <a:ea typeface="+mn-ea"/>
                  <a:cs typeface="+mn-cs"/>
                </a:defRPr>
              </a:lvl5pPr>
              <a:lvl6pPr marL="3047924" algn="l" defTabSz="609585" rtl="0" eaLnBrk="1" latinLnBrk="0" hangingPunct="1">
                <a:defRPr sz="2400" kern="1200">
                  <a:solidFill>
                    <a:schemeClr val="dk1"/>
                  </a:solidFill>
                  <a:latin typeface="+mn-lt"/>
                  <a:ea typeface="+mn-ea"/>
                  <a:cs typeface="+mn-cs"/>
                </a:defRPr>
              </a:lvl6pPr>
              <a:lvl7pPr marL="3657509" algn="l" defTabSz="609585" rtl="0" eaLnBrk="1" latinLnBrk="0" hangingPunct="1">
                <a:defRPr sz="2400" kern="1200">
                  <a:solidFill>
                    <a:schemeClr val="dk1"/>
                  </a:solidFill>
                  <a:latin typeface="+mn-lt"/>
                  <a:ea typeface="+mn-ea"/>
                  <a:cs typeface="+mn-cs"/>
                </a:defRPr>
              </a:lvl7pPr>
              <a:lvl8pPr marL="4267093" algn="l" defTabSz="609585" rtl="0" eaLnBrk="1" latinLnBrk="0" hangingPunct="1">
                <a:defRPr sz="2400" kern="1200">
                  <a:solidFill>
                    <a:schemeClr val="dk1"/>
                  </a:solidFill>
                  <a:latin typeface="+mn-lt"/>
                  <a:ea typeface="+mn-ea"/>
                  <a:cs typeface="+mn-cs"/>
                </a:defRPr>
              </a:lvl8pPr>
              <a:lvl9pPr marL="4876678" algn="l" defTabSz="609585" rtl="0" eaLnBrk="1" latinLnBrk="0" hangingPunct="1">
                <a:defRPr sz="2400" kern="1200">
                  <a:solidFill>
                    <a:schemeClr val="dk1"/>
                  </a:solidFill>
                  <a:latin typeface="+mn-lt"/>
                  <a:ea typeface="+mn-ea"/>
                  <a:cs typeface="+mn-cs"/>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32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62 - 8</a:t>
              </a:r>
            </a:p>
          </p:txBody>
        </p:sp>
      </p:grpSp>
      <p:pic>
        <p:nvPicPr>
          <p:cNvPr id="4" name="Picture 3" descr="image of a head with cogs turning inside">
            <a:extLst>
              <a:ext uri="{FF2B5EF4-FFF2-40B4-BE49-F238E27FC236}">
                <a16:creationId xmlns:a16="http://schemas.microsoft.com/office/drawing/2014/main" id="{04B83D6F-740C-2143-C911-B88982B99F50}"/>
              </a:ext>
            </a:extLst>
          </p:cNvPr>
          <p:cNvPicPr>
            <a:picLocks noChangeAspect="1"/>
          </p:cNvPicPr>
          <p:nvPr/>
        </p:nvPicPr>
        <p:blipFill>
          <a:blip r:embed="rId3"/>
          <a:stretch>
            <a:fillRect/>
          </a:stretch>
        </p:blipFill>
        <p:spPr>
          <a:xfrm>
            <a:off x="11271965" y="194458"/>
            <a:ext cx="723900" cy="866775"/>
          </a:xfrm>
          <a:prstGeom prst="rect">
            <a:avLst/>
          </a:prstGeom>
        </p:spPr>
      </p:pic>
    </p:spTree>
    <p:extLst>
      <p:ext uri="{BB962C8B-B14F-4D97-AF65-F5344CB8AC3E}">
        <p14:creationId xmlns:p14="http://schemas.microsoft.com/office/powerpoint/2010/main" val="3720419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1_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NSW Gov PPT">
      <a:majorFont>
        <a:latin typeface="Public Sans"/>
        <a:ea typeface=""/>
        <a:cs typeface=""/>
      </a:majorFont>
      <a:minorFont>
        <a:latin typeface="Public San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Mathematics PowerPoint template" id="{199D4273-0580-424B-B855-9A8BB1348783}" vid="{B38BF3CA-A6F3-4BBC-8CF4-5E0B855A470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0129b06-f64b-40a8-96e2-c5b2f86112b1" xsi:nil="true"/>
    <lcf76f155ced4ddcb4097134ff3c332f xmlns="7e763d47-3c66-4c58-9425-1477fd3ccd1e">
      <Terms xmlns="http://schemas.microsoft.com/office/infopath/2007/PartnerControls"/>
    </lcf76f155ced4ddcb4097134ff3c332f>
    <Projectleadreview xmlns="7e763d47-3c66-4c58-9425-1477fd3ccd1e" xsi:nil="true"/>
    <Workstreamleadendorsement xmlns="7e763d47-3c66-4c58-9425-1477fd3ccd1e" xsi:nil="true"/>
    <Digitalsupport xmlns="7e763d47-3c66-4c58-9425-1477fd3ccd1e"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2" ma:contentTypeDescription="Create a new document." ma:contentTypeScope="" ma:versionID="05891fa245dabad90296fcda280daeb8">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e7d40734bf85537985a675388facd7f"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element name="MediaServiceBillingMetadata" ma:index="3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524F4DA-5415-43D4-8474-C9BE68919175}">
  <ds:schemaRefs>
    <ds:schemaRef ds:uri="60129b06-f64b-40a8-96e2-c5b2f86112b1"/>
    <ds:schemaRef ds:uri="7e763d47-3c66-4c58-9425-1477fd3ccd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8FA770A-CEB2-4589-868C-A8E67EDF9995}">
  <ds:schemaRefs>
    <ds:schemaRef ds:uri="60129b06-f64b-40a8-96e2-c5b2f86112b1"/>
    <ds:schemaRef ds:uri="7e763d47-3c66-4c58-9425-1477fd3ccd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9C68242-C972-4815-B4EF-36DAD899F771}">
  <ds:schemaRefs>
    <ds:schemaRef ds:uri="http://schemas.microsoft.com/sharepoint/v3/contenttype/forms"/>
  </ds:schemaRefs>
</ds:datastoreItem>
</file>

<file path=docMetadata/LabelInfo.xml><?xml version="1.0" encoding="utf-8"?>
<clbl:labelList xmlns:clbl="http://schemas.microsoft.com/office/2020/mipLabelMetadata">
  <clbl:label id="{b603dfd7-d93a-4381-a340-2995d8282205}" enabled="1" method="Standard" siteId="{05a0e69a-418a-47c1-9c25-9387261bf991}" removed="0"/>
</clbl:labelList>
</file>

<file path=docProps/app.xml><?xml version="1.0" encoding="utf-8"?>
<Properties xmlns="http://schemas.openxmlformats.org/officeDocument/2006/extended-properties" xmlns:vt="http://schemas.openxmlformats.org/officeDocument/2006/docPropsVTypes">
  <Template>student-facing-primary-template-2025-v1-5 (1)</Template>
  <TotalTime>0</TotalTime>
  <Words>3464</Words>
  <Application>Microsoft Office PowerPoint</Application>
  <PresentationFormat>Widescreen</PresentationFormat>
  <Paragraphs>460</Paragraphs>
  <Slides>32</Slides>
  <Notes>32</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32</vt:i4>
      </vt:variant>
    </vt:vector>
  </HeadingPairs>
  <TitlesOfParts>
    <vt:vector size="46" baseType="lpstr">
      <vt:lpstr>Arial,Sans-Serif</vt:lpstr>
      <vt:lpstr>Arial</vt:lpstr>
      <vt:lpstr>Edu NSW ACT Foundation</vt:lpstr>
      <vt:lpstr>Canva Student Font</vt:lpstr>
      <vt:lpstr>Courier New</vt:lpstr>
      <vt:lpstr>Public Sans Light</vt:lpstr>
      <vt:lpstr>Times New Roman</vt:lpstr>
      <vt:lpstr>Wingdings</vt:lpstr>
      <vt:lpstr>Calibri</vt:lpstr>
      <vt:lpstr>Arial Black</vt:lpstr>
      <vt:lpstr>Canva Sans Bold</vt:lpstr>
      <vt:lpstr>Public Sans</vt:lpstr>
      <vt:lpstr>NSWG Corporate</vt:lpstr>
      <vt:lpstr>1_NSWG Corporate</vt:lpstr>
      <vt:lpstr>Instructions for use</vt:lpstr>
      <vt:lpstr>Review of Learning </vt:lpstr>
      <vt:lpstr>Lessons</vt:lpstr>
      <vt:lpstr>Review of learning 1</vt:lpstr>
      <vt:lpstr>Multiple choice (1)</vt:lpstr>
      <vt:lpstr>Short response (1) </vt:lpstr>
      <vt:lpstr>Short response (2)</vt:lpstr>
      <vt:lpstr>Short response (3)</vt:lpstr>
      <vt:lpstr>Short response (4)</vt:lpstr>
      <vt:lpstr>Activity 1 – integer place value game (2)</vt:lpstr>
      <vt:lpstr>Activity 1 – integer place value game (1)</vt:lpstr>
      <vt:lpstr>Review of learning  2</vt:lpstr>
      <vt:lpstr>True or false (1)</vt:lpstr>
      <vt:lpstr>Short response (5)</vt:lpstr>
      <vt:lpstr>Short response (6)</vt:lpstr>
      <vt:lpstr>Short response (7)</vt:lpstr>
      <vt:lpstr>Short response (8)</vt:lpstr>
      <vt:lpstr>Activity 2 – integer number line 1</vt:lpstr>
      <vt:lpstr>Review of learning 3</vt:lpstr>
      <vt:lpstr>Multiple choice (2)</vt:lpstr>
      <vt:lpstr>Short response (9)</vt:lpstr>
      <vt:lpstr>Short response (10)</vt:lpstr>
      <vt:lpstr>Short response (11)</vt:lpstr>
      <vt:lpstr>Short response (12)</vt:lpstr>
      <vt:lpstr>Activity 3 – integer number line 2</vt:lpstr>
      <vt:lpstr>Review of learning 4</vt:lpstr>
      <vt:lpstr>True or false (2)</vt:lpstr>
      <vt:lpstr>Short response (13)</vt:lpstr>
      <vt:lpstr>Short response (14)</vt:lpstr>
      <vt:lpstr>Short response (15)</vt:lpstr>
      <vt:lpstr>Short response (16)</vt:lpstr>
      <vt:lpstr>Activity 4 – negative whole numbers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Carolyn Matthews</dc:creator>
  <cp:keywords/>
  <dc:description/>
  <cp:lastModifiedBy>Jason Fretwell</cp:lastModifiedBy>
  <cp:revision>2</cp:revision>
  <dcterms:created xsi:type="dcterms:W3CDTF">2025-07-07T07:05:15Z</dcterms:created>
  <dcterms:modified xsi:type="dcterms:W3CDTF">2026-10-20T09:19:32Z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MediaServiceImageTags">
    <vt:lpwstr/>
  </property>
</Properties>
</file>