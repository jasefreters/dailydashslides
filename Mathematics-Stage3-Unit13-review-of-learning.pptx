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60" r:id="rId4"/>
  </p:sldMasterIdLst>
  <p:notesMasterIdLst>
    <p:notesMasterId r:id="rId76"/>
  </p:notesMasterIdLst>
  <p:handoutMasterIdLst>
    <p:handoutMasterId r:id="rId77"/>
  </p:handoutMasterIdLst>
  <p:sldIdLst>
    <p:sldId id="365" r:id="rId5"/>
    <p:sldId id="26579" r:id="rId6"/>
    <p:sldId id="26359" r:id="rId7"/>
    <p:sldId id="271" r:id="rId8"/>
    <p:sldId id="26577" r:id="rId9"/>
    <p:sldId id="358" r:id="rId10"/>
    <p:sldId id="26580" r:id="rId11"/>
    <p:sldId id="26581" r:id="rId12"/>
    <p:sldId id="26582" r:id="rId13"/>
    <p:sldId id="26576" r:id="rId14"/>
    <p:sldId id="26653" r:id="rId15"/>
    <p:sldId id="26583" r:id="rId16"/>
    <p:sldId id="26586" r:id="rId17"/>
    <p:sldId id="26587" r:id="rId18"/>
    <p:sldId id="26588" r:id="rId19"/>
    <p:sldId id="26589" r:id="rId20"/>
    <p:sldId id="26590" r:id="rId21"/>
    <p:sldId id="26651" r:id="rId22"/>
    <p:sldId id="26592" r:id="rId23"/>
    <p:sldId id="26593" r:id="rId24"/>
    <p:sldId id="26596" r:id="rId25"/>
    <p:sldId id="26597" r:id="rId26"/>
    <p:sldId id="26598" r:id="rId27"/>
    <p:sldId id="26599" r:id="rId28"/>
    <p:sldId id="26591" r:id="rId29"/>
    <p:sldId id="26601" r:id="rId30"/>
    <p:sldId id="26604" r:id="rId31"/>
    <p:sldId id="26605" r:id="rId32"/>
    <p:sldId id="26606" r:id="rId33"/>
    <p:sldId id="26607" r:id="rId34"/>
    <p:sldId id="26608" r:id="rId35"/>
    <p:sldId id="26609" r:id="rId36"/>
    <p:sldId id="26610" r:id="rId37"/>
    <p:sldId id="26647" r:id="rId38"/>
    <p:sldId id="26614" r:id="rId39"/>
    <p:sldId id="26615" r:id="rId40"/>
    <p:sldId id="26616" r:id="rId41"/>
    <p:sldId id="26617" r:id="rId42"/>
    <p:sldId id="26618" r:id="rId43"/>
    <p:sldId id="26619" r:id="rId44"/>
    <p:sldId id="26622" r:id="rId45"/>
    <p:sldId id="26623" r:id="rId46"/>
    <p:sldId id="26624" r:id="rId47"/>
    <p:sldId id="26625" r:id="rId48"/>
    <p:sldId id="26626" r:id="rId49"/>
    <p:sldId id="26627" r:id="rId50"/>
    <p:sldId id="26628" r:id="rId51"/>
    <p:sldId id="26648" r:id="rId52"/>
    <p:sldId id="26632" r:id="rId53"/>
    <p:sldId id="26633" r:id="rId54"/>
    <p:sldId id="26634" r:id="rId55"/>
    <p:sldId id="26635" r:id="rId56"/>
    <p:sldId id="26636" r:id="rId57"/>
    <p:sldId id="26637" r:id="rId58"/>
    <p:sldId id="26640" r:id="rId59"/>
    <p:sldId id="26641" r:id="rId60"/>
    <p:sldId id="26642" r:id="rId61"/>
    <p:sldId id="26643" r:id="rId62"/>
    <p:sldId id="26644" r:id="rId63"/>
    <p:sldId id="26645" r:id="rId64"/>
    <p:sldId id="26650" r:id="rId65"/>
    <p:sldId id="26393" r:id="rId66"/>
    <p:sldId id="26387" r:id="rId67"/>
    <p:sldId id="26395" r:id="rId68"/>
    <p:sldId id="26391" r:id="rId69"/>
    <p:sldId id="26402" r:id="rId70"/>
    <p:sldId id="26507" r:id="rId71"/>
    <p:sldId id="26649" r:id="rId72"/>
    <p:sldId id="360" r:id="rId73"/>
    <p:sldId id="26652" r:id="rId74"/>
    <p:sldId id="361" r:id="rId75"/>
  </p:sldIdLst>
  <p:sldSz cx="12192000" cy="6858000"/>
  <p:notesSz cx="6858000" cy="9144000"/>
  <p:embeddedFontLst>
    <p:embeddedFont>
      <p:font typeface="Aptos Narrow" panose="020B0004020202020204" pitchFamily="34" charset="0"/>
      <p:regular r:id="rId78"/>
      <p:bold r:id="rId79"/>
      <p:italic r:id="rId80"/>
      <p:boldItalic r:id="rId81"/>
    </p:embeddedFont>
    <p:embeddedFont>
      <p:font typeface="Arial Black" panose="020B0A04020102020204" pitchFamily="34" charset="0"/>
      <p:bold r:id="rId82"/>
    </p:embeddedFont>
    <p:embeddedFont>
      <p:font typeface="Canva Student Font" panose="020B0604020202020204" charset="0"/>
      <p:regular r:id="rId83"/>
    </p:embeddedFont>
    <p:embeddedFont>
      <p:font typeface="Montserrat" panose="00000500000000000000" pitchFamily="2" charset="0"/>
      <p:regular r:id="rId84"/>
      <p:bold r:id="rId85"/>
      <p:italic r:id="rId86"/>
      <p:boldItalic r:id="rId87"/>
    </p:embeddedFont>
    <p:embeddedFont>
      <p:font typeface="Public Sans" pitchFamily="2" charset="0"/>
      <p:regular r:id="rId88"/>
      <p:bold r:id="rId89"/>
      <p:italic r:id="rId90"/>
      <p:boldItalic r:id="rId91"/>
    </p:embeddedFont>
    <p:embeddedFont>
      <p:font typeface="Public Sans Light" pitchFamily="2" charset="0"/>
      <p:regular r:id="rId92"/>
      <p:italic r:id="rId93"/>
    </p:embeddedFont>
  </p:embeddedFontLst>
  <p:defaultTex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p:defaultTextStyle>
  <p:extLst>
    <p:ext uri="{521415D9-36F7-43E2-AB2F-B90AF26B5E84}">
      <p14:sectionLst xmlns:p14="http://schemas.microsoft.com/office/powerpoint/2010/main">
        <p14:section name="Instructions for teachers" id="{E2540145-C446-48E2-9140-9B215E91A42D}">
          <p14:sldIdLst>
            <p14:sldId id="365"/>
          </p14:sldIdLst>
        </p14:section>
        <p14:section name="Slide templates" id="{D5A8010D-981F-43AA-A0D6-182EC53CAA84}">
          <p14:sldIdLst>
            <p14:sldId id="26579"/>
            <p14:sldId id="26359"/>
          </p14:sldIdLst>
        </p14:section>
        <p14:section name="Review of learning 1" id="{4B1EDACC-5006-43DF-9D93-DE177A158796}">
          <p14:sldIdLst>
            <p14:sldId id="271"/>
            <p14:sldId id="26577"/>
            <p14:sldId id="358"/>
            <p14:sldId id="26580"/>
            <p14:sldId id="26581"/>
            <p14:sldId id="26582"/>
            <p14:sldId id="26576"/>
            <p14:sldId id="26653"/>
          </p14:sldIdLst>
        </p14:section>
        <p14:section name="Review of learning 2" id="{0AC6BBCB-7E49-46CE-B777-EFCDD4B60F91}">
          <p14:sldIdLst>
            <p14:sldId id="26583"/>
            <p14:sldId id="26586"/>
            <p14:sldId id="26587"/>
            <p14:sldId id="26588"/>
            <p14:sldId id="26589"/>
            <p14:sldId id="26590"/>
            <p14:sldId id="26651"/>
          </p14:sldIdLst>
        </p14:section>
        <p14:section name="Review of learning 3" id="{6F5E1C19-5255-4FF7-A3CD-4549F7EF69B2}">
          <p14:sldIdLst>
            <p14:sldId id="26592"/>
            <p14:sldId id="26593"/>
            <p14:sldId id="26596"/>
            <p14:sldId id="26597"/>
            <p14:sldId id="26598"/>
            <p14:sldId id="26599"/>
            <p14:sldId id="26591"/>
          </p14:sldIdLst>
        </p14:section>
        <p14:section name="Review of learning 4" id="{6EB8E1CE-ED7B-4635-88AB-9D1D052BB011}">
          <p14:sldIdLst>
            <p14:sldId id="26601"/>
            <p14:sldId id="26604"/>
            <p14:sldId id="26605"/>
            <p14:sldId id="26606"/>
            <p14:sldId id="26607"/>
            <p14:sldId id="26608"/>
            <p14:sldId id="26609"/>
          </p14:sldIdLst>
        </p14:section>
        <p14:section name="Review of learning 5" id="{E365C8CF-14E0-4F5A-BCE8-2E930DEEA864}">
          <p14:sldIdLst>
            <p14:sldId id="26610"/>
            <p14:sldId id="26647"/>
            <p14:sldId id="26614"/>
            <p14:sldId id="26615"/>
            <p14:sldId id="26616"/>
            <p14:sldId id="26617"/>
            <p14:sldId id="26618"/>
          </p14:sldIdLst>
        </p14:section>
        <p14:section name="Review of learning 6" id="{6721D3DC-F7BB-49CA-9E61-8454C104591D}">
          <p14:sldIdLst>
            <p14:sldId id="26619"/>
            <p14:sldId id="26622"/>
            <p14:sldId id="26623"/>
            <p14:sldId id="26624"/>
            <p14:sldId id="26625"/>
            <p14:sldId id="26626"/>
            <p14:sldId id="26627"/>
          </p14:sldIdLst>
        </p14:section>
        <p14:section name="Review of learning 7" id="{CF63834E-0BE9-495B-9761-037C836F185E}">
          <p14:sldIdLst>
            <p14:sldId id="26628"/>
            <p14:sldId id="26648"/>
            <p14:sldId id="26632"/>
            <p14:sldId id="26633"/>
            <p14:sldId id="26634"/>
            <p14:sldId id="26635"/>
            <p14:sldId id="26636"/>
          </p14:sldIdLst>
        </p14:section>
        <p14:section name="Review of learning 8" id="{6FF8F7EC-803E-4F84-BA41-6B3ED673D597}">
          <p14:sldIdLst>
            <p14:sldId id="26637"/>
            <p14:sldId id="26640"/>
            <p14:sldId id="26641"/>
            <p14:sldId id="26642"/>
            <p14:sldId id="26643"/>
            <p14:sldId id="26644"/>
            <p14:sldId id="26645"/>
            <p14:sldId id="26650"/>
          </p14:sldIdLst>
        </p14:section>
        <p14:section name="Assets" id="{ACCADEBA-79DB-4F18-8F19-E4DF86159DFB}">
          <p14:sldIdLst>
            <p14:sldId id="26393"/>
            <p14:sldId id="26387"/>
            <p14:sldId id="26395"/>
            <p14:sldId id="26391"/>
            <p14:sldId id="26402"/>
            <p14:sldId id="26507"/>
            <p14:sldId id="26649"/>
          </p14:sldIdLst>
        </p14:section>
        <p14:section name="References &amp; copyright" id="{DBC31484-F5F8-4CB1-8DB4-A562A9780899}">
          <p14:sldIdLst>
            <p14:sldId id="360"/>
            <p14:sldId id="26652"/>
            <p14:sldId id="361"/>
          </p14:sldIdLst>
        </p14:section>
      </p14:sectionLst>
    </p:ext>
    <p:ext uri="{EFAFB233-063F-42B5-8137-9DF3F51BA10A}">
      <p15:sldGuideLst xmlns:p15="http://schemas.microsoft.com/office/powerpoint/2012/main">
        <p15:guide id="1" orient="horz" pos="2160" userDrawn="1">
          <p15:clr>
            <a:srgbClr val="A4A3A4"/>
          </p15:clr>
        </p15:guide>
        <p15:guide id="2" pos="3863"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 id="{8A0F4A13-4186-FC7E-65CB-FC56583EDF72}" name="Nat Hawkins" initials="NH" userId="S::Natalie.Hawkins7@det.nsw.edu.au::91d64da8-8826-47c8-b06a-208beda74d22" providerId="AD"/>
  <p188:author id="{95D16B7D-CADB-F2BF-AC29-D680545C75EE}" name="Carrie Webeck" initials="CW" userId="S::CARRIE-ANN.WEBECK@det.nsw.edu.au::e5c4b697-ca15-4f3a-a906-1289ddc2fc07" providerId="AD"/>
  <p188:author id="{FD7747EE-57F8-CAC5-7CAF-C637FBE93789}" name="Ayesha Ali Khan" initials="AA" userId="S::AYESHA.ALIKHAN@det.nsw.edu.au::e002143d-9eb5-42e8-a931-47414acce609"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0F5FF"/>
    <a:srgbClr val="B51458"/>
    <a:srgbClr val="9B6808"/>
    <a:srgbClr val="013EA2"/>
    <a:srgbClr val="008000"/>
    <a:srgbClr val="FF99FF"/>
    <a:srgbClr val="8FCF5F"/>
    <a:srgbClr val="FDEB69"/>
    <a:srgbClr val="7030A0"/>
    <a:srgbClr val="FFC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A111915-BE36-4E01-A7E5-04B1672EAD32}">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30" d="100"/>
          <a:sy n="30" d="100"/>
        </p:scale>
        <p:origin x="764" y="36"/>
      </p:cViewPr>
      <p:guideLst>
        <p:guide orient="horz" pos="2160"/>
        <p:guide pos="3863"/>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84" Type="http://schemas.openxmlformats.org/officeDocument/2006/relationships/font" Target="fonts/font7.fntdata"/><Relationship Id="rId89" Type="http://schemas.openxmlformats.org/officeDocument/2006/relationships/font" Target="fonts/font12.fntdata"/><Relationship Id="rId16" Type="http://schemas.openxmlformats.org/officeDocument/2006/relationships/slide" Target="slides/slide12.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slide" Target="slides/slide70.xml"/><Relationship Id="rId79" Type="http://schemas.openxmlformats.org/officeDocument/2006/relationships/font" Target="fonts/font2.fntdata"/><Relationship Id="rId5" Type="http://schemas.openxmlformats.org/officeDocument/2006/relationships/slide" Target="slides/slide1.xml"/><Relationship Id="rId90" Type="http://schemas.openxmlformats.org/officeDocument/2006/relationships/font" Target="fonts/font13.fntdata"/><Relationship Id="rId95" Type="http://schemas.openxmlformats.org/officeDocument/2006/relationships/viewProps" Target="viewProps.xml"/><Relationship Id="rId22" Type="http://schemas.openxmlformats.org/officeDocument/2006/relationships/slide" Target="slides/slide18.xml"/><Relationship Id="rId27" Type="http://schemas.openxmlformats.org/officeDocument/2006/relationships/slide" Target="slides/slide23.xml"/><Relationship Id="rId43" Type="http://schemas.openxmlformats.org/officeDocument/2006/relationships/slide" Target="slides/slide39.xml"/><Relationship Id="rId48" Type="http://schemas.openxmlformats.org/officeDocument/2006/relationships/slide" Target="slides/slide44.xml"/><Relationship Id="rId64" Type="http://schemas.openxmlformats.org/officeDocument/2006/relationships/slide" Target="slides/slide60.xml"/><Relationship Id="rId69" Type="http://schemas.openxmlformats.org/officeDocument/2006/relationships/slide" Target="slides/slide65.xml"/><Relationship Id="rId80" Type="http://schemas.openxmlformats.org/officeDocument/2006/relationships/font" Target="fonts/font3.fntdata"/><Relationship Id="rId85" Type="http://schemas.openxmlformats.org/officeDocument/2006/relationships/font" Target="fonts/font8.fntdata"/><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slide" Target="slides/slide71.xml"/><Relationship Id="rId83" Type="http://schemas.openxmlformats.org/officeDocument/2006/relationships/font" Target="fonts/font6.fntdata"/><Relationship Id="rId88" Type="http://schemas.openxmlformats.org/officeDocument/2006/relationships/font" Target="fonts/font11.fntdata"/><Relationship Id="rId91" Type="http://schemas.openxmlformats.org/officeDocument/2006/relationships/font" Target="fonts/font14.fntdata"/><Relationship Id="rId96"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font" Target="fonts/font1.fntdata"/><Relationship Id="rId81" Type="http://schemas.openxmlformats.org/officeDocument/2006/relationships/font" Target="fonts/font4.fntdata"/><Relationship Id="rId86" Type="http://schemas.openxmlformats.org/officeDocument/2006/relationships/font" Target="fonts/font9.fntdata"/><Relationship Id="rId94"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notesMaster" Target="notesMasters/notesMaster1.xml"/><Relationship Id="rId97" Type="http://schemas.openxmlformats.org/officeDocument/2006/relationships/tableStyles" Target="tableStyles.xml"/><Relationship Id="rId7" Type="http://schemas.openxmlformats.org/officeDocument/2006/relationships/slide" Target="slides/slide3.xml"/><Relationship Id="rId71" Type="http://schemas.openxmlformats.org/officeDocument/2006/relationships/slide" Target="slides/slide67.xml"/><Relationship Id="rId92" Type="http://schemas.openxmlformats.org/officeDocument/2006/relationships/font" Target="fonts/font15.fntdata"/><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font" Target="fonts/font10.fntdata"/><Relationship Id="rId61" Type="http://schemas.openxmlformats.org/officeDocument/2006/relationships/slide" Target="slides/slide57.xml"/><Relationship Id="rId82" Type="http://schemas.openxmlformats.org/officeDocument/2006/relationships/font" Target="fonts/font5.fntdata"/><Relationship Id="rId19" Type="http://schemas.openxmlformats.org/officeDocument/2006/relationships/slide" Target="slides/slide15.xml"/><Relationship Id="rId14" Type="http://schemas.openxmlformats.org/officeDocument/2006/relationships/slide" Target="slides/slide10.xml"/><Relationship Id="rId30" Type="http://schemas.openxmlformats.org/officeDocument/2006/relationships/slide" Target="slides/slide26.xml"/><Relationship Id="rId35" Type="http://schemas.openxmlformats.org/officeDocument/2006/relationships/slide" Target="slides/slide31.xml"/><Relationship Id="rId56" Type="http://schemas.openxmlformats.org/officeDocument/2006/relationships/slide" Target="slides/slide52.xml"/><Relationship Id="rId77" Type="http://schemas.openxmlformats.org/officeDocument/2006/relationships/handoutMaster" Target="handoutMasters/handoutMaster1.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93" Type="http://schemas.openxmlformats.org/officeDocument/2006/relationships/font" Target="fonts/font16.fntdata"/><Relationship Id="rId98" Type="http://schemas.microsoft.com/office/2018/10/relationships/authors" Target="author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43F5A19-4E20-4EDB-9EC8-DF02AC748E78}"/>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latin typeface="Public Sans" pitchFamily="2" charset="0"/>
            </a:endParaRPr>
          </a:p>
        </p:txBody>
      </p:sp>
      <p:sp>
        <p:nvSpPr>
          <p:cNvPr id="3" name="Date Placeholder 2">
            <a:extLst>
              <a:ext uri="{FF2B5EF4-FFF2-40B4-BE49-F238E27FC236}">
                <a16:creationId xmlns:a16="http://schemas.microsoft.com/office/drawing/2014/main" id="{6F2B4FC2-E151-470D-9291-01D2A5A6D34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0BF4B7B-ADA4-42BE-A113-1D67CA67812F}" type="datetimeFigureOut">
              <a:rPr lang="en-AU" smtClean="0">
                <a:latin typeface="Public Sans" pitchFamily="2" charset="0"/>
              </a:rPr>
              <a:t>22/06/2026</a:t>
            </a:fld>
            <a:endParaRPr lang="en-AU">
              <a:latin typeface="Public Sans" pitchFamily="2" charset="0"/>
            </a:endParaRPr>
          </a:p>
        </p:txBody>
      </p:sp>
      <p:sp>
        <p:nvSpPr>
          <p:cNvPr id="4" name="Footer Placeholder 3">
            <a:extLst>
              <a:ext uri="{FF2B5EF4-FFF2-40B4-BE49-F238E27FC236}">
                <a16:creationId xmlns:a16="http://schemas.microsoft.com/office/drawing/2014/main" id="{2F07DE46-ED0B-49F3-8199-C129451A46B7}"/>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latin typeface="Public Sans" pitchFamily="2" charset="0"/>
            </a:endParaRPr>
          </a:p>
        </p:txBody>
      </p:sp>
      <p:sp>
        <p:nvSpPr>
          <p:cNvPr id="5" name="Slide Number Placeholder 4">
            <a:extLst>
              <a:ext uri="{FF2B5EF4-FFF2-40B4-BE49-F238E27FC236}">
                <a16:creationId xmlns:a16="http://schemas.microsoft.com/office/drawing/2014/main" id="{56DA6684-5527-4DB9-88B5-C4F66FB5F78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AAF8501-5769-46EC-B8B9-363B75FA9999}" type="slidenum">
              <a:rPr lang="en-AU" smtClean="0">
                <a:latin typeface="Public Sans" pitchFamily="2" charset="0"/>
              </a:rPr>
              <a:t>‹#›</a:t>
            </a:fld>
            <a:endParaRPr lang="en-AU">
              <a:latin typeface="Public Sans" pitchFamily="2" charset="0"/>
            </a:endParaRPr>
          </a:p>
        </p:txBody>
      </p:sp>
    </p:spTree>
    <p:extLst>
      <p:ext uri="{BB962C8B-B14F-4D97-AF65-F5344CB8AC3E}">
        <p14:creationId xmlns:p14="http://schemas.microsoft.com/office/powerpoint/2010/main" val="414479380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Public Sans" pitchFamily="2" charset="0"/>
              </a:defRPr>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Public Sans" pitchFamily="2" charset="0"/>
              </a:defRPr>
            </a:lvl1pPr>
          </a:lstStyle>
          <a:p>
            <a:fld id="{EC6F825C-382E-4C1A-82AB-BCE4AFD21ABE}" type="datetimeFigureOut">
              <a:rPr lang="en-AU" smtClean="0"/>
              <a:pPr/>
              <a:t>22/06/2026</a:t>
            </a:fld>
            <a:endParaRPr lang="en-A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Public Sans" pitchFamily="2" charset="0"/>
              </a:defRPr>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Public Sans" pitchFamily="2" charset="0"/>
              </a:defRPr>
            </a:lvl1pPr>
          </a:lstStyle>
          <a:p>
            <a:fld id="{B07158C4-A119-4B78-9DE8-A50001BC31DC}" type="slidenum">
              <a:rPr lang="en-AU" smtClean="0"/>
              <a:pPr/>
              <a:t>‹#›</a:t>
            </a:fld>
            <a:endParaRPr lang="en-AU"/>
          </a:p>
        </p:txBody>
      </p:sp>
    </p:spTree>
    <p:extLst>
      <p:ext uri="{BB962C8B-B14F-4D97-AF65-F5344CB8AC3E}">
        <p14:creationId xmlns:p14="http://schemas.microsoft.com/office/powerpoint/2010/main" val="3301092027"/>
      </p:ext>
    </p:extLst>
  </p:cSld>
  <p:clrMap bg1="lt1" tx1="dk1" bg2="lt2" tx2="dk2" accent1="accent1" accent2="accent2" accent3="accent3" accent4="accent4" accent5="accent5" accent6="accent6" hlink="hlink" folHlink="folHlink"/>
  <p:notesStyle>
    <a:lvl1pPr marL="0"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1pPr>
    <a:lvl2pPr marL="609585"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2pPr>
    <a:lvl3pPr marL="1219170"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3pPr>
    <a:lvl4pPr marL="1828754"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4pPr>
    <a:lvl5pPr marL="2438339"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5pPr>
    <a:lvl6pPr marL="3047924" algn="l" defTabSz="1219170" rtl="0" eaLnBrk="1" latinLnBrk="0" hangingPunct="1">
      <a:defRPr sz="1600" kern="1200">
        <a:solidFill>
          <a:schemeClr val="tx1"/>
        </a:solidFill>
        <a:latin typeface="+mn-lt"/>
        <a:ea typeface="+mn-ea"/>
        <a:cs typeface="+mn-cs"/>
      </a:defRPr>
    </a:lvl6pPr>
    <a:lvl7pPr marL="3657509" algn="l" defTabSz="1219170" rtl="0" eaLnBrk="1" latinLnBrk="0" hangingPunct="1">
      <a:defRPr sz="1600" kern="1200">
        <a:solidFill>
          <a:schemeClr val="tx1"/>
        </a:solidFill>
        <a:latin typeface="+mn-lt"/>
        <a:ea typeface="+mn-ea"/>
        <a:cs typeface="+mn-cs"/>
      </a:defRPr>
    </a:lvl7pPr>
    <a:lvl8pPr marL="4267093" algn="l" defTabSz="1219170" rtl="0" eaLnBrk="1" latinLnBrk="0" hangingPunct="1">
      <a:defRPr sz="1600" kern="1200">
        <a:solidFill>
          <a:schemeClr val="tx1"/>
        </a:solidFill>
        <a:latin typeface="+mn-lt"/>
        <a:ea typeface="+mn-ea"/>
        <a:cs typeface="+mn-cs"/>
      </a:defRPr>
    </a:lvl8pPr>
    <a:lvl9pPr marL="4876678" algn="l" defTabSz="1219170"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1</a:t>
            </a:fld>
            <a:endParaRPr lang="en-AU"/>
          </a:p>
        </p:txBody>
      </p:sp>
    </p:spTree>
    <p:extLst>
      <p:ext uri="{BB962C8B-B14F-4D97-AF65-F5344CB8AC3E}">
        <p14:creationId xmlns:p14="http://schemas.microsoft.com/office/powerpoint/2010/main" val="193358994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FAF867-63A5-8257-BEB3-843826CE35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17174D-A127-D2D1-8FE8-6EBA54B31E8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3BCA833-D850-EA3F-9C4C-3C098CC50AFD}"/>
              </a:ext>
            </a:extLst>
          </p:cNvPr>
          <p:cNvSpPr>
            <a:spLocks noGrp="1"/>
          </p:cNvSpPr>
          <p:nvPr>
            <p:ph type="body" idx="1"/>
          </p:nvPr>
        </p:nvSpPr>
        <p:spPr/>
        <p:txBody>
          <a:bodyPr/>
          <a:lstStyle/>
          <a:p>
            <a:r>
              <a:rPr lang="en-AU"/>
              <a:t>Reviews may include a combination of question types, requiring students to recall facts and key ideas, as well as apply their knowledge to solve problems and answer questions. To support active engagement, a mix of techniques should be employed.” (AERO, 2024).</a:t>
            </a:r>
          </a:p>
          <a:p>
            <a:endParaRPr lang="en-AU"/>
          </a:p>
          <a:p>
            <a:r>
              <a:rPr lang="en-AU"/>
              <a:t>This Review of Learning slide deck revisits key concepts from the following units:</a:t>
            </a:r>
          </a:p>
          <a:p>
            <a:pPr marL="285750" indent="-285750">
              <a:buFont typeface="Arial" panose="020B0604020202020204" pitchFamily="34" charset="0"/>
              <a:buChar char="•"/>
            </a:pPr>
            <a:r>
              <a:rPr lang="en-AU">
                <a:latin typeface="Arial"/>
                <a:cs typeface="Arial"/>
              </a:rPr>
              <a:t>Stage 3 Year A Unit 13</a:t>
            </a:r>
          </a:p>
          <a:p>
            <a:pPr marL="285750" indent="-285750">
              <a:buFont typeface="Arial" panose="020B0604020202020204" pitchFamily="34" charset="0"/>
              <a:buChar char="•"/>
            </a:pPr>
            <a:r>
              <a:rPr lang="en-AU">
                <a:latin typeface="Arial"/>
                <a:cs typeface="Arial"/>
              </a:rPr>
              <a:t>Stage 3 Year A Unit 12</a:t>
            </a:r>
          </a:p>
          <a:p>
            <a:pPr marL="285750" indent="-285750">
              <a:buFont typeface="Arial" panose="020B0604020202020204" pitchFamily="34" charset="0"/>
              <a:buChar char="•"/>
            </a:pPr>
            <a:r>
              <a:rPr lang="en-AU">
                <a:latin typeface="Arial"/>
                <a:cs typeface="Arial"/>
              </a:rPr>
              <a:t>Stage 3 Year A Unit 11</a:t>
            </a:r>
          </a:p>
          <a:p>
            <a:r>
              <a:rPr lang="en-AU"/>
              <a:t>It also includes opportunities to review prior learning in non-number content, supporting consolidation across focus areas.</a:t>
            </a:r>
          </a:p>
          <a:p>
            <a:endParaRPr lang="en-AU"/>
          </a:p>
          <a:p>
            <a:r>
              <a:rPr lang="en-AU"/>
              <a:t>The review of learning resources include three key task types that support the development of mathematical proficiency through retrieval, spaced practice, and active participation. These practices complement the review phase (activating prior knowledge) embedded within the beginning of each lesson.</a:t>
            </a:r>
          </a:p>
          <a:p>
            <a:endParaRPr lang="en-AU"/>
          </a:p>
          <a:p>
            <a:r>
              <a:rPr lang="en-AU" b="1"/>
              <a:t>1.</a:t>
            </a:r>
          </a:p>
          <a:p>
            <a:r>
              <a:rPr lang="en-AU" b="1"/>
              <a:t>Multiple-choice questions/True or false: </a:t>
            </a:r>
            <a:r>
              <a:rPr lang="en-AU"/>
              <a:t>Designed to promote active retrieval of key concepts and identify common misconceptions in number, supporting consolidation, understanding and fluency.</a:t>
            </a:r>
            <a:br>
              <a:rPr lang="en-AU"/>
            </a:br>
            <a:r>
              <a:rPr lang="en-AU"/>
              <a:t>These questions:</a:t>
            </a:r>
          </a:p>
          <a:p>
            <a:endParaRPr lang="en-AU"/>
          </a:p>
          <a:p>
            <a:pPr marL="285750" indent="-285750">
              <a:buFont typeface="Wingdings" panose="05000000000000000000" pitchFamily="2" charset="2"/>
              <a:buChar char="ü"/>
            </a:pPr>
            <a:r>
              <a:rPr lang="en-AU"/>
              <a:t>support spaced and interleaved practice</a:t>
            </a:r>
          </a:p>
          <a:p>
            <a:pPr marL="285750" indent="-285750">
              <a:buFont typeface="Wingdings" panose="05000000000000000000" pitchFamily="2" charset="2"/>
              <a:buChar char="ü"/>
            </a:pPr>
            <a:r>
              <a:rPr lang="en-AU"/>
              <a:t>help identify and address common misconceptions </a:t>
            </a:r>
          </a:p>
          <a:p>
            <a:pPr marL="285750" indent="-285750">
              <a:buFont typeface="Wingdings" panose="05000000000000000000" pitchFamily="2" charset="2"/>
              <a:buChar char="ü"/>
            </a:pPr>
            <a:r>
              <a:rPr lang="en-AU"/>
              <a:t>support active recall and immediate feedback</a:t>
            </a:r>
          </a:p>
          <a:p>
            <a:pPr marL="285750" indent="-285750">
              <a:buFont typeface="Wingdings" panose="05000000000000000000" pitchFamily="2" charset="2"/>
              <a:buChar char="ü"/>
            </a:pPr>
            <a:r>
              <a:rPr lang="en-AU"/>
              <a:t>support whole class participation</a:t>
            </a:r>
          </a:p>
          <a:p>
            <a:pPr marL="285750" indent="-285750">
              <a:buFont typeface="Wingdings" panose="05000000000000000000" pitchFamily="2" charset="2"/>
              <a:buChar char="ü"/>
            </a:pPr>
            <a:r>
              <a:rPr lang="en-AU"/>
              <a:t>identify areas requiring reteach</a:t>
            </a:r>
          </a:p>
          <a:p>
            <a:endParaRPr lang="en-AU"/>
          </a:p>
          <a:p>
            <a:r>
              <a:rPr lang="en-AU" b="1"/>
              <a:t>2.</a:t>
            </a:r>
            <a:br>
              <a:rPr lang="en-AU" b="1"/>
            </a:br>
            <a:r>
              <a:rPr lang="en-AU" b="1"/>
              <a:t>Short-response question sets: </a:t>
            </a:r>
            <a:r>
              <a:rPr lang="en-AU"/>
              <a:t>Carefully grouped questions that encourage spaced and interleaved practice across multiple focus areas, helping students revisit and apply knowledge from different points in time.</a:t>
            </a:r>
            <a:br>
              <a:rPr lang="en-AU"/>
            </a:br>
            <a:r>
              <a:rPr lang="en-AU"/>
              <a:t>These questions:</a:t>
            </a:r>
          </a:p>
          <a:p>
            <a:endParaRPr lang="en-AU"/>
          </a:p>
          <a:p>
            <a:pPr marL="285750" indent="-285750">
              <a:buFont typeface="Wingdings" panose="05000000000000000000" pitchFamily="2" charset="2"/>
              <a:buChar char="ü"/>
            </a:pPr>
            <a:r>
              <a:rPr lang="en-AU"/>
              <a:t>have a combination of question types </a:t>
            </a:r>
          </a:p>
          <a:p>
            <a:pPr marL="285750" indent="-285750">
              <a:buFont typeface="Wingdings" panose="05000000000000000000" pitchFamily="2" charset="2"/>
              <a:buChar char="ü"/>
            </a:pPr>
            <a:r>
              <a:rPr lang="en-AU"/>
              <a:t>address a range of focus areas</a:t>
            </a:r>
          </a:p>
          <a:p>
            <a:pPr marL="285750" indent="-285750">
              <a:buFont typeface="Wingdings" panose="05000000000000000000" pitchFamily="2" charset="2"/>
              <a:buChar char="ü"/>
            </a:pPr>
            <a:r>
              <a:rPr lang="en-AU"/>
              <a:t>build automaticity and fluency</a:t>
            </a:r>
          </a:p>
          <a:p>
            <a:pPr marL="285750" indent="-285750">
              <a:buFont typeface="Wingdings" panose="05000000000000000000" pitchFamily="2" charset="2"/>
              <a:buChar char="ü"/>
            </a:pPr>
            <a:r>
              <a:rPr lang="en-AU"/>
              <a:t>support active recall </a:t>
            </a:r>
          </a:p>
          <a:p>
            <a:pPr marL="285750" indent="-285750">
              <a:buFont typeface="Wingdings" panose="05000000000000000000" pitchFamily="2" charset="2"/>
              <a:buChar char="ü"/>
            </a:pPr>
            <a:r>
              <a:rPr lang="en-AU"/>
              <a:t>allow for immediate feedback</a:t>
            </a:r>
          </a:p>
          <a:p>
            <a:pPr marL="285750" indent="-285750">
              <a:buFont typeface="Wingdings" panose="05000000000000000000" pitchFamily="2" charset="2"/>
              <a:buChar char="ü"/>
            </a:pPr>
            <a:r>
              <a:rPr lang="en-AU"/>
              <a:t>identify content requiring reteach</a:t>
            </a:r>
          </a:p>
          <a:p>
            <a:endParaRPr lang="en-AU"/>
          </a:p>
          <a:p>
            <a:r>
              <a:rPr lang="en-AU" b="1"/>
              <a:t>3.</a:t>
            </a:r>
          </a:p>
          <a:p>
            <a:r>
              <a:rPr lang="en-AU" b="1"/>
              <a:t>Developing number sense activities: </a:t>
            </a:r>
            <a:r>
              <a:rPr lang="en-AU"/>
              <a:t>A variety of practical, purposeful tasks that reinforce current learning and build on prior knowledge. These activities promote reasoning, problem-solving and conceptual understanding.</a:t>
            </a:r>
            <a:br>
              <a:rPr lang="en-AU"/>
            </a:br>
            <a:br>
              <a:rPr lang="en-AU"/>
            </a:br>
            <a:endParaRPr lang="en-AU"/>
          </a:p>
          <a:p>
            <a:r>
              <a:rPr lang="en-AU"/>
              <a:t>The review of learning resources are designed to work support teaching and learning in mathematics. For the most effective implementation, use the resources flexibly, adapting to meet student learning needs and individual classroom contexts.</a:t>
            </a:r>
          </a:p>
        </p:txBody>
      </p:sp>
      <p:sp>
        <p:nvSpPr>
          <p:cNvPr id="4" name="Slide Number Placeholder 3">
            <a:extLst>
              <a:ext uri="{FF2B5EF4-FFF2-40B4-BE49-F238E27FC236}">
                <a16:creationId xmlns:a16="http://schemas.microsoft.com/office/drawing/2014/main" id="{1361D661-6FF4-E1A2-B877-7DA266521710}"/>
              </a:ext>
            </a:extLst>
          </p:cNvPr>
          <p:cNvSpPr>
            <a:spLocks noGrp="1"/>
          </p:cNvSpPr>
          <p:nvPr>
            <p:ph type="sldNum" sz="quarter" idx="5"/>
          </p:nvPr>
        </p:nvSpPr>
        <p:spPr/>
        <p:txBody>
          <a:bodyPr/>
          <a:lstStyle/>
          <a:p>
            <a:fld id="{B07158C4-A119-4B78-9DE8-A50001BC31DC}" type="slidenum">
              <a:rPr lang="en-AU" smtClean="0"/>
              <a:pPr/>
              <a:t>2</a:t>
            </a:fld>
            <a:endParaRPr lang="en-AU"/>
          </a:p>
        </p:txBody>
      </p:sp>
    </p:spTree>
    <p:extLst>
      <p:ext uri="{BB962C8B-B14F-4D97-AF65-F5344CB8AC3E}">
        <p14:creationId xmlns:p14="http://schemas.microsoft.com/office/powerpoint/2010/main" val="333142830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b="1"/>
              <a:t>Teacher notes:</a:t>
            </a:r>
            <a:endParaRPr lang="en-US"/>
          </a:p>
          <a:p>
            <a:pPr marL="171450" indent="-171450">
              <a:buFont typeface="Arial"/>
              <a:buChar char="•"/>
            </a:pPr>
            <a:r>
              <a:rPr lang="en-AU"/>
              <a:t>Click lesson titles to go to specific lessons</a:t>
            </a:r>
          </a:p>
          <a:p>
            <a:pPr marL="171450" indent="-171450">
              <a:buFont typeface="Arial"/>
              <a:buChar char="•"/>
            </a:pPr>
            <a:r>
              <a:rPr lang="en-AU">
                <a:cs typeface="Calibri"/>
              </a:rPr>
              <a:t>Interactive features can be viewed in slide show</a:t>
            </a:r>
            <a:endParaRPr lang="en-US">
              <a:cs typeface="Calibri"/>
            </a:endParaRPr>
          </a:p>
          <a:p>
            <a:endParaRPr lang="en-US">
              <a:cs typeface="Calibri"/>
            </a:endParaRPr>
          </a:p>
        </p:txBody>
      </p:sp>
      <p:sp>
        <p:nvSpPr>
          <p:cNvPr id="4" name="Slide Number Placeholder 3"/>
          <p:cNvSpPr>
            <a:spLocks noGrp="1"/>
          </p:cNvSpPr>
          <p:nvPr>
            <p:ph type="sldNum" sz="quarter" idx="5"/>
          </p:nvPr>
        </p:nvSpPr>
        <p:spPr/>
        <p:txBody>
          <a:bodyPr/>
          <a:lstStyle/>
          <a:p>
            <a:fld id="{D09C5488-DD16-4714-9519-7BE21BA11D4E}" type="slidenum">
              <a:rPr lang="en-AU" smtClean="0"/>
              <a:t>3</a:t>
            </a:fld>
            <a:endParaRPr lang="en-AU"/>
          </a:p>
        </p:txBody>
      </p:sp>
    </p:spTree>
    <p:extLst>
      <p:ext uri="{BB962C8B-B14F-4D97-AF65-F5344CB8AC3E}">
        <p14:creationId xmlns:p14="http://schemas.microsoft.com/office/powerpoint/2010/main" val="324276427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4</a:t>
            </a:fld>
            <a:endParaRPr lang="en-AU"/>
          </a:p>
        </p:txBody>
      </p:sp>
    </p:spTree>
    <p:extLst>
      <p:ext uri="{BB962C8B-B14F-4D97-AF65-F5344CB8AC3E}">
        <p14:creationId xmlns:p14="http://schemas.microsoft.com/office/powerpoint/2010/main" val="2529614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E59AE2-AF11-68C9-77C3-D6829A7CB98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9EC8E6A-C97E-DFFB-5165-62A92C4A9FC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9F963A-217D-ECF0-F045-7BE367E64084}"/>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This question connects to the content in the developing number sense activity (Activity 1)</a:t>
            </a:r>
          </a:p>
          <a:p>
            <a:pPr>
              <a:buFont typeface="Wingdings" panose="05000000000000000000" pitchFamily="2" charset="2"/>
              <a:defRPr/>
            </a:pPr>
            <a:endParaRPr lang="en-AU">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sz="1600" b="0" i="0" kern="1200">
                <a:solidFill>
                  <a:schemeClr val="tx1"/>
                </a:solidFill>
                <a:effectLst/>
                <a:highlight>
                  <a:srgbClr val="FFFF00"/>
                </a:highlight>
                <a:latin typeface="Arial" panose="020B0604020202020204" pitchFamily="34" charset="0"/>
                <a:ea typeface="+mn-ea"/>
                <a:cs typeface="Arial" panose="020B0604020202020204" pitchFamily="34" charset="0"/>
              </a:rPr>
              <a:t>Multiplicative relations A</a:t>
            </a:r>
            <a:endParaRPr lang="en-AU">
              <a:highlight>
                <a:srgbClr val="FFFF00"/>
              </a:highlight>
              <a:latin typeface="Arial"/>
              <a:cs typeface="Arial"/>
            </a:endParaRPr>
          </a:p>
        </p:txBody>
      </p:sp>
      <p:sp>
        <p:nvSpPr>
          <p:cNvPr id="4" name="Slide Number Placeholder 3">
            <a:extLst>
              <a:ext uri="{FF2B5EF4-FFF2-40B4-BE49-F238E27FC236}">
                <a16:creationId xmlns:a16="http://schemas.microsoft.com/office/drawing/2014/main" id="{7718A2AC-C4E4-C028-96E1-2947B2C6CE8A}"/>
              </a:ext>
            </a:extLst>
          </p:cNvPr>
          <p:cNvSpPr>
            <a:spLocks noGrp="1"/>
          </p:cNvSpPr>
          <p:nvPr>
            <p:ph type="sldNum" sz="quarter" idx="5"/>
          </p:nvPr>
        </p:nvSpPr>
        <p:spPr/>
        <p:txBody>
          <a:bodyPr/>
          <a:lstStyle/>
          <a:p>
            <a:fld id="{B07158C4-A119-4B78-9DE8-A50001BC31DC}" type="slidenum">
              <a:rPr lang="en-AU" smtClean="0"/>
              <a:pPr/>
              <a:t>5</a:t>
            </a:fld>
            <a:endParaRPr lang="en-AU"/>
          </a:p>
        </p:txBody>
      </p:sp>
    </p:spTree>
    <p:extLst>
      <p:ext uri="{BB962C8B-B14F-4D97-AF65-F5344CB8AC3E}">
        <p14:creationId xmlns:p14="http://schemas.microsoft.com/office/powerpoint/2010/main" val="93057945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r>
              <a:rPr lang="en-AU" sz="1600" b="0" i="0" u="none" strike="noStrike">
                <a:solidFill>
                  <a:srgbClr val="000000"/>
                </a:solidFill>
                <a:effectLst/>
                <a:latin typeface="Aptos Narrow" panose="020B0004020202020204" pitchFamily="34" charset="0"/>
              </a:rPr>
              <a:t>Multiplicative relations A</a:t>
            </a:r>
            <a:endParaRPr lang="en-AU" b="1"/>
          </a:p>
        </p:txBody>
      </p:sp>
      <p:sp>
        <p:nvSpPr>
          <p:cNvPr id="4" name="Slide Number Placeholder 3"/>
          <p:cNvSpPr>
            <a:spLocks noGrp="1"/>
          </p:cNvSpPr>
          <p:nvPr>
            <p:ph type="sldNum" sz="quarter" idx="5"/>
          </p:nvPr>
        </p:nvSpPr>
        <p:spPr/>
        <p:txBody>
          <a:bodyPr/>
          <a:lstStyle/>
          <a:p>
            <a:fld id="{B07158C4-A119-4B78-9DE8-A50001BC31DC}" type="slidenum">
              <a:rPr lang="en-AU" smtClean="0"/>
              <a:pPr/>
              <a:t>6</a:t>
            </a:fld>
            <a:endParaRPr lang="en-AU"/>
          </a:p>
        </p:txBody>
      </p:sp>
    </p:spTree>
    <p:extLst>
      <p:ext uri="{BB962C8B-B14F-4D97-AF65-F5344CB8AC3E}">
        <p14:creationId xmlns:p14="http://schemas.microsoft.com/office/powerpoint/2010/main" val="201527160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367205-FD88-9B41-9EE9-8830B2F1847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A94C7FD-3BC1-0278-CD44-841588DBB41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B976A2F-DE9F-F529-AF25-E322A627AE07}"/>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b="0" i="0" u="none" strike="noStrike">
                <a:solidFill>
                  <a:srgbClr val="000000"/>
                </a:solidFill>
                <a:effectLst/>
                <a:latin typeface="Aptos Narrow" panose="020B0004020202020204" pitchFamily="34" charset="0"/>
              </a:rPr>
              <a:t>Two-dimensional spatial structure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0F3A522F-3628-AF3F-2E2F-85F08017A892}"/>
              </a:ext>
            </a:extLst>
          </p:cNvPr>
          <p:cNvSpPr>
            <a:spLocks noGrp="1"/>
          </p:cNvSpPr>
          <p:nvPr>
            <p:ph type="sldNum" sz="quarter" idx="5"/>
          </p:nvPr>
        </p:nvSpPr>
        <p:spPr/>
        <p:txBody>
          <a:bodyPr/>
          <a:lstStyle/>
          <a:p>
            <a:fld id="{B07158C4-A119-4B78-9DE8-A50001BC31DC}" type="slidenum">
              <a:rPr lang="en-AU" smtClean="0"/>
              <a:pPr/>
              <a:t>7</a:t>
            </a:fld>
            <a:endParaRPr lang="en-AU"/>
          </a:p>
        </p:txBody>
      </p:sp>
    </p:spTree>
    <p:extLst>
      <p:ext uri="{BB962C8B-B14F-4D97-AF65-F5344CB8AC3E}">
        <p14:creationId xmlns:p14="http://schemas.microsoft.com/office/powerpoint/2010/main" val="414477566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2AA5DC-5346-6496-E50A-627900C7623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AF893E-77C8-9FE3-F2E1-569411DD28C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99FFFA4-D314-0D12-F2DB-A84ED5285E01}"/>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b="0" i="0" u="none" strike="noStrike">
                <a:solidFill>
                  <a:srgbClr val="000000"/>
                </a:solidFill>
                <a:effectLst/>
                <a:latin typeface="Aptos Narrow" panose="020B0004020202020204" pitchFamily="34" charset="0"/>
              </a:rPr>
              <a:t>Represents numbers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8C12CB1F-4BE7-7218-BE74-35A8BE7058F4}"/>
              </a:ext>
            </a:extLst>
          </p:cNvPr>
          <p:cNvSpPr>
            <a:spLocks noGrp="1"/>
          </p:cNvSpPr>
          <p:nvPr>
            <p:ph type="sldNum" sz="quarter" idx="5"/>
          </p:nvPr>
        </p:nvSpPr>
        <p:spPr/>
        <p:txBody>
          <a:bodyPr/>
          <a:lstStyle/>
          <a:p>
            <a:fld id="{B07158C4-A119-4B78-9DE8-A50001BC31DC}" type="slidenum">
              <a:rPr lang="en-AU" smtClean="0"/>
              <a:pPr/>
              <a:t>8</a:t>
            </a:fld>
            <a:endParaRPr lang="en-AU"/>
          </a:p>
        </p:txBody>
      </p:sp>
    </p:spTree>
    <p:extLst>
      <p:ext uri="{BB962C8B-B14F-4D97-AF65-F5344CB8AC3E}">
        <p14:creationId xmlns:p14="http://schemas.microsoft.com/office/powerpoint/2010/main" val="124344361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7EB86B-E4DE-73C3-F794-C15C0B9E1AB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0B38E0-6D6D-6B33-AD6B-85EF6722A70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C9C22BD-B1C4-666B-422D-5FAF088CD36E}"/>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b="0" i="0" u="none" strike="noStrike">
                <a:solidFill>
                  <a:srgbClr val="000000"/>
                </a:solidFill>
                <a:effectLst/>
                <a:latin typeface="Aptos Narrow" panose="020B0004020202020204" pitchFamily="34" charset="0"/>
              </a:rPr>
              <a:t>Chance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EF7102AC-F76D-5520-FFA6-0732CFB27A0D}"/>
              </a:ext>
            </a:extLst>
          </p:cNvPr>
          <p:cNvSpPr>
            <a:spLocks noGrp="1"/>
          </p:cNvSpPr>
          <p:nvPr>
            <p:ph type="sldNum" sz="quarter" idx="5"/>
          </p:nvPr>
        </p:nvSpPr>
        <p:spPr/>
        <p:txBody>
          <a:bodyPr/>
          <a:lstStyle/>
          <a:p>
            <a:fld id="{B07158C4-A119-4B78-9DE8-A50001BC31DC}" type="slidenum">
              <a:rPr lang="en-AU" smtClean="0"/>
              <a:pPr/>
              <a:t>9</a:t>
            </a:fld>
            <a:endParaRPr lang="en-AU"/>
          </a:p>
        </p:txBody>
      </p:sp>
    </p:spTree>
    <p:extLst>
      <p:ext uri="{BB962C8B-B14F-4D97-AF65-F5344CB8AC3E}">
        <p14:creationId xmlns:p14="http://schemas.microsoft.com/office/powerpoint/2010/main" val="80523267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E1293A-ACA0-181C-3343-03B9753F505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1AA34DF-F40A-E614-1AB8-591BE945AE4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9D5BA51-EFD0-1051-0159-B701E597365D}"/>
              </a:ext>
            </a:extLst>
          </p:cNvPr>
          <p:cNvSpPr>
            <a:spLocks noGrp="1"/>
          </p:cNvSpPr>
          <p:nvPr>
            <p:ph type="body" idx="1"/>
          </p:nvPr>
        </p:nvSpPr>
        <p:spPr/>
        <p:txBody>
          <a:bodyPr/>
          <a:lstStyle/>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r>
              <a:rPr lang="en-AU"/>
              <a:t>Multiplicative relations A</a:t>
            </a:r>
          </a:p>
          <a:p>
            <a:endParaRPr lang="en-AU"/>
          </a:p>
          <a:p>
            <a:r>
              <a:rPr lang="en-AU" b="1"/>
              <a:t>Mystery factors</a:t>
            </a:r>
          </a:p>
          <a:p>
            <a:pPr marL="0" marR="0" lvl="0" indent="0" algn="l" defTabSz="1219170" rtl="0" eaLnBrk="1" fontAlgn="auto" latinLnBrk="0" hangingPunct="1">
              <a:lnSpc>
                <a:spcPct val="100000"/>
              </a:lnSpc>
              <a:spcBef>
                <a:spcPts val="0"/>
              </a:spcBef>
              <a:spcAft>
                <a:spcPts val="0"/>
              </a:spcAft>
              <a:buClrTx/>
              <a:buSzTx/>
              <a:buFontTx/>
              <a:buNone/>
              <a:tabLst/>
              <a:defRPr/>
            </a:pPr>
            <a:r>
              <a:rPr lang="en-AU" sz="1600" kern="1200">
                <a:solidFill>
                  <a:schemeClr val="tx1"/>
                </a:solidFill>
                <a:effectLst/>
                <a:latin typeface="Arial" panose="020B0604020202020204" pitchFamily="34" charset="0"/>
                <a:ea typeface="+mn-ea"/>
                <a:cs typeface="Arial" panose="020B0604020202020204" pitchFamily="34" charset="0"/>
              </a:rPr>
              <a:t>This activity is an adaptation of ‘Mystery Matrix’ from NRICH by University of Cambridge.</a:t>
            </a:r>
          </a:p>
          <a:p>
            <a:endParaRPr lang="en-AU" b="1"/>
          </a:p>
          <a:p>
            <a:r>
              <a:rPr lang="en-AU" b="0"/>
              <a:t>This resource corresponds to Resource 16 – mystery factors in Stage 3 Year A Unit 13. </a:t>
            </a:r>
          </a:p>
          <a:p>
            <a:endParaRPr lang="en-AU" b="1"/>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Prompt students to turn and talk to determine all the factors for the number 18. </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Select students to share and record the factors on the boards.</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Repeat with 24 and 48. (Next slide).</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Display </a:t>
            </a:r>
            <a:r>
              <a:rPr lang="en-AU" sz="1600" u="none" kern="1200">
                <a:solidFill>
                  <a:schemeClr val="tx1"/>
                </a:solidFill>
                <a:effectLst/>
                <a:latin typeface="Arial" panose="020B0604020202020204" pitchFamily="34" charset="0"/>
                <a:ea typeface="+mn-ea"/>
                <a:cs typeface="Arial" panose="020B0604020202020204" pitchFamily="34" charset="0"/>
              </a:rPr>
              <a:t>Resource 16 – mystery factors</a:t>
            </a:r>
            <a:r>
              <a:rPr lang="en-AU" sz="1600" kern="1200">
                <a:solidFill>
                  <a:schemeClr val="tx1"/>
                </a:solidFill>
                <a:effectLst/>
                <a:latin typeface="Arial" panose="020B0604020202020204" pitchFamily="34" charset="0"/>
                <a:ea typeface="+mn-ea"/>
                <a:cs typeface="Arial" panose="020B0604020202020204" pitchFamily="34" charset="0"/>
              </a:rPr>
              <a:t>.</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Explain that all the factors on the multiplication grid are missing from the headings. Highlight that some of the products inside the grid have been filled in, and these can be used as clues to help determine the missing factors.</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Ask:</a:t>
            </a:r>
          </a:p>
          <a:p>
            <a:pPr lvl="0"/>
            <a:r>
              <a:rPr lang="en-AU" sz="1600" kern="1200">
                <a:solidFill>
                  <a:schemeClr val="tx1"/>
                </a:solidFill>
                <a:effectLst/>
                <a:latin typeface="Arial" panose="020B0604020202020204" pitchFamily="34" charset="0"/>
                <a:ea typeface="+mn-ea"/>
                <a:cs typeface="Arial" panose="020B0604020202020204" pitchFamily="34" charset="0"/>
              </a:rPr>
              <a:t>- Can you work out which factor goes in each row and column heading?</a:t>
            </a:r>
          </a:p>
          <a:p>
            <a:pPr lvl="0"/>
            <a:r>
              <a:rPr lang="en-AU" sz="1600" kern="1200">
                <a:solidFill>
                  <a:schemeClr val="tx1"/>
                </a:solidFill>
                <a:effectLst/>
                <a:latin typeface="Arial" panose="020B0604020202020204" pitchFamily="34" charset="0"/>
                <a:ea typeface="+mn-ea"/>
                <a:cs typeface="Arial" panose="020B0604020202020204" pitchFamily="34" charset="0"/>
              </a:rPr>
              <a:t>- Where might you start? Why?</a:t>
            </a:r>
          </a:p>
          <a:p>
            <a:pPr lvl="0"/>
            <a:r>
              <a:rPr lang="en-AU" sz="1600" kern="1200">
                <a:solidFill>
                  <a:schemeClr val="tx1"/>
                </a:solidFill>
                <a:effectLst/>
                <a:latin typeface="Arial" panose="020B0604020202020204" pitchFamily="34" charset="0"/>
                <a:ea typeface="+mn-ea"/>
                <a:cs typeface="Arial" panose="020B0604020202020204" pitchFamily="34" charset="0"/>
              </a:rPr>
              <a:t>- Can you see a relationship between the products?</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Prompt students to work in pairs to determine the factors and to complete the multiplication grid. </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Encourage students to use trial and error in situations where there are several possible factors.</a:t>
            </a:r>
          </a:p>
          <a:p>
            <a:endParaRPr lang="en-AU" b="1"/>
          </a:p>
          <a:p>
            <a:pPr marL="342900" indent="-342900">
              <a:buFont typeface="+mj-lt"/>
              <a:buAutoNum type="arabicPeriod"/>
            </a:pPr>
            <a:endParaRPr lang="en-AU" b="0"/>
          </a:p>
          <a:p>
            <a:endParaRPr lang="en-AU" b="1"/>
          </a:p>
          <a:p>
            <a:pPr marL="342900" indent="-342900">
              <a:buFont typeface="+mj-lt"/>
              <a:buAutoNum type="arabicPeriod"/>
            </a:pPr>
            <a:endParaRPr lang="en-AU"/>
          </a:p>
          <a:p>
            <a:endParaRPr lang="en-AU"/>
          </a:p>
        </p:txBody>
      </p:sp>
      <p:sp>
        <p:nvSpPr>
          <p:cNvPr id="4" name="Slide Number Placeholder 3">
            <a:extLst>
              <a:ext uri="{FF2B5EF4-FFF2-40B4-BE49-F238E27FC236}">
                <a16:creationId xmlns:a16="http://schemas.microsoft.com/office/drawing/2014/main" id="{366CB7F3-C8D4-58F8-3AEE-E8514DAE136E}"/>
              </a:ext>
            </a:extLst>
          </p:cNvPr>
          <p:cNvSpPr>
            <a:spLocks noGrp="1"/>
          </p:cNvSpPr>
          <p:nvPr>
            <p:ph type="sldNum" sz="quarter" idx="5"/>
          </p:nvPr>
        </p:nvSpPr>
        <p:spPr/>
        <p:txBody>
          <a:bodyPr/>
          <a:lstStyle/>
          <a:p>
            <a:fld id="{B07158C4-A119-4B78-9DE8-A50001BC31DC}" type="slidenum">
              <a:rPr lang="en-AU" smtClean="0"/>
              <a:pPr/>
              <a:t>10</a:t>
            </a:fld>
            <a:endParaRPr lang="en-AU"/>
          </a:p>
        </p:txBody>
      </p:sp>
    </p:spTree>
    <p:extLst>
      <p:ext uri="{BB962C8B-B14F-4D97-AF65-F5344CB8AC3E}">
        <p14:creationId xmlns:p14="http://schemas.microsoft.com/office/powerpoint/2010/main" val="291559654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6F122D-5588-18B5-4253-01BA6A102B6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FF075C6-E440-B592-1A4A-2DDD77F3535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AA74F42-87AE-BD7E-5552-A7B3A12015B1}"/>
              </a:ext>
            </a:extLst>
          </p:cNvPr>
          <p:cNvSpPr>
            <a:spLocks noGrp="1"/>
          </p:cNvSpPr>
          <p:nvPr>
            <p:ph type="body" idx="1"/>
          </p:nvPr>
        </p:nvSpPr>
        <p:spPr/>
        <p:txBody>
          <a:bodyPr/>
          <a:lstStyle/>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r>
              <a:rPr lang="en-AU"/>
              <a:t>Multiplicative relations A</a:t>
            </a:r>
          </a:p>
          <a:p>
            <a:endParaRPr lang="en-AU"/>
          </a:p>
          <a:p>
            <a:r>
              <a:rPr lang="en-AU" b="1"/>
              <a:t>Mystery factors</a:t>
            </a:r>
          </a:p>
          <a:p>
            <a:pPr marL="0" marR="0" lvl="0" indent="0" algn="l" defTabSz="1219170" rtl="0" eaLnBrk="1" fontAlgn="auto" latinLnBrk="0" hangingPunct="1">
              <a:lnSpc>
                <a:spcPct val="100000"/>
              </a:lnSpc>
              <a:spcBef>
                <a:spcPts val="0"/>
              </a:spcBef>
              <a:spcAft>
                <a:spcPts val="0"/>
              </a:spcAft>
              <a:buClrTx/>
              <a:buSzTx/>
              <a:buFontTx/>
              <a:buNone/>
              <a:tabLst/>
              <a:defRPr/>
            </a:pPr>
            <a:r>
              <a:rPr lang="en-AU" sz="1600" kern="1200">
                <a:solidFill>
                  <a:schemeClr val="tx1"/>
                </a:solidFill>
                <a:effectLst/>
                <a:latin typeface="Arial" panose="020B0604020202020204" pitchFamily="34" charset="0"/>
                <a:ea typeface="+mn-ea"/>
                <a:cs typeface="Arial" panose="020B0604020202020204" pitchFamily="34" charset="0"/>
              </a:rPr>
              <a:t>This activity is an adaptation of ‘Mystery Matrix’ from NRICH by University of Cambridge.</a:t>
            </a:r>
          </a:p>
          <a:p>
            <a:endParaRPr lang="en-AU" b="1"/>
          </a:p>
          <a:p>
            <a:r>
              <a:rPr lang="en-AU" b="0"/>
              <a:t>This resource corresponds to Resource 16 – mystery factors in Stage 3 Year A Unit 13. </a:t>
            </a:r>
          </a:p>
          <a:p>
            <a:endParaRPr lang="en-AU" b="1"/>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Explain that all the factors on the multiplication grid are missing from the headings. Highlight that some of the products inside the grid have been filled in, and these can be used as clues to help determine the missing factors.</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Ask:</a:t>
            </a:r>
          </a:p>
          <a:p>
            <a:pPr lvl="0"/>
            <a:r>
              <a:rPr lang="en-AU" sz="1600" kern="1200">
                <a:solidFill>
                  <a:schemeClr val="tx1"/>
                </a:solidFill>
                <a:effectLst/>
                <a:latin typeface="Arial" panose="020B0604020202020204" pitchFamily="34" charset="0"/>
                <a:ea typeface="+mn-ea"/>
                <a:cs typeface="Arial" panose="020B0604020202020204" pitchFamily="34" charset="0"/>
              </a:rPr>
              <a:t>- Can you work out which factor goes in each row and column heading?</a:t>
            </a:r>
          </a:p>
          <a:p>
            <a:pPr lvl="0"/>
            <a:r>
              <a:rPr lang="en-AU" sz="1600" kern="1200">
                <a:solidFill>
                  <a:schemeClr val="tx1"/>
                </a:solidFill>
                <a:effectLst/>
                <a:latin typeface="Arial" panose="020B0604020202020204" pitchFamily="34" charset="0"/>
                <a:ea typeface="+mn-ea"/>
                <a:cs typeface="Arial" panose="020B0604020202020204" pitchFamily="34" charset="0"/>
              </a:rPr>
              <a:t>- Where might you start? Why?</a:t>
            </a:r>
          </a:p>
          <a:p>
            <a:pPr lvl="0"/>
            <a:r>
              <a:rPr lang="en-AU" sz="1600" kern="1200">
                <a:solidFill>
                  <a:schemeClr val="tx1"/>
                </a:solidFill>
                <a:effectLst/>
                <a:latin typeface="Arial" panose="020B0604020202020204" pitchFamily="34" charset="0"/>
                <a:ea typeface="+mn-ea"/>
                <a:cs typeface="Arial" panose="020B0604020202020204" pitchFamily="34" charset="0"/>
              </a:rPr>
              <a:t>- Can you see a relationship between the products?</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Prompt students to work in pairs to determine the factors and to complete the multiplication grid. </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Encourage students to use trial and error in situations where there are several possible factors.</a:t>
            </a:r>
          </a:p>
          <a:p>
            <a:endParaRPr lang="en-AU" b="1"/>
          </a:p>
          <a:p>
            <a:pPr marL="342900" indent="-342900">
              <a:buFont typeface="+mj-lt"/>
              <a:buAutoNum type="arabicPeriod"/>
            </a:pPr>
            <a:endParaRPr lang="en-AU" b="0"/>
          </a:p>
          <a:p>
            <a:endParaRPr lang="en-AU" b="1"/>
          </a:p>
          <a:p>
            <a:pPr marL="342900" indent="-342900">
              <a:buFont typeface="+mj-lt"/>
              <a:buAutoNum type="arabicPeriod"/>
            </a:pPr>
            <a:endParaRPr lang="en-AU"/>
          </a:p>
          <a:p>
            <a:endParaRPr lang="en-AU"/>
          </a:p>
        </p:txBody>
      </p:sp>
      <p:sp>
        <p:nvSpPr>
          <p:cNvPr id="4" name="Slide Number Placeholder 3">
            <a:extLst>
              <a:ext uri="{FF2B5EF4-FFF2-40B4-BE49-F238E27FC236}">
                <a16:creationId xmlns:a16="http://schemas.microsoft.com/office/drawing/2014/main" id="{D61C5F02-A978-ADBA-FA9E-B048837810DA}"/>
              </a:ext>
            </a:extLst>
          </p:cNvPr>
          <p:cNvSpPr>
            <a:spLocks noGrp="1"/>
          </p:cNvSpPr>
          <p:nvPr>
            <p:ph type="sldNum" sz="quarter" idx="5"/>
          </p:nvPr>
        </p:nvSpPr>
        <p:spPr/>
        <p:txBody>
          <a:bodyPr/>
          <a:lstStyle/>
          <a:p>
            <a:fld id="{B07158C4-A119-4B78-9DE8-A50001BC31DC}" type="slidenum">
              <a:rPr lang="en-AU" smtClean="0"/>
              <a:pPr/>
              <a:t>11</a:t>
            </a:fld>
            <a:endParaRPr lang="en-AU"/>
          </a:p>
        </p:txBody>
      </p:sp>
    </p:spTree>
    <p:extLst>
      <p:ext uri="{BB962C8B-B14F-4D97-AF65-F5344CB8AC3E}">
        <p14:creationId xmlns:p14="http://schemas.microsoft.com/office/powerpoint/2010/main" val="183564042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17E144-6368-170B-8DA4-670B1C3D06D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0DE9757-8C6B-F81D-9C0D-C6268C96901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737F240-21FF-8986-C44B-3C887372C581}"/>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AC2BA03A-216B-16E6-14C0-97AFF5EB3638}"/>
              </a:ext>
            </a:extLst>
          </p:cNvPr>
          <p:cNvSpPr>
            <a:spLocks noGrp="1"/>
          </p:cNvSpPr>
          <p:nvPr>
            <p:ph type="sldNum" sz="quarter" idx="5"/>
          </p:nvPr>
        </p:nvSpPr>
        <p:spPr/>
        <p:txBody>
          <a:bodyPr/>
          <a:lstStyle/>
          <a:p>
            <a:fld id="{B07158C4-A119-4B78-9DE8-A50001BC31DC}" type="slidenum">
              <a:rPr lang="en-AU" smtClean="0"/>
              <a:pPr/>
              <a:t>12</a:t>
            </a:fld>
            <a:endParaRPr lang="en-AU"/>
          </a:p>
        </p:txBody>
      </p:sp>
    </p:spTree>
    <p:extLst>
      <p:ext uri="{BB962C8B-B14F-4D97-AF65-F5344CB8AC3E}">
        <p14:creationId xmlns:p14="http://schemas.microsoft.com/office/powerpoint/2010/main" val="218728388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4B1C04-6FEB-250D-63C2-3673470742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781FEE9-C351-590B-FAE2-EAE2B6B9A4C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DA466A9-D491-FA43-72DA-90EF16FC513B}"/>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The question on this slide connects to the content being explored in the developing number sense activity (Activity 2)</a:t>
            </a:r>
          </a:p>
          <a:p>
            <a:pPr>
              <a:defRPr/>
            </a:pPr>
            <a:endParaRPr lang="en-AU" b="1">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sz="1600" b="0" i="0" kern="1200">
                <a:solidFill>
                  <a:schemeClr val="tx1"/>
                </a:solidFill>
                <a:effectLst/>
                <a:latin typeface="Arial" panose="020B0604020202020204" pitchFamily="34" charset="0"/>
                <a:ea typeface="+mn-ea"/>
                <a:cs typeface="Arial" panose="020B0604020202020204" pitchFamily="34" charset="0"/>
              </a:rPr>
              <a:t>Multiplicative relations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335C0D79-4D8F-FF5C-70C7-6DF8F997051A}"/>
              </a:ext>
            </a:extLst>
          </p:cNvPr>
          <p:cNvSpPr>
            <a:spLocks noGrp="1"/>
          </p:cNvSpPr>
          <p:nvPr>
            <p:ph type="sldNum" sz="quarter" idx="5"/>
          </p:nvPr>
        </p:nvSpPr>
        <p:spPr/>
        <p:txBody>
          <a:bodyPr/>
          <a:lstStyle/>
          <a:p>
            <a:fld id="{B07158C4-A119-4B78-9DE8-A50001BC31DC}" type="slidenum">
              <a:rPr lang="en-AU" smtClean="0"/>
              <a:pPr/>
              <a:t>13</a:t>
            </a:fld>
            <a:endParaRPr lang="en-AU"/>
          </a:p>
        </p:txBody>
      </p:sp>
    </p:spTree>
    <p:extLst>
      <p:ext uri="{BB962C8B-B14F-4D97-AF65-F5344CB8AC3E}">
        <p14:creationId xmlns:p14="http://schemas.microsoft.com/office/powerpoint/2010/main" val="205208470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6D7B5D-03CC-5CEC-A3EB-1E59D8CAF65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0B7E80-EABB-1C39-5313-B4A3AD15F46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7D537F6-925D-5584-F18D-3EDE7D241D67}"/>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b="0" i="0" u="none" strike="noStrike">
                <a:solidFill>
                  <a:srgbClr val="000000"/>
                </a:solidFill>
                <a:effectLst/>
                <a:latin typeface="Aptos Narrow" panose="020B0004020202020204" pitchFamily="34" charset="0"/>
              </a:rPr>
              <a:t>Multiplicative relations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598F3768-A034-3C0D-6695-0FF8CE8DCC83}"/>
              </a:ext>
            </a:extLst>
          </p:cNvPr>
          <p:cNvSpPr>
            <a:spLocks noGrp="1"/>
          </p:cNvSpPr>
          <p:nvPr>
            <p:ph type="sldNum" sz="quarter" idx="5"/>
          </p:nvPr>
        </p:nvSpPr>
        <p:spPr/>
        <p:txBody>
          <a:bodyPr/>
          <a:lstStyle/>
          <a:p>
            <a:fld id="{B07158C4-A119-4B78-9DE8-A50001BC31DC}" type="slidenum">
              <a:rPr lang="en-AU" smtClean="0"/>
              <a:pPr/>
              <a:t>14</a:t>
            </a:fld>
            <a:endParaRPr lang="en-AU"/>
          </a:p>
        </p:txBody>
      </p:sp>
    </p:spTree>
    <p:extLst>
      <p:ext uri="{BB962C8B-B14F-4D97-AF65-F5344CB8AC3E}">
        <p14:creationId xmlns:p14="http://schemas.microsoft.com/office/powerpoint/2010/main" val="127571776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371957-37CB-22ED-655F-1FF375858D5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604F12-B5F3-C3DD-399D-DA978ACD2A2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00D5BBD-B48A-DBF2-DD77-C00A65220957}"/>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b="0" i="0" u="none" strike="noStrike">
                <a:solidFill>
                  <a:srgbClr val="000000"/>
                </a:solidFill>
                <a:effectLst/>
                <a:latin typeface="Aptos Narrow" panose="020B0004020202020204" pitchFamily="34" charset="0"/>
              </a:rPr>
              <a:t>Two-dimensional spatial structure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91AF8CE9-E4A5-A7C2-D2A0-31891536A971}"/>
              </a:ext>
            </a:extLst>
          </p:cNvPr>
          <p:cNvSpPr>
            <a:spLocks noGrp="1"/>
          </p:cNvSpPr>
          <p:nvPr>
            <p:ph type="sldNum" sz="quarter" idx="5"/>
          </p:nvPr>
        </p:nvSpPr>
        <p:spPr/>
        <p:txBody>
          <a:bodyPr/>
          <a:lstStyle/>
          <a:p>
            <a:fld id="{B07158C4-A119-4B78-9DE8-A50001BC31DC}" type="slidenum">
              <a:rPr lang="en-AU" smtClean="0"/>
              <a:pPr/>
              <a:t>15</a:t>
            </a:fld>
            <a:endParaRPr lang="en-AU"/>
          </a:p>
        </p:txBody>
      </p:sp>
    </p:spTree>
    <p:extLst>
      <p:ext uri="{BB962C8B-B14F-4D97-AF65-F5344CB8AC3E}">
        <p14:creationId xmlns:p14="http://schemas.microsoft.com/office/powerpoint/2010/main" val="162203905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8D4C57-6045-AB0E-671E-EC0E14C02F3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5F81149-5C94-1283-6077-F0E5B1CF7B6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5DB8C4D-555B-E702-8712-5039987854CC}"/>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b="0" i="0" u="none" strike="noStrike">
                <a:solidFill>
                  <a:srgbClr val="000000"/>
                </a:solidFill>
                <a:effectLst/>
                <a:latin typeface="Aptos Narrow" panose="020B0004020202020204" pitchFamily="34" charset="0"/>
              </a:rPr>
              <a:t>Represent numbers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C66A0B8C-6089-7AFA-24BA-C5DA3F260D41}"/>
              </a:ext>
            </a:extLst>
          </p:cNvPr>
          <p:cNvSpPr>
            <a:spLocks noGrp="1"/>
          </p:cNvSpPr>
          <p:nvPr>
            <p:ph type="sldNum" sz="quarter" idx="5"/>
          </p:nvPr>
        </p:nvSpPr>
        <p:spPr/>
        <p:txBody>
          <a:bodyPr/>
          <a:lstStyle/>
          <a:p>
            <a:fld id="{B07158C4-A119-4B78-9DE8-A50001BC31DC}" type="slidenum">
              <a:rPr lang="en-AU" smtClean="0"/>
              <a:pPr/>
              <a:t>16</a:t>
            </a:fld>
            <a:endParaRPr lang="en-AU"/>
          </a:p>
        </p:txBody>
      </p:sp>
    </p:spTree>
    <p:extLst>
      <p:ext uri="{BB962C8B-B14F-4D97-AF65-F5344CB8AC3E}">
        <p14:creationId xmlns:p14="http://schemas.microsoft.com/office/powerpoint/2010/main" val="106361203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6F1762-6B1B-7910-D7E9-05CB9F1F029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1790E7-BF47-798B-48D4-65DCA6CF971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3D8BDD6-6756-877A-0B16-706287D5F17B}"/>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b="0" i="0" u="none" strike="noStrike">
                <a:solidFill>
                  <a:srgbClr val="000000"/>
                </a:solidFill>
                <a:effectLst/>
                <a:latin typeface="Aptos Narrow" panose="020B0004020202020204" pitchFamily="34" charset="0"/>
              </a:rPr>
              <a:t>Chance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84410BE7-9EE3-D2B2-AB59-C7EC71A23A65}"/>
              </a:ext>
            </a:extLst>
          </p:cNvPr>
          <p:cNvSpPr>
            <a:spLocks noGrp="1"/>
          </p:cNvSpPr>
          <p:nvPr>
            <p:ph type="sldNum" sz="quarter" idx="5"/>
          </p:nvPr>
        </p:nvSpPr>
        <p:spPr/>
        <p:txBody>
          <a:bodyPr/>
          <a:lstStyle/>
          <a:p>
            <a:fld id="{B07158C4-A119-4B78-9DE8-A50001BC31DC}" type="slidenum">
              <a:rPr lang="en-AU" smtClean="0"/>
              <a:pPr/>
              <a:t>17</a:t>
            </a:fld>
            <a:endParaRPr lang="en-AU"/>
          </a:p>
        </p:txBody>
      </p:sp>
    </p:spTree>
    <p:extLst>
      <p:ext uri="{BB962C8B-B14F-4D97-AF65-F5344CB8AC3E}">
        <p14:creationId xmlns:p14="http://schemas.microsoft.com/office/powerpoint/2010/main" val="93448927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1DEEE8-2A30-FE37-09AA-591EE12B36F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5AA62B1-C037-39D3-47C8-3DA7DF700C6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96325CD-BDAE-3C5A-F2F3-AB4114CB22A8}"/>
              </a:ext>
            </a:extLst>
          </p:cNvPr>
          <p:cNvSpPr>
            <a:spLocks noGrp="1"/>
          </p:cNvSpPr>
          <p:nvPr>
            <p:ph type="body" idx="1"/>
          </p:nvPr>
        </p:nvSpPr>
        <p:spPr/>
        <p:txBody>
          <a:bodyPr/>
          <a:lstStyle/>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r>
              <a:rPr lang="en-AU"/>
              <a:t>Multiplicative relations A</a:t>
            </a:r>
          </a:p>
          <a:p>
            <a:endParaRPr lang="en-AU"/>
          </a:p>
          <a:p>
            <a:r>
              <a:rPr lang="en-AU" b="1"/>
              <a:t>Factors fun - fours</a:t>
            </a:r>
          </a:p>
          <a:p>
            <a:r>
              <a:rPr lang="en-AU" sz="1600" kern="1200">
                <a:solidFill>
                  <a:schemeClr val="tx1"/>
                </a:solidFill>
                <a:effectLst/>
                <a:latin typeface="Arial" panose="020B0604020202020204" pitchFamily="34" charset="0"/>
                <a:ea typeface="+mn-ea"/>
                <a:cs typeface="Arial" panose="020B0604020202020204" pitchFamily="34" charset="0"/>
              </a:rPr>
              <a:t>This activity is an adaptation of ‘Factors fun’ from Thinking mathematically by NSW Department of Education.</a:t>
            </a:r>
            <a:endParaRPr lang="en-AU" b="0"/>
          </a:p>
          <a:p>
            <a:endParaRPr lang="en-AU" b="1"/>
          </a:p>
          <a:p>
            <a:r>
              <a:rPr lang="en-AU" b="0"/>
              <a:t>This resource corresponds to Resource 17 – factors fun in Stage 3 Year A Unit 13. </a:t>
            </a:r>
          </a:p>
          <a:p>
            <a:endParaRPr lang="en-AU" b="1"/>
          </a:p>
          <a:p>
            <a:pPr marL="285750" indent="-285750">
              <a:buFont typeface="Arial" panose="020B0604020202020204" pitchFamily="34" charset="0"/>
              <a:buChar char="•"/>
            </a:pPr>
            <a:r>
              <a:rPr lang="en-AU" b="0"/>
              <a:t>Demonstrate how to play the game.</a:t>
            </a:r>
          </a:p>
          <a:p>
            <a:r>
              <a:rPr lang="en-AU" b="0"/>
              <a:t>a. Spin the spinner with a pencil and paper clip to determine the product (for example, 32).</a:t>
            </a:r>
          </a:p>
          <a:p>
            <a:r>
              <a:rPr lang="en-AU" b="0"/>
              <a:t>b. Identify the factor that multiplies with 4 to make the product.</a:t>
            </a:r>
          </a:p>
          <a:p>
            <a:r>
              <a:rPr lang="en-AU" b="0"/>
              <a:t>c. Place one counter on the matching number on the gameboard, claiming that place.</a:t>
            </a:r>
          </a:p>
          <a:p>
            <a:r>
              <a:rPr lang="en-AU" b="0"/>
              <a:t>d. If the number is taken, miss a turn.</a:t>
            </a:r>
          </a:p>
          <a:p>
            <a:r>
              <a:rPr lang="en-AU" b="0"/>
              <a:t>e. If there are no new counters that can be added to the gameboard, move an existing counter to a new place.</a:t>
            </a:r>
          </a:p>
          <a:p>
            <a:r>
              <a:rPr lang="en-AU" b="0"/>
              <a:t>f. Players win by getting four counters in a row (in any orientation, including a square).</a:t>
            </a:r>
          </a:p>
          <a:p>
            <a:pPr marL="285750" indent="-285750">
              <a:buFont typeface="Arial" panose="020B0604020202020204" pitchFamily="34" charset="0"/>
              <a:buChar char="•"/>
            </a:pPr>
            <a:r>
              <a:rPr lang="en-AU" b="0"/>
              <a:t>Provide pairs of students with the gameboard on Resource 17 – factors fun, 12 counters (6 counters in each colour), a paper clip, a pencil and spinner – fours.</a:t>
            </a:r>
          </a:p>
          <a:p>
            <a:pPr marL="285750" indent="-285750">
              <a:buFont typeface="Arial" panose="020B0604020202020204" pitchFamily="34" charset="0"/>
              <a:buChar char="•"/>
            </a:pPr>
            <a:r>
              <a:rPr lang="en-AU" b="0"/>
              <a:t>Students play the game until one of the players wins by getting 4 of their coloured counters in a row.</a:t>
            </a:r>
          </a:p>
          <a:p>
            <a:endParaRPr lang="en-AU" b="0"/>
          </a:p>
          <a:p>
            <a:pPr marL="342900" indent="-342900">
              <a:buFont typeface="+mj-lt"/>
              <a:buAutoNum type="arabicPeriod"/>
            </a:pPr>
            <a:endParaRPr lang="en-AU" b="0"/>
          </a:p>
          <a:p>
            <a:endParaRPr lang="en-AU" b="1"/>
          </a:p>
          <a:p>
            <a:pPr marL="342900" indent="-342900">
              <a:buFont typeface="+mj-lt"/>
              <a:buAutoNum type="arabicPeriod"/>
            </a:pPr>
            <a:endParaRPr lang="en-AU"/>
          </a:p>
          <a:p>
            <a:endParaRPr lang="en-AU"/>
          </a:p>
        </p:txBody>
      </p:sp>
      <p:sp>
        <p:nvSpPr>
          <p:cNvPr id="4" name="Slide Number Placeholder 3">
            <a:extLst>
              <a:ext uri="{FF2B5EF4-FFF2-40B4-BE49-F238E27FC236}">
                <a16:creationId xmlns:a16="http://schemas.microsoft.com/office/drawing/2014/main" id="{AB6EEA92-2A27-DA08-297B-8CF919E6D1B9}"/>
              </a:ext>
            </a:extLst>
          </p:cNvPr>
          <p:cNvSpPr>
            <a:spLocks noGrp="1"/>
          </p:cNvSpPr>
          <p:nvPr>
            <p:ph type="sldNum" sz="quarter" idx="5"/>
          </p:nvPr>
        </p:nvSpPr>
        <p:spPr/>
        <p:txBody>
          <a:bodyPr/>
          <a:lstStyle/>
          <a:p>
            <a:fld id="{B07158C4-A119-4B78-9DE8-A50001BC31DC}" type="slidenum">
              <a:rPr lang="en-AU" smtClean="0"/>
              <a:pPr/>
              <a:t>18</a:t>
            </a:fld>
            <a:endParaRPr lang="en-AU"/>
          </a:p>
        </p:txBody>
      </p:sp>
    </p:spTree>
    <p:extLst>
      <p:ext uri="{BB962C8B-B14F-4D97-AF65-F5344CB8AC3E}">
        <p14:creationId xmlns:p14="http://schemas.microsoft.com/office/powerpoint/2010/main" val="74483761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0B0071-6D83-491B-87D9-D91F9F5107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8847847-8441-5351-352B-27E3A1C0964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BBE9331-0D17-BC5D-F23B-6C96CFA74E4B}"/>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5880D4E9-0C6D-F114-415D-92C511B7277D}"/>
              </a:ext>
            </a:extLst>
          </p:cNvPr>
          <p:cNvSpPr>
            <a:spLocks noGrp="1"/>
          </p:cNvSpPr>
          <p:nvPr>
            <p:ph type="sldNum" sz="quarter" idx="5"/>
          </p:nvPr>
        </p:nvSpPr>
        <p:spPr/>
        <p:txBody>
          <a:bodyPr/>
          <a:lstStyle/>
          <a:p>
            <a:fld id="{B07158C4-A119-4B78-9DE8-A50001BC31DC}" type="slidenum">
              <a:rPr lang="en-AU" smtClean="0"/>
              <a:pPr/>
              <a:t>19</a:t>
            </a:fld>
            <a:endParaRPr lang="en-AU"/>
          </a:p>
        </p:txBody>
      </p:sp>
    </p:spTree>
    <p:extLst>
      <p:ext uri="{BB962C8B-B14F-4D97-AF65-F5344CB8AC3E}">
        <p14:creationId xmlns:p14="http://schemas.microsoft.com/office/powerpoint/2010/main" val="258004847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780149-0CB0-EDDD-5B08-8F680C7A71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DC2F04F-A596-FC76-5186-7631AA37EF0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50421AD-6A32-B849-3496-F3785A5CCA51}"/>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This question connects to the content in the developing number sense activity (Activity 3)</a:t>
            </a:r>
          </a:p>
          <a:p>
            <a:pPr>
              <a:buFont typeface="Wingdings" panose="05000000000000000000" pitchFamily="2" charset="2"/>
              <a:defRPr/>
            </a:pPr>
            <a:endParaRPr lang="en-AU">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a:highlight>
                  <a:srgbClr val="FFFF00"/>
                </a:highlight>
                <a:latin typeface="Arial"/>
                <a:cs typeface="Arial"/>
              </a:rPr>
              <a:t>Multiplicative relations A</a:t>
            </a:r>
          </a:p>
        </p:txBody>
      </p:sp>
      <p:sp>
        <p:nvSpPr>
          <p:cNvPr id="4" name="Slide Number Placeholder 3">
            <a:extLst>
              <a:ext uri="{FF2B5EF4-FFF2-40B4-BE49-F238E27FC236}">
                <a16:creationId xmlns:a16="http://schemas.microsoft.com/office/drawing/2014/main" id="{AA748202-3E97-0613-B01D-37F69F9E7D13}"/>
              </a:ext>
            </a:extLst>
          </p:cNvPr>
          <p:cNvSpPr>
            <a:spLocks noGrp="1"/>
          </p:cNvSpPr>
          <p:nvPr>
            <p:ph type="sldNum" sz="quarter" idx="5"/>
          </p:nvPr>
        </p:nvSpPr>
        <p:spPr/>
        <p:txBody>
          <a:bodyPr/>
          <a:lstStyle/>
          <a:p>
            <a:fld id="{B07158C4-A119-4B78-9DE8-A50001BC31DC}" type="slidenum">
              <a:rPr lang="en-AU" smtClean="0"/>
              <a:pPr/>
              <a:t>20</a:t>
            </a:fld>
            <a:endParaRPr lang="en-AU"/>
          </a:p>
        </p:txBody>
      </p:sp>
    </p:spTree>
    <p:extLst>
      <p:ext uri="{BB962C8B-B14F-4D97-AF65-F5344CB8AC3E}">
        <p14:creationId xmlns:p14="http://schemas.microsoft.com/office/powerpoint/2010/main" val="225270515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3FED08-B5FE-FC1F-FD00-5453D9B6A86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065B7C-7F80-5109-C77F-F3696C07A09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69F1AA4-F995-0002-8AAE-1D902ABEA693}"/>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b="0" i="0" u="none" strike="noStrike">
                <a:solidFill>
                  <a:srgbClr val="000000"/>
                </a:solidFill>
                <a:effectLst/>
                <a:latin typeface="Aptos Narrow" panose="020B0004020202020204" pitchFamily="34" charset="0"/>
              </a:rPr>
              <a:t>Multiplicative relations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1A29EA8C-3E94-B009-565F-7C0388062C7E}"/>
              </a:ext>
            </a:extLst>
          </p:cNvPr>
          <p:cNvSpPr>
            <a:spLocks noGrp="1"/>
          </p:cNvSpPr>
          <p:nvPr>
            <p:ph type="sldNum" sz="quarter" idx="5"/>
          </p:nvPr>
        </p:nvSpPr>
        <p:spPr/>
        <p:txBody>
          <a:bodyPr/>
          <a:lstStyle/>
          <a:p>
            <a:fld id="{B07158C4-A119-4B78-9DE8-A50001BC31DC}" type="slidenum">
              <a:rPr lang="en-AU" smtClean="0"/>
              <a:pPr/>
              <a:t>21</a:t>
            </a:fld>
            <a:endParaRPr lang="en-AU"/>
          </a:p>
        </p:txBody>
      </p:sp>
    </p:spTree>
    <p:extLst>
      <p:ext uri="{BB962C8B-B14F-4D97-AF65-F5344CB8AC3E}">
        <p14:creationId xmlns:p14="http://schemas.microsoft.com/office/powerpoint/2010/main" val="372214275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60DAD2-BC75-474C-281B-03B15440DD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53558A-0F49-BFA8-C859-8BA0CFF6992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E8B09B3-BD05-50CB-7CE8-E8F3F11C8930}"/>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r>
              <a:rPr lang="en-AU" sz="1600" b="0" i="0" kern="1200">
                <a:solidFill>
                  <a:schemeClr val="tx1"/>
                </a:solidFill>
                <a:effectLst/>
                <a:latin typeface="Arial" panose="020B0604020202020204" pitchFamily="34" charset="0"/>
                <a:ea typeface="+mn-ea"/>
                <a:cs typeface="Arial" panose="020B0604020202020204" pitchFamily="34" charset="0"/>
              </a:rPr>
              <a:t>Two-dimensional spatial structure A</a:t>
            </a:r>
            <a:endParaRPr lang="en-AU" b="1"/>
          </a:p>
        </p:txBody>
      </p:sp>
      <p:sp>
        <p:nvSpPr>
          <p:cNvPr id="4" name="Slide Number Placeholder 3">
            <a:extLst>
              <a:ext uri="{FF2B5EF4-FFF2-40B4-BE49-F238E27FC236}">
                <a16:creationId xmlns:a16="http://schemas.microsoft.com/office/drawing/2014/main" id="{4F38D5F0-35F9-4ED4-9973-07488D5155D9}"/>
              </a:ext>
            </a:extLst>
          </p:cNvPr>
          <p:cNvSpPr>
            <a:spLocks noGrp="1"/>
          </p:cNvSpPr>
          <p:nvPr>
            <p:ph type="sldNum" sz="quarter" idx="5"/>
          </p:nvPr>
        </p:nvSpPr>
        <p:spPr/>
        <p:txBody>
          <a:bodyPr/>
          <a:lstStyle/>
          <a:p>
            <a:fld id="{B07158C4-A119-4B78-9DE8-A50001BC31DC}" type="slidenum">
              <a:rPr lang="en-AU" smtClean="0"/>
              <a:pPr/>
              <a:t>22</a:t>
            </a:fld>
            <a:endParaRPr lang="en-AU"/>
          </a:p>
        </p:txBody>
      </p:sp>
    </p:spTree>
    <p:extLst>
      <p:ext uri="{BB962C8B-B14F-4D97-AF65-F5344CB8AC3E}">
        <p14:creationId xmlns:p14="http://schemas.microsoft.com/office/powerpoint/2010/main" val="63697827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EF8757-48C8-BC0B-A2EC-4B071C000E9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E85F7F6-7049-41AD-27D4-DE9D4296494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FD76780-9CD4-51EA-5782-75AFC89B09CD}"/>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b="0" i="0" u="none" strike="noStrike">
                <a:solidFill>
                  <a:srgbClr val="000000"/>
                </a:solidFill>
                <a:effectLst/>
                <a:latin typeface="Aptos Narrow" panose="020B0004020202020204" pitchFamily="34" charset="0"/>
              </a:rPr>
              <a:t>Represents numbers A</a:t>
            </a:r>
            <a:br>
              <a:rPr lang="en-AU" sz="1600" b="0" i="0" u="none" strike="noStrike">
                <a:solidFill>
                  <a:srgbClr val="000000"/>
                </a:solidFill>
                <a:effectLst/>
                <a:latin typeface="Aptos Narrow" panose="020B0004020202020204" pitchFamily="34" charset="0"/>
              </a:rPr>
            </a:b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DB062400-1A0E-9153-7D29-B2EECE2ADA1F}"/>
              </a:ext>
            </a:extLst>
          </p:cNvPr>
          <p:cNvSpPr>
            <a:spLocks noGrp="1"/>
          </p:cNvSpPr>
          <p:nvPr>
            <p:ph type="sldNum" sz="quarter" idx="5"/>
          </p:nvPr>
        </p:nvSpPr>
        <p:spPr/>
        <p:txBody>
          <a:bodyPr/>
          <a:lstStyle/>
          <a:p>
            <a:fld id="{B07158C4-A119-4B78-9DE8-A50001BC31DC}" type="slidenum">
              <a:rPr lang="en-AU" smtClean="0"/>
              <a:pPr/>
              <a:t>23</a:t>
            </a:fld>
            <a:endParaRPr lang="en-AU"/>
          </a:p>
        </p:txBody>
      </p:sp>
    </p:spTree>
    <p:extLst>
      <p:ext uri="{BB962C8B-B14F-4D97-AF65-F5344CB8AC3E}">
        <p14:creationId xmlns:p14="http://schemas.microsoft.com/office/powerpoint/2010/main" val="320810053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2846E4-A4D3-ACCA-68D8-9C73C11B22B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565AF9E-4B5E-989D-9866-2AD0A9C8206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D847B3-D2E9-3BD6-B10A-D87BD6414E5B}"/>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b="0" i="0" u="none" strike="noStrike">
                <a:solidFill>
                  <a:srgbClr val="000000"/>
                </a:solidFill>
                <a:effectLst/>
                <a:latin typeface="Aptos Narrow" panose="020B0004020202020204" pitchFamily="34" charset="0"/>
              </a:rPr>
              <a:t>Non-spatial measure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791E6D43-E1C2-968D-25C5-69AF215362A9}"/>
              </a:ext>
            </a:extLst>
          </p:cNvPr>
          <p:cNvSpPr>
            <a:spLocks noGrp="1"/>
          </p:cNvSpPr>
          <p:nvPr>
            <p:ph type="sldNum" sz="quarter" idx="5"/>
          </p:nvPr>
        </p:nvSpPr>
        <p:spPr/>
        <p:txBody>
          <a:bodyPr/>
          <a:lstStyle/>
          <a:p>
            <a:fld id="{B07158C4-A119-4B78-9DE8-A50001BC31DC}" type="slidenum">
              <a:rPr lang="en-AU" smtClean="0"/>
              <a:pPr/>
              <a:t>24</a:t>
            </a:fld>
            <a:endParaRPr lang="en-AU"/>
          </a:p>
        </p:txBody>
      </p:sp>
    </p:spTree>
    <p:extLst>
      <p:ext uri="{BB962C8B-B14F-4D97-AF65-F5344CB8AC3E}">
        <p14:creationId xmlns:p14="http://schemas.microsoft.com/office/powerpoint/2010/main" val="266384207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667566-822C-331E-5FDF-63BF85923E4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2C742F-F5FE-204E-3BB9-AF03DC4DD4B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C1210D7-4F5C-F395-88C9-169EC0C2B6DB}"/>
              </a:ext>
            </a:extLst>
          </p:cNvPr>
          <p:cNvSpPr>
            <a:spLocks noGrp="1"/>
          </p:cNvSpPr>
          <p:nvPr>
            <p:ph type="body" idx="1"/>
          </p:nvPr>
        </p:nvSpPr>
        <p:spPr/>
        <p:txBody>
          <a:bodyPr/>
          <a:lstStyle/>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r>
              <a:rPr lang="en-AU"/>
              <a:t>Multiplication relations A</a:t>
            </a:r>
          </a:p>
          <a:p>
            <a:endParaRPr lang="en-AU"/>
          </a:p>
          <a:p>
            <a:r>
              <a:rPr lang="en-AU" b="1"/>
              <a:t>Factors fun – sixes</a:t>
            </a:r>
          </a:p>
          <a:p>
            <a:endParaRPr lang="en-AU" b="1"/>
          </a:p>
          <a:p>
            <a:r>
              <a:rPr lang="en-AU" sz="1600" kern="1200">
                <a:solidFill>
                  <a:schemeClr val="tx1"/>
                </a:solidFill>
                <a:effectLst/>
                <a:latin typeface="Arial" panose="020B0604020202020204" pitchFamily="34" charset="0"/>
                <a:ea typeface="+mn-ea"/>
                <a:cs typeface="Arial" panose="020B0604020202020204" pitchFamily="34" charset="0"/>
              </a:rPr>
              <a:t>This activity is an adaptation of ‘Factors fun’ from Thinking mathematically by NSW Department of Education.</a:t>
            </a:r>
            <a:endParaRPr lang="en-AU" b="0"/>
          </a:p>
          <a:p>
            <a:endParaRPr lang="en-AU" b="1"/>
          </a:p>
          <a:p>
            <a:r>
              <a:rPr lang="en-AU" b="0"/>
              <a:t>This resource corresponds to Resource 17 – factors fun in Stage 3 Year A Unit 13. </a:t>
            </a:r>
          </a:p>
          <a:p>
            <a:endParaRPr lang="en-AU" b="0"/>
          </a:p>
          <a:p>
            <a:pPr marL="285750" indent="-285750">
              <a:buFont typeface="Arial" panose="020B0604020202020204" pitchFamily="34" charset="0"/>
              <a:buChar char="•"/>
            </a:pPr>
            <a:r>
              <a:rPr lang="en-AU" b="0"/>
              <a:t>Demonstrate how to play the game.</a:t>
            </a:r>
          </a:p>
          <a:p>
            <a:r>
              <a:rPr lang="en-AU" b="0"/>
              <a:t>a. Spin the spinner with a pencil and paper clip to determine the product (for example, 48).</a:t>
            </a:r>
          </a:p>
          <a:p>
            <a:r>
              <a:rPr lang="en-AU" b="0"/>
              <a:t>b. Identify the factor that multiplies with 4 to make the product.</a:t>
            </a:r>
          </a:p>
          <a:p>
            <a:r>
              <a:rPr lang="en-AU" b="0"/>
              <a:t>c. Place one counter on the matching number on the gameboard, claiming that place.</a:t>
            </a:r>
          </a:p>
          <a:p>
            <a:r>
              <a:rPr lang="en-AU" b="0"/>
              <a:t>d. If the number is taken, miss a turn.</a:t>
            </a:r>
          </a:p>
          <a:p>
            <a:r>
              <a:rPr lang="en-AU" b="0"/>
              <a:t>e. If there are no new counters that can be added to the gameboard, move an existing counter to a new place.</a:t>
            </a:r>
          </a:p>
          <a:p>
            <a:r>
              <a:rPr lang="en-AU" b="0"/>
              <a:t>f. Players win by getting four counters in a row (in any orientation, including a square).</a:t>
            </a:r>
          </a:p>
          <a:p>
            <a:pPr marL="285750" indent="-285750">
              <a:buFont typeface="Arial" panose="020B0604020202020204" pitchFamily="34" charset="0"/>
              <a:buChar char="•"/>
            </a:pPr>
            <a:r>
              <a:rPr lang="en-AU" b="0"/>
              <a:t>Provide pairs of students with the gameboard on Resource 17 – factors fun, 12 counters (6 counters in each colour), a paper clip, a pencil and spinner – sixes.</a:t>
            </a:r>
          </a:p>
          <a:p>
            <a:pPr marL="285750" indent="-285750">
              <a:buFont typeface="Arial" panose="020B0604020202020204" pitchFamily="34" charset="0"/>
              <a:buChar char="•"/>
            </a:pPr>
            <a:r>
              <a:rPr lang="en-AU" b="0"/>
              <a:t>Students play the game until one of the players wins by getting 4 of their coloured counters in a row.</a:t>
            </a:r>
          </a:p>
          <a:p>
            <a:endParaRPr lang="en-AU" b="0"/>
          </a:p>
          <a:p>
            <a:endParaRPr lang="en-AU" b="0"/>
          </a:p>
          <a:p>
            <a:pPr marL="342900" indent="-342900">
              <a:buFont typeface="+mj-lt"/>
              <a:buAutoNum type="arabicPeriod"/>
            </a:pPr>
            <a:endParaRPr lang="en-AU" b="0"/>
          </a:p>
          <a:p>
            <a:endParaRPr lang="en-AU" b="1"/>
          </a:p>
          <a:p>
            <a:pPr marL="342900" indent="-342900">
              <a:buFont typeface="+mj-lt"/>
              <a:buAutoNum type="arabicPeriod"/>
            </a:pPr>
            <a:endParaRPr lang="en-AU"/>
          </a:p>
          <a:p>
            <a:endParaRPr lang="en-AU"/>
          </a:p>
        </p:txBody>
      </p:sp>
      <p:sp>
        <p:nvSpPr>
          <p:cNvPr id="4" name="Slide Number Placeholder 3">
            <a:extLst>
              <a:ext uri="{FF2B5EF4-FFF2-40B4-BE49-F238E27FC236}">
                <a16:creationId xmlns:a16="http://schemas.microsoft.com/office/drawing/2014/main" id="{889ECE03-A21E-964D-516E-668B074B3F60}"/>
              </a:ext>
            </a:extLst>
          </p:cNvPr>
          <p:cNvSpPr>
            <a:spLocks noGrp="1"/>
          </p:cNvSpPr>
          <p:nvPr>
            <p:ph type="sldNum" sz="quarter" idx="5"/>
          </p:nvPr>
        </p:nvSpPr>
        <p:spPr/>
        <p:txBody>
          <a:bodyPr/>
          <a:lstStyle/>
          <a:p>
            <a:fld id="{B07158C4-A119-4B78-9DE8-A50001BC31DC}" type="slidenum">
              <a:rPr lang="en-AU" smtClean="0"/>
              <a:pPr/>
              <a:t>25</a:t>
            </a:fld>
            <a:endParaRPr lang="en-AU"/>
          </a:p>
        </p:txBody>
      </p:sp>
    </p:spTree>
    <p:extLst>
      <p:ext uri="{BB962C8B-B14F-4D97-AF65-F5344CB8AC3E}">
        <p14:creationId xmlns:p14="http://schemas.microsoft.com/office/powerpoint/2010/main" val="332401114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725BD7-182E-E445-4BEE-0EFBDDE2E1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3F9A88-E143-58E6-5E6C-5EBE54E7761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A853F96-1837-F922-637D-37721278423F}"/>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E4073A49-16BC-F75B-0843-031DD5844E53}"/>
              </a:ext>
            </a:extLst>
          </p:cNvPr>
          <p:cNvSpPr>
            <a:spLocks noGrp="1"/>
          </p:cNvSpPr>
          <p:nvPr>
            <p:ph type="sldNum" sz="quarter" idx="5"/>
          </p:nvPr>
        </p:nvSpPr>
        <p:spPr/>
        <p:txBody>
          <a:bodyPr/>
          <a:lstStyle/>
          <a:p>
            <a:fld id="{B07158C4-A119-4B78-9DE8-A50001BC31DC}" type="slidenum">
              <a:rPr lang="en-AU" smtClean="0"/>
              <a:pPr/>
              <a:t>26</a:t>
            </a:fld>
            <a:endParaRPr lang="en-AU"/>
          </a:p>
        </p:txBody>
      </p:sp>
    </p:spTree>
    <p:extLst>
      <p:ext uri="{BB962C8B-B14F-4D97-AF65-F5344CB8AC3E}">
        <p14:creationId xmlns:p14="http://schemas.microsoft.com/office/powerpoint/2010/main" val="265589213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D1129A-A241-1227-E39D-803C0BABD01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45E368-EE69-7F77-469C-BEC25AF77CA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271666F-DCE5-6E5D-81AA-653595088B03}"/>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The question on this slide connects to the content being explored in the developing number sense activity (Activity 4)</a:t>
            </a:r>
          </a:p>
          <a:p>
            <a:pPr>
              <a:defRPr/>
            </a:pPr>
            <a:endParaRPr lang="en-AU" b="1">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sz="1600" b="0" i="0" kern="1200">
                <a:solidFill>
                  <a:schemeClr val="tx1"/>
                </a:solidFill>
                <a:effectLst/>
                <a:latin typeface="Arial" panose="020B0604020202020204" pitchFamily="34" charset="0"/>
                <a:ea typeface="+mn-ea"/>
                <a:cs typeface="Arial" panose="020B0604020202020204" pitchFamily="34" charset="0"/>
              </a:rPr>
              <a:t>Multiplicative relations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919100AA-9F2D-B3DF-BA29-892C09F36338}"/>
              </a:ext>
            </a:extLst>
          </p:cNvPr>
          <p:cNvSpPr>
            <a:spLocks noGrp="1"/>
          </p:cNvSpPr>
          <p:nvPr>
            <p:ph type="sldNum" sz="quarter" idx="5"/>
          </p:nvPr>
        </p:nvSpPr>
        <p:spPr/>
        <p:txBody>
          <a:bodyPr/>
          <a:lstStyle/>
          <a:p>
            <a:fld id="{B07158C4-A119-4B78-9DE8-A50001BC31DC}" type="slidenum">
              <a:rPr lang="en-AU" smtClean="0"/>
              <a:pPr/>
              <a:t>27</a:t>
            </a:fld>
            <a:endParaRPr lang="en-AU"/>
          </a:p>
        </p:txBody>
      </p:sp>
    </p:spTree>
    <p:extLst>
      <p:ext uri="{BB962C8B-B14F-4D97-AF65-F5344CB8AC3E}">
        <p14:creationId xmlns:p14="http://schemas.microsoft.com/office/powerpoint/2010/main" val="36788492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E26DE5-F70E-020E-83A9-F7EE03174B8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CA4F2CF-BF1B-0DAE-6858-6D1EC839F30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90E4536-36A2-46E0-BC68-CAECC1DE1CE6}"/>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b="0" i="0" u="none" strike="noStrike">
                <a:solidFill>
                  <a:srgbClr val="000000"/>
                </a:solidFill>
                <a:effectLst/>
                <a:latin typeface="Aptos Narrow" panose="020B0004020202020204" pitchFamily="34" charset="0"/>
              </a:rPr>
              <a:t>Multiplicative relations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137214E7-26D1-36C4-1617-C202790A45B6}"/>
              </a:ext>
            </a:extLst>
          </p:cNvPr>
          <p:cNvSpPr>
            <a:spLocks noGrp="1"/>
          </p:cNvSpPr>
          <p:nvPr>
            <p:ph type="sldNum" sz="quarter" idx="5"/>
          </p:nvPr>
        </p:nvSpPr>
        <p:spPr/>
        <p:txBody>
          <a:bodyPr/>
          <a:lstStyle/>
          <a:p>
            <a:fld id="{B07158C4-A119-4B78-9DE8-A50001BC31DC}" type="slidenum">
              <a:rPr lang="en-AU" smtClean="0"/>
              <a:pPr/>
              <a:t>28</a:t>
            </a:fld>
            <a:endParaRPr lang="en-AU"/>
          </a:p>
        </p:txBody>
      </p:sp>
    </p:spTree>
    <p:extLst>
      <p:ext uri="{BB962C8B-B14F-4D97-AF65-F5344CB8AC3E}">
        <p14:creationId xmlns:p14="http://schemas.microsoft.com/office/powerpoint/2010/main" val="361644052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8AD824-640F-D2F4-5977-6163AE9B71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B2584F1-7BDB-7461-AFFD-782DDDAA29D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8FD904F-4D98-0993-FF07-278E7D946DB0}"/>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b="0" i="0" u="none" strike="noStrike">
                <a:solidFill>
                  <a:srgbClr val="000000"/>
                </a:solidFill>
                <a:effectLst/>
                <a:latin typeface="Aptos Narrow" panose="020B0004020202020204" pitchFamily="34" charset="0"/>
              </a:rPr>
              <a:t>Multiplicative relations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2D8A84B2-3EF5-AC61-A21F-AE35F3F9D9FD}"/>
              </a:ext>
            </a:extLst>
          </p:cNvPr>
          <p:cNvSpPr>
            <a:spLocks noGrp="1"/>
          </p:cNvSpPr>
          <p:nvPr>
            <p:ph type="sldNum" sz="quarter" idx="5"/>
          </p:nvPr>
        </p:nvSpPr>
        <p:spPr/>
        <p:txBody>
          <a:bodyPr/>
          <a:lstStyle/>
          <a:p>
            <a:fld id="{B07158C4-A119-4B78-9DE8-A50001BC31DC}" type="slidenum">
              <a:rPr lang="en-AU" smtClean="0"/>
              <a:pPr/>
              <a:t>29</a:t>
            </a:fld>
            <a:endParaRPr lang="en-AU"/>
          </a:p>
        </p:txBody>
      </p:sp>
    </p:spTree>
    <p:extLst>
      <p:ext uri="{BB962C8B-B14F-4D97-AF65-F5344CB8AC3E}">
        <p14:creationId xmlns:p14="http://schemas.microsoft.com/office/powerpoint/2010/main" val="422936684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F2B8D8-AFD2-EFEC-E3BD-B83D8A6E7E1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674C4EF-68CA-016A-6199-289D7E5DB28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D5B0011-6439-4EA5-2F3D-EE8A8C78B022}"/>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b="0" i="0" u="none" strike="noStrike">
                <a:solidFill>
                  <a:srgbClr val="000000"/>
                </a:solidFill>
                <a:effectLst/>
                <a:latin typeface="Aptos Narrow" panose="020B0004020202020204" pitchFamily="34" charset="0"/>
              </a:rPr>
              <a:t>Multiplicative relations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615CD9B8-FC69-AA44-875E-5F3A0B6DE9C6}"/>
              </a:ext>
            </a:extLst>
          </p:cNvPr>
          <p:cNvSpPr>
            <a:spLocks noGrp="1"/>
          </p:cNvSpPr>
          <p:nvPr>
            <p:ph type="sldNum" sz="quarter" idx="5"/>
          </p:nvPr>
        </p:nvSpPr>
        <p:spPr/>
        <p:txBody>
          <a:bodyPr/>
          <a:lstStyle/>
          <a:p>
            <a:fld id="{B07158C4-A119-4B78-9DE8-A50001BC31DC}" type="slidenum">
              <a:rPr lang="en-AU" smtClean="0"/>
              <a:pPr/>
              <a:t>30</a:t>
            </a:fld>
            <a:endParaRPr lang="en-AU"/>
          </a:p>
        </p:txBody>
      </p:sp>
    </p:spTree>
    <p:extLst>
      <p:ext uri="{BB962C8B-B14F-4D97-AF65-F5344CB8AC3E}">
        <p14:creationId xmlns:p14="http://schemas.microsoft.com/office/powerpoint/2010/main" val="202718813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7C9758-6224-611D-EC30-D43D9D0B647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3B89BFD-4C3F-E5EC-27C6-E95DBF2DD59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739EB86-4DE6-C4D9-92DC-3B53ACA8C2D2}"/>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b="0" i="0" u="none" strike="noStrike">
                <a:solidFill>
                  <a:srgbClr val="000000"/>
                </a:solidFill>
                <a:effectLst/>
                <a:latin typeface="Aptos Narrow" panose="020B0004020202020204" pitchFamily="34" charset="0"/>
              </a:rPr>
              <a:t>Three-dimensional spatial structure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B3B8A801-CA5F-28C2-0A5B-F0EA9FAA4A59}"/>
              </a:ext>
            </a:extLst>
          </p:cNvPr>
          <p:cNvSpPr>
            <a:spLocks noGrp="1"/>
          </p:cNvSpPr>
          <p:nvPr>
            <p:ph type="sldNum" sz="quarter" idx="5"/>
          </p:nvPr>
        </p:nvSpPr>
        <p:spPr/>
        <p:txBody>
          <a:bodyPr/>
          <a:lstStyle/>
          <a:p>
            <a:fld id="{B07158C4-A119-4B78-9DE8-A50001BC31DC}" type="slidenum">
              <a:rPr lang="en-AU" smtClean="0"/>
              <a:pPr/>
              <a:t>31</a:t>
            </a:fld>
            <a:endParaRPr lang="en-AU"/>
          </a:p>
        </p:txBody>
      </p:sp>
    </p:spTree>
    <p:extLst>
      <p:ext uri="{BB962C8B-B14F-4D97-AF65-F5344CB8AC3E}">
        <p14:creationId xmlns:p14="http://schemas.microsoft.com/office/powerpoint/2010/main" val="294990773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0676F3-8AAD-12F7-FDFB-4406471D514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683C158-04F4-B169-237F-2EDC1D8456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A2A1832-7052-DC2A-CF30-4DC6FD0D8185}"/>
              </a:ext>
            </a:extLst>
          </p:cNvPr>
          <p:cNvSpPr>
            <a:spLocks noGrp="1"/>
          </p:cNvSpPr>
          <p:nvPr>
            <p:ph type="body" idx="1"/>
          </p:nvPr>
        </p:nvSpPr>
        <p:spPr/>
        <p:txBody>
          <a:bodyPr/>
          <a:lstStyle/>
          <a:p>
            <a:r>
              <a:rPr lang="en-AU" b="1"/>
              <a:t>Note:</a:t>
            </a:r>
            <a:r>
              <a:rPr lang="en-AU" b="0"/>
              <a:t> this slide is designed to be view in presentation mode.</a:t>
            </a:r>
            <a:endParaRPr lang="en-AU" b="1"/>
          </a:p>
          <a:p>
            <a:endParaRPr lang="en-AU"/>
          </a:p>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r>
              <a:rPr lang="en-AU"/>
              <a:t>Multiplicative relations A</a:t>
            </a:r>
          </a:p>
          <a:p>
            <a:endParaRPr lang="en-AU"/>
          </a:p>
          <a:p>
            <a:r>
              <a:rPr lang="en-AU" b="1"/>
              <a:t>Factors and multiples</a:t>
            </a:r>
          </a:p>
          <a:p>
            <a:pPr marL="0" marR="0" lvl="0" indent="0" algn="l" defTabSz="1219170" rtl="0" eaLnBrk="1" fontAlgn="auto" latinLnBrk="0" hangingPunct="1">
              <a:lnSpc>
                <a:spcPct val="100000"/>
              </a:lnSpc>
              <a:spcBef>
                <a:spcPts val="0"/>
              </a:spcBef>
              <a:spcAft>
                <a:spcPts val="0"/>
              </a:spcAft>
              <a:buClrTx/>
              <a:buSzTx/>
              <a:buFontTx/>
              <a:buNone/>
              <a:tabLst/>
              <a:defRPr/>
            </a:pPr>
            <a:r>
              <a:rPr lang="en-AU" sz="1600" kern="1200">
                <a:solidFill>
                  <a:schemeClr val="tx1"/>
                </a:solidFill>
                <a:effectLst/>
                <a:latin typeface="Arial" panose="020B0604020202020204" pitchFamily="34" charset="0"/>
                <a:ea typeface="+mn-ea"/>
                <a:cs typeface="Arial" panose="020B0604020202020204" pitchFamily="34" charset="0"/>
              </a:rPr>
              <a:t>This activity is an adaptation of ‘Factors and Multiples Game’ from NRICH by University of Cambridge. An interactive version can also be found on the website. This activity was introduced in Stage 3 Unit 1.</a:t>
            </a:r>
          </a:p>
          <a:p>
            <a:endParaRPr lang="en-AU" b="0"/>
          </a:p>
          <a:p>
            <a:r>
              <a:rPr lang="en-AU" b="0"/>
              <a:t>This resource corresponds to Resource 18 – number chart and Figure 26 – number chart in Stage 3 Year A Unit 13.</a:t>
            </a:r>
          </a:p>
          <a:p>
            <a:endParaRPr lang="en-AU" b="0"/>
          </a:p>
          <a:p>
            <a:pPr marL="285750" indent="-285750">
              <a:buFont typeface="Arial" panose="020B0604020202020204" pitchFamily="34" charset="0"/>
              <a:buChar char="•"/>
            </a:pPr>
            <a:r>
              <a:rPr lang="en-AU" b="0"/>
              <a:t>Demonstrate with 2 different coloured pens how to play the game.</a:t>
            </a:r>
          </a:p>
          <a:p>
            <a:pPr marL="285750" indent="-285750">
              <a:buFont typeface="Arial" panose="020B0604020202020204" pitchFamily="34" charset="0"/>
              <a:buChar char="•"/>
            </a:pPr>
            <a:r>
              <a:rPr lang="en-AU" b="0"/>
              <a:t>Explain:</a:t>
            </a:r>
          </a:p>
          <a:p>
            <a:r>
              <a:rPr lang="en-AU" b="0"/>
              <a:t>a.      The first player chooses an even number less than 50 and crosses it out.</a:t>
            </a:r>
          </a:p>
          <a:p>
            <a:pPr marL="342900" indent="-342900">
              <a:buAutoNum type="alphaLcPeriod" startAt="2"/>
            </a:pPr>
            <a:r>
              <a:rPr lang="en-AU" b="0"/>
              <a:t>The second player must then choose another number that is either a factor or a multiple of the previously crossed-out number. Each number may only be crossed out once.</a:t>
            </a:r>
          </a:p>
          <a:p>
            <a:pPr marL="342900" indent="-342900">
              <a:buAutoNum type="alphaLcPeriod" startAt="2"/>
            </a:pPr>
            <a:r>
              <a:rPr lang="en-AU" b="0"/>
              <a:t>After each move, the player records their number on a whiteboard or piece of paper, noting whether it is a factor or multiple of the previous number (see Figure 26).</a:t>
            </a:r>
          </a:p>
          <a:p>
            <a:pPr marL="342900" indent="-342900">
              <a:buAutoNum type="alphaLcPeriod" startAt="2"/>
            </a:pPr>
            <a:r>
              <a:rPr lang="en-AU" b="0"/>
              <a:t>Players take turns, crossing out numbers and recording each move according to the factor-or-multiple rules.</a:t>
            </a:r>
          </a:p>
          <a:p>
            <a:pPr marL="342900" indent="-342900">
              <a:buAutoNum type="alphaLcPeriod" startAt="2"/>
            </a:pPr>
            <a:r>
              <a:rPr lang="en-AU" b="0"/>
              <a:t>The game continues until a player cannot make a valid move.</a:t>
            </a:r>
          </a:p>
          <a:p>
            <a:pPr marL="342900" indent="-342900">
              <a:buAutoNum type="alphaLcPeriod" startAt="2"/>
            </a:pPr>
            <a:r>
              <a:rPr lang="en-AU" b="0"/>
              <a:t>The winner is the player who crossed out the last number.</a:t>
            </a:r>
          </a:p>
          <a:p>
            <a:pPr marL="342900" indent="-342900">
              <a:buAutoNum type="alphaLcPeriod" startAt="2"/>
            </a:pPr>
            <a:r>
              <a:rPr lang="en-AU" b="0"/>
              <a:t>After completing one round, students play again, switching which player goes first.</a:t>
            </a:r>
          </a:p>
          <a:p>
            <a:pPr marL="342900" indent="-342900">
              <a:buAutoNum type="alphaLcPeriod" startAt="3"/>
            </a:pPr>
            <a:endParaRPr lang="en-AU" b="0"/>
          </a:p>
          <a:p>
            <a:endParaRPr lang="en-AU" b="0"/>
          </a:p>
          <a:p>
            <a:endParaRPr lang="en-AU" b="1"/>
          </a:p>
          <a:p>
            <a:pPr marL="342900" indent="-342900">
              <a:buFont typeface="+mj-lt"/>
              <a:buAutoNum type="arabicPeriod"/>
            </a:pPr>
            <a:endParaRPr lang="en-AU" b="0"/>
          </a:p>
          <a:p>
            <a:endParaRPr lang="en-AU" b="1"/>
          </a:p>
          <a:p>
            <a:pPr marL="342900" indent="-342900">
              <a:buFont typeface="+mj-lt"/>
              <a:buAutoNum type="arabicPeriod"/>
            </a:pPr>
            <a:endParaRPr lang="en-AU"/>
          </a:p>
          <a:p>
            <a:endParaRPr lang="en-AU"/>
          </a:p>
        </p:txBody>
      </p:sp>
      <p:sp>
        <p:nvSpPr>
          <p:cNvPr id="4" name="Slide Number Placeholder 3">
            <a:extLst>
              <a:ext uri="{FF2B5EF4-FFF2-40B4-BE49-F238E27FC236}">
                <a16:creationId xmlns:a16="http://schemas.microsoft.com/office/drawing/2014/main" id="{D981557F-9334-0A62-59BD-5F2ABA9538F7}"/>
              </a:ext>
            </a:extLst>
          </p:cNvPr>
          <p:cNvSpPr>
            <a:spLocks noGrp="1"/>
          </p:cNvSpPr>
          <p:nvPr>
            <p:ph type="sldNum" sz="quarter" idx="5"/>
          </p:nvPr>
        </p:nvSpPr>
        <p:spPr/>
        <p:txBody>
          <a:bodyPr/>
          <a:lstStyle/>
          <a:p>
            <a:fld id="{B07158C4-A119-4B78-9DE8-A50001BC31DC}" type="slidenum">
              <a:rPr lang="en-AU" smtClean="0"/>
              <a:pPr/>
              <a:t>32</a:t>
            </a:fld>
            <a:endParaRPr lang="en-AU"/>
          </a:p>
        </p:txBody>
      </p:sp>
    </p:spTree>
    <p:extLst>
      <p:ext uri="{BB962C8B-B14F-4D97-AF65-F5344CB8AC3E}">
        <p14:creationId xmlns:p14="http://schemas.microsoft.com/office/powerpoint/2010/main" val="214506733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143710-FB2F-FB00-243F-B91970B560C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5B868A8-8D98-D4B0-033B-3856896AA3E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7BAEDE1-4304-3A6D-6C4F-3D965617786B}"/>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DE233C5D-85DC-0BB6-32A7-310B7FAD1F4A}"/>
              </a:ext>
            </a:extLst>
          </p:cNvPr>
          <p:cNvSpPr>
            <a:spLocks noGrp="1"/>
          </p:cNvSpPr>
          <p:nvPr>
            <p:ph type="sldNum" sz="quarter" idx="5"/>
          </p:nvPr>
        </p:nvSpPr>
        <p:spPr/>
        <p:txBody>
          <a:bodyPr/>
          <a:lstStyle/>
          <a:p>
            <a:fld id="{B07158C4-A119-4B78-9DE8-A50001BC31DC}" type="slidenum">
              <a:rPr lang="en-AU" smtClean="0"/>
              <a:pPr/>
              <a:t>33</a:t>
            </a:fld>
            <a:endParaRPr lang="en-AU"/>
          </a:p>
        </p:txBody>
      </p:sp>
    </p:spTree>
    <p:extLst>
      <p:ext uri="{BB962C8B-B14F-4D97-AF65-F5344CB8AC3E}">
        <p14:creationId xmlns:p14="http://schemas.microsoft.com/office/powerpoint/2010/main" val="100048159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762720-0BC8-FA7F-BC47-1C78ADEABEE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E048631-F898-32A6-78A2-76AA2975DE4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B3E66D4-BAB0-850A-44DB-0959EA3E6EA0}"/>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This question connects to the content in the developing number sense activity (Activity 5)</a:t>
            </a:r>
          </a:p>
          <a:p>
            <a:pPr>
              <a:buFont typeface="Wingdings" panose="05000000000000000000" pitchFamily="2" charset="2"/>
              <a:defRPr/>
            </a:pPr>
            <a:endParaRPr lang="en-AU">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a:highlight>
                  <a:srgbClr val="FFFF00"/>
                </a:highlight>
                <a:latin typeface="Arial"/>
                <a:cs typeface="Arial"/>
              </a:rPr>
              <a:t>Additive relations A</a:t>
            </a:r>
          </a:p>
        </p:txBody>
      </p:sp>
      <p:sp>
        <p:nvSpPr>
          <p:cNvPr id="4" name="Slide Number Placeholder 3">
            <a:extLst>
              <a:ext uri="{FF2B5EF4-FFF2-40B4-BE49-F238E27FC236}">
                <a16:creationId xmlns:a16="http://schemas.microsoft.com/office/drawing/2014/main" id="{25E3C821-F7BD-A5FD-0747-F0B52FC6EDC5}"/>
              </a:ext>
            </a:extLst>
          </p:cNvPr>
          <p:cNvSpPr>
            <a:spLocks noGrp="1"/>
          </p:cNvSpPr>
          <p:nvPr>
            <p:ph type="sldNum" sz="quarter" idx="5"/>
          </p:nvPr>
        </p:nvSpPr>
        <p:spPr/>
        <p:txBody>
          <a:bodyPr/>
          <a:lstStyle/>
          <a:p>
            <a:fld id="{B07158C4-A119-4B78-9DE8-A50001BC31DC}" type="slidenum">
              <a:rPr lang="en-AU" smtClean="0"/>
              <a:pPr/>
              <a:t>34</a:t>
            </a:fld>
            <a:endParaRPr lang="en-AU"/>
          </a:p>
        </p:txBody>
      </p:sp>
    </p:spTree>
    <p:extLst>
      <p:ext uri="{BB962C8B-B14F-4D97-AF65-F5344CB8AC3E}">
        <p14:creationId xmlns:p14="http://schemas.microsoft.com/office/powerpoint/2010/main" val="85335418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524DD3-5721-14F5-EDD2-E30B6126D13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5F02D0-E214-A760-36A9-3FB3B4F9AAA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1992B00-F70A-F579-2146-5C8C6E8A4993}"/>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b="0" i="0" u="none" strike="noStrike">
                <a:solidFill>
                  <a:srgbClr val="000000"/>
                </a:solidFill>
                <a:effectLst/>
                <a:latin typeface="Aptos Narrow" panose="020B0004020202020204" pitchFamily="34" charset="0"/>
              </a:rPr>
              <a:t>Multiplicative relations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1929B697-56AA-87E8-FCD6-8EB978298970}"/>
              </a:ext>
            </a:extLst>
          </p:cNvPr>
          <p:cNvSpPr>
            <a:spLocks noGrp="1"/>
          </p:cNvSpPr>
          <p:nvPr>
            <p:ph type="sldNum" sz="quarter" idx="5"/>
          </p:nvPr>
        </p:nvSpPr>
        <p:spPr/>
        <p:txBody>
          <a:bodyPr/>
          <a:lstStyle/>
          <a:p>
            <a:fld id="{B07158C4-A119-4B78-9DE8-A50001BC31DC}" type="slidenum">
              <a:rPr lang="en-AU" smtClean="0"/>
              <a:pPr/>
              <a:t>35</a:t>
            </a:fld>
            <a:endParaRPr lang="en-AU"/>
          </a:p>
        </p:txBody>
      </p:sp>
    </p:spTree>
    <p:extLst>
      <p:ext uri="{BB962C8B-B14F-4D97-AF65-F5344CB8AC3E}">
        <p14:creationId xmlns:p14="http://schemas.microsoft.com/office/powerpoint/2010/main" val="112284894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49FD1E-52E6-C1FC-15B4-19971F89121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BD7B59-84DD-0587-09E6-630DBC0C735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8A1635F-F80B-95B6-C888-A9F51291AFFC}"/>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b="0" i="0" kern="1200">
                <a:solidFill>
                  <a:schemeClr val="tx1"/>
                </a:solidFill>
                <a:effectLst/>
                <a:latin typeface="Arial" panose="020B0604020202020204" pitchFamily="34" charset="0"/>
                <a:ea typeface="+mn-ea"/>
                <a:cs typeface="Arial" panose="020B0604020202020204" pitchFamily="34" charset="0"/>
              </a:rPr>
              <a:t>Two-dimensional spatial structure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E2095171-3401-20DE-1F94-F14D43F4E62A}"/>
              </a:ext>
            </a:extLst>
          </p:cNvPr>
          <p:cNvSpPr>
            <a:spLocks noGrp="1"/>
          </p:cNvSpPr>
          <p:nvPr>
            <p:ph type="sldNum" sz="quarter" idx="5"/>
          </p:nvPr>
        </p:nvSpPr>
        <p:spPr/>
        <p:txBody>
          <a:bodyPr/>
          <a:lstStyle/>
          <a:p>
            <a:fld id="{B07158C4-A119-4B78-9DE8-A50001BC31DC}" type="slidenum">
              <a:rPr lang="en-AU" smtClean="0"/>
              <a:pPr/>
              <a:t>36</a:t>
            </a:fld>
            <a:endParaRPr lang="en-AU"/>
          </a:p>
        </p:txBody>
      </p:sp>
    </p:spTree>
    <p:extLst>
      <p:ext uri="{BB962C8B-B14F-4D97-AF65-F5344CB8AC3E}">
        <p14:creationId xmlns:p14="http://schemas.microsoft.com/office/powerpoint/2010/main" val="263333466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4A660-2C9E-41E2-C1B0-CFD68169843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5759E8-2964-387A-B4FB-89B79D97B31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4195F0F-A841-FDA0-2381-E9895B7E30FC}"/>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b="0" i="0" u="none" strike="noStrike">
                <a:solidFill>
                  <a:srgbClr val="000000"/>
                </a:solidFill>
                <a:effectLst/>
                <a:latin typeface="Aptos Narrow" panose="020B0004020202020204" pitchFamily="34" charset="0"/>
              </a:rPr>
              <a:t>Multiplicative relations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2290EF94-C4D7-1238-EA14-ACE66F50C157}"/>
              </a:ext>
            </a:extLst>
          </p:cNvPr>
          <p:cNvSpPr>
            <a:spLocks noGrp="1"/>
          </p:cNvSpPr>
          <p:nvPr>
            <p:ph type="sldNum" sz="quarter" idx="5"/>
          </p:nvPr>
        </p:nvSpPr>
        <p:spPr/>
        <p:txBody>
          <a:bodyPr/>
          <a:lstStyle/>
          <a:p>
            <a:fld id="{B07158C4-A119-4B78-9DE8-A50001BC31DC}" type="slidenum">
              <a:rPr lang="en-AU" smtClean="0"/>
              <a:pPr/>
              <a:t>37</a:t>
            </a:fld>
            <a:endParaRPr lang="en-AU"/>
          </a:p>
        </p:txBody>
      </p:sp>
    </p:spTree>
    <p:extLst>
      <p:ext uri="{BB962C8B-B14F-4D97-AF65-F5344CB8AC3E}">
        <p14:creationId xmlns:p14="http://schemas.microsoft.com/office/powerpoint/2010/main" val="147579779"/>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FEADE3-0A66-DDC8-F848-D4D6A324880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81B31F-81E8-DBCD-6376-E8C3323BEAB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158DDBC-F9E2-477F-9199-D93FB956E519}"/>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b="0" i="0" u="none" strike="noStrike">
                <a:solidFill>
                  <a:srgbClr val="000000"/>
                </a:solidFill>
                <a:effectLst/>
                <a:latin typeface="Aptos Narrow" panose="020B0004020202020204" pitchFamily="34" charset="0"/>
              </a:rPr>
              <a:t>Three-dimensional spatial structure A</a:t>
            </a:r>
            <a:br>
              <a:rPr lang="en-AU" sz="1600" b="0" i="0" u="none" strike="noStrike">
                <a:solidFill>
                  <a:srgbClr val="000000"/>
                </a:solidFill>
                <a:effectLst/>
                <a:latin typeface="Aptos Narrow" panose="020B0004020202020204" pitchFamily="34" charset="0"/>
              </a:rPr>
            </a:b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ACAC6B19-DCCE-9D5D-6371-30B15F03922A}"/>
              </a:ext>
            </a:extLst>
          </p:cNvPr>
          <p:cNvSpPr>
            <a:spLocks noGrp="1"/>
          </p:cNvSpPr>
          <p:nvPr>
            <p:ph type="sldNum" sz="quarter" idx="5"/>
          </p:nvPr>
        </p:nvSpPr>
        <p:spPr/>
        <p:txBody>
          <a:bodyPr/>
          <a:lstStyle/>
          <a:p>
            <a:fld id="{B07158C4-A119-4B78-9DE8-A50001BC31DC}" type="slidenum">
              <a:rPr lang="en-AU" smtClean="0"/>
              <a:pPr/>
              <a:t>38</a:t>
            </a:fld>
            <a:endParaRPr lang="en-AU"/>
          </a:p>
        </p:txBody>
      </p:sp>
    </p:spTree>
    <p:extLst>
      <p:ext uri="{BB962C8B-B14F-4D97-AF65-F5344CB8AC3E}">
        <p14:creationId xmlns:p14="http://schemas.microsoft.com/office/powerpoint/2010/main" val="3266762273"/>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17A62D-A6C8-A936-3396-403B2DD48B8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6BBE3FA-FB8B-EBAC-E399-A757856431E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6E67F65-9BAE-6E80-4AA0-AD3FDCDCC8EB}"/>
              </a:ext>
            </a:extLst>
          </p:cNvPr>
          <p:cNvSpPr>
            <a:spLocks noGrp="1"/>
          </p:cNvSpPr>
          <p:nvPr>
            <p:ph type="body" idx="1"/>
          </p:nvPr>
        </p:nvSpPr>
        <p:spPr/>
        <p:txBody>
          <a:bodyPr/>
          <a:lstStyle/>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r>
              <a:rPr lang="en-AU"/>
              <a:t>Additive relations A</a:t>
            </a:r>
          </a:p>
          <a:p>
            <a:endParaRPr lang="en-AU"/>
          </a:p>
          <a:p>
            <a:r>
              <a:rPr lang="en-AU" b="1"/>
              <a:t>Checking addition algorithms</a:t>
            </a:r>
          </a:p>
          <a:p>
            <a:endParaRPr lang="en-AU" b="1"/>
          </a:p>
          <a:p>
            <a:r>
              <a:rPr lang="en-AU" b="0"/>
              <a:t>This resource corresponds to Resource 19 – addition algorithms errors in Stage 3 Year A Unit 13. </a:t>
            </a:r>
          </a:p>
          <a:p>
            <a:endParaRPr lang="en-AU" b="0"/>
          </a:p>
          <a:p>
            <a:pPr marL="285750" indent="-285750">
              <a:buFont typeface="Arial" panose="020B0604020202020204" pitchFamily="34" charset="0"/>
              <a:buChar char="•"/>
            </a:pPr>
            <a:r>
              <a:rPr lang="en-AU" b="0"/>
              <a:t>Explain that a student has made some errors with their calculations.</a:t>
            </a:r>
          </a:p>
          <a:p>
            <a:pPr marL="285750" indent="-285750">
              <a:buFont typeface="Arial" panose="020B0604020202020204" pitchFamily="34" charset="0"/>
              <a:buChar char="•"/>
            </a:pPr>
            <a:r>
              <a:rPr lang="en-AU" b="0"/>
              <a:t>Ask:</a:t>
            </a:r>
          </a:p>
          <a:p>
            <a:r>
              <a:rPr lang="en-AU" b="0"/>
              <a:t>— What errors has the student made in the first algorithm?</a:t>
            </a:r>
          </a:p>
          <a:p>
            <a:r>
              <a:rPr lang="en-AU" b="0"/>
              <a:t>— What advice would you give so the error does not happen again?</a:t>
            </a:r>
          </a:p>
          <a:p>
            <a:r>
              <a:rPr lang="en-AU" b="0"/>
              <a:t>— What error has the student made in the second algorithm?</a:t>
            </a:r>
          </a:p>
          <a:p>
            <a:r>
              <a:rPr lang="en-AU" b="0"/>
              <a:t>— What advice would you give so the error does not happen again?</a:t>
            </a:r>
          </a:p>
          <a:p>
            <a:pPr marL="285750" indent="-285750">
              <a:buFont typeface="Arial" panose="020B0604020202020204" pitchFamily="34" charset="0"/>
              <a:buChar char="•"/>
            </a:pPr>
            <a:r>
              <a:rPr lang="en-AU" b="0"/>
              <a:t>Students record the correct working out for both algorithms on individual whiteboards.</a:t>
            </a:r>
          </a:p>
          <a:p>
            <a:pPr marL="285750" indent="-285750">
              <a:buFont typeface="Arial" panose="020B0604020202020204" pitchFamily="34" charset="0"/>
              <a:buChar char="•"/>
            </a:pPr>
            <a:r>
              <a:rPr lang="en-AU" b="0"/>
              <a:t>Students share their working out with a partner and communicate the correct process for the vertical algorithm.</a:t>
            </a:r>
          </a:p>
          <a:p>
            <a:endParaRPr lang="en-AU" b="0"/>
          </a:p>
          <a:p>
            <a:endParaRPr lang="en-AU" b="1"/>
          </a:p>
          <a:p>
            <a:pPr marL="342900" indent="-342900">
              <a:buFont typeface="+mj-lt"/>
              <a:buAutoNum type="arabicPeriod"/>
            </a:pPr>
            <a:endParaRPr lang="en-AU" b="0"/>
          </a:p>
          <a:p>
            <a:endParaRPr lang="en-AU" b="1"/>
          </a:p>
          <a:p>
            <a:pPr marL="342900" indent="-342900">
              <a:buFont typeface="+mj-lt"/>
              <a:buAutoNum type="arabicPeriod"/>
            </a:pPr>
            <a:endParaRPr lang="en-AU"/>
          </a:p>
          <a:p>
            <a:endParaRPr lang="en-AU"/>
          </a:p>
        </p:txBody>
      </p:sp>
      <p:sp>
        <p:nvSpPr>
          <p:cNvPr id="4" name="Slide Number Placeholder 3">
            <a:extLst>
              <a:ext uri="{FF2B5EF4-FFF2-40B4-BE49-F238E27FC236}">
                <a16:creationId xmlns:a16="http://schemas.microsoft.com/office/drawing/2014/main" id="{43302DC7-71EB-F55D-06D0-906EA93562E1}"/>
              </a:ext>
            </a:extLst>
          </p:cNvPr>
          <p:cNvSpPr>
            <a:spLocks noGrp="1"/>
          </p:cNvSpPr>
          <p:nvPr>
            <p:ph type="sldNum" sz="quarter" idx="5"/>
          </p:nvPr>
        </p:nvSpPr>
        <p:spPr/>
        <p:txBody>
          <a:bodyPr/>
          <a:lstStyle/>
          <a:p>
            <a:fld id="{B07158C4-A119-4B78-9DE8-A50001BC31DC}" type="slidenum">
              <a:rPr lang="en-AU" smtClean="0"/>
              <a:pPr/>
              <a:t>39</a:t>
            </a:fld>
            <a:endParaRPr lang="en-AU"/>
          </a:p>
        </p:txBody>
      </p:sp>
    </p:spTree>
    <p:extLst>
      <p:ext uri="{BB962C8B-B14F-4D97-AF65-F5344CB8AC3E}">
        <p14:creationId xmlns:p14="http://schemas.microsoft.com/office/powerpoint/2010/main" val="40273956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C9905A-2EC2-DC72-9C47-14B15A1A4E7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DE48A9B-C10A-348F-52A1-8EA508CD0AE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7002976-C4DE-57E6-A9ED-B6E094CF8255}"/>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57A335D8-90A0-A351-0754-DD4ACAAF1287}"/>
              </a:ext>
            </a:extLst>
          </p:cNvPr>
          <p:cNvSpPr>
            <a:spLocks noGrp="1"/>
          </p:cNvSpPr>
          <p:nvPr>
            <p:ph type="sldNum" sz="quarter" idx="5"/>
          </p:nvPr>
        </p:nvSpPr>
        <p:spPr/>
        <p:txBody>
          <a:bodyPr/>
          <a:lstStyle/>
          <a:p>
            <a:fld id="{B07158C4-A119-4B78-9DE8-A50001BC31DC}" type="slidenum">
              <a:rPr lang="en-AU" smtClean="0"/>
              <a:pPr/>
              <a:t>40</a:t>
            </a:fld>
            <a:endParaRPr lang="en-AU"/>
          </a:p>
        </p:txBody>
      </p:sp>
    </p:spTree>
    <p:extLst>
      <p:ext uri="{BB962C8B-B14F-4D97-AF65-F5344CB8AC3E}">
        <p14:creationId xmlns:p14="http://schemas.microsoft.com/office/powerpoint/2010/main" val="3176243442"/>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888966-B098-4FE4-D07C-7D3AB05F547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77881B3-B9F6-08FC-4960-D3C1CDF7224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29F3500-7454-FC1A-323C-21B7E06BF8A6}"/>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The question on this slide connects to the content being explored in the developing number sense activity (Activity 6)</a:t>
            </a:r>
          </a:p>
          <a:p>
            <a:pPr>
              <a:defRPr/>
            </a:pPr>
            <a:endParaRPr lang="en-AU" b="1">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a:latin typeface="Arial"/>
                <a:cs typeface="Arial"/>
              </a:rPr>
              <a:t>Additive relations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5871BA68-1842-8899-7220-9C736B5675D4}"/>
              </a:ext>
            </a:extLst>
          </p:cNvPr>
          <p:cNvSpPr>
            <a:spLocks noGrp="1"/>
          </p:cNvSpPr>
          <p:nvPr>
            <p:ph type="sldNum" sz="quarter" idx="5"/>
          </p:nvPr>
        </p:nvSpPr>
        <p:spPr/>
        <p:txBody>
          <a:bodyPr/>
          <a:lstStyle/>
          <a:p>
            <a:fld id="{B07158C4-A119-4B78-9DE8-A50001BC31DC}" type="slidenum">
              <a:rPr lang="en-AU" smtClean="0"/>
              <a:pPr/>
              <a:t>41</a:t>
            </a:fld>
            <a:endParaRPr lang="en-AU"/>
          </a:p>
        </p:txBody>
      </p:sp>
    </p:spTree>
    <p:extLst>
      <p:ext uri="{BB962C8B-B14F-4D97-AF65-F5344CB8AC3E}">
        <p14:creationId xmlns:p14="http://schemas.microsoft.com/office/powerpoint/2010/main" val="1923909977"/>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31894F-CD5A-1A5B-E0D4-52B59932D6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BC736A-77DC-E3C8-9B14-1C7BB5F1C6C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D04085F-7886-1B1C-BE0D-0329AB222B5A}"/>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b="0" i="0" u="none" strike="noStrike">
                <a:solidFill>
                  <a:srgbClr val="000000"/>
                </a:solidFill>
                <a:effectLst/>
                <a:latin typeface="Aptos Narrow" panose="020B0004020202020204" pitchFamily="34" charset="0"/>
              </a:rPr>
              <a:t>Multiplicative relations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9499D83A-49FB-1D76-1A06-BD94441FE3F8}"/>
              </a:ext>
            </a:extLst>
          </p:cNvPr>
          <p:cNvSpPr>
            <a:spLocks noGrp="1"/>
          </p:cNvSpPr>
          <p:nvPr>
            <p:ph type="sldNum" sz="quarter" idx="5"/>
          </p:nvPr>
        </p:nvSpPr>
        <p:spPr/>
        <p:txBody>
          <a:bodyPr/>
          <a:lstStyle/>
          <a:p>
            <a:fld id="{B07158C4-A119-4B78-9DE8-A50001BC31DC}" type="slidenum">
              <a:rPr lang="en-AU" smtClean="0"/>
              <a:pPr/>
              <a:t>42</a:t>
            </a:fld>
            <a:endParaRPr lang="en-AU"/>
          </a:p>
        </p:txBody>
      </p:sp>
    </p:spTree>
    <p:extLst>
      <p:ext uri="{BB962C8B-B14F-4D97-AF65-F5344CB8AC3E}">
        <p14:creationId xmlns:p14="http://schemas.microsoft.com/office/powerpoint/2010/main" val="3737922405"/>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324D60-6C55-F1DC-1147-C0034AAE605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BE5A0D5-48C3-DB82-36E2-EB26917E8B4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826A875-4296-FC05-CA13-99A666F902D3}"/>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b="0" i="0" u="none" strike="noStrike">
                <a:solidFill>
                  <a:srgbClr val="000000"/>
                </a:solidFill>
                <a:effectLst/>
                <a:latin typeface="Aptos Narrow" panose="020B0004020202020204" pitchFamily="34" charset="0"/>
              </a:rPr>
              <a:t>Two-dimensional spatial structure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6CDB7087-7973-1B44-E804-72FF5E9F33A7}"/>
              </a:ext>
            </a:extLst>
          </p:cNvPr>
          <p:cNvSpPr>
            <a:spLocks noGrp="1"/>
          </p:cNvSpPr>
          <p:nvPr>
            <p:ph type="sldNum" sz="quarter" idx="5"/>
          </p:nvPr>
        </p:nvSpPr>
        <p:spPr/>
        <p:txBody>
          <a:bodyPr/>
          <a:lstStyle/>
          <a:p>
            <a:fld id="{B07158C4-A119-4B78-9DE8-A50001BC31DC}" type="slidenum">
              <a:rPr lang="en-AU" smtClean="0"/>
              <a:pPr/>
              <a:t>43</a:t>
            </a:fld>
            <a:endParaRPr lang="en-AU"/>
          </a:p>
        </p:txBody>
      </p:sp>
    </p:spTree>
    <p:extLst>
      <p:ext uri="{BB962C8B-B14F-4D97-AF65-F5344CB8AC3E}">
        <p14:creationId xmlns:p14="http://schemas.microsoft.com/office/powerpoint/2010/main" val="1353097018"/>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6B8064-5153-D494-16C2-0978F1A86D3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8289123-0D0C-8292-6DB6-B68F79520CC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10AA3FF-3110-B3E0-9AA8-F1E405508B00}"/>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b="0" i="0" u="none" strike="noStrike">
                <a:solidFill>
                  <a:srgbClr val="000000"/>
                </a:solidFill>
                <a:effectLst/>
                <a:latin typeface="Aptos Narrow" panose="020B0004020202020204" pitchFamily="34" charset="0"/>
              </a:rPr>
              <a:t>Multiplicative relations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A56274FD-50CF-5B73-6D8E-B6E8124D6C29}"/>
              </a:ext>
            </a:extLst>
          </p:cNvPr>
          <p:cNvSpPr>
            <a:spLocks noGrp="1"/>
          </p:cNvSpPr>
          <p:nvPr>
            <p:ph type="sldNum" sz="quarter" idx="5"/>
          </p:nvPr>
        </p:nvSpPr>
        <p:spPr/>
        <p:txBody>
          <a:bodyPr/>
          <a:lstStyle/>
          <a:p>
            <a:fld id="{B07158C4-A119-4B78-9DE8-A50001BC31DC}" type="slidenum">
              <a:rPr lang="en-AU" smtClean="0"/>
              <a:pPr/>
              <a:t>44</a:t>
            </a:fld>
            <a:endParaRPr lang="en-AU"/>
          </a:p>
        </p:txBody>
      </p:sp>
    </p:spTree>
    <p:extLst>
      <p:ext uri="{BB962C8B-B14F-4D97-AF65-F5344CB8AC3E}">
        <p14:creationId xmlns:p14="http://schemas.microsoft.com/office/powerpoint/2010/main" val="3697034336"/>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9E7677-F12C-A1FF-304A-2976B662D46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0388EDB-8B5A-F6CC-7B46-A0C946BED6A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8BDFBA5-5516-556D-0CE9-9866C25700BD}"/>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b="0" i="0" u="none" strike="noStrike">
                <a:solidFill>
                  <a:srgbClr val="000000"/>
                </a:solidFill>
                <a:effectLst/>
                <a:latin typeface="Aptos Narrow" panose="020B0004020202020204" pitchFamily="34" charset="0"/>
              </a:rPr>
              <a:t>Three-dimensional spatial structure A </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707057D8-5CAF-CBB6-0299-BBF0B3225D3C}"/>
              </a:ext>
            </a:extLst>
          </p:cNvPr>
          <p:cNvSpPr>
            <a:spLocks noGrp="1"/>
          </p:cNvSpPr>
          <p:nvPr>
            <p:ph type="sldNum" sz="quarter" idx="5"/>
          </p:nvPr>
        </p:nvSpPr>
        <p:spPr/>
        <p:txBody>
          <a:bodyPr/>
          <a:lstStyle/>
          <a:p>
            <a:fld id="{B07158C4-A119-4B78-9DE8-A50001BC31DC}" type="slidenum">
              <a:rPr lang="en-AU" smtClean="0"/>
              <a:pPr/>
              <a:t>45</a:t>
            </a:fld>
            <a:endParaRPr lang="en-AU"/>
          </a:p>
        </p:txBody>
      </p:sp>
    </p:spTree>
    <p:extLst>
      <p:ext uri="{BB962C8B-B14F-4D97-AF65-F5344CB8AC3E}">
        <p14:creationId xmlns:p14="http://schemas.microsoft.com/office/powerpoint/2010/main" val="1102666199"/>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9E7CE0-932C-F4C0-78ED-51F01146D7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4956BBB-67C8-BA20-D221-7A68FDD19F2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B423513-ADF1-902E-116A-54778B585618}"/>
              </a:ext>
            </a:extLst>
          </p:cNvPr>
          <p:cNvSpPr>
            <a:spLocks noGrp="1"/>
          </p:cNvSpPr>
          <p:nvPr>
            <p:ph type="body" idx="1"/>
          </p:nvPr>
        </p:nvSpPr>
        <p:spPr/>
        <p:txBody>
          <a:bodyPr/>
          <a:lstStyle/>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r>
              <a:rPr lang="en-AU"/>
              <a:t>Additive relations A</a:t>
            </a:r>
          </a:p>
          <a:p>
            <a:endParaRPr lang="en-AU" b="1"/>
          </a:p>
          <a:p>
            <a:r>
              <a:rPr lang="en-AU" b="1"/>
              <a:t>Checking subtraction algorithms</a:t>
            </a:r>
          </a:p>
          <a:p>
            <a:endParaRPr lang="en-AU" b="1"/>
          </a:p>
          <a:p>
            <a:pPr marL="0" indent="0">
              <a:buFont typeface="+mj-lt"/>
              <a:buNone/>
            </a:pPr>
            <a:r>
              <a:rPr lang="en-AU" b="1"/>
              <a:t>Note: </a:t>
            </a:r>
            <a:r>
              <a:rPr lang="en-AU" b="0"/>
              <a:t>this slide was designed to be used in presentation mode.</a:t>
            </a:r>
            <a:endParaRPr lang="en-AU" b="1"/>
          </a:p>
          <a:p>
            <a:endParaRPr lang="en-AU" b="1"/>
          </a:p>
          <a:p>
            <a:pPr marL="342900" indent="-342900">
              <a:buFont typeface="Arial" panose="020B0604020202020204" pitchFamily="34" charset="0"/>
              <a:buChar char="•"/>
            </a:pPr>
            <a:r>
              <a:rPr lang="en-AU"/>
              <a:t>Prompt students to estimate the answer and then ask:</a:t>
            </a:r>
          </a:p>
          <a:p>
            <a:pPr marL="0" indent="0">
              <a:buFont typeface="+mj-lt"/>
              <a:buNone/>
            </a:pPr>
            <a:r>
              <a:rPr lang="en-AU"/>
              <a:t>-      Is this answer reasonable? Why or why not?</a:t>
            </a:r>
          </a:p>
          <a:p>
            <a:pPr marL="285750" indent="-285750">
              <a:buFontTx/>
              <a:buChar char="-"/>
            </a:pPr>
            <a:r>
              <a:rPr lang="en-AU"/>
              <a:t>What error has been made in this algorithm?</a:t>
            </a:r>
          </a:p>
          <a:p>
            <a:pPr marL="285750" indent="-285750">
              <a:buFontTx/>
              <a:buChar char="-"/>
            </a:pPr>
            <a:r>
              <a:rPr lang="en-AU"/>
              <a:t>Why might this error have been made?</a:t>
            </a:r>
          </a:p>
          <a:p>
            <a:pPr marL="285750" indent="-285750">
              <a:buFontTx/>
              <a:buChar char="-"/>
            </a:pPr>
            <a:r>
              <a:rPr lang="en-AU"/>
              <a:t>What advice would you give so this error does not happen again?</a:t>
            </a:r>
          </a:p>
          <a:p>
            <a:pPr marL="285750" indent="-285750">
              <a:buFont typeface="Arial" panose="020B0604020202020204" pitchFamily="34" charset="0"/>
              <a:buChar char="•"/>
            </a:pPr>
            <a:r>
              <a:rPr lang="en-AU"/>
              <a:t>Students turn and talk to discuss their thinking.</a:t>
            </a:r>
          </a:p>
          <a:p>
            <a:pPr marL="342900" indent="-342900">
              <a:buFont typeface="Arial" panose="020B0604020202020204" pitchFamily="34" charset="0"/>
              <a:buChar char="•"/>
            </a:pPr>
            <a:r>
              <a:rPr lang="en-AU"/>
              <a:t>Students record the correct working out for the algorithm on individual whiteboards.</a:t>
            </a:r>
          </a:p>
          <a:p>
            <a:pPr marL="342900" indent="-342900">
              <a:buFont typeface="Arial" panose="020B0604020202020204" pitchFamily="34" charset="0"/>
              <a:buChar char="•"/>
            </a:pPr>
            <a:r>
              <a:rPr lang="en-AU"/>
              <a:t>Students share their algorithm with a partner and communicate the process used to solve it.</a:t>
            </a:r>
          </a:p>
          <a:p>
            <a:pPr marL="342900" indent="-342900">
              <a:buFont typeface="Arial" panose="020B0604020202020204" pitchFamily="34" charset="0"/>
              <a:buChar char="•"/>
            </a:pPr>
            <a:r>
              <a:rPr lang="en-AU"/>
              <a:t>Repeat steps 1–4 with the vertical algorithm 3004 − 468 = 3644.</a:t>
            </a:r>
          </a:p>
          <a:p>
            <a:pPr marL="342900" indent="-342900">
              <a:buFont typeface="+mj-lt"/>
              <a:buAutoNum type="arabicPeriod"/>
            </a:pPr>
            <a:endParaRPr lang="en-AU"/>
          </a:p>
          <a:p>
            <a:endParaRPr lang="en-AU"/>
          </a:p>
        </p:txBody>
      </p:sp>
      <p:sp>
        <p:nvSpPr>
          <p:cNvPr id="4" name="Slide Number Placeholder 3">
            <a:extLst>
              <a:ext uri="{FF2B5EF4-FFF2-40B4-BE49-F238E27FC236}">
                <a16:creationId xmlns:a16="http://schemas.microsoft.com/office/drawing/2014/main" id="{122EB8A0-FCBF-889F-A186-13976AE53D97}"/>
              </a:ext>
            </a:extLst>
          </p:cNvPr>
          <p:cNvSpPr>
            <a:spLocks noGrp="1"/>
          </p:cNvSpPr>
          <p:nvPr>
            <p:ph type="sldNum" sz="quarter" idx="5"/>
          </p:nvPr>
        </p:nvSpPr>
        <p:spPr/>
        <p:txBody>
          <a:bodyPr/>
          <a:lstStyle/>
          <a:p>
            <a:fld id="{B07158C4-A119-4B78-9DE8-A50001BC31DC}" type="slidenum">
              <a:rPr lang="en-AU" smtClean="0"/>
              <a:pPr/>
              <a:t>46</a:t>
            </a:fld>
            <a:endParaRPr lang="en-AU"/>
          </a:p>
        </p:txBody>
      </p:sp>
    </p:spTree>
    <p:extLst>
      <p:ext uri="{BB962C8B-B14F-4D97-AF65-F5344CB8AC3E}">
        <p14:creationId xmlns:p14="http://schemas.microsoft.com/office/powerpoint/2010/main" val="1080337797"/>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AAF04B-1E1F-DCFF-DFA5-FCAA7E29B45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8BDD47-36A4-A286-C2FE-AF7871D1B79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84AAC7E-965A-2B42-BE0E-7B66A92D345B}"/>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AED1CBCA-4579-C266-1407-210ADF104C98}"/>
              </a:ext>
            </a:extLst>
          </p:cNvPr>
          <p:cNvSpPr>
            <a:spLocks noGrp="1"/>
          </p:cNvSpPr>
          <p:nvPr>
            <p:ph type="sldNum" sz="quarter" idx="5"/>
          </p:nvPr>
        </p:nvSpPr>
        <p:spPr/>
        <p:txBody>
          <a:bodyPr/>
          <a:lstStyle/>
          <a:p>
            <a:fld id="{B07158C4-A119-4B78-9DE8-A50001BC31DC}" type="slidenum">
              <a:rPr lang="en-AU" smtClean="0"/>
              <a:pPr/>
              <a:t>47</a:t>
            </a:fld>
            <a:endParaRPr lang="en-AU"/>
          </a:p>
        </p:txBody>
      </p:sp>
    </p:spTree>
    <p:extLst>
      <p:ext uri="{BB962C8B-B14F-4D97-AF65-F5344CB8AC3E}">
        <p14:creationId xmlns:p14="http://schemas.microsoft.com/office/powerpoint/2010/main" val="1618146565"/>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80B2C2-56ED-F4C7-04D9-00C4FB5F65C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1568A8-C088-49AE-3548-341C78A6B88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EB8EBC4-5740-59C4-17D3-662AAFE45163}"/>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This question connects to the content in the developing number sense activity (Activity 7)</a:t>
            </a:r>
          </a:p>
          <a:p>
            <a:pPr>
              <a:buFont typeface="Wingdings" panose="05000000000000000000" pitchFamily="2" charset="2"/>
              <a:defRPr/>
            </a:pPr>
            <a:endParaRPr lang="en-AU">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a:highlight>
                  <a:srgbClr val="FFFF00"/>
                </a:highlight>
                <a:latin typeface="Arial"/>
                <a:cs typeface="Arial"/>
              </a:rPr>
              <a:t>Additive relations A</a:t>
            </a:r>
          </a:p>
        </p:txBody>
      </p:sp>
      <p:sp>
        <p:nvSpPr>
          <p:cNvPr id="4" name="Slide Number Placeholder 3">
            <a:extLst>
              <a:ext uri="{FF2B5EF4-FFF2-40B4-BE49-F238E27FC236}">
                <a16:creationId xmlns:a16="http://schemas.microsoft.com/office/drawing/2014/main" id="{F1CC597E-188F-1091-E0DB-50B50F81B5D5}"/>
              </a:ext>
            </a:extLst>
          </p:cNvPr>
          <p:cNvSpPr>
            <a:spLocks noGrp="1"/>
          </p:cNvSpPr>
          <p:nvPr>
            <p:ph type="sldNum" sz="quarter" idx="5"/>
          </p:nvPr>
        </p:nvSpPr>
        <p:spPr/>
        <p:txBody>
          <a:bodyPr/>
          <a:lstStyle/>
          <a:p>
            <a:fld id="{B07158C4-A119-4B78-9DE8-A50001BC31DC}" type="slidenum">
              <a:rPr lang="en-AU" smtClean="0"/>
              <a:pPr/>
              <a:t>48</a:t>
            </a:fld>
            <a:endParaRPr lang="en-AU"/>
          </a:p>
        </p:txBody>
      </p:sp>
    </p:spTree>
    <p:extLst>
      <p:ext uri="{BB962C8B-B14F-4D97-AF65-F5344CB8AC3E}">
        <p14:creationId xmlns:p14="http://schemas.microsoft.com/office/powerpoint/2010/main" val="431818596"/>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33A993-1E03-2D88-D68D-39CA4092961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F750E1-10B7-126F-B5BF-F813FF345CA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561C2FE-11E8-16C7-B7AD-CCC8AE9AA06C}"/>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b="0" i="0" u="none" strike="noStrike">
                <a:solidFill>
                  <a:srgbClr val="000000"/>
                </a:solidFill>
                <a:effectLst/>
                <a:latin typeface="Aptos Narrow" panose="020B0004020202020204" pitchFamily="34" charset="0"/>
              </a:rPr>
              <a:t>Multiplicative relations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42C553AD-A391-D2C3-151E-CF15794588DC}"/>
              </a:ext>
            </a:extLst>
          </p:cNvPr>
          <p:cNvSpPr>
            <a:spLocks noGrp="1"/>
          </p:cNvSpPr>
          <p:nvPr>
            <p:ph type="sldNum" sz="quarter" idx="5"/>
          </p:nvPr>
        </p:nvSpPr>
        <p:spPr/>
        <p:txBody>
          <a:bodyPr/>
          <a:lstStyle/>
          <a:p>
            <a:fld id="{B07158C4-A119-4B78-9DE8-A50001BC31DC}" type="slidenum">
              <a:rPr lang="en-AU" smtClean="0"/>
              <a:pPr/>
              <a:t>49</a:t>
            </a:fld>
            <a:endParaRPr lang="en-AU"/>
          </a:p>
        </p:txBody>
      </p:sp>
    </p:spTree>
    <p:extLst>
      <p:ext uri="{BB962C8B-B14F-4D97-AF65-F5344CB8AC3E}">
        <p14:creationId xmlns:p14="http://schemas.microsoft.com/office/powerpoint/2010/main" val="1153520715"/>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4267C6-6600-129D-9A15-8C378BA602C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CA4C7E7-0661-46C6-F4A0-5CA82DE96F1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3F94BCB-7BF6-AF2A-5134-EEE9763A7925}"/>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b="0" i="0" u="none" strike="noStrike">
                <a:solidFill>
                  <a:srgbClr val="000000"/>
                </a:solidFill>
                <a:effectLst/>
                <a:latin typeface="Aptos Narrow" panose="020B0004020202020204" pitchFamily="34" charset="0"/>
              </a:rPr>
              <a:t>Two-dimensional spatial structure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D2CAC20D-565A-DC93-F58C-5FDC1FE4EA5F}"/>
              </a:ext>
            </a:extLst>
          </p:cNvPr>
          <p:cNvSpPr>
            <a:spLocks noGrp="1"/>
          </p:cNvSpPr>
          <p:nvPr>
            <p:ph type="sldNum" sz="quarter" idx="5"/>
          </p:nvPr>
        </p:nvSpPr>
        <p:spPr/>
        <p:txBody>
          <a:bodyPr/>
          <a:lstStyle/>
          <a:p>
            <a:fld id="{B07158C4-A119-4B78-9DE8-A50001BC31DC}" type="slidenum">
              <a:rPr lang="en-AU" smtClean="0"/>
              <a:pPr/>
              <a:t>50</a:t>
            </a:fld>
            <a:endParaRPr lang="en-AU"/>
          </a:p>
        </p:txBody>
      </p:sp>
    </p:spTree>
    <p:extLst>
      <p:ext uri="{BB962C8B-B14F-4D97-AF65-F5344CB8AC3E}">
        <p14:creationId xmlns:p14="http://schemas.microsoft.com/office/powerpoint/2010/main" val="2080479604"/>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15F7D5-67F0-D6BC-4DF2-A9E6C7E586E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1815A4D-B93C-9B57-4221-C31FFE7EE1F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1195F2E-EBA7-A8F1-54D9-F5BC7C7D59FB}"/>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b="0" i="0" u="none" strike="noStrike">
                <a:solidFill>
                  <a:srgbClr val="000000"/>
                </a:solidFill>
                <a:effectLst/>
                <a:latin typeface="Aptos Narrow" panose="020B0004020202020204" pitchFamily="34" charset="0"/>
              </a:rPr>
              <a:t>Multiplicative relations A </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15B70F96-4D2B-837C-B26B-E0E8158C2AD0}"/>
              </a:ext>
            </a:extLst>
          </p:cNvPr>
          <p:cNvSpPr>
            <a:spLocks noGrp="1"/>
          </p:cNvSpPr>
          <p:nvPr>
            <p:ph type="sldNum" sz="quarter" idx="5"/>
          </p:nvPr>
        </p:nvSpPr>
        <p:spPr/>
        <p:txBody>
          <a:bodyPr/>
          <a:lstStyle/>
          <a:p>
            <a:fld id="{B07158C4-A119-4B78-9DE8-A50001BC31DC}" type="slidenum">
              <a:rPr lang="en-AU" smtClean="0"/>
              <a:pPr/>
              <a:t>51</a:t>
            </a:fld>
            <a:endParaRPr lang="en-AU"/>
          </a:p>
        </p:txBody>
      </p:sp>
    </p:spTree>
    <p:extLst>
      <p:ext uri="{BB962C8B-B14F-4D97-AF65-F5344CB8AC3E}">
        <p14:creationId xmlns:p14="http://schemas.microsoft.com/office/powerpoint/2010/main" val="909892109"/>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7625F9-0FB4-1EDC-1758-FA2D84C069C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9D6E23D-8324-27B8-39AC-97FBE8567EB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190E2A5-C32B-F405-8BDD-E6F16211E2ED}"/>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b="0" i="0" u="none" strike="noStrike">
                <a:solidFill>
                  <a:srgbClr val="000000"/>
                </a:solidFill>
                <a:effectLst/>
                <a:latin typeface="Aptos Narrow" panose="020B0004020202020204" pitchFamily="34" charset="0"/>
              </a:rPr>
              <a:t>Geometric measure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79E08614-54B2-63B3-D9B4-7D7A56651530}"/>
              </a:ext>
            </a:extLst>
          </p:cNvPr>
          <p:cNvSpPr>
            <a:spLocks noGrp="1"/>
          </p:cNvSpPr>
          <p:nvPr>
            <p:ph type="sldNum" sz="quarter" idx="5"/>
          </p:nvPr>
        </p:nvSpPr>
        <p:spPr/>
        <p:txBody>
          <a:bodyPr/>
          <a:lstStyle/>
          <a:p>
            <a:fld id="{B07158C4-A119-4B78-9DE8-A50001BC31DC}" type="slidenum">
              <a:rPr lang="en-AU" smtClean="0"/>
              <a:pPr/>
              <a:t>52</a:t>
            </a:fld>
            <a:endParaRPr lang="en-AU"/>
          </a:p>
        </p:txBody>
      </p:sp>
    </p:spTree>
    <p:extLst>
      <p:ext uri="{BB962C8B-B14F-4D97-AF65-F5344CB8AC3E}">
        <p14:creationId xmlns:p14="http://schemas.microsoft.com/office/powerpoint/2010/main" val="3775172507"/>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01357B-A944-5573-7E80-6FBE513354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0DA7C31-6BC3-5464-5C99-5E100141D1B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7D5C401-C069-0E6A-B54F-9F060D925B5F}"/>
              </a:ext>
            </a:extLst>
          </p:cNvPr>
          <p:cNvSpPr>
            <a:spLocks noGrp="1"/>
          </p:cNvSpPr>
          <p:nvPr>
            <p:ph type="body" idx="1"/>
          </p:nvPr>
        </p:nvSpPr>
        <p:spPr/>
        <p:txBody>
          <a:bodyPr/>
          <a:lstStyle/>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r>
              <a:rPr lang="en-AU"/>
              <a:t>Additive relations A</a:t>
            </a:r>
          </a:p>
          <a:p>
            <a:endParaRPr lang="en-AU"/>
          </a:p>
          <a:p>
            <a:r>
              <a:rPr lang="en-AU" b="1"/>
              <a:t>Checking addition using estimation</a:t>
            </a:r>
          </a:p>
          <a:p>
            <a:endParaRPr lang="en-AU" b="1"/>
          </a:p>
          <a:p>
            <a:pPr marL="0" marR="0" lvl="0" indent="0" algn="l" defTabSz="1219170" rtl="0" eaLnBrk="1" fontAlgn="auto" latinLnBrk="0" hangingPunct="1">
              <a:lnSpc>
                <a:spcPct val="100000"/>
              </a:lnSpc>
              <a:spcBef>
                <a:spcPts val="0"/>
              </a:spcBef>
              <a:spcAft>
                <a:spcPts val="0"/>
              </a:spcAft>
              <a:buClrTx/>
              <a:buSzTx/>
              <a:buFontTx/>
              <a:buNone/>
              <a:tabLst/>
              <a:defRPr/>
            </a:pPr>
            <a:r>
              <a:rPr lang="en-AU" sz="1600" kern="1200">
                <a:solidFill>
                  <a:schemeClr val="tx1"/>
                </a:solidFill>
                <a:effectLst/>
                <a:latin typeface="Arial" panose="020B0604020202020204" pitchFamily="34" charset="0"/>
                <a:ea typeface="+mn-ea"/>
                <a:cs typeface="Arial" panose="020B0604020202020204" pitchFamily="34" charset="0"/>
              </a:rPr>
              <a:t>This activity is an adaptation of ‘Checking Addition and Subtraction by Estimation’ from NZ Maths by the New Zealand Ministry of Education.</a:t>
            </a:r>
            <a:endParaRPr lang="en-AU" sz="1600" b="1" kern="1200">
              <a:solidFill>
                <a:schemeClr val="tx1"/>
              </a:solidFill>
              <a:effectLst/>
              <a:latin typeface="Arial" panose="020B0604020202020204" pitchFamily="34" charset="0"/>
              <a:ea typeface="+mn-ea"/>
              <a:cs typeface="Arial" panose="020B0604020202020204" pitchFamily="34" charset="0"/>
            </a:endParaRPr>
          </a:p>
          <a:p>
            <a:endParaRPr lang="en-AU" b="1"/>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Ask:</a:t>
            </a:r>
          </a:p>
          <a:p>
            <a:pPr lvl="0"/>
            <a:r>
              <a:rPr lang="en-AU" sz="1600" kern="1200">
                <a:solidFill>
                  <a:schemeClr val="tx1"/>
                </a:solidFill>
                <a:effectLst/>
                <a:latin typeface="Arial" panose="020B0604020202020204" pitchFamily="34" charset="0"/>
                <a:ea typeface="+mn-ea"/>
                <a:cs typeface="Arial" panose="020B0604020202020204" pitchFamily="34" charset="0"/>
              </a:rPr>
              <a:t>- Is this a reasonable answer? Why or why not? (No. The answer must be larger than 45 678 because he is adding.)</a:t>
            </a:r>
          </a:p>
          <a:p>
            <a:pPr lvl="0"/>
            <a:r>
              <a:rPr lang="en-AU" sz="1600" kern="1200">
                <a:solidFill>
                  <a:schemeClr val="tx1"/>
                </a:solidFill>
                <a:effectLst/>
                <a:latin typeface="Arial" panose="020B0604020202020204" pitchFamily="34" charset="0"/>
                <a:ea typeface="+mn-ea"/>
                <a:cs typeface="Arial" panose="020B0604020202020204" pitchFamily="34" charset="0"/>
              </a:rPr>
              <a:t>- What do you think Finn did wrong when calculating? (He pressed the subtraction button rather than the addition button.)</a:t>
            </a:r>
          </a:p>
          <a:p>
            <a:pPr lvl="0"/>
            <a:r>
              <a:rPr lang="en-AU" sz="1600" kern="1200">
                <a:solidFill>
                  <a:schemeClr val="tx1"/>
                </a:solidFill>
                <a:effectLst/>
                <a:latin typeface="Arial" panose="020B0604020202020204" pitchFamily="34" charset="0"/>
                <a:ea typeface="+mn-ea"/>
                <a:cs typeface="Arial" panose="020B0604020202020204" pitchFamily="34" charset="0"/>
              </a:rPr>
              <a:t>- Can adjusting numbers help you to estimate an answer? How?</a:t>
            </a:r>
          </a:p>
          <a:p>
            <a:pPr marL="0" lvl="0" indent="0">
              <a:buFontTx/>
              <a:buNone/>
            </a:pPr>
            <a:r>
              <a:rPr lang="en-AU" sz="1600" kern="1200">
                <a:solidFill>
                  <a:schemeClr val="tx1"/>
                </a:solidFill>
                <a:effectLst/>
                <a:latin typeface="Arial" panose="020B0604020202020204" pitchFamily="34" charset="0"/>
                <a:ea typeface="+mn-ea"/>
                <a:cs typeface="Arial" panose="020B0604020202020204" pitchFamily="34" charset="0"/>
              </a:rPr>
              <a:t>- What is a reasonable estimation for the solution of 45 678 + 589?</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Students share their thinking. For example, by adjusting to the nearest hundred, we can say 678 + 589 is about 1300 because 700 + 600 = 1300, so the answer must be near 46 300.</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Students use the vertical algorithm to solve the problem on individual whiteboards.</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Students share their algorithm with a partner and communicate the process used to solve it.</a:t>
            </a:r>
            <a:endParaRPr lang="en-AU"/>
          </a:p>
          <a:p>
            <a:endParaRPr lang="en-AU"/>
          </a:p>
        </p:txBody>
      </p:sp>
      <p:sp>
        <p:nvSpPr>
          <p:cNvPr id="4" name="Slide Number Placeholder 3">
            <a:extLst>
              <a:ext uri="{FF2B5EF4-FFF2-40B4-BE49-F238E27FC236}">
                <a16:creationId xmlns:a16="http://schemas.microsoft.com/office/drawing/2014/main" id="{DCB68029-1079-7750-C066-A2D83C7716ED}"/>
              </a:ext>
            </a:extLst>
          </p:cNvPr>
          <p:cNvSpPr>
            <a:spLocks noGrp="1"/>
          </p:cNvSpPr>
          <p:nvPr>
            <p:ph type="sldNum" sz="quarter" idx="5"/>
          </p:nvPr>
        </p:nvSpPr>
        <p:spPr/>
        <p:txBody>
          <a:bodyPr/>
          <a:lstStyle/>
          <a:p>
            <a:fld id="{B07158C4-A119-4B78-9DE8-A50001BC31DC}" type="slidenum">
              <a:rPr lang="en-AU" smtClean="0"/>
              <a:pPr/>
              <a:t>53</a:t>
            </a:fld>
            <a:endParaRPr lang="en-AU"/>
          </a:p>
        </p:txBody>
      </p:sp>
    </p:spTree>
    <p:extLst>
      <p:ext uri="{BB962C8B-B14F-4D97-AF65-F5344CB8AC3E}">
        <p14:creationId xmlns:p14="http://schemas.microsoft.com/office/powerpoint/2010/main" val="189733854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42F317-3364-6231-8AEE-C5FF33E1204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72BBFEF-D03E-AA3B-A2A8-43611460165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EB33587-4268-C522-FE25-34BEE041EE4A}"/>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9946D6C7-77F1-CF1E-B9CE-772F33F99BCA}"/>
              </a:ext>
            </a:extLst>
          </p:cNvPr>
          <p:cNvSpPr>
            <a:spLocks noGrp="1"/>
          </p:cNvSpPr>
          <p:nvPr>
            <p:ph type="sldNum" sz="quarter" idx="5"/>
          </p:nvPr>
        </p:nvSpPr>
        <p:spPr/>
        <p:txBody>
          <a:bodyPr/>
          <a:lstStyle/>
          <a:p>
            <a:fld id="{B07158C4-A119-4B78-9DE8-A50001BC31DC}" type="slidenum">
              <a:rPr lang="en-AU" smtClean="0"/>
              <a:pPr/>
              <a:t>54</a:t>
            </a:fld>
            <a:endParaRPr lang="en-AU"/>
          </a:p>
        </p:txBody>
      </p:sp>
    </p:spTree>
    <p:extLst>
      <p:ext uri="{BB962C8B-B14F-4D97-AF65-F5344CB8AC3E}">
        <p14:creationId xmlns:p14="http://schemas.microsoft.com/office/powerpoint/2010/main" val="255393042"/>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AF09C7-9EF0-30BA-87E1-D6AF0E164AD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339073-7E68-EC8A-8A3D-D71BD9D9DCF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A9013DB-9260-43A5-1F20-1F554DE03BF4}"/>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The question on this slide connects to the content being explored in the developing number sense activity (Activity 8)</a:t>
            </a:r>
          </a:p>
          <a:p>
            <a:pPr>
              <a:defRPr/>
            </a:pPr>
            <a:endParaRPr lang="en-AU" b="1">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r>
              <a:rPr lang="en-AU"/>
              <a:t>Additive relations A</a:t>
            </a:r>
          </a:p>
        </p:txBody>
      </p:sp>
      <p:sp>
        <p:nvSpPr>
          <p:cNvPr id="4" name="Slide Number Placeholder 3">
            <a:extLst>
              <a:ext uri="{FF2B5EF4-FFF2-40B4-BE49-F238E27FC236}">
                <a16:creationId xmlns:a16="http://schemas.microsoft.com/office/drawing/2014/main" id="{563542BF-7873-12F2-CA52-467C64AD3406}"/>
              </a:ext>
            </a:extLst>
          </p:cNvPr>
          <p:cNvSpPr>
            <a:spLocks noGrp="1"/>
          </p:cNvSpPr>
          <p:nvPr>
            <p:ph type="sldNum" sz="quarter" idx="5"/>
          </p:nvPr>
        </p:nvSpPr>
        <p:spPr/>
        <p:txBody>
          <a:bodyPr/>
          <a:lstStyle/>
          <a:p>
            <a:fld id="{B07158C4-A119-4B78-9DE8-A50001BC31DC}" type="slidenum">
              <a:rPr lang="en-AU" smtClean="0"/>
              <a:pPr/>
              <a:t>55</a:t>
            </a:fld>
            <a:endParaRPr lang="en-AU"/>
          </a:p>
        </p:txBody>
      </p:sp>
    </p:spTree>
    <p:extLst>
      <p:ext uri="{BB962C8B-B14F-4D97-AF65-F5344CB8AC3E}">
        <p14:creationId xmlns:p14="http://schemas.microsoft.com/office/powerpoint/2010/main" val="1182346736"/>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F44BF0-4FF1-036E-4A2B-1C3E4099ECA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BE256E-6846-CC17-BB34-FA4EF65FF34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E944099-A3F4-08E3-E889-DE3740D7F876}"/>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b="0" i="0" u="none" strike="noStrike">
                <a:solidFill>
                  <a:srgbClr val="000000"/>
                </a:solidFill>
                <a:effectLst/>
                <a:latin typeface="Aptos Narrow" panose="020B0004020202020204" pitchFamily="34" charset="0"/>
              </a:rPr>
              <a:t>Multiplicative relations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26D057D0-815E-46FE-671F-96E8CA565CEB}"/>
              </a:ext>
            </a:extLst>
          </p:cNvPr>
          <p:cNvSpPr>
            <a:spLocks noGrp="1"/>
          </p:cNvSpPr>
          <p:nvPr>
            <p:ph type="sldNum" sz="quarter" idx="5"/>
          </p:nvPr>
        </p:nvSpPr>
        <p:spPr/>
        <p:txBody>
          <a:bodyPr/>
          <a:lstStyle/>
          <a:p>
            <a:fld id="{B07158C4-A119-4B78-9DE8-A50001BC31DC}" type="slidenum">
              <a:rPr lang="en-AU" smtClean="0"/>
              <a:pPr/>
              <a:t>56</a:t>
            </a:fld>
            <a:endParaRPr lang="en-AU"/>
          </a:p>
        </p:txBody>
      </p:sp>
    </p:spTree>
    <p:extLst>
      <p:ext uri="{BB962C8B-B14F-4D97-AF65-F5344CB8AC3E}">
        <p14:creationId xmlns:p14="http://schemas.microsoft.com/office/powerpoint/2010/main" val="1460112192"/>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399A7E-601D-B217-99C4-FE98372AE4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B18F7CC-0813-1EB4-3899-00043B698E3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6173D81-8131-41F7-E5D2-A718743F0216}"/>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b="0" i="0" u="none" strike="noStrike">
                <a:solidFill>
                  <a:srgbClr val="000000"/>
                </a:solidFill>
                <a:effectLst/>
                <a:latin typeface="Aptos Narrow" panose="020B0004020202020204" pitchFamily="34" charset="0"/>
              </a:rPr>
              <a:t>Two-dimensional spatial structure A</a:t>
            </a:r>
            <a:br>
              <a:rPr lang="en-AU" sz="1600" b="0" i="0" u="none" strike="noStrike">
                <a:solidFill>
                  <a:srgbClr val="000000"/>
                </a:solidFill>
                <a:effectLst/>
                <a:latin typeface="Aptos Narrow" panose="020B0004020202020204" pitchFamily="34" charset="0"/>
              </a:rPr>
            </a:b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48526F28-86A3-8899-A53B-8E710CE7D4E7}"/>
              </a:ext>
            </a:extLst>
          </p:cNvPr>
          <p:cNvSpPr>
            <a:spLocks noGrp="1"/>
          </p:cNvSpPr>
          <p:nvPr>
            <p:ph type="sldNum" sz="quarter" idx="5"/>
          </p:nvPr>
        </p:nvSpPr>
        <p:spPr/>
        <p:txBody>
          <a:bodyPr/>
          <a:lstStyle/>
          <a:p>
            <a:fld id="{B07158C4-A119-4B78-9DE8-A50001BC31DC}" type="slidenum">
              <a:rPr lang="en-AU" smtClean="0"/>
              <a:pPr/>
              <a:t>57</a:t>
            </a:fld>
            <a:endParaRPr lang="en-AU"/>
          </a:p>
        </p:txBody>
      </p:sp>
    </p:spTree>
    <p:extLst>
      <p:ext uri="{BB962C8B-B14F-4D97-AF65-F5344CB8AC3E}">
        <p14:creationId xmlns:p14="http://schemas.microsoft.com/office/powerpoint/2010/main" val="1581145400"/>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939377-2907-3BBD-108B-DD487534AAB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E06FD2F-B33D-7099-B438-B12BAD22928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E0F68AC-1A84-3F75-4358-F96C471F3AE9}"/>
              </a:ext>
            </a:extLst>
          </p:cNvPr>
          <p:cNvSpPr>
            <a:spLocks noGrp="1"/>
          </p:cNvSpPr>
          <p:nvPr>
            <p:ph type="body" idx="1"/>
          </p:nvPr>
        </p:nvSpPr>
        <p:spPr/>
        <p:txBody>
          <a:bodyPr/>
          <a:lstStyle/>
          <a:p>
            <a:r>
              <a:rPr lang="en-AU" b="1"/>
              <a:t>Note: </a:t>
            </a:r>
            <a:r>
              <a:rPr lang="en-AU" b="0"/>
              <a:t>this slide is designed to be viewed in presentation mode.</a:t>
            </a:r>
            <a:endParaRPr lang="en-AU" b="1"/>
          </a:p>
          <a:p>
            <a:endParaRPr lang="en-AU"/>
          </a:p>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b="0" i="0" u="none" strike="noStrike">
                <a:solidFill>
                  <a:srgbClr val="000000"/>
                </a:solidFill>
                <a:effectLst/>
                <a:latin typeface="Aptos Narrow" panose="020B0004020202020204" pitchFamily="34" charset="0"/>
              </a:rPr>
              <a:t>Multiplicative relations A </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27B35F9B-B1C6-0A98-E12E-C2968DF42BFC}"/>
              </a:ext>
            </a:extLst>
          </p:cNvPr>
          <p:cNvSpPr>
            <a:spLocks noGrp="1"/>
          </p:cNvSpPr>
          <p:nvPr>
            <p:ph type="sldNum" sz="quarter" idx="5"/>
          </p:nvPr>
        </p:nvSpPr>
        <p:spPr/>
        <p:txBody>
          <a:bodyPr/>
          <a:lstStyle/>
          <a:p>
            <a:fld id="{B07158C4-A119-4B78-9DE8-A50001BC31DC}" type="slidenum">
              <a:rPr lang="en-AU" smtClean="0"/>
              <a:pPr/>
              <a:t>58</a:t>
            </a:fld>
            <a:endParaRPr lang="en-AU"/>
          </a:p>
        </p:txBody>
      </p:sp>
    </p:spTree>
    <p:extLst>
      <p:ext uri="{BB962C8B-B14F-4D97-AF65-F5344CB8AC3E}">
        <p14:creationId xmlns:p14="http://schemas.microsoft.com/office/powerpoint/2010/main" val="327813774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8DD36A-CE7B-347E-7CEE-779F36A558B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8E6A57-CAC2-8726-654E-4A9B76F5853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D745F70-34F1-B28B-2FD7-63AFA2193B42}"/>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b="0" i="0" u="none" strike="noStrike">
                <a:solidFill>
                  <a:srgbClr val="000000"/>
                </a:solidFill>
                <a:effectLst/>
                <a:latin typeface="Aptos Narrow" panose="020B0004020202020204" pitchFamily="34" charset="0"/>
              </a:rPr>
              <a:t>Geometric measure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D7D4E9E5-FBA0-8012-41E7-84518A8FA12F}"/>
              </a:ext>
            </a:extLst>
          </p:cNvPr>
          <p:cNvSpPr>
            <a:spLocks noGrp="1"/>
          </p:cNvSpPr>
          <p:nvPr>
            <p:ph type="sldNum" sz="quarter" idx="5"/>
          </p:nvPr>
        </p:nvSpPr>
        <p:spPr/>
        <p:txBody>
          <a:bodyPr/>
          <a:lstStyle/>
          <a:p>
            <a:fld id="{B07158C4-A119-4B78-9DE8-A50001BC31DC}" type="slidenum">
              <a:rPr lang="en-AU" smtClean="0"/>
              <a:pPr/>
              <a:t>59</a:t>
            </a:fld>
            <a:endParaRPr lang="en-AU"/>
          </a:p>
        </p:txBody>
      </p:sp>
    </p:spTree>
    <p:extLst>
      <p:ext uri="{BB962C8B-B14F-4D97-AF65-F5344CB8AC3E}">
        <p14:creationId xmlns:p14="http://schemas.microsoft.com/office/powerpoint/2010/main" val="3961200548"/>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FA89CE-950F-1265-1510-ABEA6198634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708BC2A-CE18-88CF-8C8A-8964058F190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B32D6F4-AE56-63AB-5986-7D394322BF33}"/>
              </a:ext>
            </a:extLst>
          </p:cNvPr>
          <p:cNvSpPr>
            <a:spLocks noGrp="1"/>
          </p:cNvSpPr>
          <p:nvPr>
            <p:ph type="body" idx="1"/>
          </p:nvPr>
        </p:nvSpPr>
        <p:spPr/>
        <p:txBody>
          <a:bodyPr/>
          <a:lstStyle/>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r>
              <a:rPr lang="en-AU"/>
              <a:t>Additive relations A</a:t>
            </a:r>
          </a:p>
          <a:p>
            <a:endParaRPr lang="en-AU"/>
          </a:p>
          <a:p>
            <a:r>
              <a:rPr lang="en-AU" b="1"/>
              <a:t>Four strikes</a:t>
            </a:r>
          </a:p>
          <a:p>
            <a:endParaRPr lang="en-AU" b="1"/>
          </a:p>
          <a:p>
            <a:pPr marL="0" marR="0" lvl="0" indent="0" algn="l" defTabSz="1219170" rtl="0" eaLnBrk="1" fontAlgn="auto" latinLnBrk="0" hangingPunct="1">
              <a:lnSpc>
                <a:spcPct val="100000"/>
              </a:lnSpc>
              <a:spcBef>
                <a:spcPts val="0"/>
              </a:spcBef>
              <a:spcAft>
                <a:spcPts val="0"/>
              </a:spcAft>
              <a:buClrTx/>
              <a:buSzTx/>
              <a:buFont typeface="+mj-lt"/>
              <a:buNone/>
              <a:tabLst/>
              <a:defRPr/>
            </a:pPr>
            <a:r>
              <a:rPr lang="en-AU" sz="1600" kern="1200">
                <a:solidFill>
                  <a:schemeClr val="tx1"/>
                </a:solidFill>
                <a:effectLst/>
                <a:latin typeface="Arial" panose="020B0604020202020204" pitchFamily="34" charset="0"/>
                <a:ea typeface="+mn-ea"/>
                <a:cs typeface="Arial" panose="020B0604020202020204" pitchFamily="34" charset="0"/>
              </a:rPr>
              <a:t>This activity is an adaptation of ‘Additive strategies: Four strikes and you're out! (Task 7)’ from Stage 3 numbers and algebra by State of New South Wales (Department of Education).  This activity was introduced in Stage 3 Year A Unit 2.</a:t>
            </a:r>
          </a:p>
          <a:p>
            <a:pPr marL="0" indent="0">
              <a:buFont typeface="+mj-lt"/>
              <a:buNone/>
            </a:pPr>
            <a:endParaRPr lang="en-AU" b="0"/>
          </a:p>
          <a:p>
            <a:endParaRPr lang="en-AU" b="0"/>
          </a:p>
          <a:p>
            <a:r>
              <a:rPr lang="en-AU" b="0"/>
              <a:t>This figure corresponds to Figure 27 – four strikes in Stage 3 Year A Unit 13. </a:t>
            </a:r>
          </a:p>
          <a:p>
            <a:endParaRPr lang="en-AU" b="1"/>
          </a:p>
          <a:p>
            <a:pPr marL="285750" marR="0" lvl="0" indent="-285750"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AU" sz="1600" kern="1200">
                <a:solidFill>
                  <a:schemeClr val="tx1"/>
                </a:solidFill>
                <a:effectLst/>
                <a:latin typeface="Arial" panose="020B0604020202020204" pitchFamily="34" charset="0"/>
                <a:ea typeface="+mn-ea"/>
                <a:cs typeface="Arial" panose="020B0604020202020204" pitchFamily="34" charset="0"/>
              </a:rPr>
              <a:t>Conceal the equation 4627 + 1358 = 5985.</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Explain that students will take turns guessing a number between zero and 9. If the number is within the problem, it will be written in the corresponding space on Figure 27. If the number is not in the problem, it will be a ‘strike’. To win, students need to determine all the numbers before they get 4 strikes. </a:t>
            </a:r>
          </a:p>
          <a:p>
            <a:pPr marL="0" indent="0">
              <a:buFont typeface="Arial" panose="020B0604020202020204" pitchFamily="34" charset="0"/>
              <a:buNone/>
            </a:pPr>
            <a:endParaRPr lang="en-AU" sz="1600" b="1" kern="1200">
              <a:solidFill>
                <a:schemeClr val="tx1"/>
              </a:solidFill>
              <a:effectLst/>
              <a:latin typeface="Arial" panose="020B0604020202020204" pitchFamily="34" charset="0"/>
              <a:ea typeface="+mn-ea"/>
              <a:cs typeface="Arial" panose="020B0604020202020204" pitchFamily="34" charset="0"/>
            </a:endParaRPr>
          </a:p>
          <a:p>
            <a:pPr marL="0" indent="0">
              <a:buFont typeface="Arial" panose="020B0604020202020204" pitchFamily="34" charset="0"/>
              <a:buNone/>
            </a:pPr>
            <a:r>
              <a:rPr lang="en-AU" sz="1600" b="1" kern="1200">
                <a:solidFill>
                  <a:schemeClr val="tx1"/>
                </a:solidFill>
                <a:effectLst/>
                <a:latin typeface="Arial" panose="020B0604020202020204" pitchFamily="34" charset="0"/>
                <a:ea typeface="+mn-ea"/>
                <a:cs typeface="Arial" panose="020B0604020202020204" pitchFamily="34" charset="0"/>
              </a:rPr>
              <a:t>Note:</a:t>
            </a:r>
            <a:r>
              <a:rPr lang="en-AU" sz="1600" kern="1200">
                <a:solidFill>
                  <a:schemeClr val="tx1"/>
                </a:solidFill>
                <a:effectLst/>
                <a:latin typeface="Arial" panose="020B0604020202020204" pitchFamily="34" charset="0"/>
                <a:ea typeface="+mn-ea"/>
                <a:cs typeface="Arial" panose="020B0604020202020204" pitchFamily="34" charset="0"/>
              </a:rPr>
              <a:t> encourage students to think about place value when making their guesses. For example, if presented with 3_ + _ _ = 7 _, it would be reasonable to estimate that there could be a 4 in the tens place of the second number.</a:t>
            </a:r>
          </a:p>
          <a:p>
            <a:pPr marL="0" indent="0">
              <a:buFont typeface="Arial" panose="020B0604020202020204" pitchFamily="34" charset="0"/>
              <a:buNone/>
            </a:pPr>
            <a:endParaRPr lang="en-AU" sz="1600" kern="1200">
              <a:solidFill>
                <a:schemeClr val="tx1"/>
              </a:solidFill>
              <a:effectLst/>
              <a:latin typeface="Arial" panose="020B0604020202020204" pitchFamily="34" charset="0"/>
              <a:ea typeface="+mn-ea"/>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Arial" panose="020B0604020202020204" pitchFamily="34" charset="0"/>
              <a:buNone/>
              <a:tabLst/>
              <a:defRPr/>
            </a:pPr>
            <a:r>
              <a:rPr lang="en-AU" sz="1600" kern="1200">
                <a:solidFill>
                  <a:schemeClr val="tx1"/>
                </a:solidFill>
                <a:effectLst/>
                <a:latin typeface="Arial" panose="020B0604020202020204" pitchFamily="34" charset="0"/>
                <a:ea typeface="+mn-ea"/>
                <a:cs typeface="Arial" panose="020B0604020202020204" pitchFamily="34" charset="0"/>
              </a:rPr>
              <a:t>(Next slide) Change the plus symbol in Figure 27 to a minus symbol and repeat the game with the equation 9758 − 4321 = 5437.</a:t>
            </a:r>
          </a:p>
          <a:p>
            <a:pPr marL="0" indent="0">
              <a:buFont typeface="Arial" panose="020B0604020202020204" pitchFamily="34" charset="0"/>
              <a:buNone/>
            </a:pPr>
            <a:endParaRPr lang="en-AU" sz="1600" kern="1200">
              <a:solidFill>
                <a:schemeClr val="tx1"/>
              </a:solidFill>
              <a:effectLst/>
              <a:latin typeface="Arial" panose="020B0604020202020204" pitchFamily="34" charset="0"/>
              <a:ea typeface="+mn-ea"/>
              <a:cs typeface="Arial" panose="020B0604020202020204" pitchFamily="34" charset="0"/>
            </a:endParaRPr>
          </a:p>
          <a:p>
            <a:pPr marL="0" indent="0">
              <a:buFont typeface="Arial" panose="020B0604020202020204" pitchFamily="34" charset="0"/>
              <a:buNone/>
            </a:pPr>
            <a:endParaRPr lang="en-AU" sz="1600" kern="1200">
              <a:solidFill>
                <a:schemeClr val="tx1"/>
              </a:solidFill>
              <a:effectLst/>
              <a:latin typeface="Arial" panose="020B0604020202020204" pitchFamily="34" charset="0"/>
              <a:ea typeface="+mn-ea"/>
              <a:cs typeface="Arial" panose="020B0604020202020204" pitchFamily="34" charset="0"/>
            </a:endParaRPr>
          </a:p>
          <a:p>
            <a:pPr marL="285750" marR="0" lvl="0" indent="-285750"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AU" sz="1600" kern="1200">
              <a:solidFill>
                <a:schemeClr val="tx1"/>
              </a:solidFill>
              <a:effectLst/>
              <a:latin typeface="Arial" panose="020B0604020202020204" pitchFamily="34" charset="0"/>
              <a:ea typeface="+mn-ea"/>
              <a:cs typeface="Arial" panose="020B0604020202020204" pitchFamily="34" charset="0"/>
            </a:endParaRPr>
          </a:p>
          <a:p>
            <a:endParaRPr lang="en-AU" b="1"/>
          </a:p>
          <a:p>
            <a:pPr marL="342900" indent="-342900">
              <a:buFont typeface="+mj-lt"/>
              <a:buAutoNum type="arabicPeriod"/>
            </a:pPr>
            <a:endParaRPr lang="en-AU"/>
          </a:p>
          <a:p>
            <a:endParaRPr lang="en-AU"/>
          </a:p>
        </p:txBody>
      </p:sp>
      <p:sp>
        <p:nvSpPr>
          <p:cNvPr id="4" name="Slide Number Placeholder 3">
            <a:extLst>
              <a:ext uri="{FF2B5EF4-FFF2-40B4-BE49-F238E27FC236}">
                <a16:creationId xmlns:a16="http://schemas.microsoft.com/office/drawing/2014/main" id="{E60FA97F-9E70-99B7-AAAC-955F14E790F4}"/>
              </a:ext>
            </a:extLst>
          </p:cNvPr>
          <p:cNvSpPr>
            <a:spLocks noGrp="1"/>
          </p:cNvSpPr>
          <p:nvPr>
            <p:ph type="sldNum" sz="quarter" idx="5"/>
          </p:nvPr>
        </p:nvSpPr>
        <p:spPr/>
        <p:txBody>
          <a:bodyPr/>
          <a:lstStyle/>
          <a:p>
            <a:fld id="{B07158C4-A119-4B78-9DE8-A50001BC31DC}" type="slidenum">
              <a:rPr lang="en-AU" smtClean="0"/>
              <a:pPr/>
              <a:t>60</a:t>
            </a:fld>
            <a:endParaRPr lang="en-AU"/>
          </a:p>
        </p:txBody>
      </p:sp>
    </p:spTree>
    <p:extLst>
      <p:ext uri="{BB962C8B-B14F-4D97-AF65-F5344CB8AC3E}">
        <p14:creationId xmlns:p14="http://schemas.microsoft.com/office/powerpoint/2010/main" val="452142308"/>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A653B3-92E6-9C15-EDCD-00271B5B691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49A81C5-50D9-D756-07CB-A6B4E20F10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6043B66-15A9-67FC-D07B-B94DDB7948A0}"/>
              </a:ext>
            </a:extLst>
          </p:cNvPr>
          <p:cNvSpPr>
            <a:spLocks noGrp="1"/>
          </p:cNvSpPr>
          <p:nvPr>
            <p:ph type="body" idx="1"/>
          </p:nvPr>
        </p:nvSpPr>
        <p:spPr/>
        <p:txBody>
          <a:bodyPr/>
          <a:lstStyle/>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r>
              <a:rPr lang="en-AU"/>
              <a:t>Additive relations A</a:t>
            </a:r>
          </a:p>
          <a:p>
            <a:endParaRPr lang="en-AU"/>
          </a:p>
          <a:p>
            <a:r>
              <a:rPr lang="en-AU" b="1"/>
              <a:t>Four strikes</a:t>
            </a:r>
          </a:p>
          <a:p>
            <a:endParaRPr lang="en-AU" b="1"/>
          </a:p>
          <a:p>
            <a:pPr marL="0" marR="0" lvl="0" indent="0" algn="l" defTabSz="1219170" rtl="0" eaLnBrk="1" fontAlgn="auto" latinLnBrk="0" hangingPunct="1">
              <a:lnSpc>
                <a:spcPct val="100000"/>
              </a:lnSpc>
              <a:spcBef>
                <a:spcPts val="0"/>
              </a:spcBef>
              <a:spcAft>
                <a:spcPts val="0"/>
              </a:spcAft>
              <a:buClrTx/>
              <a:buSzTx/>
              <a:buFontTx/>
              <a:buNone/>
              <a:tabLst/>
              <a:defRPr/>
            </a:pPr>
            <a:r>
              <a:rPr lang="en-AU" sz="1600" kern="1200">
                <a:solidFill>
                  <a:schemeClr val="tx1"/>
                </a:solidFill>
                <a:effectLst/>
                <a:latin typeface="Arial" panose="020B0604020202020204" pitchFamily="34" charset="0"/>
                <a:ea typeface="+mn-ea"/>
                <a:cs typeface="Arial" panose="020B0604020202020204" pitchFamily="34" charset="0"/>
              </a:rPr>
              <a:t>This activity is an adaptation of ‘Additive strategies: Four strikes and you're out! (Task 7)’ from Stage 3 numbers and algebra by State of New South Wales (Department of Education).  This activity was introduced in Stage 3 Year A Unit 2.</a:t>
            </a:r>
          </a:p>
          <a:p>
            <a:pPr marL="0" marR="0" lvl="0" indent="0" algn="l" defTabSz="1219170" rtl="0" eaLnBrk="1" fontAlgn="auto" latinLnBrk="0" hangingPunct="1">
              <a:lnSpc>
                <a:spcPct val="100000"/>
              </a:lnSpc>
              <a:spcBef>
                <a:spcPts val="0"/>
              </a:spcBef>
              <a:spcAft>
                <a:spcPts val="0"/>
              </a:spcAft>
              <a:buClrTx/>
              <a:buSzTx/>
              <a:buFontTx/>
              <a:buNone/>
              <a:tabLst/>
              <a:defRPr/>
            </a:pPr>
            <a:endParaRPr lang="en-AU" sz="1600" kern="1200">
              <a:solidFill>
                <a:schemeClr val="tx1"/>
              </a:solidFill>
              <a:effectLst/>
              <a:latin typeface="Arial" panose="020B0604020202020204" pitchFamily="34" charset="0"/>
              <a:ea typeface="+mn-ea"/>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Tx/>
              <a:buNone/>
              <a:tabLst/>
              <a:defRPr/>
            </a:pPr>
            <a:r>
              <a:rPr lang="en-AU" b="0"/>
              <a:t>This figure corresponds to Figure 27 – four strikes in Stage 3 Year A Unit 13. </a:t>
            </a:r>
          </a:p>
          <a:p>
            <a:pPr marL="0" marR="0" lvl="0" indent="0" algn="l" defTabSz="1219170" rtl="0" eaLnBrk="1" fontAlgn="auto" latinLnBrk="0" hangingPunct="1">
              <a:lnSpc>
                <a:spcPct val="100000"/>
              </a:lnSpc>
              <a:spcBef>
                <a:spcPts val="0"/>
              </a:spcBef>
              <a:spcAft>
                <a:spcPts val="0"/>
              </a:spcAft>
              <a:buClrTx/>
              <a:buSzTx/>
              <a:buFontTx/>
              <a:buNone/>
              <a:tabLst/>
              <a:defRPr/>
            </a:pPr>
            <a:endParaRPr lang="en-AU" sz="1600" kern="1200">
              <a:solidFill>
                <a:schemeClr val="tx1"/>
              </a:solidFill>
              <a:effectLst/>
              <a:latin typeface="Arial" panose="020B0604020202020204" pitchFamily="34" charset="0"/>
              <a:ea typeface="+mn-ea"/>
              <a:cs typeface="Arial" panose="020B0604020202020204" pitchFamily="34" charset="0"/>
            </a:endParaRPr>
          </a:p>
          <a:p>
            <a:pPr marL="285750" marR="0" lvl="0" indent="-285750"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AU" sz="1600" kern="1200">
                <a:solidFill>
                  <a:schemeClr val="tx1"/>
                </a:solidFill>
                <a:effectLst/>
                <a:latin typeface="Arial" panose="020B0604020202020204" pitchFamily="34" charset="0"/>
                <a:ea typeface="+mn-ea"/>
                <a:cs typeface="Arial" panose="020B0604020202020204" pitchFamily="34" charset="0"/>
              </a:rPr>
              <a:t>Change the plus symbol in Figure 27 to a minus symbol and repeat the game with the equation 9758 − 4321 = 5437.</a:t>
            </a:r>
          </a:p>
          <a:p>
            <a:pPr marL="342900" indent="-342900">
              <a:buFont typeface="+mj-lt"/>
              <a:buAutoNum type="arabicPeriod"/>
            </a:pPr>
            <a:endParaRPr lang="en-AU" b="0"/>
          </a:p>
          <a:p>
            <a:endParaRPr lang="en-AU" b="1"/>
          </a:p>
          <a:p>
            <a:pPr marL="342900" indent="-342900">
              <a:buFont typeface="+mj-lt"/>
              <a:buAutoNum type="arabicPeriod"/>
            </a:pPr>
            <a:endParaRPr lang="en-AU"/>
          </a:p>
          <a:p>
            <a:endParaRPr lang="en-AU"/>
          </a:p>
        </p:txBody>
      </p:sp>
      <p:sp>
        <p:nvSpPr>
          <p:cNvPr id="4" name="Slide Number Placeholder 3">
            <a:extLst>
              <a:ext uri="{FF2B5EF4-FFF2-40B4-BE49-F238E27FC236}">
                <a16:creationId xmlns:a16="http://schemas.microsoft.com/office/drawing/2014/main" id="{73068567-3000-9B7D-F6D0-5F276BFDDB94}"/>
              </a:ext>
            </a:extLst>
          </p:cNvPr>
          <p:cNvSpPr>
            <a:spLocks noGrp="1"/>
          </p:cNvSpPr>
          <p:nvPr>
            <p:ph type="sldNum" sz="quarter" idx="5"/>
          </p:nvPr>
        </p:nvSpPr>
        <p:spPr/>
        <p:txBody>
          <a:bodyPr/>
          <a:lstStyle/>
          <a:p>
            <a:fld id="{B07158C4-A119-4B78-9DE8-A50001BC31DC}" type="slidenum">
              <a:rPr lang="en-AU" smtClean="0"/>
              <a:pPr/>
              <a:t>61</a:t>
            </a:fld>
            <a:endParaRPr lang="en-AU"/>
          </a:p>
        </p:txBody>
      </p:sp>
    </p:spTree>
    <p:extLst>
      <p:ext uri="{BB962C8B-B14F-4D97-AF65-F5344CB8AC3E}">
        <p14:creationId xmlns:p14="http://schemas.microsoft.com/office/powerpoint/2010/main" val="2817594365"/>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62</a:t>
            </a:fld>
            <a:endParaRPr lang="en-AU"/>
          </a:p>
        </p:txBody>
      </p:sp>
    </p:spTree>
    <p:extLst>
      <p:ext uri="{BB962C8B-B14F-4D97-AF65-F5344CB8AC3E}">
        <p14:creationId xmlns:p14="http://schemas.microsoft.com/office/powerpoint/2010/main" val="2707158165"/>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63</a:t>
            </a:fld>
            <a:endParaRPr lang="en-AU"/>
          </a:p>
        </p:txBody>
      </p:sp>
    </p:spTree>
    <p:extLst>
      <p:ext uri="{BB962C8B-B14F-4D97-AF65-F5344CB8AC3E}">
        <p14:creationId xmlns:p14="http://schemas.microsoft.com/office/powerpoint/2010/main" val="1688771064"/>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64</a:t>
            </a:fld>
            <a:endParaRPr lang="en-AU"/>
          </a:p>
        </p:txBody>
      </p:sp>
    </p:spTree>
    <p:extLst>
      <p:ext uri="{BB962C8B-B14F-4D97-AF65-F5344CB8AC3E}">
        <p14:creationId xmlns:p14="http://schemas.microsoft.com/office/powerpoint/2010/main" val="3711727428"/>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65</a:t>
            </a:fld>
            <a:endParaRPr lang="en-AU"/>
          </a:p>
        </p:txBody>
      </p:sp>
    </p:spTree>
    <p:extLst>
      <p:ext uri="{BB962C8B-B14F-4D97-AF65-F5344CB8AC3E}">
        <p14:creationId xmlns:p14="http://schemas.microsoft.com/office/powerpoint/2010/main" val="233346748"/>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66</a:t>
            </a:fld>
            <a:endParaRPr lang="en-AU"/>
          </a:p>
        </p:txBody>
      </p:sp>
    </p:spTree>
    <p:extLst>
      <p:ext uri="{BB962C8B-B14F-4D97-AF65-F5344CB8AC3E}">
        <p14:creationId xmlns:p14="http://schemas.microsoft.com/office/powerpoint/2010/main" val="1474584797"/>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07158C4-A119-4B78-9DE8-A50001BC31DC}" type="slidenum">
              <a:rPr lang="en-AU" smtClean="0"/>
              <a:pPr/>
              <a:t>67</a:t>
            </a:fld>
            <a:endParaRPr lang="en-AU"/>
          </a:p>
        </p:txBody>
      </p:sp>
    </p:spTree>
    <p:extLst>
      <p:ext uri="{BB962C8B-B14F-4D97-AF65-F5344CB8AC3E}">
        <p14:creationId xmlns:p14="http://schemas.microsoft.com/office/powerpoint/2010/main" val="4176992099"/>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FD1DFF-1757-40E7-9609-EE66A92DDC6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E6A7D61-A142-CC5B-AD36-03DE7BC3B51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CD16482-D121-8A8E-5C1D-D72018CCF16B}"/>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This question connects to the content in the developing number sense activity (Activity 3)</a:t>
            </a:r>
          </a:p>
          <a:p>
            <a:pPr>
              <a:buFont typeface="Wingdings" panose="05000000000000000000" pitchFamily="2" charset="2"/>
              <a:defRPr/>
            </a:pPr>
            <a:endParaRPr lang="en-AU">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a:highlight>
                  <a:srgbClr val="FFFF00"/>
                </a:highlight>
                <a:latin typeface="Arial"/>
                <a:cs typeface="Arial"/>
              </a:rPr>
              <a:t>[Focus area A/B]</a:t>
            </a:r>
          </a:p>
        </p:txBody>
      </p:sp>
      <p:sp>
        <p:nvSpPr>
          <p:cNvPr id="4" name="Slide Number Placeholder 3">
            <a:extLst>
              <a:ext uri="{FF2B5EF4-FFF2-40B4-BE49-F238E27FC236}">
                <a16:creationId xmlns:a16="http://schemas.microsoft.com/office/drawing/2014/main" id="{43AA7DAA-37B4-0D95-9755-B59CC60212E6}"/>
              </a:ext>
            </a:extLst>
          </p:cNvPr>
          <p:cNvSpPr>
            <a:spLocks noGrp="1"/>
          </p:cNvSpPr>
          <p:nvPr>
            <p:ph type="sldNum" sz="quarter" idx="5"/>
          </p:nvPr>
        </p:nvSpPr>
        <p:spPr/>
        <p:txBody>
          <a:bodyPr/>
          <a:lstStyle/>
          <a:p>
            <a:fld id="{B07158C4-A119-4B78-9DE8-A50001BC31DC}" type="slidenum">
              <a:rPr lang="en-AU" smtClean="0"/>
              <a:pPr/>
              <a:t>68</a:t>
            </a:fld>
            <a:endParaRPr lang="en-AU"/>
          </a:p>
        </p:txBody>
      </p:sp>
    </p:spTree>
    <p:extLst>
      <p:ext uri="{BB962C8B-B14F-4D97-AF65-F5344CB8AC3E}">
        <p14:creationId xmlns:p14="http://schemas.microsoft.com/office/powerpoint/2010/main" val="3235041704"/>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69</a:t>
            </a:fld>
            <a:endParaRPr lang="en-AU"/>
          </a:p>
        </p:txBody>
      </p:sp>
    </p:spTree>
    <p:extLst>
      <p:ext uri="{BB962C8B-B14F-4D97-AF65-F5344CB8AC3E}">
        <p14:creationId xmlns:p14="http://schemas.microsoft.com/office/powerpoint/2010/main" val="4132485400"/>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F40190-DD0B-E4B6-D1E2-FF64003FA2F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C670CC1-1EBF-E828-B6D0-684F5D9902E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EA1942C-8ABF-7BF6-377E-156824D4F472}"/>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E0F7E7EB-8508-9D94-18DD-97835B55F60F}"/>
              </a:ext>
            </a:extLst>
          </p:cNvPr>
          <p:cNvSpPr>
            <a:spLocks noGrp="1"/>
          </p:cNvSpPr>
          <p:nvPr>
            <p:ph type="sldNum" sz="quarter" idx="5"/>
          </p:nvPr>
        </p:nvSpPr>
        <p:spPr/>
        <p:txBody>
          <a:bodyPr/>
          <a:lstStyle/>
          <a:p>
            <a:fld id="{B07158C4-A119-4B78-9DE8-A50001BC31DC}" type="slidenum">
              <a:rPr lang="en-AU" smtClean="0"/>
              <a:pPr/>
              <a:t>70</a:t>
            </a:fld>
            <a:endParaRPr lang="en-AU"/>
          </a:p>
        </p:txBody>
      </p:sp>
    </p:spTree>
    <p:extLst>
      <p:ext uri="{BB962C8B-B14F-4D97-AF65-F5344CB8AC3E}">
        <p14:creationId xmlns:p14="http://schemas.microsoft.com/office/powerpoint/2010/main" val="3107559730"/>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71</a:t>
            </a:fld>
            <a:endParaRPr lang="en-AU"/>
          </a:p>
        </p:txBody>
      </p:sp>
    </p:spTree>
    <p:extLst>
      <p:ext uri="{BB962C8B-B14F-4D97-AF65-F5344CB8AC3E}">
        <p14:creationId xmlns:p14="http://schemas.microsoft.com/office/powerpoint/2010/main" val="308464352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p:spTree>
      <p:nvGrpSpPr>
        <p:cNvPr id="1" name=""/>
        <p:cNvGrpSpPr/>
        <p:nvPr/>
      </p:nvGrpSpPr>
      <p:grpSpPr>
        <a:xfrm>
          <a:off x="0" y="0"/>
          <a:ext cx="0" cy="0"/>
          <a:chOff x="0" y="0"/>
          <a:chExt cx="0" cy="0"/>
        </a:xfrm>
      </p:grpSpPr>
      <p:sp>
        <p:nvSpPr>
          <p:cNvPr id="29" name="Rectangle 28">
            <a:extLst>
              <a:ext uri="{FF2B5EF4-FFF2-40B4-BE49-F238E27FC236}">
                <a16:creationId xmlns:a16="http://schemas.microsoft.com/office/drawing/2014/main" id="{EA17B1F9-1883-FB0F-19DA-8B4A4053535B}"/>
              </a:ext>
            </a:extLst>
          </p:cNvPr>
          <p:cNvSpPr/>
          <p:nvPr userDrawn="1"/>
        </p:nvSpPr>
        <p:spPr>
          <a:xfrm>
            <a:off x="7128000" y="0"/>
            <a:ext cx="5064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6" name="Rectangle 5">
            <a:extLst>
              <a:ext uri="{FF2B5EF4-FFF2-40B4-BE49-F238E27FC236}">
                <a16:creationId xmlns:a16="http://schemas.microsoft.com/office/drawing/2014/main" id="{6E6ACE4A-E374-4533-BE29-9C2AA078581F}"/>
              </a:ext>
              <a:ext uri="{C183D7F6-B498-43B3-948B-1728B52AA6E4}">
                <adec:decorative xmlns:adec="http://schemas.microsoft.com/office/drawing/2017/decorative" val="1"/>
              </a:ext>
            </a:extLst>
          </p:cNvPr>
          <p:cNvSpPr/>
          <p:nvPr userDrawn="1"/>
        </p:nvSpPr>
        <p:spPr>
          <a:xfrm>
            <a:off x="0" y="0"/>
            <a:ext cx="7128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solidFill>
                <a:schemeClr val="bg1"/>
              </a:solidFill>
              <a:latin typeface="Public Sans" pitchFamily="2" charset="0"/>
            </a:endParaRPr>
          </a:p>
        </p:txBody>
      </p:sp>
      <p:cxnSp>
        <p:nvCxnSpPr>
          <p:cNvPr id="8" name="Straight Connector 7">
            <a:extLst>
              <a:ext uri="{FF2B5EF4-FFF2-40B4-BE49-F238E27FC236}">
                <a16:creationId xmlns:a16="http://schemas.microsoft.com/office/drawing/2014/main" id="{1379E5D7-4594-7BEA-DCDE-7C07259A2A00}"/>
              </a:ext>
              <a:ext uri="{C183D7F6-B498-43B3-948B-1728B52AA6E4}">
                <adec:decorative xmlns:adec="http://schemas.microsoft.com/office/drawing/2017/decorative" val="1"/>
              </a:ext>
            </a:extLst>
          </p:cNvPr>
          <p:cNvCxnSpPr>
            <a:cxnSpLocks/>
          </p:cNvCxnSpPr>
          <p:nvPr userDrawn="1"/>
        </p:nvCxnSpPr>
        <p:spPr>
          <a:xfrm>
            <a:off x="360000" y="360000"/>
            <a:ext cx="0" cy="619200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Title 1">
            <a:extLst>
              <a:ext uri="{FF2B5EF4-FFF2-40B4-BE49-F238E27FC236}">
                <a16:creationId xmlns:a16="http://schemas.microsoft.com/office/drawing/2014/main" id="{06313123-38FC-0AA8-8313-B587FAEA9FAB}"/>
              </a:ext>
            </a:extLst>
          </p:cNvPr>
          <p:cNvSpPr>
            <a:spLocks noGrp="1"/>
          </p:cNvSpPr>
          <p:nvPr>
            <p:ph type="ctrTitle" hasCustomPrompt="1"/>
          </p:nvPr>
        </p:nvSpPr>
        <p:spPr>
          <a:xfrm>
            <a:off x="539999" y="1530002"/>
            <a:ext cx="6255979" cy="2033997"/>
          </a:xfrm>
          <a:ln>
            <a:noFill/>
          </a:ln>
        </p:spPr>
        <p:txBody>
          <a:bodyPr anchor="b">
            <a:noAutofit/>
          </a:bodyPr>
          <a:lstStyle>
            <a:lvl1pPr algn="l">
              <a:lnSpc>
                <a:spcPct val="100000"/>
              </a:lnSpc>
              <a:defRPr sz="4800">
                <a:solidFill>
                  <a:schemeClr val="bg1"/>
                </a:solidFill>
                <a:latin typeface="Arial" panose="020B0604020202020204" pitchFamily="34" charset="0"/>
                <a:cs typeface="Arial" panose="020B0604020202020204" pitchFamily="34" charset="0"/>
              </a:defRPr>
            </a:lvl1pPr>
          </a:lstStyle>
          <a:p>
            <a:r>
              <a:rPr lang="en-US"/>
              <a:t>Unit title</a:t>
            </a:r>
          </a:p>
        </p:txBody>
      </p:sp>
      <p:sp>
        <p:nvSpPr>
          <p:cNvPr id="11" name="Text Placeholder 10">
            <a:extLst>
              <a:ext uri="{FF2B5EF4-FFF2-40B4-BE49-F238E27FC236}">
                <a16:creationId xmlns:a16="http://schemas.microsoft.com/office/drawing/2014/main" id="{1ECD7A7F-13F8-9E9F-94FF-03D42EEEF0A8}"/>
              </a:ext>
            </a:extLst>
          </p:cNvPr>
          <p:cNvSpPr>
            <a:spLocks noGrp="1"/>
          </p:cNvSpPr>
          <p:nvPr>
            <p:ph type="body" sz="quarter" idx="10" hasCustomPrompt="1"/>
          </p:nvPr>
        </p:nvSpPr>
        <p:spPr>
          <a:xfrm>
            <a:off x="539999" y="3624180"/>
            <a:ext cx="6255977" cy="1188000"/>
          </a:xfrm>
        </p:spPr>
        <p:txBody>
          <a:bodyPr anchor="t">
            <a:noAutofit/>
          </a:bodyPr>
          <a:lstStyle>
            <a:lvl1pPr>
              <a:defRPr sz="2000">
                <a:solidFill>
                  <a:schemeClr val="accent4"/>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Stage</a:t>
            </a:r>
          </a:p>
        </p:txBody>
      </p:sp>
      <p:sp>
        <p:nvSpPr>
          <p:cNvPr id="12" name="Text Placeholder 14">
            <a:extLst>
              <a:ext uri="{FF2B5EF4-FFF2-40B4-BE49-F238E27FC236}">
                <a16:creationId xmlns:a16="http://schemas.microsoft.com/office/drawing/2014/main" id="{1F1B4A2E-693D-413E-6506-E51D3453E154}"/>
              </a:ext>
            </a:extLst>
          </p:cNvPr>
          <p:cNvSpPr>
            <a:spLocks noGrp="1"/>
          </p:cNvSpPr>
          <p:nvPr>
            <p:ph type="body" sz="quarter" idx="16" hasCustomPrompt="1"/>
          </p:nvPr>
        </p:nvSpPr>
        <p:spPr>
          <a:xfrm>
            <a:off x="540000" y="4925698"/>
            <a:ext cx="6255975" cy="360000"/>
          </a:xfrm>
        </p:spPr>
        <p:txBody>
          <a:bodyPr>
            <a:noAutofit/>
          </a:bodyPr>
          <a:lstStyle>
            <a:lvl1pPr>
              <a:spcAft>
                <a:spcPts val="0"/>
              </a:spcAft>
              <a:defRPr sz="1800" b="1">
                <a:solidFill>
                  <a:schemeClr val="bg1"/>
                </a:solidFill>
                <a:latin typeface="Arial" panose="020B0604020202020204" pitchFamily="34" charset="0"/>
                <a:cs typeface="Arial" panose="020B0604020202020204" pitchFamily="34" charset="0"/>
              </a:defRPr>
            </a:lvl1pPr>
            <a:lvl2pPr>
              <a:spcAft>
                <a:spcPts val="0"/>
              </a:spcAft>
              <a:defRPr sz="1800" b="0">
                <a:solidFill>
                  <a:schemeClr val="bg1"/>
                </a:solidFill>
                <a:latin typeface="+mj-lt"/>
              </a:defRPr>
            </a:lvl2pPr>
            <a:lvl3pPr marL="0" indent="0">
              <a:buNone/>
              <a:defRPr sz="2000">
                <a:solidFill>
                  <a:schemeClr val="bg1"/>
                </a:solidFill>
              </a:defRPr>
            </a:lvl3pPr>
            <a:lvl4pPr>
              <a:defRPr sz="2000">
                <a:solidFill>
                  <a:schemeClr val="bg1"/>
                </a:solidFill>
              </a:defRPr>
            </a:lvl4pPr>
            <a:lvl5pPr>
              <a:defRPr sz="2000">
                <a:solidFill>
                  <a:schemeClr val="bg1"/>
                </a:solidFill>
              </a:defRPr>
            </a:lvl5pPr>
          </a:lstStyle>
          <a:p>
            <a:pPr lvl="0"/>
            <a:r>
              <a:rPr lang="en-US"/>
              <a:t>Module</a:t>
            </a:r>
          </a:p>
        </p:txBody>
      </p:sp>
      <p:sp>
        <p:nvSpPr>
          <p:cNvPr id="13" name="Text Placeholder 7">
            <a:extLst>
              <a:ext uri="{FF2B5EF4-FFF2-40B4-BE49-F238E27FC236}">
                <a16:creationId xmlns:a16="http://schemas.microsoft.com/office/drawing/2014/main" id="{0C245AE8-A9B0-AE21-616C-11D22901313C}"/>
              </a:ext>
            </a:extLst>
          </p:cNvPr>
          <p:cNvSpPr>
            <a:spLocks noGrp="1"/>
          </p:cNvSpPr>
          <p:nvPr>
            <p:ph type="body" sz="quarter" idx="14" hasCustomPrompt="1"/>
          </p:nvPr>
        </p:nvSpPr>
        <p:spPr>
          <a:xfrm>
            <a:off x="540000" y="5327998"/>
            <a:ext cx="6255971" cy="792000"/>
          </a:xfrm>
        </p:spPr>
        <p:txBody>
          <a:bodyPr/>
          <a:lstStyle>
            <a:lvl1pPr>
              <a:defRPr sz="1800">
                <a:solidFill>
                  <a:schemeClr val="bg1"/>
                </a:solidFill>
                <a:latin typeface="Arial" panose="020B0604020202020204" pitchFamily="34" charset="0"/>
                <a:cs typeface="Arial" panose="020B0604020202020204" pitchFamily="34" charset="0"/>
              </a:defRPr>
            </a:lvl1pPr>
          </a:lstStyle>
          <a:p>
            <a:pPr lvl="0"/>
            <a:r>
              <a:rPr lang="en-US"/>
              <a:t>Presenter name</a:t>
            </a:r>
            <a:endParaRPr lang="en-AU"/>
          </a:p>
        </p:txBody>
      </p:sp>
      <p:sp>
        <p:nvSpPr>
          <p:cNvPr id="15" name="Text Placeholder 14">
            <a:extLst>
              <a:ext uri="{FF2B5EF4-FFF2-40B4-BE49-F238E27FC236}">
                <a16:creationId xmlns:a16="http://schemas.microsoft.com/office/drawing/2014/main" id="{5C2AC99F-F6FA-4B77-DD09-207FFF07B242}"/>
              </a:ext>
            </a:extLst>
          </p:cNvPr>
          <p:cNvSpPr>
            <a:spLocks noGrp="1"/>
          </p:cNvSpPr>
          <p:nvPr>
            <p:ph type="body" sz="quarter" idx="15" hasCustomPrompt="1"/>
          </p:nvPr>
        </p:nvSpPr>
        <p:spPr>
          <a:xfrm>
            <a:off x="540000" y="6192000"/>
            <a:ext cx="6255975" cy="360000"/>
          </a:xfrm>
        </p:spPr>
        <p:txBody>
          <a:bodyPr anchor="b" anchorCtr="0">
            <a:noAutofit/>
          </a:bodyPr>
          <a:lstStyle>
            <a:lvl1pPr algn="l">
              <a:defRPr sz="1800" b="0">
                <a:solidFill>
                  <a:schemeClr val="bg1"/>
                </a:solidFill>
                <a:latin typeface="Arial" panose="020B0604020202020204" pitchFamily="34" charset="0"/>
                <a:cs typeface="Arial" panose="020B0604020202020204" pitchFamily="34" charset="0"/>
              </a:defRPr>
            </a:lvl1pPr>
            <a:lvl2pPr>
              <a:defRPr sz="1600">
                <a:solidFill>
                  <a:schemeClr val="bg1"/>
                </a:solidFill>
              </a:defRPr>
            </a:lvl2pPr>
            <a:lvl3pPr marL="0" indent="0">
              <a:buNone/>
              <a:defRPr sz="2000">
                <a:solidFill>
                  <a:schemeClr val="bg1"/>
                </a:solidFill>
              </a:defRPr>
            </a:lvl3pPr>
            <a:lvl4pPr>
              <a:defRPr sz="2000">
                <a:solidFill>
                  <a:schemeClr val="bg1"/>
                </a:solidFill>
              </a:defRPr>
            </a:lvl4pPr>
            <a:lvl5pPr>
              <a:defRPr sz="2000">
                <a:solidFill>
                  <a:schemeClr val="bg1"/>
                </a:solidFill>
              </a:defRPr>
            </a:lvl5pPr>
          </a:lstStyle>
          <a:p>
            <a:pPr lvl="0"/>
            <a:r>
              <a:rPr lang="en-US"/>
              <a:t>00 Month YYYY</a:t>
            </a:r>
          </a:p>
        </p:txBody>
      </p:sp>
      <p:pic>
        <p:nvPicPr>
          <p:cNvPr id="17" name="Picture 16">
            <a:extLst>
              <a:ext uri="{FF2B5EF4-FFF2-40B4-BE49-F238E27FC236}">
                <a16:creationId xmlns:a16="http://schemas.microsoft.com/office/drawing/2014/main" id="{1B2918F2-2A15-B218-B84D-C469AD3B60DA}"/>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135329" y="360000"/>
            <a:ext cx="660650" cy="715199"/>
          </a:xfrm>
          <a:prstGeom prst="rect">
            <a:avLst/>
          </a:prstGeom>
        </p:spPr>
      </p:pic>
      <p:sp>
        <p:nvSpPr>
          <p:cNvPr id="2" name="Picture Placeholder 4">
            <a:extLst>
              <a:ext uri="{FF2B5EF4-FFF2-40B4-BE49-F238E27FC236}">
                <a16:creationId xmlns:a16="http://schemas.microsoft.com/office/drawing/2014/main" id="{206B55C3-1914-D3B1-73B3-69F5509A4B69}"/>
              </a:ext>
              <a:ext uri="{C183D7F6-B498-43B3-948B-1728B52AA6E4}">
                <adec:decorative xmlns:adec="http://schemas.microsoft.com/office/drawing/2017/decorative" val="1"/>
              </a:ext>
            </a:extLst>
          </p:cNvPr>
          <p:cNvSpPr>
            <a:spLocks noGrp="1"/>
          </p:cNvSpPr>
          <p:nvPr>
            <p:ph type="pic" sz="quarter" idx="13"/>
          </p:nvPr>
        </p:nvSpPr>
        <p:spPr>
          <a:xfrm>
            <a:off x="7128000" y="0"/>
            <a:ext cx="5064000" cy="6858000"/>
          </a:xfrm>
        </p:spPr>
        <p:txBody>
          <a:bodyPr/>
          <a:lstStyle/>
          <a:p>
            <a:r>
              <a:rPr lang="en-US"/>
              <a:t>Click icon to add picture</a:t>
            </a:r>
            <a:endParaRPr lang="en-AU"/>
          </a:p>
        </p:txBody>
      </p:sp>
    </p:spTree>
    <p:extLst>
      <p:ext uri="{BB962C8B-B14F-4D97-AF65-F5344CB8AC3E}">
        <p14:creationId xmlns:p14="http://schemas.microsoft.com/office/powerpoint/2010/main" val="15784084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11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Divider">
    <p:bg>
      <p:bgPr>
        <a:solidFill>
          <a:schemeClr val="accent1"/>
        </a:solidFill>
        <a:effectLst/>
      </p:bgPr>
    </p:bg>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5C261660-AF47-818D-7C30-D254D989CACE}"/>
              </a:ext>
              <a:ext uri="{C183D7F6-B498-43B3-948B-1728B52AA6E4}">
                <adec:decorative xmlns:adec="http://schemas.microsoft.com/office/drawing/2017/decorative" val="1"/>
              </a:ext>
            </a:extLst>
          </p:cNvPr>
          <p:cNvCxnSpPr>
            <a:cxnSpLocks/>
          </p:cNvCxnSpPr>
          <p:nvPr userDrawn="1"/>
        </p:nvCxnSpPr>
        <p:spPr>
          <a:xfrm>
            <a:off x="360000" y="360000"/>
            <a:ext cx="0" cy="619200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3" name="Title 1">
            <a:extLst>
              <a:ext uri="{FF2B5EF4-FFF2-40B4-BE49-F238E27FC236}">
                <a16:creationId xmlns:a16="http://schemas.microsoft.com/office/drawing/2014/main" id="{8AD8A72A-7327-BEF4-2507-0522B8614AE9}"/>
              </a:ext>
            </a:extLst>
          </p:cNvPr>
          <p:cNvSpPr>
            <a:spLocks noGrp="1"/>
          </p:cNvSpPr>
          <p:nvPr>
            <p:ph type="ctrTitle" hasCustomPrompt="1"/>
          </p:nvPr>
        </p:nvSpPr>
        <p:spPr>
          <a:xfrm>
            <a:off x="540000" y="4067881"/>
            <a:ext cx="11291998" cy="800681"/>
          </a:xfrm>
          <a:ln>
            <a:noFill/>
          </a:ln>
        </p:spPr>
        <p:txBody>
          <a:bodyPr anchor="t">
            <a:noAutofit/>
          </a:bodyPr>
          <a:lstStyle>
            <a:lvl1pPr algn="l">
              <a:lnSpc>
                <a:spcPct val="110000"/>
              </a:lnSpc>
              <a:defRPr sz="4800">
                <a:solidFill>
                  <a:schemeClr val="bg1"/>
                </a:solidFill>
                <a:latin typeface="Arial" panose="020B0604020202020204" pitchFamily="34" charset="0"/>
                <a:cs typeface="Arial" panose="020B0604020202020204" pitchFamily="34" charset="0"/>
              </a:defRPr>
            </a:lvl1pPr>
          </a:lstStyle>
          <a:p>
            <a:pPr>
              <a:lnSpc>
                <a:spcPct val="100000"/>
              </a:lnSpc>
            </a:pPr>
            <a:r>
              <a:rPr lang="en-AU"/>
              <a:t>Lesson title</a:t>
            </a:r>
          </a:p>
        </p:txBody>
      </p:sp>
      <p:sp>
        <p:nvSpPr>
          <p:cNvPr id="6" name="Oval 5">
            <a:extLst>
              <a:ext uri="{FF2B5EF4-FFF2-40B4-BE49-F238E27FC236}">
                <a16:creationId xmlns:a16="http://schemas.microsoft.com/office/drawing/2014/main" id="{5EBAE78F-1A35-0A2C-DBF4-48477CA8F3A7}"/>
              </a:ext>
            </a:extLst>
          </p:cNvPr>
          <p:cNvSpPr>
            <a:spLocks noGrp="1" noRot="1" noMove="1" noResize="1" noEditPoints="1" noAdjustHandles="1" noChangeArrowheads="1" noChangeShapeType="1"/>
          </p:cNvSpPr>
          <p:nvPr userDrawn="1"/>
        </p:nvSpPr>
        <p:spPr>
          <a:xfrm>
            <a:off x="11056620" y="289560"/>
            <a:ext cx="906780" cy="800681"/>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2" name="Picture 1">
            <a:extLst>
              <a:ext uri="{FF2B5EF4-FFF2-40B4-BE49-F238E27FC236}">
                <a16:creationId xmlns:a16="http://schemas.microsoft.com/office/drawing/2014/main" id="{1DE675F6-B3E6-7651-8B0E-50E39CE29B9F}"/>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1171348" y="360000"/>
            <a:ext cx="660650" cy="715199"/>
          </a:xfrm>
          <a:prstGeom prst="rect">
            <a:avLst/>
          </a:prstGeom>
        </p:spPr>
      </p:pic>
    </p:spTree>
    <p:extLst>
      <p:ext uri="{BB962C8B-B14F-4D97-AF65-F5344CB8AC3E}">
        <p14:creationId xmlns:p14="http://schemas.microsoft.com/office/powerpoint/2010/main" val="28646721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LISC">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165CECD-C00D-4560-9C97-AE28A8535867}"/>
              </a:ext>
              <a:ext uri="{C183D7F6-B498-43B3-948B-1728B52AA6E4}">
                <adec:decorative xmlns:adec="http://schemas.microsoft.com/office/drawing/2017/decorative" val="1"/>
              </a:ext>
            </a:extLst>
          </p:cNvPr>
          <p:cNvSpPr/>
          <p:nvPr userDrawn="1"/>
        </p:nvSpPr>
        <p:spPr>
          <a:xfrm>
            <a:off x="0" y="1620000"/>
            <a:ext cx="12192000" cy="523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 name="Picture Placeholder 4">
            <a:extLst>
              <a:ext uri="{FF2B5EF4-FFF2-40B4-BE49-F238E27FC236}">
                <a16:creationId xmlns:a16="http://schemas.microsoft.com/office/drawing/2014/main" id="{8AB6FE45-2247-43AE-AFB0-3C1EC574D8FA}"/>
              </a:ext>
              <a:ext uri="{C183D7F6-B498-43B3-948B-1728B52AA6E4}">
                <adec:decorative xmlns:adec="http://schemas.microsoft.com/office/drawing/2017/decorative" val="1"/>
              </a:ext>
            </a:extLst>
          </p:cNvPr>
          <p:cNvSpPr>
            <a:spLocks noGrp="1"/>
          </p:cNvSpPr>
          <p:nvPr>
            <p:ph type="pic" sz="quarter" idx="13"/>
          </p:nvPr>
        </p:nvSpPr>
        <p:spPr>
          <a:xfrm>
            <a:off x="359998" y="1909282"/>
            <a:ext cx="11483999" cy="4210718"/>
          </a:xfrm>
        </p:spPr>
        <p:txBody>
          <a:bodyPr/>
          <a:lstStyle/>
          <a:p>
            <a:r>
              <a:rPr lang="en-US"/>
              <a:t>Click icon to add picture</a:t>
            </a:r>
            <a:endParaRPr lang="en-AU"/>
          </a:p>
        </p:txBody>
      </p:sp>
      <p:sp>
        <p:nvSpPr>
          <p:cNvPr id="7" name="Slide Number Placeholder 6"/>
          <p:cNvSpPr>
            <a:spLocks noGrp="1"/>
          </p:cNvSpPr>
          <p:nvPr>
            <p:ph type="sldNum" sz="quarter" idx="12"/>
          </p:nvPr>
        </p:nvSpPr>
        <p:spPr/>
        <p:txBody>
          <a:bodyPr/>
          <a:lstStyle/>
          <a:p>
            <a:fld id="{10A01DC5-1685-4615-8240-15192985C6A2}" type="slidenum">
              <a:rPr lang="en-AU" smtClean="0"/>
              <a:t>‹#›</a:t>
            </a:fld>
            <a:endParaRPr lang="en-AU"/>
          </a:p>
        </p:txBody>
      </p:sp>
      <p:sp>
        <p:nvSpPr>
          <p:cNvPr id="10" name="Title 4">
            <a:extLst>
              <a:ext uri="{FF2B5EF4-FFF2-40B4-BE49-F238E27FC236}">
                <a16:creationId xmlns:a16="http://schemas.microsoft.com/office/drawing/2014/main" id="{4B69FB63-5913-44B0-9BCA-4B6E66CE48BF}"/>
              </a:ext>
            </a:extLst>
          </p:cNvPr>
          <p:cNvSpPr>
            <a:spLocks noGrp="1"/>
          </p:cNvSpPr>
          <p:nvPr>
            <p:ph type="title"/>
          </p:nvPr>
        </p:nvSpPr>
        <p:spPr>
          <a:xfrm>
            <a:off x="359997" y="360000"/>
            <a:ext cx="11483999" cy="522000"/>
          </a:xfrm>
        </p:spPr>
        <p:txBody>
          <a:bodyPr/>
          <a:lstStyle>
            <a:lvl1pPr>
              <a:defRPr>
                <a:solidFill>
                  <a:schemeClr val="accent1"/>
                </a:solidFill>
              </a:defRPr>
            </a:lvl1pPr>
          </a:lstStyle>
          <a:p>
            <a:r>
              <a:rPr lang="en-US"/>
              <a:t>Click to edit Master title style</a:t>
            </a:r>
            <a:endParaRPr lang="en-AU"/>
          </a:p>
        </p:txBody>
      </p:sp>
      <p:sp>
        <p:nvSpPr>
          <p:cNvPr id="11" name="Text Placeholder 10">
            <a:extLst>
              <a:ext uri="{FF2B5EF4-FFF2-40B4-BE49-F238E27FC236}">
                <a16:creationId xmlns:a16="http://schemas.microsoft.com/office/drawing/2014/main" id="{4A905C52-CF4B-447B-B93D-A86FD209402A}"/>
              </a:ext>
            </a:extLst>
          </p:cNvPr>
          <p:cNvSpPr>
            <a:spLocks noGrp="1"/>
          </p:cNvSpPr>
          <p:nvPr>
            <p:ph type="body" sz="quarter" idx="18" hasCustomPrompt="1"/>
          </p:nvPr>
        </p:nvSpPr>
        <p:spPr>
          <a:xfrm>
            <a:off x="360000" y="1016704"/>
            <a:ext cx="11483996"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Tree>
    <p:extLst>
      <p:ext uri="{BB962C8B-B14F-4D97-AF65-F5344CB8AC3E}">
        <p14:creationId xmlns:p14="http://schemas.microsoft.com/office/powerpoint/2010/main" val="22972229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ntent slid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59999" y="360000"/>
            <a:ext cx="11483999"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48399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2" name="Text Placeholder 3">
            <a:extLst>
              <a:ext uri="{FF2B5EF4-FFF2-40B4-BE49-F238E27FC236}">
                <a16:creationId xmlns:a16="http://schemas.microsoft.com/office/drawing/2014/main" id="{7A679F83-4A45-8E00-A9A4-2E8DE35C1BB0}"/>
              </a:ext>
            </a:extLst>
          </p:cNvPr>
          <p:cNvSpPr>
            <a:spLocks noGrp="1"/>
          </p:cNvSpPr>
          <p:nvPr>
            <p:ph type="body" sz="quarter" idx="17" hasCustomPrompt="1"/>
          </p:nvPr>
        </p:nvSpPr>
        <p:spPr>
          <a:xfrm>
            <a:off x="360000" y="1567086"/>
            <a:ext cx="11484000" cy="4807835"/>
          </a:xfrm>
        </p:spPr>
        <p:txBody>
          <a:bodyPr/>
          <a:lstStyle>
            <a:lvl1pPr>
              <a:defRPr/>
            </a:lvl1pPr>
          </a:lstStyle>
          <a:p>
            <a:pPr lvl="0"/>
            <a:r>
              <a:rPr lang="en-US"/>
              <a:t>Click to add text</a:t>
            </a:r>
          </a:p>
          <a:p>
            <a:pPr lvl="1"/>
            <a:r>
              <a:rPr lang="en-US"/>
              <a:t>Second level</a:t>
            </a:r>
          </a:p>
          <a:p>
            <a:pPr lvl="4"/>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9094725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Multiple choic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243038"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24303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8" name="Picture Placeholder 7">
            <a:extLst>
              <a:ext uri="{FF2B5EF4-FFF2-40B4-BE49-F238E27FC236}">
                <a16:creationId xmlns:a16="http://schemas.microsoft.com/office/drawing/2014/main" id="{F0C3D212-D9E6-5651-0336-B3898E36FBA5}"/>
              </a:ext>
            </a:extLst>
          </p:cNvPr>
          <p:cNvSpPr>
            <a:spLocks noGrp="1"/>
          </p:cNvSpPr>
          <p:nvPr>
            <p:ph type="pic" sz="quarter" idx="20"/>
          </p:nvPr>
        </p:nvSpPr>
        <p:spPr>
          <a:xfrm>
            <a:off x="360000" y="2765028"/>
            <a:ext cx="2240960" cy="2649349"/>
          </a:xfrm>
        </p:spPr>
        <p:txBody>
          <a:bodyPr/>
          <a:lstStyle>
            <a:lvl1pPr>
              <a:defRPr sz="1600"/>
            </a:lvl1pPr>
          </a:lstStyle>
          <a:p>
            <a:r>
              <a:rPr lang="en-US"/>
              <a:t>Click icon to add picture</a:t>
            </a:r>
            <a:endParaRPr lang="en-AU"/>
          </a:p>
        </p:txBody>
      </p:sp>
      <p:sp>
        <p:nvSpPr>
          <p:cNvPr id="13" name="Picture Placeholder 7">
            <a:extLst>
              <a:ext uri="{FF2B5EF4-FFF2-40B4-BE49-F238E27FC236}">
                <a16:creationId xmlns:a16="http://schemas.microsoft.com/office/drawing/2014/main" id="{B4B450DC-5728-768F-26C0-12B026741DA4}"/>
              </a:ext>
            </a:extLst>
          </p:cNvPr>
          <p:cNvSpPr>
            <a:spLocks noGrp="1"/>
          </p:cNvSpPr>
          <p:nvPr>
            <p:ph type="pic" sz="quarter" idx="21"/>
          </p:nvPr>
        </p:nvSpPr>
        <p:spPr>
          <a:xfrm>
            <a:off x="3363973" y="2765028"/>
            <a:ext cx="2240960" cy="2649349"/>
          </a:xfrm>
        </p:spPr>
        <p:txBody>
          <a:bodyPr/>
          <a:lstStyle>
            <a:lvl1pPr>
              <a:defRPr sz="1600"/>
            </a:lvl1pPr>
          </a:lstStyle>
          <a:p>
            <a:r>
              <a:rPr lang="en-US"/>
              <a:t>Click icon to add picture</a:t>
            </a:r>
            <a:endParaRPr lang="en-AU"/>
          </a:p>
        </p:txBody>
      </p:sp>
      <p:sp>
        <p:nvSpPr>
          <p:cNvPr id="15" name="Picture Placeholder 7">
            <a:extLst>
              <a:ext uri="{FF2B5EF4-FFF2-40B4-BE49-F238E27FC236}">
                <a16:creationId xmlns:a16="http://schemas.microsoft.com/office/drawing/2014/main" id="{6C3CDCFB-025E-3885-F074-73ADECE44C9E}"/>
              </a:ext>
            </a:extLst>
          </p:cNvPr>
          <p:cNvSpPr>
            <a:spLocks noGrp="1"/>
          </p:cNvSpPr>
          <p:nvPr>
            <p:ph type="pic" sz="quarter" idx="22"/>
          </p:nvPr>
        </p:nvSpPr>
        <p:spPr>
          <a:xfrm>
            <a:off x="9371920" y="2765028"/>
            <a:ext cx="2240960" cy="2649349"/>
          </a:xfrm>
        </p:spPr>
        <p:txBody>
          <a:bodyPr/>
          <a:lstStyle>
            <a:lvl1pPr>
              <a:defRPr sz="1600"/>
            </a:lvl1pPr>
          </a:lstStyle>
          <a:p>
            <a:r>
              <a:rPr lang="en-US"/>
              <a:t>Click icon to add picture</a:t>
            </a:r>
            <a:endParaRPr lang="en-AU"/>
          </a:p>
        </p:txBody>
      </p:sp>
      <p:sp>
        <p:nvSpPr>
          <p:cNvPr id="17" name="Picture Placeholder 7">
            <a:extLst>
              <a:ext uri="{FF2B5EF4-FFF2-40B4-BE49-F238E27FC236}">
                <a16:creationId xmlns:a16="http://schemas.microsoft.com/office/drawing/2014/main" id="{CCABCD24-7B7B-0554-1934-9DC04D3EBBF4}"/>
              </a:ext>
            </a:extLst>
          </p:cNvPr>
          <p:cNvSpPr>
            <a:spLocks noGrp="1"/>
          </p:cNvSpPr>
          <p:nvPr>
            <p:ph type="pic" sz="quarter" idx="23"/>
          </p:nvPr>
        </p:nvSpPr>
        <p:spPr>
          <a:xfrm>
            <a:off x="6367946" y="2765028"/>
            <a:ext cx="2240960" cy="2649349"/>
          </a:xfrm>
        </p:spPr>
        <p:txBody>
          <a:bodyPr/>
          <a:lstStyle>
            <a:lvl1pPr>
              <a:defRPr sz="1600"/>
            </a:lvl1pPr>
          </a:lstStyle>
          <a:p>
            <a:r>
              <a:rPr lang="en-US"/>
              <a:t>Click icon to add picture</a:t>
            </a:r>
            <a:endParaRPr lang="en-AU"/>
          </a:p>
        </p:txBody>
      </p:sp>
      <p:sp>
        <p:nvSpPr>
          <p:cNvPr id="2" name="Text Placeholder 5">
            <a:extLst>
              <a:ext uri="{FF2B5EF4-FFF2-40B4-BE49-F238E27FC236}">
                <a16:creationId xmlns:a16="http://schemas.microsoft.com/office/drawing/2014/main" id="{1DFCC6A7-827F-6E36-F159-837EA4EBC3D3}"/>
              </a:ext>
            </a:extLst>
          </p:cNvPr>
          <p:cNvSpPr>
            <a:spLocks noGrp="1"/>
          </p:cNvSpPr>
          <p:nvPr>
            <p:ph type="body" sz="quarter" idx="24" hasCustomPrompt="1"/>
          </p:nvPr>
        </p:nvSpPr>
        <p:spPr>
          <a:xfrm>
            <a:off x="360000" y="1625946"/>
            <a:ext cx="11243037" cy="893226"/>
          </a:xfrm>
        </p:spPr>
        <p:txBody>
          <a:bodyPr/>
          <a:lstStyle>
            <a:lvl1pPr>
              <a:spcAft>
                <a:spcPts val="600"/>
              </a:spcAft>
              <a:defRPr sz="1800"/>
            </a:lvl1pPr>
          </a:lstStyle>
          <a:p>
            <a:pPr lvl="0"/>
            <a:r>
              <a:rPr lang="en-GB"/>
              <a:t>Insert text</a:t>
            </a:r>
          </a:p>
        </p:txBody>
      </p:sp>
    </p:spTree>
    <p:extLst>
      <p:ext uri="{BB962C8B-B14F-4D97-AF65-F5344CB8AC3E}">
        <p14:creationId xmlns:p14="http://schemas.microsoft.com/office/powerpoint/2010/main" val="25008929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_Multiple choic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243038"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24303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11" name="Text Placeholder 2">
            <a:extLst>
              <a:ext uri="{FF2B5EF4-FFF2-40B4-BE49-F238E27FC236}">
                <a16:creationId xmlns:a16="http://schemas.microsoft.com/office/drawing/2014/main" id="{09AE21FE-7E6F-A034-F036-612FA37CA8BC}"/>
              </a:ext>
            </a:extLst>
          </p:cNvPr>
          <p:cNvSpPr>
            <a:spLocks noGrp="1"/>
          </p:cNvSpPr>
          <p:nvPr>
            <p:ph type="body" sz="quarter" idx="27" hasCustomPrompt="1"/>
          </p:nvPr>
        </p:nvSpPr>
        <p:spPr>
          <a:xfrm>
            <a:off x="1345520" y="5474358"/>
            <a:ext cx="10175920" cy="641396"/>
          </a:xfrm>
        </p:spPr>
        <p:txBody>
          <a:bodyPr/>
          <a:lstStyle>
            <a:lvl1pPr>
              <a:defRPr sz="1800">
                <a:latin typeface="+mn-lt"/>
              </a:defRPr>
            </a:lvl1pPr>
            <a:lvl2pPr>
              <a:defRPr sz="1800">
                <a:latin typeface="+mn-lt"/>
              </a:defRPr>
            </a:lvl2pPr>
            <a:lvl3pPr>
              <a:defRPr sz="1800">
                <a:latin typeface="+mn-lt"/>
              </a:defRPr>
            </a:lvl3pPr>
            <a:lvl4pPr>
              <a:defRPr sz="1800">
                <a:latin typeface="+mn-lt"/>
              </a:defRPr>
            </a:lvl4pPr>
            <a:lvl5pPr>
              <a:defRPr sz="1800">
                <a:latin typeface="+mn-lt"/>
              </a:defRPr>
            </a:lvl5pPr>
          </a:lstStyle>
          <a:p>
            <a:pPr lvl="0"/>
            <a:r>
              <a:rPr lang="en-GB"/>
              <a:t>Insert text</a:t>
            </a:r>
          </a:p>
        </p:txBody>
      </p:sp>
      <p:sp>
        <p:nvSpPr>
          <p:cNvPr id="12" name="Text Placeholder 5">
            <a:extLst>
              <a:ext uri="{FF2B5EF4-FFF2-40B4-BE49-F238E27FC236}">
                <a16:creationId xmlns:a16="http://schemas.microsoft.com/office/drawing/2014/main" id="{0C45F7D3-A319-C117-165D-6FAF332E7124}"/>
              </a:ext>
            </a:extLst>
          </p:cNvPr>
          <p:cNvSpPr>
            <a:spLocks noGrp="1"/>
          </p:cNvSpPr>
          <p:nvPr>
            <p:ph type="body" sz="quarter" idx="28" hasCustomPrompt="1"/>
          </p:nvPr>
        </p:nvSpPr>
        <p:spPr>
          <a:xfrm>
            <a:off x="360000" y="1625946"/>
            <a:ext cx="11243037" cy="527974"/>
          </a:xfrm>
        </p:spPr>
        <p:txBody>
          <a:bodyPr/>
          <a:lstStyle>
            <a:lvl1pPr>
              <a:spcAft>
                <a:spcPts val="600"/>
              </a:spcAft>
              <a:defRPr sz="1800"/>
            </a:lvl1pPr>
          </a:lstStyle>
          <a:p>
            <a:pPr lvl="0"/>
            <a:r>
              <a:rPr lang="en-GB"/>
              <a:t>Insert text</a:t>
            </a:r>
          </a:p>
        </p:txBody>
      </p:sp>
      <p:sp>
        <p:nvSpPr>
          <p:cNvPr id="13" name="Text Placeholder 2">
            <a:extLst>
              <a:ext uri="{FF2B5EF4-FFF2-40B4-BE49-F238E27FC236}">
                <a16:creationId xmlns:a16="http://schemas.microsoft.com/office/drawing/2014/main" id="{5F81E50E-5FDF-87FB-F284-468C0D7FADB8}"/>
              </a:ext>
            </a:extLst>
          </p:cNvPr>
          <p:cNvSpPr>
            <a:spLocks noGrp="1"/>
          </p:cNvSpPr>
          <p:nvPr>
            <p:ph type="body" sz="quarter" idx="29" hasCustomPrompt="1"/>
          </p:nvPr>
        </p:nvSpPr>
        <p:spPr>
          <a:xfrm>
            <a:off x="1345520" y="4624304"/>
            <a:ext cx="10175920" cy="641396"/>
          </a:xfrm>
        </p:spPr>
        <p:txBody>
          <a:bodyPr/>
          <a:lstStyle>
            <a:lvl1pPr>
              <a:defRPr sz="1800">
                <a:latin typeface="+mn-lt"/>
              </a:defRPr>
            </a:lvl1pPr>
            <a:lvl2pPr>
              <a:defRPr sz="1800">
                <a:latin typeface="+mn-lt"/>
              </a:defRPr>
            </a:lvl2pPr>
            <a:lvl3pPr>
              <a:defRPr sz="1800">
                <a:latin typeface="+mn-lt"/>
              </a:defRPr>
            </a:lvl3pPr>
            <a:lvl4pPr>
              <a:defRPr sz="1800">
                <a:latin typeface="+mn-lt"/>
              </a:defRPr>
            </a:lvl4pPr>
            <a:lvl5pPr>
              <a:defRPr sz="1800">
                <a:latin typeface="+mn-lt"/>
              </a:defRPr>
            </a:lvl5pPr>
          </a:lstStyle>
          <a:p>
            <a:pPr lvl="0"/>
            <a:r>
              <a:rPr lang="en-GB"/>
              <a:t>Insert text</a:t>
            </a:r>
          </a:p>
        </p:txBody>
      </p:sp>
      <p:sp>
        <p:nvSpPr>
          <p:cNvPr id="14" name="Text Placeholder 2">
            <a:extLst>
              <a:ext uri="{FF2B5EF4-FFF2-40B4-BE49-F238E27FC236}">
                <a16:creationId xmlns:a16="http://schemas.microsoft.com/office/drawing/2014/main" id="{9A44A122-DD69-F174-2E08-3A0257CA52FB}"/>
              </a:ext>
            </a:extLst>
          </p:cNvPr>
          <p:cNvSpPr>
            <a:spLocks noGrp="1"/>
          </p:cNvSpPr>
          <p:nvPr>
            <p:ph type="body" sz="quarter" idx="30" hasCustomPrompt="1"/>
          </p:nvPr>
        </p:nvSpPr>
        <p:spPr>
          <a:xfrm>
            <a:off x="1345520" y="3774251"/>
            <a:ext cx="10175920" cy="641396"/>
          </a:xfrm>
        </p:spPr>
        <p:txBody>
          <a:bodyPr/>
          <a:lstStyle>
            <a:lvl1pPr>
              <a:defRPr sz="1800">
                <a:latin typeface="+mn-lt"/>
              </a:defRPr>
            </a:lvl1pPr>
            <a:lvl2pPr>
              <a:defRPr sz="1800">
                <a:latin typeface="+mn-lt"/>
              </a:defRPr>
            </a:lvl2pPr>
            <a:lvl3pPr>
              <a:defRPr sz="1800">
                <a:latin typeface="+mn-lt"/>
              </a:defRPr>
            </a:lvl3pPr>
            <a:lvl4pPr>
              <a:defRPr sz="1800">
                <a:latin typeface="+mn-lt"/>
              </a:defRPr>
            </a:lvl4pPr>
            <a:lvl5pPr>
              <a:defRPr sz="1800">
                <a:latin typeface="+mn-lt"/>
              </a:defRPr>
            </a:lvl5pPr>
          </a:lstStyle>
          <a:p>
            <a:pPr lvl="0"/>
            <a:r>
              <a:rPr lang="en-GB"/>
              <a:t>Insert text</a:t>
            </a:r>
          </a:p>
        </p:txBody>
      </p:sp>
      <p:sp>
        <p:nvSpPr>
          <p:cNvPr id="15" name="Text Placeholder 2">
            <a:extLst>
              <a:ext uri="{FF2B5EF4-FFF2-40B4-BE49-F238E27FC236}">
                <a16:creationId xmlns:a16="http://schemas.microsoft.com/office/drawing/2014/main" id="{FC304F2C-9B61-A905-CA27-E6F31881426D}"/>
              </a:ext>
            </a:extLst>
          </p:cNvPr>
          <p:cNvSpPr>
            <a:spLocks noGrp="1"/>
          </p:cNvSpPr>
          <p:nvPr>
            <p:ph type="body" sz="quarter" idx="31" hasCustomPrompt="1"/>
          </p:nvPr>
        </p:nvSpPr>
        <p:spPr>
          <a:xfrm>
            <a:off x="1345520" y="2924198"/>
            <a:ext cx="10175920" cy="641396"/>
          </a:xfrm>
        </p:spPr>
        <p:txBody>
          <a:bodyPr/>
          <a:lstStyle>
            <a:lvl1pPr>
              <a:defRPr sz="1800">
                <a:latin typeface="+mn-lt"/>
              </a:defRPr>
            </a:lvl1pPr>
            <a:lvl2pPr>
              <a:defRPr sz="1800">
                <a:latin typeface="+mn-lt"/>
              </a:defRPr>
            </a:lvl2pPr>
            <a:lvl3pPr>
              <a:defRPr sz="1800">
                <a:latin typeface="+mn-lt"/>
              </a:defRPr>
            </a:lvl3pPr>
            <a:lvl4pPr>
              <a:defRPr sz="1800">
                <a:latin typeface="+mn-lt"/>
              </a:defRPr>
            </a:lvl4pPr>
            <a:lvl5pPr>
              <a:defRPr sz="1800">
                <a:latin typeface="+mn-lt"/>
              </a:defRPr>
            </a:lvl5pPr>
          </a:lstStyle>
          <a:p>
            <a:pPr lvl="0"/>
            <a:r>
              <a:rPr lang="en-GB"/>
              <a:t>Insert text</a:t>
            </a:r>
          </a:p>
        </p:txBody>
      </p:sp>
    </p:spTree>
    <p:extLst>
      <p:ext uri="{BB962C8B-B14F-4D97-AF65-F5344CB8AC3E}">
        <p14:creationId xmlns:p14="http://schemas.microsoft.com/office/powerpoint/2010/main" val="25604219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Picture and content">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243038"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24303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2" name="Picture Placeholder 5">
            <a:extLst>
              <a:ext uri="{FF2B5EF4-FFF2-40B4-BE49-F238E27FC236}">
                <a16:creationId xmlns:a16="http://schemas.microsoft.com/office/drawing/2014/main" id="{AB74AD91-1458-4106-CAEE-62E884E33298}"/>
              </a:ext>
            </a:extLst>
          </p:cNvPr>
          <p:cNvSpPr>
            <a:spLocks noGrp="1"/>
          </p:cNvSpPr>
          <p:nvPr>
            <p:ph type="pic" sz="quarter" idx="21" hasCustomPrompt="1"/>
          </p:nvPr>
        </p:nvSpPr>
        <p:spPr>
          <a:xfrm>
            <a:off x="359999" y="1677281"/>
            <a:ext cx="11243037" cy="3056398"/>
          </a:xfrm>
        </p:spPr>
        <p:txBody>
          <a:bodyPr/>
          <a:lstStyle>
            <a:lvl1pPr>
              <a:defRPr sz="1800"/>
            </a:lvl1pPr>
          </a:lstStyle>
          <a:p>
            <a:r>
              <a:rPr lang="en-US"/>
              <a:t>Insert picture</a:t>
            </a:r>
          </a:p>
        </p:txBody>
      </p:sp>
      <p:sp>
        <p:nvSpPr>
          <p:cNvPr id="6" name="Text Placeholder 5">
            <a:extLst>
              <a:ext uri="{FF2B5EF4-FFF2-40B4-BE49-F238E27FC236}">
                <a16:creationId xmlns:a16="http://schemas.microsoft.com/office/drawing/2014/main" id="{3A20CE62-5C28-8298-BB9C-49E4007BACAB}"/>
              </a:ext>
            </a:extLst>
          </p:cNvPr>
          <p:cNvSpPr>
            <a:spLocks noGrp="1"/>
          </p:cNvSpPr>
          <p:nvPr>
            <p:ph type="body" sz="quarter" idx="22" hasCustomPrompt="1"/>
          </p:nvPr>
        </p:nvSpPr>
        <p:spPr>
          <a:xfrm>
            <a:off x="1381125" y="5049838"/>
            <a:ext cx="8901113" cy="1341437"/>
          </a:xfrm>
        </p:spPr>
        <p:txBody>
          <a:bodyPr/>
          <a:lstStyle>
            <a:lvl1pPr>
              <a:spcAft>
                <a:spcPts val="600"/>
              </a:spcAft>
              <a:defRPr sz="1800"/>
            </a:lvl1pPr>
          </a:lstStyle>
          <a:p>
            <a:pPr lvl="0"/>
            <a:r>
              <a:rPr lang="en-GB"/>
              <a:t>Insert text</a:t>
            </a:r>
          </a:p>
        </p:txBody>
      </p:sp>
    </p:spTree>
    <p:extLst>
      <p:ext uri="{BB962C8B-B14F-4D97-AF65-F5344CB8AC3E}">
        <p14:creationId xmlns:p14="http://schemas.microsoft.com/office/powerpoint/2010/main" val="22995502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rue or Fals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243038"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24303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2" name="Picture Placeholder 5">
            <a:extLst>
              <a:ext uri="{FF2B5EF4-FFF2-40B4-BE49-F238E27FC236}">
                <a16:creationId xmlns:a16="http://schemas.microsoft.com/office/drawing/2014/main" id="{AB74AD91-1458-4106-CAEE-62E884E33298}"/>
              </a:ext>
            </a:extLst>
          </p:cNvPr>
          <p:cNvSpPr>
            <a:spLocks noGrp="1"/>
          </p:cNvSpPr>
          <p:nvPr>
            <p:ph type="pic" sz="quarter" idx="21" hasCustomPrompt="1"/>
          </p:nvPr>
        </p:nvSpPr>
        <p:spPr>
          <a:xfrm>
            <a:off x="349840" y="2726105"/>
            <a:ext cx="11243037" cy="3056398"/>
          </a:xfrm>
        </p:spPr>
        <p:txBody>
          <a:bodyPr/>
          <a:lstStyle>
            <a:lvl1pPr>
              <a:defRPr sz="1800"/>
            </a:lvl1pPr>
          </a:lstStyle>
          <a:p>
            <a:r>
              <a:rPr lang="en-US"/>
              <a:t>Insert picture</a:t>
            </a:r>
          </a:p>
        </p:txBody>
      </p:sp>
      <p:sp>
        <p:nvSpPr>
          <p:cNvPr id="6" name="Text Placeholder 5">
            <a:extLst>
              <a:ext uri="{FF2B5EF4-FFF2-40B4-BE49-F238E27FC236}">
                <a16:creationId xmlns:a16="http://schemas.microsoft.com/office/drawing/2014/main" id="{3A20CE62-5C28-8298-BB9C-49E4007BACAB}"/>
              </a:ext>
            </a:extLst>
          </p:cNvPr>
          <p:cNvSpPr>
            <a:spLocks noGrp="1"/>
          </p:cNvSpPr>
          <p:nvPr>
            <p:ph type="body" sz="quarter" idx="22" hasCustomPrompt="1"/>
          </p:nvPr>
        </p:nvSpPr>
        <p:spPr>
          <a:xfrm>
            <a:off x="360000" y="1625946"/>
            <a:ext cx="11243037" cy="893226"/>
          </a:xfrm>
        </p:spPr>
        <p:txBody>
          <a:bodyPr/>
          <a:lstStyle>
            <a:lvl1pPr>
              <a:spcAft>
                <a:spcPts val="600"/>
              </a:spcAft>
              <a:defRPr sz="1800"/>
            </a:lvl1pPr>
          </a:lstStyle>
          <a:p>
            <a:pPr lvl="0"/>
            <a:r>
              <a:rPr lang="en-GB"/>
              <a:t>Insert text</a:t>
            </a:r>
          </a:p>
        </p:txBody>
      </p:sp>
      <p:sp>
        <p:nvSpPr>
          <p:cNvPr id="3" name="Text Placeholder 5">
            <a:extLst>
              <a:ext uri="{FF2B5EF4-FFF2-40B4-BE49-F238E27FC236}">
                <a16:creationId xmlns:a16="http://schemas.microsoft.com/office/drawing/2014/main" id="{4AD4AB7C-8A21-E4EB-AA93-807A148152FD}"/>
              </a:ext>
            </a:extLst>
          </p:cNvPr>
          <p:cNvSpPr>
            <a:spLocks noGrp="1"/>
          </p:cNvSpPr>
          <p:nvPr>
            <p:ph type="body" sz="quarter" idx="23" hasCustomPrompt="1"/>
          </p:nvPr>
        </p:nvSpPr>
        <p:spPr>
          <a:xfrm>
            <a:off x="1973601" y="5964774"/>
            <a:ext cx="2567920" cy="731226"/>
          </a:xfrm>
        </p:spPr>
        <p:txBody>
          <a:bodyPr/>
          <a:lstStyle>
            <a:lvl1pPr>
              <a:spcAft>
                <a:spcPts val="600"/>
              </a:spcAft>
              <a:defRPr sz="1800"/>
            </a:lvl1pPr>
          </a:lstStyle>
          <a:p>
            <a:pPr lvl="0"/>
            <a:r>
              <a:rPr lang="en-GB"/>
              <a:t>Insert text</a:t>
            </a:r>
          </a:p>
        </p:txBody>
      </p:sp>
      <p:sp>
        <p:nvSpPr>
          <p:cNvPr id="8" name="Text Placeholder 5">
            <a:extLst>
              <a:ext uri="{FF2B5EF4-FFF2-40B4-BE49-F238E27FC236}">
                <a16:creationId xmlns:a16="http://schemas.microsoft.com/office/drawing/2014/main" id="{6FF1592D-1B12-201B-A9BD-5B5B908ECC65}"/>
              </a:ext>
            </a:extLst>
          </p:cNvPr>
          <p:cNvSpPr>
            <a:spLocks noGrp="1"/>
          </p:cNvSpPr>
          <p:nvPr>
            <p:ph type="body" sz="quarter" idx="24" hasCustomPrompt="1"/>
          </p:nvPr>
        </p:nvSpPr>
        <p:spPr>
          <a:xfrm>
            <a:off x="8161041" y="5964774"/>
            <a:ext cx="2567920" cy="731226"/>
          </a:xfrm>
        </p:spPr>
        <p:txBody>
          <a:bodyPr/>
          <a:lstStyle>
            <a:lvl1pPr>
              <a:spcAft>
                <a:spcPts val="600"/>
              </a:spcAft>
              <a:defRPr sz="1800"/>
            </a:lvl1pPr>
          </a:lstStyle>
          <a:p>
            <a:pPr lvl="0"/>
            <a:r>
              <a:rPr lang="en-GB"/>
              <a:t>Insert text</a:t>
            </a:r>
          </a:p>
        </p:txBody>
      </p:sp>
    </p:spTree>
    <p:extLst>
      <p:ext uri="{BB962C8B-B14F-4D97-AF65-F5344CB8AC3E}">
        <p14:creationId xmlns:p14="http://schemas.microsoft.com/office/powerpoint/2010/main" val="37981475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Feature image">
    <p:spTree>
      <p:nvGrpSpPr>
        <p:cNvPr id="1" name=""/>
        <p:cNvGrpSpPr/>
        <p:nvPr/>
      </p:nvGrpSpPr>
      <p:grpSpPr>
        <a:xfrm>
          <a:off x="0" y="0"/>
          <a:ext cx="0" cy="0"/>
          <a:chOff x="0" y="0"/>
          <a:chExt cx="0" cy="0"/>
        </a:xfrm>
      </p:grpSpPr>
      <p:sp>
        <p:nvSpPr>
          <p:cNvPr id="2" name="Picture Placeholder 8">
            <a:extLst>
              <a:ext uri="{FF2B5EF4-FFF2-40B4-BE49-F238E27FC236}">
                <a16:creationId xmlns:a16="http://schemas.microsoft.com/office/drawing/2014/main" id="{91FCC384-7450-516C-24D0-7D029ED3855A}"/>
              </a:ext>
              <a:ext uri="{C183D7F6-B498-43B3-948B-1728B52AA6E4}">
                <adec:decorative xmlns:adec="http://schemas.microsoft.com/office/drawing/2017/decorative" val="1"/>
              </a:ext>
            </a:extLst>
          </p:cNvPr>
          <p:cNvSpPr>
            <a:spLocks noGrp="1"/>
          </p:cNvSpPr>
          <p:nvPr>
            <p:ph type="pic" sz="quarter" idx="13"/>
          </p:nvPr>
        </p:nvSpPr>
        <p:spPr>
          <a:xfrm>
            <a:off x="0" y="0"/>
            <a:ext cx="5040000" cy="6858000"/>
          </a:xfrm>
        </p:spPr>
        <p:txBody>
          <a:bodyPr/>
          <a:lstStyle/>
          <a:p>
            <a:r>
              <a:rPr lang="en-US"/>
              <a:t>Click icon to add picture</a:t>
            </a:r>
            <a:endParaRPr lang="en-AU"/>
          </a:p>
        </p:txBody>
      </p:sp>
      <p:sp>
        <p:nvSpPr>
          <p:cNvPr id="4" name="Title 1">
            <a:extLst>
              <a:ext uri="{FF2B5EF4-FFF2-40B4-BE49-F238E27FC236}">
                <a16:creationId xmlns:a16="http://schemas.microsoft.com/office/drawing/2014/main" id="{46E61F09-1856-72E7-5C79-31B4A856E7AD}"/>
              </a:ext>
            </a:extLst>
          </p:cNvPr>
          <p:cNvSpPr>
            <a:spLocks noGrp="1"/>
          </p:cNvSpPr>
          <p:nvPr>
            <p:ph type="title" hasCustomPrompt="1"/>
          </p:nvPr>
        </p:nvSpPr>
        <p:spPr>
          <a:xfrm>
            <a:off x="5400000" y="360000"/>
            <a:ext cx="6407148" cy="554400"/>
          </a:xfrm>
        </p:spPr>
        <p:txBody>
          <a:bodyPr/>
          <a:lstStyle>
            <a:lvl1pPr>
              <a:defRPr>
                <a:solidFill>
                  <a:schemeClr val="accent1"/>
                </a:solidFill>
              </a:defRPr>
            </a:lvl1pPr>
          </a:lstStyle>
          <a:p>
            <a:r>
              <a:rPr lang="en-US"/>
              <a:t>Title</a:t>
            </a:r>
          </a:p>
        </p:txBody>
      </p:sp>
      <p:cxnSp>
        <p:nvCxnSpPr>
          <p:cNvPr id="6" name="Straight Connector 5">
            <a:extLst>
              <a:ext uri="{FF2B5EF4-FFF2-40B4-BE49-F238E27FC236}">
                <a16:creationId xmlns:a16="http://schemas.microsoft.com/office/drawing/2014/main" id="{52576981-5B08-29E1-CBD0-60B20605F583}"/>
              </a:ext>
              <a:ext uri="{C183D7F6-B498-43B3-948B-1728B52AA6E4}">
                <adec:decorative xmlns:adec="http://schemas.microsoft.com/office/drawing/2017/decorative" val="1"/>
              </a:ext>
            </a:extLst>
          </p:cNvPr>
          <p:cNvCxnSpPr>
            <a:cxnSpLocks/>
          </p:cNvCxnSpPr>
          <p:nvPr userDrawn="1"/>
        </p:nvCxnSpPr>
        <p:spPr>
          <a:xfrm>
            <a:off x="5220000" y="1800000"/>
            <a:ext cx="0" cy="4536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8" name="Slide Number Placeholder 1">
            <a:extLst>
              <a:ext uri="{FF2B5EF4-FFF2-40B4-BE49-F238E27FC236}">
                <a16:creationId xmlns:a16="http://schemas.microsoft.com/office/drawing/2014/main" id="{AC754ADD-23A8-B626-EF2D-A89E9897C22E}"/>
              </a:ext>
            </a:extLst>
          </p:cNvPr>
          <p:cNvSpPr>
            <a:spLocks noGrp="1"/>
          </p:cNvSpPr>
          <p:nvPr>
            <p:ph type="sldNum" sz="quarter" idx="16"/>
          </p:nvPr>
        </p:nvSpPr>
        <p:spPr>
          <a:xfrm>
            <a:off x="11124000" y="6516000"/>
            <a:ext cx="720000" cy="180000"/>
          </a:xfrm>
        </p:spPr>
        <p:txBody>
          <a:bodyPr/>
          <a:lstStyle/>
          <a:p>
            <a:fld id="{10A01DC5-1685-4615-8240-15192985C6A2}" type="slidenum">
              <a:rPr lang="en-AU" smtClean="0"/>
              <a:pPr/>
              <a:t>‹#›</a:t>
            </a:fld>
            <a:endParaRPr lang="en-AU"/>
          </a:p>
        </p:txBody>
      </p:sp>
      <p:sp>
        <p:nvSpPr>
          <p:cNvPr id="10" name="Text Placeholder 3">
            <a:extLst>
              <a:ext uri="{FF2B5EF4-FFF2-40B4-BE49-F238E27FC236}">
                <a16:creationId xmlns:a16="http://schemas.microsoft.com/office/drawing/2014/main" id="{DE31FF8A-F945-2755-C01F-A984129CCFE4}"/>
              </a:ext>
            </a:extLst>
          </p:cNvPr>
          <p:cNvSpPr>
            <a:spLocks noGrp="1"/>
          </p:cNvSpPr>
          <p:nvPr>
            <p:ph type="body" sz="quarter" idx="17" hasCustomPrompt="1"/>
          </p:nvPr>
        </p:nvSpPr>
        <p:spPr>
          <a:xfrm>
            <a:off x="5400675" y="1800000"/>
            <a:ext cx="6407150" cy="4536000"/>
          </a:xfrm>
        </p:spPr>
        <p:txBody>
          <a:bodyPr/>
          <a:lstStyle>
            <a:lvl1pPr>
              <a:defRPr/>
            </a:lvl1pPr>
          </a:lstStyle>
          <a:p>
            <a:pPr lvl="0"/>
            <a:r>
              <a:rPr lang="en-US"/>
              <a:t>Click to add text</a:t>
            </a:r>
          </a:p>
          <a:p>
            <a:pPr lvl="1"/>
            <a:r>
              <a:rPr lang="en-US"/>
              <a:t>Second level</a:t>
            </a:r>
          </a:p>
          <a:p>
            <a:pPr lvl="4"/>
            <a:r>
              <a:rPr lang="en-US"/>
              <a:t>Third level</a:t>
            </a:r>
          </a:p>
          <a:p>
            <a:pPr lvl="3"/>
            <a:r>
              <a:rPr lang="en-US"/>
              <a:t>Fourth level</a:t>
            </a:r>
          </a:p>
          <a:p>
            <a:pPr lvl="4"/>
            <a:r>
              <a:rPr lang="en-US"/>
              <a:t>Fifth level</a:t>
            </a:r>
          </a:p>
        </p:txBody>
      </p:sp>
      <p:sp>
        <p:nvSpPr>
          <p:cNvPr id="13" name="Text Placeholder 10">
            <a:extLst>
              <a:ext uri="{FF2B5EF4-FFF2-40B4-BE49-F238E27FC236}">
                <a16:creationId xmlns:a16="http://schemas.microsoft.com/office/drawing/2014/main" id="{5222D209-0CF8-F581-20B2-402482319282}"/>
              </a:ext>
            </a:extLst>
          </p:cNvPr>
          <p:cNvSpPr>
            <a:spLocks noGrp="1"/>
          </p:cNvSpPr>
          <p:nvPr>
            <p:ph type="body" sz="quarter" idx="18" hasCustomPrompt="1"/>
          </p:nvPr>
        </p:nvSpPr>
        <p:spPr>
          <a:xfrm>
            <a:off x="5399998" y="982520"/>
            <a:ext cx="6407150" cy="294189"/>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Tree>
    <p:extLst>
      <p:ext uri="{BB962C8B-B14F-4D97-AF65-F5344CB8AC3E}">
        <p14:creationId xmlns:p14="http://schemas.microsoft.com/office/powerpoint/2010/main" val="17219981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224">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tudent devised exampl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E8F6E96-99E3-4F1D-3A20-E08B77215476}"/>
              </a:ext>
            </a:extLst>
          </p:cNvPr>
          <p:cNvSpPr/>
          <p:nvPr userDrawn="1"/>
        </p:nvSpPr>
        <p:spPr>
          <a:xfrm>
            <a:off x="0" y="0"/>
            <a:ext cx="12192000" cy="1616364"/>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535382"/>
            <a:ext cx="9920073"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1743837"/>
            <a:ext cx="9920073" cy="471554"/>
          </a:xfrm>
        </p:spPr>
        <p:txBody>
          <a:bodyPr anchor="b">
            <a:noAutofit/>
          </a:bodyPr>
          <a:lstStyle>
            <a:lvl1pPr>
              <a:defRPr sz="28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pic>
        <p:nvPicPr>
          <p:cNvPr id="3" name="Picture 2" descr="A blue circle with a piece of a puzzle&#10;&#10;Description automatically generated">
            <a:extLst>
              <a:ext uri="{FF2B5EF4-FFF2-40B4-BE49-F238E27FC236}">
                <a16:creationId xmlns:a16="http://schemas.microsoft.com/office/drawing/2014/main" id="{F96725C5-9C99-B330-D0AA-938DE6B59F4D}"/>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682417" y="134354"/>
            <a:ext cx="1347657" cy="1347657"/>
          </a:xfrm>
          <a:prstGeom prst="rect">
            <a:avLst/>
          </a:prstGeom>
          <a:noFill/>
          <a:extLst>
            <a:ext uri="{909E8E84-426E-40DD-AFC4-6F175D3DCCD1}">
              <a14:hiddenFill xmlns:a14="http://schemas.microsoft.com/office/drawing/2010/main">
                <a:solidFill>
                  <a:srgbClr val="FFFFFF"/>
                </a:solidFill>
              </a14:hiddenFill>
            </a:ext>
          </a:extLst>
        </p:spPr>
      </p:pic>
      <p:sp>
        <p:nvSpPr>
          <p:cNvPr id="8" name="Picture Placeholder 7">
            <a:extLst>
              <a:ext uri="{FF2B5EF4-FFF2-40B4-BE49-F238E27FC236}">
                <a16:creationId xmlns:a16="http://schemas.microsoft.com/office/drawing/2014/main" id="{0A1CAFC3-176E-0DAD-ACB1-AD56FA16962A}"/>
              </a:ext>
            </a:extLst>
          </p:cNvPr>
          <p:cNvSpPr>
            <a:spLocks noGrp="1"/>
          </p:cNvSpPr>
          <p:nvPr>
            <p:ph type="pic" sz="quarter" idx="19"/>
          </p:nvPr>
        </p:nvSpPr>
        <p:spPr>
          <a:xfrm>
            <a:off x="360363" y="2317750"/>
            <a:ext cx="11483637" cy="2060575"/>
          </a:xfrm>
        </p:spPr>
        <p:txBody>
          <a:bodyPr/>
          <a:lstStyle/>
          <a:p>
            <a:r>
              <a:rPr lang="en-US"/>
              <a:t>Click icon to add picture</a:t>
            </a:r>
            <a:endParaRPr lang="en-AU"/>
          </a:p>
        </p:txBody>
      </p:sp>
      <p:sp>
        <p:nvSpPr>
          <p:cNvPr id="10" name="Text Placeholder 9">
            <a:extLst>
              <a:ext uri="{FF2B5EF4-FFF2-40B4-BE49-F238E27FC236}">
                <a16:creationId xmlns:a16="http://schemas.microsoft.com/office/drawing/2014/main" id="{3C17158F-8305-9FAD-5D27-F260E3A45E51}"/>
              </a:ext>
            </a:extLst>
          </p:cNvPr>
          <p:cNvSpPr>
            <a:spLocks noGrp="1"/>
          </p:cNvSpPr>
          <p:nvPr>
            <p:ph type="body" sz="quarter" idx="20"/>
          </p:nvPr>
        </p:nvSpPr>
        <p:spPr>
          <a:xfrm>
            <a:off x="360363" y="4579938"/>
            <a:ext cx="11483975" cy="1743075"/>
          </a:xfrm>
        </p:spPr>
        <p:txBody>
          <a:bodyPr/>
          <a:lstStyle>
            <a:lvl1pPr>
              <a:spcAft>
                <a:spcPts val="1200"/>
              </a:spcAft>
              <a:defRPr sz="1800"/>
            </a:lvl1pPr>
            <a:lvl2pPr>
              <a:spcAft>
                <a:spcPts val="1200"/>
              </a:spcAft>
              <a:defRPr sz="1800"/>
            </a:lvl2pPr>
            <a:lvl3pPr>
              <a:spcAft>
                <a:spcPts val="1200"/>
              </a:spcAft>
              <a:defRPr sz="1800"/>
            </a:lvl3pPr>
            <a:lvl4pPr>
              <a:spcAft>
                <a:spcPts val="1200"/>
              </a:spcAft>
              <a:defRPr sz="1800"/>
            </a:lvl4pPr>
            <a:lvl5pPr>
              <a:spcAft>
                <a:spcPts val="1200"/>
              </a:spcAft>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Tree>
    <p:extLst>
      <p:ext uri="{BB962C8B-B14F-4D97-AF65-F5344CB8AC3E}">
        <p14:creationId xmlns:p14="http://schemas.microsoft.com/office/powerpoint/2010/main" val="32955261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subtitl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484000"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484000"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Tree>
    <p:extLst>
      <p:ext uri="{BB962C8B-B14F-4D97-AF65-F5344CB8AC3E}">
        <p14:creationId xmlns:p14="http://schemas.microsoft.com/office/powerpoint/2010/main" val="37814771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10A01DC5-1685-4615-8240-15192985C6A2}" type="slidenum">
              <a:rPr lang="en-AU" smtClean="0"/>
              <a:t>‹#›</a:t>
            </a:fld>
            <a:endParaRPr lang="en-AU"/>
          </a:p>
        </p:txBody>
      </p:sp>
    </p:spTree>
    <p:extLst>
      <p:ext uri="{BB962C8B-B14F-4D97-AF65-F5344CB8AC3E}">
        <p14:creationId xmlns:p14="http://schemas.microsoft.com/office/powerpoint/2010/main" val="25868077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References">
    <p:bg>
      <p:bgPr>
        <a:solidFill>
          <a:schemeClr val="accent4"/>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3C69E21-27A4-4448-A8A5-3DF6A41F3B28}"/>
              </a:ext>
            </a:extLst>
          </p:cNvPr>
          <p:cNvSpPr/>
          <p:nvPr userDrawn="1"/>
        </p:nvSpPr>
        <p:spPr>
          <a:xfrm>
            <a:off x="0" y="1265616"/>
            <a:ext cx="12192000" cy="19011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cxnSp>
        <p:nvCxnSpPr>
          <p:cNvPr id="7" name="Straight Connector 6">
            <a:extLst>
              <a:ext uri="{FF2B5EF4-FFF2-40B4-BE49-F238E27FC236}">
                <a16:creationId xmlns:a16="http://schemas.microsoft.com/office/drawing/2014/main" id="{FDEA8E5D-F9A7-48AC-AF91-6754515E9D1B}"/>
              </a:ext>
              <a:ext uri="{C183D7F6-B498-43B3-948B-1728B52AA6E4}">
                <adec:decorative xmlns:adec="http://schemas.microsoft.com/office/drawing/2017/decorative" val="1"/>
              </a:ext>
            </a:extLst>
          </p:cNvPr>
          <p:cNvCxnSpPr>
            <a:cxnSpLocks/>
          </p:cNvCxnSpPr>
          <p:nvPr userDrawn="1"/>
        </p:nvCxnSpPr>
        <p:spPr>
          <a:xfrm>
            <a:off x="0" y="1265616"/>
            <a:ext cx="12192000"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5" name="Slide Number Placeholder 4">
            <a:extLst>
              <a:ext uri="{FF2B5EF4-FFF2-40B4-BE49-F238E27FC236}">
                <a16:creationId xmlns:a16="http://schemas.microsoft.com/office/drawing/2014/main" id="{81B646BC-5BB3-E31B-1A9E-AD82558D7FE8}"/>
              </a:ext>
            </a:extLst>
          </p:cNvPr>
          <p:cNvSpPr>
            <a:spLocks noGrp="1"/>
          </p:cNvSpPr>
          <p:nvPr>
            <p:ph type="sldNum" sz="quarter" idx="10"/>
          </p:nvPr>
        </p:nvSpPr>
        <p:spPr/>
        <p:txBody>
          <a:bodyPr/>
          <a:lstStyle/>
          <a:p>
            <a:fld id="{10A01DC5-1685-4615-8240-15192985C6A2}" type="slidenum">
              <a:rPr lang="en-AU" smtClean="0"/>
              <a:pPr/>
              <a:t>‹#›</a:t>
            </a:fld>
            <a:endParaRPr lang="en-AU"/>
          </a:p>
        </p:txBody>
      </p:sp>
      <p:sp>
        <p:nvSpPr>
          <p:cNvPr id="8" name="Title 3">
            <a:extLst>
              <a:ext uri="{FF2B5EF4-FFF2-40B4-BE49-F238E27FC236}">
                <a16:creationId xmlns:a16="http://schemas.microsoft.com/office/drawing/2014/main" id="{2245FC77-E959-4B3D-936D-71858DF4D065}"/>
              </a:ext>
            </a:extLst>
          </p:cNvPr>
          <p:cNvSpPr>
            <a:spLocks noGrp="1"/>
          </p:cNvSpPr>
          <p:nvPr>
            <p:ph type="title" hasCustomPrompt="1"/>
          </p:nvPr>
        </p:nvSpPr>
        <p:spPr>
          <a:xfrm>
            <a:off x="360000" y="360001"/>
            <a:ext cx="10080000" cy="521412"/>
          </a:xfrm>
        </p:spPr>
        <p:txBody>
          <a:bodyPr/>
          <a:lstStyle>
            <a:lvl1pPr>
              <a:defRPr>
                <a:solidFill>
                  <a:schemeClr val="accent1"/>
                </a:solidFill>
              </a:defRPr>
            </a:lvl1pPr>
          </a:lstStyle>
          <a:p>
            <a:r>
              <a:rPr lang="en-US"/>
              <a:t>References</a:t>
            </a:r>
            <a:endParaRPr lang="en-AU"/>
          </a:p>
        </p:txBody>
      </p:sp>
      <p:sp>
        <p:nvSpPr>
          <p:cNvPr id="2" name="Content Placeholder 2">
            <a:extLst>
              <a:ext uri="{FF2B5EF4-FFF2-40B4-BE49-F238E27FC236}">
                <a16:creationId xmlns:a16="http://schemas.microsoft.com/office/drawing/2014/main" id="{27905181-B8A1-3C65-36D9-EB3FF362FF6C}"/>
              </a:ext>
            </a:extLst>
          </p:cNvPr>
          <p:cNvSpPr>
            <a:spLocks noGrp="1"/>
          </p:cNvSpPr>
          <p:nvPr>
            <p:ph idx="1" hasCustomPrompt="1"/>
          </p:nvPr>
        </p:nvSpPr>
        <p:spPr>
          <a:xfrm>
            <a:off x="360000" y="3428999"/>
            <a:ext cx="11484000" cy="2927351"/>
          </a:xfrm>
        </p:spPr>
        <p:txBody>
          <a:bodyPr/>
          <a:lstStyle>
            <a:lvl1pPr>
              <a:lnSpc>
                <a:spcPct val="150000"/>
              </a:lnSpc>
              <a:defRPr sz="1200">
                <a:latin typeface="+mn-lt"/>
              </a:defRPr>
            </a:lvl1pPr>
            <a:lvl2pPr>
              <a:lnSpc>
                <a:spcPct val="150000"/>
              </a:lnSpc>
              <a:defRPr sz="1200"/>
            </a:lvl2pPr>
            <a:lvl3pPr>
              <a:lnSpc>
                <a:spcPct val="150000"/>
              </a:lnSpc>
              <a:defRPr/>
            </a:lvl3pPr>
            <a:lvl4pPr>
              <a:lnSpc>
                <a:spcPct val="150000"/>
              </a:lnSpc>
              <a:defRPr sz="1200"/>
            </a:lvl4pPr>
            <a:lvl5pPr>
              <a:lnSpc>
                <a:spcPct val="150000"/>
              </a:lnSpc>
              <a:defRPr sz="1200"/>
            </a:lvl5pPr>
          </a:lstStyle>
          <a:p>
            <a:pPr lvl="0"/>
            <a:r>
              <a:rPr lang="en-US"/>
              <a:t>Click to add text</a:t>
            </a:r>
          </a:p>
          <a:p>
            <a:pPr lvl="1"/>
            <a:r>
              <a:rPr lang="en-US"/>
              <a:t>Second level</a:t>
            </a:r>
          </a:p>
          <a:p>
            <a:pPr lvl="4"/>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05930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224">
          <p15:clr>
            <a:srgbClr val="FBAE40"/>
          </p15:clr>
        </p15:guide>
        <p15:guide id="2" pos="384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2_References con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165CECD-C00D-4560-9C97-AE28A8535867}"/>
              </a:ext>
              <a:ext uri="{C183D7F6-B498-43B3-948B-1728B52AA6E4}">
                <adec:decorative xmlns:adec="http://schemas.microsoft.com/office/drawing/2017/decorative" val="1"/>
              </a:ext>
            </a:extLst>
          </p:cNvPr>
          <p:cNvSpPr/>
          <p:nvPr userDrawn="1"/>
        </p:nvSpPr>
        <p:spPr>
          <a:xfrm>
            <a:off x="0" y="1620000"/>
            <a:ext cx="12192000" cy="523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7" name="Slide Number Placeholder 6"/>
          <p:cNvSpPr>
            <a:spLocks noGrp="1"/>
          </p:cNvSpPr>
          <p:nvPr>
            <p:ph type="sldNum" sz="quarter" idx="12"/>
          </p:nvPr>
        </p:nvSpPr>
        <p:spPr/>
        <p:txBody>
          <a:bodyPr/>
          <a:lstStyle/>
          <a:p>
            <a:fld id="{10A01DC5-1685-4615-8240-15192985C6A2}" type="slidenum">
              <a:rPr lang="en-AU" smtClean="0"/>
              <a:t>‹#›</a:t>
            </a:fld>
            <a:endParaRPr lang="en-AU"/>
          </a:p>
        </p:txBody>
      </p:sp>
      <p:sp>
        <p:nvSpPr>
          <p:cNvPr id="10" name="Title 4">
            <a:extLst>
              <a:ext uri="{FF2B5EF4-FFF2-40B4-BE49-F238E27FC236}">
                <a16:creationId xmlns:a16="http://schemas.microsoft.com/office/drawing/2014/main" id="{4B69FB63-5913-44B0-9BCA-4B6E66CE48BF}"/>
              </a:ext>
            </a:extLst>
          </p:cNvPr>
          <p:cNvSpPr>
            <a:spLocks noGrp="1"/>
          </p:cNvSpPr>
          <p:nvPr>
            <p:ph type="title" hasCustomPrompt="1"/>
          </p:nvPr>
        </p:nvSpPr>
        <p:spPr>
          <a:xfrm>
            <a:off x="359997" y="360000"/>
            <a:ext cx="11483999" cy="522000"/>
          </a:xfrm>
        </p:spPr>
        <p:txBody>
          <a:bodyPr/>
          <a:lstStyle>
            <a:lvl1pPr>
              <a:defRPr>
                <a:solidFill>
                  <a:schemeClr val="accent1"/>
                </a:solidFill>
              </a:defRPr>
            </a:lvl1pPr>
          </a:lstStyle>
          <a:p>
            <a:r>
              <a:rPr lang="en-GB"/>
              <a:t>References (x)</a:t>
            </a:r>
            <a:endParaRPr lang="en-AU"/>
          </a:p>
        </p:txBody>
      </p:sp>
      <p:sp>
        <p:nvSpPr>
          <p:cNvPr id="2" name="Content Placeholder 2">
            <a:extLst>
              <a:ext uri="{FF2B5EF4-FFF2-40B4-BE49-F238E27FC236}">
                <a16:creationId xmlns:a16="http://schemas.microsoft.com/office/drawing/2014/main" id="{75109CEB-FEE9-3C82-2F10-45F8173A4BD3}"/>
              </a:ext>
            </a:extLst>
          </p:cNvPr>
          <p:cNvSpPr>
            <a:spLocks noGrp="1"/>
          </p:cNvSpPr>
          <p:nvPr>
            <p:ph idx="1" hasCustomPrompt="1"/>
          </p:nvPr>
        </p:nvSpPr>
        <p:spPr>
          <a:xfrm>
            <a:off x="360000" y="1971041"/>
            <a:ext cx="11484000" cy="4385310"/>
          </a:xfrm>
        </p:spPr>
        <p:txBody>
          <a:bodyPr/>
          <a:lstStyle>
            <a:lvl1pPr>
              <a:lnSpc>
                <a:spcPct val="150000"/>
              </a:lnSpc>
              <a:defRPr sz="1200">
                <a:latin typeface="+mn-lt"/>
              </a:defRPr>
            </a:lvl1pPr>
            <a:lvl2pPr>
              <a:lnSpc>
                <a:spcPct val="150000"/>
              </a:lnSpc>
              <a:defRPr sz="1200"/>
            </a:lvl2pPr>
            <a:lvl3pPr>
              <a:lnSpc>
                <a:spcPct val="150000"/>
              </a:lnSpc>
              <a:defRPr/>
            </a:lvl3pPr>
            <a:lvl4pPr>
              <a:lnSpc>
                <a:spcPct val="150000"/>
              </a:lnSpc>
              <a:defRPr sz="1200"/>
            </a:lvl4pPr>
            <a:lvl5pPr>
              <a:lnSpc>
                <a:spcPct val="150000"/>
              </a:lnSpc>
              <a:defRPr sz="1200"/>
            </a:lvl5pPr>
          </a:lstStyle>
          <a:p>
            <a:pPr lvl="0"/>
            <a:r>
              <a:rPr lang="en-US"/>
              <a:t>Click to add text</a:t>
            </a:r>
          </a:p>
          <a:p>
            <a:pPr lvl="1"/>
            <a:r>
              <a:rPr lang="en-US"/>
              <a:t>Second level</a:t>
            </a:r>
          </a:p>
          <a:p>
            <a:pPr lvl="4"/>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85205340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Copyright">
    <p:bg>
      <p:bgPr>
        <a:solidFill>
          <a:schemeClr val="accent1"/>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lvl1pPr>
              <a:defRPr>
                <a:solidFill>
                  <a:schemeClr val="bg1"/>
                </a:solidFill>
              </a:defRPr>
            </a:lvl1pPr>
          </a:lstStyle>
          <a:p>
            <a:fld id="{10A01DC5-1685-4615-8240-15192985C6A2}" type="slidenum">
              <a:rPr lang="en-AU" smtClean="0"/>
              <a:pPr/>
              <a:t>‹#›</a:t>
            </a:fld>
            <a:endParaRPr lang="en-AU"/>
          </a:p>
        </p:txBody>
      </p:sp>
      <p:sp>
        <p:nvSpPr>
          <p:cNvPr id="2" name="Title 1">
            <a:extLst>
              <a:ext uri="{FF2B5EF4-FFF2-40B4-BE49-F238E27FC236}">
                <a16:creationId xmlns:a16="http://schemas.microsoft.com/office/drawing/2014/main" id="{34BE5FFA-C863-5F63-2574-4F650BA4588D}"/>
              </a:ext>
            </a:extLst>
          </p:cNvPr>
          <p:cNvSpPr>
            <a:spLocks noGrp="1"/>
          </p:cNvSpPr>
          <p:nvPr>
            <p:ph type="title" hasCustomPrompt="1"/>
          </p:nvPr>
        </p:nvSpPr>
        <p:spPr>
          <a:xfrm>
            <a:off x="360000" y="360000"/>
            <a:ext cx="10080000" cy="537467"/>
          </a:xfrm>
        </p:spPr>
        <p:txBody>
          <a:bodyPr/>
          <a:lstStyle>
            <a:lvl1pPr>
              <a:defRPr>
                <a:solidFill>
                  <a:schemeClr val="bg1"/>
                </a:solidFill>
              </a:defRPr>
            </a:lvl1pPr>
          </a:lstStyle>
          <a:p>
            <a:r>
              <a:rPr lang="en-US"/>
              <a:t>Copyright</a:t>
            </a:r>
          </a:p>
        </p:txBody>
      </p:sp>
      <p:sp>
        <p:nvSpPr>
          <p:cNvPr id="3" name="Slide Number Placeholder 4">
            <a:extLst>
              <a:ext uri="{FF2B5EF4-FFF2-40B4-BE49-F238E27FC236}">
                <a16:creationId xmlns:a16="http://schemas.microsoft.com/office/drawing/2014/main" id="{CAF241D3-718F-F3B9-95BA-7ED78B1B5BDD}"/>
              </a:ext>
            </a:extLst>
          </p:cNvPr>
          <p:cNvSpPr txBox="1">
            <a:spLocks/>
          </p:cNvSpPr>
          <p:nvPr userDrawn="1"/>
        </p:nvSpPr>
        <p:spPr>
          <a:xfrm>
            <a:off x="11124000" y="6516000"/>
            <a:ext cx="720000" cy="180000"/>
          </a:xfrm>
          <a:prstGeom prst="rect">
            <a:avLst/>
          </a:prstGeom>
        </p:spPr>
        <p:txBody>
          <a:bodyPr vert="horz" lIns="0" tIns="0" rIns="0" bIns="0" rtlCol="0" anchor="t"/>
          <a:lstStyle>
            <a:defPPr>
              <a:defRPr lang="en-US"/>
            </a:defPPr>
            <a:lvl1pPr marL="0" algn="r" defTabSz="609585" rtl="0" eaLnBrk="1" latinLnBrk="0" hangingPunct="1">
              <a:defRPr sz="1200" kern="1200">
                <a:solidFill>
                  <a:schemeClr val="bg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fld id="{10A01DC5-1685-4615-8240-15192985C6A2}" type="slidenum">
              <a:rPr lang="en-AU" smtClean="0"/>
              <a:pPr/>
              <a:t>‹#›</a:t>
            </a:fld>
            <a:endParaRPr lang="en-AU"/>
          </a:p>
        </p:txBody>
      </p:sp>
      <p:sp>
        <p:nvSpPr>
          <p:cNvPr id="5" name="Rectangle 4">
            <a:extLst>
              <a:ext uri="{FF2B5EF4-FFF2-40B4-BE49-F238E27FC236}">
                <a16:creationId xmlns:a16="http://schemas.microsoft.com/office/drawing/2014/main" id="{147A10EB-69B5-E036-369C-033BAFE6DB18}"/>
              </a:ext>
            </a:extLst>
          </p:cNvPr>
          <p:cNvSpPr/>
          <p:nvPr userDrawn="1"/>
        </p:nvSpPr>
        <p:spPr>
          <a:xfrm>
            <a:off x="10915048" y="231006"/>
            <a:ext cx="1039529" cy="1100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6" name="Picture 5" descr="A red flower with white text&#10;&#10;Description automatically generated with low confidence">
            <a:extLst>
              <a:ext uri="{FF2B5EF4-FFF2-40B4-BE49-F238E27FC236}">
                <a16:creationId xmlns:a16="http://schemas.microsoft.com/office/drawing/2014/main" id="{F5F3CD7E-F06C-6B47-6A3E-198A7C0DC31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195216" y="360000"/>
            <a:ext cx="660785" cy="717587"/>
          </a:xfrm>
          <a:prstGeom prst="rect">
            <a:avLst/>
          </a:prstGeom>
        </p:spPr>
      </p:pic>
      <p:pic>
        <p:nvPicPr>
          <p:cNvPr id="7" name="Picture 12" descr="Creative Commons Attribution licence logo">
            <a:extLst>
              <a:ext uri="{FF2B5EF4-FFF2-40B4-BE49-F238E27FC236}">
                <a16:creationId xmlns:a16="http://schemas.microsoft.com/office/drawing/2014/main" id="{7948A98C-F758-2F9B-44F6-E4FEA77CAA7A}"/>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10244972" y="2967486"/>
            <a:ext cx="1406523" cy="489432"/>
          </a:xfrm>
          <a:prstGeom prst="rect">
            <a:avLst/>
          </a:prstGeom>
          <a:noFill/>
          <a:extLst>
            <a:ext uri="{909E8E84-426E-40DD-AFC4-6F175D3DCCD1}">
              <a14:hiddenFill xmlns:a14="http://schemas.microsoft.com/office/drawing/2010/main">
                <a:solidFill>
                  <a:srgbClr val="FFFFFF"/>
                </a:solidFill>
              </a14:hiddenFill>
            </a:ext>
          </a:extLst>
        </p:spPr>
      </p:pic>
      <p:sp>
        <p:nvSpPr>
          <p:cNvPr id="8" name="Text Placeholder 10">
            <a:extLst>
              <a:ext uri="{FF2B5EF4-FFF2-40B4-BE49-F238E27FC236}">
                <a16:creationId xmlns:a16="http://schemas.microsoft.com/office/drawing/2014/main" id="{CD8E711E-20C4-EB65-95D8-4E4BB3686546}"/>
              </a:ext>
            </a:extLst>
          </p:cNvPr>
          <p:cNvSpPr>
            <a:spLocks noGrp="1"/>
          </p:cNvSpPr>
          <p:nvPr>
            <p:ph type="body" sz="quarter" idx="18" hasCustomPrompt="1"/>
          </p:nvPr>
        </p:nvSpPr>
        <p:spPr>
          <a:xfrm>
            <a:off x="360000" y="981264"/>
            <a:ext cx="10080000" cy="310015"/>
          </a:xfrm>
        </p:spPr>
        <p:txBody>
          <a:bodyPr anchor="b">
            <a:noAutofit/>
          </a:bodyPr>
          <a:lstStyle>
            <a:lvl1pPr>
              <a:defRPr sz="2000">
                <a:solidFill>
                  <a:schemeClr val="accent4"/>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Tree>
    <p:extLst>
      <p:ext uri="{BB962C8B-B14F-4D97-AF65-F5344CB8AC3E}">
        <p14:creationId xmlns:p14="http://schemas.microsoft.com/office/powerpoint/2010/main" val="30760375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60000" y="360000"/>
            <a:ext cx="10080000" cy="1008000"/>
          </a:xfrm>
          <a:prstGeom prst="rect">
            <a:avLst/>
          </a:prstGeom>
        </p:spPr>
        <p:txBody>
          <a:bodyPr vert="horz" lIns="0" tIns="0" rIns="0" bIns="0" rtlCol="0" anchor="t">
            <a:noAutofit/>
          </a:bodyPr>
          <a:lstStyle/>
          <a:p>
            <a:r>
              <a:rPr lang="en-US"/>
              <a:t>Click to edit Master title style</a:t>
            </a:r>
          </a:p>
        </p:txBody>
      </p:sp>
      <p:sp>
        <p:nvSpPr>
          <p:cNvPr id="3" name="Text Placeholder 2"/>
          <p:cNvSpPr>
            <a:spLocks noGrp="1"/>
          </p:cNvSpPr>
          <p:nvPr>
            <p:ph type="body" idx="1"/>
          </p:nvPr>
        </p:nvSpPr>
        <p:spPr>
          <a:xfrm>
            <a:off x="360000" y="1620000"/>
            <a:ext cx="11484000" cy="4536000"/>
          </a:xfrm>
          <a:prstGeom prst="rect">
            <a:avLst/>
          </a:prstGeom>
        </p:spPr>
        <p:txBody>
          <a:bodyPr vert="horz" lIns="0" tIns="0" rIns="0" bIns="0" rtlCol="0">
            <a:noAutofit/>
          </a:bodyPr>
          <a:lstStyle/>
          <a:p>
            <a:pPr marL="0" marR="0" lvl="0"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Click to edit Master text styles</a:t>
            </a:r>
          </a:p>
          <a:p>
            <a:pPr marL="0" marR="0" lvl="1"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Second level</a:t>
            </a:r>
          </a:p>
          <a:p>
            <a:pPr marL="0" marR="0" lvl="2"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Third level</a:t>
            </a:r>
          </a:p>
          <a:p>
            <a:pPr marL="0" marR="0" lvl="3"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Fourth level</a:t>
            </a:r>
          </a:p>
          <a:p>
            <a:pPr marL="0" marR="0" lvl="4"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Fifth level</a:t>
            </a:r>
          </a:p>
        </p:txBody>
      </p:sp>
      <p:sp>
        <p:nvSpPr>
          <p:cNvPr id="6" name="Slide Number Placeholder 5"/>
          <p:cNvSpPr>
            <a:spLocks noGrp="1"/>
          </p:cNvSpPr>
          <p:nvPr>
            <p:ph type="sldNum" sz="quarter" idx="4"/>
          </p:nvPr>
        </p:nvSpPr>
        <p:spPr>
          <a:xfrm>
            <a:off x="11124000" y="6516000"/>
            <a:ext cx="720000" cy="180000"/>
          </a:xfrm>
          <a:prstGeom prst="rect">
            <a:avLst/>
          </a:prstGeom>
        </p:spPr>
        <p:txBody>
          <a:bodyPr vert="horz" lIns="0" tIns="0" rIns="0" bIns="0" rtlCol="0" anchor="t"/>
          <a:lstStyle>
            <a:lvl1pPr algn="r">
              <a:defRPr sz="1200">
                <a:solidFill>
                  <a:schemeClr val="tx1"/>
                </a:solidFill>
                <a:latin typeface="+mn-lt"/>
              </a:defRPr>
            </a:lvl1pPr>
          </a:lstStyle>
          <a:p>
            <a:fld id="{10A01DC5-1685-4615-8240-15192985C6A2}" type="slidenum">
              <a:rPr lang="en-AU" smtClean="0"/>
              <a:pPr/>
              <a:t>‹#›</a:t>
            </a:fld>
            <a:endParaRPr lang="en-AU"/>
          </a:p>
        </p:txBody>
      </p:sp>
    </p:spTree>
    <p:extLst>
      <p:ext uri="{BB962C8B-B14F-4D97-AF65-F5344CB8AC3E}">
        <p14:creationId xmlns:p14="http://schemas.microsoft.com/office/powerpoint/2010/main" val="4123316428"/>
      </p:ext>
    </p:extLst>
  </p:cSld>
  <p:clrMap bg1="lt1" tx1="dk1" bg2="lt2" tx2="dk2" accent1="accent1" accent2="accent2" accent3="accent3" accent4="accent4" accent5="accent5" accent6="accent6" hlink="hlink" folHlink="folHlink"/>
  <p:sldLayoutIdLst>
    <p:sldLayoutId id="2147483728" r:id="rId1"/>
    <p:sldLayoutId id="2147483731" r:id="rId2"/>
    <p:sldLayoutId id="2147483747" r:id="rId3"/>
    <p:sldLayoutId id="2147483724" r:id="rId4"/>
    <p:sldLayoutId id="2147483751" r:id="rId5"/>
    <p:sldLayoutId id="2147483754" r:id="rId6"/>
    <p:sldLayoutId id="2147483752" r:id="rId7"/>
    <p:sldLayoutId id="2147483753" r:id="rId8"/>
    <p:sldLayoutId id="2147483723" r:id="rId9"/>
    <p:sldLayoutId id="2147483749" r:id="rId10"/>
    <p:sldLayoutId id="2147483746" r:id="rId11"/>
    <p:sldLayoutId id="2147483725" r:id="rId12"/>
    <p:sldLayoutId id="2147483743" r:id="rId13"/>
    <p:sldLayoutId id="2147483750" r:id="rId14"/>
    <p:sldLayoutId id="2147483744" r:id="rId15"/>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txStyles>
    <p:titleStyle>
      <a:lvl1pPr algn="l" defTabSz="914377" rtl="0" eaLnBrk="1" latinLnBrk="0" hangingPunct="1">
        <a:lnSpc>
          <a:spcPct val="90000"/>
        </a:lnSpc>
        <a:spcBef>
          <a:spcPct val="0"/>
        </a:spcBef>
        <a:buNone/>
        <a:defRPr sz="3600" kern="1200">
          <a:solidFill>
            <a:schemeClr val="tx1"/>
          </a:solidFill>
          <a:latin typeface="Arial" panose="020B0604020202020204" pitchFamily="34" charset="0"/>
          <a:ea typeface="+mj-ea"/>
          <a:cs typeface="Arial" panose="020B0604020202020204" pitchFamily="34" charset="0"/>
        </a:defRPr>
      </a:lvl1pPr>
    </p:titleStyle>
    <p:body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8" Type="http://schemas.openxmlformats.org/officeDocument/2006/relationships/slide" Target="slide40.xml"/><Relationship Id="rId3" Type="http://schemas.openxmlformats.org/officeDocument/2006/relationships/slide" Target="slide4.xml"/><Relationship Id="rId7" Type="http://schemas.openxmlformats.org/officeDocument/2006/relationships/slide" Target="slide33.xml"/><Relationship Id="rId2" Type="http://schemas.openxmlformats.org/officeDocument/2006/relationships/notesSlide" Target="../notesSlides/notesSlide3.xml"/><Relationship Id="rId1" Type="http://schemas.openxmlformats.org/officeDocument/2006/relationships/slideLayout" Target="../slideLayouts/slideLayout11.xml"/><Relationship Id="rId6" Type="http://schemas.openxmlformats.org/officeDocument/2006/relationships/slide" Target="slide26.xml"/><Relationship Id="rId5" Type="http://schemas.openxmlformats.org/officeDocument/2006/relationships/slide" Target="slide19.xml"/><Relationship Id="rId10" Type="http://schemas.openxmlformats.org/officeDocument/2006/relationships/slide" Target="slide54.xml"/><Relationship Id="rId4" Type="http://schemas.openxmlformats.org/officeDocument/2006/relationships/slide" Target="slide12.xml"/><Relationship Id="rId9" Type="http://schemas.openxmlformats.org/officeDocument/2006/relationships/slide" Target="slide4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4.xml"/><Relationship Id="rId5" Type="http://schemas.openxmlformats.org/officeDocument/2006/relationships/image" Target="../media/image9.png"/><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7" Type="http://schemas.microsoft.com/office/2007/relationships/hdphoto" Target="../media/hdphoto1.wdp"/><Relationship Id="rId2" Type="http://schemas.openxmlformats.org/officeDocument/2006/relationships/notesSlide" Target="../notesSlides/notesSlide7.xml"/><Relationship Id="rId1" Type="http://schemas.openxmlformats.org/officeDocument/2006/relationships/slideLayout" Target="../slideLayouts/slideLayout4.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1.xml"/><Relationship Id="rId1" Type="http://schemas.openxmlformats.org/officeDocument/2006/relationships/slideLayout" Target="../slideLayouts/slideLayout4.xml"/><Relationship Id="rId4" Type="http://schemas.openxmlformats.org/officeDocument/2006/relationships/image" Target="../media/image14.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3.xml"/><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4.xml"/><Relationship Id="rId4" Type="http://schemas.openxmlformats.org/officeDocument/2006/relationships/image" Target="../media/image15.png"/></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7.xml"/><Relationship Id="rId1" Type="http://schemas.openxmlformats.org/officeDocument/2006/relationships/slideLayout" Target="../slideLayouts/slideLayout4.xml"/><Relationship Id="rId4" Type="http://schemas.openxmlformats.org/officeDocument/2006/relationships/image" Target="../media/image16.png"/></Relationships>
</file>

<file path=ppt/slides/_rels/slide1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8.xml"/><Relationship Id="rId1" Type="http://schemas.openxmlformats.org/officeDocument/2006/relationships/slideLayout" Target="../slideLayouts/slideLayout4.xml"/><Relationship Id="rId5" Type="http://schemas.openxmlformats.org/officeDocument/2006/relationships/image" Target="../media/image18.png"/><Relationship Id="rId4" Type="http://schemas.openxmlformats.org/officeDocument/2006/relationships/image" Target="../media/image17.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2.xml"/><Relationship Id="rId1" Type="http://schemas.openxmlformats.org/officeDocument/2006/relationships/slideLayout" Target="../slideLayouts/slideLayout4.xml"/><Relationship Id="rId4" Type="http://schemas.openxmlformats.org/officeDocument/2006/relationships/image" Target="../media/image19.png"/></Relationships>
</file>

<file path=ppt/slides/_rels/slide2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3.xml"/><Relationship Id="rId1" Type="http://schemas.openxmlformats.org/officeDocument/2006/relationships/slideLayout" Target="../slideLayouts/slideLayout4.xml"/><Relationship Id="rId4" Type="http://schemas.openxmlformats.org/officeDocument/2006/relationships/image" Target="../media/image20.png"/></Relationships>
</file>

<file path=ppt/slides/_rels/slide2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5.xml"/><Relationship Id="rId1" Type="http://schemas.openxmlformats.org/officeDocument/2006/relationships/slideLayout" Target="../slideLayouts/slideLayout4.xml"/><Relationship Id="rId5" Type="http://schemas.openxmlformats.org/officeDocument/2006/relationships/image" Target="../media/image17.png"/><Relationship Id="rId4" Type="http://schemas.openxmlformats.org/officeDocument/2006/relationships/image" Target="../media/image18.pn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7.xml"/><Relationship Id="rId1" Type="http://schemas.openxmlformats.org/officeDocument/2006/relationships/slideLayout" Target="../slideLayouts/slideLayout8.xml"/></Relationships>
</file>

<file path=ppt/slides/_rels/slide2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8.xml"/><Relationship Id="rId1" Type="http://schemas.openxmlformats.org/officeDocument/2006/relationships/slideLayout" Target="../slideLayouts/slideLayout4.xml"/><Relationship Id="rId4" Type="http://schemas.openxmlformats.org/officeDocument/2006/relationships/image" Target="../media/image21.png"/></Relationships>
</file>

<file path=ppt/slides/_rels/slide2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9.xml"/><Relationship Id="rId1" Type="http://schemas.openxmlformats.org/officeDocument/2006/relationships/slideLayout" Target="../slideLayouts/slideLayout4.xml"/><Relationship Id="rId4" Type="http://schemas.openxmlformats.org/officeDocument/2006/relationships/image" Target="../media/image22.png"/></Relationships>
</file>

<file path=ppt/slides/_rels/slide3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0.xml"/><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1.xml"/><Relationship Id="rId1" Type="http://schemas.openxmlformats.org/officeDocument/2006/relationships/slideLayout" Target="../slideLayouts/slideLayout4.xml"/><Relationship Id="rId4" Type="http://schemas.openxmlformats.org/officeDocument/2006/relationships/image" Target="../media/image23.png"/></Relationships>
</file>

<file path=ppt/slides/_rels/slide3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2.xml"/><Relationship Id="rId1" Type="http://schemas.openxmlformats.org/officeDocument/2006/relationships/slideLayout" Target="../slideLayouts/slideLayout4.xml"/><Relationship Id="rId5" Type="http://schemas.openxmlformats.org/officeDocument/2006/relationships/image" Target="../media/image25.png"/><Relationship Id="rId4" Type="http://schemas.openxmlformats.org/officeDocument/2006/relationships/image" Target="../media/image24.svg"/></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4.xml"/><Relationship Id="rId1" Type="http://schemas.openxmlformats.org/officeDocument/2006/relationships/slideLayout" Target="../slideLayouts/slideLayout6.xml"/><Relationship Id="rId4" Type="http://schemas.openxmlformats.org/officeDocument/2006/relationships/image" Target="../media/image26.png"/></Relationships>
</file>

<file path=ppt/slides/_rels/slide3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5.xml"/><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6.xml"/><Relationship Id="rId1" Type="http://schemas.openxmlformats.org/officeDocument/2006/relationships/slideLayout" Target="../slideLayouts/slideLayout4.xml"/><Relationship Id="rId4" Type="http://schemas.openxmlformats.org/officeDocument/2006/relationships/image" Target="../media/image27.png"/></Relationships>
</file>

<file path=ppt/slides/_rels/slide3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7.xml"/><Relationship Id="rId1" Type="http://schemas.openxmlformats.org/officeDocument/2006/relationships/slideLayout" Target="../slideLayouts/slideLayout4.xml"/><Relationship Id="rId4" Type="http://schemas.openxmlformats.org/officeDocument/2006/relationships/image" Target="../media/image28.png"/></Relationships>
</file>

<file path=ppt/slides/_rels/slide3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8.xml"/><Relationship Id="rId1" Type="http://schemas.openxmlformats.org/officeDocument/2006/relationships/slideLayout" Target="../slideLayouts/slideLayout4.xml"/><Relationship Id="rId4" Type="http://schemas.openxmlformats.org/officeDocument/2006/relationships/image" Target="../media/image29.png"/></Relationships>
</file>

<file path=ppt/slides/_rels/slide3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9.xml"/><Relationship Id="rId1" Type="http://schemas.openxmlformats.org/officeDocument/2006/relationships/slideLayout" Target="../slideLayouts/slideLayout4.xml"/><Relationship Id="rId4" Type="http://schemas.openxmlformats.org/officeDocument/2006/relationships/image" Target="../media/image30.png"/></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1.xml"/><Relationship Id="rId1" Type="http://schemas.openxmlformats.org/officeDocument/2006/relationships/slideLayout" Target="../slideLayouts/slideLayout8.xml"/><Relationship Id="rId4" Type="http://schemas.openxmlformats.org/officeDocument/2006/relationships/image" Target="../media/image31.png"/></Relationships>
</file>

<file path=ppt/slides/_rels/slide4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2.xml"/><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3.xml"/><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4.xml"/><Relationship Id="rId1" Type="http://schemas.openxmlformats.org/officeDocument/2006/relationships/slideLayout" Target="../slideLayouts/slideLayout4.xml"/><Relationship Id="rId5" Type="http://schemas.openxmlformats.org/officeDocument/2006/relationships/image" Target="../media/image33.png"/><Relationship Id="rId4" Type="http://schemas.openxmlformats.org/officeDocument/2006/relationships/image" Target="../media/image32.png"/></Relationships>
</file>

<file path=ppt/slides/_rels/slide4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5.xml"/><Relationship Id="rId1" Type="http://schemas.openxmlformats.org/officeDocument/2006/relationships/slideLayout" Target="../slideLayouts/slideLayout4.xml"/><Relationship Id="rId4" Type="http://schemas.openxmlformats.org/officeDocument/2006/relationships/image" Target="../media/image34.png"/></Relationships>
</file>

<file path=ppt/slides/_rels/slide4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6.xml"/><Relationship Id="rId1" Type="http://schemas.openxmlformats.org/officeDocument/2006/relationships/slideLayout" Target="../slideLayouts/slideLayout4.xml"/><Relationship Id="rId5" Type="http://schemas.openxmlformats.org/officeDocument/2006/relationships/image" Target="../media/image36.png"/><Relationship Id="rId4" Type="http://schemas.openxmlformats.org/officeDocument/2006/relationships/image" Target="../media/image35.png"/></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8.xml"/><Relationship Id="rId1" Type="http://schemas.openxmlformats.org/officeDocument/2006/relationships/slideLayout" Target="../slideLayouts/slideLayout6.xml"/></Relationships>
</file>

<file path=ppt/slides/_rels/slide4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9.xml"/><Relationship Id="rId1" Type="http://schemas.openxmlformats.org/officeDocument/2006/relationships/slideLayout" Target="../slideLayouts/slideLayout4.xml"/></Relationships>
</file>

<file path=ppt/slides/_rels/slide5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0.xml"/><Relationship Id="rId1" Type="http://schemas.openxmlformats.org/officeDocument/2006/relationships/slideLayout" Target="../slideLayouts/slideLayout4.xml"/></Relationships>
</file>

<file path=ppt/slides/_rels/slide5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1.xml"/><Relationship Id="rId1" Type="http://schemas.openxmlformats.org/officeDocument/2006/relationships/slideLayout" Target="../slideLayouts/slideLayout4.xml"/></Relationships>
</file>

<file path=ppt/slides/_rels/slide5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2.xml"/><Relationship Id="rId1" Type="http://schemas.openxmlformats.org/officeDocument/2006/relationships/slideLayout" Target="../slideLayouts/slideLayout4.xml"/></Relationships>
</file>

<file path=ppt/slides/_rels/slide5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53.xml"/><Relationship Id="rId1" Type="http://schemas.openxmlformats.org/officeDocument/2006/relationships/slideLayout" Target="../slideLayouts/slideLayout4.xml"/><Relationship Id="rId4" Type="http://schemas.openxmlformats.org/officeDocument/2006/relationships/image" Target="../media/image37.png"/></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5.xml"/><Relationship Id="rId1" Type="http://schemas.openxmlformats.org/officeDocument/2006/relationships/slideLayout" Target="../slideLayouts/slideLayout8.xml"/><Relationship Id="rId4" Type="http://schemas.openxmlformats.org/officeDocument/2006/relationships/image" Target="../media/image38.png"/></Relationships>
</file>

<file path=ppt/slides/_rels/slide5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6.xml"/><Relationship Id="rId1" Type="http://schemas.openxmlformats.org/officeDocument/2006/relationships/slideLayout" Target="../slideLayouts/slideLayout4.xml"/></Relationships>
</file>

<file path=ppt/slides/_rels/slide5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7.xml"/><Relationship Id="rId1" Type="http://schemas.openxmlformats.org/officeDocument/2006/relationships/slideLayout" Target="../slideLayouts/slideLayout4.xml"/><Relationship Id="rId4" Type="http://schemas.openxmlformats.org/officeDocument/2006/relationships/image" Target="../media/image39.png"/></Relationships>
</file>

<file path=ppt/slides/_rels/slide5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8.xml"/><Relationship Id="rId1" Type="http://schemas.openxmlformats.org/officeDocument/2006/relationships/slideLayout" Target="../slideLayouts/slideLayout4.xml"/><Relationship Id="rId4" Type="http://schemas.openxmlformats.org/officeDocument/2006/relationships/image" Target="../media/image40.png"/></Relationships>
</file>

<file path=ppt/slides/_rels/slide5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9.xml"/><Relationship Id="rId1" Type="http://schemas.openxmlformats.org/officeDocument/2006/relationships/slideLayout" Target="../slideLayouts/slideLayout4.xml"/></Relationships>
</file>

<file path=ppt/slides/_rels/slide6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0.xml"/><Relationship Id="rId1" Type="http://schemas.openxmlformats.org/officeDocument/2006/relationships/slideLayout" Target="../slideLayouts/slideLayout4.xml"/></Relationships>
</file>

<file path=ppt/slides/_rels/slide6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1.xml"/><Relationship Id="rId1" Type="http://schemas.openxmlformats.org/officeDocument/2006/relationships/slideLayout" Target="../slideLayouts/slideLayout4.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1.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1.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11.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11.xml"/></Relationships>
</file>

<file path=ppt/slides/_rels/slide66.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66.xml"/><Relationship Id="rId1" Type="http://schemas.openxmlformats.org/officeDocument/2006/relationships/slideLayout" Target="../slideLayouts/slideLayout11.xml"/><Relationship Id="rId5" Type="http://schemas.openxmlformats.org/officeDocument/2006/relationships/image" Target="../media/image41.svg"/><Relationship Id="rId4" Type="http://schemas.openxmlformats.org/officeDocument/2006/relationships/slide" Target="slide14.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5.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6.xml"/></Relationships>
</file>

<file path=ppt/slides/_rels/slide69.xml.rels><?xml version="1.0" encoding="UTF-8" standalone="yes"?>
<Relationships xmlns="http://schemas.openxmlformats.org/package/2006/relationships"><Relationship Id="rId8" Type="http://schemas.openxmlformats.org/officeDocument/2006/relationships/hyperlink" Target="http://www.australiancurriculum.edu.au/" TargetMode="External"/><Relationship Id="rId3" Type="http://schemas.openxmlformats.org/officeDocument/2006/relationships/hyperlink" Target="https://educationstandards.nsw.edu.au/wps/portal/nesa/mini-footer/copyright" TargetMode="External"/><Relationship Id="rId7" Type="http://schemas.openxmlformats.org/officeDocument/2006/relationships/hyperlink" Target="https://education.nsw.gov.au/teaching-and-learning/curriculum/literacy-and-numeracy/resources-for-schools/learning-progressions" TargetMode="External"/><Relationship Id="rId2" Type="http://schemas.openxmlformats.org/officeDocument/2006/relationships/notesSlide" Target="../notesSlides/notesSlide69.xml"/><Relationship Id="rId1" Type="http://schemas.openxmlformats.org/officeDocument/2006/relationships/slideLayout" Target="../slideLayouts/slideLayout13.xml"/><Relationship Id="rId6" Type="http://schemas.openxmlformats.org/officeDocument/2006/relationships/hyperlink" Target="https://curriculum.nsw.edu.au/learning-areas/mathematics/mathematics-k-10-2022/overview" TargetMode="External"/><Relationship Id="rId11" Type="http://schemas.openxmlformats.org/officeDocument/2006/relationships/hyperlink" Target="https://www.meaningfulmaths.nt.edu.au/mmws/nz/resource/checking-addition-and-subtraction-estimation.html" TargetMode="External"/><Relationship Id="rId5" Type="http://schemas.openxmlformats.org/officeDocument/2006/relationships/hyperlink" Target="https://curriculum.nsw.edu.au/" TargetMode="External"/><Relationship Id="rId10" Type="http://schemas.openxmlformats.org/officeDocument/2006/relationships/hyperlink" Target="https://polypad.amplify.com/p#number-frames" TargetMode="External"/><Relationship Id="rId4" Type="http://schemas.openxmlformats.org/officeDocument/2006/relationships/hyperlink" Target="https://educationstandards.nsw.edu.au/wps/portal/nesa/home" TargetMode="External"/><Relationship Id="rId9" Type="http://schemas.openxmlformats.org/officeDocument/2006/relationships/hyperlink" Target="https://www.abc.net.au/education/goat-maths-goat-busters/102120816" TargetMode="External"/></Relationships>
</file>

<file path=ppt/slides/_rels/slide70.xml.rels><?xml version="1.0" encoding="UTF-8" standalone="yes"?>
<Relationships xmlns="http://schemas.openxmlformats.org/package/2006/relationships"><Relationship Id="rId8" Type="http://schemas.openxmlformats.org/officeDocument/2006/relationships/hyperlink" Target="https://nrich.maths.org/problems/mystery-matrix" TargetMode="External"/><Relationship Id="rId3" Type="http://schemas.openxmlformats.org/officeDocument/2006/relationships/hyperlink" Target="https://educationstandards.nsw.edu.au/wps/portal/nesa/mini-footer/copyright" TargetMode="External"/><Relationship Id="rId7" Type="http://schemas.openxmlformats.org/officeDocument/2006/relationships/hyperlink" Target="https://education.nsw.gov.au/teaching-and-learning/curriculum/literacy-and-numeracy/teaching-and-learning-resources/numeracy/explicit-teaching-strategies/stage-3/numbers-and-algebra/additive" TargetMode="External"/><Relationship Id="rId2" Type="http://schemas.openxmlformats.org/officeDocument/2006/relationships/notesSlide" Target="../notesSlides/notesSlide70.xml"/><Relationship Id="rId1" Type="http://schemas.openxmlformats.org/officeDocument/2006/relationships/slideLayout" Target="../slideLayouts/slideLayout13.xml"/><Relationship Id="rId6" Type="http://schemas.openxmlformats.org/officeDocument/2006/relationships/hyperlink" Target="https://education.nsw.gov.au/teaching-and-learning/curriculum/mathematics/mathematics-curriculum-resources-k-12/thinking-mathematically-resources/mathematics-s2-s3-factors-fun" TargetMode="External"/><Relationship Id="rId5" Type="http://schemas.openxmlformats.org/officeDocument/2006/relationships/hyperlink" Target="https://curriculum.nsw.edu.au/" TargetMode="External"/><Relationship Id="rId4" Type="http://schemas.openxmlformats.org/officeDocument/2006/relationships/hyperlink" Target="https://educationstandards.nsw.edu.au/wps/portal/nesa/home" TargetMode="External"/><Relationship Id="rId9" Type="http://schemas.openxmlformats.org/officeDocument/2006/relationships/hyperlink" Target="https://nrich.maths.org/games/factors-and-multiples-game" TargetMode="External"/></Relationships>
</file>

<file path=ppt/slides/_rels/slide71.xml.rels><?xml version="1.0" encoding="UTF-8" standalone="yes"?>
<Relationships xmlns="http://schemas.openxmlformats.org/package/2006/relationships"><Relationship Id="rId3" Type="http://schemas.openxmlformats.org/officeDocument/2006/relationships/hyperlink" Target="https://creativecommons.org/licenses/by/4.0/" TargetMode="External"/><Relationship Id="rId2" Type="http://schemas.openxmlformats.org/officeDocument/2006/relationships/notesSlide" Target="../notesSlides/notesSlide71.xml"/><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D998069-8808-F7B7-147A-0D45AF051C4E}"/>
              </a:ext>
            </a:extLst>
          </p:cNvPr>
          <p:cNvSpPr>
            <a:spLocks noGrp="1"/>
          </p:cNvSpPr>
          <p:nvPr>
            <p:ph type="title"/>
          </p:nvPr>
        </p:nvSpPr>
        <p:spPr/>
        <p:txBody>
          <a:bodyPr/>
          <a:lstStyle/>
          <a:p>
            <a:r>
              <a:rPr lang="en-AU">
                <a:latin typeface="+mj-lt"/>
              </a:rPr>
              <a:t>Instructions for use</a:t>
            </a:r>
          </a:p>
        </p:txBody>
      </p:sp>
      <p:sp>
        <p:nvSpPr>
          <p:cNvPr id="7" name="Picture Placeholder 6">
            <a:extLst>
              <a:ext uri="{FF2B5EF4-FFF2-40B4-BE49-F238E27FC236}">
                <a16:creationId xmlns:a16="http://schemas.microsoft.com/office/drawing/2014/main" id="{41E659CE-3503-CAAB-868D-643BC7328B29}"/>
              </a:ext>
            </a:extLst>
          </p:cNvPr>
          <p:cNvSpPr>
            <a:spLocks noGrp="1"/>
          </p:cNvSpPr>
          <p:nvPr>
            <p:ph type="pic" sz="quarter" idx="13"/>
          </p:nvPr>
        </p:nvSpPr>
        <p:spPr>
          <a:xfrm>
            <a:off x="354000" y="1931625"/>
            <a:ext cx="11483999" cy="4498641"/>
          </a:xfrm>
        </p:spPr>
        <p:txBody>
          <a:bodyPr/>
          <a:lstStyle/>
          <a:p>
            <a:pPr marL="342900" indent="-342900">
              <a:buFont typeface="Arial"/>
              <a:buChar char="•"/>
            </a:pPr>
            <a:r>
              <a:rPr lang="en-AU" sz="1800">
                <a:latin typeface="+mn-lt"/>
                <a:ea typeface="+mn-lt"/>
                <a:cs typeface="+mn-lt"/>
              </a:rPr>
              <a:t>This resource aligns to the learning in Stage 3 Year B Unit 13 and revisits content from earlier sample units.</a:t>
            </a:r>
            <a:endParaRPr lang="en-AU" sz="1800">
              <a:latin typeface="+mn-lt"/>
              <a:ea typeface="+mn-lt"/>
            </a:endParaRPr>
          </a:p>
          <a:p>
            <a:pPr marL="342900" indent="-342900">
              <a:lnSpc>
                <a:spcPct val="150000"/>
              </a:lnSpc>
              <a:buFont typeface="Arial"/>
              <a:buChar char="•"/>
            </a:pPr>
            <a:r>
              <a:rPr lang="en-AU" sz="1800">
                <a:solidFill>
                  <a:srgbClr val="22272B"/>
                </a:solidFill>
                <a:latin typeface="+mn-lt"/>
              </a:rPr>
              <a:t>Classroom teachers are encouraged to </a:t>
            </a:r>
            <a:r>
              <a:rPr lang="en-AU" sz="1800" b="1">
                <a:solidFill>
                  <a:srgbClr val="22272B"/>
                </a:solidFill>
                <a:latin typeface="+mn-lt"/>
              </a:rPr>
              <a:t>add and adapt</a:t>
            </a:r>
            <a:r>
              <a:rPr lang="en-AU" sz="1800">
                <a:solidFill>
                  <a:srgbClr val="22272B"/>
                </a:solidFill>
                <a:latin typeface="+mn-lt"/>
              </a:rPr>
              <a:t> slides as required to meet the needs of their students.</a:t>
            </a:r>
          </a:p>
          <a:p>
            <a:pPr marL="342900" indent="-342900">
              <a:lnSpc>
                <a:spcPct val="150000"/>
              </a:lnSpc>
              <a:buFont typeface="Arial"/>
              <a:buChar char="•"/>
            </a:pPr>
            <a:r>
              <a:rPr lang="en-AU" sz="1800">
                <a:solidFill>
                  <a:srgbClr val="22272B"/>
                </a:solidFill>
                <a:latin typeface="+mn-lt"/>
              </a:rPr>
              <a:t>Save a copy of the file to make changes to the slide deck. Go to File &gt; Download a Copy (this downloads a copy to the computer to edit in the PowerPoint app).</a:t>
            </a:r>
          </a:p>
          <a:p>
            <a:pPr marL="342900" indent="-342900">
              <a:lnSpc>
                <a:spcPct val="150000"/>
              </a:lnSpc>
              <a:buFont typeface="Arial"/>
              <a:buChar char="•"/>
            </a:pPr>
            <a:r>
              <a:rPr lang="en-AU" sz="1800">
                <a:solidFill>
                  <a:srgbClr val="22272B"/>
                </a:solidFill>
                <a:latin typeface="+mn-lt"/>
              </a:rPr>
              <a:t>To convert the PowerPoint to Google Slides:</a:t>
            </a:r>
          </a:p>
          <a:p>
            <a:pPr marL="913765" lvl="1" indent="-457200">
              <a:lnSpc>
                <a:spcPct val="150000"/>
              </a:lnSpc>
              <a:buFont typeface="+mj-lt"/>
              <a:buAutoNum type="arabicPeriod"/>
            </a:pPr>
            <a:r>
              <a:rPr lang="en-AU">
                <a:solidFill>
                  <a:srgbClr val="22272B"/>
                </a:solidFill>
                <a:latin typeface="+mn-lt"/>
              </a:rPr>
              <a:t>Upload the file into Google Drive and open it.</a:t>
            </a:r>
          </a:p>
          <a:p>
            <a:pPr marL="913765" lvl="1" indent="-457200">
              <a:lnSpc>
                <a:spcPct val="150000"/>
              </a:lnSpc>
              <a:buFont typeface="+mj-lt"/>
              <a:buAutoNum type="arabicPeriod"/>
            </a:pPr>
            <a:r>
              <a:rPr lang="en-AU">
                <a:solidFill>
                  <a:srgbClr val="22272B"/>
                </a:solidFill>
                <a:latin typeface="+mn-lt"/>
              </a:rPr>
              <a:t>Go to File &gt; Save as Google Slides.</a:t>
            </a:r>
          </a:p>
          <a:p>
            <a:pPr marL="456565" lvl="1">
              <a:lnSpc>
                <a:spcPct val="150000"/>
              </a:lnSpc>
            </a:pPr>
            <a:r>
              <a:rPr lang="en-AU">
                <a:solidFill>
                  <a:srgbClr val="22272B"/>
                </a:solidFill>
                <a:latin typeface="+mn-lt"/>
              </a:rPr>
              <a:t>(Note – conversion may cause formatting changes in the slides.)</a:t>
            </a:r>
          </a:p>
        </p:txBody>
      </p:sp>
      <p:sp>
        <p:nvSpPr>
          <p:cNvPr id="2" name="Slide Number Placeholder 1">
            <a:extLst>
              <a:ext uri="{FF2B5EF4-FFF2-40B4-BE49-F238E27FC236}">
                <a16:creationId xmlns:a16="http://schemas.microsoft.com/office/drawing/2014/main" id="{CD087911-6789-4356-F538-4C4ABF1219E6}"/>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a:t>
            </a:fld>
            <a:endParaRPr lang="en-AU"/>
          </a:p>
        </p:txBody>
      </p:sp>
    </p:spTree>
    <p:extLst>
      <p:ext uri="{BB962C8B-B14F-4D97-AF65-F5344CB8AC3E}">
        <p14:creationId xmlns:p14="http://schemas.microsoft.com/office/powerpoint/2010/main" val="20285686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E953DE-EA46-2AA4-25B9-BD50F0AA5125}"/>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60925BC9-FED8-C057-602D-063585908756}"/>
              </a:ext>
            </a:extLst>
          </p:cNvPr>
          <p:cNvSpPr>
            <a:spLocks noGrp="1"/>
          </p:cNvSpPr>
          <p:nvPr>
            <p:ph type="ctrTitle"/>
          </p:nvPr>
        </p:nvSpPr>
        <p:spPr/>
        <p:txBody>
          <a:bodyPr/>
          <a:lstStyle/>
          <a:p>
            <a:r>
              <a:rPr lang="en-AU">
                <a:effectLst/>
                <a:latin typeface="+mj-lt"/>
                <a:ea typeface="Times New Roman" panose="02020603050405020304" pitchFamily="18" charset="0"/>
              </a:rPr>
              <a:t>Review of Learning</a:t>
            </a:r>
            <a:endParaRPr lang="en-AU">
              <a:latin typeface="+mj-lt"/>
            </a:endParaRPr>
          </a:p>
        </p:txBody>
      </p:sp>
      <p:sp>
        <p:nvSpPr>
          <p:cNvPr id="11" name="Text Placeholder 10">
            <a:extLst>
              <a:ext uri="{FF2B5EF4-FFF2-40B4-BE49-F238E27FC236}">
                <a16:creationId xmlns:a16="http://schemas.microsoft.com/office/drawing/2014/main" id="{B722FDAB-21E7-04BA-D615-8E6A0F5C1AFB}"/>
              </a:ext>
            </a:extLst>
          </p:cNvPr>
          <p:cNvSpPr>
            <a:spLocks noGrp="1"/>
          </p:cNvSpPr>
          <p:nvPr>
            <p:ph type="body" sz="quarter" idx="10"/>
          </p:nvPr>
        </p:nvSpPr>
        <p:spPr/>
        <p:txBody>
          <a:bodyPr/>
          <a:lstStyle/>
          <a:p>
            <a:r>
              <a:rPr lang="en-AU">
                <a:latin typeface="+mj-lt"/>
              </a:rPr>
              <a:t>Mathematics Stage 3 – Unit 13</a:t>
            </a:r>
          </a:p>
        </p:txBody>
      </p:sp>
      <p:pic>
        <p:nvPicPr>
          <p:cNvPr id="5" name="Picture Placeholder 4" descr="A row of dice on a blue background">
            <a:extLst>
              <a:ext uri="{FF2B5EF4-FFF2-40B4-BE49-F238E27FC236}">
                <a16:creationId xmlns:a16="http://schemas.microsoft.com/office/drawing/2014/main" id="{3492ED26-EFFD-ABC0-5FC2-50C21A88E5D9}"/>
              </a:ext>
            </a:extLst>
          </p:cNvPr>
          <p:cNvPicPr>
            <a:picLocks noGrp="1" noChangeAspect="1"/>
          </p:cNvPicPr>
          <p:nvPr>
            <p:ph type="pic" sz="quarter" idx="13"/>
          </p:nvPr>
        </p:nvPicPr>
        <p:blipFill>
          <a:blip r:embed="rId3">
            <a:extLst>
              <a:ext uri="{28A0092B-C50C-407E-A947-70E740481C1C}">
                <a14:useLocalDpi xmlns:a14="http://schemas.microsoft.com/office/drawing/2010/main" val="0"/>
              </a:ext>
            </a:extLst>
          </a:blip>
          <a:srcRect l="444" r="444"/>
          <a:stretch>
            <a:fillRect/>
          </a:stretch>
        </p:blipFill>
        <p:spPr/>
      </p:pic>
    </p:spTree>
    <p:extLst>
      <p:ext uri="{BB962C8B-B14F-4D97-AF65-F5344CB8AC3E}">
        <p14:creationId xmlns:p14="http://schemas.microsoft.com/office/powerpoint/2010/main" val="13501107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346830-A0C7-9D95-31DC-A77B445F770B}"/>
              </a:ext>
            </a:extLst>
          </p:cNvPr>
          <p:cNvSpPr>
            <a:spLocks noGrp="1"/>
          </p:cNvSpPr>
          <p:nvPr>
            <p:ph type="title"/>
          </p:nvPr>
        </p:nvSpPr>
        <p:spPr>
          <a:xfrm>
            <a:off x="360000" y="360000"/>
            <a:ext cx="11484000" cy="545601"/>
          </a:xfrm>
        </p:spPr>
        <p:txBody>
          <a:bodyPr/>
          <a:lstStyle/>
          <a:p>
            <a:r>
              <a:rPr lang="en-GB">
                <a:latin typeface="+mj-lt"/>
              </a:rPr>
              <a:t>Lessons</a:t>
            </a:r>
          </a:p>
        </p:txBody>
      </p:sp>
      <p:grpSp>
        <p:nvGrpSpPr>
          <p:cNvPr id="6" name="RoL1">
            <a:extLst>
              <a:ext uri="{FF2B5EF4-FFF2-40B4-BE49-F238E27FC236}">
                <a16:creationId xmlns:a16="http://schemas.microsoft.com/office/drawing/2014/main" id="{1B4FCA10-C38C-7EB1-6B3D-6210A414C65B}"/>
              </a:ext>
              <a:ext uri="{C183D7F6-B498-43B3-948B-1728B52AA6E4}">
                <adec:decorative xmlns:adec="http://schemas.microsoft.com/office/drawing/2017/decorative" val="1"/>
              </a:ext>
            </a:extLst>
          </p:cNvPr>
          <p:cNvGrpSpPr/>
          <p:nvPr/>
        </p:nvGrpSpPr>
        <p:grpSpPr>
          <a:xfrm>
            <a:off x="360000" y="1266959"/>
            <a:ext cx="4775638" cy="1045440"/>
            <a:chOff x="360000" y="1266959"/>
            <a:chExt cx="4775638" cy="1045440"/>
          </a:xfrm>
        </p:grpSpPr>
        <p:sp>
          <p:nvSpPr>
            <p:cNvPr id="2" name="Rectangle: Rounded Corners 1">
              <a:extLst>
                <a:ext uri="{FF2B5EF4-FFF2-40B4-BE49-F238E27FC236}">
                  <a16:creationId xmlns:a16="http://schemas.microsoft.com/office/drawing/2014/main" id="{935D5059-5790-C707-5987-84856AF04ADB}"/>
                </a:ext>
                <a:ext uri="{C183D7F6-B498-43B3-948B-1728B52AA6E4}">
                  <adec:decorative xmlns:adec="http://schemas.microsoft.com/office/drawing/2017/decorative" val="1"/>
                </a:ext>
              </a:extLst>
            </p:cNvPr>
            <p:cNvSpPr/>
            <p:nvPr/>
          </p:nvSpPr>
          <p:spPr>
            <a:xfrm>
              <a:off x="1037782" y="13309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hlinkClick r:id="rId3" action="ppaction://hlinksldjump"/>
                </a:rPr>
                <a:t>Review of learning </a:t>
              </a:r>
              <a:r>
                <a:rPr lang="en-AU">
                  <a:solidFill>
                    <a:schemeClr val="accent1"/>
                  </a:solidFill>
                  <a:latin typeface="+mj-lt"/>
                  <a:hlinkClick r:id="rId3" action="ppaction://hlinksldjump"/>
                </a:rPr>
                <a:t>1</a:t>
              </a:r>
              <a:endParaRPr lang="en-AU">
                <a:solidFill>
                  <a:schemeClr val="accent1"/>
                </a:solidFill>
              </a:endParaRPr>
            </a:p>
          </p:txBody>
        </p:sp>
        <p:sp>
          <p:nvSpPr>
            <p:cNvPr id="5" name="Oval 4">
              <a:hlinkClick r:id="rId3" action="ppaction://hlinksldjump"/>
              <a:extLst>
                <a:ext uri="{FF2B5EF4-FFF2-40B4-BE49-F238E27FC236}">
                  <a16:creationId xmlns:a16="http://schemas.microsoft.com/office/drawing/2014/main" id="{56ACB92F-8289-CC4B-BE5A-A661A0C94E17}"/>
                </a:ext>
              </a:extLst>
            </p:cNvPr>
            <p:cNvSpPr/>
            <p:nvPr/>
          </p:nvSpPr>
          <p:spPr>
            <a:xfrm>
              <a:off x="360000" y="12669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1</a:t>
              </a:r>
            </a:p>
          </p:txBody>
        </p:sp>
      </p:grpSp>
      <p:grpSp>
        <p:nvGrpSpPr>
          <p:cNvPr id="7" name="RoL2">
            <a:extLst>
              <a:ext uri="{FF2B5EF4-FFF2-40B4-BE49-F238E27FC236}">
                <a16:creationId xmlns:a16="http://schemas.microsoft.com/office/drawing/2014/main" id="{AF7A23A4-F1DB-31F7-E62C-F1BFA9349F64}"/>
              </a:ext>
              <a:ext uri="{C183D7F6-B498-43B3-948B-1728B52AA6E4}">
                <adec:decorative xmlns:adec="http://schemas.microsoft.com/office/drawing/2017/decorative" val="1"/>
              </a:ext>
            </a:extLst>
          </p:cNvPr>
          <p:cNvGrpSpPr/>
          <p:nvPr/>
        </p:nvGrpSpPr>
        <p:grpSpPr>
          <a:xfrm>
            <a:off x="360000" y="2362859"/>
            <a:ext cx="4775638" cy="1045440"/>
            <a:chOff x="360000" y="2362859"/>
            <a:chExt cx="4775638" cy="1045440"/>
          </a:xfrm>
        </p:grpSpPr>
        <p:sp>
          <p:nvSpPr>
            <p:cNvPr id="20" name="Rectangle: Rounded Corners 19">
              <a:extLst>
                <a:ext uri="{FF2B5EF4-FFF2-40B4-BE49-F238E27FC236}">
                  <a16:creationId xmlns:a16="http://schemas.microsoft.com/office/drawing/2014/main" id="{C3D97F66-221B-C853-0EA8-66E5F684D86A}"/>
                </a:ext>
                <a:ext uri="{C183D7F6-B498-43B3-948B-1728B52AA6E4}">
                  <adec:decorative xmlns:adec="http://schemas.microsoft.com/office/drawing/2017/decorative" val="1"/>
                </a:ext>
              </a:extLst>
            </p:cNvPr>
            <p:cNvSpPr/>
            <p:nvPr/>
          </p:nvSpPr>
          <p:spPr>
            <a:xfrm>
              <a:off x="1037782" y="24268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hlinkClick r:id="rId4" action="ppaction://hlinksldjump"/>
                </a:rPr>
                <a:t>Review of learning </a:t>
              </a:r>
              <a:r>
                <a:rPr lang="en-AU">
                  <a:solidFill>
                    <a:schemeClr val="accent1"/>
                  </a:solidFill>
                  <a:latin typeface="+mj-lt"/>
                  <a:hlinkClick r:id="rId4" action="ppaction://hlinksldjump"/>
                </a:rPr>
                <a:t>2</a:t>
              </a:r>
              <a:endParaRPr lang="en-AU">
                <a:solidFill>
                  <a:schemeClr val="accent1"/>
                </a:solidFill>
              </a:endParaRPr>
            </a:p>
          </p:txBody>
        </p:sp>
        <p:sp>
          <p:nvSpPr>
            <p:cNvPr id="21" name="Oval 20">
              <a:hlinkClick r:id="rId4" action="ppaction://hlinksldjump"/>
              <a:extLst>
                <a:ext uri="{FF2B5EF4-FFF2-40B4-BE49-F238E27FC236}">
                  <a16:creationId xmlns:a16="http://schemas.microsoft.com/office/drawing/2014/main" id="{D0A190BE-2B0B-2729-4549-D63712793CC2}"/>
                </a:ext>
              </a:extLst>
            </p:cNvPr>
            <p:cNvSpPr/>
            <p:nvPr/>
          </p:nvSpPr>
          <p:spPr>
            <a:xfrm>
              <a:off x="360000" y="23628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2</a:t>
              </a:r>
            </a:p>
          </p:txBody>
        </p:sp>
      </p:grpSp>
      <p:grpSp>
        <p:nvGrpSpPr>
          <p:cNvPr id="8" name="RoL3">
            <a:extLst>
              <a:ext uri="{FF2B5EF4-FFF2-40B4-BE49-F238E27FC236}">
                <a16:creationId xmlns:a16="http://schemas.microsoft.com/office/drawing/2014/main" id="{DF37B4A1-413C-FC0F-E0B4-307A5BFA5855}"/>
              </a:ext>
              <a:ext uri="{C183D7F6-B498-43B3-948B-1728B52AA6E4}">
                <adec:decorative xmlns:adec="http://schemas.microsoft.com/office/drawing/2017/decorative" val="1"/>
              </a:ext>
            </a:extLst>
          </p:cNvPr>
          <p:cNvGrpSpPr/>
          <p:nvPr/>
        </p:nvGrpSpPr>
        <p:grpSpPr>
          <a:xfrm>
            <a:off x="360000" y="3458759"/>
            <a:ext cx="4775638" cy="1045440"/>
            <a:chOff x="360000" y="3458759"/>
            <a:chExt cx="4775638" cy="1045440"/>
          </a:xfrm>
        </p:grpSpPr>
        <p:sp>
          <p:nvSpPr>
            <p:cNvPr id="23" name="Rectangle: Rounded Corners 22">
              <a:extLst>
                <a:ext uri="{FF2B5EF4-FFF2-40B4-BE49-F238E27FC236}">
                  <a16:creationId xmlns:a16="http://schemas.microsoft.com/office/drawing/2014/main" id="{8EDEF762-D4E6-C43E-E98A-95D6A0AE4FC9}"/>
                </a:ext>
                <a:ext uri="{C183D7F6-B498-43B3-948B-1728B52AA6E4}">
                  <adec:decorative xmlns:adec="http://schemas.microsoft.com/office/drawing/2017/decorative" val="1"/>
                </a:ext>
              </a:extLst>
            </p:cNvPr>
            <p:cNvSpPr/>
            <p:nvPr/>
          </p:nvSpPr>
          <p:spPr>
            <a:xfrm>
              <a:off x="1037782" y="35227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hlinkClick r:id="rId5" action="ppaction://hlinksldjump"/>
                </a:rPr>
                <a:t>Review of learning </a:t>
              </a:r>
              <a:r>
                <a:rPr lang="en-AU">
                  <a:solidFill>
                    <a:schemeClr val="accent1"/>
                  </a:solidFill>
                  <a:latin typeface="+mj-lt"/>
                  <a:hlinkClick r:id="rId5" action="ppaction://hlinksldjump"/>
                </a:rPr>
                <a:t>3</a:t>
              </a:r>
              <a:endParaRPr lang="en-AU">
                <a:solidFill>
                  <a:schemeClr val="accent1"/>
                </a:solidFill>
              </a:endParaRPr>
            </a:p>
          </p:txBody>
        </p:sp>
        <p:sp>
          <p:nvSpPr>
            <p:cNvPr id="24" name="Oval 23">
              <a:hlinkClick r:id="rId5" action="ppaction://hlinksldjump"/>
              <a:extLst>
                <a:ext uri="{FF2B5EF4-FFF2-40B4-BE49-F238E27FC236}">
                  <a16:creationId xmlns:a16="http://schemas.microsoft.com/office/drawing/2014/main" id="{A6DDAD40-805E-049F-39FC-55094C6BA103}"/>
                </a:ext>
              </a:extLst>
            </p:cNvPr>
            <p:cNvSpPr/>
            <p:nvPr/>
          </p:nvSpPr>
          <p:spPr>
            <a:xfrm>
              <a:off x="360000" y="34587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3</a:t>
              </a:r>
            </a:p>
          </p:txBody>
        </p:sp>
      </p:grpSp>
      <p:grpSp>
        <p:nvGrpSpPr>
          <p:cNvPr id="9" name="RoL4">
            <a:extLst>
              <a:ext uri="{FF2B5EF4-FFF2-40B4-BE49-F238E27FC236}">
                <a16:creationId xmlns:a16="http://schemas.microsoft.com/office/drawing/2014/main" id="{C989DA6E-4839-1BBD-77AB-6F9CC520B670}"/>
              </a:ext>
              <a:ext uri="{C183D7F6-B498-43B3-948B-1728B52AA6E4}">
                <adec:decorative xmlns:adec="http://schemas.microsoft.com/office/drawing/2017/decorative" val="1"/>
              </a:ext>
            </a:extLst>
          </p:cNvPr>
          <p:cNvGrpSpPr/>
          <p:nvPr/>
        </p:nvGrpSpPr>
        <p:grpSpPr>
          <a:xfrm>
            <a:off x="360000" y="4554659"/>
            <a:ext cx="4775638" cy="1045440"/>
            <a:chOff x="360000" y="4554659"/>
            <a:chExt cx="4775638" cy="1045440"/>
          </a:xfrm>
        </p:grpSpPr>
        <p:sp>
          <p:nvSpPr>
            <p:cNvPr id="26" name="Rectangle: Rounded Corners 25">
              <a:extLst>
                <a:ext uri="{FF2B5EF4-FFF2-40B4-BE49-F238E27FC236}">
                  <a16:creationId xmlns:a16="http://schemas.microsoft.com/office/drawing/2014/main" id="{B1BC8FAB-0C07-84FE-204A-47391BBEAF64}"/>
                </a:ext>
                <a:ext uri="{C183D7F6-B498-43B3-948B-1728B52AA6E4}">
                  <adec:decorative xmlns:adec="http://schemas.microsoft.com/office/drawing/2017/decorative" val="1"/>
                </a:ext>
              </a:extLst>
            </p:cNvPr>
            <p:cNvSpPr/>
            <p:nvPr/>
          </p:nvSpPr>
          <p:spPr>
            <a:xfrm>
              <a:off x="1037782" y="46186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hlinkClick r:id="rId6" action="ppaction://hlinksldjump"/>
                </a:rPr>
                <a:t>Review of learning </a:t>
              </a:r>
              <a:r>
                <a:rPr lang="en-AU">
                  <a:solidFill>
                    <a:schemeClr val="accent1"/>
                  </a:solidFill>
                  <a:latin typeface="+mj-lt"/>
                  <a:hlinkClick r:id="rId6" action="ppaction://hlinksldjump"/>
                </a:rPr>
                <a:t>4</a:t>
              </a:r>
              <a:endParaRPr lang="en-AU">
                <a:solidFill>
                  <a:schemeClr val="accent1"/>
                </a:solidFill>
              </a:endParaRPr>
            </a:p>
          </p:txBody>
        </p:sp>
        <p:sp>
          <p:nvSpPr>
            <p:cNvPr id="27" name="Oval 26">
              <a:hlinkClick r:id="rId6" action="ppaction://hlinksldjump"/>
              <a:extLst>
                <a:ext uri="{FF2B5EF4-FFF2-40B4-BE49-F238E27FC236}">
                  <a16:creationId xmlns:a16="http://schemas.microsoft.com/office/drawing/2014/main" id="{30E4BF03-C9A7-EAE3-FC01-51CE829A6E7A}"/>
                </a:ext>
              </a:extLst>
            </p:cNvPr>
            <p:cNvSpPr/>
            <p:nvPr/>
          </p:nvSpPr>
          <p:spPr>
            <a:xfrm>
              <a:off x="360000" y="45546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4</a:t>
              </a:r>
            </a:p>
          </p:txBody>
        </p:sp>
      </p:grpSp>
      <p:grpSp>
        <p:nvGrpSpPr>
          <p:cNvPr id="17" name="RoL5">
            <a:extLst>
              <a:ext uri="{FF2B5EF4-FFF2-40B4-BE49-F238E27FC236}">
                <a16:creationId xmlns:a16="http://schemas.microsoft.com/office/drawing/2014/main" id="{5CA7685F-33D7-262A-AE71-7F572C4FD60A}"/>
              </a:ext>
              <a:ext uri="{C183D7F6-B498-43B3-948B-1728B52AA6E4}">
                <adec:decorative xmlns:adec="http://schemas.microsoft.com/office/drawing/2017/decorative" val="1"/>
              </a:ext>
            </a:extLst>
          </p:cNvPr>
          <p:cNvGrpSpPr/>
          <p:nvPr/>
        </p:nvGrpSpPr>
        <p:grpSpPr>
          <a:xfrm>
            <a:off x="6096000" y="1200486"/>
            <a:ext cx="4775638" cy="1045440"/>
            <a:chOff x="6096000" y="1266959"/>
            <a:chExt cx="4775638" cy="1045440"/>
          </a:xfrm>
        </p:grpSpPr>
        <p:sp>
          <p:nvSpPr>
            <p:cNvPr id="18" name="Rectangle: Rounded Corners 43">
              <a:extLst>
                <a:ext uri="{FF2B5EF4-FFF2-40B4-BE49-F238E27FC236}">
                  <a16:creationId xmlns:a16="http://schemas.microsoft.com/office/drawing/2014/main" id="{3DAA1A61-85C8-F828-1EC5-45BA7CAB872F}"/>
                </a:ext>
                <a:ext uri="{C183D7F6-B498-43B3-948B-1728B52AA6E4}">
                  <adec:decorative xmlns:adec="http://schemas.microsoft.com/office/drawing/2017/decorative" val="1"/>
                </a:ext>
              </a:extLst>
            </p:cNvPr>
            <p:cNvSpPr/>
            <p:nvPr/>
          </p:nvSpPr>
          <p:spPr>
            <a:xfrm>
              <a:off x="6773782" y="1330679"/>
              <a:ext cx="4097856" cy="918000"/>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hlinkClick r:id="rId7" action="ppaction://hlinksldjump"/>
                </a:rPr>
                <a:t>Review of learning </a:t>
              </a:r>
              <a:r>
                <a:rPr lang="en-AU">
                  <a:solidFill>
                    <a:schemeClr val="accent1"/>
                  </a:solidFill>
                  <a:latin typeface="+mj-lt"/>
                  <a:hlinkClick r:id="rId7" action="ppaction://hlinksldjump"/>
                </a:rPr>
                <a:t>5</a:t>
              </a:r>
              <a:endParaRPr lang="en-AU">
                <a:solidFill>
                  <a:schemeClr val="accent1"/>
                </a:solidFill>
              </a:endParaRPr>
            </a:p>
          </p:txBody>
        </p:sp>
        <p:sp>
          <p:nvSpPr>
            <p:cNvPr id="19" name="Oval 18">
              <a:hlinkClick r:id="rId7" action="ppaction://hlinksldjump"/>
              <a:extLst>
                <a:ext uri="{FF2B5EF4-FFF2-40B4-BE49-F238E27FC236}">
                  <a16:creationId xmlns:a16="http://schemas.microsoft.com/office/drawing/2014/main" id="{C7441057-962E-1AEF-726B-DFC965D5E0B5}"/>
                </a:ext>
              </a:extLst>
            </p:cNvPr>
            <p:cNvSpPr/>
            <p:nvPr/>
          </p:nvSpPr>
          <p:spPr>
            <a:xfrm>
              <a:off x="6096000" y="12669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5</a:t>
              </a:r>
            </a:p>
          </p:txBody>
        </p:sp>
      </p:grpSp>
      <p:grpSp>
        <p:nvGrpSpPr>
          <p:cNvPr id="11" name="RoL6">
            <a:extLst>
              <a:ext uri="{FF2B5EF4-FFF2-40B4-BE49-F238E27FC236}">
                <a16:creationId xmlns:a16="http://schemas.microsoft.com/office/drawing/2014/main" id="{98348D52-CA50-F15C-B472-B152337D805F}"/>
              </a:ext>
              <a:ext uri="{C183D7F6-B498-43B3-948B-1728B52AA6E4}">
                <adec:decorative xmlns:adec="http://schemas.microsoft.com/office/drawing/2017/decorative" val="1"/>
              </a:ext>
            </a:extLst>
          </p:cNvPr>
          <p:cNvGrpSpPr/>
          <p:nvPr/>
        </p:nvGrpSpPr>
        <p:grpSpPr>
          <a:xfrm>
            <a:off x="6096000" y="2362859"/>
            <a:ext cx="4775638" cy="1045440"/>
            <a:chOff x="6096000" y="1266959"/>
            <a:chExt cx="4775638" cy="1045440"/>
          </a:xfrm>
        </p:grpSpPr>
        <p:sp>
          <p:nvSpPr>
            <p:cNvPr id="44" name="Rectangle: Rounded Corners 43">
              <a:extLst>
                <a:ext uri="{FF2B5EF4-FFF2-40B4-BE49-F238E27FC236}">
                  <a16:creationId xmlns:a16="http://schemas.microsoft.com/office/drawing/2014/main" id="{872B6A74-D5FE-A9C3-5036-DA39A3F3AAA9}"/>
                </a:ext>
                <a:ext uri="{C183D7F6-B498-43B3-948B-1728B52AA6E4}">
                  <adec:decorative xmlns:adec="http://schemas.microsoft.com/office/drawing/2017/decorative" val="1"/>
                </a:ext>
              </a:extLst>
            </p:cNvPr>
            <p:cNvSpPr/>
            <p:nvPr/>
          </p:nvSpPr>
          <p:spPr>
            <a:xfrm>
              <a:off x="6773782" y="1330679"/>
              <a:ext cx="4097856" cy="918000"/>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hlinkClick r:id="rId8" action="ppaction://hlinksldjump"/>
                </a:rPr>
                <a:t>Review of learning </a:t>
              </a:r>
              <a:r>
                <a:rPr lang="en-AU">
                  <a:solidFill>
                    <a:schemeClr val="accent1"/>
                  </a:solidFill>
                  <a:latin typeface="+mj-lt"/>
                  <a:hlinkClick r:id="rId8" action="ppaction://hlinksldjump"/>
                </a:rPr>
                <a:t>6</a:t>
              </a:r>
              <a:endParaRPr lang="en-AU">
                <a:solidFill>
                  <a:schemeClr val="accent1"/>
                </a:solidFill>
              </a:endParaRPr>
            </a:p>
          </p:txBody>
        </p:sp>
        <p:sp>
          <p:nvSpPr>
            <p:cNvPr id="45" name="Oval 44">
              <a:hlinkClick r:id="rId8" action="ppaction://hlinksldjump"/>
              <a:extLst>
                <a:ext uri="{FF2B5EF4-FFF2-40B4-BE49-F238E27FC236}">
                  <a16:creationId xmlns:a16="http://schemas.microsoft.com/office/drawing/2014/main" id="{440E2C2A-513E-2146-E110-A5C05774C27F}"/>
                </a:ext>
              </a:extLst>
            </p:cNvPr>
            <p:cNvSpPr/>
            <p:nvPr/>
          </p:nvSpPr>
          <p:spPr>
            <a:xfrm>
              <a:off x="6096000" y="12669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6</a:t>
              </a:r>
            </a:p>
          </p:txBody>
        </p:sp>
      </p:grpSp>
      <p:grpSp>
        <p:nvGrpSpPr>
          <p:cNvPr id="12" name="RoL7">
            <a:extLst>
              <a:ext uri="{FF2B5EF4-FFF2-40B4-BE49-F238E27FC236}">
                <a16:creationId xmlns:a16="http://schemas.microsoft.com/office/drawing/2014/main" id="{E73741F1-615E-A4A4-088D-E0A9187F983E}"/>
              </a:ext>
              <a:ext uri="{C183D7F6-B498-43B3-948B-1728B52AA6E4}">
                <adec:decorative xmlns:adec="http://schemas.microsoft.com/office/drawing/2017/decorative" val="1"/>
              </a:ext>
            </a:extLst>
          </p:cNvPr>
          <p:cNvGrpSpPr/>
          <p:nvPr/>
        </p:nvGrpSpPr>
        <p:grpSpPr>
          <a:xfrm>
            <a:off x="6096000" y="3458759"/>
            <a:ext cx="4775638" cy="1045440"/>
            <a:chOff x="6096000" y="2362859"/>
            <a:chExt cx="4775638" cy="1045440"/>
          </a:xfrm>
        </p:grpSpPr>
        <p:sp>
          <p:nvSpPr>
            <p:cNvPr id="41" name="Rectangle: Rounded Corners 40">
              <a:extLst>
                <a:ext uri="{FF2B5EF4-FFF2-40B4-BE49-F238E27FC236}">
                  <a16:creationId xmlns:a16="http://schemas.microsoft.com/office/drawing/2014/main" id="{D868B1C9-B182-2727-4865-6D5AC1780BED}"/>
                </a:ext>
                <a:ext uri="{C183D7F6-B498-43B3-948B-1728B52AA6E4}">
                  <adec:decorative xmlns:adec="http://schemas.microsoft.com/office/drawing/2017/decorative" val="1"/>
                </a:ext>
              </a:extLst>
            </p:cNvPr>
            <p:cNvSpPr/>
            <p:nvPr/>
          </p:nvSpPr>
          <p:spPr>
            <a:xfrm>
              <a:off x="6773782" y="24268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hlinkClick r:id="rId9" action="ppaction://hlinksldjump"/>
                </a:rPr>
                <a:t>Review of learning </a:t>
              </a:r>
              <a:r>
                <a:rPr lang="en-AU">
                  <a:solidFill>
                    <a:schemeClr val="accent1"/>
                  </a:solidFill>
                  <a:latin typeface="+mj-lt"/>
                  <a:hlinkClick r:id="rId9" action="ppaction://hlinksldjump"/>
                </a:rPr>
                <a:t>7</a:t>
              </a:r>
              <a:endParaRPr lang="en-AU">
                <a:solidFill>
                  <a:schemeClr val="accent1"/>
                </a:solidFill>
              </a:endParaRPr>
            </a:p>
          </p:txBody>
        </p:sp>
        <p:sp>
          <p:nvSpPr>
            <p:cNvPr id="42" name="Oval 41">
              <a:hlinkClick r:id="rId9" action="ppaction://hlinksldjump"/>
              <a:extLst>
                <a:ext uri="{FF2B5EF4-FFF2-40B4-BE49-F238E27FC236}">
                  <a16:creationId xmlns:a16="http://schemas.microsoft.com/office/drawing/2014/main" id="{193FCBC3-0E7A-2B7F-C738-F5F9ECEE27FE}"/>
                </a:ext>
              </a:extLst>
            </p:cNvPr>
            <p:cNvSpPr/>
            <p:nvPr/>
          </p:nvSpPr>
          <p:spPr>
            <a:xfrm>
              <a:off x="6096000" y="23628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7</a:t>
              </a:r>
            </a:p>
          </p:txBody>
        </p:sp>
      </p:grpSp>
      <p:grpSp>
        <p:nvGrpSpPr>
          <p:cNvPr id="13" name="RoL8">
            <a:extLst>
              <a:ext uri="{FF2B5EF4-FFF2-40B4-BE49-F238E27FC236}">
                <a16:creationId xmlns:a16="http://schemas.microsoft.com/office/drawing/2014/main" id="{8E45D1B3-369A-D013-FFE7-B91D37B811F7}"/>
              </a:ext>
              <a:ext uri="{C183D7F6-B498-43B3-948B-1728B52AA6E4}">
                <adec:decorative xmlns:adec="http://schemas.microsoft.com/office/drawing/2017/decorative" val="1"/>
              </a:ext>
            </a:extLst>
          </p:cNvPr>
          <p:cNvGrpSpPr/>
          <p:nvPr/>
        </p:nvGrpSpPr>
        <p:grpSpPr>
          <a:xfrm>
            <a:off x="6096000" y="4554659"/>
            <a:ext cx="4775638" cy="1045440"/>
            <a:chOff x="6096000" y="3458759"/>
            <a:chExt cx="4775638" cy="1045440"/>
          </a:xfrm>
        </p:grpSpPr>
        <p:sp>
          <p:nvSpPr>
            <p:cNvPr id="38" name="Rectangle: Rounded Corners 37">
              <a:extLst>
                <a:ext uri="{FF2B5EF4-FFF2-40B4-BE49-F238E27FC236}">
                  <a16:creationId xmlns:a16="http://schemas.microsoft.com/office/drawing/2014/main" id="{22AE8CE5-94FD-CF39-4100-9EA79119BE34}"/>
                </a:ext>
                <a:ext uri="{C183D7F6-B498-43B3-948B-1728B52AA6E4}">
                  <adec:decorative xmlns:adec="http://schemas.microsoft.com/office/drawing/2017/decorative" val="1"/>
                </a:ext>
              </a:extLst>
            </p:cNvPr>
            <p:cNvSpPr/>
            <p:nvPr/>
          </p:nvSpPr>
          <p:spPr>
            <a:xfrm>
              <a:off x="6773782" y="35227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hlinkClick r:id="rId10" action="ppaction://hlinksldjump"/>
                </a:rPr>
                <a:t>Review of learning </a:t>
              </a:r>
              <a:r>
                <a:rPr lang="en-AU">
                  <a:solidFill>
                    <a:schemeClr val="accent1"/>
                  </a:solidFill>
                  <a:latin typeface="+mj-lt"/>
                  <a:hlinkClick r:id="rId10" action="ppaction://hlinksldjump"/>
                </a:rPr>
                <a:t>8</a:t>
              </a:r>
              <a:endParaRPr lang="en-AU">
                <a:solidFill>
                  <a:schemeClr val="accent1"/>
                </a:solidFill>
              </a:endParaRPr>
            </a:p>
          </p:txBody>
        </p:sp>
        <p:sp>
          <p:nvSpPr>
            <p:cNvPr id="39" name="Oval 38">
              <a:hlinkClick r:id="rId10" action="ppaction://hlinksldjump"/>
              <a:extLst>
                <a:ext uri="{FF2B5EF4-FFF2-40B4-BE49-F238E27FC236}">
                  <a16:creationId xmlns:a16="http://schemas.microsoft.com/office/drawing/2014/main" id="{EF49910F-1BBC-C179-B3E7-5FA3AE36CDDD}"/>
                </a:ext>
              </a:extLst>
            </p:cNvPr>
            <p:cNvSpPr/>
            <p:nvPr/>
          </p:nvSpPr>
          <p:spPr>
            <a:xfrm>
              <a:off x="6096000" y="34587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8</a:t>
              </a:r>
            </a:p>
          </p:txBody>
        </p:sp>
      </p:grpSp>
      <p:sp>
        <p:nvSpPr>
          <p:cNvPr id="3" name="Slide Number Placeholder 2">
            <a:extLst>
              <a:ext uri="{FF2B5EF4-FFF2-40B4-BE49-F238E27FC236}">
                <a16:creationId xmlns:a16="http://schemas.microsoft.com/office/drawing/2014/main" id="{ECB95D0D-4DB2-95D7-03B3-689505E4E1BC}"/>
              </a:ext>
              <a:ext uri="{C183D7F6-B498-43B3-948B-1728B52AA6E4}">
                <adec:decorative xmlns:adec="http://schemas.microsoft.com/office/drawing/2017/decorative" val="1"/>
              </a:ext>
            </a:extLst>
          </p:cNvPr>
          <p:cNvSpPr>
            <a:spLocks noGrp="1"/>
          </p:cNvSpPr>
          <p:nvPr>
            <p:ph type="sldNum" sz="quarter" idx="12"/>
          </p:nvPr>
        </p:nvSpPr>
        <p:spPr>
          <a:xfrm>
            <a:off x="11124000" y="6516000"/>
            <a:ext cx="720000" cy="180000"/>
          </a:xfrm>
        </p:spPr>
        <p:txBody>
          <a:bodyPr/>
          <a:lstStyle/>
          <a:p>
            <a:fld id="{10A01DC5-1685-4615-8240-15192985C6A2}" type="slidenum">
              <a:rPr lang="en-AU" smtClean="0"/>
              <a:pPr/>
              <a:t>3</a:t>
            </a:fld>
            <a:endParaRPr lang="en-AU"/>
          </a:p>
        </p:txBody>
      </p:sp>
    </p:spTree>
    <p:extLst>
      <p:ext uri="{BB962C8B-B14F-4D97-AF65-F5344CB8AC3E}">
        <p14:creationId xmlns:p14="http://schemas.microsoft.com/office/powerpoint/2010/main" val="8861623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49800255-62C7-52FC-7626-3B3FEBADF4CA}"/>
              </a:ext>
            </a:extLst>
          </p:cNvPr>
          <p:cNvSpPr>
            <a:spLocks noGrp="1"/>
          </p:cNvSpPr>
          <p:nvPr>
            <p:ph type="ctrTitle"/>
          </p:nvPr>
        </p:nvSpPr>
        <p:spPr/>
        <p:txBody>
          <a:bodyPr/>
          <a:lstStyle/>
          <a:p>
            <a:r>
              <a:rPr lang="en-AU">
                <a:latin typeface="+mj-lt"/>
              </a:rPr>
              <a:t>Review of learning 1</a:t>
            </a:r>
          </a:p>
        </p:txBody>
      </p:sp>
    </p:spTree>
    <p:extLst>
      <p:ext uri="{BB962C8B-B14F-4D97-AF65-F5344CB8AC3E}">
        <p14:creationId xmlns:p14="http://schemas.microsoft.com/office/powerpoint/2010/main" val="20281939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757F45-2A06-3070-0C83-DC2BE167C214}"/>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7C3BB4C8-EA31-5C24-8018-17D1DC44D00B}"/>
              </a:ext>
            </a:extLst>
          </p:cNvPr>
          <p:cNvSpPr>
            <a:spLocks noGrp="1"/>
          </p:cNvSpPr>
          <p:nvPr>
            <p:ph type="title"/>
          </p:nvPr>
        </p:nvSpPr>
        <p:spPr>
          <a:xfrm>
            <a:off x="360000" y="360000"/>
            <a:ext cx="10397115" cy="545601"/>
          </a:xfrm>
        </p:spPr>
        <p:txBody>
          <a:bodyPr/>
          <a:lstStyle/>
          <a:p>
            <a:r>
              <a:rPr lang="en-US"/>
              <a:t>Multiple choice</a:t>
            </a:r>
            <a:r>
              <a:rPr lang="en-US">
                <a:solidFill>
                  <a:schemeClr val="bg1"/>
                </a:solidFill>
              </a:rPr>
              <a:t> (1)</a:t>
            </a:r>
          </a:p>
        </p:txBody>
      </p:sp>
      <p:pic>
        <p:nvPicPr>
          <p:cNvPr id="4" name="Picture 3">
            <a:extLst>
              <a:ext uri="{FF2B5EF4-FFF2-40B4-BE49-F238E27FC236}">
                <a16:creationId xmlns:a16="http://schemas.microsoft.com/office/drawing/2014/main" id="{5D11F5ED-B427-7A06-EE29-1C83BDE7EF0D}"/>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18" name="Text Placeholder 17">
            <a:extLst>
              <a:ext uri="{FF2B5EF4-FFF2-40B4-BE49-F238E27FC236}">
                <a16:creationId xmlns:a16="http://schemas.microsoft.com/office/drawing/2014/main" id="{8CC6182B-05A0-DCFF-C12E-FB8272E0C6A8}"/>
              </a:ext>
            </a:extLst>
          </p:cNvPr>
          <p:cNvSpPr>
            <a:spLocks noGrp="1"/>
          </p:cNvSpPr>
          <p:nvPr>
            <p:ph type="body" sz="quarter" idx="24"/>
          </p:nvPr>
        </p:nvSpPr>
        <p:spPr>
          <a:xfrm>
            <a:off x="1609256" y="1464276"/>
            <a:ext cx="8450368" cy="893226"/>
          </a:xfrm>
        </p:spPr>
        <p:txBody>
          <a:bodyPr/>
          <a:lstStyle/>
          <a:p>
            <a:pPr algn="ctr"/>
            <a:r>
              <a:rPr lang="en-US" sz="4400"/>
              <a:t>The </a:t>
            </a:r>
            <a:r>
              <a:rPr lang="en-US" sz="4400" b="1"/>
              <a:t>factors</a:t>
            </a:r>
            <a:r>
              <a:rPr lang="en-US" sz="4400"/>
              <a:t> for </a:t>
            </a:r>
            <a:r>
              <a:rPr lang="en-US" sz="4400" b="1"/>
              <a:t>12</a:t>
            </a:r>
            <a:r>
              <a:rPr lang="en-US" sz="4400"/>
              <a:t> are</a:t>
            </a:r>
            <a:endParaRPr lang="en-US" sz="4400" dirty="0"/>
          </a:p>
          <a:p>
            <a:pPr algn="ctr"/>
            <a:r>
              <a:rPr lang="en-US" sz="4400" b="1"/>
              <a:t>1, 2, 4, 6, 12</a:t>
            </a:r>
            <a:r>
              <a:rPr lang="en-US" sz="4400"/>
              <a:t> and… </a:t>
            </a:r>
          </a:p>
        </p:txBody>
      </p:sp>
      <p:sp>
        <p:nvSpPr>
          <p:cNvPr id="9" name="TextBox 8">
            <a:extLst>
              <a:ext uri="{FF2B5EF4-FFF2-40B4-BE49-F238E27FC236}">
                <a16:creationId xmlns:a16="http://schemas.microsoft.com/office/drawing/2014/main" id="{055D882C-AF43-C390-844D-CF785253532C}"/>
              </a:ext>
            </a:extLst>
          </p:cNvPr>
          <p:cNvSpPr txBox="1"/>
          <p:nvPr/>
        </p:nvSpPr>
        <p:spPr>
          <a:xfrm>
            <a:off x="1220963" y="4702630"/>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A</a:t>
            </a:r>
          </a:p>
        </p:txBody>
      </p:sp>
      <p:sp>
        <p:nvSpPr>
          <p:cNvPr id="5" name="Text Placeholder 17">
            <a:extLst>
              <a:ext uri="{FF2B5EF4-FFF2-40B4-BE49-F238E27FC236}">
                <a16:creationId xmlns:a16="http://schemas.microsoft.com/office/drawing/2014/main" id="{CD4D728E-FDE6-E620-4E03-D786E4419D69}"/>
              </a:ext>
            </a:extLst>
          </p:cNvPr>
          <p:cNvSpPr txBox="1">
            <a:spLocks/>
          </p:cNvSpPr>
          <p:nvPr/>
        </p:nvSpPr>
        <p:spPr>
          <a:xfrm>
            <a:off x="1006175" y="5232054"/>
            <a:ext cx="755833" cy="893226"/>
          </a:xfrm>
          <a:prstGeom prst="rect">
            <a:avLst/>
          </a:prstGeom>
        </p:spPr>
        <p:txBody>
          <a:bodyPr vert="horz" lIns="0" tIns="0" rIns="0" bIns="0" rtlCol="0">
            <a:noAutofit/>
          </a:bodyPr>
          <a:lstStyle>
            <a:lvl1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4400"/>
              <a:t>5</a:t>
            </a:r>
          </a:p>
        </p:txBody>
      </p:sp>
      <p:sp>
        <p:nvSpPr>
          <p:cNvPr id="10" name="TextBox 9">
            <a:extLst>
              <a:ext uri="{FF2B5EF4-FFF2-40B4-BE49-F238E27FC236}">
                <a16:creationId xmlns:a16="http://schemas.microsoft.com/office/drawing/2014/main" id="{3A7CB9AE-0F31-FA92-BCB3-C4AD3EF18B05}"/>
              </a:ext>
            </a:extLst>
          </p:cNvPr>
          <p:cNvSpPr txBox="1"/>
          <p:nvPr/>
        </p:nvSpPr>
        <p:spPr>
          <a:xfrm>
            <a:off x="4224936" y="4702630"/>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B</a:t>
            </a:r>
          </a:p>
        </p:txBody>
      </p:sp>
      <p:sp>
        <p:nvSpPr>
          <p:cNvPr id="6" name="Text Placeholder 17">
            <a:extLst>
              <a:ext uri="{FF2B5EF4-FFF2-40B4-BE49-F238E27FC236}">
                <a16:creationId xmlns:a16="http://schemas.microsoft.com/office/drawing/2014/main" id="{D100618E-A712-7E24-3B9D-B3025681BA49}"/>
              </a:ext>
            </a:extLst>
          </p:cNvPr>
          <p:cNvSpPr txBox="1">
            <a:spLocks/>
          </p:cNvSpPr>
          <p:nvPr/>
        </p:nvSpPr>
        <p:spPr>
          <a:xfrm>
            <a:off x="4052216" y="5232054"/>
            <a:ext cx="755833" cy="893226"/>
          </a:xfrm>
          <a:prstGeom prst="rect">
            <a:avLst/>
          </a:prstGeom>
        </p:spPr>
        <p:txBody>
          <a:bodyPr vert="horz" lIns="0" tIns="0" rIns="0" bIns="0" rtlCol="0">
            <a:noAutofit/>
          </a:bodyPr>
          <a:lstStyle>
            <a:lvl1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4400"/>
              <a:t>3</a:t>
            </a:r>
          </a:p>
        </p:txBody>
      </p:sp>
      <p:sp>
        <p:nvSpPr>
          <p:cNvPr id="12" name="TextBox 11">
            <a:extLst>
              <a:ext uri="{FF2B5EF4-FFF2-40B4-BE49-F238E27FC236}">
                <a16:creationId xmlns:a16="http://schemas.microsoft.com/office/drawing/2014/main" id="{92ADCA88-1230-AEE8-EFD6-D8F0DF7EEE5C}"/>
              </a:ext>
            </a:extLst>
          </p:cNvPr>
          <p:cNvSpPr txBox="1"/>
          <p:nvPr/>
        </p:nvSpPr>
        <p:spPr>
          <a:xfrm>
            <a:off x="7274505" y="4702630"/>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C</a:t>
            </a:r>
          </a:p>
        </p:txBody>
      </p:sp>
      <p:sp>
        <p:nvSpPr>
          <p:cNvPr id="7" name="Text Placeholder 17">
            <a:extLst>
              <a:ext uri="{FF2B5EF4-FFF2-40B4-BE49-F238E27FC236}">
                <a16:creationId xmlns:a16="http://schemas.microsoft.com/office/drawing/2014/main" id="{A50B8C2D-3694-5F25-74B5-4AEFBE020E06}"/>
              </a:ext>
            </a:extLst>
          </p:cNvPr>
          <p:cNvSpPr txBox="1">
            <a:spLocks/>
          </p:cNvSpPr>
          <p:nvPr/>
        </p:nvSpPr>
        <p:spPr>
          <a:xfrm>
            <a:off x="7098257" y="5232054"/>
            <a:ext cx="755833" cy="893226"/>
          </a:xfrm>
          <a:prstGeom prst="rect">
            <a:avLst/>
          </a:prstGeom>
        </p:spPr>
        <p:txBody>
          <a:bodyPr vert="horz" lIns="0" tIns="0" rIns="0" bIns="0" rtlCol="0">
            <a:noAutofit/>
          </a:bodyPr>
          <a:lstStyle>
            <a:lvl1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4400"/>
              <a:t>8</a:t>
            </a:r>
          </a:p>
        </p:txBody>
      </p:sp>
      <p:sp>
        <p:nvSpPr>
          <p:cNvPr id="11" name="TextBox 10">
            <a:extLst>
              <a:ext uri="{FF2B5EF4-FFF2-40B4-BE49-F238E27FC236}">
                <a16:creationId xmlns:a16="http://schemas.microsoft.com/office/drawing/2014/main" id="{F2C63D4C-D53C-5250-A986-AB949B67DEB8}"/>
              </a:ext>
            </a:extLst>
          </p:cNvPr>
          <p:cNvSpPr txBox="1"/>
          <p:nvPr/>
        </p:nvSpPr>
        <p:spPr>
          <a:xfrm>
            <a:off x="10278479" y="4702630"/>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D</a:t>
            </a:r>
          </a:p>
        </p:txBody>
      </p:sp>
      <p:sp>
        <p:nvSpPr>
          <p:cNvPr id="8" name="Text Placeholder 17">
            <a:extLst>
              <a:ext uri="{FF2B5EF4-FFF2-40B4-BE49-F238E27FC236}">
                <a16:creationId xmlns:a16="http://schemas.microsoft.com/office/drawing/2014/main" id="{9F8C0CAF-C4F9-CC95-48D3-185D388D8AB3}"/>
              </a:ext>
            </a:extLst>
          </p:cNvPr>
          <p:cNvSpPr txBox="1">
            <a:spLocks/>
          </p:cNvSpPr>
          <p:nvPr/>
        </p:nvSpPr>
        <p:spPr>
          <a:xfrm>
            <a:off x="10059624" y="5232054"/>
            <a:ext cx="755833" cy="893226"/>
          </a:xfrm>
          <a:prstGeom prst="rect">
            <a:avLst/>
          </a:prstGeom>
        </p:spPr>
        <p:txBody>
          <a:bodyPr vert="horz" lIns="0" tIns="0" rIns="0" bIns="0" rtlCol="0">
            <a:noAutofit/>
          </a:bodyPr>
          <a:lstStyle>
            <a:lvl1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4400"/>
              <a:t>10</a:t>
            </a:r>
          </a:p>
        </p:txBody>
      </p:sp>
      <p:sp>
        <p:nvSpPr>
          <p:cNvPr id="2" name="Slide Number Placeholder 1">
            <a:extLst>
              <a:ext uri="{FF2B5EF4-FFF2-40B4-BE49-F238E27FC236}">
                <a16:creationId xmlns:a16="http://schemas.microsoft.com/office/drawing/2014/main" id="{BCDFCD28-280A-268C-8C92-8A605A7B59EF}"/>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a:t>
            </a:fld>
            <a:endParaRPr lang="en-AU"/>
          </a:p>
        </p:txBody>
      </p:sp>
    </p:spTree>
    <p:extLst>
      <p:ext uri="{BB962C8B-B14F-4D97-AF65-F5344CB8AC3E}">
        <p14:creationId xmlns:p14="http://schemas.microsoft.com/office/powerpoint/2010/main" val="4813840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EA2FCFCE-567A-FEA7-C18E-789999BB63EB}"/>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a:t>
            </a:r>
          </a:p>
        </p:txBody>
      </p:sp>
      <p:pic>
        <p:nvPicPr>
          <p:cNvPr id="3" name="Picture 2">
            <a:extLst>
              <a:ext uri="{FF2B5EF4-FFF2-40B4-BE49-F238E27FC236}">
                <a16:creationId xmlns:a16="http://schemas.microsoft.com/office/drawing/2014/main" id="{69E4B2B2-713D-5998-87AB-5FC222AE389E}"/>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13" name="Text Placeholder 17">
            <a:extLst>
              <a:ext uri="{FF2B5EF4-FFF2-40B4-BE49-F238E27FC236}">
                <a16:creationId xmlns:a16="http://schemas.microsoft.com/office/drawing/2014/main" id="{91F753BF-1376-3127-05E1-C7D2745043FA}"/>
              </a:ext>
            </a:extLst>
          </p:cNvPr>
          <p:cNvSpPr txBox="1">
            <a:spLocks/>
          </p:cNvSpPr>
          <p:nvPr/>
        </p:nvSpPr>
        <p:spPr>
          <a:xfrm>
            <a:off x="912366" y="4380936"/>
            <a:ext cx="10367268" cy="893226"/>
          </a:xfrm>
          <a:prstGeom prst="rect">
            <a:avLst/>
          </a:prstGeom>
        </p:spPr>
        <p:txBody>
          <a:bodyPr vert="horz" lIns="0" tIns="0" rIns="0" bIns="0" rtlCol="0">
            <a:noAutofit/>
          </a:bodyPr>
          <a:lstStyle>
            <a:lvl1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4400" b="1"/>
              <a:t>Demonstrate</a:t>
            </a:r>
            <a:r>
              <a:rPr lang="en-US" sz="4400"/>
              <a:t> another way to model </a:t>
            </a:r>
            <a:r>
              <a:rPr lang="en-US" sz="4400" b="1"/>
              <a:t>12</a:t>
            </a:r>
            <a:r>
              <a:rPr lang="en-US" sz="4400"/>
              <a:t>.</a:t>
            </a:r>
          </a:p>
        </p:txBody>
      </p:sp>
      <p:pic>
        <p:nvPicPr>
          <p:cNvPr id="9" name="Picture 8" descr="An array - 3 rows of 4&#10;">
            <a:extLst>
              <a:ext uri="{FF2B5EF4-FFF2-40B4-BE49-F238E27FC236}">
                <a16:creationId xmlns:a16="http://schemas.microsoft.com/office/drawing/2014/main" id="{4B832893-CFF2-4212-86D2-9B8B3F92D495}"/>
              </a:ext>
            </a:extLst>
          </p:cNvPr>
          <p:cNvPicPr>
            <a:picLocks noChangeAspect="1"/>
          </p:cNvPicPr>
          <p:nvPr/>
        </p:nvPicPr>
        <p:blipFill>
          <a:blip r:embed="rId4"/>
          <a:stretch>
            <a:fillRect/>
          </a:stretch>
        </p:blipFill>
        <p:spPr>
          <a:xfrm>
            <a:off x="1188368" y="1523203"/>
            <a:ext cx="2707765" cy="2361096"/>
          </a:xfrm>
          <a:prstGeom prst="rect">
            <a:avLst/>
          </a:prstGeom>
        </p:spPr>
      </p:pic>
      <p:pic>
        <p:nvPicPr>
          <p:cNvPr id="11" name="Picture 10" descr="An array - 1 row of 12">
            <a:extLst>
              <a:ext uri="{FF2B5EF4-FFF2-40B4-BE49-F238E27FC236}">
                <a16:creationId xmlns:a16="http://schemas.microsoft.com/office/drawing/2014/main" id="{7BC18360-99D2-BD69-99EE-6B843133CD24}"/>
              </a:ext>
            </a:extLst>
          </p:cNvPr>
          <p:cNvPicPr>
            <a:picLocks noChangeAspect="1"/>
          </p:cNvPicPr>
          <p:nvPr/>
        </p:nvPicPr>
        <p:blipFill>
          <a:blip r:embed="rId5"/>
          <a:stretch>
            <a:fillRect/>
          </a:stretch>
        </p:blipFill>
        <p:spPr>
          <a:xfrm>
            <a:off x="4800600" y="2571704"/>
            <a:ext cx="7043400" cy="868364"/>
          </a:xfrm>
          <a:prstGeom prst="rect">
            <a:avLst/>
          </a:prstGeom>
        </p:spPr>
      </p:pic>
      <p:sp>
        <p:nvSpPr>
          <p:cNvPr id="2" name="Slide Number Placeholder 1">
            <a:extLst>
              <a:ext uri="{FF2B5EF4-FFF2-40B4-BE49-F238E27FC236}">
                <a16:creationId xmlns:a16="http://schemas.microsoft.com/office/drawing/2014/main" id="{FE99FCAD-B981-9BBC-C5BF-914232435E08}"/>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a:t>
            </a:fld>
            <a:endParaRPr lang="en-AU"/>
          </a:p>
        </p:txBody>
      </p:sp>
    </p:spTree>
    <p:extLst>
      <p:ext uri="{BB962C8B-B14F-4D97-AF65-F5344CB8AC3E}">
        <p14:creationId xmlns:p14="http://schemas.microsoft.com/office/powerpoint/2010/main" val="10635428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3411CE-E116-841D-F2F0-1C12109F17DD}"/>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61014A95-1EC4-1B01-3D2F-522380691BED}"/>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a:t>
            </a:r>
          </a:p>
        </p:txBody>
      </p:sp>
      <p:pic>
        <p:nvPicPr>
          <p:cNvPr id="3" name="Picture 2">
            <a:extLst>
              <a:ext uri="{FF2B5EF4-FFF2-40B4-BE49-F238E27FC236}">
                <a16:creationId xmlns:a16="http://schemas.microsoft.com/office/drawing/2014/main" id="{AB837201-1557-1DB2-05E9-E523FE1B1708}"/>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12" name="Text Placeholder 17">
            <a:extLst>
              <a:ext uri="{FF2B5EF4-FFF2-40B4-BE49-F238E27FC236}">
                <a16:creationId xmlns:a16="http://schemas.microsoft.com/office/drawing/2014/main" id="{DDA2A35F-3339-B6BF-1E94-05E7CC6CF738}"/>
              </a:ext>
            </a:extLst>
          </p:cNvPr>
          <p:cNvSpPr txBox="1">
            <a:spLocks/>
          </p:cNvSpPr>
          <p:nvPr/>
        </p:nvSpPr>
        <p:spPr>
          <a:xfrm>
            <a:off x="679039" y="1181922"/>
            <a:ext cx="11021960" cy="893226"/>
          </a:xfrm>
          <a:prstGeom prst="rect">
            <a:avLst/>
          </a:prstGeom>
        </p:spPr>
        <p:txBody>
          <a:bodyPr vert="horz" lIns="0" tIns="0" rIns="0" bIns="0" rtlCol="0">
            <a:noAutofit/>
          </a:bodyPr>
          <a:lstStyle>
            <a:lvl1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4400" b="1"/>
              <a:t>Match </a:t>
            </a:r>
            <a:r>
              <a:rPr lang="en-US" sz="4400"/>
              <a:t>the triangles to their </a:t>
            </a:r>
            <a:r>
              <a:rPr lang="en-US" sz="4400" b="1"/>
              <a:t>classification.</a:t>
            </a:r>
            <a:r>
              <a:rPr lang="en-US" sz="4400"/>
              <a:t> </a:t>
            </a:r>
          </a:p>
        </p:txBody>
      </p:sp>
      <p:sp>
        <p:nvSpPr>
          <p:cNvPr id="5" name="Text Placeholder 17">
            <a:extLst>
              <a:ext uri="{FF2B5EF4-FFF2-40B4-BE49-F238E27FC236}">
                <a16:creationId xmlns:a16="http://schemas.microsoft.com/office/drawing/2014/main" id="{F99A6673-46A8-EDBE-9F36-CED5845A1D7D}"/>
              </a:ext>
            </a:extLst>
          </p:cNvPr>
          <p:cNvSpPr txBox="1">
            <a:spLocks/>
          </p:cNvSpPr>
          <p:nvPr/>
        </p:nvSpPr>
        <p:spPr>
          <a:xfrm>
            <a:off x="899652" y="2679414"/>
            <a:ext cx="624349" cy="893226"/>
          </a:xfrm>
          <a:prstGeom prst="rect">
            <a:avLst/>
          </a:prstGeom>
        </p:spPr>
        <p:txBody>
          <a:bodyPr vert="horz" lIns="0" tIns="0" rIns="0" bIns="0" rtlCol="0">
            <a:noAutofit/>
          </a:bodyPr>
          <a:lstStyle>
            <a:lvl1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4400" b="1"/>
              <a:t>1.</a:t>
            </a:r>
          </a:p>
        </p:txBody>
      </p:sp>
      <p:pic>
        <p:nvPicPr>
          <p:cNvPr id="18" name="Picture 17" descr="A triangle with 2 equal sides">
            <a:extLst>
              <a:ext uri="{FF2B5EF4-FFF2-40B4-BE49-F238E27FC236}">
                <a16:creationId xmlns:a16="http://schemas.microsoft.com/office/drawing/2014/main" id="{D22D38A9-FF7F-18E5-8958-EDEC317A4136}"/>
              </a:ext>
            </a:extLst>
          </p:cNvPr>
          <p:cNvPicPr>
            <a:picLocks noChangeAspect="1"/>
          </p:cNvPicPr>
          <p:nvPr/>
        </p:nvPicPr>
        <p:blipFill>
          <a:blip r:embed="rId4"/>
          <a:stretch>
            <a:fillRect/>
          </a:stretch>
        </p:blipFill>
        <p:spPr>
          <a:xfrm rot="5400000">
            <a:off x="1818682" y="2060349"/>
            <a:ext cx="1581231" cy="1995991"/>
          </a:xfrm>
          <a:prstGeom prst="rect">
            <a:avLst/>
          </a:prstGeom>
        </p:spPr>
      </p:pic>
      <p:sp>
        <p:nvSpPr>
          <p:cNvPr id="10" name="Text Placeholder 17">
            <a:extLst>
              <a:ext uri="{FF2B5EF4-FFF2-40B4-BE49-F238E27FC236}">
                <a16:creationId xmlns:a16="http://schemas.microsoft.com/office/drawing/2014/main" id="{4CDF22C7-90D7-75CC-3ED0-2D02801E199A}"/>
              </a:ext>
            </a:extLst>
          </p:cNvPr>
          <p:cNvSpPr txBox="1">
            <a:spLocks/>
          </p:cNvSpPr>
          <p:nvPr/>
        </p:nvSpPr>
        <p:spPr>
          <a:xfrm>
            <a:off x="870156" y="4151094"/>
            <a:ext cx="624349" cy="893226"/>
          </a:xfrm>
          <a:prstGeom prst="rect">
            <a:avLst/>
          </a:prstGeom>
        </p:spPr>
        <p:txBody>
          <a:bodyPr vert="horz" lIns="0" tIns="0" rIns="0" bIns="0" rtlCol="0">
            <a:noAutofit/>
          </a:bodyPr>
          <a:lstStyle>
            <a:lvl1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4400" b="1"/>
              <a:t>2.</a:t>
            </a:r>
          </a:p>
        </p:txBody>
      </p:sp>
      <p:pic>
        <p:nvPicPr>
          <p:cNvPr id="20" name="Picture 19" descr="A triangle with all sides equal.">
            <a:extLst>
              <a:ext uri="{FF2B5EF4-FFF2-40B4-BE49-F238E27FC236}">
                <a16:creationId xmlns:a16="http://schemas.microsoft.com/office/drawing/2014/main" id="{74BDBCE4-AACB-AA28-165B-3A9EC379B816}"/>
              </a:ext>
            </a:extLst>
          </p:cNvPr>
          <p:cNvPicPr>
            <a:picLocks noChangeAspect="1"/>
          </p:cNvPicPr>
          <p:nvPr/>
        </p:nvPicPr>
        <p:blipFill>
          <a:blip r:embed="rId5"/>
          <a:stretch>
            <a:fillRect/>
          </a:stretch>
        </p:blipFill>
        <p:spPr>
          <a:xfrm rot="10800000">
            <a:off x="1487131" y="3989062"/>
            <a:ext cx="1866996" cy="1587582"/>
          </a:xfrm>
          <a:prstGeom prst="rect">
            <a:avLst/>
          </a:prstGeom>
        </p:spPr>
      </p:pic>
      <p:sp>
        <p:nvSpPr>
          <p:cNvPr id="14" name="Text Placeholder 17">
            <a:extLst>
              <a:ext uri="{FF2B5EF4-FFF2-40B4-BE49-F238E27FC236}">
                <a16:creationId xmlns:a16="http://schemas.microsoft.com/office/drawing/2014/main" id="{C6141AB6-4DDD-42BC-5F31-4314A94A168A}"/>
              </a:ext>
            </a:extLst>
          </p:cNvPr>
          <p:cNvSpPr txBox="1">
            <a:spLocks/>
          </p:cNvSpPr>
          <p:nvPr/>
        </p:nvSpPr>
        <p:spPr>
          <a:xfrm>
            <a:off x="862782" y="5622774"/>
            <a:ext cx="624349" cy="893226"/>
          </a:xfrm>
          <a:prstGeom prst="rect">
            <a:avLst/>
          </a:prstGeom>
        </p:spPr>
        <p:txBody>
          <a:bodyPr vert="horz" lIns="0" tIns="0" rIns="0" bIns="0" rtlCol="0">
            <a:noAutofit/>
          </a:bodyPr>
          <a:lstStyle>
            <a:lvl1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4400" b="1"/>
              <a:t>3.</a:t>
            </a:r>
          </a:p>
        </p:txBody>
      </p:sp>
      <p:pic>
        <p:nvPicPr>
          <p:cNvPr id="22" name="Picture 21" descr="A triangle with all sides a different length.">
            <a:extLst>
              <a:ext uri="{FF2B5EF4-FFF2-40B4-BE49-F238E27FC236}">
                <a16:creationId xmlns:a16="http://schemas.microsoft.com/office/drawing/2014/main" id="{2D4EBA15-6034-8373-B295-639F9F2C8C0E}"/>
              </a:ext>
            </a:extLst>
          </p:cNvPr>
          <p:cNvPicPr>
            <a:picLocks noChangeAspect="1"/>
          </p:cNvPicPr>
          <p:nvPr/>
        </p:nvPicPr>
        <p:blipFill>
          <a:blip r:embed="rId6">
            <a:duotone>
              <a:prstClr val="black"/>
              <a:srgbClr val="00B050">
                <a:tint val="45000"/>
                <a:satMod val="400000"/>
              </a:srgbClr>
            </a:duotone>
            <a:extLst>
              <a:ext uri="{BEBA8EAE-BF5A-486C-A8C5-ECC9F3942E4B}">
                <a14:imgProps xmlns:a14="http://schemas.microsoft.com/office/drawing/2010/main">
                  <a14:imgLayer r:embed="rId7">
                    <a14:imgEffect>
                      <a14:backgroundRemoval t="9607" b="89520" l="4088" r="89623">
                        <a14:foregroundMark x1="7862" y1="86900" x2="7862" y2="86900"/>
                        <a14:foregroundMark x1="4088" y1="88210" x2="4088" y2="88210"/>
                      </a14:backgroundRemoval>
                    </a14:imgEffect>
                  </a14:imgLayer>
                </a14:imgProps>
              </a:ext>
            </a:extLst>
          </a:blip>
          <a:stretch>
            <a:fillRect/>
          </a:stretch>
        </p:blipFill>
        <p:spPr>
          <a:xfrm>
            <a:off x="1524001" y="5261527"/>
            <a:ext cx="1995991" cy="1437365"/>
          </a:xfrm>
          <a:prstGeom prst="rect">
            <a:avLst/>
          </a:prstGeom>
        </p:spPr>
      </p:pic>
      <p:sp>
        <p:nvSpPr>
          <p:cNvPr id="7" name="Text Placeholder 17">
            <a:extLst>
              <a:ext uri="{FF2B5EF4-FFF2-40B4-BE49-F238E27FC236}">
                <a16:creationId xmlns:a16="http://schemas.microsoft.com/office/drawing/2014/main" id="{9FB67122-6FD7-4603-AEB9-26A601B7C33C}"/>
              </a:ext>
            </a:extLst>
          </p:cNvPr>
          <p:cNvSpPr txBox="1">
            <a:spLocks/>
          </p:cNvSpPr>
          <p:nvPr/>
        </p:nvSpPr>
        <p:spPr>
          <a:xfrm>
            <a:off x="7202129" y="2679414"/>
            <a:ext cx="8997740" cy="893226"/>
          </a:xfrm>
          <a:prstGeom prst="rect">
            <a:avLst/>
          </a:prstGeom>
        </p:spPr>
        <p:txBody>
          <a:bodyPr vert="horz" lIns="0" tIns="0" rIns="0" bIns="0" rtlCol="0">
            <a:noAutofit/>
          </a:bodyPr>
          <a:lstStyle>
            <a:lvl1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4400" b="1"/>
              <a:t>A. </a:t>
            </a:r>
            <a:r>
              <a:rPr lang="en-US" sz="4400"/>
              <a:t>equilateral</a:t>
            </a:r>
          </a:p>
          <a:p>
            <a:r>
              <a:rPr lang="en-US" sz="4400" b="1"/>
              <a:t>B.</a:t>
            </a:r>
            <a:r>
              <a:rPr lang="en-US" sz="4400"/>
              <a:t> isosceles</a:t>
            </a:r>
          </a:p>
          <a:p>
            <a:r>
              <a:rPr lang="en-US" sz="4400" b="1"/>
              <a:t>C. </a:t>
            </a:r>
            <a:r>
              <a:rPr lang="en-US" sz="4400"/>
              <a:t>scalene</a:t>
            </a:r>
            <a:endParaRPr lang="en-US" sz="4400" b="1"/>
          </a:p>
        </p:txBody>
      </p:sp>
      <p:sp>
        <p:nvSpPr>
          <p:cNvPr id="2" name="Slide Number Placeholder 1">
            <a:extLst>
              <a:ext uri="{FF2B5EF4-FFF2-40B4-BE49-F238E27FC236}">
                <a16:creationId xmlns:a16="http://schemas.microsoft.com/office/drawing/2014/main" id="{5C8C32F4-64EB-8A29-5516-F44EDA67F45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7</a:t>
            </a:fld>
            <a:endParaRPr lang="en-AU"/>
          </a:p>
        </p:txBody>
      </p:sp>
    </p:spTree>
    <p:extLst>
      <p:ext uri="{BB962C8B-B14F-4D97-AF65-F5344CB8AC3E}">
        <p14:creationId xmlns:p14="http://schemas.microsoft.com/office/powerpoint/2010/main" val="29232178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62CA30-0F81-EF60-3DBE-2C408AF023D0}"/>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EEDF9EE2-B4DE-CF91-3A69-C4D930AFA2CB}"/>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(3)</a:t>
            </a:r>
          </a:p>
        </p:txBody>
      </p:sp>
      <p:pic>
        <p:nvPicPr>
          <p:cNvPr id="3" name="Picture 2">
            <a:extLst>
              <a:ext uri="{FF2B5EF4-FFF2-40B4-BE49-F238E27FC236}">
                <a16:creationId xmlns:a16="http://schemas.microsoft.com/office/drawing/2014/main" id="{AE7CD0B4-5C73-21ED-199C-D91A99981CD2}"/>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3" name="Text Placeholder 17">
            <a:extLst>
              <a:ext uri="{FF2B5EF4-FFF2-40B4-BE49-F238E27FC236}">
                <a16:creationId xmlns:a16="http://schemas.microsoft.com/office/drawing/2014/main" id="{BC5093B6-1A04-01A5-B33D-8F80ABD9CA1A}"/>
              </a:ext>
            </a:extLst>
          </p:cNvPr>
          <p:cNvSpPr txBox="1">
            <a:spLocks/>
          </p:cNvSpPr>
          <p:nvPr/>
        </p:nvSpPr>
        <p:spPr>
          <a:xfrm>
            <a:off x="1597130" y="1184223"/>
            <a:ext cx="8997740" cy="893226"/>
          </a:xfrm>
          <a:prstGeom prst="rect">
            <a:avLst/>
          </a:prstGeom>
        </p:spPr>
        <p:txBody>
          <a:bodyPr vert="horz" lIns="0" tIns="0" rIns="0" bIns="0" rtlCol="0">
            <a:noAutofit/>
          </a:bodyPr>
          <a:lstStyle>
            <a:lvl1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4400" b="1"/>
              <a:t>Round</a:t>
            </a:r>
            <a:r>
              <a:rPr lang="en-US" sz="4400"/>
              <a:t> </a:t>
            </a:r>
            <a:r>
              <a:rPr lang="en-US" sz="4400" b="1"/>
              <a:t>4 681 222 </a:t>
            </a:r>
            <a:r>
              <a:rPr lang="en-US" sz="4400"/>
              <a:t>to the nearest:</a:t>
            </a:r>
            <a:r>
              <a:rPr lang="en-US" sz="4400" b="1"/>
              <a:t> </a:t>
            </a:r>
          </a:p>
          <a:p>
            <a:pPr marL="742950" indent="-742950">
              <a:buFont typeface="+mj-lt"/>
              <a:buAutoNum type="alphaLcParenR"/>
            </a:pPr>
            <a:r>
              <a:rPr lang="en-US" sz="4400"/>
              <a:t>thousand</a:t>
            </a:r>
            <a:endParaRPr lang="en-US" sz="4400" dirty="0"/>
          </a:p>
          <a:p>
            <a:pPr marL="742950" indent="-742950">
              <a:buFont typeface="+mj-lt"/>
              <a:buAutoNum type="alphaLcParenR"/>
            </a:pPr>
            <a:r>
              <a:rPr lang="en-US" sz="4400"/>
              <a:t>ten thousand</a:t>
            </a:r>
            <a:endParaRPr lang="en-US" sz="4400" dirty="0"/>
          </a:p>
          <a:p>
            <a:pPr marL="742950" indent="-742950">
              <a:buFont typeface="+mj-lt"/>
              <a:buAutoNum type="alphaLcParenR"/>
            </a:pPr>
            <a:r>
              <a:rPr lang="en-US" sz="4400"/>
              <a:t>hundred thousand</a:t>
            </a:r>
            <a:endParaRPr lang="en-US" sz="4400" dirty="0"/>
          </a:p>
          <a:p>
            <a:pPr marL="742950" indent="-742950">
              <a:buFont typeface="+mj-lt"/>
              <a:buAutoNum type="alphaLcParenR"/>
            </a:pPr>
            <a:r>
              <a:rPr lang="en-US" sz="4400"/>
              <a:t>million</a:t>
            </a:r>
            <a:endParaRPr lang="en-US" sz="4400" b="1" dirty="0"/>
          </a:p>
        </p:txBody>
      </p:sp>
      <p:sp>
        <p:nvSpPr>
          <p:cNvPr id="2" name="Slide Number Placeholder 1">
            <a:extLst>
              <a:ext uri="{FF2B5EF4-FFF2-40B4-BE49-F238E27FC236}">
                <a16:creationId xmlns:a16="http://schemas.microsoft.com/office/drawing/2014/main" id="{4BE7CE53-8469-5597-4AA2-2E907B1CE2BD}"/>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8</a:t>
            </a:fld>
            <a:endParaRPr lang="en-AU"/>
          </a:p>
        </p:txBody>
      </p:sp>
    </p:spTree>
    <p:extLst>
      <p:ext uri="{BB962C8B-B14F-4D97-AF65-F5344CB8AC3E}">
        <p14:creationId xmlns:p14="http://schemas.microsoft.com/office/powerpoint/2010/main" val="12743092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52423E-F2E2-B49F-2327-BC3E79940CA0}"/>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5EA135D9-427D-42CB-A5F0-ABB98DAD7054}"/>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(4)</a:t>
            </a:r>
          </a:p>
        </p:txBody>
      </p:sp>
      <p:pic>
        <p:nvPicPr>
          <p:cNvPr id="3" name="Picture 2">
            <a:extLst>
              <a:ext uri="{FF2B5EF4-FFF2-40B4-BE49-F238E27FC236}">
                <a16:creationId xmlns:a16="http://schemas.microsoft.com/office/drawing/2014/main" id="{FC9A4B87-D950-48CA-7AF9-006C90DB933D}"/>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TextBox 4">
            <a:extLst>
              <a:ext uri="{FF2B5EF4-FFF2-40B4-BE49-F238E27FC236}">
                <a16:creationId xmlns:a16="http://schemas.microsoft.com/office/drawing/2014/main" id="{B147C641-C26F-3B0F-7A5A-F29502AA2DD5}"/>
              </a:ext>
            </a:extLst>
          </p:cNvPr>
          <p:cNvSpPr txBox="1"/>
          <p:nvPr/>
        </p:nvSpPr>
        <p:spPr>
          <a:xfrm>
            <a:off x="433012" y="1115445"/>
            <a:ext cx="11050988" cy="5166030"/>
          </a:xfrm>
          <a:prstGeom prst="rect">
            <a:avLst/>
          </a:prstGeom>
          <a:noFill/>
        </p:spPr>
        <p:txBody>
          <a:bodyPr wrap="square">
            <a:spAutoFit/>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pPr algn="ctr">
              <a:lnSpc>
                <a:spcPct val="150000"/>
              </a:lnSpc>
              <a:spcBef>
                <a:spcPts val="600"/>
              </a:spcBef>
              <a:spcAft>
                <a:spcPts val="1200"/>
              </a:spcAft>
              <a:buNone/>
            </a:pPr>
            <a:r>
              <a:rPr lang="en-AU" sz="3400"/>
              <a:t>You have been asked to fill a mystery bag with counters</a:t>
            </a:r>
            <a:r>
              <a:rPr lang="en-AU" sz="3400" dirty="0"/>
              <a:t>,</a:t>
            </a:r>
            <a:r>
              <a:rPr lang="en-AU" sz="3400"/>
              <a:t> some are </a:t>
            </a:r>
            <a:r>
              <a:rPr lang="en-AU" sz="3400" b="1">
                <a:solidFill>
                  <a:srgbClr val="FF0000"/>
                </a:solidFill>
              </a:rPr>
              <a:t>red</a:t>
            </a:r>
            <a:r>
              <a:rPr lang="en-AU" sz="3400"/>
              <a:t> and some are </a:t>
            </a:r>
            <a:r>
              <a:rPr lang="en-AU" sz="3400" b="1">
                <a:solidFill>
                  <a:schemeClr val="accent1">
                    <a:lumMod val="75000"/>
                    <a:lumOff val="25000"/>
                  </a:schemeClr>
                </a:solidFill>
              </a:rPr>
              <a:t>blue</a:t>
            </a:r>
            <a:r>
              <a:rPr lang="en-AU" sz="3400"/>
              <a:t>. </a:t>
            </a:r>
          </a:p>
          <a:p>
            <a:pPr algn="ctr">
              <a:lnSpc>
                <a:spcPct val="150000"/>
              </a:lnSpc>
              <a:spcBef>
                <a:spcPts val="600"/>
              </a:spcBef>
              <a:spcAft>
                <a:spcPts val="1200"/>
              </a:spcAft>
              <a:buNone/>
            </a:pPr>
            <a:r>
              <a:rPr lang="en-AU" sz="3400"/>
              <a:t>You need to ensure that it is </a:t>
            </a:r>
            <a:r>
              <a:rPr lang="en-AU" sz="3400" b="1"/>
              <a:t>twice as likely</a:t>
            </a:r>
            <a:r>
              <a:rPr lang="en-AU" sz="3400"/>
              <a:t> to pick a </a:t>
            </a:r>
            <a:r>
              <a:rPr lang="en-AU" sz="3400" b="1">
                <a:solidFill>
                  <a:srgbClr val="FF0000"/>
                </a:solidFill>
              </a:rPr>
              <a:t>red counter</a:t>
            </a:r>
            <a:r>
              <a:rPr lang="en-AU" sz="3400">
                <a:solidFill>
                  <a:srgbClr val="00B050"/>
                </a:solidFill>
              </a:rPr>
              <a:t> </a:t>
            </a:r>
            <a:r>
              <a:rPr lang="en-AU" sz="3400"/>
              <a:t>than a </a:t>
            </a:r>
            <a:r>
              <a:rPr lang="en-AU" sz="3400" b="1">
                <a:solidFill>
                  <a:schemeClr val="accent1">
                    <a:lumMod val="75000"/>
                    <a:lumOff val="25000"/>
                  </a:schemeClr>
                </a:solidFill>
              </a:rPr>
              <a:t>blue counter</a:t>
            </a:r>
            <a:r>
              <a:rPr lang="en-AU" sz="3400"/>
              <a:t>.</a:t>
            </a:r>
          </a:p>
          <a:p>
            <a:pPr marL="457200" indent="-457200" algn="ctr">
              <a:lnSpc>
                <a:spcPct val="150000"/>
              </a:lnSpc>
              <a:spcBef>
                <a:spcPts val="600"/>
              </a:spcBef>
              <a:spcAft>
                <a:spcPts val="1200"/>
              </a:spcAft>
              <a:buFont typeface="Arial" panose="020B0604020202020204" pitchFamily="34" charset="0"/>
              <a:buChar char="•"/>
            </a:pPr>
            <a:r>
              <a:rPr lang="en-AU" sz="3400"/>
              <a:t>Record how many </a:t>
            </a:r>
            <a:r>
              <a:rPr lang="en-AU" sz="3400" b="1">
                <a:solidFill>
                  <a:srgbClr val="FF0000"/>
                </a:solidFill>
              </a:rPr>
              <a:t>red</a:t>
            </a:r>
            <a:r>
              <a:rPr lang="en-AU" sz="3400"/>
              <a:t> and </a:t>
            </a:r>
            <a:r>
              <a:rPr lang="en-AU" sz="3400" b="1">
                <a:solidFill>
                  <a:schemeClr val="accent1">
                    <a:lumMod val="75000"/>
                    <a:lumOff val="25000"/>
                  </a:schemeClr>
                </a:solidFill>
              </a:rPr>
              <a:t>blue</a:t>
            </a:r>
            <a:r>
              <a:rPr lang="en-AU" sz="3400"/>
              <a:t> counters you would put in the bag to make this happen?</a:t>
            </a:r>
          </a:p>
        </p:txBody>
      </p:sp>
      <p:sp>
        <p:nvSpPr>
          <p:cNvPr id="2" name="Slide Number Placeholder 1">
            <a:extLst>
              <a:ext uri="{FF2B5EF4-FFF2-40B4-BE49-F238E27FC236}">
                <a16:creationId xmlns:a16="http://schemas.microsoft.com/office/drawing/2014/main" id="{391F93CB-988D-BE1F-57FD-B3D1C9E40F08}"/>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9</a:t>
            </a:fld>
            <a:endParaRPr lang="en-AU"/>
          </a:p>
        </p:txBody>
      </p:sp>
    </p:spTree>
    <p:extLst>
      <p:ext uri="{BB962C8B-B14F-4D97-AF65-F5344CB8AC3E}">
        <p14:creationId xmlns:p14="http://schemas.microsoft.com/office/powerpoint/2010/main" val="28446440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8746C6-FA22-32E8-8566-C234C402B667}"/>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3D77CC03-C72F-F73A-A565-4FA55751E368}"/>
              </a:ext>
            </a:extLst>
          </p:cNvPr>
          <p:cNvSpPr>
            <a:spLocks noGrp="1"/>
          </p:cNvSpPr>
          <p:nvPr>
            <p:ph type="title"/>
          </p:nvPr>
        </p:nvSpPr>
        <p:spPr>
          <a:xfrm>
            <a:off x="360000" y="360000"/>
            <a:ext cx="10367268" cy="545601"/>
          </a:xfrm>
        </p:spPr>
        <p:txBody>
          <a:bodyPr/>
          <a:lstStyle/>
          <a:p>
            <a:r>
              <a:rPr lang="en-AU"/>
              <a:t>Activity 1 – mystery factors (1)</a:t>
            </a:r>
          </a:p>
        </p:txBody>
      </p:sp>
      <p:pic>
        <p:nvPicPr>
          <p:cNvPr id="4" name="Picture 3">
            <a:extLst>
              <a:ext uri="{FF2B5EF4-FFF2-40B4-BE49-F238E27FC236}">
                <a16:creationId xmlns:a16="http://schemas.microsoft.com/office/drawing/2014/main" id="{8C7CF980-54BA-5CDE-FA07-65080BB2C43B}"/>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107003" y="240894"/>
            <a:ext cx="720000" cy="856364"/>
          </a:xfrm>
          <a:prstGeom prst="rect">
            <a:avLst/>
          </a:prstGeom>
        </p:spPr>
      </p:pic>
      <p:sp>
        <p:nvSpPr>
          <p:cNvPr id="5" name="TextBox 4">
            <a:extLst>
              <a:ext uri="{FF2B5EF4-FFF2-40B4-BE49-F238E27FC236}">
                <a16:creationId xmlns:a16="http://schemas.microsoft.com/office/drawing/2014/main" id="{A392F0D0-3EE9-71EE-8C48-54E366726756}"/>
              </a:ext>
            </a:extLst>
          </p:cNvPr>
          <p:cNvSpPr txBox="1"/>
          <p:nvPr/>
        </p:nvSpPr>
        <p:spPr>
          <a:xfrm>
            <a:off x="535021" y="1391055"/>
            <a:ext cx="11060349" cy="3667328"/>
          </a:xfrm>
          <a:prstGeom prst="rect">
            <a:avLst/>
          </a:prstGeom>
          <a:noFill/>
        </p:spPr>
        <p:txBody>
          <a:bodyPr wrap="square" lIns="0" tIns="0" rIns="0" bIns="0" rtlCol="0">
            <a:noAutofit/>
          </a:bodyPr>
          <a:lstStyle/>
          <a:p>
            <a:pPr algn="ctr">
              <a:lnSpc>
                <a:spcPct val="150000"/>
              </a:lnSpc>
            </a:pPr>
            <a:r>
              <a:rPr lang="en-AU" sz="4400"/>
              <a:t>18</a:t>
            </a:r>
          </a:p>
          <a:p>
            <a:pPr algn="ctr">
              <a:lnSpc>
                <a:spcPct val="150000"/>
              </a:lnSpc>
            </a:pPr>
            <a:endParaRPr lang="en-AU" sz="4400"/>
          </a:p>
          <a:p>
            <a:pPr algn="ctr">
              <a:lnSpc>
                <a:spcPct val="150000"/>
              </a:lnSpc>
            </a:pPr>
            <a:r>
              <a:rPr lang="en-AU" sz="4400"/>
              <a:t>24</a:t>
            </a:r>
          </a:p>
          <a:p>
            <a:pPr algn="ctr">
              <a:lnSpc>
                <a:spcPct val="150000"/>
              </a:lnSpc>
            </a:pPr>
            <a:endParaRPr lang="en-AU" sz="4400"/>
          </a:p>
          <a:p>
            <a:pPr algn="ctr">
              <a:lnSpc>
                <a:spcPct val="150000"/>
              </a:lnSpc>
            </a:pPr>
            <a:r>
              <a:rPr lang="en-AU" sz="4400"/>
              <a:t>48</a:t>
            </a:r>
          </a:p>
        </p:txBody>
      </p:sp>
      <p:sp>
        <p:nvSpPr>
          <p:cNvPr id="2" name="Slide Number Placeholder 1">
            <a:extLst>
              <a:ext uri="{FF2B5EF4-FFF2-40B4-BE49-F238E27FC236}">
                <a16:creationId xmlns:a16="http://schemas.microsoft.com/office/drawing/2014/main" id="{50B43993-9C30-0CC3-DF2A-4A100C52F6AF}"/>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10</a:t>
            </a:fld>
            <a:endParaRPr lang="en-AU"/>
          </a:p>
        </p:txBody>
      </p:sp>
    </p:spTree>
    <p:extLst>
      <p:ext uri="{BB962C8B-B14F-4D97-AF65-F5344CB8AC3E}">
        <p14:creationId xmlns:p14="http://schemas.microsoft.com/office/powerpoint/2010/main" val="30278977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BD121B-DF9A-8907-F83F-102246D9EEB2}"/>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994E1592-8E71-D112-3D61-8EA9A37C8089}"/>
              </a:ext>
            </a:extLst>
          </p:cNvPr>
          <p:cNvSpPr>
            <a:spLocks noGrp="1"/>
          </p:cNvSpPr>
          <p:nvPr>
            <p:ph type="title"/>
          </p:nvPr>
        </p:nvSpPr>
        <p:spPr>
          <a:xfrm>
            <a:off x="360000" y="360000"/>
            <a:ext cx="10367268" cy="545601"/>
          </a:xfrm>
        </p:spPr>
        <p:txBody>
          <a:bodyPr/>
          <a:lstStyle/>
          <a:p>
            <a:r>
              <a:rPr lang="en-AU"/>
              <a:t>Activity 1 – mystery factors (2)</a:t>
            </a:r>
          </a:p>
        </p:txBody>
      </p:sp>
      <p:pic>
        <p:nvPicPr>
          <p:cNvPr id="4" name="Picture 3">
            <a:extLst>
              <a:ext uri="{FF2B5EF4-FFF2-40B4-BE49-F238E27FC236}">
                <a16:creationId xmlns:a16="http://schemas.microsoft.com/office/drawing/2014/main" id="{0991B2F0-2480-AAA8-C91E-88C9F8B3FF41}"/>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107003" y="240894"/>
            <a:ext cx="720000" cy="856364"/>
          </a:xfrm>
          <a:prstGeom prst="rect">
            <a:avLst/>
          </a:prstGeom>
        </p:spPr>
      </p:pic>
      <p:pic>
        <p:nvPicPr>
          <p:cNvPr id="3" name="Picture 2" descr="A 4x4 multiplication grid with missing factors. The first column has 35 in the 2nd row and 40 in the 45th row. The second column has 12 in the 1st row, 14 in the 2nd and 6 in the 3rrd. the third column has 28 in the 2nd row. The 4th column has 48 in the 4th row. ">
            <a:extLst>
              <a:ext uri="{FF2B5EF4-FFF2-40B4-BE49-F238E27FC236}">
                <a16:creationId xmlns:a16="http://schemas.microsoft.com/office/drawing/2014/main" id="{94D14643-22C2-2C7D-690F-6434D618C468}"/>
              </a:ext>
            </a:extLst>
          </p:cNvPr>
          <p:cNvPicPr>
            <a:picLocks noChangeAspect="1"/>
          </p:cNvPicPr>
          <p:nvPr/>
        </p:nvPicPr>
        <p:blipFill>
          <a:blip r:embed="rId4"/>
          <a:stretch>
            <a:fillRect/>
          </a:stretch>
        </p:blipFill>
        <p:spPr>
          <a:xfrm>
            <a:off x="2864950" y="1097258"/>
            <a:ext cx="6120130" cy="5328285"/>
          </a:xfrm>
          <a:prstGeom prst="rect">
            <a:avLst/>
          </a:prstGeom>
        </p:spPr>
      </p:pic>
      <p:sp>
        <p:nvSpPr>
          <p:cNvPr id="2" name="Slide Number Placeholder 1">
            <a:extLst>
              <a:ext uri="{FF2B5EF4-FFF2-40B4-BE49-F238E27FC236}">
                <a16:creationId xmlns:a16="http://schemas.microsoft.com/office/drawing/2014/main" id="{355DCE29-2FD2-F442-D588-9890620471C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11</a:t>
            </a:fld>
            <a:endParaRPr lang="en-AU"/>
          </a:p>
        </p:txBody>
      </p:sp>
    </p:spTree>
    <p:extLst>
      <p:ext uri="{BB962C8B-B14F-4D97-AF65-F5344CB8AC3E}">
        <p14:creationId xmlns:p14="http://schemas.microsoft.com/office/powerpoint/2010/main" val="29435022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70BEA8-D559-A435-EEF0-28E2AFD04D92}"/>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7921F8AB-0B6A-B8B9-7B23-724B5428069F}"/>
              </a:ext>
            </a:extLst>
          </p:cNvPr>
          <p:cNvSpPr>
            <a:spLocks noGrp="1"/>
          </p:cNvSpPr>
          <p:nvPr>
            <p:ph type="ctrTitle"/>
          </p:nvPr>
        </p:nvSpPr>
        <p:spPr/>
        <p:txBody>
          <a:bodyPr/>
          <a:lstStyle/>
          <a:p>
            <a:r>
              <a:rPr lang="en-AU">
                <a:latin typeface="+mj-lt"/>
              </a:rPr>
              <a:t>Review of learning 2</a:t>
            </a:r>
          </a:p>
        </p:txBody>
      </p:sp>
    </p:spTree>
    <p:extLst>
      <p:ext uri="{BB962C8B-B14F-4D97-AF65-F5344CB8AC3E}">
        <p14:creationId xmlns:p14="http://schemas.microsoft.com/office/powerpoint/2010/main" val="17781449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B86EC1-1F53-FC13-BF87-681E5C2B8D57}"/>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24B5FD60-0B86-5755-366A-8B1C7AD817A2}"/>
              </a:ext>
            </a:extLst>
          </p:cNvPr>
          <p:cNvSpPr>
            <a:spLocks noGrp="1"/>
          </p:cNvSpPr>
          <p:nvPr>
            <p:ph type="title"/>
          </p:nvPr>
        </p:nvSpPr>
        <p:spPr/>
        <p:txBody>
          <a:bodyPr/>
          <a:lstStyle/>
          <a:p>
            <a:r>
              <a:rPr lang="en-US"/>
              <a:t>True or false </a:t>
            </a:r>
            <a:r>
              <a:rPr lang="en-US">
                <a:solidFill>
                  <a:schemeClr val="bg1"/>
                </a:solidFill>
              </a:rPr>
              <a:t>(1)</a:t>
            </a:r>
          </a:p>
        </p:txBody>
      </p:sp>
      <p:pic>
        <p:nvPicPr>
          <p:cNvPr id="4" name="Picture 3">
            <a:extLst>
              <a:ext uri="{FF2B5EF4-FFF2-40B4-BE49-F238E27FC236}">
                <a16:creationId xmlns:a16="http://schemas.microsoft.com/office/drawing/2014/main" id="{6FB50F61-F068-87AB-4B10-FC2CEB84FBCE}"/>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6" name="Text Placeholder 5">
            <a:extLst>
              <a:ext uri="{FF2B5EF4-FFF2-40B4-BE49-F238E27FC236}">
                <a16:creationId xmlns:a16="http://schemas.microsoft.com/office/drawing/2014/main" id="{8CC0313E-620B-44F6-1CF2-E78C8F63E324}"/>
              </a:ext>
            </a:extLst>
          </p:cNvPr>
          <p:cNvSpPr>
            <a:spLocks noGrp="1"/>
          </p:cNvSpPr>
          <p:nvPr>
            <p:ph type="body" sz="quarter" idx="22"/>
          </p:nvPr>
        </p:nvSpPr>
        <p:spPr>
          <a:xfrm>
            <a:off x="360000" y="2535774"/>
            <a:ext cx="11243037" cy="893226"/>
          </a:xfrm>
        </p:spPr>
        <p:txBody>
          <a:bodyPr/>
          <a:lstStyle/>
          <a:p>
            <a:pPr algn="ctr"/>
            <a:r>
              <a:rPr lang="en-AU" sz="4400" b="1"/>
              <a:t>4 </a:t>
            </a:r>
            <a:r>
              <a:rPr lang="en-AU" sz="4400"/>
              <a:t>is a factor of </a:t>
            </a:r>
            <a:r>
              <a:rPr lang="en-AU" sz="4400" b="1"/>
              <a:t>32.</a:t>
            </a:r>
          </a:p>
        </p:txBody>
      </p:sp>
      <p:graphicFrame>
        <p:nvGraphicFramePr>
          <p:cNvPr id="12" name="Table 11">
            <a:extLst>
              <a:ext uri="{FF2B5EF4-FFF2-40B4-BE49-F238E27FC236}">
                <a16:creationId xmlns:a16="http://schemas.microsoft.com/office/drawing/2014/main" id="{6E7954F0-28D9-426D-5A8E-F0473D1F3B51}"/>
              </a:ext>
            </a:extLst>
          </p:cNvPr>
          <p:cNvGraphicFramePr>
            <a:graphicFrameLocks noGrp="1"/>
          </p:cNvGraphicFramePr>
          <p:nvPr/>
        </p:nvGraphicFramePr>
        <p:xfrm>
          <a:off x="2442981" y="4974673"/>
          <a:ext cx="7077076" cy="741680"/>
        </p:xfrm>
        <a:graphic>
          <a:graphicData uri="http://schemas.openxmlformats.org/drawingml/2006/table">
            <a:tbl>
              <a:tblPr firstRow="1" bandRow="1">
                <a:tableStyleId>{5A111915-BE36-4E01-A7E5-04B1672EAD32}</a:tableStyleId>
              </a:tblPr>
              <a:tblGrid>
                <a:gridCol w="3538538">
                  <a:extLst>
                    <a:ext uri="{9D8B030D-6E8A-4147-A177-3AD203B41FA5}">
                      <a16:colId xmlns:a16="http://schemas.microsoft.com/office/drawing/2014/main" val="481183477"/>
                    </a:ext>
                  </a:extLst>
                </a:gridCol>
                <a:gridCol w="3538538">
                  <a:extLst>
                    <a:ext uri="{9D8B030D-6E8A-4147-A177-3AD203B41FA5}">
                      <a16:colId xmlns:a16="http://schemas.microsoft.com/office/drawing/2014/main" val="94168801"/>
                    </a:ext>
                  </a:extLst>
                </a:gridCol>
              </a:tblGrid>
              <a:tr h="741680">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True</a:t>
                      </a:r>
                    </a:p>
                  </a:txBody>
                  <a:tcPr anchor="ct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False</a:t>
                      </a:r>
                    </a:p>
                  </a:txBody>
                  <a:tcPr anchor="ct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3127058931"/>
                  </a:ext>
                </a:extLst>
              </a:tr>
            </a:tbl>
          </a:graphicData>
        </a:graphic>
      </p:graphicFrame>
      <p:sp>
        <p:nvSpPr>
          <p:cNvPr id="2" name="Slide Number Placeholder 1">
            <a:extLst>
              <a:ext uri="{FF2B5EF4-FFF2-40B4-BE49-F238E27FC236}">
                <a16:creationId xmlns:a16="http://schemas.microsoft.com/office/drawing/2014/main" id="{9FE886CB-34FF-0292-C29C-0B025043076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13</a:t>
            </a:fld>
            <a:endParaRPr lang="en-AU"/>
          </a:p>
        </p:txBody>
      </p:sp>
    </p:spTree>
    <p:extLst>
      <p:ext uri="{BB962C8B-B14F-4D97-AF65-F5344CB8AC3E}">
        <p14:creationId xmlns:p14="http://schemas.microsoft.com/office/powerpoint/2010/main" val="5091650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43E9BF-15AF-2BAB-123A-1F037454C060}"/>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426CBE5C-EB4F-B9C0-4EE6-3D6DB0966B55}"/>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(5)</a:t>
            </a:r>
          </a:p>
        </p:txBody>
      </p:sp>
      <p:pic>
        <p:nvPicPr>
          <p:cNvPr id="3" name="Picture 2">
            <a:extLst>
              <a:ext uri="{FF2B5EF4-FFF2-40B4-BE49-F238E27FC236}">
                <a16:creationId xmlns:a16="http://schemas.microsoft.com/office/drawing/2014/main" id="{C7718586-1339-6B81-E608-E6AA891DE5E7}"/>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8" name="Text Placeholder 5">
            <a:extLst>
              <a:ext uri="{FF2B5EF4-FFF2-40B4-BE49-F238E27FC236}">
                <a16:creationId xmlns:a16="http://schemas.microsoft.com/office/drawing/2014/main" id="{BA87940C-EB18-9CFE-ED2D-719CAE57A52D}"/>
              </a:ext>
            </a:extLst>
          </p:cNvPr>
          <p:cNvSpPr txBox="1">
            <a:spLocks/>
          </p:cNvSpPr>
          <p:nvPr/>
        </p:nvSpPr>
        <p:spPr>
          <a:xfrm>
            <a:off x="240963" y="1067680"/>
            <a:ext cx="11243037" cy="893226"/>
          </a:xfrm>
          <a:prstGeom prst="rect">
            <a:avLst/>
          </a:prstGeom>
        </p:spPr>
        <p:txBody>
          <a:bodyPr vert="horz" lIns="0" tIns="0" rIns="0" bIns="0" rtlCol="0">
            <a:noAutofit/>
          </a:bodyPr>
          <a:lstStyle>
            <a:lvl1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AU" sz="4400"/>
              <a:t>Use an </a:t>
            </a:r>
            <a:r>
              <a:rPr lang="en-AU" sz="4400" b="1"/>
              <a:t>area model </a:t>
            </a:r>
            <a:r>
              <a:rPr lang="en-AU" sz="4400"/>
              <a:t>to solve</a:t>
            </a:r>
          </a:p>
          <a:p>
            <a:pPr algn="ctr"/>
            <a:r>
              <a:rPr lang="en-AU" sz="4400" b="1"/>
              <a:t>1384 ÷ 4 </a:t>
            </a:r>
          </a:p>
        </p:txBody>
      </p:sp>
      <p:pic>
        <p:nvPicPr>
          <p:cNvPr id="7" name="Picture 6" descr="A blank area model - the top and side are labelled 1384 and 4.">
            <a:extLst>
              <a:ext uri="{FF2B5EF4-FFF2-40B4-BE49-F238E27FC236}">
                <a16:creationId xmlns:a16="http://schemas.microsoft.com/office/drawing/2014/main" id="{31F3386A-FCEA-474F-1B20-B64F6F1EAEA6}"/>
              </a:ext>
            </a:extLst>
          </p:cNvPr>
          <p:cNvPicPr>
            <a:picLocks noChangeAspect="1"/>
          </p:cNvPicPr>
          <p:nvPr/>
        </p:nvPicPr>
        <p:blipFill>
          <a:blip r:embed="rId4"/>
          <a:stretch>
            <a:fillRect/>
          </a:stretch>
        </p:blipFill>
        <p:spPr>
          <a:xfrm>
            <a:off x="1270456" y="3759200"/>
            <a:ext cx="9651087" cy="2529394"/>
          </a:xfrm>
          <a:prstGeom prst="rect">
            <a:avLst/>
          </a:prstGeom>
          <a:ln>
            <a:noFill/>
          </a:ln>
          <a:effectLst>
            <a:outerShdw blurRad="292100" dist="139700" dir="2700000" algn="tl" rotWithShape="0">
              <a:srgbClr val="333333">
                <a:alpha val="65000"/>
              </a:srgbClr>
            </a:outerShdw>
          </a:effectLst>
        </p:spPr>
      </p:pic>
      <p:sp>
        <p:nvSpPr>
          <p:cNvPr id="2" name="Slide Number Placeholder 1">
            <a:extLst>
              <a:ext uri="{FF2B5EF4-FFF2-40B4-BE49-F238E27FC236}">
                <a16:creationId xmlns:a16="http://schemas.microsoft.com/office/drawing/2014/main" id="{82981BCB-7B1E-1C61-0E18-C94BA5A8FC1F}"/>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14</a:t>
            </a:fld>
            <a:endParaRPr lang="en-AU"/>
          </a:p>
        </p:txBody>
      </p:sp>
    </p:spTree>
    <p:extLst>
      <p:ext uri="{BB962C8B-B14F-4D97-AF65-F5344CB8AC3E}">
        <p14:creationId xmlns:p14="http://schemas.microsoft.com/office/powerpoint/2010/main" val="14467658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CE3E44-DDF8-BB15-F13B-7E68A1EFCCA8}"/>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13D9D8F9-BDFB-13F9-6557-DD00B95ECD02}"/>
              </a:ext>
            </a:extLst>
          </p:cNvPr>
          <p:cNvSpPr>
            <a:spLocks noGrp="1"/>
          </p:cNvSpPr>
          <p:nvPr>
            <p:ph type="title"/>
          </p:nvPr>
        </p:nvSpPr>
        <p:spPr>
          <a:xfrm>
            <a:off x="360000" y="360000"/>
            <a:ext cx="10367268" cy="545601"/>
          </a:xfrm>
        </p:spPr>
        <p:txBody>
          <a:bodyPr/>
          <a:lstStyle/>
          <a:p>
            <a:r>
              <a:rPr lang="en-AU"/>
              <a:t>Short response</a:t>
            </a:r>
            <a:r>
              <a:rPr lang="en-AU">
                <a:solidFill>
                  <a:schemeClr val="bg1"/>
                </a:solidFill>
              </a:rPr>
              <a:t> (6)</a:t>
            </a:r>
          </a:p>
        </p:txBody>
      </p:sp>
      <p:pic>
        <p:nvPicPr>
          <p:cNvPr id="3" name="Picture 2">
            <a:extLst>
              <a:ext uri="{FF2B5EF4-FFF2-40B4-BE49-F238E27FC236}">
                <a16:creationId xmlns:a16="http://schemas.microsoft.com/office/drawing/2014/main" id="{9C8770A4-A467-8E0A-C417-8D3F46A53208}"/>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8" name="TextBox 7">
            <a:extLst>
              <a:ext uri="{FF2B5EF4-FFF2-40B4-BE49-F238E27FC236}">
                <a16:creationId xmlns:a16="http://schemas.microsoft.com/office/drawing/2014/main" id="{01D4E466-CFD7-756B-1DC3-13B0D060AB04}"/>
              </a:ext>
            </a:extLst>
          </p:cNvPr>
          <p:cNvSpPr txBox="1"/>
          <p:nvPr/>
        </p:nvSpPr>
        <p:spPr>
          <a:xfrm>
            <a:off x="552282" y="1418326"/>
            <a:ext cx="11496000" cy="5437322"/>
          </a:xfrm>
          <a:prstGeom prst="rect">
            <a:avLst/>
          </a:prstGeom>
          <a:noFill/>
        </p:spPr>
        <p:txBody>
          <a:bodyPr wrap="square">
            <a:spAutoFit/>
          </a:bodyPr>
          <a:lstStyle/>
          <a:p>
            <a:pPr marL="742950" lvl="0" indent="-742950">
              <a:lnSpc>
                <a:spcPct val="150000"/>
              </a:lnSpc>
              <a:spcBef>
                <a:spcPts val="1200"/>
              </a:spcBef>
              <a:spcAft>
                <a:spcPts val="600"/>
              </a:spcAft>
              <a:buFont typeface="+mj-lt"/>
              <a:buAutoNum type="alphaLcParenR"/>
            </a:pPr>
            <a:r>
              <a:rPr lang="en-AU" sz="3600">
                <a:effectLst/>
                <a:latin typeface="Arial" panose="020B0604020202020204" pitchFamily="34" charset="0"/>
                <a:ea typeface="Calibri" panose="020F0502020204030204" pitchFamily="34" charset="0"/>
                <a:cs typeface="Times New Roman" panose="02020603050405020304" pitchFamily="18" charset="0"/>
              </a:rPr>
              <a:t>Name a quadrilateral that </a:t>
            </a:r>
            <a:r>
              <a:rPr lang="en-AU" sz="3600" b="1">
                <a:effectLst/>
                <a:latin typeface="Arial" panose="020B0604020202020204" pitchFamily="34" charset="0"/>
                <a:ea typeface="Calibri" panose="020F0502020204030204" pitchFamily="34" charset="0"/>
                <a:cs typeface="Times New Roman" panose="02020603050405020304" pitchFamily="18" charset="0"/>
              </a:rPr>
              <a:t>does not have a line of symmetry</a:t>
            </a:r>
            <a:r>
              <a:rPr lang="en-AU" sz="3600">
                <a:effectLst/>
                <a:latin typeface="Arial" panose="020B0604020202020204" pitchFamily="34" charset="0"/>
                <a:ea typeface="Calibri" panose="020F0502020204030204" pitchFamily="34" charset="0"/>
                <a:cs typeface="Times New Roman" panose="02020603050405020304" pitchFamily="18" charset="0"/>
              </a:rPr>
              <a:t>.</a:t>
            </a:r>
            <a:endParaRPr lang="en-AU" sz="3600" dirty="0">
              <a:effectLst/>
              <a:latin typeface="Arial" panose="020B0604020202020204" pitchFamily="34" charset="0"/>
              <a:ea typeface="Calibri" panose="020F0502020204030204" pitchFamily="34" charset="0"/>
              <a:cs typeface="Times New Roman" panose="02020603050405020304" pitchFamily="18" charset="0"/>
            </a:endParaRPr>
          </a:p>
          <a:p>
            <a:pPr marL="742950" lvl="0" indent="-742950">
              <a:lnSpc>
                <a:spcPct val="150000"/>
              </a:lnSpc>
              <a:spcBef>
                <a:spcPts val="1200"/>
              </a:spcBef>
              <a:spcAft>
                <a:spcPts val="600"/>
              </a:spcAft>
              <a:buFont typeface="+mj-lt"/>
              <a:buAutoNum type="alphaLcParenR"/>
            </a:pPr>
            <a:r>
              <a:rPr lang="en-AU" sz="3600">
                <a:effectLst/>
                <a:latin typeface="Arial" panose="020B0604020202020204" pitchFamily="34" charset="0"/>
                <a:ea typeface="Calibri" panose="020F0502020204030204" pitchFamily="34" charset="0"/>
                <a:cs typeface="Times New Roman" panose="02020603050405020304" pitchFamily="18" charset="0"/>
              </a:rPr>
              <a:t>Name a quadrilateral that has a </a:t>
            </a:r>
            <a:r>
              <a:rPr lang="en-AU" sz="3600" b="1">
                <a:effectLst/>
                <a:latin typeface="Arial" panose="020B0604020202020204" pitchFamily="34" charset="0"/>
                <a:ea typeface="Calibri" panose="020F0502020204030204" pitchFamily="34" charset="0"/>
                <a:cs typeface="Times New Roman" panose="02020603050405020304" pitchFamily="18" charset="0"/>
              </a:rPr>
              <a:t>diagonal line of symmetry</a:t>
            </a:r>
            <a:r>
              <a:rPr lang="en-AU" sz="3600">
                <a:latin typeface="Arial" panose="020B0604020202020204" pitchFamily="34" charset="0"/>
                <a:ea typeface="Calibri" panose="020F0502020204030204" pitchFamily="34" charset="0"/>
                <a:cs typeface="Times New Roman" panose="02020603050405020304" pitchFamily="18" charset="0"/>
              </a:rPr>
              <a:t>.</a:t>
            </a:r>
            <a:endParaRPr lang="en-AU" sz="3600" dirty="0">
              <a:effectLst/>
              <a:latin typeface="Arial" panose="020B0604020202020204" pitchFamily="34" charset="0"/>
              <a:ea typeface="Calibri" panose="020F0502020204030204" pitchFamily="34" charset="0"/>
              <a:cs typeface="Times New Roman" panose="02020603050405020304" pitchFamily="18" charset="0"/>
            </a:endParaRPr>
          </a:p>
          <a:p>
            <a:pPr marL="742950" lvl="0" indent="-742950">
              <a:lnSpc>
                <a:spcPct val="150000"/>
              </a:lnSpc>
              <a:spcBef>
                <a:spcPts val="1200"/>
              </a:spcBef>
              <a:spcAft>
                <a:spcPts val="600"/>
              </a:spcAft>
              <a:buFont typeface="+mj-lt"/>
              <a:buAutoNum type="alphaLcParenR"/>
            </a:pPr>
            <a:r>
              <a:rPr lang="en-AU" sz="3600">
                <a:latin typeface="Arial" panose="020B0604020202020204" pitchFamily="34" charset="0"/>
                <a:ea typeface="Calibri" panose="020F0502020204030204" pitchFamily="34" charset="0"/>
                <a:cs typeface="Times New Roman" panose="02020603050405020304" pitchFamily="18" charset="0"/>
              </a:rPr>
              <a:t>Name a quadrilateral that has </a:t>
            </a:r>
            <a:r>
              <a:rPr lang="en-AU" sz="3600" b="1">
                <a:latin typeface="Arial" panose="020B0604020202020204" pitchFamily="34" charset="0"/>
                <a:ea typeface="Calibri" panose="020F0502020204030204" pitchFamily="34" charset="0"/>
                <a:cs typeface="Times New Roman" panose="02020603050405020304" pitchFamily="18" charset="0"/>
              </a:rPr>
              <a:t>rotational symmetry</a:t>
            </a:r>
            <a:r>
              <a:rPr lang="en-AU" sz="3600">
                <a:latin typeface="Arial" panose="020B0604020202020204" pitchFamily="34" charset="0"/>
                <a:ea typeface="Calibri" panose="020F0502020204030204" pitchFamily="34" charset="0"/>
                <a:cs typeface="Times New Roman" panose="02020603050405020304" pitchFamily="18" charset="0"/>
              </a:rPr>
              <a:t>.</a:t>
            </a:r>
            <a:endParaRPr lang="en-AU" sz="3600" dirty="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2" name="Slide Number Placeholder 1">
            <a:extLst>
              <a:ext uri="{FF2B5EF4-FFF2-40B4-BE49-F238E27FC236}">
                <a16:creationId xmlns:a16="http://schemas.microsoft.com/office/drawing/2014/main" id="{9796E3F7-51EE-97B3-1DDD-CDAEB05CFFC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15</a:t>
            </a:fld>
            <a:endParaRPr lang="en-AU"/>
          </a:p>
        </p:txBody>
      </p:sp>
    </p:spTree>
    <p:extLst>
      <p:ext uri="{BB962C8B-B14F-4D97-AF65-F5344CB8AC3E}">
        <p14:creationId xmlns:p14="http://schemas.microsoft.com/office/powerpoint/2010/main" val="603498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2065EB-977E-8A0B-776E-365C47F513D1}"/>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3A20AE0F-3055-9CF7-2815-4C587C167EC6}"/>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(7)</a:t>
            </a:r>
          </a:p>
        </p:txBody>
      </p:sp>
      <p:pic>
        <p:nvPicPr>
          <p:cNvPr id="3" name="Picture 2">
            <a:extLst>
              <a:ext uri="{FF2B5EF4-FFF2-40B4-BE49-F238E27FC236}">
                <a16:creationId xmlns:a16="http://schemas.microsoft.com/office/drawing/2014/main" id="{F22768F3-1D34-7E31-8299-4A2308A11FC5}"/>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9" name="TextBox 8">
            <a:extLst>
              <a:ext uri="{FF2B5EF4-FFF2-40B4-BE49-F238E27FC236}">
                <a16:creationId xmlns:a16="http://schemas.microsoft.com/office/drawing/2014/main" id="{0DC4CCCB-DDEE-4FAD-C7ED-59CF63E3C64D}"/>
              </a:ext>
            </a:extLst>
          </p:cNvPr>
          <p:cNvSpPr txBox="1"/>
          <p:nvPr/>
        </p:nvSpPr>
        <p:spPr>
          <a:xfrm>
            <a:off x="246024" y="912777"/>
            <a:ext cx="11254065" cy="982513"/>
          </a:xfrm>
          <a:prstGeom prst="rect">
            <a:avLst/>
          </a:prstGeom>
          <a:noFill/>
        </p:spPr>
        <p:txBody>
          <a:bodyPr wrap="square">
            <a:spAutoFit/>
          </a:bodyPr>
          <a:lstStyle/>
          <a:p>
            <a:pPr lvl="0" algn="ctr">
              <a:lnSpc>
                <a:spcPct val="150000"/>
              </a:lnSpc>
              <a:spcBef>
                <a:spcPts val="1200"/>
              </a:spcBef>
              <a:spcAft>
                <a:spcPts val="600"/>
              </a:spcAft>
            </a:pPr>
            <a:r>
              <a:rPr lang="en-AU" sz="4400">
                <a:effectLst/>
                <a:latin typeface="Arial" panose="020B0604020202020204" pitchFamily="34" charset="0"/>
                <a:ea typeface="Calibri" panose="020F0502020204030204" pitchFamily="34" charset="0"/>
                <a:cs typeface="Times New Roman" panose="02020603050405020304" pitchFamily="18" charset="0"/>
              </a:rPr>
              <a:t>Order</a:t>
            </a:r>
            <a:r>
              <a:rPr lang="en-AU" sz="4400" b="1">
                <a:effectLst/>
                <a:latin typeface="Arial" panose="020B0604020202020204" pitchFamily="34" charset="0"/>
                <a:ea typeface="Calibri" panose="020F0502020204030204" pitchFamily="34" charset="0"/>
                <a:cs typeface="Times New Roman" panose="02020603050405020304" pitchFamily="18" charset="0"/>
              </a:rPr>
              <a:t> </a:t>
            </a:r>
            <a:r>
              <a:rPr lang="en-AU" sz="4400">
                <a:effectLst/>
                <a:latin typeface="Arial" panose="020B0604020202020204" pitchFamily="34" charset="0"/>
                <a:ea typeface="Calibri" panose="020F0502020204030204" pitchFamily="34" charset="0"/>
                <a:cs typeface="Times New Roman" panose="02020603050405020304" pitchFamily="18" charset="0"/>
              </a:rPr>
              <a:t>these </a:t>
            </a:r>
            <a:r>
              <a:rPr lang="en-AU" sz="4400" b="1">
                <a:effectLst/>
                <a:latin typeface="Arial" panose="020B0604020202020204" pitchFamily="34" charset="0"/>
                <a:ea typeface="Calibri" panose="020F0502020204030204" pitchFamily="34" charset="0"/>
                <a:cs typeface="Times New Roman" panose="02020603050405020304" pitchFamily="18" charset="0"/>
              </a:rPr>
              <a:t>decimals</a:t>
            </a:r>
            <a:r>
              <a:rPr lang="en-AU" sz="4400">
                <a:effectLst/>
                <a:latin typeface="Arial" panose="020B0604020202020204" pitchFamily="34" charset="0"/>
                <a:ea typeface="Calibri" panose="020F0502020204030204" pitchFamily="34" charset="0"/>
                <a:cs typeface="Times New Roman" panose="02020603050405020304" pitchFamily="18" charset="0"/>
              </a:rPr>
              <a:t> in </a:t>
            </a:r>
            <a:r>
              <a:rPr lang="en-AU" sz="4400" b="1">
                <a:effectLst/>
                <a:latin typeface="Arial" panose="020B0604020202020204" pitchFamily="34" charset="0"/>
                <a:ea typeface="Calibri" panose="020F0502020204030204" pitchFamily="34" charset="0"/>
                <a:cs typeface="Times New Roman" panose="02020603050405020304" pitchFamily="18" charset="0"/>
              </a:rPr>
              <a:t>ascending order:</a:t>
            </a:r>
          </a:p>
        </p:txBody>
      </p:sp>
      <p:sp>
        <p:nvSpPr>
          <p:cNvPr id="4" name="TextBox 3">
            <a:extLst>
              <a:ext uri="{FF2B5EF4-FFF2-40B4-BE49-F238E27FC236}">
                <a16:creationId xmlns:a16="http://schemas.microsoft.com/office/drawing/2014/main" id="{8A545432-BAF2-AFC3-B096-EA90AEF7E31B}"/>
              </a:ext>
            </a:extLst>
          </p:cNvPr>
          <p:cNvSpPr txBox="1"/>
          <p:nvPr/>
        </p:nvSpPr>
        <p:spPr>
          <a:xfrm>
            <a:off x="5030821" y="2021411"/>
            <a:ext cx="2130358" cy="972766"/>
          </a:xfrm>
          <a:prstGeom prst="rect">
            <a:avLst/>
          </a:prstGeom>
          <a:noFill/>
          <a:ln w="38100">
            <a:solidFill>
              <a:schemeClr val="accent2"/>
            </a:solidFill>
          </a:ln>
        </p:spPr>
        <p:txBody>
          <a:bodyPr wrap="square" lIns="0" tIns="0" rIns="0" bIns="0" rtlCol="0">
            <a:noAutofit/>
          </a:bodyPr>
          <a:lstStyle/>
          <a:p>
            <a:pPr lvl="0" algn="ctr">
              <a:lnSpc>
                <a:spcPct val="150000"/>
              </a:lnSpc>
              <a:spcBef>
                <a:spcPts val="1200"/>
              </a:spcBef>
              <a:spcAft>
                <a:spcPts val="600"/>
              </a:spcAft>
            </a:pPr>
            <a:r>
              <a:rPr lang="en-AU" sz="4400" b="1">
                <a:latin typeface="Arial" panose="020B0604020202020204" pitchFamily="34" charset="0"/>
                <a:ea typeface="Calibri" panose="020F0502020204030204" pitchFamily="34" charset="0"/>
                <a:cs typeface="Times New Roman" panose="02020603050405020304" pitchFamily="18" charset="0"/>
              </a:rPr>
              <a:t>0.26</a:t>
            </a:r>
          </a:p>
        </p:txBody>
      </p:sp>
      <p:sp>
        <p:nvSpPr>
          <p:cNvPr id="5" name="TextBox 4">
            <a:extLst>
              <a:ext uri="{FF2B5EF4-FFF2-40B4-BE49-F238E27FC236}">
                <a16:creationId xmlns:a16="http://schemas.microsoft.com/office/drawing/2014/main" id="{BE3E881A-3753-01E6-BB9A-17F9529BF1B1}"/>
              </a:ext>
            </a:extLst>
          </p:cNvPr>
          <p:cNvSpPr txBox="1"/>
          <p:nvPr/>
        </p:nvSpPr>
        <p:spPr>
          <a:xfrm>
            <a:off x="5030821" y="3164035"/>
            <a:ext cx="2130358" cy="972766"/>
          </a:xfrm>
          <a:prstGeom prst="rect">
            <a:avLst/>
          </a:prstGeom>
          <a:noFill/>
          <a:ln w="38100">
            <a:solidFill>
              <a:schemeClr val="accent2"/>
            </a:solidFill>
          </a:ln>
        </p:spPr>
        <p:txBody>
          <a:bodyPr wrap="square" lIns="0" tIns="0" rIns="0" bIns="0" rtlCol="0">
            <a:noAutofit/>
          </a:bodyPr>
          <a:lstStyle/>
          <a:p>
            <a:pPr lvl="0" algn="ctr">
              <a:lnSpc>
                <a:spcPct val="150000"/>
              </a:lnSpc>
              <a:spcBef>
                <a:spcPts val="1200"/>
              </a:spcBef>
              <a:spcAft>
                <a:spcPts val="600"/>
              </a:spcAft>
            </a:pPr>
            <a:r>
              <a:rPr lang="en-AU" sz="4400" b="1">
                <a:latin typeface="Arial" panose="020B0604020202020204" pitchFamily="34" charset="0"/>
                <a:ea typeface="Calibri" panose="020F0502020204030204" pitchFamily="34" charset="0"/>
                <a:cs typeface="Times New Roman" panose="02020603050405020304" pitchFamily="18" charset="0"/>
              </a:rPr>
              <a:t>0.126</a:t>
            </a:r>
          </a:p>
        </p:txBody>
      </p:sp>
      <p:sp>
        <p:nvSpPr>
          <p:cNvPr id="7" name="TextBox 6">
            <a:extLst>
              <a:ext uri="{FF2B5EF4-FFF2-40B4-BE49-F238E27FC236}">
                <a16:creationId xmlns:a16="http://schemas.microsoft.com/office/drawing/2014/main" id="{84BBB464-8B45-1E8E-1B13-497268C4B19A}"/>
              </a:ext>
            </a:extLst>
          </p:cNvPr>
          <p:cNvSpPr txBox="1"/>
          <p:nvPr/>
        </p:nvSpPr>
        <p:spPr>
          <a:xfrm>
            <a:off x="5030821" y="4306659"/>
            <a:ext cx="2130358" cy="972766"/>
          </a:xfrm>
          <a:prstGeom prst="rect">
            <a:avLst/>
          </a:prstGeom>
          <a:noFill/>
          <a:ln w="38100">
            <a:solidFill>
              <a:schemeClr val="accent2"/>
            </a:solidFill>
          </a:ln>
        </p:spPr>
        <p:txBody>
          <a:bodyPr wrap="square" lIns="0" tIns="0" rIns="0" bIns="0" rtlCol="0">
            <a:noAutofit/>
          </a:bodyPr>
          <a:lstStyle/>
          <a:p>
            <a:pPr lvl="0" algn="ctr">
              <a:lnSpc>
                <a:spcPct val="150000"/>
              </a:lnSpc>
              <a:spcBef>
                <a:spcPts val="1200"/>
              </a:spcBef>
              <a:spcAft>
                <a:spcPts val="600"/>
              </a:spcAft>
            </a:pPr>
            <a:r>
              <a:rPr lang="en-AU" sz="4400" b="1">
                <a:latin typeface="Arial" panose="020B0604020202020204" pitchFamily="34" charset="0"/>
                <a:ea typeface="Calibri" panose="020F0502020204030204" pitchFamily="34" charset="0"/>
                <a:cs typeface="Times New Roman" panose="02020603050405020304" pitchFamily="18" charset="0"/>
              </a:rPr>
              <a:t>1.26</a:t>
            </a:r>
          </a:p>
        </p:txBody>
      </p:sp>
      <p:sp>
        <p:nvSpPr>
          <p:cNvPr id="8" name="TextBox 7">
            <a:extLst>
              <a:ext uri="{FF2B5EF4-FFF2-40B4-BE49-F238E27FC236}">
                <a16:creationId xmlns:a16="http://schemas.microsoft.com/office/drawing/2014/main" id="{C15F8E70-4671-77F6-E9E7-4E771B3C1D88}"/>
              </a:ext>
            </a:extLst>
          </p:cNvPr>
          <p:cNvSpPr txBox="1"/>
          <p:nvPr/>
        </p:nvSpPr>
        <p:spPr>
          <a:xfrm>
            <a:off x="5030821" y="5449283"/>
            <a:ext cx="2130358" cy="972766"/>
          </a:xfrm>
          <a:prstGeom prst="rect">
            <a:avLst/>
          </a:prstGeom>
          <a:noFill/>
          <a:ln w="38100">
            <a:solidFill>
              <a:schemeClr val="accent2"/>
            </a:solidFill>
          </a:ln>
        </p:spPr>
        <p:txBody>
          <a:bodyPr wrap="square" lIns="0" tIns="0" rIns="0" bIns="0" rtlCol="0">
            <a:noAutofit/>
          </a:bodyPr>
          <a:lstStyle/>
          <a:p>
            <a:pPr lvl="0" algn="ctr">
              <a:lnSpc>
                <a:spcPct val="150000"/>
              </a:lnSpc>
              <a:spcBef>
                <a:spcPts val="1200"/>
              </a:spcBef>
              <a:spcAft>
                <a:spcPts val="600"/>
              </a:spcAft>
            </a:pPr>
            <a:r>
              <a:rPr lang="en-AU" sz="4400" b="1">
                <a:latin typeface="Arial" panose="020B0604020202020204" pitchFamily="34" charset="0"/>
                <a:ea typeface="Calibri" panose="020F0502020204030204" pitchFamily="34" charset="0"/>
                <a:cs typeface="Times New Roman" panose="02020603050405020304" pitchFamily="18" charset="0"/>
              </a:rPr>
              <a:t>0.62</a:t>
            </a:r>
          </a:p>
        </p:txBody>
      </p:sp>
      <p:sp>
        <p:nvSpPr>
          <p:cNvPr id="2" name="Slide Number Placeholder 1">
            <a:extLst>
              <a:ext uri="{FF2B5EF4-FFF2-40B4-BE49-F238E27FC236}">
                <a16:creationId xmlns:a16="http://schemas.microsoft.com/office/drawing/2014/main" id="{3235C9A5-5146-B61D-40A7-3861511E297B}"/>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16</a:t>
            </a:fld>
            <a:endParaRPr lang="en-AU"/>
          </a:p>
        </p:txBody>
      </p:sp>
    </p:spTree>
    <p:extLst>
      <p:ext uri="{BB962C8B-B14F-4D97-AF65-F5344CB8AC3E}">
        <p14:creationId xmlns:p14="http://schemas.microsoft.com/office/powerpoint/2010/main" val="3431415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22E500-9DDC-61C8-5913-B1F20498E169}"/>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862D5D31-12A0-FCE7-14C6-C3B229423A22}"/>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(8)</a:t>
            </a:r>
          </a:p>
        </p:txBody>
      </p:sp>
      <p:pic>
        <p:nvPicPr>
          <p:cNvPr id="3" name="Picture 2">
            <a:extLst>
              <a:ext uri="{FF2B5EF4-FFF2-40B4-BE49-F238E27FC236}">
                <a16:creationId xmlns:a16="http://schemas.microsoft.com/office/drawing/2014/main" id="{5D2DD89E-AAB3-5EBB-F36F-72D71287FEEC}"/>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9" name="TextBox 8">
            <a:extLst>
              <a:ext uri="{FF2B5EF4-FFF2-40B4-BE49-F238E27FC236}">
                <a16:creationId xmlns:a16="http://schemas.microsoft.com/office/drawing/2014/main" id="{1640C8E5-1258-23BE-B2BE-39A83EA8D1E0}"/>
              </a:ext>
            </a:extLst>
          </p:cNvPr>
          <p:cNvSpPr txBox="1"/>
          <p:nvPr/>
        </p:nvSpPr>
        <p:spPr>
          <a:xfrm>
            <a:off x="490654" y="1434490"/>
            <a:ext cx="6096000" cy="4594912"/>
          </a:xfrm>
          <a:prstGeom prst="rect">
            <a:avLst/>
          </a:prstGeom>
          <a:noFill/>
        </p:spPr>
        <p:txBody>
          <a:bodyPr wrap="square">
            <a:spAutoFit/>
          </a:bodyPr>
          <a:lstStyle/>
          <a:p>
            <a:pPr>
              <a:lnSpc>
                <a:spcPct val="150000"/>
              </a:lnSpc>
            </a:pPr>
            <a:r>
              <a:rPr lang="en-AU" sz="4000" b="1">
                <a:solidFill>
                  <a:srgbClr val="000000"/>
                </a:solidFill>
                <a:latin typeface="Arial" panose="020B0604020202020204" pitchFamily="34" charset="0"/>
                <a:cs typeface="Arial" panose="020B0604020202020204" pitchFamily="34" charset="0"/>
              </a:rPr>
              <a:t>D</a:t>
            </a:r>
            <a:r>
              <a:rPr lang="en-AU" sz="4000" b="1" i="0" u="none" strike="noStrike">
                <a:solidFill>
                  <a:srgbClr val="000000"/>
                </a:solidFill>
                <a:effectLst/>
                <a:latin typeface="Arial" panose="020B0604020202020204" pitchFamily="34" charset="0"/>
                <a:cs typeface="Arial" panose="020B0604020202020204" pitchFamily="34" charset="0"/>
              </a:rPr>
              <a:t>iscuss</a:t>
            </a:r>
            <a:r>
              <a:rPr lang="en-AU" sz="4000" b="0" i="0" u="none" strike="noStrike">
                <a:solidFill>
                  <a:srgbClr val="000000"/>
                </a:solidFill>
                <a:effectLst/>
                <a:latin typeface="Arial" panose="020B0604020202020204" pitchFamily="34" charset="0"/>
                <a:cs typeface="Arial" panose="020B0604020202020204" pitchFamily="34" charset="0"/>
              </a:rPr>
              <a:t> the </a:t>
            </a:r>
            <a:r>
              <a:rPr lang="en-AU" sz="4000" b="1" i="0" u="none" strike="noStrike">
                <a:solidFill>
                  <a:srgbClr val="000000"/>
                </a:solidFill>
                <a:effectLst/>
                <a:latin typeface="Arial" panose="020B0604020202020204" pitchFamily="34" charset="0"/>
                <a:cs typeface="Arial" panose="020B0604020202020204" pitchFamily="34" charset="0"/>
              </a:rPr>
              <a:t>differences </a:t>
            </a:r>
            <a:r>
              <a:rPr lang="en-AU" sz="4000" b="0" i="0" u="none" strike="noStrike">
                <a:solidFill>
                  <a:srgbClr val="000000"/>
                </a:solidFill>
                <a:effectLst/>
                <a:latin typeface="Arial" panose="020B0604020202020204" pitchFamily="34" charset="0"/>
                <a:cs typeface="Arial" panose="020B0604020202020204" pitchFamily="34" charset="0"/>
              </a:rPr>
              <a:t>between the </a:t>
            </a:r>
            <a:r>
              <a:rPr lang="en-AU" sz="4000" b="1" i="0" u="none" strike="noStrike">
                <a:solidFill>
                  <a:srgbClr val="000000"/>
                </a:solidFill>
                <a:effectLst/>
                <a:latin typeface="Arial" panose="020B0604020202020204" pitchFamily="34" charset="0"/>
                <a:cs typeface="Arial" panose="020B0604020202020204" pitchFamily="34" charset="0"/>
              </a:rPr>
              <a:t>expected probabilities</a:t>
            </a:r>
            <a:r>
              <a:rPr lang="en-AU" sz="4000" b="0" i="0" u="none" strike="noStrike">
                <a:solidFill>
                  <a:srgbClr val="000000"/>
                </a:solidFill>
                <a:effectLst/>
                <a:latin typeface="Arial" panose="020B0604020202020204" pitchFamily="34" charset="0"/>
                <a:cs typeface="Arial" panose="020B0604020202020204" pitchFamily="34" charset="0"/>
              </a:rPr>
              <a:t> and the </a:t>
            </a:r>
            <a:r>
              <a:rPr lang="en-AU" sz="4000" b="1" i="0" u="none" strike="noStrike">
                <a:solidFill>
                  <a:srgbClr val="000000"/>
                </a:solidFill>
                <a:effectLst/>
                <a:latin typeface="Arial" panose="020B0604020202020204" pitchFamily="34" charset="0"/>
                <a:cs typeface="Arial" panose="020B0604020202020204" pitchFamily="34" charset="0"/>
              </a:rPr>
              <a:t>observed probabilities </a:t>
            </a:r>
            <a:r>
              <a:rPr lang="en-AU" sz="4000" b="0" i="0" u="none" strike="noStrike">
                <a:solidFill>
                  <a:srgbClr val="000000"/>
                </a:solidFill>
                <a:effectLst/>
                <a:latin typeface="Arial" panose="020B0604020202020204" pitchFamily="34" charset="0"/>
                <a:cs typeface="Arial" panose="020B0604020202020204" pitchFamily="34" charset="0"/>
              </a:rPr>
              <a:t>of the </a:t>
            </a:r>
            <a:r>
              <a:rPr lang="en-AU" sz="4000" b="0" i="0" u="none" strike="noStrike" dirty="0">
                <a:solidFill>
                  <a:srgbClr val="000000"/>
                </a:solidFill>
                <a:effectLst/>
                <a:latin typeface="Arial" panose="020B0604020202020204" pitchFamily="34" charset="0"/>
                <a:cs typeface="Arial" panose="020B0604020202020204" pitchFamily="34" charset="0"/>
              </a:rPr>
              <a:t>2</a:t>
            </a:r>
            <a:r>
              <a:rPr lang="en-AU" sz="4000" b="0" i="0" u="none" strike="noStrike">
                <a:solidFill>
                  <a:srgbClr val="000000"/>
                </a:solidFill>
                <a:effectLst/>
                <a:latin typeface="Arial" panose="020B0604020202020204" pitchFamily="34" charset="0"/>
                <a:cs typeface="Arial" panose="020B0604020202020204" pitchFamily="34" charset="0"/>
              </a:rPr>
              <a:t> spinner trials.</a:t>
            </a:r>
            <a:endParaRPr lang="en-AU" sz="4000">
              <a:latin typeface="Arial" panose="020B0604020202020204" pitchFamily="34" charset="0"/>
              <a:cs typeface="Arial" panose="020B0604020202020204" pitchFamily="34" charset="0"/>
            </a:endParaRPr>
          </a:p>
        </p:txBody>
      </p:sp>
      <p:pic>
        <p:nvPicPr>
          <p:cNvPr id="11" name="Picture 10" descr="Two graphs recording the results of a chance trials with a equal 4 part spinner.&#10;&#10;1. 12 trials (expected count - 3)&#10;observed count:&#10;blue - 6&#10;green - 3&#10;red - 2&#10;yellow - 1&#10;&#10;2. 80 trials (expected count 20)&#10;observed count:&#10;blue - 18&#10;green - 18&#10;red - 21&#10;yellow - 23">
            <a:extLst>
              <a:ext uri="{FF2B5EF4-FFF2-40B4-BE49-F238E27FC236}">
                <a16:creationId xmlns:a16="http://schemas.microsoft.com/office/drawing/2014/main" id="{9B218A70-BFD4-787D-68C1-F8F911802F00}"/>
              </a:ext>
            </a:extLst>
          </p:cNvPr>
          <p:cNvPicPr>
            <a:picLocks noChangeAspect="1"/>
          </p:cNvPicPr>
          <p:nvPr/>
        </p:nvPicPr>
        <p:blipFill>
          <a:blip r:embed="rId4"/>
          <a:stretch>
            <a:fillRect/>
          </a:stretch>
        </p:blipFill>
        <p:spPr>
          <a:xfrm>
            <a:off x="6586654" y="1208223"/>
            <a:ext cx="4648439" cy="5397777"/>
          </a:xfrm>
          <a:prstGeom prst="rect">
            <a:avLst/>
          </a:prstGeom>
        </p:spPr>
      </p:pic>
      <p:sp>
        <p:nvSpPr>
          <p:cNvPr id="2" name="Slide Number Placeholder 1">
            <a:extLst>
              <a:ext uri="{FF2B5EF4-FFF2-40B4-BE49-F238E27FC236}">
                <a16:creationId xmlns:a16="http://schemas.microsoft.com/office/drawing/2014/main" id="{46FA1740-3E84-C0AC-89BB-08009897108D}"/>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17</a:t>
            </a:fld>
            <a:endParaRPr lang="en-AU"/>
          </a:p>
        </p:txBody>
      </p:sp>
    </p:spTree>
    <p:extLst>
      <p:ext uri="{BB962C8B-B14F-4D97-AF65-F5344CB8AC3E}">
        <p14:creationId xmlns:p14="http://schemas.microsoft.com/office/powerpoint/2010/main" val="4848089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2F6462-F36C-EA53-7434-E977BB050D1D}"/>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23EC2E2F-8586-7A9E-682B-B873DABC05B8}"/>
              </a:ext>
            </a:extLst>
          </p:cNvPr>
          <p:cNvSpPr>
            <a:spLocks noGrp="1"/>
          </p:cNvSpPr>
          <p:nvPr>
            <p:ph type="title"/>
          </p:nvPr>
        </p:nvSpPr>
        <p:spPr>
          <a:xfrm>
            <a:off x="360000" y="360000"/>
            <a:ext cx="10367268" cy="545601"/>
          </a:xfrm>
        </p:spPr>
        <p:txBody>
          <a:bodyPr/>
          <a:lstStyle/>
          <a:p>
            <a:r>
              <a:rPr lang="en-AU"/>
              <a:t>Activity 2 – factors fun - fours</a:t>
            </a:r>
          </a:p>
        </p:txBody>
      </p:sp>
      <p:pic>
        <p:nvPicPr>
          <p:cNvPr id="4" name="Picture 3">
            <a:extLst>
              <a:ext uri="{FF2B5EF4-FFF2-40B4-BE49-F238E27FC236}">
                <a16:creationId xmlns:a16="http://schemas.microsoft.com/office/drawing/2014/main" id="{E053F414-2C55-AB4B-D099-589CD037B7B0}"/>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107003" y="240894"/>
            <a:ext cx="720000" cy="856364"/>
          </a:xfrm>
          <a:prstGeom prst="rect">
            <a:avLst/>
          </a:prstGeom>
        </p:spPr>
      </p:pic>
      <p:sp>
        <p:nvSpPr>
          <p:cNvPr id="5" name="Oval 4" descr="blue counters">
            <a:extLst>
              <a:ext uri="{FF2B5EF4-FFF2-40B4-BE49-F238E27FC236}">
                <a16:creationId xmlns:a16="http://schemas.microsoft.com/office/drawing/2014/main" id="{94777BCE-C1D4-2862-B8A4-07317D157F8F}"/>
              </a:ext>
            </a:extLst>
          </p:cNvPr>
          <p:cNvSpPr/>
          <p:nvPr/>
        </p:nvSpPr>
        <p:spPr>
          <a:xfrm>
            <a:off x="360000" y="2167537"/>
            <a:ext cx="646771" cy="669073"/>
          </a:xfrm>
          <a:prstGeom prst="ellipse">
            <a:avLst/>
          </a:prstGeom>
          <a:solidFill>
            <a:schemeClr val="accent2">
              <a:alpha val="7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33" name="Picture 32" descr="A 5x5 grid gameboard. the numbers are as follows:&#10;&#10;1st row 1, 6, 4, 1, 2&#10;2nd row 10, 6, 3, 8, 10&#10;3rd row 4, 2, 4, 5, 8&#10;4th row 9, 3, 6, 2, 9&#10;5th row 7, 8, 5, 10, 7">
            <a:extLst>
              <a:ext uri="{FF2B5EF4-FFF2-40B4-BE49-F238E27FC236}">
                <a16:creationId xmlns:a16="http://schemas.microsoft.com/office/drawing/2014/main" id="{950D3F42-67D3-8341-EE00-0488ABA63C97}"/>
              </a:ext>
            </a:extLst>
          </p:cNvPr>
          <p:cNvPicPr>
            <a:picLocks noChangeAspect="1"/>
          </p:cNvPicPr>
          <p:nvPr/>
        </p:nvPicPr>
        <p:blipFill>
          <a:blip r:embed="rId4">
            <a:extLst>
              <a:ext uri="{28A0092B-C50C-407E-A947-70E740481C1C}">
                <a14:useLocalDpi xmlns:a14="http://schemas.microsoft.com/office/drawing/2010/main" val="0"/>
              </a:ext>
            </a:extLst>
          </a:blip>
          <a:srcRect l="9730" t="3512" r="16452" b="40834"/>
          <a:stretch>
            <a:fillRect/>
          </a:stretch>
        </p:blipFill>
        <p:spPr>
          <a:xfrm>
            <a:off x="1786674" y="1377043"/>
            <a:ext cx="4670646" cy="4980464"/>
          </a:xfrm>
          <a:prstGeom prst="rect">
            <a:avLst/>
          </a:prstGeom>
        </p:spPr>
      </p:pic>
      <p:sp>
        <p:nvSpPr>
          <p:cNvPr id="7" name="Oval 6">
            <a:extLst>
              <a:ext uri="{FF2B5EF4-FFF2-40B4-BE49-F238E27FC236}">
                <a16:creationId xmlns:a16="http://schemas.microsoft.com/office/drawing/2014/main" id="{B9FD1AD5-E8E4-EDDE-7353-397DA8D9F8C0}"/>
              </a:ext>
              <a:ext uri="{C183D7F6-B498-43B3-948B-1728B52AA6E4}">
                <adec:decorative xmlns:adec="http://schemas.microsoft.com/office/drawing/2017/decorative" val="1"/>
              </a:ext>
            </a:extLst>
          </p:cNvPr>
          <p:cNvSpPr/>
          <p:nvPr/>
        </p:nvSpPr>
        <p:spPr>
          <a:xfrm>
            <a:off x="360000" y="2167537"/>
            <a:ext cx="646771" cy="669073"/>
          </a:xfrm>
          <a:prstGeom prst="ellipse">
            <a:avLst/>
          </a:prstGeom>
          <a:solidFill>
            <a:schemeClr val="accent2">
              <a:alpha val="7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8" name="Oval 7">
            <a:extLst>
              <a:ext uri="{FF2B5EF4-FFF2-40B4-BE49-F238E27FC236}">
                <a16:creationId xmlns:a16="http://schemas.microsoft.com/office/drawing/2014/main" id="{5E86DCD2-D67A-02FC-56F0-7183667E8D17}"/>
              </a:ext>
              <a:ext uri="{C183D7F6-B498-43B3-948B-1728B52AA6E4}">
                <adec:decorative xmlns:adec="http://schemas.microsoft.com/office/drawing/2017/decorative" val="1"/>
              </a:ext>
            </a:extLst>
          </p:cNvPr>
          <p:cNvSpPr/>
          <p:nvPr/>
        </p:nvSpPr>
        <p:spPr>
          <a:xfrm>
            <a:off x="360000" y="2167537"/>
            <a:ext cx="646771" cy="669073"/>
          </a:xfrm>
          <a:prstGeom prst="ellipse">
            <a:avLst/>
          </a:prstGeom>
          <a:solidFill>
            <a:schemeClr val="accent2">
              <a:alpha val="7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9" name="Oval 8">
            <a:extLst>
              <a:ext uri="{FF2B5EF4-FFF2-40B4-BE49-F238E27FC236}">
                <a16:creationId xmlns:a16="http://schemas.microsoft.com/office/drawing/2014/main" id="{16B72406-335D-EB84-7AB3-B28D1BA32B88}"/>
              </a:ext>
              <a:ext uri="{C183D7F6-B498-43B3-948B-1728B52AA6E4}">
                <adec:decorative xmlns:adec="http://schemas.microsoft.com/office/drawing/2017/decorative" val="1"/>
              </a:ext>
            </a:extLst>
          </p:cNvPr>
          <p:cNvSpPr/>
          <p:nvPr/>
        </p:nvSpPr>
        <p:spPr>
          <a:xfrm>
            <a:off x="360000" y="2167537"/>
            <a:ext cx="646771" cy="669073"/>
          </a:xfrm>
          <a:prstGeom prst="ellipse">
            <a:avLst/>
          </a:prstGeom>
          <a:solidFill>
            <a:schemeClr val="accent2">
              <a:alpha val="7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0" name="Oval 9">
            <a:extLst>
              <a:ext uri="{FF2B5EF4-FFF2-40B4-BE49-F238E27FC236}">
                <a16:creationId xmlns:a16="http://schemas.microsoft.com/office/drawing/2014/main" id="{39BD79F4-57D0-F37F-3C09-F11ACCFCC63F}"/>
              </a:ext>
              <a:ext uri="{C183D7F6-B498-43B3-948B-1728B52AA6E4}">
                <adec:decorative xmlns:adec="http://schemas.microsoft.com/office/drawing/2017/decorative" val="1"/>
              </a:ext>
            </a:extLst>
          </p:cNvPr>
          <p:cNvSpPr/>
          <p:nvPr/>
        </p:nvSpPr>
        <p:spPr>
          <a:xfrm>
            <a:off x="360000" y="2167537"/>
            <a:ext cx="646771" cy="669073"/>
          </a:xfrm>
          <a:prstGeom prst="ellipse">
            <a:avLst/>
          </a:prstGeom>
          <a:solidFill>
            <a:schemeClr val="accent2">
              <a:alpha val="7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1" name="Oval 10">
            <a:extLst>
              <a:ext uri="{FF2B5EF4-FFF2-40B4-BE49-F238E27FC236}">
                <a16:creationId xmlns:a16="http://schemas.microsoft.com/office/drawing/2014/main" id="{3AB9B88E-A9B5-54C7-6A6C-CD7501575CD6}"/>
              </a:ext>
              <a:ext uri="{C183D7F6-B498-43B3-948B-1728B52AA6E4}">
                <adec:decorative xmlns:adec="http://schemas.microsoft.com/office/drawing/2017/decorative" val="1"/>
              </a:ext>
            </a:extLst>
          </p:cNvPr>
          <p:cNvSpPr/>
          <p:nvPr/>
        </p:nvSpPr>
        <p:spPr>
          <a:xfrm>
            <a:off x="360000" y="2167537"/>
            <a:ext cx="646771" cy="669073"/>
          </a:xfrm>
          <a:prstGeom prst="ellipse">
            <a:avLst/>
          </a:prstGeom>
          <a:solidFill>
            <a:schemeClr val="accent2">
              <a:alpha val="7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2" name="Oval 11">
            <a:extLst>
              <a:ext uri="{FF2B5EF4-FFF2-40B4-BE49-F238E27FC236}">
                <a16:creationId xmlns:a16="http://schemas.microsoft.com/office/drawing/2014/main" id="{CA9EDD49-DF5B-61F5-6384-8764A310FA7F}"/>
              </a:ext>
              <a:ext uri="{C183D7F6-B498-43B3-948B-1728B52AA6E4}">
                <adec:decorative xmlns:adec="http://schemas.microsoft.com/office/drawing/2017/decorative" val="1"/>
              </a:ext>
            </a:extLst>
          </p:cNvPr>
          <p:cNvSpPr/>
          <p:nvPr/>
        </p:nvSpPr>
        <p:spPr>
          <a:xfrm>
            <a:off x="360000" y="3241182"/>
            <a:ext cx="646771" cy="669073"/>
          </a:xfrm>
          <a:prstGeom prst="ellipse">
            <a:avLst/>
          </a:prstGeom>
          <a:solidFill>
            <a:schemeClr val="tx2">
              <a:alpha val="7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3" name="Oval 12">
            <a:extLst>
              <a:ext uri="{FF2B5EF4-FFF2-40B4-BE49-F238E27FC236}">
                <a16:creationId xmlns:a16="http://schemas.microsoft.com/office/drawing/2014/main" id="{4FB6E85D-CD70-3DF8-E5A8-C9848DFED29B}"/>
              </a:ext>
              <a:ext uri="{C183D7F6-B498-43B3-948B-1728B52AA6E4}">
                <adec:decorative xmlns:adec="http://schemas.microsoft.com/office/drawing/2017/decorative" val="1"/>
              </a:ext>
            </a:extLst>
          </p:cNvPr>
          <p:cNvSpPr/>
          <p:nvPr/>
        </p:nvSpPr>
        <p:spPr>
          <a:xfrm>
            <a:off x="360000" y="3241182"/>
            <a:ext cx="646771" cy="669073"/>
          </a:xfrm>
          <a:prstGeom prst="ellipse">
            <a:avLst/>
          </a:prstGeom>
          <a:solidFill>
            <a:schemeClr val="tx2">
              <a:alpha val="7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4" name="Oval 13">
            <a:extLst>
              <a:ext uri="{FF2B5EF4-FFF2-40B4-BE49-F238E27FC236}">
                <a16:creationId xmlns:a16="http://schemas.microsoft.com/office/drawing/2014/main" id="{13CD1952-E3D1-F9EB-6DE6-7E85FEB679F3}"/>
              </a:ext>
              <a:ext uri="{C183D7F6-B498-43B3-948B-1728B52AA6E4}">
                <adec:decorative xmlns:adec="http://schemas.microsoft.com/office/drawing/2017/decorative" val="1"/>
              </a:ext>
            </a:extLst>
          </p:cNvPr>
          <p:cNvSpPr/>
          <p:nvPr/>
        </p:nvSpPr>
        <p:spPr>
          <a:xfrm>
            <a:off x="360000" y="3241182"/>
            <a:ext cx="646771" cy="669073"/>
          </a:xfrm>
          <a:prstGeom prst="ellipse">
            <a:avLst/>
          </a:prstGeom>
          <a:solidFill>
            <a:schemeClr val="tx2">
              <a:alpha val="7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5" name="Oval 14">
            <a:extLst>
              <a:ext uri="{FF2B5EF4-FFF2-40B4-BE49-F238E27FC236}">
                <a16:creationId xmlns:a16="http://schemas.microsoft.com/office/drawing/2014/main" id="{12AECA05-BF85-4128-F680-4478E0CB9B91}"/>
              </a:ext>
              <a:ext uri="{C183D7F6-B498-43B3-948B-1728B52AA6E4}">
                <adec:decorative xmlns:adec="http://schemas.microsoft.com/office/drawing/2017/decorative" val="1"/>
              </a:ext>
            </a:extLst>
          </p:cNvPr>
          <p:cNvSpPr/>
          <p:nvPr/>
        </p:nvSpPr>
        <p:spPr>
          <a:xfrm>
            <a:off x="360000" y="3241182"/>
            <a:ext cx="646771" cy="669073"/>
          </a:xfrm>
          <a:prstGeom prst="ellipse">
            <a:avLst/>
          </a:prstGeom>
          <a:solidFill>
            <a:schemeClr val="tx2">
              <a:alpha val="7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6" name="Oval 15">
            <a:extLst>
              <a:ext uri="{FF2B5EF4-FFF2-40B4-BE49-F238E27FC236}">
                <a16:creationId xmlns:a16="http://schemas.microsoft.com/office/drawing/2014/main" id="{C502C48F-D44B-5288-FB7D-4495F8F66FD4}"/>
              </a:ext>
              <a:ext uri="{C183D7F6-B498-43B3-948B-1728B52AA6E4}">
                <adec:decorative xmlns:adec="http://schemas.microsoft.com/office/drawing/2017/decorative" val="1"/>
              </a:ext>
            </a:extLst>
          </p:cNvPr>
          <p:cNvSpPr/>
          <p:nvPr/>
        </p:nvSpPr>
        <p:spPr>
          <a:xfrm>
            <a:off x="360000" y="3241182"/>
            <a:ext cx="646771" cy="669073"/>
          </a:xfrm>
          <a:prstGeom prst="ellipse">
            <a:avLst/>
          </a:prstGeom>
          <a:solidFill>
            <a:schemeClr val="tx2">
              <a:alpha val="7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7" name="Oval 16" descr="red counter">
            <a:extLst>
              <a:ext uri="{FF2B5EF4-FFF2-40B4-BE49-F238E27FC236}">
                <a16:creationId xmlns:a16="http://schemas.microsoft.com/office/drawing/2014/main" id="{AEB819C5-0855-2BF6-4D34-B4D5724CBD49}"/>
              </a:ext>
              <a:ext uri="{C183D7F6-B498-43B3-948B-1728B52AA6E4}">
                <adec:decorative xmlns:adec="http://schemas.microsoft.com/office/drawing/2017/decorative" val="0"/>
              </a:ext>
            </a:extLst>
          </p:cNvPr>
          <p:cNvSpPr/>
          <p:nvPr/>
        </p:nvSpPr>
        <p:spPr>
          <a:xfrm>
            <a:off x="360000" y="3241182"/>
            <a:ext cx="646771" cy="669073"/>
          </a:xfrm>
          <a:prstGeom prst="ellipse">
            <a:avLst/>
          </a:prstGeom>
          <a:solidFill>
            <a:schemeClr val="tx2">
              <a:alpha val="7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grpSp>
        <p:nvGrpSpPr>
          <p:cNvPr id="18" name="Group 17" descr="A spinner with the numbers:&#10;4, 36, 16, 40, 28, 12, 20, 8, 24, 32">
            <a:extLst>
              <a:ext uri="{FF2B5EF4-FFF2-40B4-BE49-F238E27FC236}">
                <a16:creationId xmlns:a16="http://schemas.microsoft.com/office/drawing/2014/main" id="{805C45E6-7580-8565-0C43-97B6F75A9C67}"/>
              </a:ext>
            </a:extLst>
          </p:cNvPr>
          <p:cNvGrpSpPr/>
          <p:nvPr/>
        </p:nvGrpSpPr>
        <p:grpSpPr>
          <a:xfrm>
            <a:off x="7776272" y="531275"/>
            <a:ext cx="2699133" cy="2709907"/>
            <a:chOff x="7261129" y="2294760"/>
            <a:chExt cx="2699133" cy="2709907"/>
          </a:xfrm>
        </p:grpSpPr>
        <p:pic>
          <p:nvPicPr>
            <p:cNvPr id="19" name="Picture 18">
              <a:extLst>
                <a:ext uri="{FF2B5EF4-FFF2-40B4-BE49-F238E27FC236}">
                  <a16:creationId xmlns:a16="http://schemas.microsoft.com/office/drawing/2014/main" id="{1A8A8EEC-8638-1252-EE1A-E82D76612B28}"/>
                </a:ext>
              </a:extLst>
            </p:cNvPr>
            <p:cNvPicPr>
              <a:picLocks noChangeAspect="1"/>
            </p:cNvPicPr>
            <p:nvPr/>
          </p:nvPicPr>
          <p:blipFill rotWithShape="1">
            <a:blip r:embed="rId5"/>
            <a:srcRect l="16719" r="16904"/>
            <a:stretch/>
          </p:blipFill>
          <p:spPr>
            <a:xfrm>
              <a:off x="7261129" y="2294760"/>
              <a:ext cx="2699133" cy="2709907"/>
            </a:xfrm>
            <a:prstGeom prst="rect">
              <a:avLst/>
            </a:prstGeom>
          </p:spPr>
        </p:pic>
        <p:sp>
          <p:nvSpPr>
            <p:cNvPr id="20" name="TextBox 19">
              <a:extLst>
                <a:ext uri="{FF2B5EF4-FFF2-40B4-BE49-F238E27FC236}">
                  <a16:creationId xmlns:a16="http://schemas.microsoft.com/office/drawing/2014/main" id="{BE9F65F0-6A0C-DFE2-8861-E1949E41EAF0}"/>
                </a:ext>
              </a:extLst>
            </p:cNvPr>
            <p:cNvSpPr txBox="1"/>
            <p:nvPr/>
          </p:nvSpPr>
          <p:spPr>
            <a:xfrm>
              <a:off x="8828435" y="2522721"/>
              <a:ext cx="237368" cy="420542"/>
            </a:xfrm>
            <a:prstGeom prst="rect">
              <a:avLst/>
            </a:prstGeom>
            <a:solidFill>
              <a:srgbClr val="00B0F0"/>
            </a:solidFill>
          </p:spPr>
          <p:txBody>
            <a:bodyPr wrap="square" lIns="0" tIns="0" rIns="0" bIns="0" rtlCol="0">
              <a:noAutofit/>
            </a:bodyPr>
            <a:lstStyle/>
            <a:p>
              <a:pPr algn="ctr"/>
              <a:r>
                <a:rPr lang="en-AU" sz="1800" b="1">
                  <a:solidFill>
                    <a:schemeClr val="bg1"/>
                  </a:solidFill>
                </a:rPr>
                <a:t>4</a:t>
              </a:r>
            </a:p>
          </p:txBody>
        </p:sp>
        <p:sp>
          <p:nvSpPr>
            <p:cNvPr id="21" name="TextBox 20">
              <a:extLst>
                <a:ext uri="{FF2B5EF4-FFF2-40B4-BE49-F238E27FC236}">
                  <a16:creationId xmlns:a16="http://schemas.microsoft.com/office/drawing/2014/main" id="{6CAA61BD-BD58-8893-6542-768E1B481863}"/>
                </a:ext>
              </a:extLst>
            </p:cNvPr>
            <p:cNvSpPr txBox="1"/>
            <p:nvPr/>
          </p:nvSpPr>
          <p:spPr>
            <a:xfrm>
              <a:off x="9183590" y="2894555"/>
              <a:ext cx="415170" cy="420542"/>
            </a:xfrm>
            <a:prstGeom prst="rect">
              <a:avLst/>
            </a:prstGeom>
            <a:solidFill>
              <a:srgbClr val="92D050"/>
            </a:solidFill>
          </p:spPr>
          <p:txBody>
            <a:bodyPr wrap="square" lIns="0" tIns="0" rIns="0" bIns="0" rtlCol="0">
              <a:noAutofit/>
            </a:bodyPr>
            <a:lstStyle/>
            <a:p>
              <a:pPr algn="ctr"/>
              <a:r>
                <a:rPr lang="en-AU" sz="1800" b="1">
                  <a:solidFill>
                    <a:schemeClr val="bg1"/>
                  </a:solidFill>
                </a:rPr>
                <a:t>36</a:t>
              </a:r>
            </a:p>
          </p:txBody>
        </p:sp>
        <p:sp>
          <p:nvSpPr>
            <p:cNvPr id="22" name="TextBox 21">
              <a:extLst>
                <a:ext uri="{FF2B5EF4-FFF2-40B4-BE49-F238E27FC236}">
                  <a16:creationId xmlns:a16="http://schemas.microsoft.com/office/drawing/2014/main" id="{3264F1BD-5D68-F0F5-C005-732C08706BAD}"/>
                </a:ext>
              </a:extLst>
            </p:cNvPr>
            <p:cNvSpPr txBox="1"/>
            <p:nvPr/>
          </p:nvSpPr>
          <p:spPr>
            <a:xfrm>
              <a:off x="9437914" y="3471880"/>
              <a:ext cx="415170" cy="355666"/>
            </a:xfrm>
            <a:prstGeom prst="rect">
              <a:avLst/>
            </a:prstGeom>
            <a:solidFill>
              <a:srgbClr val="FFC000"/>
            </a:solidFill>
          </p:spPr>
          <p:txBody>
            <a:bodyPr wrap="square" lIns="0" tIns="0" rIns="0" bIns="0" rtlCol="0">
              <a:noAutofit/>
            </a:bodyPr>
            <a:lstStyle/>
            <a:p>
              <a:pPr algn="ctr"/>
              <a:r>
                <a:rPr lang="en-AU" sz="1800" b="1">
                  <a:solidFill>
                    <a:schemeClr val="bg1"/>
                  </a:solidFill>
                </a:rPr>
                <a:t>16</a:t>
              </a:r>
            </a:p>
          </p:txBody>
        </p:sp>
        <p:sp>
          <p:nvSpPr>
            <p:cNvPr id="23" name="TextBox 22">
              <a:extLst>
                <a:ext uri="{FF2B5EF4-FFF2-40B4-BE49-F238E27FC236}">
                  <a16:creationId xmlns:a16="http://schemas.microsoft.com/office/drawing/2014/main" id="{7CA7FAB2-4F41-606A-CF0D-5C72498262A5}"/>
                </a:ext>
              </a:extLst>
            </p:cNvPr>
            <p:cNvSpPr txBox="1"/>
            <p:nvPr/>
          </p:nvSpPr>
          <p:spPr>
            <a:xfrm>
              <a:off x="9214970" y="4060440"/>
              <a:ext cx="415170" cy="355666"/>
            </a:xfrm>
            <a:prstGeom prst="rect">
              <a:avLst/>
            </a:prstGeom>
            <a:solidFill>
              <a:srgbClr val="7030A0"/>
            </a:solidFill>
          </p:spPr>
          <p:txBody>
            <a:bodyPr wrap="square" lIns="0" tIns="0" rIns="0" bIns="0" rtlCol="0">
              <a:noAutofit/>
            </a:bodyPr>
            <a:lstStyle/>
            <a:p>
              <a:pPr algn="ctr"/>
              <a:r>
                <a:rPr lang="en-AU" sz="1800" b="1">
                  <a:solidFill>
                    <a:schemeClr val="bg1"/>
                  </a:solidFill>
                </a:rPr>
                <a:t>40</a:t>
              </a:r>
            </a:p>
          </p:txBody>
        </p:sp>
        <p:sp>
          <p:nvSpPr>
            <p:cNvPr id="24" name="TextBox 23">
              <a:extLst>
                <a:ext uri="{FF2B5EF4-FFF2-40B4-BE49-F238E27FC236}">
                  <a16:creationId xmlns:a16="http://schemas.microsoft.com/office/drawing/2014/main" id="{E173B67D-65E1-6308-7B10-BE5D1BF6677D}"/>
                </a:ext>
              </a:extLst>
            </p:cNvPr>
            <p:cNvSpPr txBox="1"/>
            <p:nvPr/>
          </p:nvSpPr>
          <p:spPr>
            <a:xfrm>
              <a:off x="8704066" y="4416106"/>
              <a:ext cx="415170" cy="355666"/>
            </a:xfrm>
            <a:prstGeom prst="rect">
              <a:avLst/>
            </a:prstGeom>
            <a:solidFill>
              <a:srgbClr val="FDEB69"/>
            </a:solidFill>
          </p:spPr>
          <p:txBody>
            <a:bodyPr wrap="square" lIns="0" tIns="0" rIns="0" bIns="0" rtlCol="0">
              <a:noAutofit/>
            </a:bodyPr>
            <a:lstStyle/>
            <a:p>
              <a:pPr algn="ctr"/>
              <a:r>
                <a:rPr lang="en-AU" sz="1800" b="1"/>
                <a:t>28</a:t>
              </a:r>
            </a:p>
          </p:txBody>
        </p:sp>
        <p:sp>
          <p:nvSpPr>
            <p:cNvPr id="25" name="TextBox 24">
              <a:extLst>
                <a:ext uri="{FF2B5EF4-FFF2-40B4-BE49-F238E27FC236}">
                  <a16:creationId xmlns:a16="http://schemas.microsoft.com/office/drawing/2014/main" id="{8D767A42-B771-78F6-031D-FC57EEB92163}"/>
                </a:ext>
              </a:extLst>
            </p:cNvPr>
            <p:cNvSpPr txBox="1"/>
            <p:nvPr/>
          </p:nvSpPr>
          <p:spPr>
            <a:xfrm>
              <a:off x="8072132" y="4416106"/>
              <a:ext cx="415170" cy="355666"/>
            </a:xfrm>
            <a:prstGeom prst="rect">
              <a:avLst/>
            </a:prstGeom>
            <a:solidFill>
              <a:srgbClr val="FF99FF"/>
            </a:solidFill>
          </p:spPr>
          <p:txBody>
            <a:bodyPr wrap="square" lIns="0" tIns="0" rIns="0" bIns="0" rtlCol="0">
              <a:noAutofit/>
            </a:bodyPr>
            <a:lstStyle/>
            <a:p>
              <a:pPr algn="ctr"/>
              <a:r>
                <a:rPr lang="en-AU" sz="1800" b="1">
                  <a:solidFill>
                    <a:schemeClr val="bg1"/>
                  </a:solidFill>
                </a:rPr>
                <a:t>12</a:t>
              </a:r>
            </a:p>
          </p:txBody>
        </p:sp>
        <p:sp>
          <p:nvSpPr>
            <p:cNvPr id="26" name="TextBox 25">
              <a:extLst>
                <a:ext uri="{FF2B5EF4-FFF2-40B4-BE49-F238E27FC236}">
                  <a16:creationId xmlns:a16="http://schemas.microsoft.com/office/drawing/2014/main" id="{223F671C-8D48-75B8-49E6-DE4EBC64C0FC}"/>
                </a:ext>
              </a:extLst>
            </p:cNvPr>
            <p:cNvSpPr txBox="1"/>
            <p:nvPr/>
          </p:nvSpPr>
          <p:spPr>
            <a:xfrm>
              <a:off x="7609095" y="4060440"/>
              <a:ext cx="415170" cy="355666"/>
            </a:xfrm>
            <a:prstGeom prst="rect">
              <a:avLst/>
            </a:prstGeom>
            <a:solidFill>
              <a:srgbClr val="008000"/>
            </a:solidFill>
          </p:spPr>
          <p:txBody>
            <a:bodyPr wrap="square" lIns="0" tIns="0" rIns="0" bIns="0" rtlCol="0">
              <a:noAutofit/>
            </a:bodyPr>
            <a:lstStyle/>
            <a:p>
              <a:pPr algn="ctr"/>
              <a:r>
                <a:rPr lang="en-AU" sz="1800" b="1">
                  <a:solidFill>
                    <a:schemeClr val="bg1"/>
                  </a:solidFill>
                </a:rPr>
                <a:t>20</a:t>
              </a:r>
            </a:p>
          </p:txBody>
        </p:sp>
        <p:sp>
          <p:nvSpPr>
            <p:cNvPr id="27" name="TextBox 26">
              <a:extLst>
                <a:ext uri="{FF2B5EF4-FFF2-40B4-BE49-F238E27FC236}">
                  <a16:creationId xmlns:a16="http://schemas.microsoft.com/office/drawing/2014/main" id="{A92ED3EE-5226-506B-C803-4BE7B925E421}"/>
                </a:ext>
              </a:extLst>
            </p:cNvPr>
            <p:cNvSpPr txBox="1"/>
            <p:nvPr/>
          </p:nvSpPr>
          <p:spPr>
            <a:xfrm>
              <a:off x="7401510" y="3471880"/>
              <a:ext cx="415170" cy="355666"/>
            </a:xfrm>
            <a:prstGeom prst="rect">
              <a:avLst/>
            </a:prstGeom>
            <a:solidFill>
              <a:srgbClr val="013EA2"/>
            </a:solidFill>
          </p:spPr>
          <p:txBody>
            <a:bodyPr wrap="square" lIns="0" tIns="0" rIns="0" bIns="0" rtlCol="0">
              <a:noAutofit/>
            </a:bodyPr>
            <a:lstStyle/>
            <a:p>
              <a:pPr algn="ctr"/>
              <a:r>
                <a:rPr lang="en-AU" sz="1800" b="1">
                  <a:solidFill>
                    <a:schemeClr val="bg1"/>
                  </a:solidFill>
                </a:rPr>
                <a:t>8</a:t>
              </a:r>
            </a:p>
          </p:txBody>
        </p:sp>
        <p:sp>
          <p:nvSpPr>
            <p:cNvPr id="28" name="TextBox 27">
              <a:extLst>
                <a:ext uri="{FF2B5EF4-FFF2-40B4-BE49-F238E27FC236}">
                  <a16:creationId xmlns:a16="http://schemas.microsoft.com/office/drawing/2014/main" id="{79F46E2F-96C3-39A2-1279-A2A5847F8A99}"/>
                </a:ext>
              </a:extLst>
            </p:cNvPr>
            <p:cNvSpPr txBox="1"/>
            <p:nvPr/>
          </p:nvSpPr>
          <p:spPr>
            <a:xfrm>
              <a:off x="7609095" y="2883319"/>
              <a:ext cx="415170" cy="355666"/>
            </a:xfrm>
            <a:prstGeom prst="rect">
              <a:avLst/>
            </a:prstGeom>
            <a:solidFill>
              <a:srgbClr val="9B6808"/>
            </a:solidFill>
          </p:spPr>
          <p:txBody>
            <a:bodyPr wrap="square" lIns="0" tIns="0" rIns="0" bIns="0" rtlCol="0">
              <a:noAutofit/>
            </a:bodyPr>
            <a:lstStyle/>
            <a:p>
              <a:pPr algn="ctr"/>
              <a:r>
                <a:rPr lang="en-AU" sz="1800" b="1">
                  <a:solidFill>
                    <a:schemeClr val="bg1"/>
                  </a:solidFill>
                </a:rPr>
                <a:t>24</a:t>
              </a:r>
            </a:p>
          </p:txBody>
        </p:sp>
        <p:sp>
          <p:nvSpPr>
            <p:cNvPr id="29" name="TextBox 28">
              <a:extLst>
                <a:ext uri="{FF2B5EF4-FFF2-40B4-BE49-F238E27FC236}">
                  <a16:creationId xmlns:a16="http://schemas.microsoft.com/office/drawing/2014/main" id="{55AE2D9B-5B12-785A-8144-27941D2DC5D4}"/>
                </a:ext>
              </a:extLst>
            </p:cNvPr>
            <p:cNvSpPr txBox="1"/>
            <p:nvPr/>
          </p:nvSpPr>
          <p:spPr>
            <a:xfrm>
              <a:off x="8072132" y="2504999"/>
              <a:ext cx="415170" cy="355666"/>
            </a:xfrm>
            <a:prstGeom prst="rect">
              <a:avLst/>
            </a:prstGeom>
            <a:solidFill>
              <a:srgbClr val="B51458"/>
            </a:solidFill>
          </p:spPr>
          <p:txBody>
            <a:bodyPr wrap="square" lIns="0" tIns="0" rIns="0" bIns="0" rtlCol="0">
              <a:noAutofit/>
            </a:bodyPr>
            <a:lstStyle/>
            <a:p>
              <a:pPr algn="ctr"/>
              <a:r>
                <a:rPr lang="en-AU" sz="1800" b="1">
                  <a:solidFill>
                    <a:schemeClr val="bg1"/>
                  </a:solidFill>
                </a:rPr>
                <a:t>32</a:t>
              </a:r>
            </a:p>
          </p:txBody>
        </p:sp>
      </p:grpSp>
      <p:sp>
        <p:nvSpPr>
          <p:cNvPr id="30" name="Isosceles Triangle 29">
            <a:extLst>
              <a:ext uri="{FF2B5EF4-FFF2-40B4-BE49-F238E27FC236}">
                <a16:creationId xmlns:a16="http://schemas.microsoft.com/office/drawing/2014/main" id="{C09E51EC-5706-7A19-D3CC-F4675452D748}"/>
              </a:ext>
              <a:ext uri="{C183D7F6-B498-43B3-948B-1728B52AA6E4}">
                <adec:decorative xmlns:adec="http://schemas.microsoft.com/office/drawing/2017/decorative" val="1"/>
              </a:ext>
            </a:extLst>
          </p:cNvPr>
          <p:cNvSpPr/>
          <p:nvPr/>
        </p:nvSpPr>
        <p:spPr>
          <a:xfrm rot="10800000">
            <a:off x="8822089" y="-40110"/>
            <a:ext cx="581891" cy="800220"/>
          </a:xfrm>
          <a:prstGeom prst="triangle">
            <a:avLst/>
          </a:prstGeom>
          <a:solidFill>
            <a:schemeClr val="tx1"/>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31" name="Oval 30">
            <a:extLst>
              <a:ext uri="{FF2B5EF4-FFF2-40B4-BE49-F238E27FC236}">
                <a16:creationId xmlns:a16="http://schemas.microsoft.com/office/drawing/2014/main" id="{36AEA716-F51C-0980-85E0-B00275E8EF87}"/>
              </a:ext>
            </a:extLst>
          </p:cNvPr>
          <p:cNvSpPr/>
          <p:nvPr/>
        </p:nvSpPr>
        <p:spPr>
          <a:xfrm>
            <a:off x="8863326" y="1558817"/>
            <a:ext cx="556282" cy="556282"/>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lIns="36000" tIns="36000" rIns="36000" bIns="36000" rtlCol="0" anchor="ctr"/>
          <a:lstStyle/>
          <a:p>
            <a:pPr algn="ctr"/>
            <a:r>
              <a:rPr lang="en-AU" sz="900">
                <a:solidFill>
                  <a:schemeClr val="tx1"/>
                </a:solidFill>
                <a:latin typeface="Arial Black" panose="020B0A04020102020204" pitchFamily="34" charset="0"/>
              </a:rPr>
              <a:t>Spin!</a:t>
            </a:r>
          </a:p>
        </p:txBody>
      </p:sp>
      <p:sp>
        <p:nvSpPr>
          <p:cNvPr id="2" name="Slide Number Placeholder 1">
            <a:extLst>
              <a:ext uri="{FF2B5EF4-FFF2-40B4-BE49-F238E27FC236}">
                <a16:creationId xmlns:a16="http://schemas.microsoft.com/office/drawing/2014/main" id="{B1E9FC23-364B-2156-21AA-AAB130180228}"/>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18</a:t>
            </a:fld>
            <a:endParaRPr lang="en-AU"/>
          </a:p>
        </p:txBody>
      </p:sp>
    </p:spTree>
    <p:extLst>
      <p:ext uri="{BB962C8B-B14F-4D97-AF65-F5344CB8AC3E}">
        <p14:creationId xmlns:p14="http://schemas.microsoft.com/office/powerpoint/2010/main" val="20579038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restart="whenNotActive" fill="hold" evtFilter="cancelBubble" nodeType="interactiveSeq">
                <p:stCondLst>
                  <p:cond evt="onClick" delay="0">
                    <p:tgtEl>
                      <p:spTgt spid="31"/>
                    </p:tgtEl>
                  </p:cond>
                </p:stCondLst>
                <p:endSync evt="end" delay="0">
                  <p:rtn val="all"/>
                </p:endSync>
                <p:childTnLst>
                  <p:par>
                    <p:cTn id="3" fill="hold">
                      <p:stCondLst>
                        <p:cond delay="0"/>
                      </p:stCondLst>
                      <p:childTnLst>
                        <p:par>
                          <p:cTn id="4" fill="hold">
                            <p:stCondLst>
                              <p:cond delay="0"/>
                            </p:stCondLst>
                            <p:childTnLst>
                              <p:par>
                                <p:cTn id="5" presetID="8" presetClass="emph" presetSubtype="0" repeatCount="indefinite" fill="hold" nodeType="clickEffect">
                                  <p:stCondLst>
                                    <p:cond delay="0"/>
                                  </p:stCondLst>
                                  <p:endCondLst>
                                    <p:cond evt="onNext" delay="0">
                                      <p:tgtEl>
                                        <p:sldTgt/>
                                      </p:tgtEl>
                                    </p:cond>
                                  </p:endCondLst>
                                  <p:childTnLst>
                                    <p:animRot by="21600000">
                                      <p:cBhvr>
                                        <p:cTn id="6" dur="500" fill="hold"/>
                                        <p:tgtEl>
                                          <p:spTgt spid="18"/>
                                        </p:tgtEl>
                                        <p:attrNameLst>
                                          <p:attrName>r</p:attrName>
                                        </p:attrNameLst>
                                      </p:cBhvr>
                                    </p:animRo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8"/>
                                        </p:tgtEl>
                                        <p:attrNameLst>
                                          <p:attrName>style.visibility</p:attrName>
                                        </p:attrNameLst>
                                      </p:cBhvr>
                                      <p:to>
                                        <p:strVal val="visible"/>
                                      </p:to>
                                    </p:set>
                                  </p:childTnLst>
                                </p:cTn>
                              </p:par>
                            </p:childTnLst>
                          </p:cTn>
                        </p:par>
                      </p:childTnLst>
                    </p:cTn>
                  </p:par>
                </p:childTnLst>
              </p:cTn>
              <p:nextCondLst>
                <p:cond evt="onClick" delay="0">
                  <p:tgtEl>
                    <p:spTgt spid="31"/>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1FECE3-7912-F0C8-58C9-549063BABDC3}"/>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EE67CD74-5F87-CD4F-1AEB-6D7CEDAED948}"/>
              </a:ext>
            </a:extLst>
          </p:cNvPr>
          <p:cNvSpPr>
            <a:spLocks noGrp="1"/>
          </p:cNvSpPr>
          <p:nvPr>
            <p:ph type="ctrTitle"/>
          </p:nvPr>
        </p:nvSpPr>
        <p:spPr/>
        <p:txBody>
          <a:bodyPr/>
          <a:lstStyle/>
          <a:p>
            <a:r>
              <a:rPr lang="en-AU">
                <a:latin typeface="+mj-lt"/>
              </a:rPr>
              <a:t>Review of learning 3</a:t>
            </a:r>
          </a:p>
        </p:txBody>
      </p:sp>
    </p:spTree>
    <p:extLst>
      <p:ext uri="{BB962C8B-B14F-4D97-AF65-F5344CB8AC3E}">
        <p14:creationId xmlns:p14="http://schemas.microsoft.com/office/powerpoint/2010/main" val="7439244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FBE6EE-66D0-13E9-6B7D-36691643B444}"/>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7C07F923-847F-595A-850B-B126A4C8B487}"/>
              </a:ext>
            </a:extLst>
          </p:cNvPr>
          <p:cNvSpPr>
            <a:spLocks noGrp="1"/>
          </p:cNvSpPr>
          <p:nvPr>
            <p:ph type="title"/>
          </p:nvPr>
        </p:nvSpPr>
        <p:spPr>
          <a:xfrm>
            <a:off x="360000" y="360000"/>
            <a:ext cx="10397115" cy="545601"/>
          </a:xfrm>
        </p:spPr>
        <p:txBody>
          <a:bodyPr/>
          <a:lstStyle/>
          <a:p>
            <a:r>
              <a:rPr lang="en-US"/>
              <a:t>Multiple choice</a:t>
            </a:r>
            <a:r>
              <a:rPr lang="en-US">
                <a:solidFill>
                  <a:schemeClr val="bg1"/>
                </a:solidFill>
              </a:rPr>
              <a:t> (2)</a:t>
            </a:r>
          </a:p>
        </p:txBody>
      </p:sp>
      <p:pic>
        <p:nvPicPr>
          <p:cNvPr id="4" name="Picture 3">
            <a:extLst>
              <a:ext uri="{FF2B5EF4-FFF2-40B4-BE49-F238E27FC236}">
                <a16:creationId xmlns:a16="http://schemas.microsoft.com/office/drawing/2014/main" id="{5F5E1EF3-7C5A-15B4-C7B4-000AE4784B4B}"/>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18" name="Text Placeholder 17">
            <a:extLst>
              <a:ext uri="{FF2B5EF4-FFF2-40B4-BE49-F238E27FC236}">
                <a16:creationId xmlns:a16="http://schemas.microsoft.com/office/drawing/2014/main" id="{60D87FE7-103F-733E-E64E-89AD0B777B6B}"/>
              </a:ext>
            </a:extLst>
          </p:cNvPr>
          <p:cNvSpPr>
            <a:spLocks noGrp="1"/>
          </p:cNvSpPr>
          <p:nvPr>
            <p:ph type="body" sz="quarter" idx="24"/>
          </p:nvPr>
        </p:nvSpPr>
        <p:spPr>
          <a:xfrm>
            <a:off x="1851459" y="1452952"/>
            <a:ext cx="8376227" cy="893226"/>
          </a:xfrm>
        </p:spPr>
        <p:txBody>
          <a:bodyPr/>
          <a:lstStyle/>
          <a:p>
            <a:pPr algn="ctr"/>
            <a:r>
              <a:rPr lang="en-US" sz="4400"/>
              <a:t>The </a:t>
            </a:r>
            <a:r>
              <a:rPr lang="en-US" sz="4400" b="1"/>
              <a:t>factors</a:t>
            </a:r>
            <a:r>
              <a:rPr lang="en-US" sz="4400"/>
              <a:t> for </a:t>
            </a:r>
            <a:r>
              <a:rPr lang="en-US" sz="4400" b="1"/>
              <a:t>30</a:t>
            </a:r>
            <a:r>
              <a:rPr lang="en-US" sz="4400"/>
              <a:t> are </a:t>
            </a:r>
            <a:endParaRPr lang="en-US" sz="4400" dirty="0"/>
          </a:p>
          <a:p>
            <a:pPr algn="ctr"/>
            <a:r>
              <a:rPr lang="en-US" sz="4400" b="1"/>
              <a:t>1</a:t>
            </a:r>
            <a:r>
              <a:rPr lang="en-US" sz="4400"/>
              <a:t>,</a:t>
            </a:r>
            <a:r>
              <a:rPr lang="en-US" sz="4400" b="1"/>
              <a:t> 2</a:t>
            </a:r>
            <a:r>
              <a:rPr lang="en-US" sz="4400"/>
              <a:t>,</a:t>
            </a:r>
            <a:r>
              <a:rPr lang="en-US" sz="4400" b="1"/>
              <a:t> 3</a:t>
            </a:r>
            <a:r>
              <a:rPr lang="en-US" sz="4400"/>
              <a:t>,</a:t>
            </a:r>
            <a:r>
              <a:rPr lang="en-US" sz="4400" b="1"/>
              <a:t> 5</a:t>
            </a:r>
            <a:r>
              <a:rPr lang="en-US" sz="4400"/>
              <a:t>,</a:t>
            </a:r>
            <a:r>
              <a:rPr lang="en-US" sz="4400" b="1"/>
              <a:t> 6</a:t>
            </a:r>
            <a:r>
              <a:rPr lang="en-US" sz="4400"/>
              <a:t>,</a:t>
            </a:r>
            <a:r>
              <a:rPr lang="en-US" sz="4400" b="1"/>
              <a:t> 10</a:t>
            </a:r>
            <a:r>
              <a:rPr lang="en-US" sz="4400"/>
              <a:t>,</a:t>
            </a:r>
            <a:r>
              <a:rPr lang="en-US" sz="4400" b="1"/>
              <a:t> 30</a:t>
            </a:r>
            <a:r>
              <a:rPr lang="en-US" sz="4400"/>
              <a:t> and… </a:t>
            </a:r>
          </a:p>
          <a:p>
            <a:pPr algn="ctr"/>
            <a:endParaRPr lang="en-US" sz="4400"/>
          </a:p>
        </p:txBody>
      </p:sp>
      <p:sp>
        <p:nvSpPr>
          <p:cNvPr id="9" name="TextBox 8">
            <a:extLst>
              <a:ext uri="{FF2B5EF4-FFF2-40B4-BE49-F238E27FC236}">
                <a16:creationId xmlns:a16="http://schemas.microsoft.com/office/drawing/2014/main" id="{AF13415D-5ABE-8CE1-9EF6-D83C6FF3BAC9}"/>
              </a:ext>
            </a:extLst>
          </p:cNvPr>
          <p:cNvSpPr txBox="1"/>
          <p:nvPr/>
        </p:nvSpPr>
        <p:spPr>
          <a:xfrm>
            <a:off x="1215766" y="4384894"/>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A</a:t>
            </a:r>
          </a:p>
        </p:txBody>
      </p:sp>
      <p:sp>
        <p:nvSpPr>
          <p:cNvPr id="13" name="Text Placeholder 17">
            <a:extLst>
              <a:ext uri="{FF2B5EF4-FFF2-40B4-BE49-F238E27FC236}">
                <a16:creationId xmlns:a16="http://schemas.microsoft.com/office/drawing/2014/main" id="{E2E55E94-B7F5-99B8-FD80-2902DB38E1F7}"/>
              </a:ext>
            </a:extLst>
          </p:cNvPr>
          <p:cNvSpPr txBox="1">
            <a:spLocks/>
          </p:cNvSpPr>
          <p:nvPr/>
        </p:nvSpPr>
        <p:spPr>
          <a:xfrm>
            <a:off x="1043868" y="4965350"/>
            <a:ext cx="755833" cy="893226"/>
          </a:xfrm>
          <a:prstGeom prst="rect">
            <a:avLst/>
          </a:prstGeom>
        </p:spPr>
        <p:txBody>
          <a:bodyPr vert="horz" lIns="0" tIns="0" rIns="0" bIns="0" rtlCol="0">
            <a:noAutofit/>
          </a:bodyPr>
          <a:lstStyle>
            <a:lvl1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4400"/>
              <a:t>4</a:t>
            </a:r>
          </a:p>
        </p:txBody>
      </p:sp>
      <p:sp>
        <p:nvSpPr>
          <p:cNvPr id="10" name="TextBox 9">
            <a:extLst>
              <a:ext uri="{FF2B5EF4-FFF2-40B4-BE49-F238E27FC236}">
                <a16:creationId xmlns:a16="http://schemas.microsoft.com/office/drawing/2014/main" id="{06BFC4FD-CDBD-E74C-2B4B-957276E8D806}"/>
              </a:ext>
            </a:extLst>
          </p:cNvPr>
          <p:cNvSpPr txBox="1"/>
          <p:nvPr/>
        </p:nvSpPr>
        <p:spPr>
          <a:xfrm>
            <a:off x="4219739" y="4384894"/>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B</a:t>
            </a:r>
          </a:p>
        </p:txBody>
      </p:sp>
      <p:sp>
        <p:nvSpPr>
          <p:cNvPr id="5" name="Text Placeholder 17">
            <a:extLst>
              <a:ext uri="{FF2B5EF4-FFF2-40B4-BE49-F238E27FC236}">
                <a16:creationId xmlns:a16="http://schemas.microsoft.com/office/drawing/2014/main" id="{9BA35313-50D4-7BA2-14F4-D4EA49345282}"/>
              </a:ext>
            </a:extLst>
          </p:cNvPr>
          <p:cNvSpPr txBox="1">
            <a:spLocks/>
          </p:cNvSpPr>
          <p:nvPr/>
        </p:nvSpPr>
        <p:spPr>
          <a:xfrm>
            <a:off x="4048422" y="4965350"/>
            <a:ext cx="755833" cy="893226"/>
          </a:xfrm>
          <a:prstGeom prst="rect">
            <a:avLst/>
          </a:prstGeom>
        </p:spPr>
        <p:txBody>
          <a:bodyPr vert="horz" lIns="0" tIns="0" rIns="0" bIns="0" rtlCol="0">
            <a:noAutofit/>
          </a:bodyPr>
          <a:lstStyle>
            <a:lvl1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4400"/>
              <a:t>12</a:t>
            </a:r>
          </a:p>
        </p:txBody>
      </p:sp>
      <p:sp>
        <p:nvSpPr>
          <p:cNvPr id="12" name="TextBox 11">
            <a:extLst>
              <a:ext uri="{FF2B5EF4-FFF2-40B4-BE49-F238E27FC236}">
                <a16:creationId xmlns:a16="http://schemas.microsoft.com/office/drawing/2014/main" id="{0CCBA3B1-EB4D-D918-A8D0-B78C7621C52A}"/>
              </a:ext>
            </a:extLst>
          </p:cNvPr>
          <p:cNvSpPr txBox="1"/>
          <p:nvPr/>
        </p:nvSpPr>
        <p:spPr>
          <a:xfrm>
            <a:off x="7223712" y="4384894"/>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C</a:t>
            </a:r>
          </a:p>
        </p:txBody>
      </p:sp>
      <p:sp>
        <p:nvSpPr>
          <p:cNvPr id="6" name="Text Placeholder 17">
            <a:extLst>
              <a:ext uri="{FF2B5EF4-FFF2-40B4-BE49-F238E27FC236}">
                <a16:creationId xmlns:a16="http://schemas.microsoft.com/office/drawing/2014/main" id="{A6B4EE1E-2851-661C-86B1-3F76CC703A88}"/>
              </a:ext>
            </a:extLst>
          </p:cNvPr>
          <p:cNvSpPr txBox="1">
            <a:spLocks/>
          </p:cNvSpPr>
          <p:nvPr/>
        </p:nvSpPr>
        <p:spPr>
          <a:xfrm>
            <a:off x="7052976" y="4965350"/>
            <a:ext cx="755833" cy="893226"/>
          </a:xfrm>
          <a:prstGeom prst="rect">
            <a:avLst/>
          </a:prstGeom>
        </p:spPr>
        <p:txBody>
          <a:bodyPr vert="horz" lIns="0" tIns="0" rIns="0" bIns="0" rtlCol="0">
            <a:noAutofit/>
          </a:bodyPr>
          <a:lstStyle>
            <a:lvl1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4400"/>
              <a:t>15</a:t>
            </a:r>
          </a:p>
        </p:txBody>
      </p:sp>
      <p:sp>
        <p:nvSpPr>
          <p:cNvPr id="11" name="TextBox 10">
            <a:extLst>
              <a:ext uri="{FF2B5EF4-FFF2-40B4-BE49-F238E27FC236}">
                <a16:creationId xmlns:a16="http://schemas.microsoft.com/office/drawing/2014/main" id="{002A7C63-4C7D-5EB4-47F9-AF81CCED5985}"/>
              </a:ext>
            </a:extLst>
          </p:cNvPr>
          <p:cNvSpPr txBox="1"/>
          <p:nvPr/>
        </p:nvSpPr>
        <p:spPr>
          <a:xfrm>
            <a:off x="10227686" y="4384894"/>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D</a:t>
            </a:r>
          </a:p>
        </p:txBody>
      </p:sp>
      <p:sp>
        <p:nvSpPr>
          <p:cNvPr id="7" name="Text Placeholder 17">
            <a:extLst>
              <a:ext uri="{FF2B5EF4-FFF2-40B4-BE49-F238E27FC236}">
                <a16:creationId xmlns:a16="http://schemas.microsoft.com/office/drawing/2014/main" id="{A4DA439B-D9AF-077C-22C2-3A9305569FFE}"/>
              </a:ext>
            </a:extLst>
          </p:cNvPr>
          <p:cNvSpPr txBox="1">
            <a:spLocks/>
          </p:cNvSpPr>
          <p:nvPr/>
        </p:nvSpPr>
        <p:spPr>
          <a:xfrm>
            <a:off x="10057530" y="4965350"/>
            <a:ext cx="755833" cy="893226"/>
          </a:xfrm>
          <a:prstGeom prst="rect">
            <a:avLst/>
          </a:prstGeom>
        </p:spPr>
        <p:txBody>
          <a:bodyPr vert="horz" lIns="0" tIns="0" rIns="0" bIns="0" rtlCol="0">
            <a:noAutofit/>
          </a:bodyPr>
          <a:lstStyle>
            <a:lvl1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4400"/>
              <a:t>20</a:t>
            </a:r>
          </a:p>
        </p:txBody>
      </p:sp>
      <p:sp>
        <p:nvSpPr>
          <p:cNvPr id="2" name="Slide Number Placeholder 1">
            <a:extLst>
              <a:ext uri="{FF2B5EF4-FFF2-40B4-BE49-F238E27FC236}">
                <a16:creationId xmlns:a16="http://schemas.microsoft.com/office/drawing/2014/main" id="{A1293A7A-9C27-9EEF-CD29-DBB1D9D84022}"/>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20</a:t>
            </a:fld>
            <a:endParaRPr lang="en-AU"/>
          </a:p>
        </p:txBody>
      </p:sp>
    </p:spTree>
    <p:extLst>
      <p:ext uri="{BB962C8B-B14F-4D97-AF65-F5344CB8AC3E}">
        <p14:creationId xmlns:p14="http://schemas.microsoft.com/office/powerpoint/2010/main" val="41665388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576592-8546-AA66-F9DD-D95356B3BAFC}"/>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AF3775D0-0B24-4768-0204-CF0839C6FC4B}"/>
              </a:ext>
            </a:extLst>
          </p:cNvPr>
          <p:cNvSpPr>
            <a:spLocks noGrp="1"/>
          </p:cNvSpPr>
          <p:nvPr>
            <p:ph type="title"/>
          </p:nvPr>
        </p:nvSpPr>
        <p:spPr>
          <a:xfrm>
            <a:off x="360000" y="360000"/>
            <a:ext cx="10367268" cy="545601"/>
          </a:xfrm>
        </p:spPr>
        <p:txBody>
          <a:bodyPr/>
          <a:lstStyle/>
          <a:p>
            <a:r>
              <a:rPr lang="en-AU"/>
              <a:t>Short response</a:t>
            </a:r>
            <a:r>
              <a:rPr lang="en-AU">
                <a:solidFill>
                  <a:schemeClr val="bg1"/>
                </a:solidFill>
              </a:rPr>
              <a:t> (9)</a:t>
            </a:r>
          </a:p>
        </p:txBody>
      </p:sp>
      <p:pic>
        <p:nvPicPr>
          <p:cNvPr id="3" name="Picture 2">
            <a:extLst>
              <a:ext uri="{FF2B5EF4-FFF2-40B4-BE49-F238E27FC236}">
                <a16:creationId xmlns:a16="http://schemas.microsoft.com/office/drawing/2014/main" id="{5EA70859-D7F4-2B7A-27DC-68B58B2816C1}"/>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6F4A34C4-F847-0934-D1D0-89AAB0D7E885}"/>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21</a:t>
            </a:fld>
            <a:endParaRPr lang="en-AU"/>
          </a:p>
        </p:txBody>
      </p:sp>
      <p:sp>
        <p:nvSpPr>
          <p:cNvPr id="5" name="TextBox 4">
            <a:extLst>
              <a:ext uri="{FF2B5EF4-FFF2-40B4-BE49-F238E27FC236}">
                <a16:creationId xmlns:a16="http://schemas.microsoft.com/office/drawing/2014/main" id="{101D71A9-0310-BB84-0692-C0DA89FF6742}"/>
              </a:ext>
            </a:extLst>
          </p:cNvPr>
          <p:cNvSpPr txBox="1"/>
          <p:nvPr/>
        </p:nvSpPr>
        <p:spPr>
          <a:xfrm>
            <a:off x="2184400" y="2151876"/>
            <a:ext cx="7823200" cy="1998176"/>
          </a:xfrm>
          <a:prstGeom prst="rect">
            <a:avLst/>
          </a:prstGeom>
          <a:noFill/>
        </p:spPr>
        <p:txBody>
          <a:bodyPr wrap="square">
            <a:spAutoFit/>
          </a:bodyPr>
          <a:lstStyle/>
          <a:p>
            <a:pPr lvl="0" algn="ctr">
              <a:lnSpc>
                <a:spcPct val="150000"/>
              </a:lnSpc>
              <a:spcBef>
                <a:spcPts val="1200"/>
              </a:spcBef>
              <a:spcAft>
                <a:spcPts val="600"/>
              </a:spcAft>
            </a:pPr>
            <a:r>
              <a:rPr lang="en-AU" sz="4400" b="1">
                <a:latin typeface="Arial" panose="020B0604020202020204" pitchFamily="34" charset="0"/>
                <a:ea typeface="Calibri" panose="020F0502020204030204" pitchFamily="34" charset="0"/>
              </a:rPr>
              <a:t>Solve 5329 × 6 </a:t>
            </a:r>
            <a:r>
              <a:rPr lang="en-AU" sz="4400">
                <a:latin typeface="Arial" panose="020B0604020202020204" pitchFamily="34" charset="0"/>
                <a:ea typeface="Calibri" panose="020F0502020204030204" pitchFamily="34" charset="0"/>
              </a:rPr>
              <a:t>using the </a:t>
            </a:r>
            <a:r>
              <a:rPr lang="en-AU" sz="4400" b="1">
                <a:latin typeface="Arial" panose="020B0604020202020204" pitchFamily="34" charset="0"/>
                <a:ea typeface="Calibri" panose="020F0502020204030204" pitchFamily="34" charset="0"/>
              </a:rPr>
              <a:t>distributive property</a:t>
            </a:r>
            <a:r>
              <a:rPr lang="en-AU" sz="4400">
                <a:effectLst/>
                <a:latin typeface="Arial" panose="020B0604020202020204" pitchFamily="34" charset="0"/>
                <a:ea typeface="Calibri" panose="020F0502020204030204" pitchFamily="34" charset="0"/>
              </a:rPr>
              <a:t>.</a:t>
            </a:r>
          </a:p>
        </p:txBody>
      </p:sp>
    </p:spTree>
    <p:extLst>
      <p:ext uri="{BB962C8B-B14F-4D97-AF65-F5344CB8AC3E}">
        <p14:creationId xmlns:p14="http://schemas.microsoft.com/office/powerpoint/2010/main" val="6648174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F06CCD-AF1B-DF29-E79F-904E76F4C113}"/>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5EDA13F8-3530-8D03-3161-194CC3B55EDA}"/>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(10)</a:t>
            </a:r>
          </a:p>
        </p:txBody>
      </p:sp>
      <p:pic>
        <p:nvPicPr>
          <p:cNvPr id="3" name="Picture 2">
            <a:extLst>
              <a:ext uri="{FF2B5EF4-FFF2-40B4-BE49-F238E27FC236}">
                <a16:creationId xmlns:a16="http://schemas.microsoft.com/office/drawing/2014/main" id="{95A63C50-93CA-645D-9F2D-21E08F0D1705}"/>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12" name="Text Placeholder 17">
            <a:extLst>
              <a:ext uri="{FF2B5EF4-FFF2-40B4-BE49-F238E27FC236}">
                <a16:creationId xmlns:a16="http://schemas.microsoft.com/office/drawing/2014/main" id="{3DAE8347-5EED-D0BE-B4B3-4279FE9A429D}"/>
              </a:ext>
            </a:extLst>
          </p:cNvPr>
          <p:cNvSpPr txBox="1">
            <a:spLocks/>
          </p:cNvSpPr>
          <p:nvPr/>
        </p:nvSpPr>
        <p:spPr>
          <a:xfrm>
            <a:off x="246024" y="1181922"/>
            <a:ext cx="11454975" cy="893226"/>
          </a:xfrm>
          <a:prstGeom prst="rect">
            <a:avLst/>
          </a:prstGeom>
        </p:spPr>
        <p:txBody>
          <a:bodyPr vert="horz" lIns="0" tIns="0" rIns="0" bIns="0" rtlCol="0">
            <a:noAutofit/>
          </a:bodyPr>
          <a:lstStyle>
            <a:lvl1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4400"/>
              <a:t>Match</a:t>
            </a:r>
            <a:r>
              <a:rPr lang="en-US" sz="4400" b="1"/>
              <a:t> </a:t>
            </a:r>
            <a:r>
              <a:rPr lang="en-US" sz="4400"/>
              <a:t>the </a:t>
            </a:r>
            <a:r>
              <a:rPr lang="en-US" sz="4400" b="1"/>
              <a:t>2D shapes </a:t>
            </a:r>
            <a:r>
              <a:rPr lang="en-US" sz="4400"/>
              <a:t>to their </a:t>
            </a:r>
            <a:r>
              <a:rPr lang="en-US" sz="4400" b="1"/>
              <a:t>classification.</a:t>
            </a:r>
            <a:r>
              <a:rPr lang="en-US" sz="4400"/>
              <a:t> </a:t>
            </a:r>
          </a:p>
        </p:txBody>
      </p:sp>
      <p:sp>
        <p:nvSpPr>
          <p:cNvPr id="13" name="Text Placeholder 17">
            <a:extLst>
              <a:ext uri="{FF2B5EF4-FFF2-40B4-BE49-F238E27FC236}">
                <a16:creationId xmlns:a16="http://schemas.microsoft.com/office/drawing/2014/main" id="{48741714-F829-F45C-9611-2576CE5987C3}"/>
              </a:ext>
              <a:ext uri="{C183D7F6-B498-43B3-948B-1728B52AA6E4}">
                <adec:decorative xmlns:adec="http://schemas.microsoft.com/office/drawing/2017/decorative" val="1"/>
              </a:ext>
            </a:extLst>
          </p:cNvPr>
          <p:cNvSpPr txBox="1">
            <a:spLocks/>
          </p:cNvSpPr>
          <p:nvPr/>
        </p:nvSpPr>
        <p:spPr>
          <a:xfrm>
            <a:off x="968479" y="2351469"/>
            <a:ext cx="624349" cy="893226"/>
          </a:xfrm>
          <a:prstGeom prst="rect">
            <a:avLst/>
          </a:prstGeom>
        </p:spPr>
        <p:txBody>
          <a:bodyPr vert="horz" lIns="0" tIns="0" rIns="0" bIns="0" rtlCol="0">
            <a:noAutofit/>
          </a:bodyPr>
          <a:lstStyle>
            <a:lvl1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4400" b="1"/>
              <a:t>1.</a:t>
            </a:r>
          </a:p>
        </p:txBody>
      </p:sp>
      <p:sp>
        <p:nvSpPr>
          <p:cNvPr id="14" name="Text Placeholder 17">
            <a:extLst>
              <a:ext uri="{FF2B5EF4-FFF2-40B4-BE49-F238E27FC236}">
                <a16:creationId xmlns:a16="http://schemas.microsoft.com/office/drawing/2014/main" id="{9FA42E71-8527-5FCB-C606-1DE8BF61C056}"/>
              </a:ext>
              <a:ext uri="{C183D7F6-B498-43B3-948B-1728B52AA6E4}">
                <adec:decorative xmlns:adec="http://schemas.microsoft.com/office/drawing/2017/decorative" val="1"/>
              </a:ext>
            </a:extLst>
          </p:cNvPr>
          <p:cNvSpPr txBox="1">
            <a:spLocks/>
          </p:cNvSpPr>
          <p:nvPr/>
        </p:nvSpPr>
        <p:spPr>
          <a:xfrm>
            <a:off x="968479" y="3512783"/>
            <a:ext cx="624349" cy="893226"/>
          </a:xfrm>
          <a:prstGeom prst="rect">
            <a:avLst/>
          </a:prstGeom>
        </p:spPr>
        <p:txBody>
          <a:bodyPr vert="horz" lIns="0" tIns="0" rIns="0" bIns="0" rtlCol="0">
            <a:noAutofit/>
          </a:bodyPr>
          <a:lstStyle>
            <a:lvl1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4400" b="1"/>
              <a:t>2.</a:t>
            </a:r>
          </a:p>
        </p:txBody>
      </p:sp>
      <p:sp>
        <p:nvSpPr>
          <p:cNvPr id="15" name="Text Placeholder 17">
            <a:extLst>
              <a:ext uri="{FF2B5EF4-FFF2-40B4-BE49-F238E27FC236}">
                <a16:creationId xmlns:a16="http://schemas.microsoft.com/office/drawing/2014/main" id="{13B8C435-2779-CCD3-F443-E0C816BF0929}"/>
              </a:ext>
              <a:ext uri="{C183D7F6-B498-43B3-948B-1728B52AA6E4}">
                <adec:decorative xmlns:adec="http://schemas.microsoft.com/office/drawing/2017/decorative" val="1"/>
              </a:ext>
            </a:extLst>
          </p:cNvPr>
          <p:cNvSpPr txBox="1">
            <a:spLocks/>
          </p:cNvSpPr>
          <p:nvPr/>
        </p:nvSpPr>
        <p:spPr>
          <a:xfrm>
            <a:off x="968479" y="4674097"/>
            <a:ext cx="624349" cy="893226"/>
          </a:xfrm>
          <a:prstGeom prst="rect">
            <a:avLst/>
          </a:prstGeom>
        </p:spPr>
        <p:txBody>
          <a:bodyPr vert="horz" lIns="0" tIns="0" rIns="0" bIns="0" rtlCol="0">
            <a:noAutofit/>
          </a:bodyPr>
          <a:lstStyle>
            <a:lvl1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4400" b="1"/>
              <a:t>3.</a:t>
            </a:r>
          </a:p>
        </p:txBody>
      </p:sp>
      <p:sp>
        <p:nvSpPr>
          <p:cNvPr id="17" name="Text Placeholder 17">
            <a:extLst>
              <a:ext uri="{FF2B5EF4-FFF2-40B4-BE49-F238E27FC236}">
                <a16:creationId xmlns:a16="http://schemas.microsoft.com/office/drawing/2014/main" id="{ADC24186-BBC9-B64C-6DD9-EF6AFD23F750}"/>
              </a:ext>
              <a:ext uri="{C183D7F6-B498-43B3-948B-1728B52AA6E4}">
                <adec:decorative xmlns:adec="http://schemas.microsoft.com/office/drawing/2017/decorative" val="1"/>
              </a:ext>
            </a:extLst>
          </p:cNvPr>
          <p:cNvSpPr txBox="1">
            <a:spLocks/>
          </p:cNvSpPr>
          <p:nvPr/>
        </p:nvSpPr>
        <p:spPr>
          <a:xfrm>
            <a:off x="968479" y="5835411"/>
            <a:ext cx="624349" cy="893226"/>
          </a:xfrm>
          <a:prstGeom prst="rect">
            <a:avLst/>
          </a:prstGeom>
        </p:spPr>
        <p:txBody>
          <a:bodyPr vert="horz" lIns="0" tIns="0" rIns="0" bIns="0" rtlCol="0">
            <a:noAutofit/>
          </a:bodyPr>
          <a:lstStyle>
            <a:lvl1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4400" b="1"/>
              <a:t>4.</a:t>
            </a:r>
          </a:p>
        </p:txBody>
      </p:sp>
      <p:pic>
        <p:nvPicPr>
          <p:cNvPr id="19" name="Picture 18" descr="1. a triangle with equal sides&#10;2. a triangle with 2 equal sides&#10;3. a quadrilateral with 4 equal sides and angles&#10;4. a quadrilateral with 4 equal sides and opposite angles equal.">
            <a:extLst>
              <a:ext uri="{FF2B5EF4-FFF2-40B4-BE49-F238E27FC236}">
                <a16:creationId xmlns:a16="http://schemas.microsoft.com/office/drawing/2014/main" id="{CBDD9A1A-FB24-BF71-7F5C-C88CA97BF55B}"/>
              </a:ext>
            </a:extLst>
          </p:cNvPr>
          <p:cNvPicPr>
            <a:picLocks noChangeAspect="1"/>
          </p:cNvPicPr>
          <p:nvPr/>
        </p:nvPicPr>
        <p:blipFill>
          <a:blip r:embed="rId4"/>
          <a:srcRect l="18426"/>
          <a:stretch>
            <a:fillRect/>
          </a:stretch>
        </p:blipFill>
        <p:spPr>
          <a:xfrm>
            <a:off x="1592828" y="2414540"/>
            <a:ext cx="1958736" cy="4314097"/>
          </a:xfrm>
          <a:prstGeom prst="rect">
            <a:avLst/>
          </a:prstGeom>
        </p:spPr>
      </p:pic>
      <p:sp>
        <p:nvSpPr>
          <p:cNvPr id="16" name="Text Placeholder 17">
            <a:extLst>
              <a:ext uri="{FF2B5EF4-FFF2-40B4-BE49-F238E27FC236}">
                <a16:creationId xmlns:a16="http://schemas.microsoft.com/office/drawing/2014/main" id="{956E3138-5A32-6BC4-131D-014D7898340A}"/>
              </a:ext>
            </a:extLst>
          </p:cNvPr>
          <p:cNvSpPr txBox="1">
            <a:spLocks/>
          </p:cNvSpPr>
          <p:nvPr/>
        </p:nvSpPr>
        <p:spPr>
          <a:xfrm>
            <a:off x="5648632" y="2351469"/>
            <a:ext cx="8997740" cy="893226"/>
          </a:xfrm>
          <a:prstGeom prst="rect">
            <a:avLst/>
          </a:prstGeom>
        </p:spPr>
        <p:txBody>
          <a:bodyPr vert="horz" lIns="0" tIns="0" rIns="0" bIns="0" rtlCol="0">
            <a:noAutofit/>
          </a:bodyPr>
          <a:lstStyle>
            <a:lvl1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4400" b="1"/>
              <a:t>A. </a:t>
            </a:r>
            <a:r>
              <a:rPr lang="en-US" sz="4400"/>
              <a:t>regular triangle</a:t>
            </a:r>
          </a:p>
          <a:p>
            <a:r>
              <a:rPr lang="en-US" sz="4400" b="1"/>
              <a:t>B.</a:t>
            </a:r>
            <a:r>
              <a:rPr lang="en-US" sz="4400"/>
              <a:t> irregular quadrilateral</a:t>
            </a:r>
          </a:p>
          <a:p>
            <a:r>
              <a:rPr lang="en-US" sz="4400" b="1"/>
              <a:t>C. </a:t>
            </a:r>
            <a:r>
              <a:rPr lang="en-US" sz="4400"/>
              <a:t>irregular triangle</a:t>
            </a:r>
          </a:p>
          <a:p>
            <a:r>
              <a:rPr lang="en-US" sz="4400" b="1"/>
              <a:t>D: </a:t>
            </a:r>
            <a:r>
              <a:rPr lang="en-US" sz="4400"/>
              <a:t>regular quadrilateral</a:t>
            </a:r>
          </a:p>
        </p:txBody>
      </p:sp>
      <p:sp>
        <p:nvSpPr>
          <p:cNvPr id="2" name="Slide Number Placeholder 1">
            <a:extLst>
              <a:ext uri="{FF2B5EF4-FFF2-40B4-BE49-F238E27FC236}">
                <a16:creationId xmlns:a16="http://schemas.microsoft.com/office/drawing/2014/main" id="{C449ABDF-CA21-927E-7367-4325D9C01F9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22</a:t>
            </a:fld>
            <a:endParaRPr lang="en-AU"/>
          </a:p>
        </p:txBody>
      </p:sp>
    </p:spTree>
    <p:extLst>
      <p:ext uri="{BB962C8B-B14F-4D97-AF65-F5344CB8AC3E}">
        <p14:creationId xmlns:p14="http://schemas.microsoft.com/office/powerpoint/2010/main" val="40422803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7F93E5-F139-F392-251F-752BCC53FF18}"/>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3FD7EA02-B2B2-9AE1-FADE-A274B950DEDA}"/>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(11)</a:t>
            </a:r>
          </a:p>
        </p:txBody>
      </p:sp>
      <p:pic>
        <p:nvPicPr>
          <p:cNvPr id="3" name="Picture 2">
            <a:extLst>
              <a:ext uri="{FF2B5EF4-FFF2-40B4-BE49-F238E27FC236}">
                <a16:creationId xmlns:a16="http://schemas.microsoft.com/office/drawing/2014/main" id="{CDC9578D-E509-83DC-F7E6-82182EFDC994}"/>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8" name="Text Placeholder 17">
            <a:extLst>
              <a:ext uri="{FF2B5EF4-FFF2-40B4-BE49-F238E27FC236}">
                <a16:creationId xmlns:a16="http://schemas.microsoft.com/office/drawing/2014/main" id="{F25B11C3-83D6-DDC3-14C3-EB81F4986DBF}"/>
              </a:ext>
            </a:extLst>
          </p:cNvPr>
          <p:cNvSpPr txBox="1">
            <a:spLocks/>
          </p:cNvSpPr>
          <p:nvPr/>
        </p:nvSpPr>
        <p:spPr>
          <a:xfrm>
            <a:off x="640467" y="1184223"/>
            <a:ext cx="10185400" cy="893226"/>
          </a:xfrm>
          <a:prstGeom prst="rect">
            <a:avLst/>
          </a:prstGeom>
        </p:spPr>
        <p:txBody>
          <a:bodyPr vert="horz" lIns="0" tIns="0" rIns="0" bIns="0" rtlCol="0">
            <a:noAutofit/>
          </a:bodyPr>
          <a:lstStyle>
            <a:lvl1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4400"/>
              <a:t>Record the </a:t>
            </a:r>
            <a:r>
              <a:rPr lang="en-US" sz="4400" b="1"/>
              <a:t>integers</a:t>
            </a:r>
            <a:r>
              <a:rPr lang="en-US" sz="4400"/>
              <a:t> at </a:t>
            </a:r>
            <a:r>
              <a:rPr lang="en-US" sz="4400" b="1"/>
              <a:t>A</a:t>
            </a:r>
            <a:r>
              <a:rPr lang="en-US" sz="4400"/>
              <a:t>, </a:t>
            </a:r>
            <a:r>
              <a:rPr lang="en-US" sz="4400" b="1"/>
              <a:t>B</a:t>
            </a:r>
            <a:r>
              <a:rPr lang="en-US" sz="4400"/>
              <a:t>,</a:t>
            </a:r>
            <a:r>
              <a:rPr lang="en-US" sz="4400" b="1"/>
              <a:t> C </a:t>
            </a:r>
            <a:r>
              <a:rPr lang="en-US" sz="4400"/>
              <a:t>and</a:t>
            </a:r>
            <a:r>
              <a:rPr lang="en-US" sz="4400" b="1"/>
              <a:t> D</a:t>
            </a:r>
            <a:r>
              <a:rPr lang="en-US" sz="4400"/>
              <a:t> on the </a:t>
            </a:r>
            <a:r>
              <a:rPr lang="en-US" sz="4400" b="1"/>
              <a:t>number line</a:t>
            </a:r>
            <a:r>
              <a:rPr lang="en-US" sz="4400"/>
              <a:t>.</a:t>
            </a:r>
          </a:p>
          <a:p>
            <a:pPr algn="ctr"/>
            <a:endParaRPr lang="en-US" sz="4400"/>
          </a:p>
        </p:txBody>
      </p:sp>
      <p:pic>
        <p:nvPicPr>
          <p:cNvPr id="7" name="Picture 6" descr="A number line marker - 4 to 4. &#10;&#10;The line is marked -4, A, B, -1, C, 1, D, 3, 4.">
            <a:extLst>
              <a:ext uri="{FF2B5EF4-FFF2-40B4-BE49-F238E27FC236}">
                <a16:creationId xmlns:a16="http://schemas.microsoft.com/office/drawing/2014/main" id="{8BEE529C-BA99-4F29-E90D-9ABB445AED0B}"/>
              </a:ext>
            </a:extLst>
          </p:cNvPr>
          <p:cNvPicPr>
            <a:picLocks noChangeAspect="1"/>
          </p:cNvPicPr>
          <p:nvPr/>
        </p:nvPicPr>
        <p:blipFill>
          <a:blip r:embed="rId4"/>
          <a:stretch>
            <a:fillRect/>
          </a:stretch>
        </p:blipFill>
        <p:spPr>
          <a:xfrm>
            <a:off x="2262810" y="4135637"/>
            <a:ext cx="7220321" cy="2095608"/>
          </a:xfrm>
          <a:prstGeom prst="rect">
            <a:avLst/>
          </a:prstGeom>
        </p:spPr>
      </p:pic>
      <p:sp>
        <p:nvSpPr>
          <p:cNvPr id="14" name="TextBox 13">
            <a:extLst>
              <a:ext uri="{FF2B5EF4-FFF2-40B4-BE49-F238E27FC236}">
                <a16:creationId xmlns:a16="http://schemas.microsoft.com/office/drawing/2014/main" id="{0FC31AF5-8104-DEC7-D26F-2E0491270991}"/>
              </a:ext>
              <a:ext uri="{C183D7F6-B498-43B3-948B-1728B52AA6E4}">
                <adec:decorative xmlns:adec="http://schemas.microsoft.com/office/drawing/2017/decorative" val="1"/>
              </a:ext>
            </a:extLst>
          </p:cNvPr>
          <p:cNvSpPr txBox="1"/>
          <p:nvPr/>
        </p:nvSpPr>
        <p:spPr>
          <a:xfrm>
            <a:off x="3566606" y="3669357"/>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A</a:t>
            </a:r>
          </a:p>
        </p:txBody>
      </p:sp>
      <p:sp>
        <p:nvSpPr>
          <p:cNvPr id="15" name="TextBox 14">
            <a:extLst>
              <a:ext uri="{FF2B5EF4-FFF2-40B4-BE49-F238E27FC236}">
                <a16:creationId xmlns:a16="http://schemas.microsoft.com/office/drawing/2014/main" id="{FC397DB2-EFB1-84B9-F7BF-847EA11E1D37}"/>
              </a:ext>
              <a:ext uri="{C183D7F6-B498-43B3-948B-1728B52AA6E4}">
                <adec:decorative xmlns:adec="http://schemas.microsoft.com/office/drawing/2017/decorative" val="1"/>
              </a:ext>
            </a:extLst>
          </p:cNvPr>
          <p:cNvSpPr txBox="1"/>
          <p:nvPr/>
        </p:nvSpPr>
        <p:spPr>
          <a:xfrm>
            <a:off x="4321461" y="3669357"/>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B</a:t>
            </a:r>
          </a:p>
        </p:txBody>
      </p:sp>
      <p:sp>
        <p:nvSpPr>
          <p:cNvPr id="16" name="TextBox 15">
            <a:extLst>
              <a:ext uri="{FF2B5EF4-FFF2-40B4-BE49-F238E27FC236}">
                <a16:creationId xmlns:a16="http://schemas.microsoft.com/office/drawing/2014/main" id="{C1FDA98C-039F-5296-57BD-2EEA2D61205B}"/>
              </a:ext>
              <a:ext uri="{C183D7F6-B498-43B3-948B-1728B52AA6E4}">
                <adec:decorative xmlns:adec="http://schemas.microsoft.com/office/drawing/2017/decorative" val="1"/>
              </a:ext>
            </a:extLst>
          </p:cNvPr>
          <p:cNvSpPr txBox="1"/>
          <p:nvPr/>
        </p:nvSpPr>
        <p:spPr>
          <a:xfrm>
            <a:off x="5733167" y="3669357"/>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C</a:t>
            </a:r>
          </a:p>
        </p:txBody>
      </p:sp>
      <p:sp>
        <p:nvSpPr>
          <p:cNvPr id="17" name="TextBox 16">
            <a:extLst>
              <a:ext uri="{FF2B5EF4-FFF2-40B4-BE49-F238E27FC236}">
                <a16:creationId xmlns:a16="http://schemas.microsoft.com/office/drawing/2014/main" id="{8158C59A-1F30-016D-8CFE-14A15AC45F68}"/>
              </a:ext>
              <a:ext uri="{C183D7F6-B498-43B3-948B-1728B52AA6E4}">
                <adec:decorative xmlns:adec="http://schemas.microsoft.com/office/drawing/2017/decorative" val="1"/>
              </a:ext>
            </a:extLst>
          </p:cNvPr>
          <p:cNvSpPr txBox="1"/>
          <p:nvPr/>
        </p:nvSpPr>
        <p:spPr>
          <a:xfrm>
            <a:off x="7242877" y="3669357"/>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D</a:t>
            </a:r>
          </a:p>
        </p:txBody>
      </p:sp>
      <p:sp>
        <p:nvSpPr>
          <p:cNvPr id="2" name="Slide Number Placeholder 1">
            <a:extLst>
              <a:ext uri="{FF2B5EF4-FFF2-40B4-BE49-F238E27FC236}">
                <a16:creationId xmlns:a16="http://schemas.microsoft.com/office/drawing/2014/main" id="{60D2A36A-A9B5-D2C0-90BB-0368FCAF4E8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23</a:t>
            </a:fld>
            <a:endParaRPr lang="en-AU"/>
          </a:p>
        </p:txBody>
      </p:sp>
    </p:spTree>
    <p:extLst>
      <p:ext uri="{BB962C8B-B14F-4D97-AF65-F5344CB8AC3E}">
        <p14:creationId xmlns:p14="http://schemas.microsoft.com/office/powerpoint/2010/main" val="13318969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240840-D7CC-4CCB-8D3E-7D33347E7802}"/>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374460B9-92F5-903A-AAF0-6C45AAE06521}"/>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(12)</a:t>
            </a:r>
          </a:p>
        </p:txBody>
      </p:sp>
      <p:pic>
        <p:nvPicPr>
          <p:cNvPr id="3" name="Picture 2">
            <a:extLst>
              <a:ext uri="{FF2B5EF4-FFF2-40B4-BE49-F238E27FC236}">
                <a16:creationId xmlns:a16="http://schemas.microsoft.com/office/drawing/2014/main" id="{4F225E6B-742A-E393-5D68-B394EB858BAC}"/>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TextBox 4">
            <a:extLst>
              <a:ext uri="{FF2B5EF4-FFF2-40B4-BE49-F238E27FC236}">
                <a16:creationId xmlns:a16="http://schemas.microsoft.com/office/drawing/2014/main" id="{475F3932-0E2F-32E1-C106-1910E46B8C62}"/>
              </a:ext>
            </a:extLst>
          </p:cNvPr>
          <p:cNvSpPr txBox="1"/>
          <p:nvPr/>
        </p:nvSpPr>
        <p:spPr>
          <a:xfrm>
            <a:off x="360000" y="1200793"/>
            <a:ext cx="11282725" cy="4456413"/>
          </a:xfrm>
          <a:prstGeom prst="rect">
            <a:avLst/>
          </a:prstGeom>
          <a:noFill/>
        </p:spPr>
        <p:txBody>
          <a:bodyPr wrap="square">
            <a:spAutoFit/>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pPr algn="ctr">
              <a:lnSpc>
                <a:spcPct val="150000"/>
              </a:lnSpc>
              <a:spcBef>
                <a:spcPts val="1200"/>
              </a:spcBef>
              <a:spcAft>
                <a:spcPts val="600"/>
              </a:spcAft>
              <a:buNone/>
            </a:pPr>
            <a:r>
              <a:rPr lang="en-AU" sz="4400" b="1">
                <a:effectLst/>
                <a:latin typeface="Arial" panose="020B0604020202020204" pitchFamily="34" charset="0"/>
                <a:ea typeface="Calibri" panose="020F0502020204030204" pitchFamily="34" charset="0"/>
              </a:rPr>
              <a:t>Convert</a:t>
            </a:r>
            <a:r>
              <a:rPr lang="en-AU" sz="4400">
                <a:effectLst/>
                <a:latin typeface="Arial" panose="020B0604020202020204" pitchFamily="34" charset="0"/>
                <a:ea typeface="Calibri" panose="020F0502020204030204" pitchFamily="34" charset="0"/>
              </a:rPr>
              <a:t> and </a:t>
            </a:r>
            <a:r>
              <a:rPr lang="en-AU" sz="4400" b="1">
                <a:effectLst/>
                <a:latin typeface="Arial" panose="020B0604020202020204" pitchFamily="34" charset="0"/>
                <a:ea typeface="Calibri" panose="020F0502020204030204" pitchFamily="34" charset="0"/>
              </a:rPr>
              <a:t>record</a:t>
            </a:r>
            <a:r>
              <a:rPr lang="en-AU" sz="4400">
                <a:effectLst/>
                <a:latin typeface="Arial" panose="020B0604020202020204" pitchFamily="34" charset="0"/>
                <a:ea typeface="Calibri" panose="020F0502020204030204" pitchFamily="34" charset="0"/>
              </a:rPr>
              <a:t> as </a:t>
            </a:r>
            <a:r>
              <a:rPr lang="en-AU" sz="4400" b="1">
                <a:effectLst/>
                <a:latin typeface="Arial" panose="020B0604020202020204" pitchFamily="34" charset="0"/>
                <a:ea typeface="Calibri" panose="020F0502020204030204" pitchFamily="34" charset="0"/>
              </a:rPr>
              <a:t>24-hour time</a:t>
            </a:r>
            <a:r>
              <a:rPr lang="en-AU" sz="4400">
                <a:effectLst/>
                <a:latin typeface="Arial" panose="020B0604020202020204" pitchFamily="34" charset="0"/>
                <a:ea typeface="Calibri" panose="020F0502020204030204" pitchFamily="34" charset="0"/>
              </a:rPr>
              <a:t>:</a:t>
            </a:r>
          </a:p>
          <a:p>
            <a:pPr marL="742950" lvl="0" indent="-742950" algn="ctr">
              <a:lnSpc>
                <a:spcPct val="150000"/>
              </a:lnSpc>
              <a:spcBef>
                <a:spcPts val="1200"/>
              </a:spcBef>
              <a:spcAft>
                <a:spcPts val="600"/>
              </a:spcAft>
              <a:buFont typeface="+mj-lt"/>
              <a:buAutoNum type="alphaLcParenR"/>
            </a:pPr>
            <a:r>
              <a:rPr lang="en-AU" sz="4000">
                <a:latin typeface="Arial" panose="020B0604020202020204" pitchFamily="34" charset="0"/>
                <a:ea typeface="Calibri" panose="020F0502020204030204" pitchFamily="34" charset="0"/>
              </a:rPr>
              <a:t>6.25 am</a:t>
            </a:r>
            <a:endParaRPr lang="en-AU" sz="4000" dirty="0">
              <a:latin typeface="Arial" panose="020B0604020202020204" pitchFamily="34" charset="0"/>
              <a:ea typeface="Calibri" panose="020F0502020204030204" pitchFamily="34" charset="0"/>
            </a:endParaRPr>
          </a:p>
          <a:p>
            <a:pPr marL="742950" lvl="0" indent="-742950" algn="ctr">
              <a:lnSpc>
                <a:spcPct val="150000"/>
              </a:lnSpc>
              <a:spcBef>
                <a:spcPts val="1200"/>
              </a:spcBef>
              <a:spcAft>
                <a:spcPts val="600"/>
              </a:spcAft>
              <a:buFont typeface="+mj-lt"/>
              <a:buAutoNum type="alphaLcParenR"/>
            </a:pPr>
            <a:r>
              <a:rPr lang="en-AU" sz="4000">
                <a:latin typeface="Arial" panose="020B0604020202020204" pitchFamily="34" charset="0"/>
                <a:ea typeface="Calibri" panose="020F0502020204030204" pitchFamily="34" charset="0"/>
              </a:rPr>
              <a:t>8:45 pm</a:t>
            </a:r>
            <a:endParaRPr lang="en-AU" sz="4000" dirty="0">
              <a:effectLst/>
              <a:latin typeface="Arial" panose="020B0604020202020204" pitchFamily="34" charset="0"/>
              <a:ea typeface="Calibri" panose="020F0502020204030204" pitchFamily="34" charset="0"/>
            </a:endParaRPr>
          </a:p>
          <a:p>
            <a:pPr marL="742950" lvl="0" indent="-742950" algn="ctr">
              <a:lnSpc>
                <a:spcPct val="150000"/>
              </a:lnSpc>
              <a:spcBef>
                <a:spcPts val="1200"/>
              </a:spcBef>
              <a:spcAft>
                <a:spcPts val="600"/>
              </a:spcAft>
              <a:buFont typeface="+mj-lt"/>
              <a:buAutoNum type="alphaLcParenR"/>
            </a:pPr>
            <a:r>
              <a:rPr lang="en-AU" sz="4000">
                <a:latin typeface="Arial" panose="020B0604020202020204" pitchFamily="34" charset="0"/>
                <a:ea typeface="Calibri" panose="020F0502020204030204" pitchFamily="34" charset="0"/>
              </a:rPr>
              <a:t>11:58 pm</a:t>
            </a:r>
            <a:endParaRPr lang="en-AU" sz="4000" dirty="0">
              <a:effectLst/>
              <a:latin typeface="Arial" panose="020B0604020202020204" pitchFamily="34" charset="0"/>
              <a:ea typeface="Calibri" panose="020F0502020204030204" pitchFamily="34" charset="0"/>
            </a:endParaRPr>
          </a:p>
        </p:txBody>
      </p:sp>
      <p:sp>
        <p:nvSpPr>
          <p:cNvPr id="2" name="Slide Number Placeholder 1">
            <a:extLst>
              <a:ext uri="{FF2B5EF4-FFF2-40B4-BE49-F238E27FC236}">
                <a16:creationId xmlns:a16="http://schemas.microsoft.com/office/drawing/2014/main" id="{341BE9D8-9322-2BA9-592E-BBC8E8C4C8AA}"/>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24</a:t>
            </a:fld>
            <a:endParaRPr lang="en-AU"/>
          </a:p>
        </p:txBody>
      </p:sp>
    </p:spTree>
    <p:extLst>
      <p:ext uri="{BB962C8B-B14F-4D97-AF65-F5344CB8AC3E}">
        <p14:creationId xmlns:p14="http://schemas.microsoft.com/office/powerpoint/2010/main" val="25290014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C9613E-331A-83D0-CBD3-A2BA82CF95D6}"/>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423ED363-305A-3A65-38AF-556DA2DAC322}"/>
              </a:ext>
            </a:extLst>
          </p:cNvPr>
          <p:cNvSpPr>
            <a:spLocks noGrp="1"/>
          </p:cNvSpPr>
          <p:nvPr>
            <p:ph type="title"/>
          </p:nvPr>
        </p:nvSpPr>
        <p:spPr>
          <a:xfrm>
            <a:off x="360000" y="360000"/>
            <a:ext cx="10367268" cy="545601"/>
          </a:xfrm>
        </p:spPr>
        <p:txBody>
          <a:bodyPr/>
          <a:lstStyle/>
          <a:p>
            <a:r>
              <a:rPr lang="en-AU"/>
              <a:t>Activity 3 – factors fun - sixes</a:t>
            </a:r>
          </a:p>
        </p:txBody>
      </p:sp>
      <p:pic>
        <p:nvPicPr>
          <p:cNvPr id="4" name="Picture 3">
            <a:extLst>
              <a:ext uri="{FF2B5EF4-FFF2-40B4-BE49-F238E27FC236}">
                <a16:creationId xmlns:a16="http://schemas.microsoft.com/office/drawing/2014/main" id="{D6502462-26FB-38CD-06DC-5F98705966BE}"/>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107003" y="240894"/>
            <a:ext cx="720000" cy="856364"/>
          </a:xfrm>
          <a:prstGeom prst="rect">
            <a:avLst/>
          </a:prstGeom>
        </p:spPr>
      </p:pic>
      <p:sp>
        <p:nvSpPr>
          <p:cNvPr id="5" name="Oval 4" descr="blue counters">
            <a:extLst>
              <a:ext uri="{FF2B5EF4-FFF2-40B4-BE49-F238E27FC236}">
                <a16:creationId xmlns:a16="http://schemas.microsoft.com/office/drawing/2014/main" id="{34CE36B0-4296-4B01-6701-3A4D2E661047}"/>
              </a:ext>
            </a:extLst>
          </p:cNvPr>
          <p:cNvSpPr/>
          <p:nvPr/>
        </p:nvSpPr>
        <p:spPr>
          <a:xfrm>
            <a:off x="360000" y="2167537"/>
            <a:ext cx="646771" cy="669073"/>
          </a:xfrm>
          <a:prstGeom prst="ellipse">
            <a:avLst/>
          </a:prstGeom>
          <a:solidFill>
            <a:schemeClr val="accent2">
              <a:alpha val="7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7" name="Oval 6">
            <a:extLst>
              <a:ext uri="{FF2B5EF4-FFF2-40B4-BE49-F238E27FC236}">
                <a16:creationId xmlns:a16="http://schemas.microsoft.com/office/drawing/2014/main" id="{FFDFAE31-2FD4-781B-1016-26E849FB25A6}"/>
              </a:ext>
              <a:ext uri="{C183D7F6-B498-43B3-948B-1728B52AA6E4}">
                <adec:decorative xmlns:adec="http://schemas.microsoft.com/office/drawing/2017/decorative" val="1"/>
              </a:ext>
            </a:extLst>
          </p:cNvPr>
          <p:cNvSpPr/>
          <p:nvPr/>
        </p:nvSpPr>
        <p:spPr>
          <a:xfrm>
            <a:off x="360000" y="2167537"/>
            <a:ext cx="646771" cy="669073"/>
          </a:xfrm>
          <a:prstGeom prst="ellipse">
            <a:avLst/>
          </a:prstGeom>
          <a:solidFill>
            <a:schemeClr val="accent2">
              <a:alpha val="7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8" name="Oval 7">
            <a:extLst>
              <a:ext uri="{FF2B5EF4-FFF2-40B4-BE49-F238E27FC236}">
                <a16:creationId xmlns:a16="http://schemas.microsoft.com/office/drawing/2014/main" id="{D3DBF761-DBCB-5512-FF05-A8BC8E6BEF50}"/>
              </a:ext>
              <a:ext uri="{C183D7F6-B498-43B3-948B-1728B52AA6E4}">
                <adec:decorative xmlns:adec="http://schemas.microsoft.com/office/drawing/2017/decorative" val="1"/>
              </a:ext>
            </a:extLst>
          </p:cNvPr>
          <p:cNvSpPr/>
          <p:nvPr/>
        </p:nvSpPr>
        <p:spPr>
          <a:xfrm>
            <a:off x="360000" y="2167537"/>
            <a:ext cx="646771" cy="669073"/>
          </a:xfrm>
          <a:prstGeom prst="ellipse">
            <a:avLst/>
          </a:prstGeom>
          <a:solidFill>
            <a:schemeClr val="accent2">
              <a:alpha val="7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9" name="Oval 8">
            <a:extLst>
              <a:ext uri="{FF2B5EF4-FFF2-40B4-BE49-F238E27FC236}">
                <a16:creationId xmlns:a16="http://schemas.microsoft.com/office/drawing/2014/main" id="{8A5D89B2-91F2-AB66-3D59-A914F789C52E}"/>
              </a:ext>
              <a:ext uri="{C183D7F6-B498-43B3-948B-1728B52AA6E4}">
                <adec:decorative xmlns:adec="http://schemas.microsoft.com/office/drawing/2017/decorative" val="1"/>
              </a:ext>
            </a:extLst>
          </p:cNvPr>
          <p:cNvSpPr/>
          <p:nvPr/>
        </p:nvSpPr>
        <p:spPr>
          <a:xfrm>
            <a:off x="360000" y="2167537"/>
            <a:ext cx="646771" cy="669073"/>
          </a:xfrm>
          <a:prstGeom prst="ellipse">
            <a:avLst/>
          </a:prstGeom>
          <a:solidFill>
            <a:schemeClr val="accent2">
              <a:alpha val="7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0" name="Oval 9">
            <a:extLst>
              <a:ext uri="{FF2B5EF4-FFF2-40B4-BE49-F238E27FC236}">
                <a16:creationId xmlns:a16="http://schemas.microsoft.com/office/drawing/2014/main" id="{F67B7133-1301-468E-95CD-00C94DA92787}"/>
              </a:ext>
              <a:ext uri="{C183D7F6-B498-43B3-948B-1728B52AA6E4}">
                <adec:decorative xmlns:adec="http://schemas.microsoft.com/office/drawing/2017/decorative" val="1"/>
              </a:ext>
            </a:extLst>
          </p:cNvPr>
          <p:cNvSpPr/>
          <p:nvPr/>
        </p:nvSpPr>
        <p:spPr>
          <a:xfrm>
            <a:off x="360000" y="2167537"/>
            <a:ext cx="646771" cy="669073"/>
          </a:xfrm>
          <a:prstGeom prst="ellipse">
            <a:avLst/>
          </a:prstGeom>
          <a:solidFill>
            <a:schemeClr val="accent2">
              <a:alpha val="7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1" name="Oval 10">
            <a:extLst>
              <a:ext uri="{FF2B5EF4-FFF2-40B4-BE49-F238E27FC236}">
                <a16:creationId xmlns:a16="http://schemas.microsoft.com/office/drawing/2014/main" id="{245BA901-E25F-7CD5-873A-6890567EC112}"/>
              </a:ext>
              <a:ext uri="{C183D7F6-B498-43B3-948B-1728B52AA6E4}">
                <adec:decorative xmlns:adec="http://schemas.microsoft.com/office/drawing/2017/decorative" val="1"/>
              </a:ext>
            </a:extLst>
          </p:cNvPr>
          <p:cNvSpPr/>
          <p:nvPr/>
        </p:nvSpPr>
        <p:spPr>
          <a:xfrm>
            <a:off x="360000" y="2167537"/>
            <a:ext cx="646771" cy="669073"/>
          </a:xfrm>
          <a:prstGeom prst="ellipse">
            <a:avLst/>
          </a:prstGeom>
          <a:solidFill>
            <a:schemeClr val="accent2">
              <a:alpha val="7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2" name="Oval 11">
            <a:extLst>
              <a:ext uri="{FF2B5EF4-FFF2-40B4-BE49-F238E27FC236}">
                <a16:creationId xmlns:a16="http://schemas.microsoft.com/office/drawing/2014/main" id="{5F053128-C94A-A52E-646F-5A57F840C1B2}"/>
              </a:ext>
              <a:ext uri="{C183D7F6-B498-43B3-948B-1728B52AA6E4}">
                <adec:decorative xmlns:adec="http://schemas.microsoft.com/office/drawing/2017/decorative" val="1"/>
              </a:ext>
            </a:extLst>
          </p:cNvPr>
          <p:cNvSpPr/>
          <p:nvPr/>
        </p:nvSpPr>
        <p:spPr>
          <a:xfrm>
            <a:off x="360000" y="3241182"/>
            <a:ext cx="646771" cy="669073"/>
          </a:xfrm>
          <a:prstGeom prst="ellipse">
            <a:avLst/>
          </a:prstGeom>
          <a:solidFill>
            <a:schemeClr val="tx2">
              <a:alpha val="7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3" name="Oval 12">
            <a:extLst>
              <a:ext uri="{FF2B5EF4-FFF2-40B4-BE49-F238E27FC236}">
                <a16:creationId xmlns:a16="http://schemas.microsoft.com/office/drawing/2014/main" id="{C66032F8-5DAA-7059-1183-59A4C5F4CFE5}"/>
              </a:ext>
              <a:ext uri="{C183D7F6-B498-43B3-948B-1728B52AA6E4}">
                <adec:decorative xmlns:adec="http://schemas.microsoft.com/office/drawing/2017/decorative" val="1"/>
              </a:ext>
            </a:extLst>
          </p:cNvPr>
          <p:cNvSpPr/>
          <p:nvPr/>
        </p:nvSpPr>
        <p:spPr>
          <a:xfrm>
            <a:off x="360000" y="3241182"/>
            <a:ext cx="646771" cy="669073"/>
          </a:xfrm>
          <a:prstGeom prst="ellipse">
            <a:avLst/>
          </a:prstGeom>
          <a:solidFill>
            <a:schemeClr val="tx2">
              <a:alpha val="7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4" name="Oval 13">
            <a:extLst>
              <a:ext uri="{FF2B5EF4-FFF2-40B4-BE49-F238E27FC236}">
                <a16:creationId xmlns:a16="http://schemas.microsoft.com/office/drawing/2014/main" id="{50B4E0F2-ACF6-CADF-A36D-5847067C9E3C}"/>
              </a:ext>
              <a:ext uri="{C183D7F6-B498-43B3-948B-1728B52AA6E4}">
                <adec:decorative xmlns:adec="http://schemas.microsoft.com/office/drawing/2017/decorative" val="1"/>
              </a:ext>
            </a:extLst>
          </p:cNvPr>
          <p:cNvSpPr/>
          <p:nvPr/>
        </p:nvSpPr>
        <p:spPr>
          <a:xfrm>
            <a:off x="360000" y="3241182"/>
            <a:ext cx="646771" cy="669073"/>
          </a:xfrm>
          <a:prstGeom prst="ellipse">
            <a:avLst/>
          </a:prstGeom>
          <a:solidFill>
            <a:schemeClr val="tx2">
              <a:alpha val="7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5" name="Oval 14">
            <a:extLst>
              <a:ext uri="{FF2B5EF4-FFF2-40B4-BE49-F238E27FC236}">
                <a16:creationId xmlns:a16="http://schemas.microsoft.com/office/drawing/2014/main" id="{4AA62783-6589-FF7E-4530-CA9AE4D5169D}"/>
              </a:ext>
              <a:ext uri="{C183D7F6-B498-43B3-948B-1728B52AA6E4}">
                <adec:decorative xmlns:adec="http://schemas.microsoft.com/office/drawing/2017/decorative" val="1"/>
              </a:ext>
            </a:extLst>
          </p:cNvPr>
          <p:cNvSpPr/>
          <p:nvPr/>
        </p:nvSpPr>
        <p:spPr>
          <a:xfrm>
            <a:off x="360000" y="3241182"/>
            <a:ext cx="646771" cy="669073"/>
          </a:xfrm>
          <a:prstGeom prst="ellipse">
            <a:avLst/>
          </a:prstGeom>
          <a:solidFill>
            <a:schemeClr val="tx2">
              <a:alpha val="7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6" name="Oval 15">
            <a:extLst>
              <a:ext uri="{FF2B5EF4-FFF2-40B4-BE49-F238E27FC236}">
                <a16:creationId xmlns:a16="http://schemas.microsoft.com/office/drawing/2014/main" id="{19210DF0-DC47-7220-E970-727F52418A3D}"/>
              </a:ext>
              <a:ext uri="{C183D7F6-B498-43B3-948B-1728B52AA6E4}">
                <adec:decorative xmlns:adec="http://schemas.microsoft.com/office/drawing/2017/decorative" val="1"/>
              </a:ext>
            </a:extLst>
          </p:cNvPr>
          <p:cNvSpPr/>
          <p:nvPr/>
        </p:nvSpPr>
        <p:spPr>
          <a:xfrm>
            <a:off x="360000" y="3241182"/>
            <a:ext cx="646771" cy="669073"/>
          </a:xfrm>
          <a:prstGeom prst="ellipse">
            <a:avLst/>
          </a:prstGeom>
          <a:solidFill>
            <a:schemeClr val="tx2">
              <a:alpha val="7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7" name="Oval 16" descr="red counter">
            <a:extLst>
              <a:ext uri="{FF2B5EF4-FFF2-40B4-BE49-F238E27FC236}">
                <a16:creationId xmlns:a16="http://schemas.microsoft.com/office/drawing/2014/main" id="{1DF90EB5-C724-1EC6-5159-F40A4C509A43}"/>
              </a:ext>
              <a:ext uri="{C183D7F6-B498-43B3-948B-1728B52AA6E4}">
                <adec:decorative xmlns:adec="http://schemas.microsoft.com/office/drawing/2017/decorative" val="0"/>
              </a:ext>
            </a:extLst>
          </p:cNvPr>
          <p:cNvSpPr/>
          <p:nvPr/>
        </p:nvSpPr>
        <p:spPr>
          <a:xfrm>
            <a:off x="360000" y="3241182"/>
            <a:ext cx="646771" cy="669073"/>
          </a:xfrm>
          <a:prstGeom prst="ellipse">
            <a:avLst/>
          </a:prstGeom>
          <a:solidFill>
            <a:schemeClr val="tx2">
              <a:alpha val="7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grpSp>
        <p:nvGrpSpPr>
          <p:cNvPr id="36" name="Group 35" descr="A spinner with the numbers 6, 30, 18, 36, 12, 48, 60, 24, 56, 42">
            <a:extLst>
              <a:ext uri="{FF2B5EF4-FFF2-40B4-BE49-F238E27FC236}">
                <a16:creationId xmlns:a16="http://schemas.microsoft.com/office/drawing/2014/main" id="{61B31C36-6970-E3E3-D12B-0BD8278D0657}"/>
              </a:ext>
            </a:extLst>
          </p:cNvPr>
          <p:cNvGrpSpPr/>
          <p:nvPr/>
        </p:nvGrpSpPr>
        <p:grpSpPr>
          <a:xfrm>
            <a:off x="7776272" y="531275"/>
            <a:ext cx="2699133" cy="2709907"/>
            <a:chOff x="7261129" y="2294760"/>
            <a:chExt cx="2699133" cy="2709907"/>
          </a:xfrm>
        </p:grpSpPr>
        <p:pic>
          <p:nvPicPr>
            <p:cNvPr id="18" name="Picture 17">
              <a:extLst>
                <a:ext uri="{FF2B5EF4-FFF2-40B4-BE49-F238E27FC236}">
                  <a16:creationId xmlns:a16="http://schemas.microsoft.com/office/drawing/2014/main" id="{24A960CC-8F49-378B-584B-24A0AE314BE6}"/>
                </a:ext>
              </a:extLst>
            </p:cNvPr>
            <p:cNvPicPr>
              <a:picLocks noChangeAspect="1"/>
            </p:cNvPicPr>
            <p:nvPr/>
          </p:nvPicPr>
          <p:blipFill rotWithShape="1">
            <a:blip r:embed="rId4"/>
            <a:srcRect l="16719" r="16904"/>
            <a:stretch/>
          </p:blipFill>
          <p:spPr>
            <a:xfrm>
              <a:off x="7261129" y="2294760"/>
              <a:ext cx="2699133" cy="2709907"/>
            </a:xfrm>
            <a:prstGeom prst="rect">
              <a:avLst/>
            </a:prstGeom>
          </p:spPr>
        </p:pic>
        <p:sp>
          <p:nvSpPr>
            <p:cNvPr id="21" name="TextBox 20">
              <a:extLst>
                <a:ext uri="{FF2B5EF4-FFF2-40B4-BE49-F238E27FC236}">
                  <a16:creationId xmlns:a16="http://schemas.microsoft.com/office/drawing/2014/main" id="{71032C50-98C3-F9A1-8E75-FB6C2128F2B7}"/>
                </a:ext>
              </a:extLst>
            </p:cNvPr>
            <p:cNvSpPr txBox="1"/>
            <p:nvPr/>
          </p:nvSpPr>
          <p:spPr>
            <a:xfrm>
              <a:off x="8828435" y="2522721"/>
              <a:ext cx="237368" cy="420542"/>
            </a:xfrm>
            <a:prstGeom prst="rect">
              <a:avLst/>
            </a:prstGeom>
            <a:solidFill>
              <a:srgbClr val="00B0F0"/>
            </a:solidFill>
          </p:spPr>
          <p:txBody>
            <a:bodyPr wrap="square" lIns="0" tIns="0" rIns="0" bIns="0" rtlCol="0">
              <a:noAutofit/>
            </a:bodyPr>
            <a:lstStyle/>
            <a:p>
              <a:pPr algn="ctr"/>
              <a:r>
                <a:rPr lang="en-AU" sz="1800" b="1">
                  <a:solidFill>
                    <a:schemeClr val="bg1"/>
                  </a:solidFill>
                </a:rPr>
                <a:t>6</a:t>
              </a:r>
            </a:p>
          </p:txBody>
        </p:sp>
        <p:sp>
          <p:nvSpPr>
            <p:cNvPr id="27" name="TextBox 26">
              <a:extLst>
                <a:ext uri="{FF2B5EF4-FFF2-40B4-BE49-F238E27FC236}">
                  <a16:creationId xmlns:a16="http://schemas.microsoft.com/office/drawing/2014/main" id="{FD6A6001-EF2C-A22C-0A7A-441557041D0E}"/>
                </a:ext>
              </a:extLst>
            </p:cNvPr>
            <p:cNvSpPr txBox="1"/>
            <p:nvPr/>
          </p:nvSpPr>
          <p:spPr>
            <a:xfrm>
              <a:off x="9183590" y="2894555"/>
              <a:ext cx="415170" cy="420542"/>
            </a:xfrm>
            <a:prstGeom prst="rect">
              <a:avLst/>
            </a:prstGeom>
            <a:solidFill>
              <a:srgbClr val="92D050"/>
            </a:solidFill>
          </p:spPr>
          <p:txBody>
            <a:bodyPr wrap="square" lIns="0" tIns="0" rIns="0" bIns="0" rtlCol="0">
              <a:noAutofit/>
            </a:bodyPr>
            <a:lstStyle/>
            <a:p>
              <a:pPr algn="ctr"/>
              <a:r>
                <a:rPr lang="en-AU" sz="1800" b="1">
                  <a:solidFill>
                    <a:schemeClr val="bg1"/>
                  </a:solidFill>
                </a:rPr>
                <a:t>30</a:t>
              </a:r>
            </a:p>
          </p:txBody>
        </p:sp>
        <p:sp>
          <p:nvSpPr>
            <p:cNvPr id="28" name="TextBox 27">
              <a:extLst>
                <a:ext uri="{FF2B5EF4-FFF2-40B4-BE49-F238E27FC236}">
                  <a16:creationId xmlns:a16="http://schemas.microsoft.com/office/drawing/2014/main" id="{F9CA38AD-51C2-B91E-81A3-5248473BFFD8}"/>
                </a:ext>
              </a:extLst>
            </p:cNvPr>
            <p:cNvSpPr txBox="1"/>
            <p:nvPr/>
          </p:nvSpPr>
          <p:spPr>
            <a:xfrm>
              <a:off x="9437914" y="3471880"/>
              <a:ext cx="415170" cy="355666"/>
            </a:xfrm>
            <a:prstGeom prst="rect">
              <a:avLst/>
            </a:prstGeom>
            <a:solidFill>
              <a:srgbClr val="FFC000"/>
            </a:solidFill>
          </p:spPr>
          <p:txBody>
            <a:bodyPr wrap="square" lIns="0" tIns="0" rIns="0" bIns="0" rtlCol="0">
              <a:noAutofit/>
            </a:bodyPr>
            <a:lstStyle/>
            <a:p>
              <a:pPr algn="ctr"/>
              <a:r>
                <a:rPr lang="en-AU" sz="1800" b="1">
                  <a:solidFill>
                    <a:schemeClr val="bg1"/>
                  </a:solidFill>
                </a:rPr>
                <a:t>18</a:t>
              </a:r>
            </a:p>
          </p:txBody>
        </p:sp>
        <p:sp>
          <p:nvSpPr>
            <p:cNvPr id="29" name="TextBox 28">
              <a:extLst>
                <a:ext uri="{FF2B5EF4-FFF2-40B4-BE49-F238E27FC236}">
                  <a16:creationId xmlns:a16="http://schemas.microsoft.com/office/drawing/2014/main" id="{EB4344D3-63ED-5465-9BA3-F8566B5E671B}"/>
                </a:ext>
              </a:extLst>
            </p:cNvPr>
            <p:cNvSpPr txBox="1"/>
            <p:nvPr/>
          </p:nvSpPr>
          <p:spPr>
            <a:xfrm>
              <a:off x="9214970" y="4060440"/>
              <a:ext cx="415170" cy="355666"/>
            </a:xfrm>
            <a:prstGeom prst="rect">
              <a:avLst/>
            </a:prstGeom>
            <a:solidFill>
              <a:srgbClr val="7030A0"/>
            </a:solidFill>
          </p:spPr>
          <p:txBody>
            <a:bodyPr wrap="square" lIns="0" tIns="0" rIns="0" bIns="0" rtlCol="0">
              <a:noAutofit/>
            </a:bodyPr>
            <a:lstStyle/>
            <a:p>
              <a:pPr algn="ctr"/>
              <a:r>
                <a:rPr lang="en-AU" sz="1800" b="1">
                  <a:solidFill>
                    <a:schemeClr val="bg1"/>
                  </a:solidFill>
                </a:rPr>
                <a:t>36</a:t>
              </a:r>
            </a:p>
          </p:txBody>
        </p:sp>
        <p:sp>
          <p:nvSpPr>
            <p:cNvPr id="30" name="TextBox 29">
              <a:extLst>
                <a:ext uri="{FF2B5EF4-FFF2-40B4-BE49-F238E27FC236}">
                  <a16:creationId xmlns:a16="http://schemas.microsoft.com/office/drawing/2014/main" id="{66C107EE-9C4F-1264-49D0-75507AF9A32D}"/>
                </a:ext>
              </a:extLst>
            </p:cNvPr>
            <p:cNvSpPr txBox="1"/>
            <p:nvPr/>
          </p:nvSpPr>
          <p:spPr>
            <a:xfrm>
              <a:off x="8704066" y="4416106"/>
              <a:ext cx="415170" cy="355666"/>
            </a:xfrm>
            <a:prstGeom prst="rect">
              <a:avLst/>
            </a:prstGeom>
            <a:solidFill>
              <a:srgbClr val="FDEB69"/>
            </a:solidFill>
          </p:spPr>
          <p:txBody>
            <a:bodyPr wrap="square" lIns="0" tIns="0" rIns="0" bIns="0" rtlCol="0">
              <a:noAutofit/>
            </a:bodyPr>
            <a:lstStyle/>
            <a:p>
              <a:pPr algn="ctr"/>
              <a:r>
                <a:rPr lang="en-AU" sz="1800" b="1"/>
                <a:t>12</a:t>
              </a:r>
            </a:p>
          </p:txBody>
        </p:sp>
        <p:sp>
          <p:nvSpPr>
            <p:cNvPr id="31" name="TextBox 30">
              <a:extLst>
                <a:ext uri="{FF2B5EF4-FFF2-40B4-BE49-F238E27FC236}">
                  <a16:creationId xmlns:a16="http://schemas.microsoft.com/office/drawing/2014/main" id="{B8BEF2EE-B806-4D86-BBA2-BF1D0BD91771}"/>
                </a:ext>
              </a:extLst>
            </p:cNvPr>
            <p:cNvSpPr txBox="1"/>
            <p:nvPr/>
          </p:nvSpPr>
          <p:spPr>
            <a:xfrm>
              <a:off x="8072132" y="4416106"/>
              <a:ext cx="415170" cy="355666"/>
            </a:xfrm>
            <a:prstGeom prst="rect">
              <a:avLst/>
            </a:prstGeom>
            <a:solidFill>
              <a:srgbClr val="FF99FF"/>
            </a:solidFill>
          </p:spPr>
          <p:txBody>
            <a:bodyPr wrap="square" lIns="0" tIns="0" rIns="0" bIns="0" rtlCol="0">
              <a:noAutofit/>
            </a:bodyPr>
            <a:lstStyle/>
            <a:p>
              <a:pPr algn="ctr"/>
              <a:r>
                <a:rPr lang="en-AU" sz="1800" b="1">
                  <a:solidFill>
                    <a:schemeClr val="bg1"/>
                  </a:solidFill>
                </a:rPr>
                <a:t>48</a:t>
              </a:r>
            </a:p>
          </p:txBody>
        </p:sp>
        <p:sp>
          <p:nvSpPr>
            <p:cNvPr id="32" name="TextBox 31">
              <a:extLst>
                <a:ext uri="{FF2B5EF4-FFF2-40B4-BE49-F238E27FC236}">
                  <a16:creationId xmlns:a16="http://schemas.microsoft.com/office/drawing/2014/main" id="{54DDDEB6-FDAD-2A0C-7439-BDB51851C07E}"/>
                </a:ext>
              </a:extLst>
            </p:cNvPr>
            <p:cNvSpPr txBox="1"/>
            <p:nvPr/>
          </p:nvSpPr>
          <p:spPr>
            <a:xfrm>
              <a:off x="7609095" y="4060440"/>
              <a:ext cx="415170" cy="355666"/>
            </a:xfrm>
            <a:prstGeom prst="rect">
              <a:avLst/>
            </a:prstGeom>
            <a:solidFill>
              <a:srgbClr val="008000"/>
            </a:solidFill>
          </p:spPr>
          <p:txBody>
            <a:bodyPr wrap="square" lIns="0" tIns="0" rIns="0" bIns="0" rtlCol="0">
              <a:noAutofit/>
            </a:bodyPr>
            <a:lstStyle/>
            <a:p>
              <a:pPr algn="ctr"/>
              <a:r>
                <a:rPr lang="en-AU" sz="1800" b="1">
                  <a:solidFill>
                    <a:schemeClr val="bg1"/>
                  </a:solidFill>
                </a:rPr>
                <a:t>60</a:t>
              </a:r>
            </a:p>
          </p:txBody>
        </p:sp>
        <p:sp>
          <p:nvSpPr>
            <p:cNvPr id="33" name="TextBox 32">
              <a:extLst>
                <a:ext uri="{FF2B5EF4-FFF2-40B4-BE49-F238E27FC236}">
                  <a16:creationId xmlns:a16="http://schemas.microsoft.com/office/drawing/2014/main" id="{9FD6E16C-B26A-308C-897B-7C55B93B3B61}"/>
                </a:ext>
              </a:extLst>
            </p:cNvPr>
            <p:cNvSpPr txBox="1"/>
            <p:nvPr/>
          </p:nvSpPr>
          <p:spPr>
            <a:xfrm>
              <a:off x="7401510" y="3471880"/>
              <a:ext cx="415170" cy="355666"/>
            </a:xfrm>
            <a:prstGeom prst="rect">
              <a:avLst/>
            </a:prstGeom>
            <a:solidFill>
              <a:srgbClr val="013EA2"/>
            </a:solidFill>
          </p:spPr>
          <p:txBody>
            <a:bodyPr wrap="square" lIns="0" tIns="0" rIns="0" bIns="0" rtlCol="0">
              <a:noAutofit/>
            </a:bodyPr>
            <a:lstStyle/>
            <a:p>
              <a:pPr algn="ctr"/>
              <a:r>
                <a:rPr lang="en-AU" sz="1800" b="1">
                  <a:solidFill>
                    <a:schemeClr val="bg1"/>
                  </a:solidFill>
                </a:rPr>
                <a:t>24</a:t>
              </a:r>
            </a:p>
          </p:txBody>
        </p:sp>
        <p:sp>
          <p:nvSpPr>
            <p:cNvPr id="34" name="TextBox 33">
              <a:extLst>
                <a:ext uri="{FF2B5EF4-FFF2-40B4-BE49-F238E27FC236}">
                  <a16:creationId xmlns:a16="http://schemas.microsoft.com/office/drawing/2014/main" id="{08355D0B-BE8E-8351-83A4-E02B8E864551}"/>
                </a:ext>
              </a:extLst>
            </p:cNvPr>
            <p:cNvSpPr txBox="1"/>
            <p:nvPr/>
          </p:nvSpPr>
          <p:spPr>
            <a:xfrm>
              <a:off x="7609095" y="2883319"/>
              <a:ext cx="415170" cy="355666"/>
            </a:xfrm>
            <a:prstGeom prst="rect">
              <a:avLst/>
            </a:prstGeom>
            <a:solidFill>
              <a:srgbClr val="9B6808"/>
            </a:solidFill>
          </p:spPr>
          <p:txBody>
            <a:bodyPr wrap="square" lIns="0" tIns="0" rIns="0" bIns="0" rtlCol="0">
              <a:noAutofit/>
            </a:bodyPr>
            <a:lstStyle/>
            <a:p>
              <a:pPr algn="ctr"/>
              <a:r>
                <a:rPr lang="en-AU" sz="1800" b="1">
                  <a:solidFill>
                    <a:schemeClr val="bg1"/>
                  </a:solidFill>
                </a:rPr>
                <a:t>56</a:t>
              </a:r>
            </a:p>
          </p:txBody>
        </p:sp>
        <p:sp>
          <p:nvSpPr>
            <p:cNvPr id="35" name="TextBox 34">
              <a:extLst>
                <a:ext uri="{FF2B5EF4-FFF2-40B4-BE49-F238E27FC236}">
                  <a16:creationId xmlns:a16="http://schemas.microsoft.com/office/drawing/2014/main" id="{B74A36FD-FE18-883F-C346-A94078EC0DC2}"/>
                </a:ext>
              </a:extLst>
            </p:cNvPr>
            <p:cNvSpPr txBox="1"/>
            <p:nvPr/>
          </p:nvSpPr>
          <p:spPr>
            <a:xfrm>
              <a:off x="8072132" y="2504999"/>
              <a:ext cx="415170" cy="355666"/>
            </a:xfrm>
            <a:prstGeom prst="rect">
              <a:avLst/>
            </a:prstGeom>
            <a:solidFill>
              <a:srgbClr val="B51458"/>
            </a:solidFill>
          </p:spPr>
          <p:txBody>
            <a:bodyPr wrap="square" lIns="0" tIns="0" rIns="0" bIns="0" rtlCol="0">
              <a:noAutofit/>
            </a:bodyPr>
            <a:lstStyle/>
            <a:p>
              <a:pPr algn="ctr"/>
              <a:r>
                <a:rPr lang="en-AU" sz="1800" b="1">
                  <a:solidFill>
                    <a:schemeClr val="bg1"/>
                  </a:solidFill>
                </a:rPr>
                <a:t>42</a:t>
              </a:r>
            </a:p>
          </p:txBody>
        </p:sp>
      </p:grpSp>
      <p:sp>
        <p:nvSpPr>
          <p:cNvPr id="19" name="Isosceles Triangle 18">
            <a:extLst>
              <a:ext uri="{FF2B5EF4-FFF2-40B4-BE49-F238E27FC236}">
                <a16:creationId xmlns:a16="http://schemas.microsoft.com/office/drawing/2014/main" id="{AADDDBC4-5ECB-B7B0-4124-CB599C4EDFD6}"/>
              </a:ext>
              <a:ext uri="{C183D7F6-B498-43B3-948B-1728B52AA6E4}">
                <adec:decorative xmlns:adec="http://schemas.microsoft.com/office/drawing/2017/decorative" val="1"/>
              </a:ext>
            </a:extLst>
          </p:cNvPr>
          <p:cNvSpPr/>
          <p:nvPr/>
        </p:nvSpPr>
        <p:spPr>
          <a:xfrm rot="10800000">
            <a:off x="8822089" y="-40110"/>
            <a:ext cx="581891" cy="800220"/>
          </a:xfrm>
          <a:prstGeom prst="triangle">
            <a:avLst/>
          </a:prstGeom>
          <a:solidFill>
            <a:schemeClr val="tx1"/>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0" name="Oval 19">
            <a:extLst>
              <a:ext uri="{FF2B5EF4-FFF2-40B4-BE49-F238E27FC236}">
                <a16:creationId xmlns:a16="http://schemas.microsoft.com/office/drawing/2014/main" id="{0A1465B5-D95B-8340-E94F-D28109F2B997}"/>
              </a:ext>
            </a:extLst>
          </p:cNvPr>
          <p:cNvSpPr/>
          <p:nvPr/>
        </p:nvSpPr>
        <p:spPr>
          <a:xfrm>
            <a:off x="8863326" y="1558817"/>
            <a:ext cx="556282" cy="556282"/>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lIns="36000" tIns="36000" rIns="36000" bIns="36000" rtlCol="0" anchor="ctr"/>
          <a:lstStyle/>
          <a:p>
            <a:pPr algn="ctr"/>
            <a:r>
              <a:rPr lang="en-AU" sz="900">
                <a:solidFill>
                  <a:schemeClr val="tx1"/>
                </a:solidFill>
                <a:latin typeface="Arial Black" panose="020B0A04020102020204" pitchFamily="34" charset="0"/>
              </a:rPr>
              <a:t>Spin!</a:t>
            </a:r>
          </a:p>
        </p:txBody>
      </p:sp>
      <p:sp>
        <p:nvSpPr>
          <p:cNvPr id="2" name="Slide Number Placeholder 1">
            <a:extLst>
              <a:ext uri="{FF2B5EF4-FFF2-40B4-BE49-F238E27FC236}">
                <a16:creationId xmlns:a16="http://schemas.microsoft.com/office/drawing/2014/main" id="{667A3C9A-16B3-82E5-17C0-1858EAFCD543}"/>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25</a:t>
            </a:fld>
            <a:endParaRPr lang="en-AU"/>
          </a:p>
        </p:txBody>
      </p:sp>
      <p:pic>
        <p:nvPicPr>
          <p:cNvPr id="22" name="Picture 21" descr="A 5x5 grid gameboard. the numbers are as follows:&#10;&#10;1st row 1, 6, 4, 1, 2&#10;2nd row 10, 6, 3, 8, 10&#10;3rd row 4, 2, 4, 5, 8&#10;4th row 9, 3, 6, 2, 9&#10;5th row 7, 8, 5, 10, 7">
            <a:extLst>
              <a:ext uri="{FF2B5EF4-FFF2-40B4-BE49-F238E27FC236}">
                <a16:creationId xmlns:a16="http://schemas.microsoft.com/office/drawing/2014/main" id="{D354E331-34F9-AF82-A091-CA20582CEB46}"/>
              </a:ext>
            </a:extLst>
          </p:cNvPr>
          <p:cNvPicPr>
            <a:picLocks noChangeAspect="1"/>
          </p:cNvPicPr>
          <p:nvPr/>
        </p:nvPicPr>
        <p:blipFill>
          <a:blip r:embed="rId5">
            <a:extLst>
              <a:ext uri="{28A0092B-C50C-407E-A947-70E740481C1C}">
                <a14:useLocalDpi xmlns:a14="http://schemas.microsoft.com/office/drawing/2010/main" val="0"/>
              </a:ext>
            </a:extLst>
          </a:blip>
          <a:srcRect l="9730" t="3512" r="16452" b="40834"/>
          <a:stretch>
            <a:fillRect/>
          </a:stretch>
        </p:blipFill>
        <p:spPr>
          <a:xfrm>
            <a:off x="1418891" y="1097180"/>
            <a:ext cx="5198056" cy="5542859"/>
          </a:xfrm>
          <a:prstGeom prst="rect">
            <a:avLst/>
          </a:prstGeom>
        </p:spPr>
      </p:pic>
    </p:spTree>
    <p:extLst>
      <p:ext uri="{BB962C8B-B14F-4D97-AF65-F5344CB8AC3E}">
        <p14:creationId xmlns:p14="http://schemas.microsoft.com/office/powerpoint/2010/main" val="26394642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restart="whenNotActive" fill="hold" evtFilter="cancelBubble" nodeType="interactiveSeq">
                <p:stCondLst>
                  <p:cond evt="onClick" delay="0">
                    <p:tgtEl>
                      <p:spTgt spid="20"/>
                    </p:tgtEl>
                  </p:cond>
                </p:stCondLst>
                <p:endSync evt="end" delay="0">
                  <p:rtn val="all"/>
                </p:endSync>
                <p:childTnLst>
                  <p:par>
                    <p:cTn id="3" fill="hold">
                      <p:stCondLst>
                        <p:cond delay="0"/>
                      </p:stCondLst>
                      <p:childTnLst>
                        <p:par>
                          <p:cTn id="4" fill="hold">
                            <p:stCondLst>
                              <p:cond delay="0"/>
                            </p:stCondLst>
                            <p:childTnLst>
                              <p:par>
                                <p:cTn id="5" presetID="8" presetClass="emph" presetSubtype="0" repeatCount="indefinite" fill="hold" nodeType="clickEffect">
                                  <p:stCondLst>
                                    <p:cond delay="0"/>
                                  </p:stCondLst>
                                  <p:endCondLst>
                                    <p:cond evt="onNext" delay="0">
                                      <p:tgtEl>
                                        <p:sldTgt/>
                                      </p:tgtEl>
                                    </p:cond>
                                  </p:endCondLst>
                                  <p:childTnLst>
                                    <p:animRot by="21600000">
                                      <p:cBhvr>
                                        <p:cTn id="6" dur="500" fill="hold"/>
                                        <p:tgtEl>
                                          <p:spTgt spid="36"/>
                                        </p:tgtEl>
                                        <p:attrNameLst>
                                          <p:attrName>r</p:attrName>
                                        </p:attrNameLst>
                                      </p:cBhvr>
                                    </p:animRo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6"/>
                                        </p:tgtEl>
                                        <p:attrNameLst>
                                          <p:attrName>style.visibility</p:attrName>
                                        </p:attrNameLst>
                                      </p:cBhvr>
                                      <p:to>
                                        <p:strVal val="visible"/>
                                      </p:to>
                                    </p:set>
                                  </p:childTnLst>
                                </p:cTn>
                              </p:par>
                            </p:childTnLst>
                          </p:cTn>
                        </p:par>
                      </p:childTnLst>
                    </p:cTn>
                  </p:par>
                </p:childTnLst>
              </p:cTn>
              <p:nextCondLst>
                <p:cond evt="onClick" delay="0">
                  <p:tgtEl>
                    <p:spTgt spid="20"/>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B2DF9B-3550-BFA9-EED0-38CBAC7E9614}"/>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91CD758A-1643-8963-9FA0-97E7FF62C8FF}"/>
              </a:ext>
            </a:extLst>
          </p:cNvPr>
          <p:cNvSpPr>
            <a:spLocks noGrp="1"/>
          </p:cNvSpPr>
          <p:nvPr>
            <p:ph type="ctrTitle"/>
          </p:nvPr>
        </p:nvSpPr>
        <p:spPr/>
        <p:txBody>
          <a:bodyPr/>
          <a:lstStyle/>
          <a:p>
            <a:r>
              <a:rPr lang="en-AU">
                <a:latin typeface="+mj-lt"/>
              </a:rPr>
              <a:t>Review of learning 4</a:t>
            </a:r>
          </a:p>
        </p:txBody>
      </p:sp>
    </p:spTree>
    <p:extLst>
      <p:ext uri="{BB962C8B-B14F-4D97-AF65-F5344CB8AC3E}">
        <p14:creationId xmlns:p14="http://schemas.microsoft.com/office/powerpoint/2010/main" val="25084362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F1E96E-77B4-2C82-4376-4892043A4FD6}"/>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3DA66D7F-0F12-2ED7-6EE7-87E24A15E5B6}"/>
              </a:ext>
            </a:extLst>
          </p:cNvPr>
          <p:cNvSpPr>
            <a:spLocks noGrp="1"/>
          </p:cNvSpPr>
          <p:nvPr>
            <p:ph type="title"/>
          </p:nvPr>
        </p:nvSpPr>
        <p:spPr/>
        <p:txBody>
          <a:bodyPr/>
          <a:lstStyle/>
          <a:p>
            <a:r>
              <a:rPr lang="en-US"/>
              <a:t>True or false </a:t>
            </a:r>
            <a:r>
              <a:rPr lang="en-US">
                <a:solidFill>
                  <a:schemeClr val="bg1"/>
                </a:solidFill>
              </a:rPr>
              <a:t>(2)</a:t>
            </a:r>
          </a:p>
        </p:txBody>
      </p:sp>
      <p:pic>
        <p:nvPicPr>
          <p:cNvPr id="4" name="Picture 3">
            <a:extLst>
              <a:ext uri="{FF2B5EF4-FFF2-40B4-BE49-F238E27FC236}">
                <a16:creationId xmlns:a16="http://schemas.microsoft.com/office/drawing/2014/main" id="{10894CBE-266A-B58D-5858-0C2919DF6112}"/>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6" name="Text Placeholder 5">
            <a:extLst>
              <a:ext uri="{FF2B5EF4-FFF2-40B4-BE49-F238E27FC236}">
                <a16:creationId xmlns:a16="http://schemas.microsoft.com/office/drawing/2014/main" id="{1F74B9A4-EFE2-0CD1-0E45-27C87BBC65EB}"/>
              </a:ext>
            </a:extLst>
          </p:cNvPr>
          <p:cNvSpPr>
            <a:spLocks noGrp="1"/>
          </p:cNvSpPr>
          <p:nvPr>
            <p:ph type="body" sz="quarter" idx="22"/>
          </p:nvPr>
        </p:nvSpPr>
        <p:spPr>
          <a:xfrm>
            <a:off x="360000" y="2325329"/>
            <a:ext cx="11243037" cy="893226"/>
          </a:xfrm>
        </p:spPr>
        <p:txBody>
          <a:bodyPr/>
          <a:lstStyle/>
          <a:p>
            <a:pPr algn="ctr"/>
            <a:r>
              <a:rPr lang="en-AU" sz="4400" b="1"/>
              <a:t>3 </a:t>
            </a:r>
            <a:r>
              <a:rPr lang="en-AU" sz="4400"/>
              <a:t>is a factor of </a:t>
            </a:r>
            <a:r>
              <a:rPr lang="en-AU" sz="4400" b="1"/>
              <a:t>20.</a:t>
            </a:r>
          </a:p>
          <a:p>
            <a:pPr algn="ctr"/>
            <a:endParaRPr lang="en-AU" sz="4400"/>
          </a:p>
        </p:txBody>
      </p:sp>
      <p:graphicFrame>
        <p:nvGraphicFramePr>
          <p:cNvPr id="12" name="Table 11">
            <a:extLst>
              <a:ext uri="{FF2B5EF4-FFF2-40B4-BE49-F238E27FC236}">
                <a16:creationId xmlns:a16="http://schemas.microsoft.com/office/drawing/2014/main" id="{0C09EB67-5723-E2C5-3550-4148039E5CF8}"/>
              </a:ext>
            </a:extLst>
          </p:cNvPr>
          <p:cNvGraphicFramePr>
            <a:graphicFrameLocks noGrp="1"/>
          </p:cNvGraphicFramePr>
          <p:nvPr/>
        </p:nvGraphicFramePr>
        <p:xfrm>
          <a:off x="2442981" y="4974673"/>
          <a:ext cx="7077076" cy="741680"/>
        </p:xfrm>
        <a:graphic>
          <a:graphicData uri="http://schemas.openxmlformats.org/drawingml/2006/table">
            <a:tbl>
              <a:tblPr firstRow="1" bandRow="1">
                <a:tableStyleId>{5A111915-BE36-4E01-A7E5-04B1672EAD32}</a:tableStyleId>
              </a:tblPr>
              <a:tblGrid>
                <a:gridCol w="3538538">
                  <a:extLst>
                    <a:ext uri="{9D8B030D-6E8A-4147-A177-3AD203B41FA5}">
                      <a16:colId xmlns:a16="http://schemas.microsoft.com/office/drawing/2014/main" val="481183477"/>
                    </a:ext>
                  </a:extLst>
                </a:gridCol>
                <a:gridCol w="3538538">
                  <a:extLst>
                    <a:ext uri="{9D8B030D-6E8A-4147-A177-3AD203B41FA5}">
                      <a16:colId xmlns:a16="http://schemas.microsoft.com/office/drawing/2014/main" val="94168801"/>
                    </a:ext>
                  </a:extLst>
                </a:gridCol>
              </a:tblGrid>
              <a:tr h="741680">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True</a:t>
                      </a:r>
                    </a:p>
                  </a:txBody>
                  <a:tcPr anchor="ct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False</a:t>
                      </a:r>
                    </a:p>
                  </a:txBody>
                  <a:tcPr anchor="ct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3127058931"/>
                  </a:ext>
                </a:extLst>
              </a:tr>
            </a:tbl>
          </a:graphicData>
        </a:graphic>
      </p:graphicFrame>
      <p:sp>
        <p:nvSpPr>
          <p:cNvPr id="2" name="Slide Number Placeholder 1">
            <a:extLst>
              <a:ext uri="{FF2B5EF4-FFF2-40B4-BE49-F238E27FC236}">
                <a16:creationId xmlns:a16="http://schemas.microsoft.com/office/drawing/2014/main" id="{5543D758-EFDD-EFF7-9F6F-60499B8070EF}"/>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27</a:t>
            </a:fld>
            <a:endParaRPr lang="en-AU"/>
          </a:p>
        </p:txBody>
      </p:sp>
    </p:spTree>
    <p:extLst>
      <p:ext uri="{BB962C8B-B14F-4D97-AF65-F5344CB8AC3E}">
        <p14:creationId xmlns:p14="http://schemas.microsoft.com/office/powerpoint/2010/main" val="18194785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C9CA98-100A-82FC-58FD-FFDA6148D277}"/>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A30B1BA5-248F-FC3D-9ED9-FCB290EF8BE9}"/>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(13)</a:t>
            </a:r>
          </a:p>
        </p:txBody>
      </p:sp>
      <p:pic>
        <p:nvPicPr>
          <p:cNvPr id="3" name="Picture 2">
            <a:extLst>
              <a:ext uri="{FF2B5EF4-FFF2-40B4-BE49-F238E27FC236}">
                <a16:creationId xmlns:a16="http://schemas.microsoft.com/office/drawing/2014/main" id="{B6B8916C-EC27-6464-77C1-A2C737717E19}"/>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9" name="Text Placeholder 5">
            <a:extLst>
              <a:ext uri="{FF2B5EF4-FFF2-40B4-BE49-F238E27FC236}">
                <a16:creationId xmlns:a16="http://schemas.microsoft.com/office/drawing/2014/main" id="{62C44ABE-E27D-E8AF-6047-DC1A6358388D}"/>
              </a:ext>
            </a:extLst>
          </p:cNvPr>
          <p:cNvSpPr txBox="1">
            <a:spLocks/>
          </p:cNvSpPr>
          <p:nvPr/>
        </p:nvSpPr>
        <p:spPr>
          <a:xfrm>
            <a:off x="246024" y="1106083"/>
            <a:ext cx="11243037" cy="893226"/>
          </a:xfrm>
          <a:prstGeom prst="rect">
            <a:avLst/>
          </a:prstGeom>
        </p:spPr>
        <p:txBody>
          <a:bodyPr vert="horz" lIns="0" tIns="0" rIns="0" bIns="0" rtlCol="0">
            <a:noAutofit/>
          </a:bodyPr>
          <a:lstStyle>
            <a:lvl1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AU" sz="4400"/>
              <a:t>Use </a:t>
            </a:r>
            <a:r>
              <a:rPr lang="en-AU" sz="4400" dirty="0"/>
              <a:t>the </a:t>
            </a:r>
            <a:r>
              <a:rPr lang="en-AU" sz="4400" b="1"/>
              <a:t>area model </a:t>
            </a:r>
            <a:r>
              <a:rPr lang="en-AU" sz="4400"/>
              <a:t>to solve</a:t>
            </a:r>
            <a:r>
              <a:rPr lang="en-AU" sz="4400" dirty="0"/>
              <a:t>:</a:t>
            </a:r>
            <a:endParaRPr lang="en-AU" sz="4400"/>
          </a:p>
          <a:p>
            <a:pPr algn="ctr"/>
            <a:r>
              <a:rPr lang="en-AU" sz="4400" b="1">
                <a:solidFill>
                  <a:schemeClr val="accent2"/>
                </a:solidFill>
              </a:rPr>
              <a:t>29 × 38 </a:t>
            </a:r>
          </a:p>
        </p:txBody>
      </p:sp>
      <p:pic>
        <p:nvPicPr>
          <p:cNvPr id="7" name="Picture 6" descr="A blank area model with the numbers 29 x 38 partitioned at the top (30 + 8) and at the side (20 +9).">
            <a:extLst>
              <a:ext uri="{FF2B5EF4-FFF2-40B4-BE49-F238E27FC236}">
                <a16:creationId xmlns:a16="http://schemas.microsoft.com/office/drawing/2014/main" id="{310B12ED-6546-E30A-0716-2FD95D1308AB}"/>
              </a:ext>
            </a:extLst>
          </p:cNvPr>
          <p:cNvPicPr>
            <a:picLocks noChangeAspect="1"/>
          </p:cNvPicPr>
          <p:nvPr/>
        </p:nvPicPr>
        <p:blipFill>
          <a:blip r:embed="rId4"/>
          <a:stretch>
            <a:fillRect/>
          </a:stretch>
        </p:blipFill>
        <p:spPr>
          <a:xfrm>
            <a:off x="3522188" y="3429000"/>
            <a:ext cx="4369431" cy="2895083"/>
          </a:xfrm>
          <a:prstGeom prst="rect">
            <a:avLst/>
          </a:prstGeom>
          <a:ln>
            <a:noFill/>
          </a:ln>
          <a:effectLst>
            <a:outerShdw blurRad="292100" dist="139700" dir="2700000" algn="tl" rotWithShape="0">
              <a:srgbClr val="333333">
                <a:alpha val="65000"/>
              </a:srgbClr>
            </a:outerShdw>
          </a:effectLst>
        </p:spPr>
      </p:pic>
      <p:sp>
        <p:nvSpPr>
          <p:cNvPr id="2" name="Slide Number Placeholder 1">
            <a:extLst>
              <a:ext uri="{FF2B5EF4-FFF2-40B4-BE49-F238E27FC236}">
                <a16:creationId xmlns:a16="http://schemas.microsoft.com/office/drawing/2014/main" id="{12689097-B53F-3D67-9672-54777688B020}"/>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28</a:t>
            </a:fld>
            <a:endParaRPr lang="en-AU"/>
          </a:p>
        </p:txBody>
      </p:sp>
    </p:spTree>
    <p:extLst>
      <p:ext uri="{BB962C8B-B14F-4D97-AF65-F5344CB8AC3E}">
        <p14:creationId xmlns:p14="http://schemas.microsoft.com/office/powerpoint/2010/main" val="28735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C277FF-2A16-10CF-68D0-D060D759E70A}"/>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62B6525A-9343-F89F-87C0-124967484F38}"/>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(14)</a:t>
            </a:r>
          </a:p>
        </p:txBody>
      </p:sp>
      <p:pic>
        <p:nvPicPr>
          <p:cNvPr id="3" name="Picture 2">
            <a:extLst>
              <a:ext uri="{FF2B5EF4-FFF2-40B4-BE49-F238E27FC236}">
                <a16:creationId xmlns:a16="http://schemas.microsoft.com/office/drawing/2014/main" id="{5F20B6C4-74D6-9AE8-543F-873936583C3F}"/>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7" name="Text Placeholder 5">
            <a:extLst>
              <a:ext uri="{FF2B5EF4-FFF2-40B4-BE49-F238E27FC236}">
                <a16:creationId xmlns:a16="http://schemas.microsoft.com/office/drawing/2014/main" id="{DF05EE14-FCA4-2EA3-16E5-B306198112C6}"/>
              </a:ext>
            </a:extLst>
          </p:cNvPr>
          <p:cNvSpPr txBox="1">
            <a:spLocks/>
          </p:cNvSpPr>
          <p:nvPr/>
        </p:nvSpPr>
        <p:spPr>
          <a:xfrm>
            <a:off x="1061350" y="1184223"/>
            <a:ext cx="5034650" cy="893226"/>
          </a:xfrm>
          <a:prstGeom prst="rect">
            <a:avLst/>
          </a:prstGeom>
        </p:spPr>
        <p:txBody>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r>
              <a:rPr lang="en-AU" sz="4000"/>
              <a:t>Use </a:t>
            </a:r>
            <a:r>
              <a:rPr lang="en-AU" sz="4000" dirty="0"/>
              <a:t>the</a:t>
            </a:r>
            <a:r>
              <a:rPr lang="en-AU" sz="4000"/>
              <a:t> </a:t>
            </a:r>
            <a:r>
              <a:rPr lang="en-AU" sz="4000" b="1"/>
              <a:t>area model </a:t>
            </a:r>
            <a:r>
              <a:rPr lang="en-AU" sz="4000"/>
              <a:t>to</a:t>
            </a:r>
            <a:r>
              <a:rPr lang="en-AU" sz="4000" b="1"/>
              <a:t> calculate and record</a:t>
            </a:r>
            <a:r>
              <a:rPr lang="en-AU" sz="4000"/>
              <a:t> the </a:t>
            </a:r>
            <a:r>
              <a:rPr lang="en-AU" sz="4000" b="1"/>
              <a:t>area</a:t>
            </a:r>
            <a:r>
              <a:rPr lang="en-AU" sz="4000"/>
              <a:t> of the </a:t>
            </a:r>
            <a:r>
              <a:rPr lang="en-AU" sz="4000" b="1">
                <a:solidFill>
                  <a:srgbClr val="116AFD"/>
                </a:solidFill>
              </a:rPr>
              <a:t>rectangle</a:t>
            </a:r>
            <a:r>
              <a:rPr lang="en-AU" sz="4000" b="1"/>
              <a:t> </a:t>
            </a:r>
            <a:r>
              <a:rPr lang="en-AU" sz="4000"/>
              <a:t>in</a:t>
            </a:r>
            <a:r>
              <a:rPr lang="en-AU" sz="4000" b="1"/>
              <a:t> square centimetres</a:t>
            </a:r>
            <a:r>
              <a:rPr lang="en-AU" sz="4000"/>
              <a:t>.</a:t>
            </a:r>
          </a:p>
        </p:txBody>
      </p:sp>
      <p:pic>
        <p:nvPicPr>
          <p:cNvPr id="11" name="Picture 10" descr="A rectangle on a cm grid with the measurements - length 13 (split into 10 and 3) and width (7).">
            <a:extLst>
              <a:ext uri="{FF2B5EF4-FFF2-40B4-BE49-F238E27FC236}">
                <a16:creationId xmlns:a16="http://schemas.microsoft.com/office/drawing/2014/main" id="{EC9A490C-2F89-B0BE-4FC9-F2E037810997}"/>
              </a:ext>
            </a:extLst>
          </p:cNvPr>
          <p:cNvPicPr>
            <a:picLocks noChangeAspect="1"/>
          </p:cNvPicPr>
          <p:nvPr/>
        </p:nvPicPr>
        <p:blipFill>
          <a:blip r:embed="rId4"/>
          <a:stretch>
            <a:fillRect/>
          </a:stretch>
        </p:blipFill>
        <p:spPr>
          <a:xfrm>
            <a:off x="6807200" y="905601"/>
            <a:ext cx="3628513" cy="5431165"/>
          </a:xfrm>
          <a:prstGeom prst="rect">
            <a:avLst/>
          </a:prstGeom>
        </p:spPr>
      </p:pic>
      <p:sp>
        <p:nvSpPr>
          <p:cNvPr id="2" name="Slide Number Placeholder 1">
            <a:extLst>
              <a:ext uri="{FF2B5EF4-FFF2-40B4-BE49-F238E27FC236}">
                <a16:creationId xmlns:a16="http://schemas.microsoft.com/office/drawing/2014/main" id="{97BF6F51-2AEF-BB3D-81B3-B9127FE54FD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29</a:t>
            </a:fld>
            <a:endParaRPr lang="en-AU"/>
          </a:p>
        </p:txBody>
      </p:sp>
    </p:spTree>
    <p:extLst>
      <p:ext uri="{BB962C8B-B14F-4D97-AF65-F5344CB8AC3E}">
        <p14:creationId xmlns:p14="http://schemas.microsoft.com/office/powerpoint/2010/main" val="7243786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0E3725-9A89-0933-A940-2CE05148EF22}"/>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D1946FFF-848E-9812-E601-ED8530B7FCD7}"/>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(15)</a:t>
            </a:r>
          </a:p>
        </p:txBody>
      </p:sp>
      <p:pic>
        <p:nvPicPr>
          <p:cNvPr id="3" name="Picture 2">
            <a:extLst>
              <a:ext uri="{FF2B5EF4-FFF2-40B4-BE49-F238E27FC236}">
                <a16:creationId xmlns:a16="http://schemas.microsoft.com/office/drawing/2014/main" id="{71518DCE-2BBE-0AC2-F72B-B5E11C24F8A1}"/>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Text Placeholder 5">
            <a:extLst>
              <a:ext uri="{FF2B5EF4-FFF2-40B4-BE49-F238E27FC236}">
                <a16:creationId xmlns:a16="http://schemas.microsoft.com/office/drawing/2014/main" id="{50FDE9C4-C9E6-F472-00F1-709C8117BBC7}"/>
              </a:ext>
            </a:extLst>
          </p:cNvPr>
          <p:cNvSpPr txBox="1">
            <a:spLocks/>
          </p:cNvSpPr>
          <p:nvPr/>
        </p:nvSpPr>
        <p:spPr>
          <a:xfrm>
            <a:off x="1260832" y="2392892"/>
            <a:ext cx="9290699" cy="893226"/>
          </a:xfrm>
          <a:prstGeom prst="rect">
            <a:avLst/>
          </a:prstGeom>
        </p:spPr>
        <p:txBody>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lgn="ctr"/>
            <a:r>
              <a:rPr lang="en-AU" sz="4400" b="1" dirty="0"/>
              <a:t>Record</a:t>
            </a:r>
            <a:r>
              <a:rPr lang="en-AU" sz="4400" dirty="0"/>
              <a:t> the </a:t>
            </a:r>
            <a:r>
              <a:rPr lang="en-AU" sz="4400" b="1" dirty="0"/>
              <a:t>factors</a:t>
            </a:r>
            <a:r>
              <a:rPr lang="en-AU" sz="4400" dirty="0"/>
              <a:t> of </a:t>
            </a:r>
            <a:r>
              <a:rPr lang="en-AU" sz="4400" b="1" dirty="0"/>
              <a:t>36</a:t>
            </a:r>
            <a:r>
              <a:rPr lang="en-AU" sz="4400" dirty="0"/>
              <a:t>.</a:t>
            </a:r>
          </a:p>
        </p:txBody>
      </p:sp>
      <p:sp>
        <p:nvSpPr>
          <p:cNvPr id="2" name="Slide Number Placeholder 1">
            <a:extLst>
              <a:ext uri="{FF2B5EF4-FFF2-40B4-BE49-F238E27FC236}">
                <a16:creationId xmlns:a16="http://schemas.microsoft.com/office/drawing/2014/main" id="{247CE97E-586E-C333-9F6D-2E7F908C23F8}"/>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30</a:t>
            </a:fld>
            <a:endParaRPr lang="en-AU"/>
          </a:p>
        </p:txBody>
      </p:sp>
    </p:spTree>
    <p:extLst>
      <p:ext uri="{BB962C8B-B14F-4D97-AF65-F5344CB8AC3E}">
        <p14:creationId xmlns:p14="http://schemas.microsoft.com/office/powerpoint/2010/main" val="19418534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2394F1-D43D-A45D-3AB1-8D1AEF2162E0}"/>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F49D0780-0279-B8AE-5921-49907D85CF6B}"/>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(16)</a:t>
            </a:r>
          </a:p>
        </p:txBody>
      </p:sp>
      <p:pic>
        <p:nvPicPr>
          <p:cNvPr id="3" name="Picture 2">
            <a:extLst>
              <a:ext uri="{FF2B5EF4-FFF2-40B4-BE49-F238E27FC236}">
                <a16:creationId xmlns:a16="http://schemas.microsoft.com/office/drawing/2014/main" id="{602A5C36-777A-4A3B-4BB2-D0CC6ABD6738}"/>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8" name="Text Placeholder 5">
            <a:extLst>
              <a:ext uri="{FF2B5EF4-FFF2-40B4-BE49-F238E27FC236}">
                <a16:creationId xmlns:a16="http://schemas.microsoft.com/office/drawing/2014/main" id="{7C365C41-D3AD-3E8A-4B11-BC6D62E5C548}"/>
              </a:ext>
            </a:extLst>
          </p:cNvPr>
          <p:cNvSpPr txBox="1">
            <a:spLocks/>
          </p:cNvSpPr>
          <p:nvPr/>
        </p:nvSpPr>
        <p:spPr>
          <a:xfrm>
            <a:off x="228723" y="1833051"/>
            <a:ext cx="8196086" cy="893226"/>
          </a:xfrm>
          <a:prstGeom prst="rect">
            <a:avLst/>
          </a:prstGeom>
        </p:spPr>
        <p:txBody>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lgn="ctr"/>
            <a:r>
              <a:rPr lang="en-AU" sz="4400" dirty="0"/>
              <a:t>Is this the </a:t>
            </a:r>
            <a:r>
              <a:rPr lang="en-AU" sz="4400" b="1" dirty="0"/>
              <a:t>net </a:t>
            </a:r>
            <a:r>
              <a:rPr lang="en-AU" sz="4400" dirty="0"/>
              <a:t>of a </a:t>
            </a:r>
            <a:r>
              <a:rPr lang="en-AU" sz="4400" b="1" dirty="0"/>
              <a:t>3D object?</a:t>
            </a:r>
          </a:p>
          <a:p>
            <a:pPr lvl="0" algn="ctr"/>
            <a:endParaRPr lang="en-AU" sz="4400" b="1" dirty="0"/>
          </a:p>
          <a:p>
            <a:pPr lvl="0" algn="ctr"/>
            <a:r>
              <a:rPr lang="en-AU" sz="4400" b="1" dirty="0"/>
              <a:t>Communicate </a:t>
            </a:r>
            <a:r>
              <a:rPr lang="en-AU" sz="4400" dirty="0"/>
              <a:t>your </a:t>
            </a:r>
            <a:r>
              <a:rPr lang="en-AU" sz="4400" b="1" dirty="0"/>
              <a:t>reasoning.</a:t>
            </a:r>
            <a:endParaRPr lang="en-AU" sz="4400" dirty="0"/>
          </a:p>
        </p:txBody>
      </p:sp>
      <p:pic>
        <p:nvPicPr>
          <p:cNvPr id="7" name="Picture 6" descr="A net -&#10;&#10;Base is a square - connected to the top and bottom of the square are 2 connected triangles. (one is flipped)">
            <a:extLst>
              <a:ext uri="{FF2B5EF4-FFF2-40B4-BE49-F238E27FC236}">
                <a16:creationId xmlns:a16="http://schemas.microsoft.com/office/drawing/2014/main" id="{A43B902B-EBE5-844A-8ACC-19D222D714E8}"/>
              </a:ext>
            </a:extLst>
          </p:cNvPr>
          <p:cNvPicPr>
            <a:picLocks noChangeAspect="1"/>
          </p:cNvPicPr>
          <p:nvPr/>
        </p:nvPicPr>
        <p:blipFill>
          <a:blip r:embed="rId4"/>
          <a:stretch>
            <a:fillRect/>
          </a:stretch>
        </p:blipFill>
        <p:spPr>
          <a:xfrm>
            <a:off x="8228900" y="1516112"/>
            <a:ext cx="3717076" cy="4243725"/>
          </a:xfrm>
          <a:prstGeom prst="rect">
            <a:avLst/>
          </a:prstGeom>
        </p:spPr>
      </p:pic>
      <p:sp>
        <p:nvSpPr>
          <p:cNvPr id="2" name="Slide Number Placeholder 1">
            <a:extLst>
              <a:ext uri="{FF2B5EF4-FFF2-40B4-BE49-F238E27FC236}">
                <a16:creationId xmlns:a16="http://schemas.microsoft.com/office/drawing/2014/main" id="{C47FF89B-D856-D739-4F5E-3F6B3FB63C2D}"/>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31</a:t>
            </a:fld>
            <a:endParaRPr lang="en-AU"/>
          </a:p>
        </p:txBody>
      </p:sp>
    </p:spTree>
    <p:extLst>
      <p:ext uri="{BB962C8B-B14F-4D97-AF65-F5344CB8AC3E}">
        <p14:creationId xmlns:p14="http://schemas.microsoft.com/office/powerpoint/2010/main" val="2708996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ABD60A-E779-22FD-4578-BEB4E67B7346}"/>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20E50385-A185-E6F9-B9FE-E9FBF4957437}"/>
              </a:ext>
            </a:extLst>
          </p:cNvPr>
          <p:cNvSpPr>
            <a:spLocks noGrp="1"/>
          </p:cNvSpPr>
          <p:nvPr>
            <p:ph type="title"/>
          </p:nvPr>
        </p:nvSpPr>
        <p:spPr>
          <a:xfrm>
            <a:off x="360000" y="360000"/>
            <a:ext cx="10367268" cy="545601"/>
          </a:xfrm>
        </p:spPr>
        <p:txBody>
          <a:bodyPr/>
          <a:lstStyle/>
          <a:p>
            <a:r>
              <a:rPr lang="en-AU"/>
              <a:t>Activity 4 – factors and multiples</a:t>
            </a:r>
          </a:p>
        </p:txBody>
      </p:sp>
      <p:pic>
        <p:nvPicPr>
          <p:cNvPr id="4" name="Picture 3" descr="image of a head with cogs turning inside">
            <a:extLst>
              <a:ext uri="{FF2B5EF4-FFF2-40B4-BE49-F238E27FC236}">
                <a16:creationId xmlns:a16="http://schemas.microsoft.com/office/drawing/2014/main" id="{A43A6869-C067-0F7B-A324-667A71E83728}"/>
              </a:ext>
            </a:extLst>
          </p:cNvPr>
          <p:cNvPicPr>
            <a:picLocks noChangeAspect="1"/>
          </p:cNvPicPr>
          <p:nvPr/>
        </p:nvPicPr>
        <p:blipFill>
          <a:blip r:embed="rId3"/>
          <a:stretch>
            <a:fillRect/>
          </a:stretch>
        </p:blipFill>
        <p:spPr>
          <a:xfrm>
            <a:off x="11107003" y="240894"/>
            <a:ext cx="720000" cy="856364"/>
          </a:xfrm>
          <a:prstGeom prst="rect">
            <a:avLst/>
          </a:prstGeom>
        </p:spPr>
      </p:pic>
      <p:sp>
        <p:nvSpPr>
          <p:cNvPr id="5" name="Freeform 2" descr="1-100 number chart">
            <a:extLst>
              <a:ext uri="{FF2B5EF4-FFF2-40B4-BE49-F238E27FC236}">
                <a16:creationId xmlns:a16="http://schemas.microsoft.com/office/drawing/2014/main" id="{5471B808-F491-6408-DB5D-E48A77A37CA8}"/>
              </a:ext>
            </a:extLst>
          </p:cNvPr>
          <p:cNvSpPr/>
          <p:nvPr/>
        </p:nvSpPr>
        <p:spPr>
          <a:xfrm>
            <a:off x="797858" y="1276017"/>
            <a:ext cx="5438588" cy="5096477"/>
          </a:xfrm>
          <a:custGeom>
            <a:avLst/>
            <a:gdLst/>
            <a:ahLst/>
            <a:cxnLst/>
            <a:rect l="l" t="t" r="r" b="b"/>
            <a:pathLst>
              <a:path w="6635009" h="6635009">
                <a:moveTo>
                  <a:pt x="0" y="0"/>
                </a:moveTo>
                <a:lnTo>
                  <a:pt x="6635009" y="0"/>
                </a:lnTo>
                <a:lnTo>
                  <a:pt x="6635009" y="6635010"/>
                </a:lnTo>
                <a:lnTo>
                  <a:pt x="0" y="6635010"/>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AU"/>
          </a:p>
        </p:txBody>
      </p:sp>
      <p:sp>
        <p:nvSpPr>
          <p:cNvPr id="38" name="Multiplication Sign 37" descr="x marked on 4">
            <a:extLst>
              <a:ext uri="{FF2B5EF4-FFF2-40B4-BE49-F238E27FC236}">
                <a16:creationId xmlns:a16="http://schemas.microsoft.com/office/drawing/2014/main" id="{4E38C3BD-A31B-7A29-E032-DD49FC57C3A2}"/>
              </a:ext>
            </a:extLst>
          </p:cNvPr>
          <p:cNvSpPr/>
          <p:nvPr/>
        </p:nvSpPr>
        <p:spPr>
          <a:xfrm>
            <a:off x="2415027" y="1204513"/>
            <a:ext cx="609600" cy="690283"/>
          </a:xfrm>
          <a:prstGeom prst="mathMultiply">
            <a:avLst/>
          </a:prstGeom>
          <a:solidFill>
            <a:schemeClr val="tx2">
              <a:alpha val="7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34" name="Multiplication Sign 33" descr="x marked on 8">
            <a:extLst>
              <a:ext uri="{FF2B5EF4-FFF2-40B4-BE49-F238E27FC236}">
                <a16:creationId xmlns:a16="http://schemas.microsoft.com/office/drawing/2014/main" id="{618C2256-436F-2861-C07F-E6C2C980AE87}"/>
              </a:ext>
            </a:extLst>
          </p:cNvPr>
          <p:cNvSpPr/>
          <p:nvPr/>
        </p:nvSpPr>
        <p:spPr>
          <a:xfrm>
            <a:off x="4545962" y="1204514"/>
            <a:ext cx="609600" cy="690283"/>
          </a:xfrm>
          <a:prstGeom prst="mathMultiply">
            <a:avLst/>
          </a:prstGeom>
          <a:solidFill>
            <a:schemeClr val="accent3">
              <a:alpha val="83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42" name="Multiplication Sign 41" descr="x marked on 16">
            <a:extLst>
              <a:ext uri="{FF2B5EF4-FFF2-40B4-BE49-F238E27FC236}">
                <a16:creationId xmlns:a16="http://schemas.microsoft.com/office/drawing/2014/main" id="{6BB1D461-936D-0764-7C81-D3555631B9B1}"/>
              </a:ext>
            </a:extLst>
          </p:cNvPr>
          <p:cNvSpPr/>
          <p:nvPr/>
        </p:nvSpPr>
        <p:spPr>
          <a:xfrm>
            <a:off x="3507865" y="1712342"/>
            <a:ext cx="609600" cy="690283"/>
          </a:xfrm>
          <a:prstGeom prst="mathMultiply">
            <a:avLst/>
          </a:prstGeom>
          <a:solidFill>
            <a:schemeClr val="accent3">
              <a:alpha val="83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7" name="Multiplication Sign 26" descr="x marked on 20">
            <a:extLst>
              <a:ext uri="{FF2B5EF4-FFF2-40B4-BE49-F238E27FC236}">
                <a16:creationId xmlns:a16="http://schemas.microsoft.com/office/drawing/2014/main" id="{3D3C89C4-4A89-0E88-6964-CDB74D896597}"/>
              </a:ext>
            </a:extLst>
          </p:cNvPr>
          <p:cNvSpPr/>
          <p:nvPr/>
        </p:nvSpPr>
        <p:spPr>
          <a:xfrm>
            <a:off x="5626846" y="1688928"/>
            <a:ext cx="609600" cy="690283"/>
          </a:xfrm>
          <a:prstGeom prst="mathMultiply">
            <a:avLst/>
          </a:prstGeom>
          <a:solidFill>
            <a:schemeClr val="accent3">
              <a:alpha val="83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46" name="Multiplication Sign 45" descr="x marked on 32">
            <a:extLst>
              <a:ext uri="{FF2B5EF4-FFF2-40B4-BE49-F238E27FC236}">
                <a16:creationId xmlns:a16="http://schemas.microsoft.com/office/drawing/2014/main" id="{E034796A-1D08-A28D-90CD-F6CFA7D8A8FA}"/>
              </a:ext>
            </a:extLst>
          </p:cNvPr>
          <p:cNvSpPr/>
          <p:nvPr/>
        </p:nvSpPr>
        <p:spPr>
          <a:xfrm>
            <a:off x="1306286" y="2767048"/>
            <a:ext cx="609600" cy="690283"/>
          </a:xfrm>
          <a:prstGeom prst="mathMultiply">
            <a:avLst/>
          </a:prstGeom>
          <a:solidFill>
            <a:schemeClr val="tx2">
              <a:alpha val="7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8" name="Multiplication Sign 27" descr="x - marked on 40">
            <a:extLst>
              <a:ext uri="{FF2B5EF4-FFF2-40B4-BE49-F238E27FC236}">
                <a16:creationId xmlns:a16="http://schemas.microsoft.com/office/drawing/2014/main" id="{A5F3F99F-10F9-655A-D855-F515DA043BFD}"/>
              </a:ext>
            </a:extLst>
          </p:cNvPr>
          <p:cNvSpPr/>
          <p:nvPr/>
        </p:nvSpPr>
        <p:spPr>
          <a:xfrm>
            <a:off x="5626846" y="2738717"/>
            <a:ext cx="609600" cy="690283"/>
          </a:xfrm>
          <a:prstGeom prst="mathMultiply">
            <a:avLst/>
          </a:prstGeom>
          <a:solidFill>
            <a:schemeClr val="tx2">
              <a:alpha val="7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25" name="Picture 24" descr="A whiteboard drawn up with a column for Player 1, Player 2 and Factor or Multiple.&#10;&#10;The first row shows player 1 crossed out 20. The second row shows player 2 crossed out 40, which is a multiple. The next row shows player 1 crossed out 8, which is a factor. The next row shows that player 2 crossed out 4, which is a factor. The next row shows that player 1 crossed out 16, which is a multiple. The next row shows that player 2 crossed out 32, which is a multiple.">
            <a:extLst>
              <a:ext uri="{FF2B5EF4-FFF2-40B4-BE49-F238E27FC236}">
                <a16:creationId xmlns:a16="http://schemas.microsoft.com/office/drawing/2014/main" id="{AB563153-430A-DBF5-BBBD-313D3886AAA6}"/>
              </a:ext>
            </a:extLst>
          </p:cNvPr>
          <p:cNvPicPr>
            <a:picLocks noChangeAspect="1"/>
          </p:cNvPicPr>
          <p:nvPr/>
        </p:nvPicPr>
        <p:blipFill>
          <a:blip r:embed="rId5"/>
          <a:stretch>
            <a:fillRect/>
          </a:stretch>
        </p:blipFill>
        <p:spPr>
          <a:xfrm>
            <a:off x="7341239" y="1276017"/>
            <a:ext cx="3338216" cy="4921624"/>
          </a:xfrm>
          <a:prstGeom prst="rect">
            <a:avLst/>
          </a:prstGeom>
        </p:spPr>
      </p:pic>
      <p:sp>
        <p:nvSpPr>
          <p:cNvPr id="29" name="TextBox 28">
            <a:extLst>
              <a:ext uri="{FF2B5EF4-FFF2-40B4-BE49-F238E27FC236}">
                <a16:creationId xmlns:a16="http://schemas.microsoft.com/office/drawing/2014/main" id="{A262F48B-0D55-35F1-C54E-04919710F86A}"/>
              </a:ext>
              <a:ext uri="{C183D7F6-B498-43B3-948B-1728B52AA6E4}">
                <adec:decorative xmlns:adec="http://schemas.microsoft.com/office/drawing/2017/decorative" val="1"/>
              </a:ext>
            </a:extLst>
          </p:cNvPr>
          <p:cNvSpPr txBox="1"/>
          <p:nvPr/>
        </p:nvSpPr>
        <p:spPr>
          <a:xfrm>
            <a:off x="7863927" y="2379211"/>
            <a:ext cx="740228" cy="359506"/>
          </a:xfrm>
          <a:prstGeom prst="rect">
            <a:avLst/>
          </a:prstGeom>
          <a:noFill/>
        </p:spPr>
        <p:txBody>
          <a:bodyPr wrap="square" lIns="0" tIns="0" rIns="0" bIns="0" rtlCol="0">
            <a:noAutofit/>
          </a:bodyPr>
          <a:lstStyle/>
          <a:p>
            <a:pPr algn="l"/>
            <a:r>
              <a:rPr lang="en-AU" b="1">
                <a:solidFill>
                  <a:schemeClr val="accent2"/>
                </a:solidFill>
              </a:rPr>
              <a:t>20</a:t>
            </a:r>
          </a:p>
        </p:txBody>
      </p:sp>
      <p:cxnSp>
        <p:nvCxnSpPr>
          <p:cNvPr id="31" name="Straight Connector 30">
            <a:extLst>
              <a:ext uri="{FF2B5EF4-FFF2-40B4-BE49-F238E27FC236}">
                <a16:creationId xmlns:a16="http://schemas.microsoft.com/office/drawing/2014/main" id="{41AE66F9-8E10-53EB-68F0-65D2C135FE66}"/>
              </a:ext>
              <a:ext uri="{C183D7F6-B498-43B3-948B-1728B52AA6E4}">
                <adec:decorative xmlns:adec="http://schemas.microsoft.com/office/drawing/2017/decorative" val="1"/>
              </a:ext>
            </a:extLst>
          </p:cNvPr>
          <p:cNvCxnSpPr/>
          <p:nvPr/>
        </p:nvCxnSpPr>
        <p:spPr>
          <a:xfrm>
            <a:off x="7863927" y="2926080"/>
            <a:ext cx="2412187" cy="0"/>
          </a:xfrm>
          <a:prstGeom prst="line">
            <a:avLst/>
          </a:prstGeom>
          <a:ln w="38100">
            <a:solidFill>
              <a:schemeClr val="tx2"/>
            </a:solidFill>
            <a:prstDash val="lgDash"/>
          </a:ln>
        </p:spPr>
        <p:style>
          <a:lnRef idx="1">
            <a:schemeClr val="accent1"/>
          </a:lnRef>
          <a:fillRef idx="0">
            <a:schemeClr val="accent1"/>
          </a:fillRef>
          <a:effectRef idx="0">
            <a:schemeClr val="accent1"/>
          </a:effectRef>
          <a:fontRef idx="minor">
            <a:schemeClr val="tx1"/>
          </a:fontRef>
        </p:style>
      </p:cxnSp>
      <p:sp>
        <p:nvSpPr>
          <p:cNvPr id="32" name="TextBox 31">
            <a:extLst>
              <a:ext uri="{FF2B5EF4-FFF2-40B4-BE49-F238E27FC236}">
                <a16:creationId xmlns:a16="http://schemas.microsoft.com/office/drawing/2014/main" id="{BAF797D1-3383-FAD3-148F-2CA8C4CE4C83}"/>
              </a:ext>
              <a:ext uri="{C183D7F6-B498-43B3-948B-1728B52AA6E4}">
                <adec:decorative xmlns:adec="http://schemas.microsoft.com/office/drawing/2017/decorative" val="1"/>
              </a:ext>
            </a:extLst>
          </p:cNvPr>
          <p:cNvSpPr txBox="1"/>
          <p:nvPr/>
        </p:nvSpPr>
        <p:spPr>
          <a:xfrm>
            <a:off x="8826224" y="3116744"/>
            <a:ext cx="740228" cy="359506"/>
          </a:xfrm>
          <a:prstGeom prst="rect">
            <a:avLst/>
          </a:prstGeom>
          <a:noFill/>
        </p:spPr>
        <p:txBody>
          <a:bodyPr wrap="square" lIns="0" tIns="0" rIns="0" bIns="0" rtlCol="0">
            <a:noAutofit/>
          </a:bodyPr>
          <a:lstStyle/>
          <a:p>
            <a:pPr algn="l"/>
            <a:r>
              <a:rPr lang="en-AU" b="1">
                <a:solidFill>
                  <a:schemeClr val="tx2"/>
                </a:solidFill>
              </a:rPr>
              <a:t>40</a:t>
            </a:r>
          </a:p>
        </p:txBody>
      </p:sp>
      <p:sp>
        <p:nvSpPr>
          <p:cNvPr id="33" name="TextBox 32">
            <a:extLst>
              <a:ext uri="{FF2B5EF4-FFF2-40B4-BE49-F238E27FC236}">
                <a16:creationId xmlns:a16="http://schemas.microsoft.com/office/drawing/2014/main" id="{03894402-15FE-EFE5-29FB-87D7C9A149BC}"/>
              </a:ext>
              <a:ext uri="{C183D7F6-B498-43B3-948B-1728B52AA6E4}">
                <adec:decorative xmlns:adec="http://schemas.microsoft.com/office/drawing/2017/decorative" val="1"/>
              </a:ext>
            </a:extLst>
          </p:cNvPr>
          <p:cNvSpPr txBox="1"/>
          <p:nvPr/>
        </p:nvSpPr>
        <p:spPr>
          <a:xfrm>
            <a:off x="9752839" y="3112190"/>
            <a:ext cx="740228" cy="359506"/>
          </a:xfrm>
          <a:prstGeom prst="rect">
            <a:avLst/>
          </a:prstGeom>
          <a:noFill/>
        </p:spPr>
        <p:txBody>
          <a:bodyPr wrap="square" lIns="0" tIns="0" rIns="0" bIns="0" rtlCol="0">
            <a:noAutofit/>
          </a:bodyPr>
          <a:lstStyle/>
          <a:p>
            <a:pPr algn="l"/>
            <a:r>
              <a:rPr lang="en-AU" b="1">
                <a:solidFill>
                  <a:schemeClr val="tx2"/>
                </a:solidFill>
              </a:rPr>
              <a:t>M</a:t>
            </a:r>
          </a:p>
        </p:txBody>
      </p:sp>
      <p:cxnSp>
        <p:nvCxnSpPr>
          <p:cNvPr id="37" name="Straight Connector 36">
            <a:extLst>
              <a:ext uri="{FF2B5EF4-FFF2-40B4-BE49-F238E27FC236}">
                <a16:creationId xmlns:a16="http://schemas.microsoft.com/office/drawing/2014/main" id="{423831B8-9C69-1169-9BD4-A28C78A5740B}"/>
              </a:ext>
              <a:ext uri="{C183D7F6-B498-43B3-948B-1728B52AA6E4}">
                <adec:decorative xmlns:adec="http://schemas.microsoft.com/office/drawing/2017/decorative" val="1"/>
              </a:ext>
            </a:extLst>
          </p:cNvPr>
          <p:cNvCxnSpPr/>
          <p:nvPr/>
        </p:nvCxnSpPr>
        <p:spPr>
          <a:xfrm>
            <a:off x="7863927" y="3566057"/>
            <a:ext cx="2412187" cy="0"/>
          </a:xfrm>
          <a:prstGeom prst="line">
            <a:avLst/>
          </a:prstGeom>
          <a:ln w="38100">
            <a:solidFill>
              <a:schemeClr val="accent2"/>
            </a:solidFill>
            <a:prstDash val="lgDash"/>
          </a:ln>
        </p:spPr>
        <p:style>
          <a:lnRef idx="1">
            <a:schemeClr val="accent1"/>
          </a:lnRef>
          <a:fillRef idx="0">
            <a:schemeClr val="accent1"/>
          </a:fillRef>
          <a:effectRef idx="0">
            <a:schemeClr val="accent1"/>
          </a:effectRef>
          <a:fontRef idx="minor">
            <a:schemeClr val="tx1"/>
          </a:fontRef>
        </p:style>
      </p:cxnSp>
      <p:sp>
        <p:nvSpPr>
          <p:cNvPr id="35" name="TextBox 34">
            <a:extLst>
              <a:ext uri="{FF2B5EF4-FFF2-40B4-BE49-F238E27FC236}">
                <a16:creationId xmlns:a16="http://schemas.microsoft.com/office/drawing/2014/main" id="{5D6606F0-6C61-7ED5-3435-9E95858A9FD5}"/>
              </a:ext>
              <a:ext uri="{C183D7F6-B498-43B3-948B-1728B52AA6E4}">
                <adec:decorative xmlns:adec="http://schemas.microsoft.com/office/drawing/2017/decorative" val="1"/>
              </a:ext>
            </a:extLst>
          </p:cNvPr>
          <p:cNvSpPr txBox="1"/>
          <p:nvPr/>
        </p:nvSpPr>
        <p:spPr>
          <a:xfrm>
            <a:off x="7863927" y="3671813"/>
            <a:ext cx="740228" cy="359506"/>
          </a:xfrm>
          <a:prstGeom prst="rect">
            <a:avLst/>
          </a:prstGeom>
          <a:noFill/>
        </p:spPr>
        <p:txBody>
          <a:bodyPr wrap="square" lIns="0" tIns="0" rIns="0" bIns="0" rtlCol="0">
            <a:noAutofit/>
          </a:bodyPr>
          <a:lstStyle/>
          <a:p>
            <a:pPr algn="l"/>
            <a:r>
              <a:rPr lang="en-AU" b="1">
                <a:solidFill>
                  <a:schemeClr val="accent2"/>
                </a:solidFill>
              </a:rPr>
              <a:t>8</a:t>
            </a:r>
          </a:p>
        </p:txBody>
      </p:sp>
      <p:sp>
        <p:nvSpPr>
          <p:cNvPr id="36" name="TextBox 35">
            <a:extLst>
              <a:ext uri="{FF2B5EF4-FFF2-40B4-BE49-F238E27FC236}">
                <a16:creationId xmlns:a16="http://schemas.microsoft.com/office/drawing/2014/main" id="{A5843270-6DAF-FEF5-A0E7-29D2380A69A2}"/>
              </a:ext>
              <a:ext uri="{C183D7F6-B498-43B3-948B-1728B52AA6E4}">
                <adec:decorative xmlns:adec="http://schemas.microsoft.com/office/drawing/2017/decorative" val="1"/>
              </a:ext>
            </a:extLst>
          </p:cNvPr>
          <p:cNvSpPr txBox="1"/>
          <p:nvPr/>
        </p:nvSpPr>
        <p:spPr>
          <a:xfrm>
            <a:off x="9801063" y="3671813"/>
            <a:ext cx="740228" cy="359506"/>
          </a:xfrm>
          <a:prstGeom prst="rect">
            <a:avLst/>
          </a:prstGeom>
          <a:noFill/>
        </p:spPr>
        <p:txBody>
          <a:bodyPr wrap="square" lIns="0" tIns="0" rIns="0" bIns="0" rtlCol="0">
            <a:noAutofit/>
          </a:bodyPr>
          <a:lstStyle/>
          <a:p>
            <a:pPr algn="l"/>
            <a:r>
              <a:rPr lang="en-AU" b="1">
                <a:solidFill>
                  <a:schemeClr val="accent2"/>
                </a:solidFill>
              </a:rPr>
              <a:t>F</a:t>
            </a:r>
          </a:p>
        </p:txBody>
      </p:sp>
      <p:cxnSp>
        <p:nvCxnSpPr>
          <p:cNvPr id="41" name="Straight Connector 40">
            <a:extLst>
              <a:ext uri="{FF2B5EF4-FFF2-40B4-BE49-F238E27FC236}">
                <a16:creationId xmlns:a16="http://schemas.microsoft.com/office/drawing/2014/main" id="{587FD7B9-D8D4-615A-2C79-648E36DBE41B}"/>
              </a:ext>
              <a:ext uri="{C183D7F6-B498-43B3-948B-1728B52AA6E4}">
                <adec:decorative xmlns:adec="http://schemas.microsoft.com/office/drawing/2017/decorative" val="1"/>
              </a:ext>
            </a:extLst>
          </p:cNvPr>
          <p:cNvCxnSpPr/>
          <p:nvPr/>
        </p:nvCxnSpPr>
        <p:spPr>
          <a:xfrm>
            <a:off x="7863926" y="4143000"/>
            <a:ext cx="2412187" cy="0"/>
          </a:xfrm>
          <a:prstGeom prst="line">
            <a:avLst/>
          </a:prstGeom>
          <a:ln w="38100">
            <a:solidFill>
              <a:schemeClr val="tx2"/>
            </a:solidFill>
            <a:prstDash val="lgDash"/>
          </a:ln>
        </p:spPr>
        <p:style>
          <a:lnRef idx="1">
            <a:schemeClr val="accent1"/>
          </a:lnRef>
          <a:fillRef idx="0">
            <a:schemeClr val="accent1"/>
          </a:fillRef>
          <a:effectRef idx="0">
            <a:schemeClr val="accent1"/>
          </a:effectRef>
          <a:fontRef idx="minor">
            <a:schemeClr val="tx1"/>
          </a:fontRef>
        </p:style>
      </p:cxnSp>
      <p:sp>
        <p:nvSpPr>
          <p:cNvPr id="39" name="TextBox 38">
            <a:extLst>
              <a:ext uri="{FF2B5EF4-FFF2-40B4-BE49-F238E27FC236}">
                <a16:creationId xmlns:a16="http://schemas.microsoft.com/office/drawing/2014/main" id="{D838437A-33B6-932C-533D-FCCF9F66C068}"/>
              </a:ext>
              <a:ext uri="{C183D7F6-B498-43B3-948B-1728B52AA6E4}">
                <adec:decorative xmlns:adec="http://schemas.microsoft.com/office/drawing/2017/decorative" val="1"/>
              </a:ext>
            </a:extLst>
          </p:cNvPr>
          <p:cNvSpPr txBox="1"/>
          <p:nvPr/>
        </p:nvSpPr>
        <p:spPr>
          <a:xfrm>
            <a:off x="8826224" y="4252782"/>
            <a:ext cx="740228" cy="359506"/>
          </a:xfrm>
          <a:prstGeom prst="rect">
            <a:avLst/>
          </a:prstGeom>
          <a:noFill/>
        </p:spPr>
        <p:txBody>
          <a:bodyPr wrap="square" lIns="0" tIns="0" rIns="0" bIns="0" rtlCol="0">
            <a:noAutofit/>
          </a:bodyPr>
          <a:lstStyle/>
          <a:p>
            <a:pPr algn="l"/>
            <a:r>
              <a:rPr lang="en-AU" b="1">
                <a:solidFill>
                  <a:schemeClr val="tx2"/>
                </a:solidFill>
              </a:rPr>
              <a:t>4</a:t>
            </a:r>
          </a:p>
        </p:txBody>
      </p:sp>
      <p:sp>
        <p:nvSpPr>
          <p:cNvPr id="40" name="TextBox 39">
            <a:extLst>
              <a:ext uri="{FF2B5EF4-FFF2-40B4-BE49-F238E27FC236}">
                <a16:creationId xmlns:a16="http://schemas.microsoft.com/office/drawing/2014/main" id="{91FC753F-2494-286F-8E5B-ABF0A2DCDEFF}"/>
              </a:ext>
              <a:ext uri="{C183D7F6-B498-43B3-948B-1728B52AA6E4}">
                <adec:decorative xmlns:adec="http://schemas.microsoft.com/office/drawing/2017/decorative" val="1"/>
              </a:ext>
            </a:extLst>
          </p:cNvPr>
          <p:cNvSpPr txBox="1"/>
          <p:nvPr/>
        </p:nvSpPr>
        <p:spPr>
          <a:xfrm>
            <a:off x="9776571" y="4252782"/>
            <a:ext cx="740228" cy="359506"/>
          </a:xfrm>
          <a:prstGeom prst="rect">
            <a:avLst/>
          </a:prstGeom>
          <a:noFill/>
        </p:spPr>
        <p:txBody>
          <a:bodyPr wrap="square" lIns="0" tIns="0" rIns="0" bIns="0" rtlCol="0">
            <a:noAutofit/>
          </a:bodyPr>
          <a:lstStyle/>
          <a:p>
            <a:pPr algn="l"/>
            <a:r>
              <a:rPr lang="en-AU" b="1">
                <a:solidFill>
                  <a:schemeClr val="tx2"/>
                </a:solidFill>
              </a:rPr>
              <a:t>F</a:t>
            </a:r>
          </a:p>
        </p:txBody>
      </p:sp>
      <p:cxnSp>
        <p:nvCxnSpPr>
          <p:cNvPr id="45" name="Straight Connector 44">
            <a:extLst>
              <a:ext uri="{FF2B5EF4-FFF2-40B4-BE49-F238E27FC236}">
                <a16:creationId xmlns:a16="http://schemas.microsoft.com/office/drawing/2014/main" id="{A7C2DC49-B69B-E1BE-21D4-461A8031822F}"/>
              </a:ext>
              <a:ext uri="{C183D7F6-B498-43B3-948B-1728B52AA6E4}">
                <adec:decorative xmlns:adec="http://schemas.microsoft.com/office/drawing/2017/decorative" val="1"/>
              </a:ext>
            </a:extLst>
          </p:cNvPr>
          <p:cNvCxnSpPr/>
          <p:nvPr/>
        </p:nvCxnSpPr>
        <p:spPr>
          <a:xfrm>
            <a:off x="7859115" y="4719943"/>
            <a:ext cx="2412187" cy="0"/>
          </a:xfrm>
          <a:prstGeom prst="line">
            <a:avLst/>
          </a:prstGeom>
          <a:ln w="38100">
            <a:solidFill>
              <a:schemeClr val="accent2"/>
            </a:solidFill>
            <a:prstDash val="lgDash"/>
          </a:ln>
        </p:spPr>
        <p:style>
          <a:lnRef idx="1">
            <a:schemeClr val="accent1"/>
          </a:lnRef>
          <a:fillRef idx="0">
            <a:schemeClr val="accent1"/>
          </a:fillRef>
          <a:effectRef idx="0">
            <a:schemeClr val="accent1"/>
          </a:effectRef>
          <a:fontRef idx="minor">
            <a:schemeClr val="tx1"/>
          </a:fontRef>
        </p:style>
      </p:cxnSp>
      <p:sp>
        <p:nvSpPr>
          <p:cNvPr id="43" name="TextBox 42">
            <a:extLst>
              <a:ext uri="{FF2B5EF4-FFF2-40B4-BE49-F238E27FC236}">
                <a16:creationId xmlns:a16="http://schemas.microsoft.com/office/drawing/2014/main" id="{4DC1AD89-C703-84BA-ACFE-B43380C3F9D1}"/>
              </a:ext>
              <a:ext uri="{C183D7F6-B498-43B3-948B-1728B52AA6E4}">
                <adec:decorative xmlns:adec="http://schemas.microsoft.com/office/drawing/2017/decorative" val="1"/>
              </a:ext>
            </a:extLst>
          </p:cNvPr>
          <p:cNvSpPr txBox="1"/>
          <p:nvPr/>
        </p:nvSpPr>
        <p:spPr>
          <a:xfrm>
            <a:off x="7863927" y="4790588"/>
            <a:ext cx="740228" cy="359506"/>
          </a:xfrm>
          <a:prstGeom prst="rect">
            <a:avLst/>
          </a:prstGeom>
          <a:noFill/>
        </p:spPr>
        <p:txBody>
          <a:bodyPr wrap="square" lIns="0" tIns="0" rIns="0" bIns="0" rtlCol="0">
            <a:noAutofit/>
          </a:bodyPr>
          <a:lstStyle/>
          <a:p>
            <a:pPr algn="l"/>
            <a:r>
              <a:rPr lang="en-AU" b="1">
                <a:solidFill>
                  <a:schemeClr val="accent2"/>
                </a:solidFill>
              </a:rPr>
              <a:t>16</a:t>
            </a:r>
          </a:p>
        </p:txBody>
      </p:sp>
      <p:sp>
        <p:nvSpPr>
          <p:cNvPr id="44" name="TextBox 43">
            <a:extLst>
              <a:ext uri="{FF2B5EF4-FFF2-40B4-BE49-F238E27FC236}">
                <a16:creationId xmlns:a16="http://schemas.microsoft.com/office/drawing/2014/main" id="{64ACDB43-55A4-D791-F38B-7FCA49B149D6}"/>
              </a:ext>
              <a:ext uri="{C183D7F6-B498-43B3-948B-1728B52AA6E4}">
                <adec:decorative xmlns:adec="http://schemas.microsoft.com/office/drawing/2017/decorative" val="1"/>
              </a:ext>
            </a:extLst>
          </p:cNvPr>
          <p:cNvSpPr txBox="1"/>
          <p:nvPr/>
        </p:nvSpPr>
        <p:spPr>
          <a:xfrm>
            <a:off x="9708948" y="4825698"/>
            <a:ext cx="740228" cy="359506"/>
          </a:xfrm>
          <a:prstGeom prst="rect">
            <a:avLst/>
          </a:prstGeom>
          <a:noFill/>
        </p:spPr>
        <p:txBody>
          <a:bodyPr wrap="square" lIns="0" tIns="0" rIns="0" bIns="0" rtlCol="0">
            <a:noAutofit/>
          </a:bodyPr>
          <a:lstStyle/>
          <a:p>
            <a:pPr algn="l"/>
            <a:r>
              <a:rPr lang="en-AU" b="1">
                <a:solidFill>
                  <a:schemeClr val="accent2"/>
                </a:solidFill>
              </a:rPr>
              <a:t>M</a:t>
            </a:r>
          </a:p>
        </p:txBody>
      </p:sp>
      <p:cxnSp>
        <p:nvCxnSpPr>
          <p:cNvPr id="49" name="Straight Connector 48">
            <a:extLst>
              <a:ext uri="{FF2B5EF4-FFF2-40B4-BE49-F238E27FC236}">
                <a16:creationId xmlns:a16="http://schemas.microsoft.com/office/drawing/2014/main" id="{D6203EC8-4293-8D31-2DC4-32C2EBD69C31}"/>
              </a:ext>
              <a:ext uri="{C183D7F6-B498-43B3-948B-1728B52AA6E4}">
                <adec:decorative xmlns:adec="http://schemas.microsoft.com/office/drawing/2017/decorative" val="1"/>
              </a:ext>
            </a:extLst>
          </p:cNvPr>
          <p:cNvCxnSpPr/>
          <p:nvPr/>
        </p:nvCxnSpPr>
        <p:spPr>
          <a:xfrm>
            <a:off x="7859114" y="5269139"/>
            <a:ext cx="2412187" cy="0"/>
          </a:xfrm>
          <a:prstGeom prst="line">
            <a:avLst/>
          </a:prstGeom>
          <a:ln w="38100">
            <a:solidFill>
              <a:schemeClr val="tx2"/>
            </a:solidFill>
            <a:prstDash val="lgDash"/>
          </a:ln>
        </p:spPr>
        <p:style>
          <a:lnRef idx="1">
            <a:schemeClr val="accent1"/>
          </a:lnRef>
          <a:fillRef idx="0">
            <a:schemeClr val="accent1"/>
          </a:fillRef>
          <a:effectRef idx="0">
            <a:schemeClr val="accent1"/>
          </a:effectRef>
          <a:fontRef idx="minor">
            <a:schemeClr val="tx1"/>
          </a:fontRef>
        </p:style>
      </p:cxnSp>
      <p:sp>
        <p:nvSpPr>
          <p:cNvPr id="47" name="TextBox 46">
            <a:extLst>
              <a:ext uri="{FF2B5EF4-FFF2-40B4-BE49-F238E27FC236}">
                <a16:creationId xmlns:a16="http://schemas.microsoft.com/office/drawing/2014/main" id="{B3C1C6DA-86DD-556B-47FB-97F3F2576A26}"/>
              </a:ext>
              <a:ext uri="{C183D7F6-B498-43B3-948B-1728B52AA6E4}">
                <adec:decorative xmlns:adec="http://schemas.microsoft.com/office/drawing/2017/decorative" val="1"/>
              </a:ext>
            </a:extLst>
          </p:cNvPr>
          <p:cNvSpPr txBox="1"/>
          <p:nvPr/>
        </p:nvSpPr>
        <p:spPr>
          <a:xfrm>
            <a:off x="8796856" y="5353075"/>
            <a:ext cx="740228" cy="359506"/>
          </a:xfrm>
          <a:prstGeom prst="rect">
            <a:avLst/>
          </a:prstGeom>
          <a:noFill/>
        </p:spPr>
        <p:txBody>
          <a:bodyPr wrap="square" lIns="0" tIns="0" rIns="0" bIns="0" rtlCol="0">
            <a:noAutofit/>
          </a:bodyPr>
          <a:lstStyle/>
          <a:p>
            <a:pPr algn="l"/>
            <a:r>
              <a:rPr lang="en-AU" b="1">
                <a:solidFill>
                  <a:schemeClr val="tx2"/>
                </a:solidFill>
              </a:rPr>
              <a:t>16</a:t>
            </a:r>
          </a:p>
        </p:txBody>
      </p:sp>
      <p:sp>
        <p:nvSpPr>
          <p:cNvPr id="48" name="TextBox 47">
            <a:extLst>
              <a:ext uri="{FF2B5EF4-FFF2-40B4-BE49-F238E27FC236}">
                <a16:creationId xmlns:a16="http://schemas.microsoft.com/office/drawing/2014/main" id="{CDA6F085-7277-4E96-01A3-2EA672823CB3}"/>
              </a:ext>
              <a:ext uri="{C183D7F6-B498-43B3-948B-1728B52AA6E4}">
                <adec:decorative xmlns:adec="http://schemas.microsoft.com/office/drawing/2017/decorative" val="1"/>
              </a:ext>
            </a:extLst>
          </p:cNvPr>
          <p:cNvSpPr txBox="1"/>
          <p:nvPr/>
        </p:nvSpPr>
        <p:spPr>
          <a:xfrm>
            <a:off x="9738155" y="5353075"/>
            <a:ext cx="740228" cy="359506"/>
          </a:xfrm>
          <a:prstGeom prst="rect">
            <a:avLst/>
          </a:prstGeom>
          <a:noFill/>
        </p:spPr>
        <p:txBody>
          <a:bodyPr wrap="square" lIns="0" tIns="0" rIns="0" bIns="0" rtlCol="0">
            <a:noAutofit/>
          </a:bodyPr>
          <a:lstStyle/>
          <a:p>
            <a:pPr algn="l"/>
            <a:r>
              <a:rPr lang="en-AU" b="1">
                <a:solidFill>
                  <a:schemeClr val="tx2"/>
                </a:solidFill>
              </a:rPr>
              <a:t>M</a:t>
            </a:r>
          </a:p>
        </p:txBody>
      </p:sp>
      <p:sp>
        <p:nvSpPr>
          <p:cNvPr id="2" name="Slide Number Placeholder 1">
            <a:extLst>
              <a:ext uri="{FF2B5EF4-FFF2-40B4-BE49-F238E27FC236}">
                <a16:creationId xmlns:a16="http://schemas.microsoft.com/office/drawing/2014/main" id="{5B1015B8-4B7B-5E27-FE5A-8B7B8AE6D31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32</a:t>
            </a:fld>
            <a:endParaRPr lang="en-AU"/>
          </a:p>
        </p:txBody>
      </p:sp>
    </p:spTree>
    <p:extLst>
      <p:ext uri="{BB962C8B-B14F-4D97-AF65-F5344CB8AC3E}">
        <p14:creationId xmlns:p14="http://schemas.microsoft.com/office/powerpoint/2010/main" val="24126726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3"/>
                                        </p:tgtEl>
                                        <p:attrNameLst>
                                          <p:attrName>style.visibility</p:attrName>
                                        </p:attrNameLst>
                                      </p:cBhvr>
                                      <p:to>
                                        <p:strVal val="visible"/>
                                      </p:to>
                                    </p:set>
                                  </p:childTnLst>
                                </p:cTn>
                              </p:par>
                              <p:par>
                                <p:cTn id="15" presetID="1" presetClass="entr" presetSubtype="0" fill="hold" grpId="1" nodeType="withEffect">
                                  <p:stCondLst>
                                    <p:cond delay="0"/>
                                  </p:stCondLst>
                                  <p:childTnLst>
                                    <p:set>
                                      <p:cBhvr>
                                        <p:cTn id="16" dur="1" fill="hold">
                                          <p:stCondLst>
                                            <p:cond delay="0"/>
                                          </p:stCondLst>
                                        </p:cTn>
                                        <p:tgtEl>
                                          <p:spTgt spid="33"/>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1"/>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8"/>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4"/>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5"/>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6"/>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7"/>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8"/>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39"/>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40"/>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41"/>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42"/>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43"/>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44"/>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45"/>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46"/>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47"/>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48"/>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4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animBg="1"/>
      <p:bldP spid="34" grpId="0" animBg="1"/>
      <p:bldP spid="42" grpId="0" animBg="1"/>
      <p:bldP spid="27" grpId="0" animBg="1"/>
      <p:bldP spid="46" grpId="0" animBg="1"/>
      <p:bldP spid="28" grpId="0" animBg="1"/>
      <p:bldP spid="29" grpId="0"/>
      <p:bldP spid="32" grpId="0"/>
      <p:bldP spid="33" grpId="0"/>
      <p:bldP spid="33" grpId="1"/>
      <p:bldP spid="35" grpId="0"/>
      <p:bldP spid="36" grpId="0"/>
      <p:bldP spid="39" grpId="0"/>
      <p:bldP spid="40" grpId="0"/>
      <p:bldP spid="43" grpId="0"/>
      <p:bldP spid="44" grpId="0"/>
      <p:bldP spid="47" grpId="0"/>
      <p:bldP spid="48"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0FE969-6427-B4CC-9D22-A9702C3552C7}"/>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C5E887C5-E8F6-203B-99C2-DCBB078A85C7}"/>
              </a:ext>
            </a:extLst>
          </p:cNvPr>
          <p:cNvSpPr>
            <a:spLocks noGrp="1"/>
          </p:cNvSpPr>
          <p:nvPr>
            <p:ph type="ctrTitle"/>
          </p:nvPr>
        </p:nvSpPr>
        <p:spPr/>
        <p:txBody>
          <a:bodyPr/>
          <a:lstStyle/>
          <a:p>
            <a:r>
              <a:rPr lang="en-AU">
                <a:latin typeface="+mj-lt"/>
              </a:rPr>
              <a:t>Review of learning 5</a:t>
            </a:r>
          </a:p>
        </p:txBody>
      </p:sp>
    </p:spTree>
    <p:extLst>
      <p:ext uri="{BB962C8B-B14F-4D97-AF65-F5344CB8AC3E}">
        <p14:creationId xmlns:p14="http://schemas.microsoft.com/office/powerpoint/2010/main" val="4119315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D39682-B13B-E2E6-A499-AE7CFEE8DFF7}"/>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4AD856DE-9E15-F340-6484-81955C31DCF4}"/>
              </a:ext>
            </a:extLst>
          </p:cNvPr>
          <p:cNvSpPr>
            <a:spLocks noGrp="1"/>
          </p:cNvSpPr>
          <p:nvPr>
            <p:ph type="title"/>
          </p:nvPr>
        </p:nvSpPr>
        <p:spPr>
          <a:xfrm>
            <a:off x="360000" y="360000"/>
            <a:ext cx="9901600" cy="545601"/>
          </a:xfrm>
        </p:spPr>
        <p:txBody>
          <a:bodyPr/>
          <a:lstStyle/>
          <a:p>
            <a:r>
              <a:rPr lang="en-US"/>
              <a:t>Multiple choice </a:t>
            </a:r>
            <a:r>
              <a:rPr lang="en-US">
                <a:solidFill>
                  <a:schemeClr val="bg1"/>
                </a:solidFill>
              </a:rPr>
              <a:t>(3)</a:t>
            </a:r>
          </a:p>
        </p:txBody>
      </p:sp>
      <p:pic>
        <p:nvPicPr>
          <p:cNvPr id="4" name="Picture 3">
            <a:extLst>
              <a:ext uri="{FF2B5EF4-FFF2-40B4-BE49-F238E27FC236}">
                <a16:creationId xmlns:a16="http://schemas.microsoft.com/office/drawing/2014/main" id="{66E99097-B223-76CB-98A1-2D5773AF8E9E}"/>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15" name="Text Placeholder">
            <a:extLst>
              <a:ext uri="{FF2B5EF4-FFF2-40B4-BE49-F238E27FC236}">
                <a16:creationId xmlns:a16="http://schemas.microsoft.com/office/drawing/2014/main" id="{C96A552F-AC6B-6B29-144E-B61A631E97CE}"/>
              </a:ext>
            </a:extLst>
          </p:cNvPr>
          <p:cNvSpPr>
            <a:spLocks noGrp="1"/>
          </p:cNvSpPr>
          <p:nvPr>
            <p:ph type="body" sz="quarter" idx="28"/>
          </p:nvPr>
        </p:nvSpPr>
        <p:spPr>
          <a:xfrm>
            <a:off x="360000" y="1127067"/>
            <a:ext cx="11243037" cy="754243"/>
          </a:xfrm>
        </p:spPr>
        <p:txBody>
          <a:bodyPr/>
          <a:lstStyle/>
          <a:p>
            <a:r>
              <a:rPr lang="en-US" sz="4400"/>
              <a:t>What is the </a:t>
            </a:r>
            <a:r>
              <a:rPr lang="en-US" sz="4400" b="1"/>
              <a:t>answer</a:t>
            </a:r>
            <a:r>
              <a:rPr lang="en-US" sz="4400"/>
              <a:t> to this </a:t>
            </a:r>
            <a:r>
              <a:rPr lang="en-US" sz="4400" b="1"/>
              <a:t>equation</a:t>
            </a:r>
            <a:r>
              <a:rPr lang="en-US" sz="4400"/>
              <a:t>?</a:t>
            </a:r>
          </a:p>
          <a:p>
            <a:endParaRPr lang="en-US" sz="4400"/>
          </a:p>
        </p:txBody>
      </p:sp>
      <p:sp>
        <p:nvSpPr>
          <p:cNvPr id="9" name="B">
            <a:extLst>
              <a:ext uri="{FF2B5EF4-FFF2-40B4-BE49-F238E27FC236}">
                <a16:creationId xmlns:a16="http://schemas.microsoft.com/office/drawing/2014/main" id="{8B0BBB3C-FC71-5899-8378-058EBBB23E5C}"/>
              </a:ext>
            </a:extLst>
          </p:cNvPr>
          <p:cNvSpPr txBox="1"/>
          <p:nvPr/>
        </p:nvSpPr>
        <p:spPr>
          <a:xfrm>
            <a:off x="670557" y="2513293"/>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A</a:t>
            </a:r>
          </a:p>
        </p:txBody>
      </p:sp>
      <p:sp>
        <p:nvSpPr>
          <p:cNvPr id="18" name="A text">
            <a:extLst>
              <a:ext uri="{FF2B5EF4-FFF2-40B4-BE49-F238E27FC236}">
                <a16:creationId xmlns:a16="http://schemas.microsoft.com/office/drawing/2014/main" id="{617CAF57-D7E5-901C-098A-364EC0461F45}"/>
              </a:ext>
            </a:extLst>
          </p:cNvPr>
          <p:cNvSpPr>
            <a:spLocks noGrp="1"/>
          </p:cNvSpPr>
          <p:nvPr>
            <p:ph type="body" sz="quarter" idx="31"/>
          </p:nvPr>
        </p:nvSpPr>
        <p:spPr>
          <a:xfrm>
            <a:off x="1345520" y="2539270"/>
            <a:ext cx="10175920" cy="641396"/>
          </a:xfrm>
        </p:spPr>
        <p:txBody>
          <a:bodyPr anchor="ctr"/>
          <a:lstStyle/>
          <a:p>
            <a:r>
              <a:rPr lang="en-US" sz="3600"/>
              <a:t>5611</a:t>
            </a:r>
          </a:p>
        </p:txBody>
      </p:sp>
      <p:sp>
        <p:nvSpPr>
          <p:cNvPr id="10" name="B">
            <a:extLst>
              <a:ext uri="{FF2B5EF4-FFF2-40B4-BE49-F238E27FC236}">
                <a16:creationId xmlns:a16="http://schemas.microsoft.com/office/drawing/2014/main" id="{1BD38033-43C3-A0A1-88CB-3ABF45A80763}"/>
              </a:ext>
            </a:extLst>
          </p:cNvPr>
          <p:cNvSpPr txBox="1"/>
          <p:nvPr/>
        </p:nvSpPr>
        <p:spPr>
          <a:xfrm>
            <a:off x="670559" y="357144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B</a:t>
            </a:r>
          </a:p>
        </p:txBody>
      </p:sp>
      <p:sp>
        <p:nvSpPr>
          <p:cNvPr id="17" name="B text">
            <a:extLst>
              <a:ext uri="{FF2B5EF4-FFF2-40B4-BE49-F238E27FC236}">
                <a16:creationId xmlns:a16="http://schemas.microsoft.com/office/drawing/2014/main" id="{70250DA3-3DC6-9EA8-7604-90B40861762F}"/>
              </a:ext>
            </a:extLst>
          </p:cNvPr>
          <p:cNvSpPr>
            <a:spLocks noGrp="1"/>
          </p:cNvSpPr>
          <p:nvPr>
            <p:ph type="body" sz="quarter" idx="30"/>
          </p:nvPr>
        </p:nvSpPr>
        <p:spPr>
          <a:xfrm>
            <a:off x="1345520" y="3578577"/>
            <a:ext cx="10175920" cy="641396"/>
          </a:xfrm>
        </p:spPr>
        <p:txBody>
          <a:bodyPr anchor="ctr"/>
          <a:lstStyle/>
          <a:p>
            <a:r>
              <a:rPr lang="en-US" sz="3600"/>
              <a:t>5711</a:t>
            </a:r>
          </a:p>
        </p:txBody>
      </p:sp>
      <p:sp>
        <p:nvSpPr>
          <p:cNvPr id="12" name="C">
            <a:extLst>
              <a:ext uri="{FF2B5EF4-FFF2-40B4-BE49-F238E27FC236}">
                <a16:creationId xmlns:a16="http://schemas.microsoft.com/office/drawing/2014/main" id="{8CBBF2BA-64EE-4290-7852-A8F6CCA03E54}"/>
              </a:ext>
            </a:extLst>
          </p:cNvPr>
          <p:cNvSpPr txBox="1"/>
          <p:nvPr/>
        </p:nvSpPr>
        <p:spPr>
          <a:xfrm>
            <a:off x="670558" y="4629599"/>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C</a:t>
            </a:r>
          </a:p>
        </p:txBody>
      </p:sp>
      <p:sp>
        <p:nvSpPr>
          <p:cNvPr id="16" name="C text">
            <a:extLst>
              <a:ext uri="{FF2B5EF4-FFF2-40B4-BE49-F238E27FC236}">
                <a16:creationId xmlns:a16="http://schemas.microsoft.com/office/drawing/2014/main" id="{6A85EAC1-9E3A-72A5-46CB-2C4D277F778E}"/>
              </a:ext>
            </a:extLst>
          </p:cNvPr>
          <p:cNvSpPr>
            <a:spLocks noGrp="1"/>
          </p:cNvSpPr>
          <p:nvPr>
            <p:ph type="body" sz="quarter" idx="29"/>
          </p:nvPr>
        </p:nvSpPr>
        <p:spPr>
          <a:xfrm>
            <a:off x="1345520" y="4617884"/>
            <a:ext cx="10175920" cy="641396"/>
          </a:xfrm>
        </p:spPr>
        <p:txBody>
          <a:bodyPr anchor="ctr"/>
          <a:lstStyle/>
          <a:p>
            <a:r>
              <a:rPr lang="en-US" sz="3600"/>
              <a:t>56 111</a:t>
            </a:r>
          </a:p>
        </p:txBody>
      </p:sp>
      <p:sp>
        <p:nvSpPr>
          <p:cNvPr id="11" name="D">
            <a:extLst>
              <a:ext uri="{FF2B5EF4-FFF2-40B4-BE49-F238E27FC236}">
                <a16:creationId xmlns:a16="http://schemas.microsoft.com/office/drawing/2014/main" id="{388F2FE9-EF5E-B818-71B7-04503183ED79}"/>
              </a:ext>
            </a:extLst>
          </p:cNvPr>
          <p:cNvSpPr txBox="1"/>
          <p:nvPr/>
        </p:nvSpPr>
        <p:spPr>
          <a:xfrm>
            <a:off x="670557" y="5687753"/>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D</a:t>
            </a:r>
          </a:p>
        </p:txBody>
      </p:sp>
      <p:sp>
        <p:nvSpPr>
          <p:cNvPr id="14" name="D text">
            <a:extLst>
              <a:ext uri="{FF2B5EF4-FFF2-40B4-BE49-F238E27FC236}">
                <a16:creationId xmlns:a16="http://schemas.microsoft.com/office/drawing/2014/main" id="{ECE21105-74CC-BDAC-6C3E-529F6564C0C4}"/>
              </a:ext>
            </a:extLst>
          </p:cNvPr>
          <p:cNvSpPr>
            <a:spLocks noGrp="1"/>
          </p:cNvSpPr>
          <p:nvPr>
            <p:ph type="body" sz="quarter" idx="27"/>
          </p:nvPr>
        </p:nvSpPr>
        <p:spPr>
          <a:xfrm>
            <a:off x="1345520" y="5657190"/>
            <a:ext cx="10175920" cy="641396"/>
          </a:xfrm>
        </p:spPr>
        <p:txBody>
          <a:bodyPr anchor="ctr"/>
          <a:lstStyle/>
          <a:p>
            <a:r>
              <a:rPr lang="en-US" sz="3600"/>
              <a:t>5721</a:t>
            </a:r>
          </a:p>
        </p:txBody>
      </p:sp>
      <p:sp>
        <p:nvSpPr>
          <p:cNvPr id="2" name="Slide Number Placeholder 1">
            <a:extLst>
              <a:ext uri="{FF2B5EF4-FFF2-40B4-BE49-F238E27FC236}">
                <a16:creationId xmlns:a16="http://schemas.microsoft.com/office/drawing/2014/main" id="{8DFF93A7-A994-839D-06D7-96E09B120ABF}"/>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34</a:t>
            </a:fld>
            <a:endParaRPr lang="en-AU"/>
          </a:p>
        </p:txBody>
      </p:sp>
      <p:pic>
        <p:nvPicPr>
          <p:cNvPr id="44" name="Picture 43" descr="A vertical algorithm showing &#10;&#10;3475 + 2246">
            <a:extLst>
              <a:ext uri="{FF2B5EF4-FFF2-40B4-BE49-F238E27FC236}">
                <a16:creationId xmlns:a16="http://schemas.microsoft.com/office/drawing/2014/main" id="{93A62D6F-8794-A53F-97E5-72E6E03F6685}"/>
              </a:ext>
            </a:extLst>
          </p:cNvPr>
          <p:cNvPicPr>
            <a:picLocks noChangeAspect="1"/>
          </p:cNvPicPr>
          <p:nvPr/>
        </p:nvPicPr>
        <p:blipFill>
          <a:blip r:embed="rId4"/>
          <a:stretch>
            <a:fillRect/>
          </a:stretch>
        </p:blipFill>
        <p:spPr>
          <a:xfrm>
            <a:off x="6433480" y="2308756"/>
            <a:ext cx="3518127" cy="4002707"/>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7231770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308A6B-C68A-FF44-E71E-18A9E64F0EFB}"/>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89FCD6D4-3BA7-FB4B-7855-CDFBF1074A04}"/>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(17)</a:t>
            </a:r>
          </a:p>
        </p:txBody>
      </p:sp>
      <p:pic>
        <p:nvPicPr>
          <p:cNvPr id="3" name="Picture 2">
            <a:extLst>
              <a:ext uri="{FF2B5EF4-FFF2-40B4-BE49-F238E27FC236}">
                <a16:creationId xmlns:a16="http://schemas.microsoft.com/office/drawing/2014/main" id="{2D93CD05-EEB0-3C8B-380D-9FC3C1D14985}"/>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7" name="TextBox 6">
            <a:extLst>
              <a:ext uri="{FF2B5EF4-FFF2-40B4-BE49-F238E27FC236}">
                <a16:creationId xmlns:a16="http://schemas.microsoft.com/office/drawing/2014/main" id="{477B110B-E243-9C24-16C3-99DC2714A3B2}"/>
              </a:ext>
            </a:extLst>
          </p:cNvPr>
          <p:cNvSpPr txBox="1"/>
          <p:nvPr/>
        </p:nvSpPr>
        <p:spPr>
          <a:xfrm>
            <a:off x="449976" y="933929"/>
            <a:ext cx="11496000" cy="4133247"/>
          </a:xfrm>
          <a:prstGeom prst="rect">
            <a:avLst/>
          </a:prstGeom>
          <a:noFill/>
        </p:spPr>
        <p:txBody>
          <a:bodyPr wrap="square">
            <a:spAutoFit/>
          </a:bodyPr>
          <a:lstStyle/>
          <a:p>
            <a:pPr lvl="0" algn="ctr">
              <a:lnSpc>
                <a:spcPct val="150000"/>
              </a:lnSpc>
              <a:spcBef>
                <a:spcPts val="1200"/>
              </a:spcBef>
              <a:spcAft>
                <a:spcPts val="600"/>
              </a:spcAft>
            </a:pPr>
            <a:r>
              <a:rPr lang="en-AU" sz="4000">
                <a:latin typeface="Arial" panose="020B0604020202020204" pitchFamily="34" charset="0"/>
                <a:ea typeface="Calibri" panose="020F0502020204030204" pitchFamily="34" charset="0"/>
              </a:rPr>
              <a:t>W</a:t>
            </a:r>
            <a:r>
              <a:rPr lang="en-AU" sz="4000">
                <a:effectLst/>
                <a:latin typeface="Arial" panose="020B0604020202020204" pitchFamily="34" charset="0"/>
                <a:ea typeface="Calibri" panose="020F0502020204030204" pitchFamily="34" charset="0"/>
              </a:rPr>
              <a:t>hen solving </a:t>
            </a:r>
            <a:r>
              <a:rPr lang="en-AU" sz="4000" b="1">
                <a:effectLst/>
                <a:latin typeface="Arial" panose="020B0604020202020204" pitchFamily="34" charset="0"/>
                <a:ea typeface="Calibri" panose="020F0502020204030204" pitchFamily="34" charset="0"/>
              </a:rPr>
              <a:t>289 × </a:t>
            </a:r>
            <a:r>
              <a:rPr lang="en-AU" sz="4000" b="1">
                <a:latin typeface="Arial" panose="020B0604020202020204" pitchFamily="34" charset="0"/>
                <a:ea typeface="Calibri" panose="020F0502020204030204" pitchFamily="34" charset="0"/>
              </a:rPr>
              <a:t>36 </a:t>
            </a:r>
            <a:r>
              <a:rPr lang="en-AU" sz="4000">
                <a:latin typeface="Arial" panose="020B0604020202020204" pitchFamily="34" charset="0"/>
                <a:ea typeface="Calibri" panose="020F0502020204030204" pitchFamily="34" charset="0"/>
              </a:rPr>
              <a:t>using a </a:t>
            </a:r>
            <a:r>
              <a:rPr lang="en-AU" sz="4000" b="1">
                <a:latin typeface="Arial" panose="020B0604020202020204" pitchFamily="34" charset="0"/>
                <a:ea typeface="Calibri" panose="020F0502020204030204" pitchFamily="34" charset="0"/>
              </a:rPr>
              <a:t>multiplication algorithm</a:t>
            </a:r>
            <a:r>
              <a:rPr lang="en-AU" sz="4000">
                <a:latin typeface="Arial" panose="020B0604020202020204" pitchFamily="34" charset="0"/>
                <a:ea typeface="Calibri" panose="020F0502020204030204" pitchFamily="34" charset="0"/>
              </a:rPr>
              <a:t>, which </a:t>
            </a:r>
            <a:r>
              <a:rPr lang="en-AU" sz="4000" b="1">
                <a:latin typeface="Arial" panose="020B0604020202020204" pitchFamily="34" charset="0"/>
                <a:ea typeface="Calibri" panose="020F0502020204030204" pitchFamily="34" charset="0"/>
              </a:rPr>
              <a:t>statement</a:t>
            </a:r>
            <a:r>
              <a:rPr lang="en-AU" sz="4000">
                <a:latin typeface="Arial" panose="020B0604020202020204" pitchFamily="34" charset="0"/>
                <a:ea typeface="Calibri" panose="020F0502020204030204" pitchFamily="34" charset="0"/>
              </a:rPr>
              <a:t> is correct?</a:t>
            </a:r>
            <a:endParaRPr lang="en-AU" sz="4000">
              <a:effectLst/>
              <a:latin typeface="Arial" panose="020B0604020202020204" pitchFamily="34" charset="0"/>
              <a:ea typeface="Calibri" panose="020F0502020204030204" pitchFamily="34" charset="0"/>
            </a:endParaRPr>
          </a:p>
          <a:p>
            <a:pPr marL="342900" lvl="0" indent="-342900">
              <a:lnSpc>
                <a:spcPct val="150000"/>
              </a:lnSpc>
              <a:spcBef>
                <a:spcPts val="1200"/>
              </a:spcBef>
              <a:spcAft>
                <a:spcPts val="600"/>
              </a:spcAft>
              <a:buFont typeface="+mj-lt"/>
              <a:buAutoNum type="alphaLcPeriod"/>
            </a:pPr>
            <a:r>
              <a:rPr lang="en-AU" sz="4000">
                <a:effectLst/>
                <a:latin typeface="Arial" panose="020B0604020202020204" pitchFamily="34" charset="0"/>
                <a:ea typeface="Calibri" panose="020F0502020204030204" pitchFamily="34" charset="0"/>
              </a:rPr>
              <a:t>Multiply </a:t>
            </a:r>
            <a:r>
              <a:rPr lang="en-AU" sz="4000" b="1">
                <a:effectLst/>
                <a:latin typeface="Arial" panose="020B0604020202020204" pitchFamily="34" charset="0"/>
                <a:ea typeface="Calibri" panose="020F0502020204030204" pitchFamily="34" charset="0"/>
              </a:rPr>
              <a:t>289</a:t>
            </a:r>
            <a:r>
              <a:rPr lang="en-AU" sz="4000">
                <a:effectLst/>
                <a:latin typeface="Arial" panose="020B0604020202020204" pitchFamily="34" charset="0"/>
                <a:ea typeface="Calibri" panose="020F0502020204030204" pitchFamily="34" charset="0"/>
              </a:rPr>
              <a:t> by </a:t>
            </a:r>
            <a:r>
              <a:rPr lang="en-AU" sz="4000" b="1">
                <a:latin typeface="Arial" panose="020B0604020202020204" pitchFamily="34" charset="0"/>
                <a:ea typeface="Calibri" panose="020F0502020204030204" pitchFamily="34" charset="0"/>
              </a:rPr>
              <a:t>6</a:t>
            </a:r>
            <a:r>
              <a:rPr lang="en-AU" sz="4000">
                <a:latin typeface="Arial" panose="020B0604020202020204" pitchFamily="34" charset="0"/>
                <a:ea typeface="Calibri" panose="020F0502020204030204" pitchFamily="34" charset="0"/>
              </a:rPr>
              <a:t> </a:t>
            </a:r>
            <a:r>
              <a:rPr lang="en-AU" sz="4000">
                <a:effectLst/>
                <a:latin typeface="Arial" panose="020B0604020202020204" pitchFamily="34" charset="0"/>
                <a:ea typeface="Calibri" panose="020F0502020204030204" pitchFamily="34" charset="0"/>
              </a:rPr>
              <a:t>and then </a:t>
            </a:r>
            <a:r>
              <a:rPr lang="en-AU" sz="4000" b="1">
                <a:effectLst/>
                <a:latin typeface="Arial" panose="020B0604020202020204" pitchFamily="34" charset="0"/>
                <a:ea typeface="Calibri" panose="020F0502020204030204" pitchFamily="34" charset="0"/>
              </a:rPr>
              <a:t>289</a:t>
            </a:r>
            <a:r>
              <a:rPr lang="en-AU" sz="4000">
                <a:effectLst/>
                <a:latin typeface="Arial" panose="020B0604020202020204" pitchFamily="34" charset="0"/>
                <a:ea typeface="Calibri" panose="020F0502020204030204" pitchFamily="34" charset="0"/>
              </a:rPr>
              <a:t> by </a:t>
            </a:r>
            <a:r>
              <a:rPr lang="en-AU" sz="4000" b="1">
                <a:effectLst/>
                <a:latin typeface="Arial" panose="020B0604020202020204" pitchFamily="34" charset="0"/>
                <a:ea typeface="Calibri" panose="020F0502020204030204" pitchFamily="34" charset="0"/>
              </a:rPr>
              <a:t>3</a:t>
            </a:r>
            <a:r>
              <a:rPr lang="en-AU" sz="4000">
                <a:effectLst/>
                <a:latin typeface="Arial" panose="020B0604020202020204" pitchFamily="34" charset="0"/>
                <a:ea typeface="Calibri" panose="020F0502020204030204" pitchFamily="34" charset="0"/>
              </a:rPr>
              <a:t>.</a:t>
            </a:r>
          </a:p>
          <a:p>
            <a:pPr marL="342900" lvl="0" indent="-342900">
              <a:lnSpc>
                <a:spcPct val="150000"/>
              </a:lnSpc>
              <a:spcBef>
                <a:spcPts val="1200"/>
              </a:spcBef>
              <a:spcAft>
                <a:spcPts val="600"/>
              </a:spcAft>
              <a:buFont typeface="+mj-lt"/>
              <a:buAutoNum type="alphaLcPeriod"/>
            </a:pPr>
            <a:r>
              <a:rPr lang="en-AU" sz="4000">
                <a:effectLst/>
                <a:latin typeface="Arial" panose="020B0604020202020204" pitchFamily="34" charset="0"/>
                <a:ea typeface="Calibri" panose="020F0502020204030204" pitchFamily="34" charset="0"/>
              </a:rPr>
              <a:t>Multiply </a:t>
            </a:r>
            <a:r>
              <a:rPr lang="en-AU" sz="4000" b="1">
                <a:effectLst/>
                <a:latin typeface="Arial" panose="020B0604020202020204" pitchFamily="34" charset="0"/>
                <a:ea typeface="Calibri" panose="020F0502020204030204" pitchFamily="34" charset="0"/>
              </a:rPr>
              <a:t>2</a:t>
            </a:r>
            <a:r>
              <a:rPr lang="en-AU" sz="4000" b="1">
                <a:latin typeface="Arial" panose="020B0604020202020204" pitchFamily="34" charset="0"/>
                <a:ea typeface="Calibri" panose="020F0502020204030204" pitchFamily="34" charset="0"/>
              </a:rPr>
              <a:t>89</a:t>
            </a:r>
            <a:r>
              <a:rPr lang="en-AU" sz="4000">
                <a:effectLst/>
                <a:latin typeface="Arial" panose="020B0604020202020204" pitchFamily="34" charset="0"/>
                <a:ea typeface="Calibri" panose="020F0502020204030204" pitchFamily="34" charset="0"/>
              </a:rPr>
              <a:t> by </a:t>
            </a:r>
            <a:r>
              <a:rPr lang="en-AU" sz="4000" b="1">
                <a:effectLst/>
                <a:latin typeface="Arial" panose="020B0604020202020204" pitchFamily="34" charset="0"/>
                <a:ea typeface="Calibri" panose="020F0502020204030204" pitchFamily="34" charset="0"/>
              </a:rPr>
              <a:t>6</a:t>
            </a:r>
            <a:r>
              <a:rPr lang="en-AU" sz="4000">
                <a:effectLst/>
                <a:latin typeface="Arial" panose="020B0604020202020204" pitchFamily="34" charset="0"/>
                <a:ea typeface="Calibri" panose="020F0502020204030204" pitchFamily="34" charset="0"/>
              </a:rPr>
              <a:t> and then </a:t>
            </a:r>
            <a:r>
              <a:rPr lang="en-AU" sz="4000" b="1">
                <a:effectLst/>
                <a:latin typeface="Arial" panose="020B0604020202020204" pitchFamily="34" charset="0"/>
                <a:ea typeface="Calibri" panose="020F0502020204030204" pitchFamily="34" charset="0"/>
              </a:rPr>
              <a:t>289</a:t>
            </a:r>
            <a:r>
              <a:rPr lang="en-AU" sz="4000">
                <a:effectLst/>
                <a:latin typeface="Arial" panose="020B0604020202020204" pitchFamily="34" charset="0"/>
                <a:ea typeface="Calibri" panose="020F0502020204030204" pitchFamily="34" charset="0"/>
              </a:rPr>
              <a:t> by </a:t>
            </a:r>
            <a:r>
              <a:rPr lang="en-AU" sz="4000" b="1">
                <a:latin typeface="Arial" panose="020B0604020202020204" pitchFamily="34" charset="0"/>
                <a:ea typeface="Calibri" panose="020F0502020204030204" pitchFamily="34" charset="0"/>
              </a:rPr>
              <a:t>3</a:t>
            </a:r>
            <a:r>
              <a:rPr lang="en-AU" sz="4000" b="1">
                <a:effectLst/>
                <a:latin typeface="Arial" panose="020B0604020202020204" pitchFamily="34" charset="0"/>
                <a:ea typeface="Calibri" panose="020F0502020204030204" pitchFamily="34" charset="0"/>
              </a:rPr>
              <a:t>0</a:t>
            </a:r>
            <a:r>
              <a:rPr lang="en-AU" sz="4000">
                <a:effectLst/>
                <a:latin typeface="Arial" panose="020B0604020202020204" pitchFamily="34" charset="0"/>
                <a:ea typeface="Calibri" panose="020F0502020204030204" pitchFamily="34" charset="0"/>
              </a:rPr>
              <a:t>.</a:t>
            </a:r>
          </a:p>
        </p:txBody>
      </p:sp>
      <p:sp>
        <p:nvSpPr>
          <p:cNvPr id="2" name="Slide Number Placeholder 1">
            <a:extLst>
              <a:ext uri="{FF2B5EF4-FFF2-40B4-BE49-F238E27FC236}">
                <a16:creationId xmlns:a16="http://schemas.microsoft.com/office/drawing/2014/main" id="{7D07BE7B-7F4A-3286-1609-FE23686ED15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35</a:t>
            </a:fld>
            <a:endParaRPr lang="en-AU"/>
          </a:p>
        </p:txBody>
      </p:sp>
      <p:sp>
        <p:nvSpPr>
          <p:cNvPr id="5" name="TextBox 4">
            <a:extLst>
              <a:ext uri="{FF2B5EF4-FFF2-40B4-BE49-F238E27FC236}">
                <a16:creationId xmlns:a16="http://schemas.microsoft.com/office/drawing/2014/main" id="{DEFA30B8-9B01-66B8-1446-C4961E3DAB3D}"/>
              </a:ext>
            </a:extLst>
          </p:cNvPr>
          <p:cNvSpPr txBox="1"/>
          <p:nvPr/>
        </p:nvSpPr>
        <p:spPr>
          <a:xfrm>
            <a:off x="1524000" y="5678306"/>
            <a:ext cx="8382000" cy="707886"/>
          </a:xfrm>
          <a:prstGeom prst="rect">
            <a:avLst/>
          </a:prstGeom>
          <a:noFill/>
        </p:spPr>
        <p:txBody>
          <a:bodyPr wrap="square">
            <a:spAutoFit/>
          </a:bodyPr>
          <a:lstStyle/>
          <a:p>
            <a:pPr lvl="0" algn="ctr"/>
            <a:r>
              <a:rPr lang="en-AU" sz="4000" b="1"/>
              <a:t>Communicate </a:t>
            </a:r>
            <a:r>
              <a:rPr lang="en-AU" sz="4000"/>
              <a:t>your </a:t>
            </a:r>
            <a:r>
              <a:rPr lang="en-AU" sz="4000" b="1"/>
              <a:t>reasoning.</a:t>
            </a:r>
            <a:endParaRPr lang="en-AU" sz="4000"/>
          </a:p>
        </p:txBody>
      </p:sp>
    </p:spTree>
    <p:extLst>
      <p:ext uri="{BB962C8B-B14F-4D97-AF65-F5344CB8AC3E}">
        <p14:creationId xmlns:p14="http://schemas.microsoft.com/office/powerpoint/2010/main" val="18734576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85DD2C-2360-F941-78C2-119C5F7439E8}"/>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AB668BC7-E07F-8763-81B9-7969BEF094AA}"/>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(18)</a:t>
            </a:r>
          </a:p>
        </p:txBody>
      </p:sp>
      <p:pic>
        <p:nvPicPr>
          <p:cNvPr id="3" name="Picture 2">
            <a:extLst>
              <a:ext uri="{FF2B5EF4-FFF2-40B4-BE49-F238E27FC236}">
                <a16:creationId xmlns:a16="http://schemas.microsoft.com/office/drawing/2014/main" id="{E34FFB15-F7DE-0945-FB9C-D8A36F224B61}"/>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TextBox 4">
            <a:extLst>
              <a:ext uri="{FF2B5EF4-FFF2-40B4-BE49-F238E27FC236}">
                <a16:creationId xmlns:a16="http://schemas.microsoft.com/office/drawing/2014/main" id="{A15EABB9-C281-65D9-DC87-CC6C1A5FFF02}"/>
              </a:ext>
            </a:extLst>
          </p:cNvPr>
          <p:cNvSpPr txBox="1"/>
          <p:nvPr/>
        </p:nvSpPr>
        <p:spPr>
          <a:xfrm>
            <a:off x="246024" y="830627"/>
            <a:ext cx="11127468" cy="5433347"/>
          </a:xfrm>
          <a:prstGeom prst="rect">
            <a:avLst/>
          </a:prstGeom>
          <a:noFill/>
        </p:spPr>
        <p:txBody>
          <a:bodyPr wrap="square">
            <a:spAutoFit/>
          </a:bodyPr>
          <a:lstStyle/>
          <a:p>
            <a:pPr lvl="0" algn="ctr">
              <a:lnSpc>
                <a:spcPct val="150000"/>
              </a:lnSpc>
              <a:spcBef>
                <a:spcPts val="1200"/>
              </a:spcBef>
              <a:spcAft>
                <a:spcPts val="600"/>
              </a:spcAft>
            </a:pPr>
            <a:r>
              <a:rPr lang="en-AU" sz="3000" b="1">
                <a:effectLst/>
                <a:latin typeface="Arial" panose="020B0604020202020204" pitchFamily="34" charset="0"/>
                <a:ea typeface="Calibri" panose="020F0502020204030204" pitchFamily="34" charset="0"/>
              </a:rPr>
              <a:t>This table shows the dimensions of 3 rectangles </a:t>
            </a:r>
            <a:r>
              <a:rPr lang="en-AU" sz="3000">
                <a:latin typeface="Arial" panose="020B0604020202020204" pitchFamily="34" charset="0"/>
                <a:ea typeface="Calibri" panose="020F0502020204030204" pitchFamily="34" charset="0"/>
              </a:rPr>
              <a:t>with the same </a:t>
            </a:r>
            <a:r>
              <a:rPr lang="en-AU" sz="3000" b="1">
                <a:latin typeface="Arial" panose="020B0604020202020204" pitchFamily="34" charset="0"/>
                <a:ea typeface="Calibri" panose="020F0502020204030204" pitchFamily="34" charset="0"/>
              </a:rPr>
              <a:t>perimeter</a:t>
            </a:r>
            <a:r>
              <a:rPr lang="en-AU" sz="3000">
                <a:latin typeface="Arial" panose="020B0604020202020204" pitchFamily="34" charset="0"/>
                <a:ea typeface="Calibri" panose="020F0502020204030204" pitchFamily="34" charset="0"/>
              </a:rPr>
              <a:t>.</a:t>
            </a:r>
          </a:p>
          <a:p>
            <a:pPr lvl="0" algn="ctr">
              <a:lnSpc>
                <a:spcPct val="150000"/>
              </a:lnSpc>
              <a:spcBef>
                <a:spcPts val="1200"/>
              </a:spcBef>
              <a:spcAft>
                <a:spcPts val="600"/>
              </a:spcAft>
            </a:pPr>
            <a:endParaRPr lang="en-AU" sz="3000">
              <a:effectLst/>
              <a:latin typeface="Arial" panose="020B0604020202020204" pitchFamily="34" charset="0"/>
              <a:ea typeface="Calibri" panose="020F0502020204030204" pitchFamily="34" charset="0"/>
            </a:endParaRPr>
          </a:p>
          <a:p>
            <a:pPr lvl="0" algn="ctr">
              <a:lnSpc>
                <a:spcPct val="150000"/>
              </a:lnSpc>
              <a:spcBef>
                <a:spcPts val="1200"/>
              </a:spcBef>
              <a:spcAft>
                <a:spcPts val="600"/>
              </a:spcAft>
            </a:pPr>
            <a:endParaRPr lang="en-AU" sz="3000">
              <a:effectLst/>
              <a:latin typeface="Arial" panose="020B0604020202020204" pitchFamily="34" charset="0"/>
              <a:ea typeface="Calibri" panose="020F0502020204030204" pitchFamily="34" charset="0"/>
            </a:endParaRPr>
          </a:p>
          <a:p>
            <a:pPr lvl="0" algn="ctr">
              <a:lnSpc>
                <a:spcPct val="150000"/>
              </a:lnSpc>
            </a:pPr>
            <a:endParaRPr lang="en-AU" sz="3000" b="1">
              <a:effectLst/>
              <a:latin typeface="Arial" panose="020B0604020202020204" pitchFamily="34" charset="0"/>
              <a:ea typeface="Calibri" panose="020F0502020204030204" pitchFamily="34" charset="0"/>
            </a:endParaRPr>
          </a:p>
          <a:p>
            <a:pPr marL="514350" lvl="0" indent="-514350" algn="ctr">
              <a:lnSpc>
                <a:spcPct val="150000"/>
              </a:lnSpc>
              <a:buFont typeface="+mj-lt"/>
              <a:buAutoNum type="alphaLcParenR"/>
            </a:pPr>
            <a:r>
              <a:rPr lang="en-AU" sz="3000" b="1">
                <a:effectLst/>
                <a:latin typeface="Arial" panose="020B0604020202020204" pitchFamily="34" charset="0"/>
                <a:ea typeface="Calibri" panose="020F0502020204030204" pitchFamily="34" charset="0"/>
              </a:rPr>
              <a:t>Calculate the </a:t>
            </a:r>
            <a:r>
              <a:rPr lang="en-AU" sz="3000" b="1">
                <a:latin typeface="Arial" panose="020B0604020202020204" pitchFamily="34" charset="0"/>
                <a:ea typeface="Calibri" panose="020F0502020204030204" pitchFamily="34" charset="0"/>
              </a:rPr>
              <a:t>area </a:t>
            </a:r>
            <a:r>
              <a:rPr lang="en-AU" sz="3000">
                <a:latin typeface="Arial" panose="020B0604020202020204" pitchFamily="34" charset="0"/>
                <a:ea typeface="Calibri" panose="020F0502020204030204" pitchFamily="34" charset="0"/>
              </a:rPr>
              <a:t>for each rectangle. </a:t>
            </a:r>
            <a:endParaRPr lang="en-AU" sz="3000" dirty="0">
              <a:latin typeface="Arial" panose="020B0604020202020204" pitchFamily="34" charset="0"/>
              <a:ea typeface="Calibri" panose="020F0502020204030204" pitchFamily="34" charset="0"/>
            </a:endParaRPr>
          </a:p>
          <a:p>
            <a:pPr marL="514350" lvl="0" indent="-514350" algn="ctr">
              <a:lnSpc>
                <a:spcPct val="150000"/>
              </a:lnSpc>
              <a:buFont typeface="+mj-lt"/>
              <a:buAutoNum type="alphaLcParenR"/>
            </a:pPr>
            <a:r>
              <a:rPr lang="en-AU" sz="3000" b="1">
                <a:latin typeface="Arial" panose="020B0604020202020204" pitchFamily="34" charset="0"/>
                <a:ea typeface="Calibri" panose="020F0502020204030204" pitchFamily="34" charset="0"/>
              </a:rPr>
              <a:t>Identify </a:t>
            </a:r>
            <a:r>
              <a:rPr lang="en-AU" sz="3000">
                <a:latin typeface="Arial" panose="020B0604020202020204" pitchFamily="34" charset="0"/>
                <a:ea typeface="Calibri" panose="020F0502020204030204" pitchFamily="34" charset="0"/>
              </a:rPr>
              <a:t>which rectangle has the </a:t>
            </a:r>
            <a:r>
              <a:rPr lang="en-AU" sz="3000" b="1">
                <a:latin typeface="Arial" panose="020B0604020202020204" pitchFamily="34" charset="0"/>
                <a:ea typeface="Calibri" panose="020F0502020204030204" pitchFamily="34" charset="0"/>
              </a:rPr>
              <a:t>large</a:t>
            </a:r>
            <a:r>
              <a:rPr lang="en-AU" sz="3200" b="1">
                <a:latin typeface="Arial" panose="020B0604020202020204" pitchFamily="34" charset="0"/>
                <a:ea typeface="Calibri" panose="020F0502020204030204" pitchFamily="34" charset="0"/>
              </a:rPr>
              <a:t>st</a:t>
            </a:r>
            <a:r>
              <a:rPr lang="en-AU" sz="3200">
                <a:latin typeface="Arial" panose="020B0604020202020204" pitchFamily="34" charset="0"/>
                <a:ea typeface="Calibri" panose="020F0502020204030204" pitchFamily="34" charset="0"/>
              </a:rPr>
              <a:t> and </a:t>
            </a:r>
            <a:r>
              <a:rPr lang="en-AU" sz="3200" b="1">
                <a:latin typeface="Arial" panose="020B0604020202020204" pitchFamily="34" charset="0"/>
                <a:ea typeface="Calibri" panose="020F0502020204030204" pitchFamily="34" charset="0"/>
              </a:rPr>
              <a:t>smallest area</a:t>
            </a:r>
            <a:r>
              <a:rPr lang="en-AU" sz="3200">
                <a:latin typeface="Arial" panose="020B0604020202020204" pitchFamily="34" charset="0"/>
                <a:ea typeface="Calibri" panose="020F0502020204030204" pitchFamily="34" charset="0"/>
              </a:rPr>
              <a:t>.</a:t>
            </a:r>
            <a:r>
              <a:rPr lang="en-AU" sz="3200"/>
              <a:t> </a:t>
            </a:r>
            <a:endParaRPr lang="en-AU" sz="3200" dirty="0"/>
          </a:p>
        </p:txBody>
      </p:sp>
      <p:pic>
        <p:nvPicPr>
          <p:cNvPr id="8" name="Picture 7" descr="A table with the following information&#10;&#10;A. Length (L) 20 m, Width (W) 5m and Perimeter (P) 50 m&#10;B. L: 22 m W; 3 m P: 50 m&#10;C. L:18 m, W: 7 m, P: 50 m">
            <a:extLst>
              <a:ext uri="{FF2B5EF4-FFF2-40B4-BE49-F238E27FC236}">
                <a16:creationId xmlns:a16="http://schemas.microsoft.com/office/drawing/2014/main" id="{610B1AE1-A516-9F13-2E28-6C896D57D4A2}"/>
              </a:ext>
            </a:extLst>
          </p:cNvPr>
          <p:cNvPicPr>
            <a:picLocks noChangeAspect="1"/>
          </p:cNvPicPr>
          <p:nvPr/>
        </p:nvPicPr>
        <p:blipFill>
          <a:blip r:embed="rId4"/>
          <a:stretch>
            <a:fillRect/>
          </a:stretch>
        </p:blipFill>
        <p:spPr>
          <a:xfrm>
            <a:off x="3065031" y="2304202"/>
            <a:ext cx="6061938" cy="2486199"/>
          </a:xfrm>
          <a:prstGeom prst="rect">
            <a:avLst/>
          </a:prstGeom>
        </p:spPr>
      </p:pic>
      <p:sp>
        <p:nvSpPr>
          <p:cNvPr id="2" name="Slide Number Placeholder 1">
            <a:extLst>
              <a:ext uri="{FF2B5EF4-FFF2-40B4-BE49-F238E27FC236}">
                <a16:creationId xmlns:a16="http://schemas.microsoft.com/office/drawing/2014/main" id="{C6278ABA-47B2-1E8F-9361-762350052CBD}"/>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36</a:t>
            </a:fld>
            <a:endParaRPr lang="en-AU"/>
          </a:p>
        </p:txBody>
      </p:sp>
    </p:spTree>
    <p:extLst>
      <p:ext uri="{BB962C8B-B14F-4D97-AF65-F5344CB8AC3E}">
        <p14:creationId xmlns:p14="http://schemas.microsoft.com/office/powerpoint/2010/main" val="30732055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47CB53-A4C0-A55A-FFE1-4FB771BE3989}"/>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0CC4B563-2BB1-344B-48AD-6B4DBD04F76B}"/>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(19)</a:t>
            </a:r>
          </a:p>
        </p:txBody>
      </p:sp>
      <p:pic>
        <p:nvPicPr>
          <p:cNvPr id="3" name="Picture 2">
            <a:extLst>
              <a:ext uri="{FF2B5EF4-FFF2-40B4-BE49-F238E27FC236}">
                <a16:creationId xmlns:a16="http://schemas.microsoft.com/office/drawing/2014/main" id="{B38D0ADF-3DD6-732F-15F0-9E23C650943F}"/>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TextBox 4">
            <a:extLst>
              <a:ext uri="{FF2B5EF4-FFF2-40B4-BE49-F238E27FC236}">
                <a16:creationId xmlns:a16="http://schemas.microsoft.com/office/drawing/2014/main" id="{8412BE53-566E-968D-C890-458538A1E877}"/>
              </a:ext>
            </a:extLst>
          </p:cNvPr>
          <p:cNvSpPr txBox="1"/>
          <p:nvPr/>
        </p:nvSpPr>
        <p:spPr>
          <a:xfrm>
            <a:off x="661481" y="1346588"/>
            <a:ext cx="11040893" cy="3163751"/>
          </a:xfrm>
          <a:prstGeom prst="rect">
            <a:avLst/>
          </a:prstGeom>
          <a:noFill/>
        </p:spPr>
        <p:txBody>
          <a:bodyPr wrap="square">
            <a:spAutoFit/>
          </a:bodyPr>
          <a:lstStyle/>
          <a:p>
            <a:pPr lvl="0" algn="ctr">
              <a:lnSpc>
                <a:spcPct val="150000"/>
              </a:lnSpc>
              <a:spcBef>
                <a:spcPts val="1200"/>
              </a:spcBef>
              <a:spcAft>
                <a:spcPts val="600"/>
              </a:spcAft>
            </a:pPr>
            <a:r>
              <a:rPr lang="en-AU" sz="4400" b="1">
                <a:effectLst/>
                <a:latin typeface="Arial" panose="020B0604020202020204" pitchFamily="34" charset="0"/>
                <a:ea typeface="Calibri" panose="020F0502020204030204" pitchFamily="34" charset="0"/>
              </a:rPr>
              <a:t>Partition</a:t>
            </a:r>
            <a:r>
              <a:rPr lang="en-AU" sz="4400">
                <a:effectLst/>
                <a:latin typeface="Arial" panose="020B0604020202020204" pitchFamily="34" charset="0"/>
                <a:ea typeface="Calibri" panose="020F0502020204030204" pitchFamily="34" charset="0"/>
              </a:rPr>
              <a:t> </a:t>
            </a:r>
            <a:r>
              <a:rPr lang="en-AU" sz="4400" b="1">
                <a:effectLst/>
                <a:latin typeface="Arial" panose="020B0604020202020204" pitchFamily="34" charset="0"/>
                <a:ea typeface="Calibri" panose="020F0502020204030204" pitchFamily="34" charset="0"/>
              </a:rPr>
              <a:t>329</a:t>
            </a:r>
            <a:r>
              <a:rPr lang="en-AU" sz="4400">
                <a:effectLst/>
                <a:latin typeface="Arial" panose="020B0604020202020204" pitchFamily="34" charset="0"/>
                <a:ea typeface="Calibri" panose="020F0502020204030204" pitchFamily="34" charset="0"/>
              </a:rPr>
              <a:t> into </a:t>
            </a:r>
            <a:r>
              <a:rPr lang="en-AU" sz="4400" b="1">
                <a:effectLst/>
                <a:latin typeface="Arial" panose="020B0604020202020204" pitchFamily="34" charset="0"/>
                <a:ea typeface="Calibri" panose="020F0502020204030204" pitchFamily="34" charset="0"/>
              </a:rPr>
              <a:t>place value</a:t>
            </a:r>
            <a:r>
              <a:rPr lang="en-AU" sz="4400">
                <a:effectLst/>
                <a:latin typeface="Arial" panose="020B0604020202020204" pitchFamily="34" charset="0"/>
                <a:ea typeface="Calibri" panose="020F0502020204030204" pitchFamily="34" charset="0"/>
              </a:rPr>
              <a:t> parts and solve</a:t>
            </a:r>
            <a:r>
              <a:rPr lang="en-AU" sz="4400" b="1">
                <a:effectLst/>
                <a:latin typeface="Arial" panose="020B0604020202020204" pitchFamily="34" charset="0"/>
                <a:ea typeface="Calibri" panose="020F0502020204030204" pitchFamily="34" charset="0"/>
              </a:rPr>
              <a:t> 329 × 4</a:t>
            </a:r>
            <a:r>
              <a:rPr lang="en-AU" sz="4400">
                <a:effectLst/>
                <a:latin typeface="Arial" panose="020B0604020202020204" pitchFamily="34" charset="0"/>
                <a:ea typeface="Calibri" panose="020F0502020204030204" pitchFamily="34" charset="0"/>
              </a:rPr>
              <a:t> using </a:t>
            </a:r>
            <a:r>
              <a:rPr lang="en-AU" sz="4400" dirty="0">
                <a:latin typeface="Arial" panose="020B0604020202020204" pitchFamily="34" charset="0"/>
                <a:ea typeface="Calibri" panose="020F0502020204030204" pitchFamily="34" charset="0"/>
              </a:rPr>
              <a:t>the</a:t>
            </a:r>
            <a:r>
              <a:rPr lang="en-AU" sz="4400">
                <a:effectLst/>
                <a:latin typeface="Arial" panose="020B0604020202020204" pitchFamily="34" charset="0"/>
                <a:ea typeface="Calibri" panose="020F0502020204030204" pitchFamily="34" charset="0"/>
              </a:rPr>
              <a:t> </a:t>
            </a:r>
            <a:r>
              <a:rPr lang="en-AU" sz="4400" b="1">
                <a:effectLst/>
                <a:latin typeface="Arial" panose="020B0604020202020204" pitchFamily="34" charset="0"/>
                <a:ea typeface="Calibri" panose="020F0502020204030204" pitchFamily="34" charset="0"/>
              </a:rPr>
              <a:t>area model</a:t>
            </a:r>
            <a:r>
              <a:rPr lang="en-AU" sz="4400">
                <a:effectLst/>
                <a:latin typeface="Arial" panose="020B0604020202020204" pitchFamily="34" charset="0"/>
                <a:ea typeface="Calibri" panose="020F0502020204030204" pitchFamily="34" charset="0"/>
              </a:rPr>
              <a:t>. </a:t>
            </a:r>
            <a:r>
              <a:rPr lang="en-AU" sz="4400"/>
              <a:t> </a:t>
            </a:r>
          </a:p>
          <a:p>
            <a:pPr lvl="0">
              <a:lnSpc>
                <a:spcPct val="150000"/>
              </a:lnSpc>
              <a:spcBef>
                <a:spcPts val="1200"/>
              </a:spcBef>
              <a:spcAft>
                <a:spcPts val="600"/>
              </a:spcAft>
            </a:pPr>
            <a:endParaRPr lang="en-AU" sz="4000">
              <a:effectLst/>
              <a:latin typeface="Arial" panose="020B0604020202020204" pitchFamily="34" charset="0"/>
              <a:ea typeface="Calibri" panose="020F0502020204030204" pitchFamily="34" charset="0"/>
            </a:endParaRPr>
          </a:p>
        </p:txBody>
      </p:sp>
      <p:pic>
        <p:nvPicPr>
          <p:cNvPr id="8" name="Picture 7" descr="A blank area model with the top showing the whole (329) and the side 4.">
            <a:extLst>
              <a:ext uri="{FF2B5EF4-FFF2-40B4-BE49-F238E27FC236}">
                <a16:creationId xmlns:a16="http://schemas.microsoft.com/office/drawing/2014/main" id="{CFD41D3B-91FA-9999-D5A8-D02F0D796CF3}"/>
              </a:ext>
            </a:extLst>
          </p:cNvPr>
          <p:cNvPicPr>
            <a:picLocks noChangeAspect="1"/>
          </p:cNvPicPr>
          <p:nvPr/>
        </p:nvPicPr>
        <p:blipFill>
          <a:blip r:embed="rId4"/>
          <a:stretch>
            <a:fillRect/>
          </a:stretch>
        </p:blipFill>
        <p:spPr>
          <a:xfrm>
            <a:off x="2501715" y="4037838"/>
            <a:ext cx="7188569" cy="1930499"/>
          </a:xfrm>
          <a:prstGeom prst="rect">
            <a:avLst/>
          </a:prstGeom>
          <a:ln>
            <a:noFill/>
          </a:ln>
          <a:effectLst>
            <a:outerShdw blurRad="292100" dist="139700" dir="2700000" algn="tl" rotWithShape="0">
              <a:srgbClr val="333333">
                <a:alpha val="65000"/>
              </a:srgbClr>
            </a:outerShdw>
          </a:effectLst>
        </p:spPr>
      </p:pic>
      <p:sp>
        <p:nvSpPr>
          <p:cNvPr id="2" name="Slide Number Placeholder 1">
            <a:extLst>
              <a:ext uri="{FF2B5EF4-FFF2-40B4-BE49-F238E27FC236}">
                <a16:creationId xmlns:a16="http://schemas.microsoft.com/office/drawing/2014/main" id="{7EF03837-CD4E-1218-9144-F017FA537B7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37</a:t>
            </a:fld>
            <a:endParaRPr lang="en-AU"/>
          </a:p>
        </p:txBody>
      </p:sp>
    </p:spTree>
    <p:extLst>
      <p:ext uri="{BB962C8B-B14F-4D97-AF65-F5344CB8AC3E}">
        <p14:creationId xmlns:p14="http://schemas.microsoft.com/office/powerpoint/2010/main" val="41181804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5DB769-B15B-0A1A-67BB-631316F013D3}"/>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00EBDC36-B60F-D91B-E29F-D0E33662F0BB}"/>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(20)</a:t>
            </a:r>
          </a:p>
        </p:txBody>
      </p:sp>
      <p:pic>
        <p:nvPicPr>
          <p:cNvPr id="3" name="Picture 2">
            <a:extLst>
              <a:ext uri="{FF2B5EF4-FFF2-40B4-BE49-F238E27FC236}">
                <a16:creationId xmlns:a16="http://schemas.microsoft.com/office/drawing/2014/main" id="{8579B78F-E8F7-2A31-5798-ADB627F83149}"/>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9" name="TextBox 8">
            <a:extLst>
              <a:ext uri="{FF2B5EF4-FFF2-40B4-BE49-F238E27FC236}">
                <a16:creationId xmlns:a16="http://schemas.microsoft.com/office/drawing/2014/main" id="{F8FA423B-B2A1-E9BB-4AA0-2ACDA0AC8B4E}"/>
              </a:ext>
            </a:extLst>
          </p:cNvPr>
          <p:cNvSpPr txBox="1"/>
          <p:nvPr/>
        </p:nvSpPr>
        <p:spPr>
          <a:xfrm>
            <a:off x="6096000" y="1326263"/>
            <a:ext cx="5924391" cy="5171737"/>
          </a:xfrm>
          <a:prstGeom prst="rect">
            <a:avLst/>
          </a:prstGeom>
          <a:noFill/>
        </p:spPr>
        <p:txBody>
          <a:bodyPr wrap="square">
            <a:spAutoFit/>
          </a:bodyPr>
          <a:lstStyle/>
          <a:p>
            <a:pPr algn="ctr">
              <a:lnSpc>
                <a:spcPct val="150000"/>
              </a:lnSpc>
            </a:pPr>
            <a:r>
              <a:rPr lang="en-AU" sz="3200"/>
              <a:t>The water level </a:t>
            </a:r>
            <a:r>
              <a:rPr lang="en-AU" sz="3200" b="1"/>
              <a:t>without</a:t>
            </a:r>
          </a:p>
          <a:p>
            <a:pPr algn="ctr">
              <a:lnSpc>
                <a:spcPct val="150000"/>
              </a:lnSpc>
            </a:pPr>
            <a:r>
              <a:rPr lang="en-AU" sz="3200"/>
              <a:t>the rock is </a:t>
            </a:r>
            <a:r>
              <a:rPr lang="en-AU" sz="3200" b="1"/>
              <a:t>300 </a:t>
            </a:r>
            <a:r>
              <a:rPr lang="en-AU" sz="3200" b="1" err="1"/>
              <a:t>mL</a:t>
            </a:r>
            <a:r>
              <a:rPr lang="en-AU" sz="3200" err="1"/>
              <a:t>.</a:t>
            </a:r>
            <a:r>
              <a:rPr lang="en-AU" sz="3200"/>
              <a:t> The water level </a:t>
            </a:r>
            <a:r>
              <a:rPr lang="en-AU" sz="3200" b="1"/>
              <a:t>with</a:t>
            </a:r>
            <a:r>
              <a:rPr lang="en-AU" sz="3200"/>
              <a:t> the rock is </a:t>
            </a:r>
            <a:r>
              <a:rPr lang="en-AU" sz="3200" b="1"/>
              <a:t>550 </a:t>
            </a:r>
            <a:r>
              <a:rPr lang="en-AU" sz="3200" b="1" err="1"/>
              <a:t>mL</a:t>
            </a:r>
            <a:r>
              <a:rPr lang="en-AU" sz="3200" err="1"/>
              <a:t>.</a:t>
            </a:r>
            <a:endParaRPr lang="en-AU" sz="3200"/>
          </a:p>
          <a:p>
            <a:pPr algn="ctr">
              <a:lnSpc>
                <a:spcPct val="150000"/>
              </a:lnSpc>
            </a:pPr>
            <a:endParaRPr lang="en-AU" sz="3200"/>
          </a:p>
          <a:p>
            <a:pPr algn="ctr">
              <a:lnSpc>
                <a:spcPct val="150000"/>
              </a:lnSpc>
            </a:pPr>
            <a:r>
              <a:rPr lang="en-AU" sz="3200"/>
              <a:t>Why does the </a:t>
            </a:r>
            <a:r>
              <a:rPr lang="en-AU" sz="3200" b="1"/>
              <a:t>water level increase</a:t>
            </a:r>
            <a:r>
              <a:rPr lang="en-AU" sz="3200"/>
              <a:t> when the rock is placed in the jug?</a:t>
            </a:r>
          </a:p>
        </p:txBody>
      </p:sp>
      <p:pic>
        <p:nvPicPr>
          <p:cNvPr id="8" name="Picture 7" descr="A measuring jug showing a water level of approximately 300 mL and the same measuring jug with a rock inside showing a water level of approximately 550mL.">
            <a:extLst>
              <a:ext uri="{FF2B5EF4-FFF2-40B4-BE49-F238E27FC236}">
                <a16:creationId xmlns:a16="http://schemas.microsoft.com/office/drawing/2014/main" id="{7841334A-5DA2-EADF-9F55-F2FA2DAE2F82}"/>
              </a:ext>
            </a:extLst>
          </p:cNvPr>
          <p:cNvPicPr>
            <a:picLocks noChangeAspect="1"/>
          </p:cNvPicPr>
          <p:nvPr/>
        </p:nvPicPr>
        <p:blipFill>
          <a:blip r:embed="rId4"/>
          <a:stretch>
            <a:fillRect/>
          </a:stretch>
        </p:blipFill>
        <p:spPr>
          <a:xfrm>
            <a:off x="360000" y="2335690"/>
            <a:ext cx="5598977" cy="2918482"/>
          </a:xfrm>
          <a:prstGeom prst="rect">
            <a:avLst/>
          </a:prstGeom>
        </p:spPr>
      </p:pic>
      <p:sp>
        <p:nvSpPr>
          <p:cNvPr id="2" name="Slide Number Placeholder 1">
            <a:extLst>
              <a:ext uri="{FF2B5EF4-FFF2-40B4-BE49-F238E27FC236}">
                <a16:creationId xmlns:a16="http://schemas.microsoft.com/office/drawing/2014/main" id="{6E0381E3-2DB8-73E7-C1C9-7163E688626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38</a:t>
            </a:fld>
            <a:endParaRPr lang="en-AU"/>
          </a:p>
        </p:txBody>
      </p:sp>
    </p:spTree>
    <p:extLst>
      <p:ext uri="{BB962C8B-B14F-4D97-AF65-F5344CB8AC3E}">
        <p14:creationId xmlns:p14="http://schemas.microsoft.com/office/powerpoint/2010/main" val="17950201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F8C752-60AE-8F34-02FE-7A059F7EC673}"/>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8165B703-4BF0-919D-3A82-B0D8690C78C3}"/>
              </a:ext>
            </a:extLst>
          </p:cNvPr>
          <p:cNvSpPr>
            <a:spLocks noGrp="1"/>
          </p:cNvSpPr>
          <p:nvPr>
            <p:ph type="title"/>
          </p:nvPr>
        </p:nvSpPr>
        <p:spPr>
          <a:xfrm>
            <a:off x="360000" y="360000"/>
            <a:ext cx="10367268" cy="545601"/>
          </a:xfrm>
        </p:spPr>
        <p:txBody>
          <a:bodyPr/>
          <a:lstStyle/>
          <a:p>
            <a:r>
              <a:rPr lang="en-AU"/>
              <a:t>Activity 5 – checking addition algorithms</a:t>
            </a:r>
          </a:p>
        </p:txBody>
      </p:sp>
      <p:pic>
        <p:nvPicPr>
          <p:cNvPr id="4" name="Picture 3">
            <a:extLst>
              <a:ext uri="{FF2B5EF4-FFF2-40B4-BE49-F238E27FC236}">
                <a16:creationId xmlns:a16="http://schemas.microsoft.com/office/drawing/2014/main" id="{310F3533-70A3-049C-FD4D-BE7CFB970246}"/>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107003" y="240894"/>
            <a:ext cx="720000" cy="856364"/>
          </a:xfrm>
          <a:prstGeom prst="rect">
            <a:avLst/>
          </a:prstGeom>
        </p:spPr>
      </p:pic>
      <p:pic>
        <p:nvPicPr>
          <p:cNvPr id="22" name="Picture 21" descr="Two algorithm statements to show the addition of 899 to 6649 and addition of 6032 to 4486.">
            <a:extLst>
              <a:ext uri="{FF2B5EF4-FFF2-40B4-BE49-F238E27FC236}">
                <a16:creationId xmlns:a16="http://schemas.microsoft.com/office/drawing/2014/main" id="{1426E186-E1A0-C016-8C84-206EBB3AD566}"/>
              </a:ext>
            </a:extLst>
          </p:cNvPr>
          <p:cNvPicPr>
            <a:picLocks noChangeAspect="1"/>
          </p:cNvPicPr>
          <p:nvPr/>
        </p:nvPicPr>
        <p:blipFill>
          <a:blip r:embed="rId4"/>
          <a:stretch>
            <a:fillRect/>
          </a:stretch>
        </p:blipFill>
        <p:spPr>
          <a:xfrm>
            <a:off x="1034902" y="1259454"/>
            <a:ext cx="9017463" cy="5143764"/>
          </a:xfrm>
          <a:prstGeom prst="rect">
            <a:avLst/>
          </a:prstGeom>
        </p:spPr>
      </p:pic>
      <p:sp>
        <p:nvSpPr>
          <p:cNvPr id="2" name="Slide Number Placeholder 1">
            <a:extLst>
              <a:ext uri="{FF2B5EF4-FFF2-40B4-BE49-F238E27FC236}">
                <a16:creationId xmlns:a16="http://schemas.microsoft.com/office/drawing/2014/main" id="{3056E265-7FEE-677A-4128-6A92340D5400}"/>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39</a:t>
            </a:fld>
            <a:endParaRPr lang="en-AU"/>
          </a:p>
        </p:txBody>
      </p:sp>
    </p:spTree>
    <p:extLst>
      <p:ext uri="{BB962C8B-B14F-4D97-AF65-F5344CB8AC3E}">
        <p14:creationId xmlns:p14="http://schemas.microsoft.com/office/powerpoint/2010/main" val="12294374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C47A72-3CE0-EEDF-F581-1C72D9F9D933}"/>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9C9C6836-E69A-E531-CE2B-FD2948273D56}"/>
              </a:ext>
            </a:extLst>
          </p:cNvPr>
          <p:cNvSpPr>
            <a:spLocks noGrp="1"/>
          </p:cNvSpPr>
          <p:nvPr>
            <p:ph type="ctrTitle"/>
          </p:nvPr>
        </p:nvSpPr>
        <p:spPr/>
        <p:txBody>
          <a:bodyPr/>
          <a:lstStyle/>
          <a:p>
            <a:r>
              <a:rPr lang="en-AU">
                <a:latin typeface="+mj-lt"/>
              </a:rPr>
              <a:t>Review of learning 6</a:t>
            </a:r>
          </a:p>
        </p:txBody>
      </p:sp>
    </p:spTree>
    <p:extLst>
      <p:ext uri="{BB962C8B-B14F-4D97-AF65-F5344CB8AC3E}">
        <p14:creationId xmlns:p14="http://schemas.microsoft.com/office/powerpoint/2010/main" val="3103349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67B432-F3DF-0955-9F52-3DACF4B5B3ED}"/>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496F0155-A6F4-0D5E-C07C-33FCB952EC5D}"/>
              </a:ext>
            </a:extLst>
          </p:cNvPr>
          <p:cNvSpPr>
            <a:spLocks noGrp="1"/>
          </p:cNvSpPr>
          <p:nvPr>
            <p:ph type="title"/>
          </p:nvPr>
        </p:nvSpPr>
        <p:spPr/>
        <p:txBody>
          <a:bodyPr/>
          <a:lstStyle/>
          <a:p>
            <a:r>
              <a:rPr lang="en-US"/>
              <a:t>True or false</a:t>
            </a:r>
            <a:r>
              <a:rPr lang="en-US">
                <a:solidFill>
                  <a:schemeClr val="bg1"/>
                </a:solidFill>
              </a:rPr>
              <a:t> (3)</a:t>
            </a:r>
          </a:p>
        </p:txBody>
      </p:sp>
      <p:pic>
        <p:nvPicPr>
          <p:cNvPr id="4" name="Picture 3">
            <a:extLst>
              <a:ext uri="{FF2B5EF4-FFF2-40B4-BE49-F238E27FC236}">
                <a16:creationId xmlns:a16="http://schemas.microsoft.com/office/drawing/2014/main" id="{239F5F22-5449-95CB-BD5E-F141E81E86FF}"/>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6" name="Text Placeholder 5">
            <a:extLst>
              <a:ext uri="{FF2B5EF4-FFF2-40B4-BE49-F238E27FC236}">
                <a16:creationId xmlns:a16="http://schemas.microsoft.com/office/drawing/2014/main" id="{B4E45FD3-3CB9-7929-21B5-6CF9A37684C0}"/>
              </a:ext>
            </a:extLst>
          </p:cNvPr>
          <p:cNvSpPr>
            <a:spLocks noGrp="1"/>
          </p:cNvSpPr>
          <p:nvPr>
            <p:ph type="body" sz="quarter" idx="22"/>
          </p:nvPr>
        </p:nvSpPr>
        <p:spPr>
          <a:xfrm>
            <a:off x="292855" y="924165"/>
            <a:ext cx="11243037" cy="893226"/>
          </a:xfrm>
        </p:spPr>
        <p:txBody>
          <a:bodyPr/>
          <a:lstStyle/>
          <a:p>
            <a:pPr algn="ctr"/>
            <a:r>
              <a:rPr lang="en-US" sz="4400"/>
              <a:t>This </a:t>
            </a:r>
            <a:r>
              <a:rPr lang="en-US" sz="4400" b="1"/>
              <a:t>equation</a:t>
            </a:r>
            <a:r>
              <a:rPr lang="en-US" sz="4400"/>
              <a:t> has been solved </a:t>
            </a:r>
            <a:r>
              <a:rPr lang="en-US" sz="4400" b="1"/>
              <a:t>correctly</a:t>
            </a:r>
            <a:r>
              <a:rPr lang="en-US" sz="4400"/>
              <a:t>.</a:t>
            </a:r>
          </a:p>
          <a:p>
            <a:endParaRPr lang="en-AU" sz="4400"/>
          </a:p>
        </p:txBody>
      </p:sp>
      <p:pic>
        <p:nvPicPr>
          <p:cNvPr id="5" name="Picture 4" descr="1286 where 1 is crossed out and added to the 2 to make 12, 8 is crossed out and 7 in its place and one added to the 6 to make 16 minus 439 equals 847.">
            <a:extLst>
              <a:ext uri="{FF2B5EF4-FFF2-40B4-BE49-F238E27FC236}">
                <a16:creationId xmlns:a16="http://schemas.microsoft.com/office/drawing/2014/main" id="{E63A1C79-5F70-4A0F-4A7F-E9FA9BCD90CF}"/>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4031389" y="2005350"/>
            <a:ext cx="3229728" cy="3581010"/>
          </a:xfrm>
          <a:prstGeom prst="rect">
            <a:avLst/>
          </a:prstGeom>
          <a:ln>
            <a:noFill/>
          </a:ln>
          <a:effectLst>
            <a:outerShdw blurRad="292100" dist="139700" dir="2700000" algn="tl" rotWithShape="0">
              <a:srgbClr val="333333">
                <a:alpha val="65000"/>
              </a:srgbClr>
            </a:outerShdw>
          </a:effectLst>
        </p:spPr>
      </p:pic>
      <p:graphicFrame>
        <p:nvGraphicFramePr>
          <p:cNvPr id="12" name="Table 11">
            <a:extLst>
              <a:ext uri="{FF2B5EF4-FFF2-40B4-BE49-F238E27FC236}">
                <a16:creationId xmlns:a16="http://schemas.microsoft.com/office/drawing/2014/main" id="{EB40C059-5597-0CF6-B41C-53C5C0669382}"/>
              </a:ext>
            </a:extLst>
          </p:cNvPr>
          <p:cNvGraphicFramePr>
            <a:graphicFrameLocks noGrp="1"/>
          </p:cNvGraphicFramePr>
          <p:nvPr>
            <p:extLst>
              <p:ext uri="{D42A27DB-BD31-4B8C-83A1-F6EECF244321}">
                <p14:modId xmlns:p14="http://schemas.microsoft.com/office/powerpoint/2010/main" val="1564483032"/>
              </p:ext>
            </p:extLst>
          </p:nvPr>
        </p:nvGraphicFramePr>
        <p:xfrm>
          <a:off x="1728997" y="5864320"/>
          <a:ext cx="7077076" cy="741680"/>
        </p:xfrm>
        <a:graphic>
          <a:graphicData uri="http://schemas.openxmlformats.org/drawingml/2006/table">
            <a:tbl>
              <a:tblPr firstRow="1" bandRow="1">
                <a:tableStyleId>{5A111915-BE36-4E01-A7E5-04B1672EAD32}</a:tableStyleId>
              </a:tblPr>
              <a:tblGrid>
                <a:gridCol w="3538538">
                  <a:extLst>
                    <a:ext uri="{9D8B030D-6E8A-4147-A177-3AD203B41FA5}">
                      <a16:colId xmlns:a16="http://schemas.microsoft.com/office/drawing/2014/main" val="481183477"/>
                    </a:ext>
                  </a:extLst>
                </a:gridCol>
                <a:gridCol w="3538538">
                  <a:extLst>
                    <a:ext uri="{9D8B030D-6E8A-4147-A177-3AD203B41FA5}">
                      <a16:colId xmlns:a16="http://schemas.microsoft.com/office/drawing/2014/main" val="94168801"/>
                    </a:ext>
                  </a:extLst>
                </a:gridCol>
              </a:tblGrid>
              <a:tr h="741680">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True</a:t>
                      </a:r>
                    </a:p>
                  </a:txBody>
                  <a:tcPr anchor="ct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False</a:t>
                      </a:r>
                    </a:p>
                  </a:txBody>
                  <a:tcPr anchor="ct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3127058931"/>
                  </a:ext>
                </a:extLst>
              </a:tr>
            </a:tbl>
          </a:graphicData>
        </a:graphic>
      </p:graphicFrame>
      <p:sp>
        <p:nvSpPr>
          <p:cNvPr id="2" name="Slide Number Placeholder 1">
            <a:extLst>
              <a:ext uri="{FF2B5EF4-FFF2-40B4-BE49-F238E27FC236}">
                <a16:creationId xmlns:a16="http://schemas.microsoft.com/office/drawing/2014/main" id="{DD7F305F-4DA6-37EC-D1B7-85EBA549092D}"/>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41</a:t>
            </a:fld>
            <a:endParaRPr lang="en-AU"/>
          </a:p>
        </p:txBody>
      </p:sp>
    </p:spTree>
    <p:extLst>
      <p:ext uri="{BB962C8B-B14F-4D97-AF65-F5344CB8AC3E}">
        <p14:creationId xmlns:p14="http://schemas.microsoft.com/office/powerpoint/2010/main" val="38598047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40F156-ACD3-31BC-F90B-1BA3C4271C88}"/>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51D002B7-D42B-5011-390B-E05924737939}"/>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(21)</a:t>
            </a:r>
          </a:p>
        </p:txBody>
      </p:sp>
      <p:pic>
        <p:nvPicPr>
          <p:cNvPr id="3" name="Picture 2">
            <a:extLst>
              <a:ext uri="{FF2B5EF4-FFF2-40B4-BE49-F238E27FC236}">
                <a16:creationId xmlns:a16="http://schemas.microsoft.com/office/drawing/2014/main" id="{4BDD99B8-CF6E-F7A3-575D-5F08BFBF6D73}"/>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7" name="TextBox 6">
            <a:extLst>
              <a:ext uri="{FF2B5EF4-FFF2-40B4-BE49-F238E27FC236}">
                <a16:creationId xmlns:a16="http://schemas.microsoft.com/office/drawing/2014/main" id="{E55E16B8-931F-22C5-CFF5-EA53C2071F59}"/>
              </a:ext>
            </a:extLst>
          </p:cNvPr>
          <p:cNvSpPr txBox="1"/>
          <p:nvPr/>
        </p:nvSpPr>
        <p:spPr>
          <a:xfrm>
            <a:off x="912366" y="1077055"/>
            <a:ext cx="10367268" cy="5841407"/>
          </a:xfrm>
          <a:prstGeom prst="rect">
            <a:avLst/>
          </a:prstGeom>
          <a:noFill/>
        </p:spPr>
        <p:txBody>
          <a:bodyPr wrap="square">
            <a:spAutoFit/>
          </a:bodyPr>
          <a:lstStyle/>
          <a:p>
            <a:pPr algn="ctr">
              <a:lnSpc>
                <a:spcPct val="150000"/>
              </a:lnSpc>
            </a:pPr>
            <a:r>
              <a:rPr lang="en-AU" sz="4000">
                <a:latin typeface="Arial" panose="020B0604020202020204" pitchFamily="34" charset="0"/>
                <a:ea typeface="Calibri" panose="020F0502020204030204" pitchFamily="34" charset="0"/>
              </a:rPr>
              <a:t>Choose the most </a:t>
            </a:r>
            <a:r>
              <a:rPr lang="en-AU" sz="4000" b="1">
                <a:latin typeface="Arial" panose="020B0604020202020204" pitchFamily="34" charset="0"/>
                <a:ea typeface="Calibri" panose="020F0502020204030204" pitchFamily="34" charset="0"/>
              </a:rPr>
              <a:t>appropriate multiplicative strategy </a:t>
            </a:r>
            <a:r>
              <a:rPr lang="en-AU" sz="4000">
                <a:latin typeface="Arial" panose="020B0604020202020204" pitchFamily="34" charset="0"/>
                <a:ea typeface="Calibri" panose="020F0502020204030204" pitchFamily="34" charset="0"/>
              </a:rPr>
              <a:t>to solve:</a:t>
            </a:r>
          </a:p>
          <a:p>
            <a:pPr algn="ctr">
              <a:lnSpc>
                <a:spcPct val="150000"/>
              </a:lnSpc>
            </a:pPr>
            <a:endParaRPr lang="en-AU" sz="4000">
              <a:latin typeface="Arial" panose="020B0604020202020204" pitchFamily="34" charset="0"/>
              <a:ea typeface="Calibri" panose="020F0502020204030204" pitchFamily="34" charset="0"/>
            </a:endParaRPr>
          </a:p>
          <a:p>
            <a:pPr algn="ctr">
              <a:lnSpc>
                <a:spcPct val="150000"/>
              </a:lnSpc>
            </a:pPr>
            <a:r>
              <a:rPr lang="en-AU" sz="5400" b="1" dirty="0">
                <a:solidFill>
                  <a:schemeClr val="accent2"/>
                </a:solidFill>
              </a:rPr>
              <a:t>6412 × 59</a:t>
            </a:r>
          </a:p>
          <a:p>
            <a:pPr algn="ctr">
              <a:lnSpc>
                <a:spcPct val="150000"/>
              </a:lnSpc>
            </a:pPr>
            <a:endParaRPr lang="en-AU" sz="4000" b="1"/>
          </a:p>
          <a:p>
            <a:pPr algn="ctr">
              <a:lnSpc>
                <a:spcPct val="150000"/>
              </a:lnSpc>
            </a:pPr>
            <a:r>
              <a:rPr lang="en-AU" sz="4000" b="1"/>
              <a:t>Communicate </a:t>
            </a:r>
            <a:r>
              <a:rPr lang="en-AU" sz="4000"/>
              <a:t>your</a:t>
            </a:r>
            <a:r>
              <a:rPr lang="en-AU" sz="4000" b="1"/>
              <a:t> reasoning.</a:t>
            </a:r>
          </a:p>
        </p:txBody>
      </p:sp>
      <p:sp>
        <p:nvSpPr>
          <p:cNvPr id="2" name="Slide Number Placeholder 1">
            <a:extLst>
              <a:ext uri="{FF2B5EF4-FFF2-40B4-BE49-F238E27FC236}">
                <a16:creationId xmlns:a16="http://schemas.microsoft.com/office/drawing/2014/main" id="{F0139FD8-B5E6-E3E1-790F-C625C4C68B42}"/>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42</a:t>
            </a:fld>
            <a:endParaRPr lang="en-AU"/>
          </a:p>
        </p:txBody>
      </p:sp>
    </p:spTree>
    <p:extLst>
      <p:ext uri="{BB962C8B-B14F-4D97-AF65-F5344CB8AC3E}">
        <p14:creationId xmlns:p14="http://schemas.microsoft.com/office/powerpoint/2010/main" val="33482199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7669D0-0B65-247C-6D36-C3D9EA86849E}"/>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0D5EB2CF-5D89-9797-8321-44F22ADC9817}"/>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(22)</a:t>
            </a:r>
          </a:p>
        </p:txBody>
      </p:sp>
      <p:pic>
        <p:nvPicPr>
          <p:cNvPr id="3" name="Picture 2">
            <a:extLst>
              <a:ext uri="{FF2B5EF4-FFF2-40B4-BE49-F238E27FC236}">
                <a16:creationId xmlns:a16="http://schemas.microsoft.com/office/drawing/2014/main" id="{4B3A2BE0-B930-2216-835B-AE9E6856E5F7}"/>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TextBox 4">
            <a:extLst>
              <a:ext uri="{FF2B5EF4-FFF2-40B4-BE49-F238E27FC236}">
                <a16:creationId xmlns:a16="http://schemas.microsoft.com/office/drawing/2014/main" id="{EFE4AE2A-18FA-B3FC-771D-DC63F7AF75E6}"/>
              </a:ext>
            </a:extLst>
          </p:cNvPr>
          <p:cNvSpPr txBox="1"/>
          <p:nvPr/>
        </p:nvSpPr>
        <p:spPr>
          <a:xfrm>
            <a:off x="360000" y="1150024"/>
            <a:ext cx="11292422" cy="5056577"/>
          </a:xfrm>
          <a:prstGeom prst="rect">
            <a:avLst/>
          </a:prstGeom>
          <a:noFill/>
        </p:spPr>
        <p:txBody>
          <a:bodyPr wrap="square">
            <a:spAutoFit/>
          </a:bodyPr>
          <a:lstStyle/>
          <a:p>
            <a:pPr algn="ctr">
              <a:lnSpc>
                <a:spcPct val="150000"/>
              </a:lnSpc>
              <a:spcBef>
                <a:spcPts val="1200"/>
              </a:spcBef>
              <a:spcAft>
                <a:spcPts val="600"/>
              </a:spcAft>
            </a:pPr>
            <a:r>
              <a:rPr lang="en-AU" sz="4000">
                <a:latin typeface="Arial" panose="020B0604020202020204" pitchFamily="34" charset="0"/>
                <a:ea typeface="Calibri" panose="020F0502020204030204" pitchFamily="34" charset="0"/>
              </a:rPr>
              <a:t>Farmer Jessie wants to turn one of her </a:t>
            </a:r>
            <a:r>
              <a:rPr lang="en-AU" sz="4000" b="1">
                <a:latin typeface="Arial" panose="020B0604020202020204" pitchFamily="34" charset="0"/>
                <a:ea typeface="Calibri" panose="020F0502020204030204" pitchFamily="34" charset="0"/>
              </a:rPr>
              <a:t>paddocks</a:t>
            </a:r>
            <a:r>
              <a:rPr lang="en-AU" sz="4000">
                <a:latin typeface="Arial" panose="020B0604020202020204" pitchFamily="34" charset="0"/>
                <a:ea typeface="Calibri" panose="020F0502020204030204" pitchFamily="34" charset="0"/>
              </a:rPr>
              <a:t> into a space for alpacas. Which </a:t>
            </a:r>
            <a:r>
              <a:rPr lang="en-AU" sz="4000" b="1">
                <a:latin typeface="Arial" panose="020B0604020202020204" pitchFamily="34" charset="0"/>
                <a:ea typeface="Calibri" panose="020F0502020204030204" pitchFamily="34" charset="0"/>
              </a:rPr>
              <a:t>paddock</a:t>
            </a:r>
            <a:r>
              <a:rPr lang="en-AU" sz="4000">
                <a:latin typeface="Arial" panose="020B0604020202020204" pitchFamily="34" charset="0"/>
                <a:ea typeface="Calibri" panose="020F0502020204030204" pitchFamily="34" charset="0"/>
              </a:rPr>
              <a:t> has the </a:t>
            </a:r>
            <a:r>
              <a:rPr lang="en-AU" sz="4000" b="1">
                <a:latin typeface="Arial" panose="020B0604020202020204" pitchFamily="34" charset="0"/>
                <a:ea typeface="Calibri" panose="020F0502020204030204" pitchFamily="34" charset="0"/>
              </a:rPr>
              <a:t>larger</a:t>
            </a:r>
            <a:r>
              <a:rPr lang="en-AU" sz="4000">
                <a:latin typeface="Arial" panose="020B0604020202020204" pitchFamily="34" charset="0"/>
                <a:ea typeface="Calibri" panose="020F0502020204030204" pitchFamily="34" charset="0"/>
              </a:rPr>
              <a:t> </a:t>
            </a:r>
            <a:r>
              <a:rPr lang="en-AU" sz="4000" b="1">
                <a:latin typeface="Arial" panose="020B0604020202020204" pitchFamily="34" charset="0"/>
                <a:ea typeface="Calibri" panose="020F0502020204030204" pitchFamily="34" charset="0"/>
              </a:rPr>
              <a:t>area</a:t>
            </a:r>
            <a:r>
              <a:rPr lang="en-AU" sz="4000">
                <a:latin typeface="Arial" panose="020B0604020202020204" pitchFamily="34" charset="0"/>
                <a:ea typeface="Calibri" panose="020F0502020204030204" pitchFamily="34" charset="0"/>
              </a:rPr>
              <a:t> for the alpacas?</a:t>
            </a:r>
          </a:p>
          <a:p>
            <a:pPr marL="742950" indent="-742950" algn="ctr">
              <a:lnSpc>
                <a:spcPct val="150000"/>
              </a:lnSpc>
              <a:spcBef>
                <a:spcPts val="1200"/>
              </a:spcBef>
              <a:spcAft>
                <a:spcPts val="600"/>
              </a:spcAft>
              <a:buFont typeface="+mj-lt"/>
              <a:buAutoNum type="alphaLcParenR"/>
            </a:pPr>
            <a:r>
              <a:rPr lang="en-AU" sz="4000">
                <a:latin typeface="Arial" panose="020B0604020202020204" pitchFamily="34" charset="0"/>
                <a:ea typeface="Calibri" panose="020F0502020204030204" pitchFamily="34" charset="0"/>
              </a:rPr>
              <a:t>Length: </a:t>
            </a:r>
            <a:r>
              <a:rPr lang="en-AU" sz="4000" b="1">
                <a:latin typeface="Arial" panose="020B0604020202020204" pitchFamily="34" charset="0"/>
                <a:ea typeface="Calibri" panose="020F0502020204030204" pitchFamily="34" charset="0"/>
              </a:rPr>
              <a:t>35 m</a:t>
            </a:r>
            <a:r>
              <a:rPr lang="en-AU" sz="4000">
                <a:latin typeface="Arial" panose="020B0604020202020204" pitchFamily="34" charset="0"/>
                <a:ea typeface="Calibri" panose="020F0502020204030204" pitchFamily="34" charset="0"/>
              </a:rPr>
              <a:t> Width: </a:t>
            </a:r>
            <a:r>
              <a:rPr lang="en-AU" sz="4000" b="1">
                <a:latin typeface="Arial" panose="020B0604020202020204" pitchFamily="34" charset="0"/>
                <a:ea typeface="Calibri" panose="020F0502020204030204" pitchFamily="34" charset="0"/>
              </a:rPr>
              <a:t>5 m</a:t>
            </a:r>
            <a:endParaRPr lang="en-AU" sz="4000" b="1" dirty="0">
              <a:latin typeface="Arial" panose="020B0604020202020204" pitchFamily="34" charset="0"/>
              <a:ea typeface="Calibri" panose="020F0502020204030204" pitchFamily="34" charset="0"/>
            </a:endParaRPr>
          </a:p>
          <a:p>
            <a:pPr marL="742950" indent="-742950" algn="ctr">
              <a:lnSpc>
                <a:spcPct val="150000"/>
              </a:lnSpc>
              <a:spcBef>
                <a:spcPts val="1200"/>
              </a:spcBef>
              <a:spcAft>
                <a:spcPts val="600"/>
              </a:spcAft>
              <a:buFont typeface="+mj-lt"/>
              <a:buAutoNum type="alphaLcParenR"/>
            </a:pPr>
            <a:r>
              <a:rPr lang="en-AU" sz="4000">
                <a:latin typeface="Arial" panose="020B0604020202020204" pitchFamily="34" charset="0"/>
                <a:ea typeface="Calibri" panose="020F0502020204030204" pitchFamily="34" charset="0"/>
              </a:rPr>
              <a:t>Length: </a:t>
            </a:r>
            <a:r>
              <a:rPr lang="en-AU" sz="4000" b="1">
                <a:latin typeface="Arial" panose="020B0604020202020204" pitchFamily="34" charset="0"/>
                <a:ea typeface="Calibri" panose="020F0502020204030204" pitchFamily="34" charset="0"/>
              </a:rPr>
              <a:t>29 m</a:t>
            </a:r>
            <a:r>
              <a:rPr lang="en-AU" sz="4000">
                <a:latin typeface="Arial" panose="020B0604020202020204" pitchFamily="34" charset="0"/>
                <a:ea typeface="Calibri" panose="020F0502020204030204" pitchFamily="34" charset="0"/>
              </a:rPr>
              <a:t> Width: </a:t>
            </a:r>
            <a:r>
              <a:rPr lang="en-AU" sz="4000" b="1">
                <a:latin typeface="Arial" panose="020B0604020202020204" pitchFamily="34" charset="0"/>
                <a:ea typeface="Calibri" panose="020F0502020204030204" pitchFamily="34" charset="0"/>
              </a:rPr>
              <a:t>9 m</a:t>
            </a:r>
            <a:endParaRPr lang="en-AU" sz="4000" b="1" dirty="0">
              <a:latin typeface="Arial" panose="020B0604020202020204" pitchFamily="34" charset="0"/>
              <a:ea typeface="Calibri" panose="020F0502020204030204" pitchFamily="34" charset="0"/>
            </a:endParaRPr>
          </a:p>
        </p:txBody>
      </p:sp>
      <p:sp>
        <p:nvSpPr>
          <p:cNvPr id="2" name="Slide Number Placeholder 1">
            <a:extLst>
              <a:ext uri="{FF2B5EF4-FFF2-40B4-BE49-F238E27FC236}">
                <a16:creationId xmlns:a16="http://schemas.microsoft.com/office/drawing/2014/main" id="{0EF31EE8-79A7-0DBA-B9DB-8A157B4E8626}"/>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43</a:t>
            </a:fld>
            <a:endParaRPr lang="en-AU"/>
          </a:p>
        </p:txBody>
      </p:sp>
    </p:spTree>
    <p:extLst>
      <p:ext uri="{BB962C8B-B14F-4D97-AF65-F5344CB8AC3E}">
        <p14:creationId xmlns:p14="http://schemas.microsoft.com/office/powerpoint/2010/main" val="29260518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B8976A-D32B-E916-870D-31227D48EB2E}"/>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50014A0A-A3B4-3657-0EBE-0BA190D28262}"/>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(23)</a:t>
            </a:r>
          </a:p>
        </p:txBody>
      </p:sp>
      <p:pic>
        <p:nvPicPr>
          <p:cNvPr id="3" name="Picture 2">
            <a:extLst>
              <a:ext uri="{FF2B5EF4-FFF2-40B4-BE49-F238E27FC236}">
                <a16:creationId xmlns:a16="http://schemas.microsoft.com/office/drawing/2014/main" id="{414B841E-8840-471A-4D5D-BE5947D1F0DF}"/>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TextBox 4">
            <a:extLst>
              <a:ext uri="{FF2B5EF4-FFF2-40B4-BE49-F238E27FC236}">
                <a16:creationId xmlns:a16="http://schemas.microsoft.com/office/drawing/2014/main" id="{091E5779-C0D8-6E28-4056-1C0198896E0F}"/>
              </a:ext>
            </a:extLst>
          </p:cNvPr>
          <p:cNvSpPr txBox="1"/>
          <p:nvPr/>
        </p:nvSpPr>
        <p:spPr>
          <a:xfrm>
            <a:off x="887796" y="827001"/>
            <a:ext cx="10481244" cy="2390334"/>
          </a:xfrm>
          <a:prstGeom prst="rect">
            <a:avLst/>
          </a:prstGeom>
          <a:noFill/>
        </p:spPr>
        <p:txBody>
          <a:bodyPr wrap="square">
            <a:spAutoFit/>
          </a:bodyPr>
          <a:lstStyle/>
          <a:p>
            <a:pPr>
              <a:lnSpc>
                <a:spcPct val="150000"/>
              </a:lnSpc>
            </a:pPr>
            <a:r>
              <a:rPr lang="en-AU" sz="3200" b="1">
                <a:latin typeface="Arial" panose="020B0604020202020204" pitchFamily="34" charset="0"/>
                <a:ea typeface="Calibri" panose="020F0502020204030204" pitchFamily="34" charset="0"/>
              </a:rPr>
              <a:t>Match</a:t>
            </a:r>
            <a:r>
              <a:rPr lang="en-AU" sz="3200">
                <a:latin typeface="Arial" panose="020B0604020202020204" pitchFamily="34" charset="0"/>
                <a:ea typeface="Calibri" panose="020F0502020204030204" pitchFamily="34" charset="0"/>
              </a:rPr>
              <a:t> the </a:t>
            </a:r>
            <a:r>
              <a:rPr lang="en-AU" sz="3200" b="1">
                <a:latin typeface="Arial" panose="020B0604020202020204" pitchFamily="34" charset="0"/>
                <a:ea typeface="Calibri" panose="020F0502020204030204" pitchFamily="34" charset="0"/>
              </a:rPr>
              <a:t>area model </a:t>
            </a:r>
            <a:r>
              <a:rPr lang="en-AU" sz="3200">
                <a:latin typeface="Arial" panose="020B0604020202020204" pitchFamily="34" charset="0"/>
                <a:ea typeface="Calibri" panose="020F0502020204030204" pitchFamily="34" charset="0"/>
              </a:rPr>
              <a:t>to the corresponding </a:t>
            </a:r>
            <a:r>
              <a:rPr lang="en-AU" sz="3200" b="1">
                <a:latin typeface="Arial" panose="020B0604020202020204" pitchFamily="34" charset="0"/>
                <a:ea typeface="Calibri" panose="020F0502020204030204" pitchFamily="34" charset="0"/>
              </a:rPr>
              <a:t>algorithm.</a:t>
            </a:r>
          </a:p>
          <a:p>
            <a:pPr marL="742950" indent="-742950" algn="ctr">
              <a:lnSpc>
                <a:spcPct val="150000"/>
              </a:lnSpc>
              <a:buAutoNum type="alphaUcPeriod"/>
            </a:pPr>
            <a:endParaRPr lang="en-AU" sz="3600" b="1"/>
          </a:p>
          <a:p>
            <a:pPr algn="ctr">
              <a:lnSpc>
                <a:spcPct val="150000"/>
              </a:lnSpc>
            </a:pPr>
            <a:endParaRPr lang="en-AU" sz="3600" b="1"/>
          </a:p>
        </p:txBody>
      </p:sp>
      <p:sp>
        <p:nvSpPr>
          <p:cNvPr id="14" name="B">
            <a:extLst>
              <a:ext uri="{FF2B5EF4-FFF2-40B4-BE49-F238E27FC236}">
                <a16:creationId xmlns:a16="http://schemas.microsoft.com/office/drawing/2014/main" id="{EECDCFF7-30FF-7EE1-D3A6-795AA6AB4E69}"/>
              </a:ext>
              <a:ext uri="{C183D7F6-B498-43B3-948B-1728B52AA6E4}">
                <adec:decorative xmlns:adec="http://schemas.microsoft.com/office/drawing/2017/decorative" val="1"/>
              </a:ext>
            </a:extLst>
          </p:cNvPr>
          <p:cNvSpPr txBox="1"/>
          <p:nvPr/>
        </p:nvSpPr>
        <p:spPr>
          <a:xfrm>
            <a:off x="1241358" y="2185601"/>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1.</a:t>
            </a:r>
          </a:p>
        </p:txBody>
      </p:sp>
      <p:sp>
        <p:nvSpPr>
          <p:cNvPr id="15" name="B">
            <a:extLst>
              <a:ext uri="{FF2B5EF4-FFF2-40B4-BE49-F238E27FC236}">
                <a16:creationId xmlns:a16="http://schemas.microsoft.com/office/drawing/2014/main" id="{64E7A737-0A35-B78B-1F99-59AEB26EC80D}"/>
              </a:ext>
              <a:ext uri="{C183D7F6-B498-43B3-948B-1728B52AA6E4}">
                <adec:decorative xmlns:adec="http://schemas.microsoft.com/office/drawing/2017/decorative" val="1"/>
              </a:ext>
            </a:extLst>
          </p:cNvPr>
          <p:cNvSpPr txBox="1"/>
          <p:nvPr/>
        </p:nvSpPr>
        <p:spPr>
          <a:xfrm>
            <a:off x="1241358" y="381542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2.</a:t>
            </a:r>
          </a:p>
        </p:txBody>
      </p:sp>
      <p:sp>
        <p:nvSpPr>
          <p:cNvPr id="16" name="B">
            <a:extLst>
              <a:ext uri="{FF2B5EF4-FFF2-40B4-BE49-F238E27FC236}">
                <a16:creationId xmlns:a16="http://schemas.microsoft.com/office/drawing/2014/main" id="{ACAD9C0C-A8B5-2845-44F9-8EEC36F20BE0}"/>
              </a:ext>
              <a:ext uri="{C183D7F6-B498-43B3-948B-1728B52AA6E4}">
                <adec:decorative xmlns:adec="http://schemas.microsoft.com/office/drawing/2017/decorative" val="1"/>
              </a:ext>
            </a:extLst>
          </p:cNvPr>
          <p:cNvSpPr txBox="1"/>
          <p:nvPr/>
        </p:nvSpPr>
        <p:spPr>
          <a:xfrm>
            <a:off x="1241357" y="5572425"/>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3.</a:t>
            </a:r>
          </a:p>
        </p:txBody>
      </p:sp>
      <p:pic>
        <p:nvPicPr>
          <p:cNvPr id="8" name="Picture 7" descr="3 area models partitioned into their place value parts with.&#10;&#10;1. 200 + 50 + 1 x 7&#10;2. 600 + 40 + 0 x 5&#10;3. 700 + 40 + 3 x 3&#10;&#10;">
            <a:extLst>
              <a:ext uri="{FF2B5EF4-FFF2-40B4-BE49-F238E27FC236}">
                <a16:creationId xmlns:a16="http://schemas.microsoft.com/office/drawing/2014/main" id="{CE85E1E9-659E-8BCE-5E2C-8C28FD18FDE3}"/>
              </a:ext>
            </a:extLst>
          </p:cNvPr>
          <p:cNvPicPr>
            <a:picLocks noChangeAspect="1"/>
          </p:cNvPicPr>
          <p:nvPr/>
        </p:nvPicPr>
        <p:blipFill>
          <a:blip r:embed="rId4"/>
          <a:srcRect r="-2003" b="2884"/>
          <a:stretch>
            <a:fillRect/>
          </a:stretch>
        </p:blipFill>
        <p:spPr>
          <a:xfrm>
            <a:off x="1931317" y="1686699"/>
            <a:ext cx="4164683" cy="5009301"/>
          </a:xfrm>
          <a:prstGeom prst="rect">
            <a:avLst/>
          </a:prstGeom>
        </p:spPr>
      </p:pic>
      <p:sp>
        <p:nvSpPr>
          <p:cNvPr id="11" name="B">
            <a:extLst>
              <a:ext uri="{FF2B5EF4-FFF2-40B4-BE49-F238E27FC236}">
                <a16:creationId xmlns:a16="http://schemas.microsoft.com/office/drawing/2014/main" id="{D16C4BDA-BE30-9BE7-DF58-AA87DDC09420}"/>
              </a:ext>
              <a:ext uri="{C183D7F6-B498-43B3-948B-1728B52AA6E4}">
                <adec:decorative xmlns:adec="http://schemas.microsoft.com/office/drawing/2017/decorative" val="1"/>
              </a:ext>
            </a:extLst>
          </p:cNvPr>
          <p:cNvSpPr txBox="1"/>
          <p:nvPr/>
        </p:nvSpPr>
        <p:spPr>
          <a:xfrm>
            <a:off x="7655668" y="2065260"/>
            <a:ext cx="657935"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A.</a:t>
            </a:r>
          </a:p>
        </p:txBody>
      </p:sp>
      <p:sp>
        <p:nvSpPr>
          <p:cNvPr id="12" name="B">
            <a:extLst>
              <a:ext uri="{FF2B5EF4-FFF2-40B4-BE49-F238E27FC236}">
                <a16:creationId xmlns:a16="http://schemas.microsoft.com/office/drawing/2014/main" id="{DDA4E2A0-CCE5-03B2-BA3F-3E11AF589092}"/>
              </a:ext>
              <a:ext uri="{C183D7F6-B498-43B3-948B-1728B52AA6E4}">
                <adec:decorative xmlns:adec="http://schemas.microsoft.com/office/drawing/2017/decorative" val="1"/>
              </a:ext>
            </a:extLst>
          </p:cNvPr>
          <p:cNvSpPr txBox="1"/>
          <p:nvPr/>
        </p:nvSpPr>
        <p:spPr>
          <a:xfrm>
            <a:off x="7655667" y="3695085"/>
            <a:ext cx="657937"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B.</a:t>
            </a:r>
          </a:p>
        </p:txBody>
      </p:sp>
      <p:sp>
        <p:nvSpPr>
          <p:cNvPr id="13" name="C">
            <a:extLst>
              <a:ext uri="{FF2B5EF4-FFF2-40B4-BE49-F238E27FC236}">
                <a16:creationId xmlns:a16="http://schemas.microsoft.com/office/drawing/2014/main" id="{4618AFA0-E64C-184C-AF3C-E8FAAC593FBA}"/>
              </a:ext>
              <a:ext uri="{C183D7F6-B498-43B3-948B-1728B52AA6E4}">
                <adec:decorative xmlns:adec="http://schemas.microsoft.com/office/drawing/2017/decorative" val="1"/>
              </a:ext>
            </a:extLst>
          </p:cNvPr>
          <p:cNvSpPr txBox="1"/>
          <p:nvPr/>
        </p:nvSpPr>
        <p:spPr>
          <a:xfrm>
            <a:off x="7655668" y="5452084"/>
            <a:ext cx="657938"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C.</a:t>
            </a:r>
          </a:p>
        </p:txBody>
      </p:sp>
      <p:pic>
        <p:nvPicPr>
          <p:cNvPr id="18" name="Picture 17" descr="Algorithms&#10;&#10;A. 743 x 3 ( 9 + 120 + 2100 = 2229)&#10;B. 640 x 5 (0 + 200 + 3000 = 3200)&#10;C. 251 x 7 (7 + 350 + 1400 = 1757)">
            <a:extLst>
              <a:ext uri="{FF2B5EF4-FFF2-40B4-BE49-F238E27FC236}">
                <a16:creationId xmlns:a16="http://schemas.microsoft.com/office/drawing/2014/main" id="{C7A71924-56B0-7919-017A-D977176B5C76}"/>
              </a:ext>
            </a:extLst>
          </p:cNvPr>
          <p:cNvPicPr>
            <a:picLocks noChangeAspect="1"/>
          </p:cNvPicPr>
          <p:nvPr/>
        </p:nvPicPr>
        <p:blipFill>
          <a:blip r:embed="rId5"/>
          <a:stretch>
            <a:fillRect/>
          </a:stretch>
        </p:blipFill>
        <p:spPr>
          <a:xfrm>
            <a:off x="8460057" y="1605731"/>
            <a:ext cx="1499745" cy="5158054"/>
          </a:xfrm>
          <a:prstGeom prst="rect">
            <a:avLst/>
          </a:prstGeom>
        </p:spPr>
      </p:pic>
      <p:sp>
        <p:nvSpPr>
          <p:cNvPr id="2" name="Slide Number Placeholder 1">
            <a:extLst>
              <a:ext uri="{FF2B5EF4-FFF2-40B4-BE49-F238E27FC236}">
                <a16:creationId xmlns:a16="http://schemas.microsoft.com/office/drawing/2014/main" id="{64360D9A-5A72-254F-3BE7-8A0F2BAE4D95}"/>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44</a:t>
            </a:fld>
            <a:endParaRPr lang="en-AU"/>
          </a:p>
        </p:txBody>
      </p:sp>
    </p:spTree>
    <p:extLst>
      <p:ext uri="{BB962C8B-B14F-4D97-AF65-F5344CB8AC3E}">
        <p14:creationId xmlns:p14="http://schemas.microsoft.com/office/powerpoint/2010/main" val="8882875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962A58-43E6-D46E-B85F-792D23682379}"/>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8D1F7A2B-D3A6-7777-75B4-1AEC24DBAE2C}"/>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(24)</a:t>
            </a:r>
          </a:p>
        </p:txBody>
      </p:sp>
      <p:pic>
        <p:nvPicPr>
          <p:cNvPr id="3" name="Picture 2">
            <a:extLst>
              <a:ext uri="{FF2B5EF4-FFF2-40B4-BE49-F238E27FC236}">
                <a16:creationId xmlns:a16="http://schemas.microsoft.com/office/drawing/2014/main" id="{7F0D925D-1709-7016-D09D-4DDBD08A31D5}"/>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9" name="TextBox 8">
            <a:extLst>
              <a:ext uri="{FF2B5EF4-FFF2-40B4-BE49-F238E27FC236}">
                <a16:creationId xmlns:a16="http://schemas.microsoft.com/office/drawing/2014/main" id="{4A0B9A4D-EC8B-2979-D214-8AD7693F489A}"/>
              </a:ext>
            </a:extLst>
          </p:cNvPr>
          <p:cNvSpPr txBox="1"/>
          <p:nvPr/>
        </p:nvSpPr>
        <p:spPr>
          <a:xfrm>
            <a:off x="253970" y="3417663"/>
            <a:ext cx="7047967" cy="2955746"/>
          </a:xfrm>
          <a:prstGeom prst="rect">
            <a:avLst/>
          </a:prstGeom>
          <a:noFill/>
        </p:spPr>
        <p:txBody>
          <a:bodyPr wrap="square">
            <a:spAutoFit/>
          </a:bodyPr>
          <a:lstStyle/>
          <a:p>
            <a:pPr>
              <a:lnSpc>
                <a:spcPct val="150000"/>
              </a:lnSpc>
            </a:pPr>
            <a:r>
              <a:rPr lang="en-AU" sz="3200" i="0" u="none" strike="noStrike">
                <a:solidFill>
                  <a:srgbClr val="000000"/>
                </a:solidFill>
                <a:effectLst/>
                <a:latin typeface="Arial" panose="020B0604020202020204" pitchFamily="34" charset="0"/>
                <a:cs typeface="Arial" panose="020B0604020202020204" pitchFamily="34" charset="0"/>
              </a:rPr>
              <a:t>Use the </a:t>
            </a:r>
            <a:r>
              <a:rPr lang="en-AU" sz="3200" b="1" i="0" u="none" strike="noStrike">
                <a:solidFill>
                  <a:srgbClr val="000000"/>
                </a:solidFill>
                <a:effectLst/>
                <a:latin typeface="Arial" panose="020B0604020202020204" pitchFamily="34" charset="0"/>
                <a:cs typeface="Arial" panose="020B0604020202020204" pitchFamily="34" charset="0"/>
              </a:rPr>
              <a:t>change in water level </a:t>
            </a:r>
            <a:r>
              <a:rPr lang="en-AU" sz="3200" i="0" u="none" strike="noStrike">
                <a:solidFill>
                  <a:srgbClr val="000000"/>
                </a:solidFill>
                <a:effectLst/>
                <a:latin typeface="Arial" panose="020B0604020202020204" pitchFamily="34" charset="0"/>
                <a:cs typeface="Arial" panose="020B0604020202020204" pitchFamily="34" charset="0"/>
              </a:rPr>
              <a:t>to </a:t>
            </a:r>
            <a:r>
              <a:rPr lang="en-AU" sz="3200" b="1">
                <a:solidFill>
                  <a:srgbClr val="000000"/>
                </a:solidFill>
                <a:latin typeface="Arial" panose="020B0604020202020204" pitchFamily="34" charset="0"/>
                <a:cs typeface="Arial" panose="020B0604020202020204" pitchFamily="34" charset="0"/>
              </a:rPr>
              <a:t>c</a:t>
            </a:r>
            <a:r>
              <a:rPr lang="en-AU" sz="3200" b="1" i="0" u="none" strike="noStrike">
                <a:solidFill>
                  <a:srgbClr val="000000"/>
                </a:solidFill>
                <a:effectLst/>
                <a:latin typeface="Arial" panose="020B0604020202020204" pitchFamily="34" charset="0"/>
                <a:cs typeface="Arial" panose="020B0604020202020204" pitchFamily="34" charset="0"/>
              </a:rPr>
              <a:t>ompare</a:t>
            </a:r>
            <a:r>
              <a:rPr lang="en-AU" sz="3200" b="0" i="0" u="none" strike="noStrike">
                <a:solidFill>
                  <a:srgbClr val="000000"/>
                </a:solidFill>
                <a:effectLst/>
                <a:latin typeface="Arial" panose="020B0604020202020204" pitchFamily="34" charset="0"/>
                <a:cs typeface="Arial" panose="020B0604020202020204" pitchFamily="34" charset="0"/>
              </a:rPr>
              <a:t> the</a:t>
            </a:r>
            <a:r>
              <a:rPr lang="en-AU" sz="3200">
                <a:solidFill>
                  <a:srgbClr val="000000"/>
                </a:solidFill>
                <a:latin typeface="Arial" panose="020B0604020202020204" pitchFamily="34" charset="0"/>
                <a:cs typeface="Arial" panose="020B0604020202020204" pitchFamily="34" charset="0"/>
              </a:rPr>
              <a:t> volumes of the </a:t>
            </a:r>
            <a:r>
              <a:rPr lang="en-AU" sz="3200" b="1">
                <a:solidFill>
                  <a:srgbClr val="000000"/>
                </a:solidFill>
                <a:latin typeface="Arial" panose="020B0604020202020204" pitchFamily="34" charset="0"/>
                <a:cs typeface="Arial" panose="020B0604020202020204" pitchFamily="34" charset="0"/>
              </a:rPr>
              <a:t>apple</a:t>
            </a:r>
            <a:r>
              <a:rPr lang="en-AU" sz="3200">
                <a:solidFill>
                  <a:srgbClr val="000000"/>
                </a:solidFill>
                <a:latin typeface="Arial" panose="020B0604020202020204" pitchFamily="34" charset="0"/>
                <a:cs typeface="Arial" panose="020B0604020202020204" pitchFamily="34" charset="0"/>
              </a:rPr>
              <a:t> and the </a:t>
            </a:r>
            <a:r>
              <a:rPr lang="en-AU" sz="3200" b="1">
                <a:solidFill>
                  <a:srgbClr val="000000"/>
                </a:solidFill>
                <a:latin typeface="Arial" panose="020B0604020202020204" pitchFamily="34" charset="0"/>
                <a:cs typeface="Arial" panose="020B0604020202020204" pitchFamily="34" charset="0"/>
              </a:rPr>
              <a:t>can of beans </a:t>
            </a:r>
            <a:r>
              <a:rPr lang="en-AU" sz="3200">
                <a:solidFill>
                  <a:srgbClr val="000000"/>
                </a:solidFill>
                <a:latin typeface="Arial" panose="020B0604020202020204" pitchFamily="34" charset="0"/>
                <a:cs typeface="Arial" panose="020B0604020202020204" pitchFamily="34" charset="0"/>
              </a:rPr>
              <a:t>when each is </a:t>
            </a:r>
            <a:r>
              <a:rPr lang="en-AU" sz="3200" b="1">
                <a:solidFill>
                  <a:srgbClr val="000000"/>
                </a:solidFill>
                <a:latin typeface="Arial" panose="020B0604020202020204" pitchFamily="34" charset="0"/>
                <a:cs typeface="Arial" panose="020B0604020202020204" pitchFamily="34" charset="0"/>
              </a:rPr>
              <a:t>submerged </a:t>
            </a:r>
            <a:r>
              <a:rPr lang="en-AU" sz="3200">
                <a:solidFill>
                  <a:srgbClr val="000000"/>
                </a:solidFill>
                <a:latin typeface="Arial" panose="020B0604020202020204" pitchFamily="34" charset="0"/>
                <a:cs typeface="Arial" panose="020B0604020202020204" pitchFamily="34" charset="0"/>
              </a:rPr>
              <a:t>in the jug.</a:t>
            </a:r>
            <a:endParaRPr lang="en-AU" sz="3200">
              <a:latin typeface="Arial" panose="020B0604020202020204" pitchFamily="34" charset="0"/>
              <a:cs typeface="Arial" panose="020B0604020202020204" pitchFamily="34" charset="0"/>
            </a:endParaRPr>
          </a:p>
        </p:txBody>
      </p:sp>
      <p:pic>
        <p:nvPicPr>
          <p:cNvPr id="7" name="Picture 6" descr=" The first measuring jug with an apple displaced at the 500 mL mark. The last jug with the can of beans displaced measuring halfway between the 700 and 800 mL marking.">
            <a:extLst>
              <a:ext uri="{FF2B5EF4-FFF2-40B4-BE49-F238E27FC236}">
                <a16:creationId xmlns:a16="http://schemas.microsoft.com/office/drawing/2014/main" id="{E319C1DC-4A93-DCB7-21AE-89E872E8828F}"/>
              </a:ext>
            </a:extLst>
          </p:cNvPr>
          <p:cNvPicPr>
            <a:picLocks noChangeAspect="1"/>
          </p:cNvPicPr>
          <p:nvPr/>
        </p:nvPicPr>
        <p:blipFill>
          <a:blip r:embed="rId4"/>
          <a:srcRect l="32732"/>
          <a:stretch>
            <a:fillRect/>
          </a:stretch>
        </p:blipFill>
        <p:spPr>
          <a:xfrm>
            <a:off x="6915694" y="3285661"/>
            <a:ext cx="4897082" cy="2792790"/>
          </a:xfrm>
          <a:prstGeom prst="rect">
            <a:avLst/>
          </a:prstGeom>
        </p:spPr>
      </p:pic>
      <p:sp>
        <p:nvSpPr>
          <p:cNvPr id="2" name="Slide Number Placeholder 1">
            <a:extLst>
              <a:ext uri="{FF2B5EF4-FFF2-40B4-BE49-F238E27FC236}">
                <a16:creationId xmlns:a16="http://schemas.microsoft.com/office/drawing/2014/main" id="{B285D5E3-4DE4-798B-E708-0A6F392F0726}"/>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45</a:t>
            </a:fld>
            <a:endParaRPr lang="en-AU"/>
          </a:p>
        </p:txBody>
      </p:sp>
      <p:pic>
        <p:nvPicPr>
          <p:cNvPr id="4" name="Picture 3" descr="A water jug measuring 250 mL of water.&#10; ">
            <a:extLst>
              <a:ext uri="{FF2B5EF4-FFF2-40B4-BE49-F238E27FC236}">
                <a16:creationId xmlns:a16="http://schemas.microsoft.com/office/drawing/2014/main" id="{E630BC3A-AE21-AAC5-8F11-054C4D41EE11}"/>
              </a:ext>
            </a:extLst>
          </p:cNvPr>
          <p:cNvPicPr>
            <a:picLocks noChangeAspect="1"/>
          </p:cNvPicPr>
          <p:nvPr/>
        </p:nvPicPr>
        <p:blipFill>
          <a:blip r:embed="rId4"/>
          <a:srcRect t="15417" r="66047" b="9550"/>
          <a:stretch>
            <a:fillRect/>
          </a:stretch>
        </p:blipFill>
        <p:spPr>
          <a:xfrm>
            <a:off x="253970" y="1066800"/>
            <a:ext cx="2471826" cy="2095500"/>
          </a:xfrm>
          <a:prstGeom prst="rect">
            <a:avLst/>
          </a:prstGeom>
        </p:spPr>
      </p:pic>
      <p:sp>
        <p:nvSpPr>
          <p:cNvPr id="14" name="TextBox 13">
            <a:extLst>
              <a:ext uri="{FF2B5EF4-FFF2-40B4-BE49-F238E27FC236}">
                <a16:creationId xmlns:a16="http://schemas.microsoft.com/office/drawing/2014/main" id="{57BCB640-AFE7-BB2C-6DF1-1C739404F7D1}"/>
              </a:ext>
            </a:extLst>
          </p:cNvPr>
          <p:cNvSpPr txBox="1"/>
          <p:nvPr/>
        </p:nvSpPr>
        <p:spPr>
          <a:xfrm>
            <a:off x="2540364" y="1591170"/>
            <a:ext cx="9017059" cy="584775"/>
          </a:xfrm>
          <a:prstGeom prst="rect">
            <a:avLst/>
          </a:prstGeom>
          <a:noFill/>
        </p:spPr>
        <p:txBody>
          <a:bodyPr wrap="square">
            <a:spAutoFit/>
          </a:bodyPr>
          <a:lstStyle/>
          <a:p>
            <a:pPr>
              <a:buNone/>
            </a:pPr>
            <a:r>
              <a:rPr lang="en-AU" sz="3200"/>
              <a:t>This measuring jug contains 250 mL of water.</a:t>
            </a:r>
          </a:p>
        </p:txBody>
      </p:sp>
      <p:sp>
        <p:nvSpPr>
          <p:cNvPr id="15" name="TextBox 14">
            <a:extLst>
              <a:ext uri="{FF2B5EF4-FFF2-40B4-BE49-F238E27FC236}">
                <a16:creationId xmlns:a16="http://schemas.microsoft.com/office/drawing/2014/main" id="{653F5DEA-2F4F-F603-01D2-7638FC36E894}"/>
              </a:ext>
            </a:extLst>
          </p:cNvPr>
          <p:cNvSpPr txBox="1"/>
          <p:nvPr/>
        </p:nvSpPr>
        <p:spPr>
          <a:xfrm>
            <a:off x="7914342" y="5581455"/>
            <a:ext cx="867858" cy="496996"/>
          </a:xfrm>
          <a:prstGeom prst="rect">
            <a:avLst/>
          </a:prstGeom>
          <a:noFill/>
        </p:spPr>
        <p:txBody>
          <a:bodyPr wrap="square">
            <a:spAutoFit/>
          </a:bodyPr>
          <a:lstStyle/>
          <a:p>
            <a:pPr>
              <a:lnSpc>
                <a:spcPct val="150000"/>
              </a:lnSpc>
            </a:pPr>
            <a:r>
              <a:rPr lang="en-AU" sz="2000" i="0" u="none" strike="noStrike">
                <a:solidFill>
                  <a:srgbClr val="000000"/>
                </a:solidFill>
                <a:effectLst/>
                <a:latin typeface="Arial" panose="020B0604020202020204" pitchFamily="34" charset="0"/>
                <a:cs typeface="Arial" panose="020B0604020202020204" pitchFamily="34" charset="0"/>
              </a:rPr>
              <a:t>apple</a:t>
            </a:r>
            <a:endParaRPr lang="en-AU" sz="2000">
              <a:latin typeface="Arial" panose="020B0604020202020204" pitchFamily="34" charset="0"/>
              <a:cs typeface="Arial" panose="020B0604020202020204" pitchFamily="34" charset="0"/>
            </a:endParaRPr>
          </a:p>
        </p:txBody>
      </p:sp>
      <p:sp>
        <p:nvSpPr>
          <p:cNvPr id="16" name="TextBox 15">
            <a:extLst>
              <a:ext uri="{FF2B5EF4-FFF2-40B4-BE49-F238E27FC236}">
                <a16:creationId xmlns:a16="http://schemas.microsoft.com/office/drawing/2014/main" id="{9751257A-6FF1-1520-2929-B447D071DE29}"/>
              </a:ext>
            </a:extLst>
          </p:cNvPr>
          <p:cNvSpPr txBox="1"/>
          <p:nvPr/>
        </p:nvSpPr>
        <p:spPr>
          <a:xfrm>
            <a:off x="9810900" y="5602462"/>
            <a:ext cx="1680935" cy="496996"/>
          </a:xfrm>
          <a:prstGeom prst="rect">
            <a:avLst/>
          </a:prstGeom>
          <a:noFill/>
        </p:spPr>
        <p:txBody>
          <a:bodyPr wrap="square">
            <a:spAutoFit/>
          </a:bodyPr>
          <a:lstStyle/>
          <a:p>
            <a:pPr>
              <a:lnSpc>
                <a:spcPct val="150000"/>
              </a:lnSpc>
            </a:pPr>
            <a:r>
              <a:rPr lang="en-AU" sz="2000">
                <a:solidFill>
                  <a:srgbClr val="000000"/>
                </a:solidFill>
                <a:latin typeface="Arial" panose="020B0604020202020204" pitchFamily="34" charset="0"/>
                <a:cs typeface="Arial" panose="020B0604020202020204" pitchFamily="34" charset="0"/>
              </a:rPr>
              <a:t>c</a:t>
            </a:r>
            <a:r>
              <a:rPr lang="en-AU" sz="2000" i="0" u="none" strike="noStrike">
                <a:solidFill>
                  <a:srgbClr val="000000"/>
                </a:solidFill>
                <a:effectLst/>
                <a:latin typeface="Arial" panose="020B0604020202020204" pitchFamily="34" charset="0"/>
                <a:cs typeface="Arial" panose="020B0604020202020204" pitchFamily="34" charset="0"/>
              </a:rPr>
              <a:t>an of beans</a:t>
            </a:r>
            <a:endParaRPr lang="en-AU" sz="200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1734814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E916E8-10AB-1681-C643-3B5D7EBF5CA8}"/>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15556EA1-7C0C-9CC3-9B78-9D878371AFC2}"/>
              </a:ext>
            </a:extLst>
          </p:cNvPr>
          <p:cNvSpPr>
            <a:spLocks noGrp="1"/>
          </p:cNvSpPr>
          <p:nvPr>
            <p:ph type="title"/>
          </p:nvPr>
        </p:nvSpPr>
        <p:spPr>
          <a:xfrm>
            <a:off x="360000" y="360000"/>
            <a:ext cx="10367268" cy="545601"/>
          </a:xfrm>
        </p:spPr>
        <p:txBody>
          <a:bodyPr/>
          <a:lstStyle/>
          <a:p>
            <a:r>
              <a:rPr lang="en-AU"/>
              <a:t>Activity 6 – checking subtraction algorithms</a:t>
            </a:r>
          </a:p>
        </p:txBody>
      </p:sp>
      <p:pic>
        <p:nvPicPr>
          <p:cNvPr id="4" name="Picture 3">
            <a:extLst>
              <a:ext uri="{FF2B5EF4-FFF2-40B4-BE49-F238E27FC236}">
                <a16:creationId xmlns:a16="http://schemas.microsoft.com/office/drawing/2014/main" id="{98F6F9F3-5640-0D69-7B77-0C79E603F675}"/>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107003" y="240894"/>
            <a:ext cx="720000" cy="856364"/>
          </a:xfrm>
          <a:prstGeom prst="rect">
            <a:avLst/>
          </a:prstGeom>
        </p:spPr>
      </p:pic>
      <p:sp>
        <p:nvSpPr>
          <p:cNvPr id="2" name="Slide Number Placeholder 1">
            <a:extLst>
              <a:ext uri="{FF2B5EF4-FFF2-40B4-BE49-F238E27FC236}">
                <a16:creationId xmlns:a16="http://schemas.microsoft.com/office/drawing/2014/main" id="{E7F63B6C-A8E8-F8A3-E306-F4D41772B63B}"/>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46</a:t>
            </a:fld>
            <a:endParaRPr lang="en-AU"/>
          </a:p>
        </p:txBody>
      </p:sp>
      <p:pic>
        <p:nvPicPr>
          <p:cNvPr id="7" name="Picture 6" descr="Vertical algorithm: 43-16 = 33">
            <a:extLst>
              <a:ext uri="{FF2B5EF4-FFF2-40B4-BE49-F238E27FC236}">
                <a16:creationId xmlns:a16="http://schemas.microsoft.com/office/drawing/2014/main" id="{D761F018-78A3-52DC-627C-36E08E6B4B30}"/>
              </a:ext>
            </a:extLst>
          </p:cNvPr>
          <p:cNvPicPr>
            <a:picLocks noChangeAspect="1"/>
          </p:cNvPicPr>
          <p:nvPr/>
        </p:nvPicPr>
        <p:blipFill>
          <a:blip r:embed="rId4"/>
          <a:srcRect l="204" r="1948"/>
          <a:stretch>
            <a:fillRect/>
          </a:stretch>
        </p:blipFill>
        <p:spPr>
          <a:xfrm>
            <a:off x="1875185" y="1540235"/>
            <a:ext cx="3676174" cy="4284000"/>
          </a:xfrm>
          <a:prstGeom prst="rect">
            <a:avLst/>
          </a:prstGeom>
          <a:ln>
            <a:noFill/>
          </a:ln>
          <a:effectLst>
            <a:outerShdw blurRad="292100" dist="139700" dir="2700000" algn="tl" rotWithShape="0">
              <a:srgbClr val="333333">
                <a:alpha val="65000"/>
              </a:srgbClr>
            </a:outerShdw>
          </a:effectLst>
        </p:spPr>
      </p:pic>
      <p:pic>
        <p:nvPicPr>
          <p:cNvPr id="10" name="Picture 9" descr="Vertical algorithm: 3004 -468 = 3644">
            <a:extLst>
              <a:ext uri="{FF2B5EF4-FFF2-40B4-BE49-F238E27FC236}">
                <a16:creationId xmlns:a16="http://schemas.microsoft.com/office/drawing/2014/main" id="{6B10D899-C7F6-E1D2-1E6D-3D12A9E543C7}"/>
              </a:ext>
            </a:extLst>
          </p:cNvPr>
          <p:cNvPicPr>
            <a:picLocks noChangeAspect="1"/>
          </p:cNvPicPr>
          <p:nvPr/>
        </p:nvPicPr>
        <p:blipFill>
          <a:blip r:embed="rId5"/>
          <a:stretch>
            <a:fillRect/>
          </a:stretch>
        </p:blipFill>
        <p:spPr>
          <a:xfrm>
            <a:off x="6721559" y="1540235"/>
            <a:ext cx="3595256" cy="4284000"/>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7127229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6386C0-33B0-D3E7-0595-8DD2D365CFB3}"/>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7FBD97D9-4FF5-59A1-EA03-387CC607D598}"/>
              </a:ext>
            </a:extLst>
          </p:cNvPr>
          <p:cNvSpPr>
            <a:spLocks noGrp="1"/>
          </p:cNvSpPr>
          <p:nvPr>
            <p:ph type="ctrTitle"/>
          </p:nvPr>
        </p:nvSpPr>
        <p:spPr/>
        <p:txBody>
          <a:bodyPr/>
          <a:lstStyle/>
          <a:p>
            <a:r>
              <a:rPr lang="en-AU">
                <a:latin typeface="+mj-lt"/>
              </a:rPr>
              <a:t>Review of learning 7</a:t>
            </a:r>
          </a:p>
        </p:txBody>
      </p:sp>
    </p:spTree>
    <p:extLst>
      <p:ext uri="{BB962C8B-B14F-4D97-AF65-F5344CB8AC3E}">
        <p14:creationId xmlns:p14="http://schemas.microsoft.com/office/powerpoint/2010/main" val="12163138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9BDB0F-EDB3-D42C-B9F0-90D9CE8D95C0}"/>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B6806A67-4A8B-CFA0-2639-260EFA3DE028}"/>
              </a:ext>
            </a:extLst>
          </p:cNvPr>
          <p:cNvSpPr>
            <a:spLocks noGrp="1"/>
          </p:cNvSpPr>
          <p:nvPr>
            <p:ph type="title"/>
          </p:nvPr>
        </p:nvSpPr>
        <p:spPr>
          <a:xfrm>
            <a:off x="360000" y="360000"/>
            <a:ext cx="9901600" cy="545601"/>
          </a:xfrm>
        </p:spPr>
        <p:txBody>
          <a:bodyPr/>
          <a:lstStyle/>
          <a:p>
            <a:r>
              <a:rPr lang="en-US"/>
              <a:t>Multiple choice</a:t>
            </a:r>
            <a:r>
              <a:rPr lang="en-US">
                <a:solidFill>
                  <a:schemeClr val="bg1"/>
                </a:solidFill>
              </a:rPr>
              <a:t> (4)</a:t>
            </a:r>
          </a:p>
        </p:txBody>
      </p:sp>
      <p:pic>
        <p:nvPicPr>
          <p:cNvPr id="4" name="Picture 3">
            <a:extLst>
              <a:ext uri="{FF2B5EF4-FFF2-40B4-BE49-F238E27FC236}">
                <a16:creationId xmlns:a16="http://schemas.microsoft.com/office/drawing/2014/main" id="{9E6DEC87-1992-0ACF-8BBC-408DC4F8B515}"/>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15" name="Text Placeholder">
            <a:extLst>
              <a:ext uri="{FF2B5EF4-FFF2-40B4-BE49-F238E27FC236}">
                <a16:creationId xmlns:a16="http://schemas.microsoft.com/office/drawing/2014/main" id="{F4BCB582-8EFA-EA48-C6B2-3E84380A7733}"/>
              </a:ext>
            </a:extLst>
          </p:cNvPr>
          <p:cNvSpPr>
            <a:spLocks noGrp="1"/>
          </p:cNvSpPr>
          <p:nvPr>
            <p:ph type="body" sz="quarter" idx="28"/>
          </p:nvPr>
        </p:nvSpPr>
        <p:spPr>
          <a:xfrm>
            <a:off x="218306" y="921211"/>
            <a:ext cx="11625694" cy="1879139"/>
          </a:xfrm>
        </p:spPr>
        <p:txBody>
          <a:bodyPr/>
          <a:lstStyle/>
          <a:p>
            <a:pPr algn="ctr"/>
            <a:r>
              <a:rPr lang="en-AU" sz="4400"/>
              <a:t>Which is the best strategy to make a </a:t>
            </a:r>
            <a:r>
              <a:rPr lang="en-AU" sz="4400" b="1"/>
              <a:t>reasonable estimate </a:t>
            </a:r>
            <a:r>
              <a:rPr lang="en-AU" sz="4400"/>
              <a:t>for </a:t>
            </a:r>
            <a:r>
              <a:rPr lang="en-AU" sz="4400" b="1"/>
              <a:t>62 134 − 289</a:t>
            </a:r>
            <a:r>
              <a:rPr lang="en-AU" sz="4400"/>
              <a:t>?</a:t>
            </a:r>
            <a:endParaRPr lang="en-US" sz="4400"/>
          </a:p>
          <a:p>
            <a:endParaRPr lang="en-US" sz="4400"/>
          </a:p>
        </p:txBody>
      </p:sp>
      <p:sp>
        <p:nvSpPr>
          <p:cNvPr id="9" name="B">
            <a:extLst>
              <a:ext uri="{FF2B5EF4-FFF2-40B4-BE49-F238E27FC236}">
                <a16:creationId xmlns:a16="http://schemas.microsoft.com/office/drawing/2014/main" id="{C9B406B5-1B1B-BC84-2596-01F05852F38E}"/>
              </a:ext>
            </a:extLst>
          </p:cNvPr>
          <p:cNvSpPr txBox="1"/>
          <p:nvPr/>
        </p:nvSpPr>
        <p:spPr>
          <a:xfrm>
            <a:off x="609968" y="3326585"/>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A</a:t>
            </a:r>
          </a:p>
        </p:txBody>
      </p:sp>
      <p:sp>
        <p:nvSpPr>
          <p:cNvPr id="18" name="A text">
            <a:extLst>
              <a:ext uri="{FF2B5EF4-FFF2-40B4-BE49-F238E27FC236}">
                <a16:creationId xmlns:a16="http://schemas.microsoft.com/office/drawing/2014/main" id="{31DF2179-CC68-4EE0-97E0-A4308D927550}"/>
              </a:ext>
            </a:extLst>
          </p:cNvPr>
          <p:cNvSpPr>
            <a:spLocks noGrp="1"/>
          </p:cNvSpPr>
          <p:nvPr>
            <p:ph type="body" sz="quarter" idx="31"/>
          </p:nvPr>
        </p:nvSpPr>
        <p:spPr>
          <a:xfrm>
            <a:off x="1271380" y="3326585"/>
            <a:ext cx="10175920" cy="641396"/>
          </a:xfrm>
        </p:spPr>
        <p:txBody>
          <a:bodyPr anchor="ctr"/>
          <a:lstStyle/>
          <a:p>
            <a:r>
              <a:rPr lang="en-AU" sz="3600"/>
              <a:t>62 000 − 300 = 61 700</a:t>
            </a:r>
            <a:endParaRPr lang="en-US" sz="3600"/>
          </a:p>
        </p:txBody>
      </p:sp>
      <p:sp>
        <p:nvSpPr>
          <p:cNvPr id="10" name="B">
            <a:extLst>
              <a:ext uri="{FF2B5EF4-FFF2-40B4-BE49-F238E27FC236}">
                <a16:creationId xmlns:a16="http://schemas.microsoft.com/office/drawing/2014/main" id="{E50622FB-E2C3-695B-EB8A-A6DCC20CB21A}"/>
              </a:ext>
            </a:extLst>
          </p:cNvPr>
          <p:cNvSpPr txBox="1"/>
          <p:nvPr/>
        </p:nvSpPr>
        <p:spPr>
          <a:xfrm>
            <a:off x="609967" y="4174498"/>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B</a:t>
            </a:r>
          </a:p>
        </p:txBody>
      </p:sp>
      <p:sp>
        <p:nvSpPr>
          <p:cNvPr id="17" name="B text">
            <a:extLst>
              <a:ext uri="{FF2B5EF4-FFF2-40B4-BE49-F238E27FC236}">
                <a16:creationId xmlns:a16="http://schemas.microsoft.com/office/drawing/2014/main" id="{C73A00ED-7DB5-30D2-B4A9-C92DE2E894C8}"/>
              </a:ext>
            </a:extLst>
          </p:cNvPr>
          <p:cNvSpPr>
            <a:spLocks noGrp="1"/>
          </p:cNvSpPr>
          <p:nvPr>
            <p:ph type="body" sz="quarter" idx="30"/>
          </p:nvPr>
        </p:nvSpPr>
        <p:spPr>
          <a:xfrm>
            <a:off x="1271380" y="4174498"/>
            <a:ext cx="10175920" cy="641396"/>
          </a:xfrm>
        </p:spPr>
        <p:txBody>
          <a:bodyPr anchor="ctr"/>
          <a:lstStyle/>
          <a:p>
            <a:r>
              <a:rPr lang="en-AU" sz="3600"/>
              <a:t>62 100 − 200 = 61 900</a:t>
            </a:r>
            <a:endParaRPr lang="en-US" sz="3600"/>
          </a:p>
        </p:txBody>
      </p:sp>
      <p:sp>
        <p:nvSpPr>
          <p:cNvPr id="12" name="C">
            <a:extLst>
              <a:ext uri="{FF2B5EF4-FFF2-40B4-BE49-F238E27FC236}">
                <a16:creationId xmlns:a16="http://schemas.microsoft.com/office/drawing/2014/main" id="{0C258EAC-2959-18FA-F510-CFBA4E15CEE5}"/>
              </a:ext>
            </a:extLst>
          </p:cNvPr>
          <p:cNvSpPr txBox="1"/>
          <p:nvPr/>
        </p:nvSpPr>
        <p:spPr>
          <a:xfrm>
            <a:off x="609966" y="5024551"/>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C</a:t>
            </a:r>
          </a:p>
        </p:txBody>
      </p:sp>
      <p:sp>
        <p:nvSpPr>
          <p:cNvPr id="16" name="C text">
            <a:extLst>
              <a:ext uri="{FF2B5EF4-FFF2-40B4-BE49-F238E27FC236}">
                <a16:creationId xmlns:a16="http://schemas.microsoft.com/office/drawing/2014/main" id="{4F46D482-F339-0F56-69AD-E717BD10B08B}"/>
              </a:ext>
            </a:extLst>
          </p:cNvPr>
          <p:cNvSpPr>
            <a:spLocks noGrp="1"/>
          </p:cNvSpPr>
          <p:nvPr>
            <p:ph type="body" sz="quarter" idx="29"/>
          </p:nvPr>
        </p:nvSpPr>
        <p:spPr>
          <a:xfrm>
            <a:off x="1271380" y="5024551"/>
            <a:ext cx="10175920" cy="641396"/>
          </a:xfrm>
        </p:spPr>
        <p:txBody>
          <a:bodyPr anchor="ctr"/>
          <a:lstStyle/>
          <a:p>
            <a:r>
              <a:rPr lang="en-AU" sz="3600"/>
              <a:t>63 000 − 300 = 62 700</a:t>
            </a:r>
            <a:endParaRPr lang="en-US" sz="3600"/>
          </a:p>
        </p:txBody>
      </p:sp>
      <p:sp>
        <p:nvSpPr>
          <p:cNvPr id="11" name="D">
            <a:extLst>
              <a:ext uri="{FF2B5EF4-FFF2-40B4-BE49-F238E27FC236}">
                <a16:creationId xmlns:a16="http://schemas.microsoft.com/office/drawing/2014/main" id="{14776889-F079-73F7-28AB-FA54A997A57B}"/>
              </a:ext>
            </a:extLst>
          </p:cNvPr>
          <p:cNvSpPr txBox="1"/>
          <p:nvPr/>
        </p:nvSpPr>
        <p:spPr>
          <a:xfrm>
            <a:off x="609965" y="5874604"/>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D</a:t>
            </a:r>
          </a:p>
        </p:txBody>
      </p:sp>
      <p:sp>
        <p:nvSpPr>
          <p:cNvPr id="14" name="D text">
            <a:extLst>
              <a:ext uri="{FF2B5EF4-FFF2-40B4-BE49-F238E27FC236}">
                <a16:creationId xmlns:a16="http://schemas.microsoft.com/office/drawing/2014/main" id="{6A6EC998-9E5D-373F-B144-268EE2D0342A}"/>
              </a:ext>
            </a:extLst>
          </p:cNvPr>
          <p:cNvSpPr>
            <a:spLocks noGrp="1"/>
          </p:cNvSpPr>
          <p:nvPr>
            <p:ph type="body" sz="quarter" idx="27"/>
          </p:nvPr>
        </p:nvSpPr>
        <p:spPr>
          <a:xfrm>
            <a:off x="1271380" y="5874604"/>
            <a:ext cx="10175920" cy="641396"/>
          </a:xfrm>
        </p:spPr>
        <p:txBody>
          <a:bodyPr anchor="ctr"/>
          <a:lstStyle/>
          <a:p>
            <a:r>
              <a:rPr lang="en-AU" sz="3600"/>
              <a:t>62 000 − 200 = 61 800</a:t>
            </a:r>
            <a:endParaRPr lang="en-US" sz="3600"/>
          </a:p>
        </p:txBody>
      </p:sp>
      <p:sp>
        <p:nvSpPr>
          <p:cNvPr id="2" name="Slide Number Placeholder 1">
            <a:extLst>
              <a:ext uri="{FF2B5EF4-FFF2-40B4-BE49-F238E27FC236}">
                <a16:creationId xmlns:a16="http://schemas.microsoft.com/office/drawing/2014/main" id="{EA003EA6-BD98-8C0D-720D-A89B6A010C66}"/>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48</a:t>
            </a:fld>
            <a:endParaRPr lang="en-AU"/>
          </a:p>
        </p:txBody>
      </p:sp>
    </p:spTree>
    <p:extLst>
      <p:ext uri="{BB962C8B-B14F-4D97-AF65-F5344CB8AC3E}">
        <p14:creationId xmlns:p14="http://schemas.microsoft.com/office/powerpoint/2010/main" val="28367816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0B2251-DF10-C8DB-1C57-FDC0798EB71D}"/>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1DE911EA-787B-F6E6-4161-4190166C5EE5}"/>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(25)</a:t>
            </a:r>
          </a:p>
        </p:txBody>
      </p:sp>
      <p:pic>
        <p:nvPicPr>
          <p:cNvPr id="3" name="Picture 2">
            <a:extLst>
              <a:ext uri="{FF2B5EF4-FFF2-40B4-BE49-F238E27FC236}">
                <a16:creationId xmlns:a16="http://schemas.microsoft.com/office/drawing/2014/main" id="{3BDDE108-B743-E59F-31B4-5F4FCBC7EB67}"/>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7" name="TextBox 6">
            <a:extLst>
              <a:ext uri="{FF2B5EF4-FFF2-40B4-BE49-F238E27FC236}">
                <a16:creationId xmlns:a16="http://schemas.microsoft.com/office/drawing/2014/main" id="{52FE0245-200C-F2EC-63B7-915B98519DDC}"/>
              </a:ext>
            </a:extLst>
          </p:cNvPr>
          <p:cNvSpPr txBox="1"/>
          <p:nvPr/>
        </p:nvSpPr>
        <p:spPr>
          <a:xfrm>
            <a:off x="512059" y="1082057"/>
            <a:ext cx="11559967" cy="5610575"/>
          </a:xfrm>
          <a:prstGeom prst="rect">
            <a:avLst/>
          </a:prstGeom>
          <a:noFill/>
        </p:spPr>
        <p:txBody>
          <a:bodyPr wrap="square">
            <a:spAutoFit/>
          </a:bodyPr>
          <a:lstStyle/>
          <a:p>
            <a:pPr lvl="0" algn="ctr">
              <a:lnSpc>
                <a:spcPct val="150000"/>
              </a:lnSpc>
              <a:spcBef>
                <a:spcPts val="1200"/>
              </a:spcBef>
              <a:spcAft>
                <a:spcPts val="600"/>
              </a:spcAft>
            </a:pPr>
            <a:r>
              <a:rPr lang="en-AU" sz="5400" b="1" dirty="0">
                <a:solidFill>
                  <a:schemeClr val="accent2"/>
                </a:solidFill>
                <a:effectLst/>
                <a:latin typeface="Arial" panose="020B0604020202020204" pitchFamily="34" charset="0"/>
                <a:ea typeface="Calibri" panose="020F0502020204030204" pitchFamily="34" charset="0"/>
                <a:cs typeface="Times New Roman" panose="02020603050405020304" pitchFamily="18" charset="0"/>
              </a:rPr>
              <a:t>17 ÷ 4 =</a:t>
            </a:r>
          </a:p>
          <a:p>
            <a:pPr marL="742950" lvl="0" indent="-742950">
              <a:lnSpc>
                <a:spcPct val="150000"/>
              </a:lnSpc>
              <a:spcBef>
                <a:spcPts val="1200"/>
              </a:spcBef>
              <a:spcAft>
                <a:spcPts val="600"/>
              </a:spcAft>
              <a:buFont typeface="+mj-lt"/>
              <a:buAutoNum type="alphaLcParenR"/>
            </a:pPr>
            <a:r>
              <a:rPr lang="en-AU" sz="4000">
                <a:effectLst/>
                <a:latin typeface="Arial" panose="020B0604020202020204" pitchFamily="34" charset="0"/>
                <a:ea typeface="Calibri" panose="020F0502020204030204" pitchFamily="34" charset="0"/>
                <a:cs typeface="Times New Roman" panose="02020603050405020304" pitchFamily="18" charset="0"/>
              </a:rPr>
              <a:t>Draw an </a:t>
            </a:r>
            <a:r>
              <a:rPr lang="en-AU" sz="4000" b="1">
                <a:effectLst/>
                <a:latin typeface="Arial" panose="020B0604020202020204" pitchFamily="34" charset="0"/>
                <a:ea typeface="Calibri" panose="020F0502020204030204" pitchFamily="34" charset="0"/>
                <a:cs typeface="Times New Roman" panose="02020603050405020304" pitchFamily="18" charset="0"/>
              </a:rPr>
              <a:t>array</a:t>
            </a:r>
            <a:r>
              <a:rPr lang="en-AU" sz="4000">
                <a:effectLst/>
                <a:latin typeface="Arial" panose="020B0604020202020204" pitchFamily="34" charset="0"/>
                <a:ea typeface="Calibri" panose="020F0502020204030204" pitchFamily="34" charset="0"/>
                <a:cs typeface="Times New Roman" panose="02020603050405020304" pitchFamily="18" charset="0"/>
              </a:rPr>
              <a:t> to model the equation.</a:t>
            </a:r>
            <a:endParaRPr lang="en-AU" sz="4000" dirty="0">
              <a:effectLst/>
              <a:latin typeface="Arial" panose="020B0604020202020204" pitchFamily="34" charset="0"/>
              <a:ea typeface="Calibri" panose="020F0502020204030204" pitchFamily="34" charset="0"/>
              <a:cs typeface="Times New Roman" panose="02020603050405020304" pitchFamily="18" charset="0"/>
            </a:endParaRPr>
          </a:p>
          <a:p>
            <a:pPr marL="742950" lvl="0" indent="-742950">
              <a:lnSpc>
                <a:spcPct val="150000"/>
              </a:lnSpc>
              <a:spcBef>
                <a:spcPts val="1200"/>
              </a:spcBef>
              <a:spcAft>
                <a:spcPts val="600"/>
              </a:spcAft>
              <a:buFont typeface="+mj-lt"/>
              <a:buAutoNum type="alphaLcParenR"/>
            </a:pPr>
            <a:r>
              <a:rPr lang="en-AU" sz="4000" dirty="0">
                <a:effectLst/>
                <a:latin typeface="Arial" panose="020B0604020202020204" pitchFamily="34" charset="0"/>
                <a:ea typeface="Calibri" panose="020F0502020204030204" pitchFamily="34" charset="0"/>
                <a:cs typeface="Times New Roman" panose="02020603050405020304" pitchFamily="18" charset="0"/>
              </a:rPr>
              <a:t>Record</a:t>
            </a:r>
            <a:r>
              <a:rPr lang="en-AU" sz="4000">
                <a:effectLst/>
                <a:latin typeface="Arial" panose="020B0604020202020204" pitchFamily="34" charset="0"/>
                <a:ea typeface="Calibri" panose="020F0502020204030204" pitchFamily="34" charset="0"/>
                <a:cs typeface="Times New Roman" panose="02020603050405020304" pitchFamily="18" charset="0"/>
              </a:rPr>
              <a:t> the </a:t>
            </a:r>
            <a:r>
              <a:rPr lang="en-AU" sz="4000" b="1">
                <a:effectLst/>
                <a:latin typeface="Arial" panose="020B0604020202020204" pitchFamily="34" charset="0"/>
                <a:ea typeface="Calibri" panose="020F0502020204030204" pitchFamily="34" charset="0"/>
                <a:cs typeface="Times New Roman" panose="02020603050405020304" pitchFamily="18" charset="0"/>
              </a:rPr>
              <a:t>division</a:t>
            </a:r>
            <a:r>
              <a:rPr lang="en-AU" sz="4000">
                <a:effectLst/>
                <a:latin typeface="Arial" panose="020B0604020202020204" pitchFamily="34" charset="0"/>
                <a:ea typeface="Calibri" panose="020F0502020204030204" pitchFamily="34" charset="0"/>
                <a:cs typeface="Times New Roman" panose="02020603050405020304" pitchFamily="18" charset="0"/>
              </a:rPr>
              <a:t> number sentence.</a:t>
            </a:r>
            <a:endParaRPr lang="en-AU" sz="4000" dirty="0">
              <a:effectLst/>
              <a:latin typeface="Arial" panose="020B0604020202020204" pitchFamily="34" charset="0"/>
              <a:ea typeface="Calibri" panose="020F0502020204030204" pitchFamily="34" charset="0"/>
              <a:cs typeface="Times New Roman" panose="02020603050405020304" pitchFamily="18" charset="0"/>
            </a:endParaRPr>
          </a:p>
          <a:p>
            <a:pPr marL="742950" lvl="0" indent="-742950">
              <a:lnSpc>
                <a:spcPct val="150000"/>
              </a:lnSpc>
              <a:spcBef>
                <a:spcPts val="1200"/>
              </a:spcBef>
              <a:spcAft>
                <a:spcPts val="600"/>
              </a:spcAft>
              <a:buFont typeface="+mj-lt"/>
              <a:buAutoNum type="alphaLcParenR"/>
            </a:pPr>
            <a:r>
              <a:rPr lang="en-AU" sz="4000" dirty="0">
                <a:latin typeface="Arial" panose="020B0604020202020204" pitchFamily="34" charset="0"/>
                <a:ea typeface="Calibri" panose="020F0502020204030204" pitchFamily="34" charset="0"/>
                <a:cs typeface="Times New Roman" panose="02020603050405020304" pitchFamily="18" charset="0"/>
              </a:rPr>
              <a:t>Record</a:t>
            </a:r>
            <a:r>
              <a:rPr lang="en-AU" sz="4000">
                <a:latin typeface="Arial" panose="020B0604020202020204" pitchFamily="34" charset="0"/>
                <a:ea typeface="Calibri" panose="020F0502020204030204" pitchFamily="34" charset="0"/>
                <a:cs typeface="Times New Roman" panose="02020603050405020304" pitchFamily="18" charset="0"/>
              </a:rPr>
              <a:t> an </a:t>
            </a:r>
            <a:r>
              <a:rPr lang="en-AU" sz="4000" b="1">
                <a:latin typeface="Arial" panose="020B0604020202020204" pitchFamily="34" charset="0"/>
                <a:ea typeface="Calibri" panose="020F0502020204030204" pitchFamily="34" charset="0"/>
                <a:cs typeface="Times New Roman" panose="02020603050405020304" pitchFamily="18" charset="0"/>
              </a:rPr>
              <a:t>inverse multiplication </a:t>
            </a:r>
            <a:r>
              <a:rPr lang="en-AU" sz="4000">
                <a:latin typeface="Arial" panose="020B0604020202020204" pitchFamily="34" charset="0"/>
                <a:ea typeface="Calibri" panose="020F0502020204030204" pitchFamily="34" charset="0"/>
                <a:cs typeface="Times New Roman" panose="02020603050405020304" pitchFamily="18" charset="0"/>
              </a:rPr>
              <a:t>number sentence.</a:t>
            </a:r>
            <a:endParaRPr lang="en-AU" sz="4000" dirty="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2" name="Slide Number Placeholder 1">
            <a:extLst>
              <a:ext uri="{FF2B5EF4-FFF2-40B4-BE49-F238E27FC236}">
                <a16:creationId xmlns:a16="http://schemas.microsoft.com/office/drawing/2014/main" id="{F851AEB6-60CA-021F-FFCF-D7ED46FA357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49</a:t>
            </a:fld>
            <a:endParaRPr lang="en-AU"/>
          </a:p>
        </p:txBody>
      </p:sp>
    </p:spTree>
    <p:extLst>
      <p:ext uri="{BB962C8B-B14F-4D97-AF65-F5344CB8AC3E}">
        <p14:creationId xmlns:p14="http://schemas.microsoft.com/office/powerpoint/2010/main" val="34210457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DDFDA5-04FD-A818-D8EE-F166EE820F3C}"/>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6E278584-1D03-2A7C-E8C8-43BF5F89AB62}"/>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(26)</a:t>
            </a:r>
          </a:p>
        </p:txBody>
      </p:sp>
      <p:pic>
        <p:nvPicPr>
          <p:cNvPr id="3" name="Picture 2">
            <a:extLst>
              <a:ext uri="{FF2B5EF4-FFF2-40B4-BE49-F238E27FC236}">
                <a16:creationId xmlns:a16="http://schemas.microsoft.com/office/drawing/2014/main" id="{5DACDB15-40FB-10CA-304C-024754D6DBAE}"/>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8" name="TextBox 7">
            <a:extLst>
              <a:ext uri="{FF2B5EF4-FFF2-40B4-BE49-F238E27FC236}">
                <a16:creationId xmlns:a16="http://schemas.microsoft.com/office/drawing/2014/main" id="{0F6AECF0-7876-3B23-D1A8-E62614973694}"/>
              </a:ext>
            </a:extLst>
          </p:cNvPr>
          <p:cNvSpPr txBox="1"/>
          <p:nvPr/>
        </p:nvSpPr>
        <p:spPr>
          <a:xfrm>
            <a:off x="698091" y="1723630"/>
            <a:ext cx="11145909" cy="4133247"/>
          </a:xfrm>
          <a:prstGeom prst="rect">
            <a:avLst/>
          </a:prstGeom>
          <a:noFill/>
        </p:spPr>
        <p:txBody>
          <a:bodyPr wrap="square">
            <a:spAutoFit/>
          </a:bodyPr>
          <a:lstStyle/>
          <a:p>
            <a:pPr lvl="0">
              <a:lnSpc>
                <a:spcPct val="150000"/>
              </a:lnSpc>
              <a:spcBef>
                <a:spcPts val="1200"/>
              </a:spcBef>
              <a:spcAft>
                <a:spcPts val="600"/>
              </a:spcAft>
            </a:pPr>
            <a:r>
              <a:rPr lang="en-AU" sz="4000" b="1">
                <a:effectLst/>
                <a:latin typeface="Arial" panose="020B0604020202020204" pitchFamily="34" charset="0"/>
                <a:ea typeface="Calibri" panose="020F0502020204030204" pitchFamily="34" charset="0"/>
                <a:cs typeface="Times New Roman" panose="02020603050405020304" pitchFamily="18" charset="0"/>
              </a:rPr>
              <a:t>Record </a:t>
            </a:r>
            <a:r>
              <a:rPr lang="en-AU" sz="4000">
                <a:effectLst/>
                <a:latin typeface="Arial" panose="020B0604020202020204" pitchFamily="34" charset="0"/>
                <a:ea typeface="Calibri" panose="020F0502020204030204" pitchFamily="34" charset="0"/>
                <a:cs typeface="Times New Roman" panose="02020603050405020304" pitchFamily="18" charset="0"/>
              </a:rPr>
              <a:t>an </a:t>
            </a:r>
            <a:r>
              <a:rPr lang="en-AU" sz="4000" b="1">
                <a:effectLst/>
                <a:latin typeface="Arial" panose="020B0604020202020204" pitchFamily="34" charset="0"/>
                <a:ea typeface="Calibri" panose="020F0502020204030204" pitchFamily="34" charset="0"/>
                <a:cs typeface="Times New Roman" panose="02020603050405020304" pitchFamily="18" charset="0"/>
              </a:rPr>
              <a:t>example</a:t>
            </a:r>
            <a:r>
              <a:rPr lang="en-AU" sz="4000">
                <a:effectLst/>
                <a:latin typeface="Arial" panose="020B0604020202020204" pitchFamily="34" charset="0"/>
                <a:ea typeface="Calibri" panose="020F0502020204030204" pitchFamily="34" charset="0"/>
                <a:cs typeface="Times New Roman" panose="02020603050405020304" pitchFamily="18" charset="0"/>
              </a:rPr>
              <a:t> of a location that would be measured in:</a:t>
            </a:r>
          </a:p>
          <a:p>
            <a:pPr marL="742950" lvl="0" indent="-742950">
              <a:lnSpc>
                <a:spcPct val="150000"/>
              </a:lnSpc>
              <a:spcBef>
                <a:spcPts val="1200"/>
              </a:spcBef>
              <a:spcAft>
                <a:spcPts val="600"/>
              </a:spcAft>
              <a:buFont typeface="+mj-lt"/>
              <a:buAutoNum type="alphaLcParenR"/>
            </a:pPr>
            <a:r>
              <a:rPr lang="en-AU" sz="4000">
                <a:latin typeface="Arial" panose="020B0604020202020204" pitchFamily="34" charset="0"/>
                <a:ea typeface="Calibri" panose="020F0502020204030204" pitchFamily="34" charset="0"/>
                <a:cs typeface="Times New Roman" panose="02020603050405020304" pitchFamily="18" charset="0"/>
              </a:rPr>
              <a:t>h</a:t>
            </a:r>
            <a:r>
              <a:rPr lang="en-AU" sz="4000">
                <a:effectLst/>
                <a:latin typeface="Arial" panose="020B0604020202020204" pitchFamily="34" charset="0"/>
                <a:ea typeface="Calibri" panose="020F0502020204030204" pitchFamily="34" charset="0"/>
                <a:cs typeface="Times New Roman" panose="02020603050405020304" pitchFamily="18" charset="0"/>
              </a:rPr>
              <a:t>ectares</a:t>
            </a:r>
            <a:r>
              <a:rPr lang="en-AU" sz="4000" b="1">
                <a:effectLst/>
                <a:latin typeface="Arial" panose="020B0604020202020204" pitchFamily="34" charset="0"/>
                <a:ea typeface="Calibri" panose="020F0502020204030204" pitchFamily="34" charset="0"/>
                <a:cs typeface="Times New Roman" panose="02020603050405020304" pitchFamily="18" charset="0"/>
              </a:rPr>
              <a:t>          </a:t>
            </a:r>
            <a:endParaRPr lang="en-AU" sz="4000" b="1" dirty="0">
              <a:effectLst/>
              <a:latin typeface="Arial" panose="020B0604020202020204" pitchFamily="34" charset="0"/>
              <a:ea typeface="Calibri" panose="020F0502020204030204" pitchFamily="34" charset="0"/>
              <a:cs typeface="Times New Roman" panose="02020603050405020304" pitchFamily="18" charset="0"/>
            </a:endParaRPr>
          </a:p>
          <a:p>
            <a:pPr marL="742950" lvl="0" indent="-742950">
              <a:lnSpc>
                <a:spcPct val="150000"/>
              </a:lnSpc>
              <a:spcBef>
                <a:spcPts val="1200"/>
              </a:spcBef>
              <a:spcAft>
                <a:spcPts val="600"/>
              </a:spcAft>
              <a:buFont typeface="+mj-lt"/>
              <a:buAutoNum type="alphaLcParenR"/>
            </a:pPr>
            <a:r>
              <a:rPr lang="en-AU" sz="4000">
                <a:effectLst/>
                <a:latin typeface="Arial" panose="020B0604020202020204" pitchFamily="34" charset="0"/>
                <a:ea typeface="Calibri" panose="020F0502020204030204" pitchFamily="34" charset="0"/>
                <a:cs typeface="Times New Roman" panose="02020603050405020304" pitchFamily="18" charset="0"/>
              </a:rPr>
              <a:t>square kilometres</a:t>
            </a:r>
            <a:endParaRPr lang="en-AU" sz="4000" dirty="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2" name="Slide Number Placeholder 1">
            <a:extLst>
              <a:ext uri="{FF2B5EF4-FFF2-40B4-BE49-F238E27FC236}">
                <a16:creationId xmlns:a16="http://schemas.microsoft.com/office/drawing/2014/main" id="{7272EA4F-3F06-6846-819D-1E1E70AD9111}"/>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50</a:t>
            </a:fld>
            <a:endParaRPr lang="en-AU"/>
          </a:p>
        </p:txBody>
      </p:sp>
    </p:spTree>
    <p:extLst>
      <p:ext uri="{BB962C8B-B14F-4D97-AF65-F5344CB8AC3E}">
        <p14:creationId xmlns:p14="http://schemas.microsoft.com/office/powerpoint/2010/main" val="41103705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3EE59B-9BEF-7D49-551E-3074A6DFFA74}"/>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500379C9-D3D6-8DF3-10D6-65CC2C3BA62B}"/>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(27)</a:t>
            </a:r>
          </a:p>
        </p:txBody>
      </p:sp>
      <p:pic>
        <p:nvPicPr>
          <p:cNvPr id="3" name="Picture 2">
            <a:extLst>
              <a:ext uri="{FF2B5EF4-FFF2-40B4-BE49-F238E27FC236}">
                <a16:creationId xmlns:a16="http://schemas.microsoft.com/office/drawing/2014/main" id="{6F1984CA-3815-83E6-2CEF-D3AC5609C15C}"/>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TextBox 4">
            <a:extLst>
              <a:ext uri="{FF2B5EF4-FFF2-40B4-BE49-F238E27FC236}">
                <a16:creationId xmlns:a16="http://schemas.microsoft.com/office/drawing/2014/main" id="{D359105D-995C-0867-C5C3-AD42E7CD0228}"/>
              </a:ext>
            </a:extLst>
          </p:cNvPr>
          <p:cNvSpPr txBox="1"/>
          <p:nvPr/>
        </p:nvSpPr>
        <p:spPr>
          <a:xfrm>
            <a:off x="4501385" y="2567602"/>
            <a:ext cx="3189230" cy="1204625"/>
          </a:xfrm>
          <a:prstGeom prst="rect">
            <a:avLst/>
          </a:prstGeom>
          <a:noFill/>
        </p:spPr>
        <p:txBody>
          <a:bodyPr wrap="square">
            <a:spAutoFit/>
          </a:bodyPr>
          <a:lstStyle/>
          <a:p>
            <a:pPr lvl="0">
              <a:lnSpc>
                <a:spcPct val="150000"/>
              </a:lnSpc>
              <a:spcBef>
                <a:spcPts val="1200"/>
              </a:spcBef>
              <a:spcAft>
                <a:spcPts val="600"/>
              </a:spcAft>
            </a:pPr>
            <a:r>
              <a:rPr lang="en-AU" sz="5400" b="1" dirty="0">
                <a:effectLst/>
                <a:latin typeface="Arial" panose="020B0604020202020204" pitchFamily="34" charset="0"/>
                <a:ea typeface="Calibri" panose="020F0502020204030204" pitchFamily="34" charset="0"/>
                <a:cs typeface="Times New Roman" panose="02020603050405020304" pitchFamily="18" charset="0"/>
              </a:rPr>
              <a:t>23 ÷ 3 =</a:t>
            </a:r>
          </a:p>
        </p:txBody>
      </p:sp>
      <p:sp>
        <p:nvSpPr>
          <p:cNvPr id="2" name="Slide Number Placeholder 1">
            <a:extLst>
              <a:ext uri="{FF2B5EF4-FFF2-40B4-BE49-F238E27FC236}">
                <a16:creationId xmlns:a16="http://schemas.microsoft.com/office/drawing/2014/main" id="{E2D3DA14-23C1-BEF3-C7DE-42D4326F460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51</a:t>
            </a:fld>
            <a:endParaRPr lang="en-AU"/>
          </a:p>
        </p:txBody>
      </p:sp>
    </p:spTree>
    <p:extLst>
      <p:ext uri="{BB962C8B-B14F-4D97-AF65-F5344CB8AC3E}">
        <p14:creationId xmlns:p14="http://schemas.microsoft.com/office/powerpoint/2010/main" val="36848639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55659C-52F1-8E74-099C-EE67C3721A09}"/>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0E4A8999-8A41-AC47-3114-D0B5AAC2A64C}"/>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(28)</a:t>
            </a:r>
          </a:p>
        </p:txBody>
      </p:sp>
      <p:pic>
        <p:nvPicPr>
          <p:cNvPr id="3" name="Picture 2">
            <a:extLst>
              <a:ext uri="{FF2B5EF4-FFF2-40B4-BE49-F238E27FC236}">
                <a16:creationId xmlns:a16="http://schemas.microsoft.com/office/drawing/2014/main" id="{981E4643-C0C9-5325-74DA-A071DDDC65A8}"/>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8" name="TextBox 3">
            <a:extLst>
              <a:ext uri="{FF2B5EF4-FFF2-40B4-BE49-F238E27FC236}">
                <a16:creationId xmlns:a16="http://schemas.microsoft.com/office/drawing/2014/main" id="{FC6C31DA-BEFA-8994-E100-4BB57476F260}"/>
              </a:ext>
            </a:extLst>
          </p:cNvPr>
          <p:cNvSpPr txBox="1"/>
          <p:nvPr/>
        </p:nvSpPr>
        <p:spPr>
          <a:xfrm>
            <a:off x="641627" y="1184223"/>
            <a:ext cx="10784452" cy="682388"/>
          </a:xfrm>
          <a:prstGeom prst="rect">
            <a:avLst/>
          </a:prstGeom>
          <a:noFill/>
        </p:spPr>
        <p:txBody>
          <a:bodyPr wrap="square" lIns="0" tIns="0" rIns="0" bIns="0" rtlCol="0">
            <a:noAutofit/>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pPr algn="ctr">
              <a:lnSpc>
                <a:spcPct val="150000"/>
              </a:lnSpc>
            </a:pPr>
            <a:r>
              <a:rPr lang="en-AU" sz="4400"/>
              <a:t>Julia swam </a:t>
            </a:r>
            <a:r>
              <a:rPr lang="en-AU" sz="4400" b="1"/>
              <a:t>1.2 km</a:t>
            </a:r>
            <a:r>
              <a:rPr lang="en-AU" sz="4400"/>
              <a:t> on Monday, </a:t>
            </a:r>
            <a:r>
              <a:rPr lang="en-AU" sz="4400" b="1"/>
              <a:t>800 m</a:t>
            </a:r>
            <a:r>
              <a:rPr lang="en-AU" sz="4400"/>
              <a:t> on Tuesday and </a:t>
            </a:r>
            <a:r>
              <a:rPr lang="en-AU" sz="4400" b="1"/>
              <a:t>2400 m </a:t>
            </a:r>
            <a:r>
              <a:rPr lang="en-AU" sz="4400"/>
              <a:t>on Wednesday.</a:t>
            </a:r>
          </a:p>
          <a:p>
            <a:pPr algn="ctr">
              <a:lnSpc>
                <a:spcPct val="150000"/>
              </a:lnSpc>
            </a:pPr>
            <a:endParaRPr lang="en-AU" sz="4400"/>
          </a:p>
          <a:p>
            <a:pPr algn="ctr">
              <a:lnSpc>
                <a:spcPct val="150000"/>
              </a:lnSpc>
            </a:pPr>
            <a:r>
              <a:rPr lang="en-AU" sz="4400"/>
              <a:t>How many </a:t>
            </a:r>
            <a:r>
              <a:rPr lang="en-AU" sz="4400" b="1"/>
              <a:t>kilometres </a:t>
            </a:r>
            <a:r>
              <a:rPr lang="en-AU" sz="4400"/>
              <a:t>did Julia swim that week?</a:t>
            </a:r>
          </a:p>
        </p:txBody>
      </p:sp>
      <p:sp>
        <p:nvSpPr>
          <p:cNvPr id="2" name="Slide Number Placeholder 1">
            <a:extLst>
              <a:ext uri="{FF2B5EF4-FFF2-40B4-BE49-F238E27FC236}">
                <a16:creationId xmlns:a16="http://schemas.microsoft.com/office/drawing/2014/main" id="{23B0E339-1A21-2647-20E6-CEB4EE6B71A4}"/>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52</a:t>
            </a:fld>
            <a:endParaRPr lang="en-AU"/>
          </a:p>
        </p:txBody>
      </p:sp>
    </p:spTree>
    <p:extLst>
      <p:ext uri="{BB962C8B-B14F-4D97-AF65-F5344CB8AC3E}">
        <p14:creationId xmlns:p14="http://schemas.microsoft.com/office/powerpoint/2010/main" val="3997562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9FF0DA-B2BE-8F8C-8ED1-71AD29C1DD9A}"/>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1DC14F34-167C-56D8-3CA3-124A3E6153BF}"/>
              </a:ext>
            </a:extLst>
          </p:cNvPr>
          <p:cNvSpPr>
            <a:spLocks noGrp="1"/>
          </p:cNvSpPr>
          <p:nvPr>
            <p:ph type="title"/>
          </p:nvPr>
        </p:nvSpPr>
        <p:spPr>
          <a:xfrm>
            <a:off x="360000" y="360000"/>
            <a:ext cx="10367268" cy="545601"/>
          </a:xfrm>
        </p:spPr>
        <p:txBody>
          <a:bodyPr/>
          <a:lstStyle/>
          <a:p>
            <a:r>
              <a:rPr lang="en-AU"/>
              <a:t>Activity 7 – checking addition using estimation</a:t>
            </a:r>
          </a:p>
        </p:txBody>
      </p:sp>
      <p:pic>
        <p:nvPicPr>
          <p:cNvPr id="4" name="Picture 3">
            <a:extLst>
              <a:ext uri="{FF2B5EF4-FFF2-40B4-BE49-F238E27FC236}">
                <a16:creationId xmlns:a16="http://schemas.microsoft.com/office/drawing/2014/main" id="{862A61D7-0DAF-1BF8-46D6-A2E9DEA92CB9}"/>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107003" y="240894"/>
            <a:ext cx="720000" cy="856364"/>
          </a:xfrm>
          <a:prstGeom prst="rect">
            <a:avLst/>
          </a:prstGeom>
        </p:spPr>
      </p:pic>
      <p:sp>
        <p:nvSpPr>
          <p:cNvPr id="7" name="TextBox 6">
            <a:extLst>
              <a:ext uri="{FF2B5EF4-FFF2-40B4-BE49-F238E27FC236}">
                <a16:creationId xmlns:a16="http://schemas.microsoft.com/office/drawing/2014/main" id="{033F2E5B-5DC7-4FFF-76C8-4AC47A6694DF}"/>
              </a:ext>
            </a:extLst>
          </p:cNvPr>
          <p:cNvSpPr txBox="1"/>
          <p:nvPr/>
        </p:nvSpPr>
        <p:spPr>
          <a:xfrm>
            <a:off x="509651" y="2020929"/>
            <a:ext cx="7817920" cy="1998176"/>
          </a:xfrm>
          <a:prstGeom prst="rect">
            <a:avLst/>
          </a:prstGeom>
          <a:noFill/>
        </p:spPr>
        <p:txBody>
          <a:bodyPr wrap="square">
            <a:spAutoFit/>
          </a:bodyPr>
          <a:lstStyle/>
          <a:p>
            <a:pPr>
              <a:lnSpc>
                <a:spcPct val="150000"/>
              </a:lnSpc>
            </a:pPr>
            <a:r>
              <a:rPr lang="en-AU" sz="4400">
                <a:effectLst/>
                <a:latin typeface="Arial" panose="020B0604020202020204" pitchFamily="34" charset="0"/>
                <a:ea typeface="Calibri" panose="020F0502020204030204" pitchFamily="34" charset="0"/>
              </a:rPr>
              <a:t>Finn adds </a:t>
            </a:r>
            <a:r>
              <a:rPr lang="en-AU" sz="4400" b="1">
                <a:effectLst/>
                <a:latin typeface="Arial" panose="020B0604020202020204" pitchFamily="34" charset="0"/>
                <a:ea typeface="Calibri" panose="020F0502020204030204" pitchFamily="34" charset="0"/>
              </a:rPr>
              <a:t>45 678 </a:t>
            </a:r>
            <a:r>
              <a:rPr lang="en-AU" sz="4400">
                <a:effectLst/>
                <a:latin typeface="Arial" panose="020B0604020202020204" pitchFamily="34" charset="0"/>
                <a:ea typeface="Calibri" panose="020F0502020204030204" pitchFamily="34" charset="0"/>
              </a:rPr>
              <a:t>and </a:t>
            </a:r>
            <a:r>
              <a:rPr lang="en-AU" sz="4400" b="1">
                <a:effectLst/>
                <a:latin typeface="Arial" panose="020B0604020202020204" pitchFamily="34" charset="0"/>
                <a:ea typeface="Calibri" panose="020F0502020204030204" pitchFamily="34" charset="0"/>
              </a:rPr>
              <a:t>589 </a:t>
            </a:r>
            <a:r>
              <a:rPr lang="en-AU" sz="4400">
                <a:effectLst/>
                <a:latin typeface="Arial" panose="020B0604020202020204" pitchFamily="34" charset="0"/>
                <a:ea typeface="Calibri" panose="020F0502020204030204" pitchFamily="34" charset="0"/>
              </a:rPr>
              <a:t>on his calculator and gets </a:t>
            </a:r>
            <a:r>
              <a:rPr lang="en-AU" sz="4400" b="1">
                <a:effectLst/>
                <a:latin typeface="Arial" panose="020B0604020202020204" pitchFamily="34" charset="0"/>
                <a:ea typeface="Calibri" panose="020F0502020204030204" pitchFamily="34" charset="0"/>
              </a:rPr>
              <a:t>45 089.</a:t>
            </a:r>
            <a:endParaRPr lang="en-AU" sz="4400" b="1"/>
          </a:p>
        </p:txBody>
      </p:sp>
      <p:sp>
        <p:nvSpPr>
          <p:cNvPr id="10" name="TextBox 9">
            <a:extLst>
              <a:ext uri="{FF2B5EF4-FFF2-40B4-BE49-F238E27FC236}">
                <a16:creationId xmlns:a16="http://schemas.microsoft.com/office/drawing/2014/main" id="{7FA8A74C-1363-BF86-36BA-A31B81114277}"/>
              </a:ext>
            </a:extLst>
          </p:cNvPr>
          <p:cNvSpPr txBox="1"/>
          <p:nvPr/>
        </p:nvSpPr>
        <p:spPr>
          <a:xfrm>
            <a:off x="1553109" y="5134433"/>
            <a:ext cx="5731003" cy="707886"/>
          </a:xfrm>
          <a:prstGeom prst="rect">
            <a:avLst/>
          </a:prstGeom>
          <a:noFill/>
        </p:spPr>
        <p:txBody>
          <a:bodyPr wrap="square">
            <a:spAutoFit/>
          </a:bodyPr>
          <a:lstStyle/>
          <a:p>
            <a:pPr algn="ctr"/>
            <a:r>
              <a:rPr lang="en-AU" sz="4000" b="1" i="0">
                <a:solidFill>
                  <a:srgbClr val="000000"/>
                </a:solidFill>
                <a:effectLst/>
                <a:highlight>
                  <a:srgbClr val="FFFFFF"/>
                </a:highlight>
                <a:latin typeface="Arial" panose="020B0604020202020204" pitchFamily="34" charset="0"/>
              </a:rPr>
              <a:t>45 678 + 589 = 45 089</a:t>
            </a:r>
            <a:endParaRPr lang="en-AU" sz="4000" b="1"/>
          </a:p>
        </p:txBody>
      </p:sp>
      <p:pic>
        <p:nvPicPr>
          <p:cNvPr id="9" name="Picture 8">
            <a:extLst>
              <a:ext uri="{FF2B5EF4-FFF2-40B4-BE49-F238E27FC236}">
                <a16:creationId xmlns:a16="http://schemas.microsoft.com/office/drawing/2014/main" id="{509FC1F2-75FD-49BB-C108-1BFB4282E172}"/>
              </a:ex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8851200" y="1853793"/>
            <a:ext cx="2831149" cy="3634583"/>
          </a:xfrm>
          <a:prstGeom prst="rect">
            <a:avLst/>
          </a:prstGeom>
        </p:spPr>
      </p:pic>
      <p:sp>
        <p:nvSpPr>
          <p:cNvPr id="2" name="Slide Number Placeholder 1">
            <a:extLst>
              <a:ext uri="{FF2B5EF4-FFF2-40B4-BE49-F238E27FC236}">
                <a16:creationId xmlns:a16="http://schemas.microsoft.com/office/drawing/2014/main" id="{94C6EA6A-6671-77F5-F9DD-DDF1F66E758F}"/>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53</a:t>
            </a:fld>
            <a:endParaRPr lang="en-AU"/>
          </a:p>
        </p:txBody>
      </p:sp>
    </p:spTree>
    <p:extLst>
      <p:ext uri="{BB962C8B-B14F-4D97-AF65-F5344CB8AC3E}">
        <p14:creationId xmlns:p14="http://schemas.microsoft.com/office/powerpoint/2010/main" val="34947003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361EC6-FF83-C9C5-49C3-C8B210104C1B}"/>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99249DAA-DB7D-DBE7-72E4-BE3464E5EE01}"/>
              </a:ext>
            </a:extLst>
          </p:cNvPr>
          <p:cNvSpPr>
            <a:spLocks noGrp="1"/>
          </p:cNvSpPr>
          <p:nvPr>
            <p:ph type="ctrTitle"/>
          </p:nvPr>
        </p:nvSpPr>
        <p:spPr/>
        <p:txBody>
          <a:bodyPr/>
          <a:lstStyle/>
          <a:p>
            <a:r>
              <a:rPr lang="en-AU">
                <a:latin typeface="+mj-lt"/>
              </a:rPr>
              <a:t>Review of learning 8</a:t>
            </a:r>
          </a:p>
        </p:txBody>
      </p:sp>
    </p:spTree>
    <p:extLst>
      <p:ext uri="{BB962C8B-B14F-4D97-AF65-F5344CB8AC3E}">
        <p14:creationId xmlns:p14="http://schemas.microsoft.com/office/powerpoint/2010/main" val="10905130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4D6ED3-12E6-92D4-2D70-B9D66967E94C}"/>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EC611A7C-D422-1D96-3A9E-D440F242FEF1}"/>
              </a:ext>
            </a:extLst>
          </p:cNvPr>
          <p:cNvSpPr>
            <a:spLocks noGrp="1"/>
          </p:cNvSpPr>
          <p:nvPr>
            <p:ph type="title"/>
          </p:nvPr>
        </p:nvSpPr>
        <p:spPr/>
        <p:txBody>
          <a:bodyPr/>
          <a:lstStyle/>
          <a:p>
            <a:r>
              <a:rPr lang="en-US"/>
              <a:t>True or false </a:t>
            </a:r>
            <a:r>
              <a:rPr lang="en-US">
                <a:solidFill>
                  <a:schemeClr val="bg1"/>
                </a:solidFill>
              </a:rPr>
              <a:t>(4)</a:t>
            </a:r>
          </a:p>
        </p:txBody>
      </p:sp>
      <p:pic>
        <p:nvPicPr>
          <p:cNvPr id="4" name="Picture 3">
            <a:extLst>
              <a:ext uri="{FF2B5EF4-FFF2-40B4-BE49-F238E27FC236}">
                <a16:creationId xmlns:a16="http://schemas.microsoft.com/office/drawing/2014/main" id="{64B989F8-67C4-FE7B-CC90-5BE7E2CD867D}"/>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6" name="Text Placeholder 5">
            <a:extLst>
              <a:ext uri="{FF2B5EF4-FFF2-40B4-BE49-F238E27FC236}">
                <a16:creationId xmlns:a16="http://schemas.microsoft.com/office/drawing/2014/main" id="{C7D683F9-6194-51C3-10DE-058E032E33CF}"/>
              </a:ext>
            </a:extLst>
          </p:cNvPr>
          <p:cNvSpPr>
            <a:spLocks noGrp="1"/>
          </p:cNvSpPr>
          <p:nvPr>
            <p:ph type="body" sz="quarter" idx="22"/>
          </p:nvPr>
        </p:nvSpPr>
        <p:spPr>
          <a:xfrm>
            <a:off x="812713" y="1222298"/>
            <a:ext cx="5473180" cy="893226"/>
          </a:xfrm>
        </p:spPr>
        <p:txBody>
          <a:bodyPr/>
          <a:lstStyle/>
          <a:p>
            <a:pPr algn="ctr"/>
            <a:r>
              <a:rPr lang="en-AU" sz="4400" dirty="0"/>
              <a:t>Using</a:t>
            </a:r>
            <a:r>
              <a:rPr lang="en-AU" sz="4400" b="1" dirty="0"/>
              <a:t> place value </a:t>
            </a:r>
            <a:r>
              <a:rPr lang="en-AU" sz="4400" dirty="0"/>
              <a:t>to </a:t>
            </a:r>
            <a:r>
              <a:rPr lang="en-AU" sz="4400" b="1" dirty="0"/>
              <a:t>check, </a:t>
            </a:r>
            <a:r>
              <a:rPr lang="en-AU" sz="4400" dirty="0"/>
              <a:t>the answer to this algorithm is </a:t>
            </a:r>
            <a:r>
              <a:rPr lang="en-AU" sz="4400" b="1" dirty="0"/>
              <a:t>correct</a:t>
            </a:r>
            <a:r>
              <a:rPr lang="en-AU" sz="4400" dirty="0"/>
              <a:t>.</a:t>
            </a:r>
          </a:p>
          <a:p>
            <a:endParaRPr lang="en-AU" sz="4400"/>
          </a:p>
        </p:txBody>
      </p:sp>
      <p:graphicFrame>
        <p:nvGraphicFramePr>
          <p:cNvPr id="12" name="Table 11">
            <a:extLst>
              <a:ext uri="{FF2B5EF4-FFF2-40B4-BE49-F238E27FC236}">
                <a16:creationId xmlns:a16="http://schemas.microsoft.com/office/drawing/2014/main" id="{3F8CBB11-5402-CF1C-E0D6-3FC912DFC86F}"/>
              </a:ext>
            </a:extLst>
          </p:cNvPr>
          <p:cNvGraphicFramePr>
            <a:graphicFrameLocks noGrp="1"/>
          </p:cNvGraphicFramePr>
          <p:nvPr>
            <p:extLst>
              <p:ext uri="{D42A27DB-BD31-4B8C-83A1-F6EECF244321}">
                <p14:modId xmlns:p14="http://schemas.microsoft.com/office/powerpoint/2010/main" val="3963125419"/>
              </p:ext>
            </p:extLst>
          </p:nvPr>
        </p:nvGraphicFramePr>
        <p:xfrm>
          <a:off x="2881130" y="5612848"/>
          <a:ext cx="7077076" cy="741680"/>
        </p:xfrm>
        <a:graphic>
          <a:graphicData uri="http://schemas.openxmlformats.org/drawingml/2006/table">
            <a:tbl>
              <a:tblPr firstRow="1" bandRow="1">
                <a:tableStyleId>{5A111915-BE36-4E01-A7E5-04B1672EAD32}</a:tableStyleId>
              </a:tblPr>
              <a:tblGrid>
                <a:gridCol w="3538538">
                  <a:extLst>
                    <a:ext uri="{9D8B030D-6E8A-4147-A177-3AD203B41FA5}">
                      <a16:colId xmlns:a16="http://schemas.microsoft.com/office/drawing/2014/main" val="481183477"/>
                    </a:ext>
                  </a:extLst>
                </a:gridCol>
                <a:gridCol w="3538538">
                  <a:extLst>
                    <a:ext uri="{9D8B030D-6E8A-4147-A177-3AD203B41FA5}">
                      <a16:colId xmlns:a16="http://schemas.microsoft.com/office/drawing/2014/main" val="94168801"/>
                    </a:ext>
                  </a:extLst>
                </a:gridCol>
              </a:tblGrid>
              <a:tr h="741680">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True</a:t>
                      </a:r>
                    </a:p>
                  </a:txBody>
                  <a:tcPr anchor="ct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False</a:t>
                      </a:r>
                    </a:p>
                  </a:txBody>
                  <a:tcPr anchor="ct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3127058931"/>
                  </a:ext>
                </a:extLst>
              </a:tr>
            </a:tbl>
          </a:graphicData>
        </a:graphic>
      </p:graphicFrame>
      <p:sp>
        <p:nvSpPr>
          <p:cNvPr id="2" name="Slide Number Placeholder 1">
            <a:extLst>
              <a:ext uri="{FF2B5EF4-FFF2-40B4-BE49-F238E27FC236}">
                <a16:creationId xmlns:a16="http://schemas.microsoft.com/office/drawing/2014/main" id="{9D3A219B-EA44-A8FA-5624-110943E229E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55</a:t>
            </a:fld>
            <a:endParaRPr lang="en-AU"/>
          </a:p>
        </p:txBody>
      </p:sp>
      <p:pic>
        <p:nvPicPr>
          <p:cNvPr id="7" name="Picture 6">
            <a:extLst>
              <a:ext uri="{FF2B5EF4-FFF2-40B4-BE49-F238E27FC236}">
                <a16:creationId xmlns:a16="http://schemas.microsoft.com/office/drawing/2014/main" id="{A895B68D-26EA-3629-CDF0-B5BFDCE8C198}"/>
              </a:ext>
            </a:extLst>
          </p:cNvPr>
          <p:cNvPicPr>
            <a:picLocks noChangeAspect="1"/>
          </p:cNvPicPr>
          <p:nvPr/>
        </p:nvPicPr>
        <p:blipFill>
          <a:blip r:embed="rId4"/>
          <a:stretch>
            <a:fillRect/>
          </a:stretch>
        </p:blipFill>
        <p:spPr>
          <a:xfrm>
            <a:off x="6865434" y="834409"/>
            <a:ext cx="2783391" cy="4330817"/>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3140087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3A94A0-1585-B5DE-F663-2CC0EB52E357}"/>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A9928648-20AD-4C71-4F25-32B0522F5B9B}"/>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(29)</a:t>
            </a:r>
          </a:p>
        </p:txBody>
      </p:sp>
      <p:pic>
        <p:nvPicPr>
          <p:cNvPr id="3" name="Picture 2">
            <a:extLst>
              <a:ext uri="{FF2B5EF4-FFF2-40B4-BE49-F238E27FC236}">
                <a16:creationId xmlns:a16="http://schemas.microsoft.com/office/drawing/2014/main" id="{4A6BDB97-E652-19FE-8B5C-2AD4CC92796D}"/>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7" name="TextBox 6">
            <a:extLst>
              <a:ext uri="{FF2B5EF4-FFF2-40B4-BE49-F238E27FC236}">
                <a16:creationId xmlns:a16="http://schemas.microsoft.com/office/drawing/2014/main" id="{715355A7-50F1-1CFF-038C-A479A598C6A1}"/>
              </a:ext>
            </a:extLst>
          </p:cNvPr>
          <p:cNvSpPr txBox="1"/>
          <p:nvPr/>
        </p:nvSpPr>
        <p:spPr>
          <a:xfrm>
            <a:off x="1612490" y="1696084"/>
            <a:ext cx="8521653" cy="3739485"/>
          </a:xfrm>
          <a:prstGeom prst="rect">
            <a:avLst/>
          </a:prstGeom>
          <a:noFill/>
        </p:spPr>
        <p:txBody>
          <a:bodyPr wrap="square">
            <a:spAutoFit/>
          </a:bodyPr>
          <a:lstStyle/>
          <a:p>
            <a:pPr algn="ctr">
              <a:lnSpc>
                <a:spcPct val="150000"/>
              </a:lnSpc>
            </a:pPr>
            <a:r>
              <a:rPr lang="en-AU" sz="4400">
                <a:latin typeface="Arial" panose="020B0604020202020204" pitchFamily="34" charset="0"/>
                <a:ea typeface="Calibri" panose="020F0502020204030204" pitchFamily="34" charset="0"/>
              </a:rPr>
              <a:t>Partition </a:t>
            </a:r>
            <a:r>
              <a:rPr lang="en-AU" sz="4400" b="1">
                <a:latin typeface="Arial" panose="020B0604020202020204" pitchFamily="34" charset="0"/>
                <a:ea typeface="Calibri" panose="020F0502020204030204" pitchFamily="34" charset="0"/>
              </a:rPr>
              <a:t>7248</a:t>
            </a:r>
            <a:r>
              <a:rPr lang="en-AU" sz="4400">
                <a:latin typeface="Arial" panose="020B0604020202020204" pitchFamily="34" charset="0"/>
                <a:ea typeface="Calibri" panose="020F0502020204030204" pitchFamily="34" charset="0"/>
              </a:rPr>
              <a:t> into multiples of </a:t>
            </a:r>
            <a:r>
              <a:rPr lang="en-AU" sz="4400" b="1">
                <a:latin typeface="Arial" panose="020B0604020202020204" pitchFamily="34" charset="0"/>
                <a:ea typeface="Calibri" panose="020F0502020204030204" pitchFamily="34" charset="0"/>
              </a:rPr>
              <a:t>6</a:t>
            </a:r>
            <a:r>
              <a:rPr lang="en-AU" sz="4400">
                <a:latin typeface="Arial" panose="020B0604020202020204" pitchFamily="34" charset="0"/>
                <a:ea typeface="Calibri" panose="020F0502020204030204" pitchFamily="34" charset="0"/>
              </a:rPr>
              <a:t> </a:t>
            </a:r>
          </a:p>
          <a:p>
            <a:pPr algn="ctr">
              <a:lnSpc>
                <a:spcPct val="150000"/>
              </a:lnSpc>
            </a:pPr>
            <a:r>
              <a:rPr lang="en-AU" sz="4400">
                <a:latin typeface="Arial" panose="020B0604020202020204" pitchFamily="34" charset="0"/>
                <a:ea typeface="Calibri" panose="020F0502020204030204" pitchFamily="34" charset="0"/>
              </a:rPr>
              <a:t> to </a:t>
            </a:r>
            <a:r>
              <a:rPr lang="en-AU" sz="4400" b="1">
                <a:latin typeface="Arial" panose="020B0604020202020204" pitchFamily="34" charset="0"/>
                <a:ea typeface="Calibri" panose="020F0502020204030204" pitchFamily="34" charset="0"/>
              </a:rPr>
              <a:t>solve:</a:t>
            </a:r>
            <a:endParaRPr lang="en-AU" sz="4400" dirty="0">
              <a:effectLst/>
              <a:latin typeface="Arial" panose="020B0604020202020204" pitchFamily="34" charset="0"/>
              <a:ea typeface="Calibri" panose="020F0502020204030204" pitchFamily="34" charset="0"/>
            </a:endParaRPr>
          </a:p>
          <a:p>
            <a:pPr algn="ctr">
              <a:lnSpc>
                <a:spcPct val="150000"/>
              </a:lnSpc>
            </a:pPr>
            <a:r>
              <a:rPr lang="en-AU" sz="5400" b="1" dirty="0">
                <a:solidFill>
                  <a:schemeClr val="accent2"/>
                </a:solidFill>
                <a:latin typeface="Arial" panose="020B0604020202020204" pitchFamily="34" charset="0"/>
                <a:ea typeface="Calibri" panose="020F0502020204030204" pitchFamily="34" charset="0"/>
              </a:rPr>
              <a:t>7248</a:t>
            </a:r>
            <a:r>
              <a:rPr lang="en-AU" sz="5400" b="1" dirty="0">
                <a:solidFill>
                  <a:schemeClr val="accent2"/>
                </a:solidFill>
                <a:effectLst/>
                <a:latin typeface="Arial" panose="020B0604020202020204" pitchFamily="34" charset="0"/>
                <a:ea typeface="Calibri" panose="020F0502020204030204" pitchFamily="34" charset="0"/>
              </a:rPr>
              <a:t> ÷ 6 = </a:t>
            </a:r>
          </a:p>
          <a:p>
            <a:endParaRPr lang="en-AU"/>
          </a:p>
        </p:txBody>
      </p:sp>
      <p:sp>
        <p:nvSpPr>
          <p:cNvPr id="2" name="Slide Number Placeholder 1">
            <a:extLst>
              <a:ext uri="{FF2B5EF4-FFF2-40B4-BE49-F238E27FC236}">
                <a16:creationId xmlns:a16="http://schemas.microsoft.com/office/drawing/2014/main" id="{2E6FBF1D-90A0-E2F9-37E9-7676EDC470DA}"/>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56</a:t>
            </a:fld>
            <a:endParaRPr lang="en-AU"/>
          </a:p>
        </p:txBody>
      </p:sp>
    </p:spTree>
    <p:extLst>
      <p:ext uri="{BB962C8B-B14F-4D97-AF65-F5344CB8AC3E}">
        <p14:creationId xmlns:p14="http://schemas.microsoft.com/office/powerpoint/2010/main" val="15071450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053CCB-181C-6291-FC2D-548E34B4A094}"/>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1E187202-6628-8726-E165-5E95BD2A2CDA}"/>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(30)</a:t>
            </a:r>
          </a:p>
        </p:txBody>
      </p:sp>
      <p:pic>
        <p:nvPicPr>
          <p:cNvPr id="3" name="Picture 2">
            <a:extLst>
              <a:ext uri="{FF2B5EF4-FFF2-40B4-BE49-F238E27FC236}">
                <a16:creationId xmlns:a16="http://schemas.microsoft.com/office/drawing/2014/main" id="{D48B7122-4823-634E-9085-7F5757ED1862}"/>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TextBox 4">
            <a:extLst>
              <a:ext uri="{FF2B5EF4-FFF2-40B4-BE49-F238E27FC236}">
                <a16:creationId xmlns:a16="http://schemas.microsoft.com/office/drawing/2014/main" id="{4B7D20E8-861A-828A-0D8C-33B453319773}"/>
              </a:ext>
            </a:extLst>
          </p:cNvPr>
          <p:cNvSpPr txBox="1"/>
          <p:nvPr/>
        </p:nvSpPr>
        <p:spPr>
          <a:xfrm>
            <a:off x="115366" y="1013581"/>
            <a:ext cx="7136334" cy="5518242"/>
          </a:xfrm>
          <a:prstGeom prst="rect">
            <a:avLst/>
          </a:prstGeom>
          <a:noFill/>
        </p:spPr>
        <p:txBody>
          <a:bodyPr wrap="square">
            <a:spAutoFit/>
          </a:bodyPr>
          <a:lstStyle/>
          <a:p>
            <a:pPr marL="571500" indent="-571500">
              <a:lnSpc>
                <a:spcPct val="150000"/>
              </a:lnSpc>
              <a:buFont typeface="Arial" panose="020B0604020202020204" pitchFamily="34" charset="0"/>
              <a:buChar char="•"/>
            </a:pPr>
            <a:r>
              <a:rPr lang="en-AU" sz="4000" b="1">
                <a:latin typeface="Arial" panose="020B0604020202020204" pitchFamily="34" charset="0"/>
                <a:ea typeface="Calibri" panose="020F0502020204030204" pitchFamily="34" charset="0"/>
              </a:rPr>
              <a:t>Round</a:t>
            </a:r>
            <a:r>
              <a:rPr lang="en-AU" sz="4000">
                <a:latin typeface="Arial" panose="020B0604020202020204" pitchFamily="34" charset="0"/>
                <a:ea typeface="Calibri" panose="020F0502020204030204" pitchFamily="34" charset="0"/>
              </a:rPr>
              <a:t> the length</a:t>
            </a:r>
            <a:r>
              <a:rPr lang="en-AU" sz="4000" b="1">
                <a:latin typeface="Arial" panose="020B0604020202020204" pitchFamily="34" charset="0"/>
                <a:ea typeface="Calibri" panose="020F0502020204030204" pitchFamily="34" charset="0"/>
              </a:rPr>
              <a:t> 7945 m</a:t>
            </a:r>
            <a:r>
              <a:rPr lang="en-AU" sz="4000">
                <a:latin typeface="Arial" panose="020B0604020202020204" pitchFamily="34" charset="0"/>
                <a:ea typeface="Calibri" panose="020F0502020204030204" pitchFamily="34" charset="0"/>
              </a:rPr>
              <a:t> and width </a:t>
            </a:r>
            <a:r>
              <a:rPr lang="en-AU" sz="4000" b="1">
                <a:latin typeface="Arial" panose="020B0604020202020204" pitchFamily="34" charset="0"/>
                <a:ea typeface="Calibri" panose="020F0502020204030204" pitchFamily="34" charset="0"/>
              </a:rPr>
              <a:t>2808 m </a:t>
            </a:r>
            <a:r>
              <a:rPr lang="en-AU" sz="4000">
                <a:latin typeface="Arial" panose="020B0604020202020204" pitchFamily="34" charset="0"/>
                <a:ea typeface="Calibri" panose="020F0502020204030204" pitchFamily="34" charset="0"/>
              </a:rPr>
              <a:t>to the </a:t>
            </a:r>
            <a:r>
              <a:rPr lang="en-AU" sz="4000" b="1">
                <a:latin typeface="Arial" panose="020B0604020202020204" pitchFamily="34" charset="0"/>
                <a:ea typeface="Calibri" panose="020F0502020204030204" pitchFamily="34" charset="0"/>
              </a:rPr>
              <a:t>nearest kilometre. </a:t>
            </a:r>
          </a:p>
          <a:p>
            <a:pPr marL="571500" indent="-571500">
              <a:lnSpc>
                <a:spcPct val="150000"/>
              </a:lnSpc>
              <a:buFont typeface="Arial" panose="020B0604020202020204" pitchFamily="34" charset="0"/>
              <a:buChar char="•"/>
            </a:pPr>
            <a:r>
              <a:rPr lang="en-AU" sz="4000" b="1">
                <a:latin typeface="Arial" panose="020B0604020202020204" pitchFamily="34" charset="0"/>
                <a:ea typeface="Calibri" panose="020F0502020204030204" pitchFamily="34" charset="0"/>
              </a:rPr>
              <a:t>Record</a:t>
            </a:r>
            <a:r>
              <a:rPr lang="en-AU" sz="4000">
                <a:latin typeface="Arial" panose="020B0604020202020204" pitchFamily="34" charset="0"/>
                <a:ea typeface="Calibri" panose="020F0502020204030204" pitchFamily="34" charset="0"/>
              </a:rPr>
              <a:t> the </a:t>
            </a:r>
            <a:r>
              <a:rPr lang="en-AU" sz="4000" b="1">
                <a:latin typeface="Arial" panose="020B0604020202020204" pitchFamily="34" charset="0"/>
                <a:ea typeface="Calibri" panose="020F0502020204030204" pitchFamily="34" charset="0"/>
              </a:rPr>
              <a:t>approximate area </a:t>
            </a:r>
            <a:r>
              <a:rPr lang="en-AU" sz="4000">
                <a:latin typeface="Arial" panose="020B0604020202020204" pitchFamily="34" charset="0"/>
                <a:ea typeface="Calibri" panose="020F0502020204030204" pitchFamily="34" charset="0"/>
              </a:rPr>
              <a:t>of </a:t>
            </a:r>
            <a:r>
              <a:rPr lang="en-AU" sz="4000" b="1">
                <a:latin typeface="Arial" panose="020B0604020202020204" pitchFamily="34" charset="0"/>
                <a:ea typeface="Calibri" panose="020F0502020204030204" pitchFamily="34" charset="0"/>
              </a:rPr>
              <a:t>Pittwater in square kilometres (km²)</a:t>
            </a:r>
            <a:endParaRPr lang="en-AU"/>
          </a:p>
        </p:txBody>
      </p:sp>
      <p:pic>
        <p:nvPicPr>
          <p:cNvPr id="10" name="Picture 9" descr="A screenshot of Google Earth and an approximate rectangle drawn on top of Pittwater (body of water).">
            <a:extLst>
              <a:ext uri="{FF2B5EF4-FFF2-40B4-BE49-F238E27FC236}">
                <a16:creationId xmlns:a16="http://schemas.microsoft.com/office/drawing/2014/main" id="{1875F34F-672A-4DD2-2811-DA974EA1AFB8}"/>
              </a:ext>
            </a:extLst>
          </p:cNvPr>
          <p:cNvPicPr>
            <a:picLocks noChangeAspect="1"/>
          </p:cNvPicPr>
          <p:nvPr/>
        </p:nvPicPr>
        <p:blipFill>
          <a:blip r:embed="rId4"/>
          <a:stretch>
            <a:fillRect/>
          </a:stretch>
        </p:blipFill>
        <p:spPr>
          <a:xfrm>
            <a:off x="7488365" y="1340386"/>
            <a:ext cx="4181735" cy="4641954"/>
          </a:xfrm>
          <a:prstGeom prst="rect">
            <a:avLst/>
          </a:prstGeom>
        </p:spPr>
      </p:pic>
      <p:sp>
        <p:nvSpPr>
          <p:cNvPr id="2" name="Slide Number Placeholder 1">
            <a:extLst>
              <a:ext uri="{FF2B5EF4-FFF2-40B4-BE49-F238E27FC236}">
                <a16:creationId xmlns:a16="http://schemas.microsoft.com/office/drawing/2014/main" id="{6721F6AC-7871-D576-6F10-6FB969DD520E}"/>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57</a:t>
            </a:fld>
            <a:endParaRPr lang="en-AU"/>
          </a:p>
        </p:txBody>
      </p:sp>
    </p:spTree>
    <p:extLst>
      <p:ext uri="{BB962C8B-B14F-4D97-AF65-F5344CB8AC3E}">
        <p14:creationId xmlns:p14="http://schemas.microsoft.com/office/powerpoint/2010/main" val="34900878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A5ABA3-4748-8E7D-DDC9-C9DF4C471117}"/>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C47F77AF-C187-96CF-9F9A-FA65AF1CE19E}"/>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(31)</a:t>
            </a:r>
          </a:p>
        </p:txBody>
      </p:sp>
      <p:pic>
        <p:nvPicPr>
          <p:cNvPr id="3" name="Picture 2">
            <a:extLst>
              <a:ext uri="{FF2B5EF4-FFF2-40B4-BE49-F238E27FC236}">
                <a16:creationId xmlns:a16="http://schemas.microsoft.com/office/drawing/2014/main" id="{77944112-784D-22C3-1462-ED0056915B97}"/>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7" name="TextBox 6">
            <a:extLst>
              <a:ext uri="{FF2B5EF4-FFF2-40B4-BE49-F238E27FC236}">
                <a16:creationId xmlns:a16="http://schemas.microsoft.com/office/drawing/2014/main" id="{366B4078-2FCB-E3A5-FD97-FB894FCEC1C1}"/>
              </a:ext>
            </a:extLst>
          </p:cNvPr>
          <p:cNvSpPr txBox="1"/>
          <p:nvPr/>
        </p:nvSpPr>
        <p:spPr>
          <a:xfrm>
            <a:off x="777648" y="1106286"/>
            <a:ext cx="10179349" cy="2597827"/>
          </a:xfrm>
          <a:prstGeom prst="rect">
            <a:avLst/>
          </a:prstGeom>
          <a:noFill/>
        </p:spPr>
        <p:txBody>
          <a:bodyPr wrap="square">
            <a:spAutoFit/>
          </a:bodyPr>
          <a:lstStyle/>
          <a:p>
            <a:pPr algn="ctr">
              <a:lnSpc>
                <a:spcPct val="150000"/>
              </a:lnSpc>
            </a:pPr>
            <a:r>
              <a:rPr lang="en-AU" sz="2800">
                <a:effectLst/>
                <a:latin typeface="Arial" panose="020B0604020202020204" pitchFamily="34" charset="0"/>
                <a:ea typeface="Calibri" panose="020F0502020204030204" pitchFamily="34" charset="0"/>
              </a:rPr>
              <a:t>Miss Green is organising the school athletics carnival. She has </a:t>
            </a:r>
            <a:r>
              <a:rPr lang="en-AU" sz="2800" b="1">
                <a:latin typeface="Arial" panose="020B0604020202020204" pitchFamily="34" charset="0"/>
                <a:ea typeface="Calibri" panose="020F0502020204030204" pitchFamily="34" charset="0"/>
              </a:rPr>
              <a:t>696</a:t>
            </a:r>
            <a:r>
              <a:rPr lang="en-AU" sz="2800" b="1">
                <a:effectLst/>
                <a:latin typeface="Arial" panose="020B0604020202020204" pitchFamily="34" charset="0"/>
                <a:ea typeface="Calibri" panose="020F0502020204030204" pitchFamily="34" charset="0"/>
              </a:rPr>
              <a:t> students </a:t>
            </a:r>
            <a:r>
              <a:rPr lang="en-AU" sz="2800">
                <a:effectLst/>
                <a:latin typeface="Arial" panose="020B0604020202020204" pitchFamily="34" charset="0"/>
                <a:ea typeface="Calibri" panose="020F0502020204030204" pitchFamily="34" charset="0"/>
              </a:rPr>
              <a:t>to put into 50 m metre sprint races. </a:t>
            </a:r>
          </a:p>
          <a:p>
            <a:pPr algn="ctr">
              <a:lnSpc>
                <a:spcPct val="150000"/>
              </a:lnSpc>
            </a:pPr>
            <a:r>
              <a:rPr lang="en-AU" sz="2800">
                <a:effectLst/>
                <a:latin typeface="Arial" panose="020B0604020202020204" pitchFamily="34" charset="0"/>
                <a:ea typeface="Calibri" panose="020F0502020204030204" pitchFamily="34" charset="0"/>
              </a:rPr>
              <a:t>If it is an </a:t>
            </a:r>
            <a:r>
              <a:rPr lang="en-AU" sz="2800" b="1">
                <a:effectLst/>
                <a:latin typeface="Arial" panose="020B0604020202020204" pitchFamily="34" charset="0"/>
                <a:ea typeface="Calibri" panose="020F0502020204030204" pitchFamily="34" charset="0"/>
              </a:rPr>
              <a:t>8-lane track</a:t>
            </a:r>
            <a:r>
              <a:rPr lang="en-AU" sz="2800">
                <a:effectLst/>
                <a:latin typeface="Arial" panose="020B0604020202020204" pitchFamily="34" charset="0"/>
                <a:ea typeface="Calibri" panose="020F0502020204030204" pitchFamily="34" charset="0"/>
              </a:rPr>
              <a:t>, </a:t>
            </a:r>
            <a:r>
              <a:rPr lang="en-AU" sz="2800" b="1">
                <a:effectLst/>
                <a:latin typeface="Arial" panose="020B0604020202020204" pitchFamily="34" charset="0"/>
                <a:ea typeface="Calibri" panose="020F0502020204030204" pitchFamily="34" charset="0"/>
              </a:rPr>
              <a:t>how many races </a:t>
            </a:r>
            <a:r>
              <a:rPr lang="en-AU" sz="2800">
                <a:effectLst/>
                <a:latin typeface="Arial" panose="020B0604020202020204" pitchFamily="34" charset="0"/>
                <a:ea typeface="Calibri" panose="020F0502020204030204" pitchFamily="34" charset="0"/>
              </a:rPr>
              <a:t>will there be?</a:t>
            </a:r>
          </a:p>
          <a:p>
            <a:pPr algn="ctr">
              <a:lnSpc>
                <a:spcPct val="150000"/>
              </a:lnSpc>
            </a:pPr>
            <a:endParaRPr lang="en-AU" sz="2800"/>
          </a:p>
        </p:txBody>
      </p:sp>
      <p:sp>
        <p:nvSpPr>
          <p:cNvPr id="8" name="TextBox 7">
            <a:extLst>
              <a:ext uri="{FF2B5EF4-FFF2-40B4-BE49-F238E27FC236}">
                <a16:creationId xmlns:a16="http://schemas.microsoft.com/office/drawing/2014/main" id="{0AAC0270-3160-D7D5-D29E-DD7002667BF6}"/>
              </a:ext>
            </a:extLst>
          </p:cNvPr>
          <p:cNvSpPr txBox="1"/>
          <p:nvPr/>
        </p:nvSpPr>
        <p:spPr>
          <a:xfrm>
            <a:off x="75224" y="3252215"/>
            <a:ext cx="12041550" cy="1305165"/>
          </a:xfrm>
          <a:prstGeom prst="rect">
            <a:avLst/>
          </a:prstGeom>
          <a:noFill/>
        </p:spPr>
        <p:txBody>
          <a:bodyPr wrap="square">
            <a:spAutoFit/>
          </a:bodyPr>
          <a:lstStyle/>
          <a:p>
            <a:pPr algn="ctr">
              <a:lnSpc>
                <a:spcPct val="150000"/>
              </a:lnSpc>
            </a:pPr>
            <a:r>
              <a:rPr lang="en-AU" sz="2800" b="1">
                <a:effectLst/>
                <a:latin typeface="Arial" panose="020B0604020202020204" pitchFamily="34" charset="0"/>
                <a:ea typeface="Calibri" panose="020F0502020204030204" pitchFamily="34" charset="0"/>
              </a:rPr>
              <a:t>Identify</a:t>
            </a:r>
            <a:r>
              <a:rPr lang="en-AU" sz="2800">
                <a:effectLst/>
                <a:latin typeface="Arial" panose="020B0604020202020204" pitchFamily="34" charset="0"/>
                <a:ea typeface="Calibri" panose="020F0502020204030204" pitchFamily="34" charset="0"/>
              </a:rPr>
              <a:t> in the </a:t>
            </a:r>
            <a:r>
              <a:rPr lang="en-AU" sz="2800" b="1">
                <a:effectLst/>
                <a:latin typeface="Arial" panose="020B0604020202020204" pitchFamily="34" charset="0"/>
                <a:ea typeface="Calibri" panose="020F0502020204030204" pitchFamily="34" charset="0"/>
              </a:rPr>
              <a:t>partial quotients </a:t>
            </a:r>
            <a:r>
              <a:rPr lang="en-AU" sz="2800">
                <a:effectLst/>
                <a:latin typeface="Arial" panose="020B0604020202020204" pitchFamily="34" charset="0"/>
                <a:ea typeface="Calibri" panose="020F0502020204030204" pitchFamily="34" charset="0"/>
              </a:rPr>
              <a:t>on this </a:t>
            </a:r>
            <a:r>
              <a:rPr lang="en-AU" sz="2800" b="1">
                <a:effectLst/>
                <a:latin typeface="Arial" panose="020B0604020202020204" pitchFamily="34" charset="0"/>
                <a:ea typeface="Calibri" panose="020F0502020204030204" pitchFamily="34" charset="0"/>
              </a:rPr>
              <a:t>area model </a:t>
            </a:r>
            <a:r>
              <a:rPr lang="en-AU" sz="2800">
                <a:effectLst/>
                <a:latin typeface="Arial" panose="020B0604020202020204" pitchFamily="34" charset="0"/>
                <a:ea typeface="Calibri" panose="020F0502020204030204" pitchFamily="34" charset="0"/>
              </a:rPr>
              <a:t>to </a:t>
            </a:r>
            <a:r>
              <a:rPr lang="en-AU" sz="2800" b="1">
                <a:effectLst/>
                <a:latin typeface="Arial" panose="020B0604020202020204" pitchFamily="34" charset="0"/>
                <a:ea typeface="Calibri" panose="020F0502020204030204" pitchFamily="34" charset="0"/>
              </a:rPr>
              <a:t>solve</a:t>
            </a:r>
            <a:r>
              <a:rPr lang="en-AU" sz="2800">
                <a:effectLst/>
                <a:latin typeface="Arial" panose="020B0604020202020204" pitchFamily="34" charset="0"/>
                <a:ea typeface="Calibri" panose="020F0502020204030204" pitchFamily="34" charset="0"/>
              </a:rPr>
              <a:t> the problem.</a:t>
            </a:r>
          </a:p>
          <a:p>
            <a:pPr algn="ctr">
              <a:lnSpc>
                <a:spcPct val="150000"/>
              </a:lnSpc>
            </a:pPr>
            <a:endParaRPr lang="en-AU" sz="2800"/>
          </a:p>
        </p:txBody>
      </p:sp>
      <p:pic>
        <p:nvPicPr>
          <p:cNvPr id="10" name="Picture 9" descr="An area model showing 696 divided by 8. 696 has been partitioned into: 640 + 56.">
            <a:extLst>
              <a:ext uri="{FF2B5EF4-FFF2-40B4-BE49-F238E27FC236}">
                <a16:creationId xmlns:a16="http://schemas.microsoft.com/office/drawing/2014/main" id="{CCCC5C86-6FEE-BB30-8E2E-44A4581F6AEC}"/>
              </a:ext>
            </a:extLst>
          </p:cNvPr>
          <p:cNvPicPr>
            <a:picLocks noChangeAspect="1"/>
          </p:cNvPicPr>
          <p:nvPr/>
        </p:nvPicPr>
        <p:blipFill>
          <a:blip r:embed="rId4"/>
          <a:stretch>
            <a:fillRect/>
          </a:stretch>
        </p:blipFill>
        <p:spPr>
          <a:xfrm>
            <a:off x="2540302" y="4353167"/>
            <a:ext cx="7111393" cy="2162833"/>
          </a:xfrm>
          <a:prstGeom prst="rect">
            <a:avLst/>
          </a:prstGeom>
          <a:ln>
            <a:noFill/>
          </a:ln>
          <a:effectLst>
            <a:outerShdw blurRad="292100" dist="139700" dir="2700000" algn="tl" rotWithShape="0">
              <a:srgbClr val="333333">
                <a:alpha val="65000"/>
              </a:srgbClr>
            </a:outerShdw>
          </a:effectLst>
        </p:spPr>
      </p:pic>
      <p:sp>
        <p:nvSpPr>
          <p:cNvPr id="2" name="Slide Number Placeholder 1">
            <a:extLst>
              <a:ext uri="{FF2B5EF4-FFF2-40B4-BE49-F238E27FC236}">
                <a16:creationId xmlns:a16="http://schemas.microsoft.com/office/drawing/2014/main" id="{B7478634-1FD3-F6F8-9B44-323C87C83B41}"/>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58</a:t>
            </a:fld>
            <a:endParaRPr lang="en-AU"/>
          </a:p>
        </p:txBody>
      </p:sp>
    </p:spTree>
    <p:extLst>
      <p:ext uri="{BB962C8B-B14F-4D97-AF65-F5344CB8AC3E}">
        <p14:creationId xmlns:p14="http://schemas.microsoft.com/office/powerpoint/2010/main" val="28984562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057432-9B72-74D4-70AE-7786B368DBE9}"/>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CE62588C-05BB-B2C0-C849-14E973555613}"/>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(32)</a:t>
            </a:r>
          </a:p>
        </p:txBody>
      </p:sp>
      <p:pic>
        <p:nvPicPr>
          <p:cNvPr id="3" name="Picture 2">
            <a:extLst>
              <a:ext uri="{FF2B5EF4-FFF2-40B4-BE49-F238E27FC236}">
                <a16:creationId xmlns:a16="http://schemas.microsoft.com/office/drawing/2014/main" id="{850D1A9D-F8AF-AA84-34F9-CCDC3026C740}"/>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TextBox 4">
            <a:extLst>
              <a:ext uri="{FF2B5EF4-FFF2-40B4-BE49-F238E27FC236}">
                <a16:creationId xmlns:a16="http://schemas.microsoft.com/office/drawing/2014/main" id="{19080901-2702-8AC0-0370-632A7C2CE867}"/>
              </a:ext>
            </a:extLst>
          </p:cNvPr>
          <p:cNvSpPr txBox="1"/>
          <p:nvPr/>
        </p:nvSpPr>
        <p:spPr>
          <a:xfrm>
            <a:off x="246024" y="1539823"/>
            <a:ext cx="11292422" cy="5045164"/>
          </a:xfrm>
          <a:prstGeom prst="rect">
            <a:avLst/>
          </a:prstGeom>
          <a:noFill/>
        </p:spPr>
        <p:txBody>
          <a:bodyPr wrap="square">
            <a:spAutoFit/>
          </a:bodyPr>
          <a:lstStyle/>
          <a:p>
            <a:pPr algn="ctr">
              <a:lnSpc>
                <a:spcPct val="150000"/>
              </a:lnSpc>
            </a:pPr>
            <a:r>
              <a:rPr lang="en-AU" sz="4400" dirty="0">
                <a:latin typeface="Arial" panose="020B0604020202020204" pitchFamily="34" charset="0"/>
                <a:ea typeface="Calibri" panose="020F0502020204030204" pitchFamily="34" charset="0"/>
              </a:rPr>
              <a:t>Use </a:t>
            </a:r>
            <a:r>
              <a:rPr lang="en-AU" sz="4400" b="1" dirty="0">
                <a:latin typeface="Arial" panose="020B0604020202020204" pitchFamily="34" charset="0"/>
                <a:ea typeface="Calibri" panose="020F0502020204030204" pitchFamily="34" charset="0"/>
              </a:rPr>
              <a:t>decimal notation</a:t>
            </a:r>
            <a:r>
              <a:rPr lang="en-AU" sz="4400" dirty="0">
                <a:latin typeface="Arial" panose="020B0604020202020204" pitchFamily="34" charset="0"/>
                <a:ea typeface="Calibri" panose="020F0502020204030204" pitchFamily="34" charset="0"/>
              </a:rPr>
              <a:t> to record these lengths in kilometres (</a:t>
            </a:r>
            <a:r>
              <a:rPr lang="en-AU" sz="4400" b="1" dirty="0">
                <a:latin typeface="Arial" panose="020B0604020202020204" pitchFamily="34" charset="0"/>
                <a:ea typeface="Calibri" panose="020F0502020204030204" pitchFamily="34" charset="0"/>
              </a:rPr>
              <a:t>km</a:t>
            </a:r>
            <a:r>
              <a:rPr lang="en-AU" sz="4400" dirty="0">
                <a:latin typeface="Arial" panose="020B0604020202020204" pitchFamily="34" charset="0"/>
                <a:ea typeface="Calibri" panose="020F0502020204030204" pitchFamily="34" charset="0"/>
              </a:rPr>
              <a:t>):</a:t>
            </a:r>
          </a:p>
          <a:p>
            <a:pPr marL="742950" indent="-742950" algn="ctr">
              <a:lnSpc>
                <a:spcPct val="150000"/>
              </a:lnSpc>
              <a:buFont typeface="+mj-lt"/>
              <a:buAutoNum type="alphaLcParenR"/>
            </a:pPr>
            <a:r>
              <a:rPr lang="en-AU" sz="4400" dirty="0">
                <a:latin typeface="Arial" panose="020B0604020202020204" pitchFamily="34" charset="0"/>
                <a:ea typeface="Calibri" panose="020F0502020204030204" pitchFamily="34" charset="0"/>
              </a:rPr>
              <a:t>2356 m</a:t>
            </a:r>
          </a:p>
          <a:p>
            <a:pPr marL="742950" indent="-742950" algn="ctr">
              <a:lnSpc>
                <a:spcPct val="150000"/>
              </a:lnSpc>
              <a:buFont typeface="+mj-lt"/>
              <a:buAutoNum type="alphaLcParenR"/>
            </a:pPr>
            <a:r>
              <a:rPr lang="en-AU" sz="4400" dirty="0">
                <a:latin typeface="Arial" panose="020B0604020202020204" pitchFamily="34" charset="0"/>
                <a:ea typeface="Calibri" panose="020F0502020204030204" pitchFamily="34" charset="0"/>
              </a:rPr>
              <a:t>65 777 m</a:t>
            </a:r>
          </a:p>
          <a:p>
            <a:pPr marL="742950" indent="-742950" algn="ctr">
              <a:lnSpc>
                <a:spcPct val="150000"/>
              </a:lnSpc>
              <a:buFont typeface="+mj-lt"/>
              <a:buAutoNum type="alphaLcParenR"/>
            </a:pPr>
            <a:r>
              <a:rPr lang="en-AU" sz="4400" dirty="0">
                <a:latin typeface="Arial" panose="020B0604020202020204" pitchFamily="34" charset="0"/>
                <a:ea typeface="Calibri" panose="020F0502020204030204" pitchFamily="34" charset="0"/>
              </a:rPr>
              <a:t>129 m</a:t>
            </a:r>
          </a:p>
        </p:txBody>
      </p:sp>
      <p:sp>
        <p:nvSpPr>
          <p:cNvPr id="2" name="Slide Number Placeholder 1">
            <a:extLst>
              <a:ext uri="{FF2B5EF4-FFF2-40B4-BE49-F238E27FC236}">
                <a16:creationId xmlns:a16="http://schemas.microsoft.com/office/drawing/2014/main" id="{0CDA8BC4-AEAB-FF2A-DCCC-487AC0BDC1A8}"/>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59</a:t>
            </a:fld>
            <a:endParaRPr lang="en-AU"/>
          </a:p>
        </p:txBody>
      </p:sp>
    </p:spTree>
    <p:extLst>
      <p:ext uri="{BB962C8B-B14F-4D97-AF65-F5344CB8AC3E}">
        <p14:creationId xmlns:p14="http://schemas.microsoft.com/office/powerpoint/2010/main" val="37902397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3C354E-6F66-3F0A-34EA-C1D6B7F7C3F1}"/>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6EB1EB96-2EB7-2FE9-A90B-2CE5990B0C1D}"/>
              </a:ext>
            </a:extLst>
          </p:cNvPr>
          <p:cNvSpPr>
            <a:spLocks noGrp="1"/>
          </p:cNvSpPr>
          <p:nvPr>
            <p:ph type="title"/>
          </p:nvPr>
        </p:nvSpPr>
        <p:spPr>
          <a:xfrm>
            <a:off x="360000" y="360000"/>
            <a:ext cx="10367268" cy="545601"/>
          </a:xfrm>
        </p:spPr>
        <p:txBody>
          <a:bodyPr/>
          <a:lstStyle/>
          <a:p>
            <a:r>
              <a:rPr lang="en-AU"/>
              <a:t>Activity 8 – four strikes (1)</a:t>
            </a:r>
          </a:p>
        </p:txBody>
      </p:sp>
      <p:pic>
        <p:nvPicPr>
          <p:cNvPr id="4" name="Picture 3">
            <a:extLst>
              <a:ext uri="{FF2B5EF4-FFF2-40B4-BE49-F238E27FC236}">
                <a16:creationId xmlns:a16="http://schemas.microsoft.com/office/drawing/2014/main" id="{2307795C-5521-91B9-C866-EC547ED62852}"/>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107003" y="240894"/>
            <a:ext cx="720000" cy="856364"/>
          </a:xfrm>
          <a:prstGeom prst="rect">
            <a:avLst/>
          </a:prstGeom>
        </p:spPr>
      </p:pic>
      <p:grpSp>
        <p:nvGrpSpPr>
          <p:cNvPr id="22" name="Group 21" descr="Scaffold for the game four strikes: Four dashes + four dashes = four dashes. Digits 0-9 are written below to be struck out.">
            <a:extLst>
              <a:ext uri="{FF2B5EF4-FFF2-40B4-BE49-F238E27FC236}">
                <a16:creationId xmlns:a16="http://schemas.microsoft.com/office/drawing/2014/main" id="{17DC6805-1665-E46E-38AA-6927A5843AF6}"/>
              </a:ext>
            </a:extLst>
          </p:cNvPr>
          <p:cNvGrpSpPr/>
          <p:nvPr/>
        </p:nvGrpSpPr>
        <p:grpSpPr>
          <a:xfrm>
            <a:off x="1661374" y="1976781"/>
            <a:ext cx="8554178" cy="2681720"/>
            <a:chOff x="2321998" y="1106739"/>
            <a:chExt cx="5253381" cy="788582"/>
          </a:xfrm>
        </p:grpSpPr>
        <p:grpSp>
          <p:nvGrpSpPr>
            <p:cNvPr id="23" name="Group 2">
              <a:extLst>
                <a:ext uri="{FF2B5EF4-FFF2-40B4-BE49-F238E27FC236}">
                  <a16:creationId xmlns:a16="http://schemas.microsoft.com/office/drawing/2014/main" id="{CA3D3853-8734-FFDF-2DD6-99E60FDC7977}"/>
                </a:ext>
              </a:extLst>
            </p:cNvPr>
            <p:cNvGrpSpPr/>
            <p:nvPr/>
          </p:nvGrpSpPr>
          <p:grpSpPr>
            <a:xfrm>
              <a:off x="2322000" y="1106739"/>
              <a:ext cx="5253379" cy="427877"/>
              <a:chOff x="0" y="96962"/>
              <a:chExt cx="7004505" cy="570502"/>
            </a:xfrm>
          </p:grpSpPr>
          <p:sp>
            <p:nvSpPr>
              <p:cNvPr id="25" name="AutoShape 3">
                <a:extLst>
                  <a:ext uri="{FF2B5EF4-FFF2-40B4-BE49-F238E27FC236}">
                    <a16:creationId xmlns:a16="http://schemas.microsoft.com/office/drawing/2014/main" id="{45E59712-16D1-0A42-AF09-1597A1F74EF1}"/>
                  </a:ext>
                </a:extLst>
              </p:cNvPr>
              <p:cNvSpPr/>
              <p:nvPr/>
            </p:nvSpPr>
            <p:spPr>
              <a:xfrm>
                <a:off x="0" y="370197"/>
                <a:ext cx="379127" cy="0"/>
              </a:xfrm>
              <a:prstGeom prst="line">
                <a:avLst/>
              </a:prstGeom>
              <a:ln w="33787" cap="flat">
                <a:solidFill>
                  <a:srgbClr val="000000"/>
                </a:solidFill>
                <a:prstDash val="solid"/>
                <a:headEnd type="none" w="sm" len="sm"/>
                <a:tailEnd type="none" w="sm" len="sm"/>
              </a:ln>
            </p:spPr>
            <p:txBody>
              <a:bodyPr/>
              <a:lstStyle/>
              <a:p>
                <a:endParaRPr lang="en-AU"/>
              </a:p>
            </p:txBody>
          </p:sp>
          <p:sp>
            <p:nvSpPr>
              <p:cNvPr id="26" name="AutoShape 4">
                <a:extLst>
                  <a:ext uri="{FF2B5EF4-FFF2-40B4-BE49-F238E27FC236}">
                    <a16:creationId xmlns:a16="http://schemas.microsoft.com/office/drawing/2014/main" id="{BFFE19C4-953C-7F9B-EC39-C9F76E2237FB}"/>
                  </a:ext>
                </a:extLst>
              </p:cNvPr>
              <p:cNvSpPr/>
              <p:nvPr/>
            </p:nvSpPr>
            <p:spPr>
              <a:xfrm>
                <a:off x="526391" y="370197"/>
                <a:ext cx="379127" cy="0"/>
              </a:xfrm>
              <a:prstGeom prst="line">
                <a:avLst/>
              </a:prstGeom>
              <a:ln w="33787" cap="flat">
                <a:solidFill>
                  <a:srgbClr val="000000"/>
                </a:solidFill>
                <a:prstDash val="solid"/>
                <a:headEnd type="none" w="sm" len="sm"/>
                <a:tailEnd type="none" w="sm" len="sm"/>
              </a:ln>
            </p:spPr>
            <p:txBody>
              <a:bodyPr/>
              <a:lstStyle/>
              <a:p>
                <a:endParaRPr lang="en-AU"/>
              </a:p>
            </p:txBody>
          </p:sp>
          <p:sp>
            <p:nvSpPr>
              <p:cNvPr id="27" name="AutoShape 5">
                <a:extLst>
                  <a:ext uri="{FF2B5EF4-FFF2-40B4-BE49-F238E27FC236}">
                    <a16:creationId xmlns:a16="http://schemas.microsoft.com/office/drawing/2014/main" id="{7533D773-482C-B16C-09D0-0C478F35C7BC}"/>
                  </a:ext>
                </a:extLst>
              </p:cNvPr>
              <p:cNvSpPr/>
              <p:nvPr/>
            </p:nvSpPr>
            <p:spPr>
              <a:xfrm>
                <a:off x="1078145" y="370197"/>
                <a:ext cx="379127" cy="0"/>
              </a:xfrm>
              <a:prstGeom prst="line">
                <a:avLst/>
              </a:prstGeom>
              <a:ln w="33787" cap="flat">
                <a:solidFill>
                  <a:srgbClr val="000000"/>
                </a:solidFill>
                <a:prstDash val="solid"/>
                <a:headEnd type="none" w="sm" len="sm"/>
                <a:tailEnd type="none" w="sm" len="sm"/>
              </a:ln>
            </p:spPr>
            <p:txBody>
              <a:bodyPr/>
              <a:lstStyle/>
              <a:p>
                <a:endParaRPr lang="en-AU"/>
              </a:p>
            </p:txBody>
          </p:sp>
          <p:sp>
            <p:nvSpPr>
              <p:cNvPr id="28" name="AutoShape 6">
                <a:extLst>
                  <a:ext uri="{FF2B5EF4-FFF2-40B4-BE49-F238E27FC236}">
                    <a16:creationId xmlns:a16="http://schemas.microsoft.com/office/drawing/2014/main" id="{8EC66A1E-D6E5-17FC-45A1-9174AF2B3585}"/>
                  </a:ext>
                </a:extLst>
              </p:cNvPr>
              <p:cNvSpPr/>
              <p:nvPr/>
            </p:nvSpPr>
            <p:spPr>
              <a:xfrm>
                <a:off x="1600867" y="370197"/>
                <a:ext cx="379127" cy="0"/>
              </a:xfrm>
              <a:prstGeom prst="line">
                <a:avLst/>
              </a:prstGeom>
              <a:ln w="33787" cap="flat">
                <a:solidFill>
                  <a:srgbClr val="000000"/>
                </a:solidFill>
                <a:prstDash val="solid"/>
                <a:headEnd type="none" w="sm" len="sm"/>
                <a:tailEnd type="none" w="sm" len="sm"/>
              </a:ln>
            </p:spPr>
            <p:txBody>
              <a:bodyPr/>
              <a:lstStyle/>
              <a:p>
                <a:endParaRPr lang="en-AU"/>
              </a:p>
            </p:txBody>
          </p:sp>
          <p:sp>
            <p:nvSpPr>
              <p:cNvPr id="29" name="AutoShape 7">
                <a:extLst>
                  <a:ext uri="{FF2B5EF4-FFF2-40B4-BE49-F238E27FC236}">
                    <a16:creationId xmlns:a16="http://schemas.microsoft.com/office/drawing/2014/main" id="{D45CC3AE-679B-269B-B1EF-E3BF99F8E2A5}"/>
                  </a:ext>
                </a:extLst>
              </p:cNvPr>
              <p:cNvSpPr/>
              <p:nvPr/>
            </p:nvSpPr>
            <p:spPr>
              <a:xfrm>
                <a:off x="2512266" y="370197"/>
                <a:ext cx="379127" cy="0"/>
              </a:xfrm>
              <a:prstGeom prst="line">
                <a:avLst/>
              </a:prstGeom>
              <a:ln w="33787" cap="flat">
                <a:solidFill>
                  <a:srgbClr val="000000"/>
                </a:solidFill>
                <a:prstDash val="solid"/>
                <a:headEnd type="none" w="sm" len="sm"/>
                <a:tailEnd type="none" w="sm" len="sm"/>
              </a:ln>
            </p:spPr>
            <p:txBody>
              <a:bodyPr/>
              <a:lstStyle/>
              <a:p>
                <a:endParaRPr lang="en-AU"/>
              </a:p>
            </p:txBody>
          </p:sp>
          <p:sp>
            <p:nvSpPr>
              <p:cNvPr id="30" name="AutoShape 8">
                <a:extLst>
                  <a:ext uri="{FF2B5EF4-FFF2-40B4-BE49-F238E27FC236}">
                    <a16:creationId xmlns:a16="http://schemas.microsoft.com/office/drawing/2014/main" id="{EF3A7E20-FEF0-61F4-4E42-75B574FFB0E2}"/>
                  </a:ext>
                </a:extLst>
              </p:cNvPr>
              <p:cNvSpPr/>
              <p:nvPr/>
            </p:nvSpPr>
            <p:spPr>
              <a:xfrm>
                <a:off x="3064020" y="370197"/>
                <a:ext cx="379127" cy="0"/>
              </a:xfrm>
              <a:prstGeom prst="line">
                <a:avLst/>
              </a:prstGeom>
              <a:ln w="33787" cap="flat">
                <a:solidFill>
                  <a:srgbClr val="000000"/>
                </a:solidFill>
                <a:prstDash val="solid"/>
                <a:headEnd type="none" w="sm" len="sm"/>
                <a:tailEnd type="none" w="sm" len="sm"/>
              </a:ln>
            </p:spPr>
            <p:txBody>
              <a:bodyPr/>
              <a:lstStyle/>
              <a:p>
                <a:endParaRPr lang="en-AU"/>
              </a:p>
            </p:txBody>
          </p:sp>
          <p:sp>
            <p:nvSpPr>
              <p:cNvPr id="31" name="AutoShape 9">
                <a:extLst>
                  <a:ext uri="{FF2B5EF4-FFF2-40B4-BE49-F238E27FC236}">
                    <a16:creationId xmlns:a16="http://schemas.microsoft.com/office/drawing/2014/main" id="{C749FA8F-60AA-2024-ADC5-7481079621E2}"/>
                  </a:ext>
                </a:extLst>
              </p:cNvPr>
              <p:cNvSpPr/>
              <p:nvPr/>
            </p:nvSpPr>
            <p:spPr>
              <a:xfrm>
                <a:off x="3612082" y="370197"/>
                <a:ext cx="379127" cy="0"/>
              </a:xfrm>
              <a:prstGeom prst="line">
                <a:avLst/>
              </a:prstGeom>
              <a:ln w="33787" cap="flat">
                <a:solidFill>
                  <a:srgbClr val="000000"/>
                </a:solidFill>
                <a:prstDash val="solid"/>
                <a:headEnd type="none" w="sm" len="sm"/>
                <a:tailEnd type="none" w="sm" len="sm"/>
              </a:ln>
            </p:spPr>
            <p:txBody>
              <a:bodyPr/>
              <a:lstStyle/>
              <a:p>
                <a:endParaRPr lang="en-AU"/>
              </a:p>
            </p:txBody>
          </p:sp>
          <p:sp>
            <p:nvSpPr>
              <p:cNvPr id="32" name="AutoShape 10">
                <a:extLst>
                  <a:ext uri="{FF2B5EF4-FFF2-40B4-BE49-F238E27FC236}">
                    <a16:creationId xmlns:a16="http://schemas.microsoft.com/office/drawing/2014/main" id="{27208A99-A197-8024-506F-686A6CEF128D}"/>
                  </a:ext>
                </a:extLst>
              </p:cNvPr>
              <p:cNvSpPr/>
              <p:nvPr/>
            </p:nvSpPr>
            <p:spPr>
              <a:xfrm>
                <a:off x="4138473" y="370197"/>
                <a:ext cx="379127" cy="0"/>
              </a:xfrm>
              <a:prstGeom prst="line">
                <a:avLst/>
              </a:prstGeom>
              <a:ln w="33787" cap="flat">
                <a:solidFill>
                  <a:srgbClr val="000000"/>
                </a:solidFill>
                <a:prstDash val="solid"/>
                <a:headEnd type="none" w="sm" len="sm"/>
                <a:tailEnd type="none" w="sm" len="sm"/>
              </a:ln>
            </p:spPr>
            <p:txBody>
              <a:bodyPr/>
              <a:lstStyle/>
              <a:p>
                <a:endParaRPr lang="en-AU"/>
              </a:p>
            </p:txBody>
          </p:sp>
          <p:sp>
            <p:nvSpPr>
              <p:cNvPr id="33" name="AutoShape 11">
                <a:extLst>
                  <a:ext uri="{FF2B5EF4-FFF2-40B4-BE49-F238E27FC236}">
                    <a16:creationId xmlns:a16="http://schemas.microsoft.com/office/drawing/2014/main" id="{1461C399-D2E2-6B6C-38A8-353E33140C19}"/>
                  </a:ext>
                </a:extLst>
              </p:cNvPr>
              <p:cNvSpPr/>
              <p:nvPr/>
            </p:nvSpPr>
            <p:spPr>
              <a:xfrm>
                <a:off x="5049873" y="370197"/>
                <a:ext cx="379127" cy="0"/>
              </a:xfrm>
              <a:prstGeom prst="line">
                <a:avLst/>
              </a:prstGeom>
              <a:ln w="33787" cap="flat">
                <a:solidFill>
                  <a:srgbClr val="000000"/>
                </a:solidFill>
                <a:prstDash val="solid"/>
                <a:headEnd type="none" w="sm" len="sm"/>
                <a:tailEnd type="none" w="sm" len="sm"/>
              </a:ln>
            </p:spPr>
            <p:txBody>
              <a:bodyPr/>
              <a:lstStyle/>
              <a:p>
                <a:endParaRPr lang="en-AU"/>
              </a:p>
            </p:txBody>
          </p:sp>
          <p:sp>
            <p:nvSpPr>
              <p:cNvPr id="34" name="AutoShape 12">
                <a:extLst>
                  <a:ext uri="{FF2B5EF4-FFF2-40B4-BE49-F238E27FC236}">
                    <a16:creationId xmlns:a16="http://schemas.microsoft.com/office/drawing/2014/main" id="{5D09AE55-7F2B-5C67-E417-86ED972F9A16}"/>
                  </a:ext>
                </a:extLst>
              </p:cNvPr>
              <p:cNvSpPr/>
              <p:nvPr/>
            </p:nvSpPr>
            <p:spPr>
              <a:xfrm>
                <a:off x="5576265" y="370197"/>
                <a:ext cx="379127" cy="0"/>
              </a:xfrm>
              <a:prstGeom prst="line">
                <a:avLst/>
              </a:prstGeom>
              <a:ln w="33787" cap="flat">
                <a:solidFill>
                  <a:srgbClr val="000000"/>
                </a:solidFill>
                <a:prstDash val="solid"/>
                <a:headEnd type="none" w="sm" len="sm"/>
                <a:tailEnd type="none" w="sm" len="sm"/>
              </a:ln>
            </p:spPr>
            <p:txBody>
              <a:bodyPr/>
              <a:lstStyle/>
              <a:p>
                <a:endParaRPr lang="en-AU"/>
              </a:p>
            </p:txBody>
          </p:sp>
          <p:sp>
            <p:nvSpPr>
              <p:cNvPr id="35" name="AutoShape 13">
                <a:extLst>
                  <a:ext uri="{FF2B5EF4-FFF2-40B4-BE49-F238E27FC236}">
                    <a16:creationId xmlns:a16="http://schemas.microsoft.com/office/drawing/2014/main" id="{7EFF7251-FA28-E04C-FED2-682F3334451F}"/>
                  </a:ext>
                </a:extLst>
              </p:cNvPr>
              <p:cNvSpPr/>
              <p:nvPr/>
            </p:nvSpPr>
            <p:spPr>
              <a:xfrm>
                <a:off x="6098986" y="370197"/>
                <a:ext cx="379127" cy="0"/>
              </a:xfrm>
              <a:prstGeom prst="line">
                <a:avLst/>
              </a:prstGeom>
              <a:ln w="33787" cap="flat">
                <a:solidFill>
                  <a:srgbClr val="000000"/>
                </a:solidFill>
                <a:prstDash val="solid"/>
                <a:headEnd type="none" w="sm" len="sm"/>
                <a:tailEnd type="none" w="sm" len="sm"/>
              </a:ln>
            </p:spPr>
            <p:txBody>
              <a:bodyPr/>
              <a:lstStyle/>
              <a:p>
                <a:endParaRPr lang="en-AU"/>
              </a:p>
            </p:txBody>
          </p:sp>
          <p:sp>
            <p:nvSpPr>
              <p:cNvPr id="36" name="AutoShape 14">
                <a:extLst>
                  <a:ext uri="{FF2B5EF4-FFF2-40B4-BE49-F238E27FC236}">
                    <a16:creationId xmlns:a16="http://schemas.microsoft.com/office/drawing/2014/main" id="{6541122A-99DB-F896-830F-980AF571B56A}"/>
                  </a:ext>
                </a:extLst>
              </p:cNvPr>
              <p:cNvSpPr/>
              <p:nvPr/>
            </p:nvSpPr>
            <p:spPr>
              <a:xfrm>
                <a:off x="6625378" y="370197"/>
                <a:ext cx="379127" cy="0"/>
              </a:xfrm>
              <a:prstGeom prst="line">
                <a:avLst/>
              </a:prstGeom>
              <a:ln w="33787" cap="flat">
                <a:solidFill>
                  <a:srgbClr val="000000"/>
                </a:solidFill>
                <a:prstDash val="solid"/>
                <a:headEnd type="none" w="sm" len="sm"/>
                <a:tailEnd type="none" w="sm" len="sm"/>
              </a:ln>
            </p:spPr>
            <p:txBody>
              <a:bodyPr/>
              <a:lstStyle/>
              <a:p>
                <a:endParaRPr lang="en-AU"/>
              </a:p>
            </p:txBody>
          </p:sp>
          <p:sp>
            <p:nvSpPr>
              <p:cNvPr id="37" name="TextBox 15">
                <a:extLst>
                  <a:ext uri="{FF2B5EF4-FFF2-40B4-BE49-F238E27FC236}">
                    <a16:creationId xmlns:a16="http://schemas.microsoft.com/office/drawing/2014/main" id="{408F8919-5608-B843-5FE7-ACF5F48F14B9}"/>
                  </a:ext>
                </a:extLst>
              </p:cNvPr>
              <p:cNvSpPr txBox="1"/>
              <p:nvPr/>
            </p:nvSpPr>
            <p:spPr>
              <a:xfrm>
                <a:off x="2117969" y="96962"/>
                <a:ext cx="243295" cy="570502"/>
              </a:xfrm>
              <a:prstGeom prst="rect">
                <a:avLst/>
              </a:prstGeom>
            </p:spPr>
            <p:txBody>
              <a:bodyPr lIns="0" tIns="0" rIns="0" bIns="0" rtlCol="0" anchor="t">
                <a:spAutoFit/>
              </a:bodyPr>
              <a:lstStyle/>
              <a:p>
                <a:pPr algn="ctr">
                  <a:lnSpc>
                    <a:spcPts val="3570"/>
                  </a:lnSpc>
                </a:pPr>
                <a:r>
                  <a:rPr lang="en-US" sz="2550">
                    <a:solidFill>
                      <a:srgbClr val="000000"/>
                    </a:solidFill>
                    <a:latin typeface="Canva Student Font"/>
                    <a:ea typeface="Canva Student Font"/>
                    <a:cs typeface="Canva Student Font"/>
                    <a:sym typeface="Canva Student Font"/>
                  </a:rPr>
                  <a:t>+</a:t>
                </a:r>
              </a:p>
            </p:txBody>
          </p:sp>
          <p:sp>
            <p:nvSpPr>
              <p:cNvPr id="38" name="TextBox 16">
                <a:extLst>
                  <a:ext uri="{FF2B5EF4-FFF2-40B4-BE49-F238E27FC236}">
                    <a16:creationId xmlns:a16="http://schemas.microsoft.com/office/drawing/2014/main" id="{47F99731-D4D4-CEC8-AC88-054A4A5B7B41}"/>
                  </a:ext>
                </a:extLst>
              </p:cNvPr>
              <p:cNvSpPr txBox="1"/>
              <p:nvPr/>
            </p:nvSpPr>
            <p:spPr>
              <a:xfrm>
                <a:off x="4671671" y="145261"/>
                <a:ext cx="203046" cy="473904"/>
              </a:xfrm>
              <a:prstGeom prst="rect">
                <a:avLst/>
              </a:prstGeom>
            </p:spPr>
            <p:txBody>
              <a:bodyPr lIns="0" tIns="0" rIns="0" bIns="0" rtlCol="0" anchor="t">
                <a:spAutoFit/>
              </a:bodyPr>
              <a:lstStyle/>
              <a:p>
                <a:pPr algn="ctr">
                  <a:lnSpc>
                    <a:spcPts val="2979"/>
                  </a:lnSpc>
                </a:pPr>
                <a:r>
                  <a:rPr lang="en-US" sz="2128">
                    <a:solidFill>
                      <a:srgbClr val="000000"/>
                    </a:solidFill>
                    <a:latin typeface="Canva Student Font"/>
                    <a:ea typeface="Canva Student Font"/>
                    <a:cs typeface="Canva Student Font"/>
                    <a:sym typeface="Canva Student Font"/>
                  </a:rPr>
                  <a:t>=</a:t>
                </a:r>
              </a:p>
            </p:txBody>
          </p:sp>
        </p:grpSp>
        <p:sp>
          <p:nvSpPr>
            <p:cNvPr id="24" name="TextBox 18">
              <a:extLst>
                <a:ext uri="{FF2B5EF4-FFF2-40B4-BE49-F238E27FC236}">
                  <a16:creationId xmlns:a16="http://schemas.microsoft.com/office/drawing/2014/main" id="{CBDEF009-ABFB-6E47-28F9-59A838158124}"/>
                </a:ext>
              </a:extLst>
            </p:cNvPr>
            <p:cNvSpPr txBox="1"/>
            <p:nvPr/>
          </p:nvSpPr>
          <p:spPr>
            <a:xfrm>
              <a:off x="2321998" y="1757566"/>
              <a:ext cx="4969035" cy="137755"/>
            </a:xfrm>
            <a:prstGeom prst="rect">
              <a:avLst/>
            </a:prstGeom>
          </p:spPr>
          <p:txBody>
            <a:bodyPr wrap="square" lIns="0" tIns="0" rIns="0" bIns="0" rtlCol="0" anchor="t">
              <a:spAutoFit/>
            </a:bodyPr>
            <a:lstStyle/>
            <a:p>
              <a:pPr algn="ctr">
                <a:lnSpc>
                  <a:spcPts val="3359"/>
                </a:lnSpc>
              </a:pPr>
              <a:r>
                <a:rPr lang="en-US" sz="4800">
                  <a:solidFill>
                    <a:srgbClr val="000000"/>
                  </a:solidFill>
                  <a:latin typeface="Public Sans"/>
                  <a:ea typeface="Public Sans"/>
                  <a:cs typeface="Public Sans"/>
                  <a:sym typeface="Public Sans"/>
                </a:rPr>
                <a:t>0   1   2   3   4   5   6   7   8   9   </a:t>
              </a:r>
            </a:p>
          </p:txBody>
        </p:sp>
      </p:grpSp>
      <p:sp>
        <p:nvSpPr>
          <p:cNvPr id="2" name="Slide Number Placeholder 1">
            <a:extLst>
              <a:ext uri="{FF2B5EF4-FFF2-40B4-BE49-F238E27FC236}">
                <a16:creationId xmlns:a16="http://schemas.microsoft.com/office/drawing/2014/main" id="{6A9323DD-7508-20BE-AA13-86EA01A4DD44}"/>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60</a:t>
            </a:fld>
            <a:endParaRPr lang="en-AU"/>
          </a:p>
        </p:txBody>
      </p:sp>
    </p:spTree>
    <p:extLst>
      <p:ext uri="{BB962C8B-B14F-4D97-AF65-F5344CB8AC3E}">
        <p14:creationId xmlns:p14="http://schemas.microsoft.com/office/powerpoint/2010/main" val="32819739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1CED5F-2156-3D58-013D-DB39BA8CAC92}"/>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91D9B2DB-18CF-8931-1D82-EFA04365BB9F}"/>
              </a:ext>
            </a:extLst>
          </p:cNvPr>
          <p:cNvSpPr>
            <a:spLocks noGrp="1"/>
          </p:cNvSpPr>
          <p:nvPr>
            <p:ph type="title"/>
          </p:nvPr>
        </p:nvSpPr>
        <p:spPr>
          <a:xfrm>
            <a:off x="360000" y="360000"/>
            <a:ext cx="10367268" cy="545601"/>
          </a:xfrm>
        </p:spPr>
        <p:txBody>
          <a:bodyPr/>
          <a:lstStyle/>
          <a:p>
            <a:r>
              <a:rPr lang="en-AU"/>
              <a:t>Activity 8 – four strikes (2)</a:t>
            </a:r>
          </a:p>
        </p:txBody>
      </p:sp>
      <p:pic>
        <p:nvPicPr>
          <p:cNvPr id="4" name="Picture 3">
            <a:extLst>
              <a:ext uri="{FF2B5EF4-FFF2-40B4-BE49-F238E27FC236}">
                <a16:creationId xmlns:a16="http://schemas.microsoft.com/office/drawing/2014/main" id="{2E7E8106-9854-24DD-5532-885B4880C32C}"/>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107003" y="240894"/>
            <a:ext cx="720000" cy="856364"/>
          </a:xfrm>
          <a:prstGeom prst="rect">
            <a:avLst/>
          </a:prstGeom>
        </p:spPr>
      </p:pic>
      <p:grpSp>
        <p:nvGrpSpPr>
          <p:cNvPr id="22" name="Group 21" descr="Scaffold for the game four strikes: Four dashes - four dashes = four dashes. Digits 0-9 are written below to be struck out.">
            <a:extLst>
              <a:ext uri="{FF2B5EF4-FFF2-40B4-BE49-F238E27FC236}">
                <a16:creationId xmlns:a16="http://schemas.microsoft.com/office/drawing/2014/main" id="{6B214BDD-2C5D-5EB5-2525-D530F2CEE20D}"/>
              </a:ext>
            </a:extLst>
          </p:cNvPr>
          <p:cNvGrpSpPr/>
          <p:nvPr/>
        </p:nvGrpSpPr>
        <p:grpSpPr>
          <a:xfrm>
            <a:off x="1661374" y="1976781"/>
            <a:ext cx="8554178" cy="2681720"/>
            <a:chOff x="2321998" y="1106739"/>
            <a:chExt cx="5253381" cy="788582"/>
          </a:xfrm>
        </p:grpSpPr>
        <p:grpSp>
          <p:nvGrpSpPr>
            <p:cNvPr id="23" name="Group 2">
              <a:extLst>
                <a:ext uri="{FF2B5EF4-FFF2-40B4-BE49-F238E27FC236}">
                  <a16:creationId xmlns:a16="http://schemas.microsoft.com/office/drawing/2014/main" id="{94465129-FA31-5A35-9D94-9A83785A5FA5}"/>
                </a:ext>
              </a:extLst>
            </p:cNvPr>
            <p:cNvGrpSpPr/>
            <p:nvPr/>
          </p:nvGrpSpPr>
          <p:grpSpPr>
            <a:xfrm>
              <a:off x="2322000" y="1106739"/>
              <a:ext cx="5253379" cy="391653"/>
              <a:chOff x="0" y="96962"/>
              <a:chExt cx="7004505" cy="522203"/>
            </a:xfrm>
          </p:grpSpPr>
          <p:sp>
            <p:nvSpPr>
              <p:cNvPr id="25" name="AutoShape 3">
                <a:extLst>
                  <a:ext uri="{FF2B5EF4-FFF2-40B4-BE49-F238E27FC236}">
                    <a16:creationId xmlns:a16="http://schemas.microsoft.com/office/drawing/2014/main" id="{3CDAB737-36EF-58AE-1EC4-7AFE1F34A8E7}"/>
                  </a:ext>
                </a:extLst>
              </p:cNvPr>
              <p:cNvSpPr/>
              <p:nvPr/>
            </p:nvSpPr>
            <p:spPr>
              <a:xfrm>
                <a:off x="0" y="370197"/>
                <a:ext cx="379127" cy="0"/>
              </a:xfrm>
              <a:prstGeom prst="line">
                <a:avLst/>
              </a:prstGeom>
              <a:ln w="33787" cap="flat">
                <a:solidFill>
                  <a:srgbClr val="000000"/>
                </a:solidFill>
                <a:prstDash val="solid"/>
                <a:headEnd type="none" w="sm" len="sm"/>
                <a:tailEnd type="none" w="sm" len="sm"/>
              </a:ln>
            </p:spPr>
            <p:txBody>
              <a:bodyPr/>
              <a:lstStyle/>
              <a:p>
                <a:endParaRPr lang="en-AU"/>
              </a:p>
            </p:txBody>
          </p:sp>
          <p:sp>
            <p:nvSpPr>
              <p:cNvPr id="26" name="AutoShape 4">
                <a:extLst>
                  <a:ext uri="{FF2B5EF4-FFF2-40B4-BE49-F238E27FC236}">
                    <a16:creationId xmlns:a16="http://schemas.microsoft.com/office/drawing/2014/main" id="{039D8DFF-D95C-40B5-D7E3-4473AE348ABB}"/>
                  </a:ext>
                </a:extLst>
              </p:cNvPr>
              <p:cNvSpPr/>
              <p:nvPr/>
            </p:nvSpPr>
            <p:spPr>
              <a:xfrm>
                <a:off x="526391" y="370197"/>
                <a:ext cx="379127" cy="0"/>
              </a:xfrm>
              <a:prstGeom prst="line">
                <a:avLst/>
              </a:prstGeom>
              <a:ln w="33787" cap="flat">
                <a:solidFill>
                  <a:srgbClr val="000000"/>
                </a:solidFill>
                <a:prstDash val="solid"/>
                <a:headEnd type="none" w="sm" len="sm"/>
                <a:tailEnd type="none" w="sm" len="sm"/>
              </a:ln>
            </p:spPr>
            <p:txBody>
              <a:bodyPr/>
              <a:lstStyle/>
              <a:p>
                <a:endParaRPr lang="en-AU"/>
              </a:p>
            </p:txBody>
          </p:sp>
          <p:sp>
            <p:nvSpPr>
              <p:cNvPr id="27" name="AutoShape 5">
                <a:extLst>
                  <a:ext uri="{FF2B5EF4-FFF2-40B4-BE49-F238E27FC236}">
                    <a16:creationId xmlns:a16="http://schemas.microsoft.com/office/drawing/2014/main" id="{F18AC44A-3286-3B67-2B2F-BD5B5D6428D9}"/>
                  </a:ext>
                </a:extLst>
              </p:cNvPr>
              <p:cNvSpPr/>
              <p:nvPr/>
            </p:nvSpPr>
            <p:spPr>
              <a:xfrm>
                <a:off x="1078145" y="370197"/>
                <a:ext cx="379127" cy="0"/>
              </a:xfrm>
              <a:prstGeom prst="line">
                <a:avLst/>
              </a:prstGeom>
              <a:ln w="33787" cap="flat">
                <a:solidFill>
                  <a:srgbClr val="000000"/>
                </a:solidFill>
                <a:prstDash val="solid"/>
                <a:headEnd type="none" w="sm" len="sm"/>
                <a:tailEnd type="none" w="sm" len="sm"/>
              </a:ln>
            </p:spPr>
            <p:txBody>
              <a:bodyPr/>
              <a:lstStyle/>
              <a:p>
                <a:endParaRPr lang="en-AU"/>
              </a:p>
            </p:txBody>
          </p:sp>
          <p:sp>
            <p:nvSpPr>
              <p:cNvPr id="28" name="AutoShape 6">
                <a:extLst>
                  <a:ext uri="{FF2B5EF4-FFF2-40B4-BE49-F238E27FC236}">
                    <a16:creationId xmlns:a16="http://schemas.microsoft.com/office/drawing/2014/main" id="{E3CFA218-505C-D6A2-3A87-E3A34878B251}"/>
                  </a:ext>
                </a:extLst>
              </p:cNvPr>
              <p:cNvSpPr/>
              <p:nvPr/>
            </p:nvSpPr>
            <p:spPr>
              <a:xfrm>
                <a:off x="1600867" y="370197"/>
                <a:ext cx="379127" cy="0"/>
              </a:xfrm>
              <a:prstGeom prst="line">
                <a:avLst/>
              </a:prstGeom>
              <a:ln w="33787" cap="flat">
                <a:solidFill>
                  <a:srgbClr val="000000"/>
                </a:solidFill>
                <a:prstDash val="solid"/>
                <a:headEnd type="none" w="sm" len="sm"/>
                <a:tailEnd type="none" w="sm" len="sm"/>
              </a:ln>
            </p:spPr>
            <p:txBody>
              <a:bodyPr/>
              <a:lstStyle/>
              <a:p>
                <a:endParaRPr lang="en-AU"/>
              </a:p>
            </p:txBody>
          </p:sp>
          <p:sp>
            <p:nvSpPr>
              <p:cNvPr id="29" name="AutoShape 7">
                <a:extLst>
                  <a:ext uri="{FF2B5EF4-FFF2-40B4-BE49-F238E27FC236}">
                    <a16:creationId xmlns:a16="http://schemas.microsoft.com/office/drawing/2014/main" id="{4560CEF8-2B84-CD0B-5867-BD9EC545733D}"/>
                  </a:ext>
                </a:extLst>
              </p:cNvPr>
              <p:cNvSpPr/>
              <p:nvPr/>
            </p:nvSpPr>
            <p:spPr>
              <a:xfrm>
                <a:off x="2512266" y="370197"/>
                <a:ext cx="379127" cy="0"/>
              </a:xfrm>
              <a:prstGeom prst="line">
                <a:avLst/>
              </a:prstGeom>
              <a:ln w="33787" cap="flat">
                <a:solidFill>
                  <a:srgbClr val="000000"/>
                </a:solidFill>
                <a:prstDash val="solid"/>
                <a:headEnd type="none" w="sm" len="sm"/>
                <a:tailEnd type="none" w="sm" len="sm"/>
              </a:ln>
            </p:spPr>
            <p:txBody>
              <a:bodyPr/>
              <a:lstStyle/>
              <a:p>
                <a:endParaRPr lang="en-AU"/>
              </a:p>
            </p:txBody>
          </p:sp>
          <p:sp>
            <p:nvSpPr>
              <p:cNvPr id="30" name="AutoShape 8">
                <a:extLst>
                  <a:ext uri="{FF2B5EF4-FFF2-40B4-BE49-F238E27FC236}">
                    <a16:creationId xmlns:a16="http://schemas.microsoft.com/office/drawing/2014/main" id="{60E6D64A-2934-7087-BCC6-083CF19C81F7}"/>
                  </a:ext>
                </a:extLst>
              </p:cNvPr>
              <p:cNvSpPr/>
              <p:nvPr/>
            </p:nvSpPr>
            <p:spPr>
              <a:xfrm>
                <a:off x="3064020" y="370197"/>
                <a:ext cx="379127" cy="0"/>
              </a:xfrm>
              <a:prstGeom prst="line">
                <a:avLst/>
              </a:prstGeom>
              <a:ln w="33787" cap="flat">
                <a:solidFill>
                  <a:srgbClr val="000000"/>
                </a:solidFill>
                <a:prstDash val="solid"/>
                <a:headEnd type="none" w="sm" len="sm"/>
                <a:tailEnd type="none" w="sm" len="sm"/>
              </a:ln>
            </p:spPr>
            <p:txBody>
              <a:bodyPr/>
              <a:lstStyle/>
              <a:p>
                <a:endParaRPr lang="en-AU"/>
              </a:p>
            </p:txBody>
          </p:sp>
          <p:sp>
            <p:nvSpPr>
              <p:cNvPr id="31" name="AutoShape 9">
                <a:extLst>
                  <a:ext uri="{FF2B5EF4-FFF2-40B4-BE49-F238E27FC236}">
                    <a16:creationId xmlns:a16="http://schemas.microsoft.com/office/drawing/2014/main" id="{4DB31690-C741-EEE9-E4CD-3DB6398133C8}"/>
                  </a:ext>
                </a:extLst>
              </p:cNvPr>
              <p:cNvSpPr/>
              <p:nvPr/>
            </p:nvSpPr>
            <p:spPr>
              <a:xfrm>
                <a:off x="3612082" y="370197"/>
                <a:ext cx="379127" cy="0"/>
              </a:xfrm>
              <a:prstGeom prst="line">
                <a:avLst/>
              </a:prstGeom>
              <a:ln w="33787" cap="flat">
                <a:solidFill>
                  <a:srgbClr val="000000"/>
                </a:solidFill>
                <a:prstDash val="solid"/>
                <a:headEnd type="none" w="sm" len="sm"/>
                <a:tailEnd type="none" w="sm" len="sm"/>
              </a:ln>
            </p:spPr>
            <p:txBody>
              <a:bodyPr/>
              <a:lstStyle/>
              <a:p>
                <a:endParaRPr lang="en-AU"/>
              </a:p>
            </p:txBody>
          </p:sp>
          <p:sp>
            <p:nvSpPr>
              <p:cNvPr id="32" name="AutoShape 10">
                <a:extLst>
                  <a:ext uri="{FF2B5EF4-FFF2-40B4-BE49-F238E27FC236}">
                    <a16:creationId xmlns:a16="http://schemas.microsoft.com/office/drawing/2014/main" id="{C0B67E2D-6ACA-D499-2FEC-969A0784DB11}"/>
                  </a:ext>
                </a:extLst>
              </p:cNvPr>
              <p:cNvSpPr/>
              <p:nvPr/>
            </p:nvSpPr>
            <p:spPr>
              <a:xfrm>
                <a:off x="4138473" y="370197"/>
                <a:ext cx="379127" cy="0"/>
              </a:xfrm>
              <a:prstGeom prst="line">
                <a:avLst/>
              </a:prstGeom>
              <a:ln w="33787" cap="flat">
                <a:solidFill>
                  <a:srgbClr val="000000"/>
                </a:solidFill>
                <a:prstDash val="solid"/>
                <a:headEnd type="none" w="sm" len="sm"/>
                <a:tailEnd type="none" w="sm" len="sm"/>
              </a:ln>
            </p:spPr>
            <p:txBody>
              <a:bodyPr/>
              <a:lstStyle/>
              <a:p>
                <a:endParaRPr lang="en-AU"/>
              </a:p>
            </p:txBody>
          </p:sp>
          <p:sp>
            <p:nvSpPr>
              <p:cNvPr id="33" name="AutoShape 11">
                <a:extLst>
                  <a:ext uri="{FF2B5EF4-FFF2-40B4-BE49-F238E27FC236}">
                    <a16:creationId xmlns:a16="http://schemas.microsoft.com/office/drawing/2014/main" id="{7806887B-CCF1-EDF0-DE21-A9A27F469B06}"/>
                  </a:ext>
                </a:extLst>
              </p:cNvPr>
              <p:cNvSpPr/>
              <p:nvPr/>
            </p:nvSpPr>
            <p:spPr>
              <a:xfrm>
                <a:off x="5049873" y="370197"/>
                <a:ext cx="379127" cy="0"/>
              </a:xfrm>
              <a:prstGeom prst="line">
                <a:avLst/>
              </a:prstGeom>
              <a:ln w="33787" cap="flat">
                <a:solidFill>
                  <a:srgbClr val="000000"/>
                </a:solidFill>
                <a:prstDash val="solid"/>
                <a:headEnd type="none" w="sm" len="sm"/>
                <a:tailEnd type="none" w="sm" len="sm"/>
              </a:ln>
            </p:spPr>
            <p:txBody>
              <a:bodyPr/>
              <a:lstStyle/>
              <a:p>
                <a:endParaRPr lang="en-AU"/>
              </a:p>
            </p:txBody>
          </p:sp>
          <p:sp>
            <p:nvSpPr>
              <p:cNvPr id="34" name="AutoShape 12">
                <a:extLst>
                  <a:ext uri="{FF2B5EF4-FFF2-40B4-BE49-F238E27FC236}">
                    <a16:creationId xmlns:a16="http://schemas.microsoft.com/office/drawing/2014/main" id="{7FFEA394-5763-1599-3546-BB1FFB2BDA26}"/>
                  </a:ext>
                </a:extLst>
              </p:cNvPr>
              <p:cNvSpPr/>
              <p:nvPr/>
            </p:nvSpPr>
            <p:spPr>
              <a:xfrm>
                <a:off x="5576265" y="370197"/>
                <a:ext cx="379127" cy="0"/>
              </a:xfrm>
              <a:prstGeom prst="line">
                <a:avLst/>
              </a:prstGeom>
              <a:ln w="33787" cap="flat">
                <a:solidFill>
                  <a:srgbClr val="000000"/>
                </a:solidFill>
                <a:prstDash val="solid"/>
                <a:headEnd type="none" w="sm" len="sm"/>
                <a:tailEnd type="none" w="sm" len="sm"/>
              </a:ln>
            </p:spPr>
            <p:txBody>
              <a:bodyPr/>
              <a:lstStyle/>
              <a:p>
                <a:endParaRPr lang="en-AU"/>
              </a:p>
            </p:txBody>
          </p:sp>
          <p:sp>
            <p:nvSpPr>
              <p:cNvPr id="35" name="AutoShape 13">
                <a:extLst>
                  <a:ext uri="{FF2B5EF4-FFF2-40B4-BE49-F238E27FC236}">
                    <a16:creationId xmlns:a16="http://schemas.microsoft.com/office/drawing/2014/main" id="{7C5B97EB-A46C-F221-CEEC-33AC8CACE961}"/>
                  </a:ext>
                </a:extLst>
              </p:cNvPr>
              <p:cNvSpPr/>
              <p:nvPr/>
            </p:nvSpPr>
            <p:spPr>
              <a:xfrm>
                <a:off x="6098986" y="370197"/>
                <a:ext cx="379127" cy="0"/>
              </a:xfrm>
              <a:prstGeom prst="line">
                <a:avLst/>
              </a:prstGeom>
              <a:ln w="33787" cap="flat">
                <a:solidFill>
                  <a:srgbClr val="000000"/>
                </a:solidFill>
                <a:prstDash val="solid"/>
                <a:headEnd type="none" w="sm" len="sm"/>
                <a:tailEnd type="none" w="sm" len="sm"/>
              </a:ln>
            </p:spPr>
            <p:txBody>
              <a:bodyPr/>
              <a:lstStyle/>
              <a:p>
                <a:endParaRPr lang="en-AU"/>
              </a:p>
            </p:txBody>
          </p:sp>
          <p:sp>
            <p:nvSpPr>
              <p:cNvPr id="36" name="AutoShape 14">
                <a:extLst>
                  <a:ext uri="{FF2B5EF4-FFF2-40B4-BE49-F238E27FC236}">
                    <a16:creationId xmlns:a16="http://schemas.microsoft.com/office/drawing/2014/main" id="{994048AC-2715-E9A6-E775-4F71F006A5CD}"/>
                  </a:ext>
                </a:extLst>
              </p:cNvPr>
              <p:cNvSpPr/>
              <p:nvPr/>
            </p:nvSpPr>
            <p:spPr>
              <a:xfrm>
                <a:off x="6625378" y="370197"/>
                <a:ext cx="379127" cy="0"/>
              </a:xfrm>
              <a:prstGeom prst="line">
                <a:avLst/>
              </a:prstGeom>
              <a:ln w="33787" cap="flat">
                <a:solidFill>
                  <a:srgbClr val="000000"/>
                </a:solidFill>
                <a:prstDash val="solid"/>
                <a:headEnd type="none" w="sm" len="sm"/>
                <a:tailEnd type="none" w="sm" len="sm"/>
              </a:ln>
            </p:spPr>
            <p:txBody>
              <a:bodyPr/>
              <a:lstStyle/>
              <a:p>
                <a:endParaRPr lang="en-AU"/>
              </a:p>
            </p:txBody>
          </p:sp>
          <p:sp>
            <p:nvSpPr>
              <p:cNvPr id="37" name="TextBox 15">
                <a:extLst>
                  <a:ext uri="{FF2B5EF4-FFF2-40B4-BE49-F238E27FC236}">
                    <a16:creationId xmlns:a16="http://schemas.microsoft.com/office/drawing/2014/main" id="{50217017-EC8A-91C8-9090-291A3DA6E992}"/>
                  </a:ext>
                </a:extLst>
              </p:cNvPr>
              <p:cNvSpPr txBox="1"/>
              <p:nvPr/>
            </p:nvSpPr>
            <p:spPr>
              <a:xfrm>
                <a:off x="2117969" y="96962"/>
                <a:ext cx="243295" cy="164944"/>
              </a:xfrm>
              <a:prstGeom prst="rect">
                <a:avLst/>
              </a:prstGeom>
            </p:spPr>
            <p:txBody>
              <a:bodyPr lIns="0" tIns="0" rIns="0" bIns="0" rtlCol="0" anchor="t">
                <a:spAutoFit/>
              </a:bodyPr>
              <a:lstStyle/>
              <a:p>
                <a:pPr algn="ctr">
                  <a:lnSpc>
                    <a:spcPts val="3570"/>
                  </a:lnSpc>
                </a:pPr>
                <a:r>
                  <a:rPr lang="en-US" sz="2550">
                    <a:solidFill>
                      <a:srgbClr val="000000"/>
                    </a:solidFill>
                    <a:latin typeface="Canva Student Font"/>
                    <a:ea typeface="Canva Student Font"/>
                    <a:cs typeface="Canva Student Font"/>
                    <a:sym typeface="Canva Student Font"/>
                  </a:rPr>
                  <a:t>-</a:t>
                </a:r>
              </a:p>
            </p:txBody>
          </p:sp>
          <p:sp>
            <p:nvSpPr>
              <p:cNvPr id="38" name="TextBox 16">
                <a:extLst>
                  <a:ext uri="{FF2B5EF4-FFF2-40B4-BE49-F238E27FC236}">
                    <a16:creationId xmlns:a16="http://schemas.microsoft.com/office/drawing/2014/main" id="{D0325EFD-834A-C90C-19CA-EAF71452CDA3}"/>
                  </a:ext>
                </a:extLst>
              </p:cNvPr>
              <p:cNvSpPr txBox="1"/>
              <p:nvPr/>
            </p:nvSpPr>
            <p:spPr>
              <a:xfrm>
                <a:off x="4671671" y="145261"/>
                <a:ext cx="203046" cy="473904"/>
              </a:xfrm>
              <a:prstGeom prst="rect">
                <a:avLst/>
              </a:prstGeom>
            </p:spPr>
            <p:txBody>
              <a:bodyPr lIns="0" tIns="0" rIns="0" bIns="0" rtlCol="0" anchor="t">
                <a:spAutoFit/>
              </a:bodyPr>
              <a:lstStyle/>
              <a:p>
                <a:pPr algn="ctr">
                  <a:lnSpc>
                    <a:spcPts val="2979"/>
                  </a:lnSpc>
                </a:pPr>
                <a:r>
                  <a:rPr lang="en-US" sz="2128">
                    <a:solidFill>
                      <a:srgbClr val="000000"/>
                    </a:solidFill>
                    <a:latin typeface="Canva Student Font"/>
                    <a:ea typeface="Canva Student Font"/>
                    <a:cs typeface="Canva Student Font"/>
                    <a:sym typeface="Canva Student Font"/>
                  </a:rPr>
                  <a:t>=</a:t>
                </a:r>
              </a:p>
            </p:txBody>
          </p:sp>
        </p:grpSp>
        <p:sp>
          <p:nvSpPr>
            <p:cNvPr id="24" name="TextBox 18">
              <a:extLst>
                <a:ext uri="{FF2B5EF4-FFF2-40B4-BE49-F238E27FC236}">
                  <a16:creationId xmlns:a16="http://schemas.microsoft.com/office/drawing/2014/main" id="{55201747-4289-32B5-6E82-7DAEB78B6781}"/>
                </a:ext>
              </a:extLst>
            </p:cNvPr>
            <p:cNvSpPr txBox="1"/>
            <p:nvPr/>
          </p:nvSpPr>
          <p:spPr>
            <a:xfrm>
              <a:off x="2321998" y="1757566"/>
              <a:ext cx="4969035" cy="137755"/>
            </a:xfrm>
            <a:prstGeom prst="rect">
              <a:avLst/>
            </a:prstGeom>
          </p:spPr>
          <p:txBody>
            <a:bodyPr wrap="square" lIns="0" tIns="0" rIns="0" bIns="0" rtlCol="0" anchor="t">
              <a:spAutoFit/>
            </a:bodyPr>
            <a:lstStyle/>
            <a:p>
              <a:pPr algn="ctr">
                <a:lnSpc>
                  <a:spcPts val="3359"/>
                </a:lnSpc>
              </a:pPr>
              <a:r>
                <a:rPr lang="en-US" sz="4800">
                  <a:solidFill>
                    <a:srgbClr val="000000"/>
                  </a:solidFill>
                  <a:latin typeface="Public Sans"/>
                  <a:ea typeface="Public Sans"/>
                  <a:cs typeface="Public Sans"/>
                  <a:sym typeface="Public Sans"/>
                </a:rPr>
                <a:t>0   1   2   3   4   5   6   7   8   9   </a:t>
              </a:r>
            </a:p>
          </p:txBody>
        </p:sp>
      </p:grpSp>
      <p:sp>
        <p:nvSpPr>
          <p:cNvPr id="2" name="Slide Number Placeholder 1">
            <a:extLst>
              <a:ext uri="{FF2B5EF4-FFF2-40B4-BE49-F238E27FC236}">
                <a16:creationId xmlns:a16="http://schemas.microsoft.com/office/drawing/2014/main" id="{06AEA037-7F38-EE5A-2002-D9C88A179910}"/>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61</a:t>
            </a:fld>
            <a:endParaRPr lang="en-AU"/>
          </a:p>
        </p:txBody>
      </p:sp>
    </p:spTree>
    <p:extLst>
      <p:ext uri="{BB962C8B-B14F-4D97-AF65-F5344CB8AC3E}">
        <p14:creationId xmlns:p14="http://schemas.microsoft.com/office/powerpoint/2010/main" val="24987550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876AE76-8B26-8127-65E4-49BED9A52CBB}"/>
              </a:ext>
            </a:extLst>
          </p:cNvPr>
          <p:cNvSpPr>
            <a:spLocks noGrp="1"/>
          </p:cNvSpPr>
          <p:nvPr>
            <p:ph type="title"/>
          </p:nvPr>
        </p:nvSpPr>
        <p:spPr/>
        <p:txBody>
          <a:bodyPr/>
          <a:lstStyle/>
          <a:p>
            <a:r>
              <a:rPr lang="en-AU">
                <a:latin typeface="+mj-lt"/>
              </a:rPr>
              <a:t>Double Venn diagram</a:t>
            </a:r>
          </a:p>
        </p:txBody>
      </p:sp>
      <p:grpSp>
        <p:nvGrpSpPr>
          <p:cNvPr id="4" name="Group 3" descr="Object 1">
            <a:extLst>
              <a:ext uri="{FF2B5EF4-FFF2-40B4-BE49-F238E27FC236}">
                <a16:creationId xmlns:a16="http://schemas.microsoft.com/office/drawing/2014/main" id="{95D9560F-6B51-6AF3-CD5C-741454253462}"/>
              </a:ext>
            </a:extLst>
          </p:cNvPr>
          <p:cNvGrpSpPr/>
          <p:nvPr/>
        </p:nvGrpSpPr>
        <p:grpSpPr>
          <a:xfrm>
            <a:off x="1653639" y="1123760"/>
            <a:ext cx="5471315" cy="5247059"/>
            <a:chOff x="1653639" y="1123760"/>
            <a:chExt cx="5471315" cy="5247059"/>
          </a:xfrm>
        </p:grpSpPr>
        <p:sp>
          <p:nvSpPr>
            <p:cNvPr id="5" name="Google Shape;79;p15" descr="Venn object 1">
              <a:extLst>
                <a:ext uri="{FF2B5EF4-FFF2-40B4-BE49-F238E27FC236}">
                  <a16:creationId xmlns:a16="http://schemas.microsoft.com/office/drawing/2014/main" id="{4D104F2E-A9D0-AF8D-33D2-97F0566C71B0}"/>
                </a:ext>
              </a:extLst>
            </p:cNvPr>
            <p:cNvSpPr/>
            <p:nvPr/>
          </p:nvSpPr>
          <p:spPr>
            <a:xfrm>
              <a:off x="1653639" y="1284852"/>
              <a:ext cx="5471315" cy="5085967"/>
            </a:xfrm>
            <a:prstGeom prst="ellipse">
              <a:avLst/>
            </a:prstGeom>
            <a:noFill/>
            <a:ln w="57150" cap="flat" cmpd="sng">
              <a:solidFill>
                <a:srgbClr val="00ACC2"/>
              </a:solidFill>
              <a:prstDash val="solid"/>
              <a:miter lim="800000"/>
              <a:headEnd type="none" w="sm" len="sm"/>
              <a:tailEnd type="none" w="sm" len="sm"/>
            </a:ln>
            <a:effectLst/>
          </p:spPr>
          <p:txBody>
            <a:bodyPr spcFirstLastPara="1" wrap="square" lIns="105500" tIns="52733" rIns="105500" bIns="52733" anchor="ctr" anchorCtr="0">
              <a:noAutofit/>
            </a:bodyPr>
            <a:lstStyle/>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p:txBody>
        </p:sp>
        <p:sp>
          <p:nvSpPr>
            <p:cNvPr id="9" name="Rectangle: Rounded Corners 8">
              <a:extLst>
                <a:ext uri="{FF2B5EF4-FFF2-40B4-BE49-F238E27FC236}">
                  <a16:creationId xmlns:a16="http://schemas.microsoft.com/office/drawing/2014/main" id="{6985327D-BA76-9959-01EB-1FAF158AA50C}"/>
                </a:ext>
              </a:extLst>
            </p:cNvPr>
            <p:cNvSpPr/>
            <p:nvPr/>
          </p:nvSpPr>
          <p:spPr>
            <a:xfrm>
              <a:off x="3468608" y="1123760"/>
              <a:ext cx="1841375" cy="544512"/>
            </a:xfrm>
            <a:prstGeom prst="roundRect">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r>
                <a:rPr lang="en-AU" sz="1800" b="1">
                  <a:solidFill>
                    <a:srgbClr val="000000"/>
                  </a:solidFill>
                  <a:latin typeface="+mj-lt"/>
                  <a:cs typeface="Arial" panose="020B0604020202020204" pitchFamily="34" charset="0"/>
                </a:rPr>
                <a:t>Object 1</a:t>
              </a:r>
            </a:p>
          </p:txBody>
        </p:sp>
      </p:grpSp>
      <p:grpSp>
        <p:nvGrpSpPr>
          <p:cNvPr id="12" name="Group 11" descr="Object 2">
            <a:extLst>
              <a:ext uri="{FF2B5EF4-FFF2-40B4-BE49-F238E27FC236}">
                <a16:creationId xmlns:a16="http://schemas.microsoft.com/office/drawing/2014/main" id="{C5AED732-DC57-3916-DBAC-438AE2CFC8ED}"/>
              </a:ext>
            </a:extLst>
          </p:cNvPr>
          <p:cNvGrpSpPr/>
          <p:nvPr/>
        </p:nvGrpSpPr>
        <p:grpSpPr>
          <a:xfrm>
            <a:off x="5012233" y="1123760"/>
            <a:ext cx="5471315" cy="5247059"/>
            <a:chOff x="5012233" y="1123760"/>
            <a:chExt cx="5471315" cy="5247059"/>
          </a:xfrm>
        </p:grpSpPr>
        <p:sp>
          <p:nvSpPr>
            <p:cNvPr id="10" name="Google Shape;79;p15" descr="Venn object 1">
              <a:extLst>
                <a:ext uri="{FF2B5EF4-FFF2-40B4-BE49-F238E27FC236}">
                  <a16:creationId xmlns:a16="http://schemas.microsoft.com/office/drawing/2014/main" id="{7F9AEF08-D20A-7C6A-BBCD-E7251FAFEF5D}"/>
                </a:ext>
              </a:extLst>
            </p:cNvPr>
            <p:cNvSpPr/>
            <p:nvPr/>
          </p:nvSpPr>
          <p:spPr>
            <a:xfrm>
              <a:off x="5012233" y="1284852"/>
              <a:ext cx="5471315" cy="5085967"/>
            </a:xfrm>
            <a:prstGeom prst="ellipse">
              <a:avLst/>
            </a:prstGeom>
            <a:noFill/>
            <a:ln w="57150" cap="flat" cmpd="sng">
              <a:solidFill>
                <a:srgbClr val="C81B62"/>
              </a:solidFill>
              <a:prstDash val="solid"/>
              <a:miter lim="800000"/>
              <a:headEnd type="none" w="sm" len="sm"/>
              <a:tailEnd type="none" w="sm" len="sm"/>
            </a:ln>
            <a:effectLst/>
          </p:spPr>
          <p:txBody>
            <a:bodyPr spcFirstLastPara="1" wrap="square" lIns="105500" tIns="52733" rIns="105500" bIns="52733" anchor="ctr" anchorCtr="0">
              <a:noAutofit/>
            </a:bodyPr>
            <a:lstStyle/>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p:txBody>
        </p:sp>
        <p:sp>
          <p:nvSpPr>
            <p:cNvPr id="11" name="Rectangle: Rounded Corners 10">
              <a:extLst>
                <a:ext uri="{FF2B5EF4-FFF2-40B4-BE49-F238E27FC236}">
                  <a16:creationId xmlns:a16="http://schemas.microsoft.com/office/drawing/2014/main" id="{97CF7C23-ED1B-E42A-3AFD-251B65522A3A}"/>
                </a:ext>
              </a:extLst>
            </p:cNvPr>
            <p:cNvSpPr/>
            <p:nvPr/>
          </p:nvSpPr>
          <p:spPr>
            <a:xfrm>
              <a:off x="6827203" y="1123760"/>
              <a:ext cx="1841375" cy="544512"/>
            </a:xfrm>
            <a:prstGeom prst="roundRect">
              <a:avLst/>
            </a:prstGeom>
            <a:solidFill>
              <a:srgbClr val="FBDBE7"/>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r>
                <a:rPr lang="en-AU" sz="1800" b="1">
                  <a:solidFill>
                    <a:srgbClr val="000000"/>
                  </a:solidFill>
                  <a:latin typeface="+mj-lt"/>
                  <a:cs typeface="Arial" panose="020B0604020202020204" pitchFamily="34" charset="0"/>
                </a:rPr>
                <a:t>Object 2</a:t>
              </a:r>
            </a:p>
          </p:txBody>
        </p:sp>
      </p:grpSp>
      <p:sp>
        <p:nvSpPr>
          <p:cNvPr id="6" name="Google Shape;83;p15">
            <a:extLst>
              <a:ext uri="{FF2B5EF4-FFF2-40B4-BE49-F238E27FC236}">
                <a16:creationId xmlns:a16="http://schemas.microsoft.com/office/drawing/2014/main" id="{7929AC78-7E3C-08A6-D26C-E99CB41BAD96}"/>
              </a:ext>
            </a:extLst>
          </p:cNvPr>
          <p:cNvSpPr txBox="1"/>
          <p:nvPr/>
        </p:nvSpPr>
        <p:spPr>
          <a:xfrm>
            <a:off x="2172233" y="3587341"/>
            <a:ext cx="2840000" cy="480987"/>
          </a:xfrm>
          <a:prstGeom prst="rect">
            <a:avLst/>
          </a:prstGeom>
          <a:noFill/>
          <a:ln>
            <a:noFill/>
          </a:ln>
        </p:spPr>
        <p:txBody>
          <a:bodyPr spcFirstLastPara="1" wrap="square" lIns="121900" tIns="121900" rIns="121900" bIns="121900" anchor="t" anchorCtr="0">
            <a:noAutofit/>
          </a:bodyPr>
          <a:lstStyle/>
          <a:p>
            <a:pPr defTabSz="1219170">
              <a:buClr>
                <a:srgbClr val="000000"/>
              </a:buClr>
              <a:buSzPts val="1200"/>
            </a:pPr>
            <a:r>
              <a:rPr lang="en" sz="1600" kern="0">
                <a:solidFill>
                  <a:srgbClr val="000000"/>
                </a:solidFill>
                <a:ea typeface="Montserrat"/>
                <a:cs typeface="Arial" panose="020B0604020202020204" pitchFamily="34" charset="0"/>
                <a:sym typeface="Montserrat"/>
              </a:rPr>
              <a:t>Features of object 1</a:t>
            </a:r>
            <a:endParaRPr sz="1600" kern="0">
              <a:solidFill>
                <a:srgbClr val="000000"/>
              </a:solidFill>
              <a:ea typeface="Montserrat"/>
              <a:cs typeface="Arial" panose="020B0604020202020204" pitchFamily="34" charset="0"/>
              <a:sym typeface="Montserrat"/>
            </a:endParaRPr>
          </a:p>
        </p:txBody>
      </p:sp>
      <p:sp>
        <p:nvSpPr>
          <p:cNvPr id="8" name="Google Shape;85;p15">
            <a:extLst>
              <a:ext uri="{FF2B5EF4-FFF2-40B4-BE49-F238E27FC236}">
                <a16:creationId xmlns:a16="http://schemas.microsoft.com/office/drawing/2014/main" id="{F6A59A3B-162F-EA43-AD23-33BEF8DA5A86}"/>
              </a:ext>
            </a:extLst>
          </p:cNvPr>
          <p:cNvSpPr txBox="1"/>
          <p:nvPr/>
        </p:nvSpPr>
        <p:spPr>
          <a:xfrm>
            <a:off x="5475522" y="3317591"/>
            <a:ext cx="1504400" cy="1020486"/>
          </a:xfrm>
          <a:prstGeom prst="rect">
            <a:avLst/>
          </a:prstGeom>
          <a:noFill/>
          <a:ln>
            <a:noFill/>
          </a:ln>
        </p:spPr>
        <p:txBody>
          <a:bodyPr spcFirstLastPara="1" wrap="square" lIns="121900" tIns="121900" rIns="121900" bIns="121900" anchor="t" anchorCtr="0">
            <a:noAutofit/>
          </a:bodyPr>
          <a:lstStyle/>
          <a:p>
            <a:pPr defTabSz="1219170">
              <a:buClr>
                <a:srgbClr val="000000"/>
              </a:buClr>
              <a:buSzPts val="1200"/>
            </a:pPr>
            <a:r>
              <a:rPr lang="en" sz="1600" kern="0">
                <a:solidFill>
                  <a:srgbClr val="000000"/>
                </a:solidFill>
                <a:ea typeface="Montserrat"/>
                <a:cs typeface="Arial" panose="020B0604020202020204" pitchFamily="34" charset="0"/>
                <a:sym typeface="Montserrat"/>
              </a:rPr>
              <a:t>Features similar to both objects</a:t>
            </a:r>
            <a:endParaRPr sz="1600" kern="0">
              <a:solidFill>
                <a:srgbClr val="000000"/>
              </a:solidFill>
              <a:ea typeface="Montserrat"/>
              <a:cs typeface="Arial" panose="020B0604020202020204" pitchFamily="34" charset="0"/>
              <a:sym typeface="Montserrat"/>
            </a:endParaRPr>
          </a:p>
        </p:txBody>
      </p:sp>
      <p:sp>
        <p:nvSpPr>
          <p:cNvPr id="7" name="Google Shape;84;p15">
            <a:extLst>
              <a:ext uri="{FF2B5EF4-FFF2-40B4-BE49-F238E27FC236}">
                <a16:creationId xmlns:a16="http://schemas.microsoft.com/office/drawing/2014/main" id="{20C12809-0B2D-4F6C-1E45-A032BCB4FC87}"/>
              </a:ext>
            </a:extLst>
          </p:cNvPr>
          <p:cNvSpPr txBox="1"/>
          <p:nvPr/>
        </p:nvSpPr>
        <p:spPr>
          <a:xfrm>
            <a:off x="7659220" y="3548595"/>
            <a:ext cx="2290061" cy="480987"/>
          </a:xfrm>
          <a:prstGeom prst="rect">
            <a:avLst/>
          </a:prstGeom>
          <a:noFill/>
          <a:ln>
            <a:noFill/>
          </a:ln>
        </p:spPr>
        <p:txBody>
          <a:bodyPr spcFirstLastPara="1" wrap="square" lIns="121900" tIns="121900" rIns="121900" bIns="121900" anchor="t" anchorCtr="0">
            <a:noAutofit/>
          </a:bodyPr>
          <a:lstStyle/>
          <a:p>
            <a:pPr defTabSz="1219170">
              <a:buClr>
                <a:srgbClr val="000000"/>
              </a:buClr>
              <a:buSzPts val="1200"/>
            </a:pPr>
            <a:r>
              <a:rPr lang="en" sz="1600" kern="0">
                <a:solidFill>
                  <a:srgbClr val="000000"/>
                </a:solidFill>
                <a:ea typeface="Montserrat"/>
                <a:cs typeface="Arial" panose="020B0604020202020204" pitchFamily="34" charset="0"/>
                <a:sym typeface="Montserrat"/>
              </a:rPr>
              <a:t>Features of object 2</a:t>
            </a:r>
            <a:endParaRPr sz="1600" kern="0">
              <a:solidFill>
                <a:srgbClr val="000000"/>
              </a:solidFill>
              <a:ea typeface="Montserrat"/>
              <a:cs typeface="Arial" panose="020B0604020202020204" pitchFamily="34" charset="0"/>
              <a:sym typeface="Montserrat"/>
            </a:endParaRPr>
          </a:p>
        </p:txBody>
      </p:sp>
      <p:sp>
        <p:nvSpPr>
          <p:cNvPr id="2" name="Slide Number Placeholder 1">
            <a:extLst>
              <a:ext uri="{FF2B5EF4-FFF2-40B4-BE49-F238E27FC236}">
                <a16:creationId xmlns:a16="http://schemas.microsoft.com/office/drawing/2014/main" id="{9E573A6F-C19D-9FA9-6524-4645FC66BA07}"/>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latin typeface="Arial" panose="020B0604020202020204" pitchFamily="34" charset="0"/>
                <a:cs typeface="Arial" panose="020B0604020202020204" pitchFamily="34" charset="0"/>
              </a:rPr>
              <a:t>62</a:t>
            </a:fld>
            <a:endParaRPr lang="en-AU">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970346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6D91289-EFA1-2A0B-F525-10593DC34D0E}"/>
              </a:ext>
            </a:extLst>
          </p:cNvPr>
          <p:cNvSpPr>
            <a:spLocks noGrp="1"/>
          </p:cNvSpPr>
          <p:nvPr>
            <p:ph type="title"/>
          </p:nvPr>
        </p:nvSpPr>
        <p:spPr/>
        <p:txBody>
          <a:bodyPr/>
          <a:lstStyle/>
          <a:p>
            <a:r>
              <a:rPr lang="en-AU">
                <a:latin typeface="+mj-lt"/>
              </a:rPr>
              <a:t>Frayer</a:t>
            </a:r>
          </a:p>
        </p:txBody>
      </p:sp>
      <p:sp>
        <p:nvSpPr>
          <p:cNvPr id="5" name="Google Shape;72;p15">
            <a:extLst>
              <a:ext uri="{FF2B5EF4-FFF2-40B4-BE49-F238E27FC236}">
                <a16:creationId xmlns:a16="http://schemas.microsoft.com/office/drawing/2014/main" id="{B9D6B4E5-9E93-B797-C630-047A8AA7C573}"/>
              </a:ext>
              <a:ext uri="{C183D7F6-B498-43B3-948B-1728B52AA6E4}">
                <adec:decorative xmlns:adec="http://schemas.microsoft.com/office/drawing/2017/decorative" val="1"/>
              </a:ext>
            </a:extLst>
          </p:cNvPr>
          <p:cNvSpPr/>
          <p:nvPr/>
        </p:nvSpPr>
        <p:spPr>
          <a:xfrm rot="16200000">
            <a:off x="2509649" y="61201"/>
            <a:ext cx="2525626" cy="4551266"/>
          </a:xfrm>
          <a:prstGeom prst="round1Rect">
            <a:avLst>
              <a:gd name="adj" fmla="val 16667"/>
            </a:avLst>
          </a:prstGeom>
          <a:solidFill>
            <a:srgbClr val="E5F7FC"/>
          </a:solidFill>
          <a:ln w="19050" cap="rnd" cmpd="sng">
            <a:solidFill>
              <a:schemeClr val="bg1"/>
            </a:solidFill>
            <a:prstDash val="dot"/>
            <a:round/>
            <a:headEnd type="none" w="sm" len="sm"/>
            <a:tailEnd type="none" w="sm" len="sm"/>
          </a:ln>
          <a:effectLst/>
        </p:spPr>
        <p:txBody>
          <a:bodyPr spcFirstLastPara="1" wrap="square" lIns="121900" tIns="121900" rIns="121900" bIns="121900" anchor="ctr" anchorCtr="0">
            <a:noAutofit/>
          </a:bodyPr>
          <a:lstStyle/>
          <a:p>
            <a:endParaRPr sz="3200">
              <a:latin typeface="Arial" panose="020B0604020202020204" pitchFamily="34" charset="0"/>
              <a:cs typeface="Arial" panose="020B0604020202020204" pitchFamily="34" charset="0"/>
            </a:endParaRPr>
          </a:p>
        </p:txBody>
      </p:sp>
      <p:sp>
        <p:nvSpPr>
          <p:cNvPr id="6" name="Google Shape;73;p15">
            <a:extLst>
              <a:ext uri="{FF2B5EF4-FFF2-40B4-BE49-F238E27FC236}">
                <a16:creationId xmlns:a16="http://schemas.microsoft.com/office/drawing/2014/main" id="{155B17CE-58EE-4032-EBBD-41AA0AD38601}"/>
              </a:ext>
            </a:extLst>
          </p:cNvPr>
          <p:cNvSpPr txBox="1"/>
          <p:nvPr/>
        </p:nvSpPr>
        <p:spPr>
          <a:xfrm>
            <a:off x="1496829" y="1074256"/>
            <a:ext cx="4551266" cy="2022942"/>
          </a:xfrm>
          <a:prstGeom prst="rect">
            <a:avLst/>
          </a:prstGeom>
          <a:noFill/>
          <a:ln>
            <a:noFill/>
          </a:ln>
        </p:spPr>
        <p:txBody>
          <a:bodyPr spcFirstLastPara="1" wrap="square" lIns="151700" tIns="360000" rIns="151700" bIns="151700" anchor="t" anchorCtr="0">
            <a:noAutofit/>
          </a:bodyPr>
          <a:lstStyle/>
          <a:p>
            <a:pPr marL="479988">
              <a:lnSpc>
                <a:spcPct val="90000"/>
              </a:lnSpc>
              <a:buClr>
                <a:srgbClr val="1E4E79"/>
              </a:buClr>
              <a:buSzPts val="1600"/>
            </a:pPr>
            <a:r>
              <a:rPr lang="en" sz="2000" b="1">
                <a:latin typeface="+mj-lt"/>
                <a:ea typeface="Calibri"/>
                <a:cs typeface="Arial" panose="020B0604020202020204" pitchFamily="34" charset="0"/>
                <a:sym typeface="Calibri"/>
              </a:rPr>
              <a:t>Definition </a:t>
            </a:r>
            <a:endParaRPr sz="2000">
              <a:latin typeface="+mj-lt"/>
              <a:cs typeface="Arial" panose="020B0604020202020204" pitchFamily="34" charset="0"/>
            </a:endParaRPr>
          </a:p>
        </p:txBody>
      </p:sp>
      <p:sp>
        <p:nvSpPr>
          <p:cNvPr id="7" name="Google Shape;74;p15">
            <a:extLst>
              <a:ext uri="{FF2B5EF4-FFF2-40B4-BE49-F238E27FC236}">
                <a16:creationId xmlns:a16="http://schemas.microsoft.com/office/drawing/2014/main" id="{ACE9AFB6-504F-E966-D3E6-0982C9D9B403}"/>
              </a:ext>
              <a:ext uri="{C183D7F6-B498-43B3-948B-1728B52AA6E4}">
                <adec:decorative xmlns:adec="http://schemas.microsoft.com/office/drawing/2017/decorative" val="1"/>
              </a:ext>
            </a:extLst>
          </p:cNvPr>
          <p:cNvSpPr/>
          <p:nvPr/>
        </p:nvSpPr>
        <p:spPr>
          <a:xfrm>
            <a:off x="6198194" y="1059232"/>
            <a:ext cx="4497303" cy="2527829"/>
          </a:xfrm>
          <a:prstGeom prst="round1Rect">
            <a:avLst>
              <a:gd name="adj" fmla="val 16667"/>
            </a:avLst>
          </a:prstGeom>
          <a:solidFill>
            <a:srgbClr val="E5F7FC"/>
          </a:solidFill>
          <a:ln w="19050" cap="rnd" cmpd="sng">
            <a:solidFill>
              <a:schemeClr val="bg1"/>
            </a:solidFill>
            <a:prstDash val="dot"/>
            <a:round/>
            <a:headEnd type="none" w="sm" len="sm"/>
            <a:tailEnd type="none" w="sm" len="sm"/>
          </a:ln>
          <a:effectLst/>
        </p:spPr>
        <p:txBody>
          <a:bodyPr spcFirstLastPara="1" wrap="square" lIns="121900" tIns="121900" rIns="121900" bIns="121900" anchor="ctr" anchorCtr="0">
            <a:noAutofit/>
          </a:bodyPr>
          <a:lstStyle/>
          <a:p>
            <a:endParaRPr sz="3200">
              <a:latin typeface="Arial" panose="020B0604020202020204" pitchFamily="34" charset="0"/>
              <a:cs typeface="Arial" panose="020B0604020202020204" pitchFamily="34" charset="0"/>
              <a:sym typeface="Calibri"/>
            </a:endParaRPr>
          </a:p>
        </p:txBody>
      </p:sp>
      <p:sp>
        <p:nvSpPr>
          <p:cNvPr id="8" name="Google Shape;75;p15">
            <a:extLst>
              <a:ext uri="{FF2B5EF4-FFF2-40B4-BE49-F238E27FC236}">
                <a16:creationId xmlns:a16="http://schemas.microsoft.com/office/drawing/2014/main" id="{EAA24362-2F3E-5787-7000-91A7ADFA07E0}"/>
              </a:ext>
            </a:extLst>
          </p:cNvPr>
          <p:cNvSpPr txBox="1"/>
          <p:nvPr/>
        </p:nvSpPr>
        <p:spPr>
          <a:xfrm>
            <a:off x="6198194" y="1059232"/>
            <a:ext cx="4497303" cy="2080650"/>
          </a:xfrm>
          <a:prstGeom prst="rect">
            <a:avLst/>
          </a:prstGeom>
          <a:noFill/>
          <a:ln>
            <a:noFill/>
          </a:ln>
        </p:spPr>
        <p:txBody>
          <a:bodyPr spcFirstLastPara="1" wrap="square" lIns="0" tIns="360000" rIns="170667" bIns="170667" anchor="t" anchorCtr="0">
            <a:noAutofit/>
          </a:bodyPr>
          <a:lstStyle/>
          <a:p>
            <a:pPr marL="479988">
              <a:lnSpc>
                <a:spcPct val="90000"/>
              </a:lnSpc>
              <a:buClr>
                <a:srgbClr val="1E4E79"/>
              </a:buClr>
              <a:buSzPts val="1800"/>
            </a:pPr>
            <a:r>
              <a:rPr lang="en" sz="2000" b="1">
                <a:latin typeface="+mj-lt"/>
                <a:ea typeface="Calibri"/>
                <a:cs typeface="Arial" panose="020B0604020202020204" pitchFamily="34" charset="0"/>
                <a:sym typeface="Calibri"/>
              </a:rPr>
              <a:t>Facts/Characteristics</a:t>
            </a:r>
            <a:endParaRPr sz="2000">
              <a:latin typeface="+mj-lt"/>
              <a:ea typeface="Calibri"/>
              <a:cs typeface="Arial" panose="020B0604020202020204" pitchFamily="34" charset="0"/>
              <a:sym typeface="Calibri"/>
            </a:endParaRPr>
          </a:p>
        </p:txBody>
      </p:sp>
      <p:sp>
        <p:nvSpPr>
          <p:cNvPr id="9" name="Google Shape;76;p15">
            <a:extLst>
              <a:ext uri="{FF2B5EF4-FFF2-40B4-BE49-F238E27FC236}">
                <a16:creationId xmlns:a16="http://schemas.microsoft.com/office/drawing/2014/main" id="{654479C0-7B02-5005-0AF7-67C0EE900317}"/>
              </a:ext>
              <a:ext uri="{C183D7F6-B498-43B3-948B-1728B52AA6E4}">
                <adec:decorative xmlns:adec="http://schemas.microsoft.com/office/drawing/2017/decorative" val="1"/>
              </a:ext>
            </a:extLst>
          </p:cNvPr>
          <p:cNvSpPr/>
          <p:nvPr/>
        </p:nvSpPr>
        <p:spPr>
          <a:xfrm rot="10800000">
            <a:off x="1496502" y="3693916"/>
            <a:ext cx="4551266" cy="2632084"/>
          </a:xfrm>
          <a:prstGeom prst="round1Rect">
            <a:avLst>
              <a:gd name="adj" fmla="val 16667"/>
            </a:avLst>
          </a:prstGeom>
          <a:solidFill>
            <a:srgbClr val="E5F7FC"/>
          </a:solidFill>
          <a:ln w="19050" cap="rnd" cmpd="sng">
            <a:solidFill>
              <a:schemeClr val="bg1"/>
            </a:solidFill>
            <a:prstDash val="dot"/>
            <a:round/>
            <a:headEnd type="none" w="sm" len="sm"/>
            <a:tailEnd type="none" w="sm" len="sm"/>
          </a:ln>
          <a:effectLst/>
        </p:spPr>
        <p:txBody>
          <a:bodyPr spcFirstLastPara="1" wrap="square" lIns="121900" tIns="121900" rIns="121900" bIns="121900" anchor="ctr" anchorCtr="0">
            <a:noAutofit/>
          </a:bodyPr>
          <a:lstStyle/>
          <a:p>
            <a:endParaRPr sz="3200">
              <a:latin typeface="Arial" panose="020B0604020202020204" pitchFamily="34" charset="0"/>
              <a:cs typeface="Arial" panose="020B0604020202020204" pitchFamily="34" charset="0"/>
            </a:endParaRPr>
          </a:p>
        </p:txBody>
      </p:sp>
      <p:sp>
        <p:nvSpPr>
          <p:cNvPr id="10" name="Google Shape;77;p15">
            <a:extLst>
              <a:ext uri="{FF2B5EF4-FFF2-40B4-BE49-F238E27FC236}">
                <a16:creationId xmlns:a16="http://schemas.microsoft.com/office/drawing/2014/main" id="{2CCF9001-759D-8324-2DF9-1254DE857686}"/>
              </a:ext>
            </a:extLst>
          </p:cNvPr>
          <p:cNvSpPr txBox="1"/>
          <p:nvPr/>
        </p:nvSpPr>
        <p:spPr>
          <a:xfrm>
            <a:off x="1496829" y="3690082"/>
            <a:ext cx="4551266" cy="2635516"/>
          </a:xfrm>
          <a:prstGeom prst="rect">
            <a:avLst/>
          </a:prstGeom>
          <a:noFill/>
          <a:ln>
            <a:noFill/>
          </a:ln>
        </p:spPr>
        <p:txBody>
          <a:bodyPr spcFirstLastPara="1" wrap="square" lIns="151700" tIns="720000" rIns="151700" bIns="151700" anchor="t" anchorCtr="0">
            <a:noAutofit/>
          </a:bodyPr>
          <a:lstStyle/>
          <a:p>
            <a:pPr marL="479988">
              <a:buClr>
                <a:srgbClr val="1E4E79"/>
              </a:buClr>
              <a:buSzPts val="1600"/>
            </a:pPr>
            <a:r>
              <a:rPr lang="en" sz="2000" b="1">
                <a:latin typeface="+mj-lt"/>
                <a:ea typeface="Calibri"/>
                <a:cs typeface="Arial" panose="020B0604020202020204" pitchFamily="34" charset="0"/>
                <a:sym typeface="Calibri"/>
              </a:rPr>
              <a:t>Examples</a:t>
            </a:r>
            <a:br>
              <a:rPr lang="en" sz="2000" b="1">
                <a:latin typeface="+mj-lt"/>
                <a:ea typeface="Calibri"/>
                <a:cs typeface="Arial" panose="020B0604020202020204" pitchFamily="34" charset="0"/>
                <a:sym typeface="Calibri"/>
              </a:rPr>
            </a:br>
            <a:endParaRPr sz="2000">
              <a:latin typeface="+mj-lt"/>
              <a:ea typeface="Calibri"/>
              <a:cs typeface="Arial" panose="020B0604020202020204" pitchFamily="34" charset="0"/>
              <a:sym typeface="Calibri"/>
            </a:endParaRPr>
          </a:p>
        </p:txBody>
      </p:sp>
      <p:sp>
        <p:nvSpPr>
          <p:cNvPr id="11" name="Google Shape;78;p15">
            <a:extLst>
              <a:ext uri="{FF2B5EF4-FFF2-40B4-BE49-F238E27FC236}">
                <a16:creationId xmlns:a16="http://schemas.microsoft.com/office/drawing/2014/main" id="{A70112CF-B458-EE21-D197-F749A960826E}"/>
              </a:ext>
              <a:ext uri="{C183D7F6-B498-43B3-948B-1728B52AA6E4}">
                <adec:decorative xmlns:adec="http://schemas.microsoft.com/office/drawing/2017/decorative" val="1"/>
              </a:ext>
            </a:extLst>
          </p:cNvPr>
          <p:cNvSpPr/>
          <p:nvPr/>
        </p:nvSpPr>
        <p:spPr>
          <a:xfrm rot="5400000">
            <a:off x="7132622" y="2768367"/>
            <a:ext cx="2628413" cy="4483354"/>
          </a:xfrm>
          <a:prstGeom prst="round1Rect">
            <a:avLst>
              <a:gd name="adj" fmla="val 16667"/>
            </a:avLst>
          </a:prstGeom>
          <a:solidFill>
            <a:srgbClr val="E5F7FC"/>
          </a:solidFill>
          <a:ln w="19050" cap="rnd" cmpd="sng">
            <a:solidFill>
              <a:schemeClr val="bg1"/>
            </a:solidFill>
            <a:prstDash val="dot"/>
            <a:round/>
            <a:headEnd type="none" w="sm" len="sm"/>
            <a:tailEnd type="none" w="sm" len="sm"/>
          </a:ln>
          <a:effectLst/>
        </p:spPr>
        <p:txBody>
          <a:bodyPr spcFirstLastPara="1" wrap="square" lIns="121900" tIns="121900" rIns="121900" bIns="121900" anchor="ctr" anchorCtr="0">
            <a:noAutofit/>
          </a:bodyPr>
          <a:lstStyle/>
          <a:p>
            <a:endParaRPr sz="3200">
              <a:latin typeface="Arial" panose="020B0604020202020204" pitchFamily="34" charset="0"/>
              <a:cs typeface="Arial" panose="020B0604020202020204" pitchFamily="34" charset="0"/>
            </a:endParaRPr>
          </a:p>
        </p:txBody>
      </p:sp>
      <p:sp>
        <p:nvSpPr>
          <p:cNvPr id="12" name="Google Shape;79;p15">
            <a:extLst>
              <a:ext uri="{FF2B5EF4-FFF2-40B4-BE49-F238E27FC236}">
                <a16:creationId xmlns:a16="http://schemas.microsoft.com/office/drawing/2014/main" id="{33005813-EAC2-1551-6AB4-22EBA739B63E}"/>
              </a:ext>
            </a:extLst>
          </p:cNvPr>
          <p:cNvSpPr txBox="1"/>
          <p:nvPr/>
        </p:nvSpPr>
        <p:spPr>
          <a:xfrm>
            <a:off x="6205065" y="3691806"/>
            <a:ext cx="4483354" cy="2632085"/>
          </a:xfrm>
          <a:prstGeom prst="rect">
            <a:avLst/>
          </a:prstGeom>
          <a:noFill/>
          <a:ln>
            <a:noFill/>
          </a:ln>
        </p:spPr>
        <p:txBody>
          <a:bodyPr spcFirstLastPara="1" wrap="square" lIns="0" tIns="720000" rIns="151700" bIns="151700" anchor="t" anchorCtr="0">
            <a:noAutofit/>
          </a:bodyPr>
          <a:lstStyle/>
          <a:p>
            <a:pPr marL="479988">
              <a:lnSpc>
                <a:spcPct val="90000"/>
              </a:lnSpc>
              <a:buClr>
                <a:srgbClr val="1E4E79"/>
              </a:buClr>
              <a:buSzPts val="1600"/>
            </a:pPr>
            <a:r>
              <a:rPr lang="en" sz="2000" b="1">
                <a:latin typeface="+mj-lt"/>
                <a:ea typeface="Calibri"/>
                <a:cs typeface="Arial" panose="020B0604020202020204" pitchFamily="34" charset="0"/>
                <a:sym typeface="Calibri"/>
              </a:rPr>
              <a:t>Non-examples</a:t>
            </a:r>
            <a:br>
              <a:rPr lang="en" sz="2000" b="1">
                <a:latin typeface="+mj-lt"/>
                <a:ea typeface="Calibri"/>
                <a:cs typeface="Arial" panose="020B0604020202020204" pitchFamily="34" charset="0"/>
                <a:sym typeface="Calibri"/>
              </a:rPr>
            </a:br>
            <a:endParaRPr sz="2000">
              <a:latin typeface="+mj-lt"/>
              <a:ea typeface="Calibri"/>
              <a:cs typeface="Arial" panose="020B0604020202020204" pitchFamily="34" charset="0"/>
              <a:sym typeface="Calibri"/>
            </a:endParaRPr>
          </a:p>
        </p:txBody>
      </p:sp>
      <p:sp>
        <p:nvSpPr>
          <p:cNvPr id="13" name="Google Shape;80;p15">
            <a:extLst>
              <a:ext uri="{FF2B5EF4-FFF2-40B4-BE49-F238E27FC236}">
                <a16:creationId xmlns:a16="http://schemas.microsoft.com/office/drawing/2014/main" id="{A62C944F-23E5-C8E7-9836-BD34D0F59ABD}"/>
              </a:ext>
              <a:ext uri="{C183D7F6-B498-43B3-948B-1728B52AA6E4}">
                <adec:decorative xmlns:adec="http://schemas.microsoft.com/office/drawing/2017/decorative" val="1"/>
              </a:ext>
            </a:extLst>
          </p:cNvPr>
          <p:cNvSpPr/>
          <p:nvPr/>
        </p:nvSpPr>
        <p:spPr>
          <a:xfrm>
            <a:off x="4813068" y="3140242"/>
            <a:ext cx="2594640" cy="1039985"/>
          </a:xfrm>
          <a:prstGeom prst="roundRect">
            <a:avLst>
              <a:gd name="adj" fmla="val 16667"/>
            </a:avLst>
          </a:prstGeom>
          <a:solidFill>
            <a:schemeClr val="bg1"/>
          </a:solidFill>
          <a:ln w="38100" cap="flat" cmpd="sng">
            <a:solidFill>
              <a:schemeClr val="tx1"/>
            </a:solidFill>
            <a:prstDash val="solid"/>
            <a:miter lim="800000"/>
            <a:headEnd type="none" w="sm" len="sm"/>
            <a:tailEnd type="none" w="sm" len="sm"/>
          </a:ln>
        </p:spPr>
        <p:txBody>
          <a:bodyPr spcFirstLastPara="1" wrap="square" lIns="79125" tIns="39550" rIns="79125" bIns="39550" anchor="ctr" anchorCtr="0">
            <a:noAutofit/>
          </a:bodyPr>
          <a:lstStyle/>
          <a:p>
            <a:pPr algn="ctr">
              <a:buClr>
                <a:srgbClr val="000000"/>
              </a:buClr>
            </a:pPr>
            <a:endParaRPr sz="2000" b="1">
              <a:latin typeface="Arial" panose="020B0604020202020204" pitchFamily="34" charset="0"/>
              <a:cs typeface="Arial" panose="020B0604020202020204" pitchFamily="34" charset="0"/>
            </a:endParaRPr>
          </a:p>
        </p:txBody>
      </p:sp>
      <p:sp>
        <p:nvSpPr>
          <p:cNvPr id="14" name="Google Shape;81;p15">
            <a:extLst>
              <a:ext uri="{FF2B5EF4-FFF2-40B4-BE49-F238E27FC236}">
                <a16:creationId xmlns:a16="http://schemas.microsoft.com/office/drawing/2014/main" id="{5839A77F-3456-77D9-817C-2DE6B6AB4595}"/>
              </a:ext>
            </a:extLst>
          </p:cNvPr>
          <p:cNvSpPr txBox="1"/>
          <p:nvPr/>
        </p:nvSpPr>
        <p:spPr>
          <a:xfrm>
            <a:off x="4863817" y="3191467"/>
            <a:ext cx="2492955" cy="937932"/>
          </a:xfrm>
          <a:prstGeom prst="rect">
            <a:avLst/>
          </a:prstGeom>
          <a:noFill/>
          <a:ln>
            <a:noFill/>
          </a:ln>
        </p:spPr>
        <p:txBody>
          <a:bodyPr spcFirstLastPara="1" wrap="square" lIns="101600" tIns="101600" rIns="101600" bIns="101600" anchor="ctr" anchorCtr="0">
            <a:noAutofit/>
          </a:bodyPr>
          <a:lstStyle/>
          <a:p>
            <a:pPr algn="ctr">
              <a:buClr>
                <a:srgbClr val="1E4E79"/>
              </a:buClr>
              <a:buSzPts val="2000"/>
            </a:pPr>
            <a:r>
              <a:rPr lang="en" b="1">
                <a:latin typeface="+mj-lt"/>
                <a:ea typeface="Calibri"/>
                <a:cs typeface="Arial" panose="020B0604020202020204" pitchFamily="34" charset="0"/>
                <a:sym typeface="Calibri"/>
              </a:rPr>
              <a:t>Word, term, concept</a:t>
            </a:r>
            <a:endParaRPr>
              <a:latin typeface="+mj-lt"/>
              <a:cs typeface="Arial" panose="020B0604020202020204" pitchFamily="34" charset="0"/>
            </a:endParaRPr>
          </a:p>
        </p:txBody>
      </p:sp>
      <p:sp>
        <p:nvSpPr>
          <p:cNvPr id="2" name="Slide Number Placeholder 1">
            <a:extLst>
              <a:ext uri="{FF2B5EF4-FFF2-40B4-BE49-F238E27FC236}">
                <a16:creationId xmlns:a16="http://schemas.microsoft.com/office/drawing/2014/main" id="{A4070155-F260-7BBF-5A58-0C4E16363B7B}"/>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latin typeface="Arial" panose="020B0604020202020204" pitchFamily="34" charset="0"/>
                <a:cs typeface="Arial" panose="020B0604020202020204" pitchFamily="34" charset="0"/>
              </a:rPr>
              <a:t>63</a:t>
            </a:fld>
            <a:endParaRPr lang="en-AU">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614206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 name="Google Shape;125;p17">
            <a:extLst>
              <a:ext uri="{FF2B5EF4-FFF2-40B4-BE49-F238E27FC236}">
                <a16:creationId xmlns:a16="http://schemas.microsoft.com/office/drawing/2014/main" id="{3E705808-C767-CFA5-5BCC-DD7546162A49}"/>
              </a:ext>
              <a:ext uri="{C183D7F6-B498-43B3-948B-1728B52AA6E4}">
                <adec:decorative xmlns:adec="http://schemas.microsoft.com/office/drawing/2017/decorative" val="1"/>
              </a:ext>
            </a:extLst>
          </p:cNvPr>
          <p:cNvCxnSpPr/>
          <p:nvPr/>
        </p:nvCxnSpPr>
        <p:spPr>
          <a:xfrm>
            <a:off x="3501647" y="3588700"/>
            <a:ext cx="1674541" cy="0"/>
          </a:xfrm>
          <a:prstGeom prst="straightConnector1">
            <a:avLst/>
          </a:prstGeom>
          <a:noFill/>
          <a:ln w="19050" cap="flat" cmpd="sng">
            <a:solidFill>
              <a:srgbClr val="007A8A"/>
            </a:solidFill>
            <a:prstDash val="solid"/>
            <a:round/>
            <a:headEnd type="none" w="med" len="med"/>
            <a:tailEnd type="none" w="med" len="med"/>
          </a:ln>
        </p:spPr>
      </p:cxnSp>
      <p:cxnSp>
        <p:nvCxnSpPr>
          <p:cNvPr id="33" name="Google Shape;126;p17">
            <a:extLst>
              <a:ext uri="{FF2B5EF4-FFF2-40B4-BE49-F238E27FC236}">
                <a16:creationId xmlns:a16="http://schemas.microsoft.com/office/drawing/2014/main" id="{4D593D99-85C5-3753-C35F-70804D33E897}"/>
              </a:ext>
              <a:ext uri="{C183D7F6-B498-43B3-948B-1728B52AA6E4}">
                <adec:decorative xmlns:adec="http://schemas.microsoft.com/office/drawing/2017/decorative" val="1"/>
              </a:ext>
            </a:extLst>
          </p:cNvPr>
          <p:cNvCxnSpPr/>
          <p:nvPr/>
        </p:nvCxnSpPr>
        <p:spPr>
          <a:xfrm rot="10800000" flipH="1">
            <a:off x="7016136" y="3588822"/>
            <a:ext cx="1674177" cy="9471"/>
          </a:xfrm>
          <a:prstGeom prst="straightConnector1">
            <a:avLst/>
          </a:prstGeom>
          <a:noFill/>
          <a:ln w="19050" cap="flat" cmpd="sng">
            <a:solidFill>
              <a:srgbClr val="007A8A"/>
            </a:solidFill>
            <a:prstDash val="solid"/>
            <a:round/>
            <a:headEnd type="none" w="med" len="med"/>
            <a:tailEnd type="none" w="med" len="med"/>
          </a:ln>
        </p:spPr>
      </p:cxnSp>
      <p:cxnSp>
        <p:nvCxnSpPr>
          <p:cNvPr id="34" name="Google Shape;127;p17">
            <a:extLst>
              <a:ext uri="{FF2B5EF4-FFF2-40B4-BE49-F238E27FC236}">
                <a16:creationId xmlns:a16="http://schemas.microsoft.com/office/drawing/2014/main" id="{6241178A-8250-2EB4-990C-5E5C190B57EF}"/>
              </a:ext>
              <a:ext uri="{C183D7F6-B498-43B3-948B-1728B52AA6E4}">
                <adec:decorative xmlns:adec="http://schemas.microsoft.com/office/drawing/2017/decorative" val="1"/>
              </a:ext>
            </a:extLst>
          </p:cNvPr>
          <p:cNvCxnSpPr>
            <a:stCxn id="4" idx="4"/>
          </p:cNvCxnSpPr>
          <p:nvPr/>
        </p:nvCxnSpPr>
        <p:spPr>
          <a:xfrm>
            <a:off x="6096119" y="4336165"/>
            <a:ext cx="0" cy="1049092"/>
          </a:xfrm>
          <a:prstGeom prst="straightConnector1">
            <a:avLst/>
          </a:prstGeom>
          <a:noFill/>
          <a:ln w="19050" cap="flat" cmpd="sng">
            <a:solidFill>
              <a:srgbClr val="007A8A"/>
            </a:solidFill>
            <a:prstDash val="solid"/>
            <a:round/>
            <a:headEnd type="none" w="med" len="med"/>
            <a:tailEnd type="none" w="med" len="med"/>
          </a:ln>
        </p:spPr>
      </p:cxnSp>
      <p:cxnSp>
        <p:nvCxnSpPr>
          <p:cNvPr id="35" name="Google Shape;128;p17">
            <a:extLst>
              <a:ext uri="{FF2B5EF4-FFF2-40B4-BE49-F238E27FC236}">
                <a16:creationId xmlns:a16="http://schemas.microsoft.com/office/drawing/2014/main" id="{F5AEAD7C-EBDE-0F6D-747A-69E22D2A29DE}"/>
              </a:ext>
              <a:ext uri="{C183D7F6-B498-43B3-948B-1728B52AA6E4}">
                <adec:decorative xmlns:adec="http://schemas.microsoft.com/office/drawing/2017/decorative" val="1"/>
              </a:ext>
            </a:extLst>
          </p:cNvPr>
          <p:cNvCxnSpPr>
            <a:stCxn id="4" idx="0"/>
            <a:endCxn id="42" idx="4"/>
          </p:cNvCxnSpPr>
          <p:nvPr/>
        </p:nvCxnSpPr>
        <p:spPr>
          <a:xfrm rot="10800000">
            <a:off x="6076813" y="1814701"/>
            <a:ext cx="19306" cy="1026508"/>
          </a:xfrm>
          <a:prstGeom prst="straightConnector1">
            <a:avLst/>
          </a:prstGeom>
          <a:noFill/>
          <a:ln w="19050" cap="flat" cmpd="sng">
            <a:solidFill>
              <a:srgbClr val="007A8A"/>
            </a:solidFill>
            <a:prstDash val="solid"/>
            <a:round/>
            <a:headEnd type="none" w="med" len="med"/>
            <a:tailEnd type="none" w="med" len="med"/>
          </a:ln>
        </p:spPr>
      </p:cxnSp>
      <p:cxnSp>
        <p:nvCxnSpPr>
          <p:cNvPr id="36" name="Google Shape;130;p17">
            <a:extLst>
              <a:ext uri="{FF2B5EF4-FFF2-40B4-BE49-F238E27FC236}">
                <a16:creationId xmlns:a16="http://schemas.microsoft.com/office/drawing/2014/main" id="{785A2CF1-95F1-A338-3D65-77D8DE66BE5A}"/>
              </a:ext>
              <a:ext uri="{C183D7F6-B498-43B3-948B-1728B52AA6E4}">
                <adec:decorative xmlns:adec="http://schemas.microsoft.com/office/drawing/2017/decorative" val="1"/>
              </a:ext>
            </a:extLst>
          </p:cNvPr>
          <p:cNvCxnSpPr>
            <a:endCxn id="46" idx="7"/>
          </p:cNvCxnSpPr>
          <p:nvPr/>
        </p:nvCxnSpPr>
        <p:spPr>
          <a:xfrm flipH="1">
            <a:off x="4063742" y="4117156"/>
            <a:ext cx="1363820" cy="595579"/>
          </a:xfrm>
          <a:prstGeom prst="straightConnector1">
            <a:avLst/>
          </a:prstGeom>
          <a:noFill/>
          <a:ln w="19050" cap="flat" cmpd="sng">
            <a:solidFill>
              <a:srgbClr val="007A8A"/>
            </a:solidFill>
            <a:prstDash val="solid"/>
            <a:round/>
            <a:headEnd type="none" w="med" len="med"/>
            <a:tailEnd type="none" w="med" len="med"/>
          </a:ln>
        </p:spPr>
      </p:cxnSp>
      <p:cxnSp>
        <p:nvCxnSpPr>
          <p:cNvPr id="37" name="Google Shape;132;p17">
            <a:extLst>
              <a:ext uri="{FF2B5EF4-FFF2-40B4-BE49-F238E27FC236}">
                <a16:creationId xmlns:a16="http://schemas.microsoft.com/office/drawing/2014/main" id="{66A531BB-70E7-53AD-650E-EC53ED879874}"/>
              </a:ext>
              <a:ext uri="{C183D7F6-B498-43B3-948B-1728B52AA6E4}">
                <adec:decorative xmlns:adec="http://schemas.microsoft.com/office/drawing/2017/decorative" val="1"/>
              </a:ext>
            </a:extLst>
          </p:cNvPr>
          <p:cNvCxnSpPr>
            <a:stCxn id="4" idx="1"/>
            <a:endCxn id="40" idx="5"/>
          </p:cNvCxnSpPr>
          <p:nvPr/>
        </p:nvCxnSpPr>
        <p:spPr>
          <a:xfrm rot="10800000">
            <a:off x="4059932" y="2423399"/>
            <a:ext cx="1385676" cy="636741"/>
          </a:xfrm>
          <a:prstGeom prst="straightConnector1">
            <a:avLst/>
          </a:prstGeom>
          <a:noFill/>
          <a:ln w="19050" cap="flat" cmpd="sng">
            <a:solidFill>
              <a:srgbClr val="007A8A"/>
            </a:solidFill>
            <a:prstDash val="solid"/>
            <a:round/>
            <a:headEnd type="none" w="med" len="med"/>
            <a:tailEnd type="none" w="med" len="med"/>
          </a:ln>
        </p:spPr>
      </p:cxnSp>
      <p:cxnSp>
        <p:nvCxnSpPr>
          <p:cNvPr id="38" name="Google Shape;134;p17">
            <a:extLst>
              <a:ext uri="{FF2B5EF4-FFF2-40B4-BE49-F238E27FC236}">
                <a16:creationId xmlns:a16="http://schemas.microsoft.com/office/drawing/2014/main" id="{BB967329-4667-DDED-F05E-5823A1F34685}"/>
              </a:ext>
              <a:ext uri="{C183D7F6-B498-43B3-948B-1728B52AA6E4}">
                <adec:decorative xmlns:adec="http://schemas.microsoft.com/office/drawing/2017/decorative" val="1"/>
              </a:ext>
            </a:extLst>
          </p:cNvPr>
          <p:cNvCxnSpPr>
            <a:endCxn id="47" idx="1"/>
          </p:cNvCxnSpPr>
          <p:nvPr/>
        </p:nvCxnSpPr>
        <p:spPr>
          <a:xfrm>
            <a:off x="6764984" y="4105838"/>
            <a:ext cx="1385676" cy="772977"/>
          </a:xfrm>
          <a:prstGeom prst="straightConnector1">
            <a:avLst/>
          </a:prstGeom>
          <a:noFill/>
          <a:ln w="19050" cap="flat" cmpd="sng">
            <a:solidFill>
              <a:srgbClr val="007A8A"/>
            </a:solidFill>
            <a:prstDash val="solid"/>
            <a:round/>
            <a:headEnd type="none" w="med" len="med"/>
            <a:tailEnd type="none" w="med" len="med"/>
          </a:ln>
        </p:spPr>
      </p:cxnSp>
      <p:cxnSp>
        <p:nvCxnSpPr>
          <p:cNvPr id="39" name="Google Shape;136;p17">
            <a:extLst>
              <a:ext uri="{FF2B5EF4-FFF2-40B4-BE49-F238E27FC236}">
                <a16:creationId xmlns:a16="http://schemas.microsoft.com/office/drawing/2014/main" id="{C6252BA3-DB91-FDA2-FA30-142CEADB096E}"/>
              </a:ext>
              <a:ext uri="{C183D7F6-B498-43B3-948B-1728B52AA6E4}">
                <adec:decorative xmlns:adec="http://schemas.microsoft.com/office/drawing/2017/decorative" val="1"/>
              </a:ext>
            </a:extLst>
          </p:cNvPr>
          <p:cNvCxnSpPr>
            <a:endCxn id="43" idx="3"/>
          </p:cNvCxnSpPr>
          <p:nvPr/>
        </p:nvCxnSpPr>
        <p:spPr>
          <a:xfrm rot="10800000" flipH="1">
            <a:off x="6807967" y="2423263"/>
            <a:ext cx="1342693" cy="704495"/>
          </a:xfrm>
          <a:prstGeom prst="straightConnector1">
            <a:avLst/>
          </a:prstGeom>
          <a:noFill/>
          <a:ln w="19050" cap="flat" cmpd="sng">
            <a:solidFill>
              <a:srgbClr val="007A8A"/>
            </a:solidFill>
            <a:prstDash val="solid"/>
            <a:round/>
            <a:headEnd type="none" w="med" len="med"/>
            <a:tailEnd type="none" w="med" len="med"/>
          </a:ln>
        </p:spPr>
      </p:cxnSp>
      <p:sp>
        <p:nvSpPr>
          <p:cNvPr id="3" name="Title 2">
            <a:extLst>
              <a:ext uri="{FF2B5EF4-FFF2-40B4-BE49-F238E27FC236}">
                <a16:creationId xmlns:a16="http://schemas.microsoft.com/office/drawing/2014/main" id="{A043208B-6BF2-C65E-D4AF-ECD978662E75}"/>
              </a:ext>
            </a:extLst>
          </p:cNvPr>
          <p:cNvSpPr>
            <a:spLocks noGrp="1"/>
          </p:cNvSpPr>
          <p:nvPr>
            <p:ph type="title"/>
          </p:nvPr>
        </p:nvSpPr>
        <p:spPr/>
        <p:txBody>
          <a:bodyPr/>
          <a:lstStyle/>
          <a:p>
            <a:r>
              <a:rPr lang="en-AU">
                <a:latin typeface="+mj-lt"/>
              </a:rPr>
              <a:t>Spider map</a:t>
            </a:r>
          </a:p>
        </p:txBody>
      </p:sp>
      <p:sp>
        <p:nvSpPr>
          <p:cNvPr id="4" name="Google Shape;124;p17" descr="Subject ">
            <a:extLst>
              <a:ext uri="{FF2B5EF4-FFF2-40B4-BE49-F238E27FC236}">
                <a16:creationId xmlns:a16="http://schemas.microsoft.com/office/drawing/2014/main" id="{B2F3C6A1-3F2E-1BE6-7182-F224BC265587}"/>
              </a:ext>
            </a:extLst>
          </p:cNvPr>
          <p:cNvSpPr/>
          <p:nvPr/>
        </p:nvSpPr>
        <p:spPr>
          <a:xfrm>
            <a:off x="5176159" y="2841208"/>
            <a:ext cx="1839919" cy="1494957"/>
          </a:xfrm>
          <a:prstGeom prst="ellipse">
            <a:avLst/>
          </a:prstGeom>
          <a:solidFill>
            <a:schemeClr val="bg1"/>
          </a:solidFill>
          <a:ln w="38100" cap="flat" cmpd="sng">
            <a:solidFill>
              <a:schemeClr val="tx1"/>
            </a:solidFill>
            <a:prstDash val="solid"/>
            <a:miter lim="800000"/>
            <a:headEnd type="none" w="sm" len="sm"/>
            <a:tailEnd type="none" w="sm" len="sm"/>
          </a:ln>
        </p:spPr>
        <p:txBody>
          <a:bodyPr spcFirstLastPara="1" wrap="square" lIns="79125" tIns="39550" rIns="79125" bIns="39550" anchor="ctr" anchorCtr="0">
            <a:noAutofit/>
          </a:bodyPr>
          <a:lstStyle/>
          <a:p>
            <a:pPr algn="ctr">
              <a:buClr>
                <a:srgbClr val="000000"/>
              </a:buClr>
            </a:pPr>
            <a:r>
              <a:rPr lang="en" sz="2000" b="1">
                <a:latin typeface="+mj-lt"/>
                <a:cs typeface="Arial" panose="020B0604020202020204" pitchFamily="34" charset="0"/>
                <a:sym typeface="Montserrat"/>
              </a:rPr>
              <a:t>Subject</a:t>
            </a:r>
            <a:endParaRPr sz="2000" b="1">
              <a:latin typeface="+mj-lt"/>
              <a:cs typeface="Arial" panose="020B0604020202020204" pitchFamily="34" charset="0"/>
              <a:sym typeface="Montserrat"/>
            </a:endParaRPr>
          </a:p>
        </p:txBody>
      </p:sp>
      <p:sp>
        <p:nvSpPr>
          <p:cNvPr id="40" name="Google Shape;133;p17" descr="Idea bubble">
            <a:extLst>
              <a:ext uri="{FF2B5EF4-FFF2-40B4-BE49-F238E27FC236}">
                <a16:creationId xmlns:a16="http://schemas.microsoft.com/office/drawing/2014/main" id="{407D636A-5897-673F-FD31-EE27AAB7F3C7}"/>
              </a:ext>
            </a:extLst>
          </p:cNvPr>
          <p:cNvSpPr/>
          <p:nvPr/>
        </p:nvSpPr>
        <p:spPr>
          <a:xfrm>
            <a:off x="2538932" y="1810124"/>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r>
              <a:rPr lang="en" sz="1400">
                <a:solidFill>
                  <a:srgbClr val="000000"/>
                </a:solidFill>
                <a:cs typeface="Arial" panose="020B0604020202020204" pitchFamily="34" charset="0"/>
                <a:sym typeface="Montserrat Medium"/>
              </a:rPr>
              <a:t>Idea</a:t>
            </a:r>
            <a:endParaRPr sz="1400">
              <a:solidFill>
                <a:srgbClr val="000000"/>
              </a:solidFill>
              <a:cs typeface="Arial" panose="020B0604020202020204" pitchFamily="34" charset="0"/>
              <a:sym typeface="Montserrat Medium"/>
            </a:endParaRPr>
          </a:p>
        </p:txBody>
      </p:sp>
      <p:sp>
        <p:nvSpPr>
          <p:cNvPr id="42" name="Google Shape;129;p17">
            <a:extLst>
              <a:ext uri="{FF2B5EF4-FFF2-40B4-BE49-F238E27FC236}">
                <a16:creationId xmlns:a16="http://schemas.microsoft.com/office/drawing/2014/main" id="{59AED9FD-CCFB-691A-4DC8-14C28EBD4FF2}"/>
              </a:ext>
              <a:ext uri="{C183D7F6-B498-43B3-948B-1728B52AA6E4}">
                <adec:decorative xmlns:adec="http://schemas.microsoft.com/office/drawing/2017/decorative" val="1"/>
              </a:ext>
            </a:extLst>
          </p:cNvPr>
          <p:cNvSpPr/>
          <p:nvPr/>
        </p:nvSpPr>
        <p:spPr>
          <a:xfrm>
            <a:off x="5185729" y="1096513"/>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3" name="Google Shape;137;p17">
            <a:extLst>
              <a:ext uri="{FF2B5EF4-FFF2-40B4-BE49-F238E27FC236}">
                <a16:creationId xmlns:a16="http://schemas.microsoft.com/office/drawing/2014/main" id="{E609B3AC-51FA-4119-9DF1-EB907D2C5202}"/>
              </a:ext>
              <a:ext uri="{C183D7F6-B498-43B3-948B-1728B52AA6E4}">
                <adec:decorative xmlns:adec="http://schemas.microsoft.com/office/drawing/2017/decorative" val="1"/>
              </a:ext>
            </a:extLst>
          </p:cNvPr>
          <p:cNvSpPr/>
          <p:nvPr/>
        </p:nvSpPr>
        <p:spPr>
          <a:xfrm>
            <a:off x="7889692" y="1810124"/>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5" name="Google Shape;140;p17">
            <a:extLst>
              <a:ext uri="{FF2B5EF4-FFF2-40B4-BE49-F238E27FC236}">
                <a16:creationId xmlns:a16="http://schemas.microsoft.com/office/drawing/2014/main" id="{4E7E4470-2CA2-CE8A-1DDF-D2BB3C297511}"/>
              </a:ext>
              <a:ext uri="{C183D7F6-B498-43B3-948B-1728B52AA6E4}">
                <adec:decorative xmlns:adec="http://schemas.microsoft.com/office/drawing/2017/decorative" val="1"/>
              </a:ext>
            </a:extLst>
          </p:cNvPr>
          <p:cNvSpPr/>
          <p:nvPr/>
        </p:nvSpPr>
        <p:spPr>
          <a:xfrm>
            <a:off x="8690174" y="3222279"/>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7" name="Google Shape;135;p17">
            <a:extLst>
              <a:ext uri="{FF2B5EF4-FFF2-40B4-BE49-F238E27FC236}">
                <a16:creationId xmlns:a16="http://schemas.microsoft.com/office/drawing/2014/main" id="{C6846BAD-BA65-4B96-1B01-D9ADAEF0604F}"/>
              </a:ext>
              <a:ext uri="{C183D7F6-B498-43B3-948B-1728B52AA6E4}">
                <adec:decorative xmlns:adec="http://schemas.microsoft.com/office/drawing/2017/decorative" val="1"/>
              </a:ext>
            </a:extLst>
          </p:cNvPr>
          <p:cNvSpPr/>
          <p:nvPr/>
        </p:nvSpPr>
        <p:spPr>
          <a:xfrm>
            <a:off x="7889692" y="4773618"/>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4" name="Google Shape;139;p17">
            <a:extLst>
              <a:ext uri="{FF2B5EF4-FFF2-40B4-BE49-F238E27FC236}">
                <a16:creationId xmlns:a16="http://schemas.microsoft.com/office/drawing/2014/main" id="{2996E804-9D77-BAC1-44A7-255922CD1500}"/>
              </a:ext>
              <a:ext uri="{C183D7F6-B498-43B3-948B-1728B52AA6E4}">
                <adec:decorative xmlns:adec="http://schemas.microsoft.com/office/drawing/2017/decorative" val="1"/>
              </a:ext>
            </a:extLst>
          </p:cNvPr>
          <p:cNvSpPr/>
          <p:nvPr/>
        </p:nvSpPr>
        <p:spPr>
          <a:xfrm>
            <a:off x="5205237" y="5385283"/>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6" name="Google Shape;131;p17">
            <a:extLst>
              <a:ext uri="{FF2B5EF4-FFF2-40B4-BE49-F238E27FC236}">
                <a16:creationId xmlns:a16="http://schemas.microsoft.com/office/drawing/2014/main" id="{08CFCCC7-A9C6-E2D1-6D1B-5EE82E902EC5}"/>
              </a:ext>
              <a:ext uri="{C183D7F6-B498-43B3-948B-1728B52AA6E4}">
                <adec:decorative xmlns:adec="http://schemas.microsoft.com/office/drawing/2017/decorative" val="1"/>
              </a:ext>
            </a:extLst>
          </p:cNvPr>
          <p:cNvSpPr/>
          <p:nvPr/>
        </p:nvSpPr>
        <p:spPr>
          <a:xfrm>
            <a:off x="2542710" y="4607537"/>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1" name="Google Shape;138;p17">
            <a:extLst>
              <a:ext uri="{FF2B5EF4-FFF2-40B4-BE49-F238E27FC236}">
                <a16:creationId xmlns:a16="http://schemas.microsoft.com/office/drawing/2014/main" id="{09149727-8C6F-7285-D2A2-89762FD2C111}"/>
              </a:ext>
              <a:ext uri="{C183D7F6-B498-43B3-948B-1728B52AA6E4}">
                <adec:decorative xmlns:adec="http://schemas.microsoft.com/office/drawing/2017/decorative" val="1"/>
              </a:ext>
            </a:extLst>
          </p:cNvPr>
          <p:cNvSpPr/>
          <p:nvPr/>
        </p:nvSpPr>
        <p:spPr>
          <a:xfrm>
            <a:off x="1719825" y="3239082"/>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2" name="Slide Number Placeholder 1">
            <a:extLst>
              <a:ext uri="{FF2B5EF4-FFF2-40B4-BE49-F238E27FC236}">
                <a16:creationId xmlns:a16="http://schemas.microsoft.com/office/drawing/2014/main" id="{442089B0-B9B7-B171-D833-3B55372D4ADB}"/>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64</a:t>
            </a:fld>
            <a:endParaRPr lang="en-AU"/>
          </a:p>
        </p:txBody>
      </p:sp>
    </p:spTree>
    <p:extLst>
      <p:ext uri="{BB962C8B-B14F-4D97-AF65-F5344CB8AC3E}">
        <p14:creationId xmlns:p14="http://schemas.microsoft.com/office/powerpoint/2010/main" val="14475282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CAE960D-9C2D-2ABE-4C84-4B30CC887790}"/>
              </a:ext>
            </a:extLst>
          </p:cNvPr>
          <p:cNvSpPr>
            <a:spLocks noGrp="1"/>
          </p:cNvSpPr>
          <p:nvPr>
            <p:ph type="title"/>
          </p:nvPr>
        </p:nvSpPr>
        <p:spPr/>
        <p:txBody>
          <a:bodyPr/>
          <a:lstStyle/>
          <a:p>
            <a:r>
              <a:rPr lang="en-AU">
                <a:latin typeface="+mj-lt"/>
              </a:rPr>
              <a:t>Cline</a:t>
            </a:r>
          </a:p>
        </p:txBody>
      </p:sp>
      <p:sp>
        <p:nvSpPr>
          <p:cNvPr id="5" name="Google Shape;157;p17">
            <a:extLst>
              <a:ext uri="{FF2B5EF4-FFF2-40B4-BE49-F238E27FC236}">
                <a16:creationId xmlns:a16="http://schemas.microsoft.com/office/drawing/2014/main" id="{99DB61E7-8AA7-ACF0-4D64-75BA648AB9A3}"/>
              </a:ext>
              <a:ext uri="{C183D7F6-B498-43B3-948B-1728B52AA6E4}">
                <adec:decorative xmlns:adec="http://schemas.microsoft.com/office/drawing/2017/decorative" val="1"/>
              </a:ext>
            </a:extLst>
          </p:cNvPr>
          <p:cNvSpPr/>
          <p:nvPr/>
        </p:nvSpPr>
        <p:spPr>
          <a:xfrm>
            <a:off x="360000" y="2166818"/>
            <a:ext cx="11425200" cy="1227200"/>
          </a:xfrm>
          <a:prstGeom prst="leftRightArrow">
            <a:avLst>
              <a:gd name="adj1" fmla="val 47499"/>
              <a:gd name="adj2" fmla="val 36248"/>
            </a:avLst>
          </a:prstGeom>
          <a:gradFill flip="none" rotWithShape="1">
            <a:gsLst>
              <a:gs pos="53000">
                <a:srgbClr val="7030A0"/>
              </a:gs>
              <a:gs pos="0">
                <a:srgbClr val="00ACC2"/>
              </a:gs>
              <a:gs pos="100000">
                <a:srgbClr val="B51458"/>
              </a:gs>
            </a:gsLst>
            <a:lin ang="0" scaled="1"/>
            <a:tileRect/>
          </a:gradFill>
          <a:ln>
            <a:noFill/>
          </a:ln>
        </p:spPr>
        <p:txBody>
          <a:bodyPr spcFirstLastPara="1" wrap="square" lIns="121900" tIns="60933" rIns="121900" bIns="60933" anchor="ctr" anchorCtr="0">
            <a:noAutofit/>
          </a:bodyPr>
          <a:lstStyle/>
          <a:p>
            <a:pPr algn="ctr"/>
            <a:endParaRPr sz="1867">
              <a:solidFill>
                <a:schemeClr val="lt1"/>
              </a:solidFill>
              <a:latin typeface="Calibri"/>
              <a:ea typeface="Calibri"/>
              <a:cs typeface="Calibri"/>
              <a:sym typeface="Calibri"/>
            </a:endParaRPr>
          </a:p>
        </p:txBody>
      </p:sp>
      <p:sp>
        <p:nvSpPr>
          <p:cNvPr id="6" name="Google Shape;159;p17">
            <a:extLst>
              <a:ext uri="{FF2B5EF4-FFF2-40B4-BE49-F238E27FC236}">
                <a16:creationId xmlns:a16="http://schemas.microsoft.com/office/drawing/2014/main" id="{7F1EB844-4665-02DA-BFAA-08669BB4D4C1}"/>
              </a:ext>
            </a:extLst>
          </p:cNvPr>
          <p:cNvSpPr txBox="1"/>
          <p:nvPr/>
        </p:nvSpPr>
        <p:spPr>
          <a:xfrm>
            <a:off x="817723" y="2567903"/>
            <a:ext cx="1609595" cy="416338"/>
          </a:xfrm>
          <a:prstGeom prst="rect">
            <a:avLst/>
          </a:prstGeom>
          <a:solidFill>
            <a:srgbClr val="E5F7FC"/>
          </a:solidFill>
          <a:ln w="19050" cap="flat" cmpd="sng">
            <a:noFill/>
            <a:prstDash val="solid"/>
            <a:miter lim="800000"/>
            <a:headEnd type="none" w="sm" len="sm"/>
            <a:tailEnd type="none" w="sm" len="sm"/>
          </a:ln>
          <a:effectLst/>
        </p:spPr>
        <p:txBody>
          <a:bodyPr spcFirstLastPara="1" wrap="square" lIns="79125" tIns="39550" rIns="79125" bIns="39550" anchor="ctr" anchorCtr="0">
            <a:noAutofit/>
          </a:bodyPr>
          <a:lstStyle>
            <a:defPPr>
              <a:defRPr lang="en-US"/>
            </a:defPPr>
            <a:lvl1pPr algn="ctr">
              <a:buClr>
                <a:srgbClr val="000000"/>
              </a:buClr>
              <a:buFont typeface="Arial"/>
              <a:defRPr sz="1800" b="1">
                <a:solidFill>
                  <a:srgbClr val="000000"/>
                </a:solidFill>
                <a:latin typeface="Arial" panose="020B0604020202020204" pitchFamily="34" charset="0"/>
                <a:cs typeface="Arial" panose="020B0604020202020204" pitchFamily="34" charset="0"/>
              </a:defRPr>
            </a:lvl1pPr>
          </a:lstStyle>
          <a:p>
            <a:r>
              <a:rPr lang="en-US">
                <a:latin typeface="+mj-lt"/>
                <a:sym typeface="Calibri"/>
              </a:rPr>
              <a:t>Concept 1</a:t>
            </a:r>
            <a:endParaRPr>
              <a:latin typeface="+mj-lt"/>
            </a:endParaRPr>
          </a:p>
        </p:txBody>
      </p:sp>
      <p:sp>
        <p:nvSpPr>
          <p:cNvPr id="8" name="Google Shape;150;p17">
            <a:extLst>
              <a:ext uri="{FF2B5EF4-FFF2-40B4-BE49-F238E27FC236}">
                <a16:creationId xmlns:a16="http://schemas.microsoft.com/office/drawing/2014/main" id="{234BDE74-7DD4-C755-F683-2C37F4D2F388}"/>
              </a:ext>
            </a:extLst>
          </p:cNvPr>
          <p:cNvSpPr/>
          <p:nvPr/>
        </p:nvSpPr>
        <p:spPr>
          <a:xfrm>
            <a:off x="360000" y="3970718"/>
            <a:ext cx="1487200" cy="474400"/>
          </a:xfrm>
          <a:prstGeom prst="roundRect">
            <a:avLst>
              <a:gd name="adj" fmla="val 10628"/>
            </a:avLst>
          </a:prstGeom>
          <a:noFill/>
          <a:ln w="19050" cap="flat" cmpd="sng">
            <a:solidFill>
              <a:srgbClr val="0E9DBE"/>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5" name="Google Shape;150;p17">
            <a:extLst>
              <a:ext uri="{FF2B5EF4-FFF2-40B4-BE49-F238E27FC236}">
                <a16:creationId xmlns:a16="http://schemas.microsoft.com/office/drawing/2014/main" id="{2C8D5980-E31C-D116-C526-1E9BD2B1A7E5}"/>
              </a:ext>
            </a:extLst>
          </p:cNvPr>
          <p:cNvSpPr/>
          <p:nvPr/>
        </p:nvSpPr>
        <p:spPr>
          <a:xfrm>
            <a:off x="1355372" y="4751748"/>
            <a:ext cx="1487200" cy="474400"/>
          </a:xfrm>
          <a:prstGeom prst="roundRect">
            <a:avLst>
              <a:gd name="adj" fmla="val 10628"/>
            </a:avLst>
          </a:prstGeom>
          <a:noFill/>
          <a:ln w="19050" cap="flat" cmpd="sng">
            <a:solidFill>
              <a:srgbClr val="2088B8"/>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4" name="Google Shape;150;p17">
            <a:extLst>
              <a:ext uri="{FF2B5EF4-FFF2-40B4-BE49-F238E27FC236}">
                <a16:creationId xmlns:a16="http://schemas.microsoft.com/office/drawing/2014/main" id="{87964B53-2E38-3E11-BE23-36598CC6123F}"/>
              </a:ext>
            </a:extLst>
          </p:cNvPr>
          <p:cNvSpPr/>
          <p:nvPr/>
        </p:nvSpPr>
        <p:spPr>
          <a:xfrm>
            <a:off x="2347600" y="3970718"/>
            <a:ext cx="1487200" cy="474400"/>
          </a:xfrm>
          <a:prstGeom prst="roundRect">
            <a:avLst>
              <a:gd name="adj" fmla="val 10628"/>
            </a:avLst>
          </a:prstGeom>
          <a:noFill/>
          <a:ln w="19050" cap="flat" cmpd="sng">
            <a:solidFill>
              <a:srgbClr val="3274B3"/>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6" name="Google Shape;150;p17">
            <a:extLst>
              <a:ext uri="{FF2B5EF4-FFF2-40B4-BE49-F238E27FC236}">
                <a16:creationId xmlns:a16="http://schemas.microsoft.com/office/drawing/2014/main" id="{24C79FC4-C263-5F73-A14A-DCD403846F10}"/>
              </a:ext>
            </a:extLst>
          </p:cNvPr>
          <p:cNvSpPr/>
          <p:nvPr/>
        </p:nvSpPr>
        <p:spPr>
          <a:xfrm>
            <a:off x="3339704" y="4751748"/>
            <a:ext cx="1487200" cy="474400"/>
          </a:xfrm>
          <a:prstGeom prst="roundRect">
            <a:avLst>
              <a:gd name="adj" fmla="val 10628"/>
            </a:avLst>
          </a:prstGeom>
          <a:noFill/>
          <a:ln w="19050" cap="flat" cmpd="sng">
            <a:solidFill>
              <a:srgbClr val="4560AD"/>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3" name="Google Shape;150;p17">
            <a:extLst>
              <a:ext uri="{FF2B5EF4-FFF2-40B4-BE49-F238E27FC236}">
                <a16:creationId xmlns:a16="http://schemas.microsoft.com/office/drawing/2014/main" id="{859882BF-8E8C-13EE-6E19-3CA8744A567B}"/>
              </a:ext>
            </a:extLst>
          </p:cNvPr>
          <p:cNvSpPr/>
          <p:nvPr/>
        </p:nvSpPr>
        <p:spPr>
          <a:xfrm>
            <a:off x="4335200" y="3970718"/>
            <a:ext cx="1487200" cy="474400"/>
          </a:xfrm>
          <a:prstGeom prst="roundRect">
            <a:avLst>
              <a:gd name="adj" fmla="val 10628"/>
            </a:avLst>
          </a:prstGeom>
          <a:noFill/>
          <a:ln w="19050" cap="flat" cmpd="sng">
            <a:solidFill>
              <a:srgbClr val="574BA7"/>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7" name="Google Shape;150;p17">
            <a:extLst>
              <a:ext uri="{FF2B5EF4-FFF2-40B4-BE49-F238E27FC236}">
                <a16:creationId xmlns:a16="http://schemas.microsoft.com/office/drawing/2014/main" id="{52A0090A-7B72-4B94-D8D5-8C494E77D834}"/>
              </a:ext>
            </a:extLst>
          </p:cNvPr>
          <p:cNvSpPr/>
          <p:nvPr/>
        </p:nvSpPr>
        <p:spPr>
          <a:xfrm>
            <a:off x="5324036" y="4751748"/>
            <a:ext cx="1487200" cy="474400"/>
          </a:xfrm>
          <a:prstGeom prst="roundRect">
            <a:avLst>
              <a:gd name="adj" fmla="val 10628"/>
            </a:avLst>
          </a:prstGeom>
          <a:noFill/>
          <a:ln w="19050" cap="flat" cmpd="sng">
            <a:solidFill>
              <a:srgbClr val="6A37A2"/>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2" name="Google Shape;150;p17">
            <a:extLst>
              <a:ext uri="{FF2B5EF4-FFF2-40B4-BE49-F238E27FC236}">
                <a16:creationId xmlns:a16="http://schemas.microsoft.com/office/drawing/2014/main" id="{7757179D-2318-0202-844F-FDD1F4E647B7}"/>
              </a:ext>
            </a:extLst>
          </p:cNvPr>
          <p:cNvSpPr/>
          <p:nvPr/>
        </p:nvSpPr>
        <p:spPr>
          <a:xfrm>
            <a:off x="6322800" y="3970718"/>
            <a:ext cx="1487200" cy="474400"/>
          </a:xfrm>
          <a:prstGeom prst="roundRect">
            <a:avLst>
              <a:gd name="adj" fmla="val 10628"/>
            </a:avLst>
          </a:prstGeom>
          <a:noFill/>
          <a:ln w="19050" cap="flat" cmpd="sng">
            <a:solidFill>
              <a:srgbClr val="782D97"/>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8" name="Google Shape;150;p17">
            <a:extLst>
              <a:ext uri="{FF2B5EF4-FFF2-40B4-BE49-F238E27FC236}">
                <a16:creationId xmlns:a16="http://schemas.microsoft.com/office/drawing/2014/main" id="{897CA775-E96A-5087-90AA-AD1E8962328F}"/>
              </a:ext>
            </a:extLst>
          </p:cNvPr>
          <p:cNvSpPr/>
          <p:nvPr/>
        </p:nvSpPr>
        <p:spPr>
          <a:xfrm>
            <a:off x="7308368" y="4751748"/>
            <a:ext cx="1487200" cy="474400"/>
          </a:xfrm>
          <a:prstGeom prst="roundRect">
            <a:avLst>
              <a:gd name="adj" fmla="val 10628"/>
            </a:avLst>
          </a:prstGeom>
          <a:noFill/>
          <a:ln w="19050" cap="flat" cmpd="sng">
            <a:solidFill>
              <a:srgbClr val="85278A"/>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1" name="Google Shape;150;p17">
            <a:extLst>
              <a:ext uri="{FF2B5EF4-FFF2-40B4-BE49-F238E27FC236}">
                <a16:creationId xmlns:a16="http://schemas.microsoft.com/office/drawing/2014/main" id="{3EE05D73-B371-2EFF-C6AF-F2E7494886E7}"/>
              </a:ext>
            </a:extLst>
          </p:cNvPr>
          <p:cNvSpPr/>
          <p:nvPr/>
        </p:nvSpPr>
        <p:spPr>
          <a:xfrm>
            <a:off x="8310400" y="3970718"/>
            <a:ext cx="1487200" cy="474400"/>
          </a:xfrm>
          <a:prstGeom prst="roundRect">
            <a:avLst>
              <a:gd name="adj" fmla="val 10628"/>
            </a:avLst>
          </a:prstGeom>
          <a:noFill/>
          <a:ln w="19050" cap="flat" cmpd="sng">
            <a:solidFill>
              <a:srgbClr val="92227D"/>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9" name="Google Shape;150;p17">
            <a:extLst>
              <a:ext uri="{FF2B5EF4-FFF2-40B4-BE49-F238E27FC236}">
                <a16:creationId xmlns:a16="http://schemas.microsoft.com/office/drawing/2014/main" id="{82718AA7-663D-43F6-0B00-AECAE20F87E3}"/>
              </a:ext>
            </a:extLst>
          </p:cNvPr>
          <p:cNvSpPr/>
          <p:nvPr/>
        </p:nvSpPr>
        <p:spPr>
          <a:xfrm>
            <a:off x="9292701" y="4751748"/>
            <a:ext cx="1487200" cy="474400"/>
          </a:xfrm>
          <a:prstGeom prst="roundRect">
            <a:avLst>
              <a:gd name="adj" fmla="val 10628"/>
            </a:avLst>
          </a:prstGeom>
          <a:noFill/>
          <a:ln w="19050" cap="flat" cmpd="sng">
            <a:solidFill>
              <a:srgbClr val="9E1D70"/>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0" name="Google Shape;150;p17">
            <a:extLst>
              <a:ext uri="{FF2B5EF4-FFF2-40B4-BE49-F238E27FC236}">
                <a16:creationId xmlns:a16="http://schemas.microsoft.com/office/drawing/2014/main" id="{44268CD6-EF93-44FB-A19C-DFABBA4D507B}"/>
              </a:ext>
            </a:extLst>
          </p:cNvPr>
          <p:cNvSpPr/>
          <p:nvPr/>
        </p:nvSpPr>
        <p:spPr>
          <a:xfrm>
            <a:off x="10298000" y="3970718"/>
            <a:ext cx="1487200" cy="474400"/>
          </a:xfrm>
          <a:prstGeom prst="roundRect">
            <a:avLst>
              <a:gd name="adj" fmla="val 10628"/>
            </a:avLst>
          </a:prstGeom>
          <a:noFill/>
          <a:ln w="19050" cap="flat" cmpd="sng">
            <a:solidFill>
              <a:srgbClr val="AB1862"/>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cxnSp>
        <p:nvCxnSpPr>
          <p:cNvPr id="41" name="Straight Connector 40">
            <a:extLst>
              <a:ext uri="{FF2B5EF4-FFF2-40B4-BE49-F238E27FC236}">
                <a16:creationId xmlns:a16="http://schemas.microsoft.com/office/drawing/2014/main" id="{5C705940-5DA3-4CCF-20E1-1974290A6F40}"/>
              </a:ext>
              <a:ext uri="{C183D7F6-B498-43B3-948B-1728B52AA6E4}">
                <adec:decorative xmlns:adec="http://schemas.microsoft.com/office/drawing/2017/decorative" val="1"/>
              </a:ext>
            </a:extLst>
          </p:cNvPr>
          <p:cNvCxnSpPr>
            <a:cxnSpLocks/>
          </p:cNvCxnSpPr>
          <p:nvPr/>
        </p:nvCxnSpPr>
        <p:spPr>
          <a:xfrm>
            <a:off x="1103600" y="3070860"/>
            <a:ext cx="0" cy="899858"/>
          </a:xfrm>
          <a:prstGeom prst="line">
            <a:avLst/>
          </a:prstGeom>
          <a:noFill/>
          <a:ln w="19050" cap="flat" cmpd="sng">
            <a:solidFill>
              <a:srgbClr val="0E9DBE"/>
            </a:solidFill>
            <a:prstDash val="solid"/>
            <a:round/>
            <a:headEnd type="none" w="med" len="med"/>
            <a:tailEnd type="none" w="med" len="med"/>
          </a:ln>
        </p:spPr>
      </p:cxnSp>
      <p:cxnSp>
        <p:nvCxnSpPr>
          <p:cNvPr id="43" name="Straight Connector 42">
            <a:extLst>
              <a:ext uri="{FF2B5EF4-FFF2-40B4-BE49-F238E27FC236}">
                <a16:creationId xmlns:a16="http://schemas.microsoft.com/office/drawing/2014/main" id="{EA1B2EBF-C936-8ED3-1FEC-2A5062F21443}"/>
              </a:ext>
              <a:ext uri="{C183D7F6-B498-43B3-948B-1728B52AA6E4}">
                <adec:decorative xmlns:adec="http://schemas.microsoft.com/office/drawing/2017/decorative" val="1"/>
              </a:ext>
            </a:extLst>
          </p:cNvPr>
          <p:cNvCxnSpPr>
            <a:cxnSpLocks/>
          </p:cNvCxnSpPr>
          <p:nvPr/>
        </p:nvCxnSpPr>
        <p:spPr>
          <a:xfrm>
            <a:off x="3089208" y="3062108"/>
            <a:ext cx="0" cy="899858"/>
          </a:xfrm>
          <a:prstGeom prst="line">
            <a:avLst/>
          </a:prstGeom>
          <a:noFill/>
          <a:ln w="19050" cap="flat" cmpd="sng">
            <a:solidFill>
              <a:srgbClr val="3274B3"/>
            </a:solidFill>
            <a:prstDash val="solid"/>
            <a:round/>
            <a:headEnd type="none" w="med" len="med"/>
            <a:tailEnd type="none" w="med" len="med"/>
          </a:ln>
        </p:spPr>
      </p:cxnSp>
      <p:cxnSp>
        <p:nvCxnSpPr>
          <p:cNvPr id="44" name="Straight Connector 43">
            <a:extLst>
              <a:ext uri="{FF2B5EF4-FFF2-40B4-BE49-F238E27FC236}">
                <a16:creationId xmlns:a16="http://schemas.microsoft.com/office/drawing/2014/main" id="{4D504782-E17D-4247-6DEF-607613663E13}"/>
              </a:ext>
              <a:ext uri="{C183D7F6-B498-43B3-948B-1728B52AA6E4}">
                <adec:decorative xmlns:adec="http://schemas.microsoft.com/office/drawing/2017/decorative" val="1"/>
              </a:ext>
            </a:extLst>
          </p:cNvPr>
          <p:cNvCxnSpPr>
            <a:cxnSpLocks/>
          </p:cNvCxnSpPr>
          <p:nvPr/>
        </p:nvCxnSpPr>
        <p:spPr>
          <a:xfrm>
            <a:off x="5074816" y="3070860"/>
            <a:ext cx="0" cy="899858"/>
          </a:xfrm>
          <a:prstGeom prst="line">
            <a:avLst/>
          </a:prstGeom>
          <a:noFill/>
          <a:ln w="19050" cap="flat" cmpd="sng">
            <a:solidFill>
              <a:srgbClr val="574BA7"/>
            </a:solidFill>
            <a:prstDash val="solid"/>
            <a:round/>
            <a:headEnd type="none" w="med" len="med"/>
            <a:tailEnd type="none" w="med" len="med"/>
          </a:ln>
        </p:spPr>
      </p:cxnSp>
      <p:cxnSp>
        <p:nvCxnSpPr>
          <p:cNvPr id="45" name="Straight Connector 44">
            <a:extLst>
              <a:ext uri="{FF2B5EF4-FFF2-40B4-BE49-F238E27FC236}">
                <a16:creationId xmlns:a16="http://schemas.microsoft.com/office/drawing/2014/main" id="{D048D39B-ACB7-E88A-C258-0EBBA09AA163}"/>
              </a:ext>
              <a:ext uri="{C183D7F6-B498-43B3-948B-1728B52AA6E4}">
                <adec:decorative xmlns:adec="http://schemas.microsoft.com/office/drawing/2017/decorative" val="1"/>
              </a:ext>
            </a:extLst>
          </p:cNvPr>
          <p:cNvCxnSpPr>
            <a:cxnSpLocks/>
          </p:cNvCxnSpPr>
          <p:nvPr/>
        </p:nvCxnSpPr>
        <p:spPr>
          <a:xfrm>
            <a:off x="7060424" y="3070860"/>
            <a:ext cx="0" cy="899858"/>
          </a:xfrm>
          <a:prstGeom prst="line">
            <a:avLst/>
          </a:prstGeom>
          <a:noFill/>
          <a:ln w="19050" cap="flat" cmpd="sng">
            <a:solidFill>
              <a:srgbClr val="782D97"/>
            </a:solidFill>
            <a:prstDash val="solid"/>
            <a:round/>
            <a:headEnd type="none" w="med" len="med"/>
            <a:tailEnd type="none" w="med" len="med"/>
          </a:ln>
        </p:spPr>
      </p:cxnSp>
      <p:cxnSp>
        <p:nvCxnSpPr>
          <p:cNvPr id="46" name="Straight Connector 45">
            <a:extLst>
              <a:ext uri="{FF2B5EF4-FFF2-40B4-BE49-F238E27FC236}">
                <a16:creationId xmlns:a16="http://schemas.microsoft.com/office/drawing/2014/main" id="{E134792E-AB91-324D-C639-768AB3FFDE1B}"/>
              </a:ext>
              <a:ext uri="{C183D7F6-B498-43B3-948B-1728B52AA6E4}">
                <adec:decorative xmlns:adec="http://schemas.microsoft.com/office/drawing/2017/decorative" val="1"/>
              </a:ext>
            </a:extLst>
          </p:cNvPr>
          <p:cNvCxnSpPr>
            <a:cxnSpLocks/>
          </p:cNvCxnSpPr>
          <p:nvPr/>
        </p:nvCxnSpPr>
        <p:spPr>
          <a:xfrm>
            <a:off x="9046032" y="3070860"/>
            <a:ext cx="0" cy="899858"/>
          </a:xfrm>
          <a:prstGeom prst="line">
            <a:avLst/>
          </a:prstGeom>
          <a:noFill/>
          <a:ln w="19050" cap="flat" cmpd="sng">
            <a:solidFill>
              <a:srgbClr val="92227D"/>
            </a:solidFill>
            <a:prstDash val="solid"/>
            <a:round/>
            <a:headEnd type="none" w="med" len="med"/>
            <a:tailEnd type="none" w="med" len="med"/>
          </a:ln>
        </p:spPr>
      </p:cxnSp>
      <p:cxnSp>
        <p:nvCxnSpPr>
          <p:cNvPr id="47" name="Straight Connector 46">
            <a:extLst>
              <a:ext uri="{FF2B5EF4-FFF2-40B4-BE49-F238E27FC236}">
                <a16:creationId xmlns:a16="http://schemas.microsoft.com/office/drawing/2014/main" id="{E20DF637-B3E1-F115-5DF5-7491960661C3}"/>
              </a:ext>
              <a:ext uri="{C183D7F6-B498-43B3-948B-1728B52AA6E4}">
                <adec:decorative xmlns:adec="http://schemas.microsoft.com/office/drawing/2017/decorative" val="1"/>
              </a:ext>
            </a:extLst>
          </p:cNvPr>
          <p:cNvCxnSpPr>
            <a:cxnSpLocks/>
          </p:cNvCxnSpPr>
          <p:nvPr/>
        </p:nvCxnSpPr>
        <p:spPr>
          <a:xfrm>
            <a:off x="11031642" y="3070860"/>
            <a:ext cx="0" cy="899858"/>
          </a:xfrm>
          <a:prstGeom prst="line">
            <a:avLst/>
          </a:prstGeom>
          <a:noFill/>
          <a:ln w="19050" cap="flat" cmpd="sng">
            <a:solidFill>
              <a:srgbClr val="AB1862"/>
            </a:solidFill>
            <a:prstDash val="solid"/>
            <a:round/>
            <a:headEnd type="none" w="med" len="med"/>
            <a:tailEnd type="none" w="med" len="med"/>
          </a:ln>
        </p:spPr>
      </p:cxnSp>
      <p:cxnSp>
        <p:nvCxnSpPr>
          <p:cNvPr id="48" name="Straight Connector 47">
            <a:extLst>
              <a:ext uri="{FF2B5EF4-FFF2-40B4-BE49-F238E27FC236}">
                <a16:creationId xmlns:a16="http://schemas.microsoft.com/office/drawing/2014/main" id="{01A9A4E2-2672-096C-711E-54ED66A32AE6}"/>
              </a:ext>
              <a:ext uri="{C183D7F6-B498-43B3-948B-1728B52AA6E4}">
                <adec:decorative xmlns:adec="http://schemas.microsoft.com/office/drawing/2017/decorative" val="1"/>
              </a:ext>
            </a:extLst>
          </p:cNvPr>
          <p:cNvCxnSpPr>
            <a:cxnSpLocks/>
          </p:cNvCxnSpPr>
          <p:nvPr/>
        </p:nvCxnSpPr>
        <p:spPr>
          <a:xfrm>
            <a:off x="2096404" y="3073978"/>
            <a:ext cx="0" cy="1677770"/>
          </a:xfrm>
          <a:prstGeom prst="line">
            <a:avLst/>
          </a:prstGeom>
          <a:noFill/>
          <a:ln w="19050" cap="flat" cmpd="sng">
            <a:solidFill>
              <a:srgbClr val="2088B8"/>
            </a:solidFill>
            <a:prstDash val="solid"/>
            <a:round/>
            <a:headEnd type="none" w="med" len="med"/>
            <a:tailEnd type="none" w="med" len="med"/>
          </a:ln>
        </p:spPr>
      </p:cxnSp>
      <p:cxnSp>
        <p:nvCxnSpPr>
          <p:cNvPr id="50" name="Straight Connector 49">
            <a:extLst>
              <a:ext uri="{FF2B5EF4-FFF2-40B4-BE49-F238E27FC236}">
                <a16:creationId xmlns:a16="http://schemas.microsoft.com/office/drawing/2014/main" id="{A0D9E4C2-4E4F-7ADE-E43C-6578BB5CCB22}"/>
              </a:ext>
              <a:ext uri="{C183D7F6-B498-43B3-948B-1728B52AA6E4}">
                <adec:decorative xmlns:adec="http://schemas.microsoft.com/office/drawing/2017/decorative" val="1"/>
              </a:ext>
            </a:extLst>
          </p:cNvPr>
          <p:cNvCxnSpPr>
            <a:cxnSpLocks/>
          </p:cNvCxnSpPr>
          <p:nvPr/>
        </p:nvCxnSpPr>
        <p:spPr>
          <a:xfrm>
            <a:off x="10038837" y="3067468"/>
            <a:ext cx="0" cy="1677770"/>
          </a:xfrm>
          <a:prstGeom prst="line">
            <a:avLst/>
          </a:prstGeom>
          <a:noFill/>
          <a:ln w="19050" cap="flat" cmpd="sng">
            <a:solidFill>
              <a:srgbClr val="9E1D70"/>
            </a:solidFill>
            <a:prstDash val="solid"/>
            <a:round/>
            <a:headEnd type="none" w="med" len="med"/>
            <a:tailEnd type="none" w="med" len="med"/>
          </a:ln>
        </p:spPr>
      </p:cxnSp>
      <p:cxnSp>
        <p:nvCxnSpPr>
          <p:cNvPr id="51" name="Straight Connector 50">
            <a:extLst>
              <a:ext uri="{FF2B5EF4-FFF2-40B4-BE49-F238E27FC236}">
                <a16:creationId xmlns:a16="http://schemas.microsoft.com/office/drawing/2014/main" id="{E7058378-3163-6275-23B4-BC778702C830}"/>
              </a:ext>
              <a:ext uri="{C183D7F6-B498-43B3-948B-1728B52AA6E4}">
                <adec:decorative xmlns:adec="http://schemas.microsoft.com/office/drawing/2017/decorative" val="1"/>
              </a:ext>
            </a:extLst>
          </p:cNvPr>
          <p:cNvCxnSpPr>
            <a:cxnSpLocks/>
          </p:cNvCxnSpPr>
          <p:nvPr/>
        </p:nvCxnSpPr>
        <p:spPr>
          <a:xfrm>
            <a:off x="4082012" y="3073978"/>
            <a:ext cx="0" cy="1677770"/>
          </a:xfrm>
          <a:prstGeom prst="line">
            <a:avLst/>
          </a:prstGeom>
          <a:noFill/>
          <a:ln w="19050" cap="flat" cmpd="sng">
            <a:solidFill>
              <a:srgbClr val="4560AD"/>
            </a:solidFill>
            <a:prstDash val="solid"/>
            <a:round/>
            <a:headEnd type="none" w="med" len="med"/>
            <a:tailEnd type="none" w="med" len="med"/>
          </a:ln>
        </p:spPr>
      </p:cxnSp>
      <p:cxnSp>
        <p:nvCxnSpPr>
          <p:cNvPr id="52" name="Straight Connector 51">
            <a:extLst>
              <a:ext uri="{FF2B5EF4-FFF2-40B4-BE49-F238E27FC236}">
                <a16:creationId xmlns:a16="http://schemas.microsoft.com/office/drawing/2014/main" id="{799951D6-C396-497D-17A7-EF7D59083970}"/>
              </a:ext>
              <a:ext uri="{C183D7F6-B498-43B3-948B-1728B52AA6E4}">
                <adec:decorative xmlns:adec="http://schemas.microsoft.com/office/drawing/2017/decorative" val="1"/>
              </a:ext>
            </a:extLst>
          </p:cNvPr>
          <p:cNvCxnSpPr>
            <a:cxnSpLocks/>
          </p:cNvCxnSpPr>
          <p:nvPr/>
        </p:nvCxnSpPr>
        <p:spPr>
          <a:xfrm>
            <a:off x="6067620" y="3064448"/>
            <a:ext cx="0" cy="1677770"/>
          </a:xfrm>
          <a:prstGeom prst="line">
            <a:avLst/>
          </a:prstGeom>
          <a:noFill/>
          <a:ln w="19050" cap="flat" cmpd="sng">
            <a:solidFill>
              <a:srgbClr val="6A37A2"/>
            </a:solidFill>
            <a:prstDash val="solid"/>
            <a:round/>
            <a:headEnd type="none" w="med" len="med"/>
            <a:tailEnd type="none" w="med" len="med"/>
          </a:ln>
        </p:spPr>
      </p:cxnSp>
      <p:cxnSp>
        <p:nvCxnSpPr>
          <p:cNvPr id="53" name="Straight Connector 52">
            <a:extLst>
              <a:ext uri="{FF2B5EF4-FFF2-40B4-BE49-F238E27FC236}">
                <a16:creationId xmlns:a16="http://schemas.microsoft.com/office/drawing/2014/main" id="{E5240C6D-C529-CFAC-E423-A1441290840E}"/>
              </a:ext>
              <a:ext uri="{C183D7F6-B498-43B3-948B-1728B52AA6E4}">
                <adec:decorative xmlns:adec="http://schemas.microsoft.com/office/drawing/2017/decorative" val="1"/>
              </a:ext>
            </a:extLst>
          </p:cNvPr>
          <p:cNvCxnSpPr>
            <a:cxnSpLocks/>
          </p:cNvCxnSpPr>
          <p:nvPr/>
        </p:nvCxnSpPr>
        <p:spPr>
          <a:xfrm>
            <a:off x="8053228" y="3073978"/>
            <a:ext cx="0" cy="1677770"/>
          </a:xfrm>
          <a:prstGeom prst="line">
            <a:avLst/>
          </a:prstGeom>
          <a:noFill/>
          <a:ln w="19050" cap="flat" cmpd="sng">
            <a:solidFill>
              <a:srgbClr val="85278A"/>
            </a:solidFill>
            <a:prstDash val="solid"/>
            <a:round/>
            <a:headEnd type="none" w="med" len="med"/>
            <a:tailEnd type="none" w="med" len="med"/>
          </a:ln>
        </p:spPr>
      </p:cxnSp>
      <p:sp>
        <p:nvSpPr>
          <p:cNvPr id="54" name="Google Shape;159;p17">
            <a:extLst>
              <a:ext uri="{FF2B5EF4-FFF2-40B4-BE49-F238E27FC236}">
                <a16:creationId xmlns:a16="http://schemas.microsoft.com/office/drawing/2014/main" id="{32D4B2C4-C319-BC2D-5FDC-EC18B2446EB0}"/>
              </a:ext>
            </a:extLst>
          </p:cNvPr>
          <p:cNvSpPr txBox="1"/>
          <p:nvPr/>
        </p:nvSpPr>
        <p:spPr>
          <a:xfrm>
            <a:off x="9733613" y="2570961"/>
            <a:ext cx="1609595" cy="416338"/>
          </a:xfrm>
          <a:prstGeom prst="rect">
            <a:avLst/>
          </a:prstGeom>
          <a:solidFill>
            <a:srgbClr val="FBDBE7"/>
          </a:solidFill>
          <a:ln w="19050" cap="flat" cmpd="sng">
            <a:noFill/>
            <a:prstDash val="solid"/>
            <a:miter lim="800000"/>
            <a:headEnd type="none" w="sm" len="sm"/>
            <a:tailEnd type="none" w="sm" len="sm"/>
          </a:ln>
          <a:effectLst/>
        </p:spPr>
        <p:txBody>
          <a:bodyPr spcFirstLastPara="1" wrap="square" lIns="79125" tIns="39550" rIns="79125" bIns="39550" anchor="ctr" anchorCtr="0">
            <a:noAutofit/>
          </a:bodyPr>
          <a:lstStyle>
            <a:defPPr>
              <a:defRPr lang="en-US"/>
            </a:defPPr>
            <a:lvl1pPr algn="ctr">
              <a:buClr>
                <a:srgbClr val="000000"/>
              </a:buClr>
              <a:buFont typeface="Arial"/>
              <a:defRPr sz="1800" b="1">
                <a:solidFill>
                  <a:srgbClr val="000000"/>
                </a:solidFill>
                <a:latin typeface="Arial" panose="020B0604020202020204" pitchFamily="34" charset="0"/>
                <a:cs typeface="Arial" panose="020B0604020202020204" pitchFamily="34" charset="0"/>
              </a:defRPr>
            </a:lvl1pPr>
          </a:lstStyle>
          <a:p>
            <a:r>
              <a:rPr lang="en-US">
                <a:latin typeface="+mj-lt"/>
                <a:sym typeface="Calibri"/>
              </a:rPr>
              <a:t>Concept 2</a:t>
            </a:r>
            <a:endParaRPr>
              <a:latin typeface="+mj-lt"/>
            </a:endParaRPr>
          </a:p>
        </p:txBody>
      </p:sp>
      <p:sp>
        <p:nvSpPr>
          <p:cNvPr id="2" name="Slide Number Placeholder 1">
            <a:extLst>
              <a:ext uri="{FF2B5EF4-FFF2-40B4-BE49-F238E27FC236}">
                <a16:creationId xmlns:a16="http://schemas.microsoft.com/office/drawing/2014/main" id="{DEEC3785-2D83-C31F-CCD2-1FEB61AE3982}"/>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65</a:t>
            </a:fld>
            <a:endParaRPr lang="en-AU"/>
          </a:p>
        </p:txBody>
      </p:sp>
    </p:spTree>
    <p:extLst>
      <p:ext uri="{BB962C8B-B14F-4D97-AF65-F5344CB8AC3E}">
        <p14:creationId xmlns:p14="http://schemas.microsoft.com/office/powerpoint/2010/main" val="33688901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B602AB6-51FA-CA01-0AB7-6FA19E95AC04}"/>
              </a:ext>
            </a:extLst>
          </p:cNvPr>
          <p:cNvSpPr>
            <a:spLocks noGrp="1"/>
          </p:cNvSpPr>
          <p:nvPr>
            <p:ph type="title"/>
          </p:nvPr>
        </p:nvSpPr>
        <p:spPr/>
        <p:txBody>
          <a:bodyPr/>
          <a:lstStyle/>
          <a:p>
            <a:r>
              <a:rPr lang="en-AU">
                <a:latin typeface="+mj-lt"/>
              </a:rPr>
              <a:t>Compare and contrast</a:t>
            </a:r>
          </a:p>
        </p:txBody>
      </p:sp>
      <p:sp>
        <p:nvSpPr>
          <p:cNvPr id="6" name="Graphic 5" descr="Button to go to the previous related slide">
            <a:hlinkClick r:id="rId3" action="ppaction://hlinksldjump"/>
            <a:extLst>
              <a:ext uri="{FF2B5EF4-FFF2-40B4-BE49-F238E27FC236}">
                <a16:creationId xmlns:a16="http://schemas.microsoft.com/office/drawing/2014/main" id="{168971B4-E59C-47FA-AAE6-BA93396F91A7}"/>
              </a:ext>
            </a:extLst>
          </p:cNvPr>
          <p:cNvSpPr/>
          <p:nvPr/>
        </p:nvSpPr>
        <p:spPr>
          <a:xfrm flipH="1">
            <a:off x="10164832" y="5786716"/>
            <a:ext cx="546734" cy="704850"/>
          </a:xfrm>
          <a:custGeom>
            <a:avLst/>
            <a:gdLst>
              <a:gd name="connsiteX0" fmla="*/ 0 w 546734"/>
              <a:gd name="connsiteY0" fmla="*/ 0 h 704850"/>
              <a:gd name="connsiteX1" fmla="*/ 546735 w 546734"/>
              <a:gd name="connsiteY1" fmla="*/ 352425 h 704850"/>
              <a:gd name="connsiteX2" fmla="*/ 0 w 546734"/>
              <a:gd name="connsiteY2" fmla="*/ 704850 h 704850"/>
            </a:gdLst>
            <a:ahLst/>
            <a:cxnLst>
              <a:cxn ang="0">
                <a:pos x="connsiteX0" y="connsiteY0"/>
              </a:cxn>
              <a:cxn ang="0">
                <a:pos x="connsiteX1" y="connsiteY1"/>
              </a:cxn>
              <a:cxn ang="0">
                <a:pos x="connsiteX2" y="connsiteY2"/>
              </a:cxn>
            </a:cxnLst>
            <a:rect l="l" t="t" r="r" b="b"/>
            <a:pathLst>
              <a:path w="546734" h="704850">
                <a:moveTo>
                  <a:pt x="0" y="0"/>
                </a:moveTo>
                <a:lnTo>
                  <a:pt x="546735" y="352425"/>
                </a:lnTo>
                <a:lnTo>
                  <a:pt x="0" y="704850"/>
                </a:lnTo>
                <a:close/>
              </a:path>
            </a:pathLst>
          </a:custGeom>
          <a:solidFill>
            <a:srgbClr val="000000"/>
          </a:solidFill>
          <a:ln w="9525" cap="flat">
            <a:noFill/>
            <a:prstDash val="solid"/>
            <a:miter/>
          </a:ln>
        </p:spPr>
        <p:txBody>
          <a:bodyPr rtlCol="0" anchor="ctr"/>
          <a:lstStyle/>
          <a:p>
            <a:endParaRPr lang="en-AU"/>
          </a:p>
        </p:txBody>
      </p:sp>
      <p:pic>
        <p:nvPicPr>
          <p:cNvPr id="5" name="Graphic 4" descr="Button to go to the next related slide">
            <a:hlinkClick r:id="rId4" action="ppaction://hlinksldjump"/>
            <a:extLst>
              <a:ext uri="{FF2B5EF4-FFF2-40B4-BE49-F238E27FC236}">
                <a16:creationId xmlns:a16="http://schemas.microsoft.com/office/drawing/2014/main" id="{B8B0DB6C-ED58-20DB-0EE1-4BC1C6B79DBD}"/>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0666800" y="5681941"/>
            <a:ext cx="914400" cy="914400"/>
          </a:xfrm>
          <a:prstGeom prst="rect">
            <a:avLst/>
          </a:prstGeom>
        </p:spPr>
      </p:pic>
      <p:sp>
        <p:nvSpPr>
          <p:cNvPr id="2" name="Slide Number Placeholder 1">
            <a:extLst>
              <a:ext uri="{FF2B5EF4-FFF2-40B4-BE49-F238E27FC236}">
                <a16:creationId xmlns:a16="http://schemas.microsoft.com/office/drawing/2014/main" id="{102B8C52-7ED1-A945-9861-F8D6B99B3D9F}"/>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66</a:t>
            </a:fld>
            <a:endParaRPr lang="en-AU"/>
          </a:p>
        </p:txBody>
      </p:sp>
    </p:spTree>
    <p:extLst>
      <p:ext uri="{BB962C8B-B14F-4D97-AF65-F5344CB8AC3E}">
        <p14:creationId xmlns:p14="http://schemas.microsoft.com/office/powerpoint/2010/main" val="9592397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9B1D917-5F10-1C03-2F91-16B7D7CFBF35}"/>
              </a:ext>
            </a:extLst>
          </p:cNvPr>
          <p:cNvSpPr>
            <a:spLocks noGrp="1"/>
          </p:cNvSpPr>
          <p:nvPr>
            <p:ph type="title"/>
          </p:nvPr>
        </p:nvSpPr>
        <p:spPr/>
        <p:txBody>
          <a:bodyPr/>
          <a:lstStyle/>
          <a:p>
            <a:r>
              <a:rPr lang="en-US"/>
              <a:t>Multiple choice </a:t>
            </a:r>
            <a:r>
              <a:rPr lang="en-US">
                <a:solidFill>
                  <a:schemeClr val="bg1"/>
                </a:solidFill>
              </a:rPr>
              <a:t>(5)</a:t>
            </a:r>
          </a:p>
        </p:txBody>
      </p:sp>
      <p:sp>
        <p:nvSpPr>
          <p:cNvPr id="18" name="Text Placeholder 17">
            <a:extLst>
              <a:ext uri="{FF2B5EF4-FFF2-40B4-BE49-F238E27FC236}">
                <a16:creationId xmlns:a16="http://schemas.microsoft.com/office/drawing/2014/main" id="{E8FE2C2C-AE76-908D-8B08-A054EB3D8479}"/>
              </a:ext>
            </a:extLst>
          </p:cNvPr>
          <p:cNvSpPr>
            <a:spLocks noGrp="1"/>
          </p:cNvSpPr>
          <p:nvPr>
            <p:ph type="body" sz="quarter" idx="24"/>
          </p:nvPr>
        </p:nvSpPr>
        <p:spPr/>
        <p:txBody>
          <a:bodyPr/>
          <a:lstStyle/>
          <a:p>
            <a:endParaRPr lang="en-US"/>
          </a:p>
        </p:txBody>
      </p:sp>
      <p:sp>
        <p:nvSpPr>
          <p:cNvPr id="14" name="Picture Placeholder 13">
            <a:extLst>
              <a:ext uri="{FF2B5EF4-FFF2-40B4-BE49-F238E27FC236}">
                <a16:creationId xmlns:a16="http://schemas.microsoft.com/office/drawing/2014/main" id="{4FA186F1-8869-12E5-B876-921846416E5E}"/>
              </a:ext>
            </a:extLst>
          </p:cNvPr>
          <p:cNvSpPr>
            <a:spLocks noGrp="1"/>
          </p:cNvSpPr>
          <p:nvPr>
            <p:ph type="pic" sz="quarter" idx="20"/>
          </p:nvPr>
        </p:nvSpPr>
        <p:spPr/>
        <p:txBody>
          <a:bodyPr/>
          <a:lstStyle/>
          <a:p>
            <a:endParaRPr lang="en-AU"/>
          </a:p>
        </p:txBody>
      </p:sp>
      <p:sp>
        <p:nvSpPr>
          <p:cNvPr id="15" name="Picture Placeholder 14">
            <a:extLst>
              <a:ext uri="{FF2B5EF4-FFF2-40B4-BE49-F238E27FC236}">
                <a16:creationId xmlns:a16="http://schemas.microsoft.com/office/drawing/2014/main" id="{DB800E16-CD9D-162D-C6C8-704C32626305}"/>
              </a:ext>
            </a:extLst>
          </p:cNvPr>
          <p:cNvSpPr>
            <a:spLocks noGrp="1"/>
          </p:cNvSpPr>
          <p:nvPr>
            <p:ph type="pic" sz="quarter" idx="21"/>
          </p:nvPr>
        </p:nvSpPr>
        <p:spPr/>
        <p:txBody>
          <a:bodyPr/>
          <a:lstStyle/>
          <a:p>
            <a:endParaRPr lang="en-AU"/>
          </a:p>
        </p:txBody>
      </p:sp>
      <p:sp>
        <p:nvSpPr>
          <p:cNvPr id="16" name="Picture Placeholder 15">
            <a:extLst>
              <a:ext uri="{FF2B5EF4-FFF2-40B4-BE49-F238E27FC236}">
                <a16:creationId xmlns:a16="http://schemas.microsoft.com/office/drawing/2014/main" id="{63A3BB78-AEDF-9AFC-ED52-CA2DCA61D2C9}"/>
              </a:ext>
            </a:extLst>
          </p:cNvPr>
          <p:cNvSpPr>
            <a:spLocks noGrp="1"/>
          </p:cNvSpPr>
          <p:nvPr>
            <p:ph type="pic" sz="quarter" idx="22"/>
          </p:nvPr>
        </p:nvSpPr>
        <p:spPr/>
        <p:txBody>
          <a:bodyPr/>
          <a:lstStyle/>
          <a:p>
            <a:endParaRPr lang="en-AU"/>
          </a:p>
        </p:txBody>
      </p:sp>
      <p:sp>
        <p:nvSpPr>
          <p:cNvPr id="17" name="Picture Placeholder 16">
            <a:extLst>
              <a:ext uri="{FF2B5EF4-FFF2-40B4-BE49-F238E27FC236}">
                <a16:creationId xmlns:a16="http://schemas.microsoft.com/office/drawing/2014/main" id="{288C0556-FCBE-941B-2BA2-8C65E6E874CA}"/>
              </a:ext>
            </a:extLst>
          </p:cNvPr>
          <p:cNvSpPr>
            <a:spLocks noGrp="1"/>
          </p:cNvSpPr>
          <p:nvPr>
            <p:ph type="pic" sz="quarter" idx="23"/>
          </p:nvPr>
        </p:nvSpPr>
        <p:spPr/>
        <p:txBody>
          <a:bodyPr/>
          <a:lstStyle/>
          <a:p>
            <a:endParaRPr lang="en-AU"/>
          </a:p>
        </p:txBody>
      </p:sp>
      <p:sp>
        <p:nvSpPr>
          <p:cNvPr id="9" name="TextBox 8">
            <a:extLst>
              <a:ext uri="{FF2B5EF4-FFF2-40B4-BE49-F238E27FC236}">
                <a16:creationId xmlns:a16="http://schemas.microsoft.com/office/drawing/2014/main" id="{40925CB5-DA36-8590-C133-CAA805E3F6B0}"/>
              </a:ext>
            </a:extLst>
          </p:cNvPr>
          <p:cNvSpPr txBox="1"/>
          <p:nvPr/>
        </p:nvSpPr>
        <p:spPr>
          <a:xfrm>
            <a:off x="1215766"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A</a:t>
            </a:r>
          </a:p>
        </p:txBody>
      </p:sp>
      <p:sp>
        <p:nvSpPr>
          <p:cNvPr id="10" name="TextBox 9">
            <a:extLst>
              <a:ext uri="{FF2B5EF4-FFF2-40B4-BE49-F238E27FC236}">
                <a16:creationId xmlns:a16="http://schemas.microsoft.com/office/drawing/2014/main" id="{4FA85E5F-0765-ABDF-E173-0F271C718E84}"/>
              </a:ext>
            </a:extLst>
          </p:cNvPr>
          <p:cNvSpPr txBox="1"/>
          <p:nvPr/>
        </p:nvSpPr>
        <p:spPr>
          <a:xfrm>
            <a:off x="4219739"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B</a:t>
            </a:r>
          </a:p>
        </p:txBody>
      </p:sp>
      <p:sp>
        <p:nvSpPr>
          <p:cNvPr id="12" name="TextBox 11">
            <a:extLst>
              <a:ext uri="{FF2B5EF4-FFF2-40B4-BE49-F238E27FC236}">
                <a16:creationId xmlns:a16="http://schemas.microsoft.com/office/drawing/2014/main" id="{3BF7E817-ED87-F068-6991-9872B9D8A1D9}"/>
              </a:ext>
            </a:extLst>
          </p:cNvPr>
          <p:cNvSpPr txBox="1"/>
          <p:nvPr/>
        </p:nvSpPr>
        <p:spPr>
          <a:xfrm>
            <a:off x="7223712"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C</a:t>
            </a:r>
          </a:p>
        </p:txBody>
      </p:sp>
      <p:sp>
        <p:nvSpPr>
          <p:cNvPr id="11" name="TextBox 10">
            <a:extLst>
              <a:ext uri="{FF2B5EF4-FFF2-40B4-BE49-F238E27FC236}">
                <a16:creationId xmlns:a16="http://schemas.microsoft.com/office/drawing/2014/main" id="{5B5ACF4E-5C00-647E-137E-A741C1139CAB}"/>
              </a:ext>
            </a:extLst>
          </p:cNvPr>
          <p:cNvSpPr txBox="1"/>
          <p:nvPr/>
        </p:nvSpPr>
        <p:spPr>
          <a:xfrm>
            <a:off x="10227686"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D</a:t>
            </a:r>
          </a:p>
        </p:txBody>
      </p:sp>
      <p:sp>
        <p:nvSpPr>
          <p:cNvPr id="2" name="Slide Number Placeholder 1">
            <a:extLst>
              <a:ext uri="{FF2B5EF4-FFF2-40B4-BE49-F238E27FC236}">
                <a16:creationId xmlns:a16="http://schemas.microsoft.com/office/drawing/2014/main" id="{F98F811F-90F9-6EF5-D718-C527F19B166A}"/>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67</a:t>
            </a:fld>
            <a:endParaRPr lang="en-AU"/>
          </a:p>
        </p:txBody>
      </p:sp>
    </p:spTree>
    <p:extLst>
      <p:ext uri="{BB962C8B-B14F-4D97-AF65-F5344CB8AC3E}">
        <p14:creationId xmlns:p14="http://schemas.microsoft.com/office/powerpoint/2010/main" val="25540829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F8A56D-828E-BDF9-63DD-03FD19E99135}"/>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29288D3B-561A-789B-48D4-AC81732C3788}"/>
              </a:ext>
            </a:extLst>
          </p:cNvPr>
          <p:cNvSpPr>
            <a:spLocks noGrp="1"/>
          </p:cNvSpPr>
          <p:nvPr>
            <p:ph type="title"/>
          </p:nvPr>
        </p:nvSpPr>
        <p:spPr>
          <a:xfrm>
            <a:off x="360000" y="360000"/>
            <a:ext cx="9901600" cy="545601"/>
          </a:xfrm>
        </p:spPr>
        <p:txBody>
          <a:bodyPr/>
          <a:lstStyle/>
          <a:p>
            <a:r>
              <a:rPr lang="en-US"/>
              <a:t>Multiple choice</a:t>
            </a:r>
          </a:p>
        </p:txBody>
      </p:sp>
      <p:sp>
        <p:nvSpPr>
          <p:cNvPr id="15" name="Text Placeholder">
            <a:extLst>
              <a:ext uri="{FF2B5EF4-FFF2-40B4-BE49-F238E27FC236}">
                <a16:creationId xmlns:a16="http://schemas.microsoft.com/office/drawing/2014/main" id="{95B984CE-6EF0-3287-0E68-8E22D0F7ACF9}"/>
              </a:ext>
            </a:extLst>
          </p:cNvPr>
          <p:cNvSpPr>
            <a:spLocks noGrp="1"/>
          </p:cNvSpPr>
          <p:nvPr>
            <p:ph type="body" sz="quarter" idx="28"/>
          </p:nvPr>
        </p:nvSpPr>
        <p:spPr>
          <a:xfrm>
            <a:off x="360000" y="1625945"/>
            <a:ext cx="11243037" cy="754243"/>
          </a:xfrm>
        </p:spPr>
        <p:txBody>
          <a:bodyPr/>
          <a:lstStyle/>
          <a:p>
            <a:endParaRPr lang="en-US" sz="4400"/>
          </a:p>
        </p:txBody>
      </p:sp>
      <p:sp>
        <p:nvSpPr>
          <p:cNvPr id="9" name="B">
            <a:extLst>
              <a:ext uri="{FF2B5EF4-FFF2-40B4-BE49-F238E27FC236}">
                <a16:creationId xmlns:a16="http://schemas.microsoft.com/office/drawing/2014/main" id="{E3EC21E2-0509-A43A-3D96-4BA7B8759C9D}"/>
              </a:ext>
            </a:extLst>
          </p:cNvPr>
          <p:cNvSpPr txBox="1"/>
          <p:nvPr/>
        </p:nvSpPr>
        <p:spPr>
          <a:xfrm>
            <a:off x="670560" y="2829070"/>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A</a:t>
            </a:r>
          </a:p>
        </p:txBody>
      </p:sp>
      <p:sp>
        <p:nvSpPr>
          <p:cNvPr id="18" name="A text">
            <a:extLst>
              <a:ext uri="{FF2B5EF4-FFF2-40B4-BE49-F238E27FC236}">
                <a16:creationId xmlns:a16="http://schemas.microsoft.com/office/drawing/2014/main" id="{BE47A701-5710-8E61-D174-0644C878A18D}"/>
              </a:ext>
            </a:extLst>
          </p:cNvPr>
          <p:cNvSpPr>
            <a:spLocks noGrp="1"/>
          </p:cNvSpPr>
          <p:nvPr>
            <p:ph type="body" sz="quarter" idx="31"/>
          </p:nvPr>
        </p:nvSpPr>
        <p:spPr>
          <a:xfrm>
            <a:off x="1345520" y="2877704"/>
            <a:ext cx="10175920" cy="641396"/>
          </a:xfrm>
        </p:spPr>
        <p:txBody>
          <a:bodyPr anchor="ctr"/>
          <a:lstStyle/>
          <a:p>
            <a:endParaRPr lang="en-US" sz="3600"/>
          </a:p>
        </p:txBody>
      </p:sp>
      <p:sp>
        <p:nvSpPr>
          <p:cNvPr id="10" name="B">
            <a:extLst>
              <a:ext uri="{FF2B5EF4-FFF2-40B4-BE49-F238E27FC236}">
                <a16:creationId xmlns:a16="http://schemas.microsoft.com/office/drawing/2014/main" id="{149F7EA5-34AE-0E46-E398-CFE99509B828}"/>
              </a:ext>
            </a:extLst>
          </p:cNvPr>
          <p:cNvSpPr txBox="1"/>
          <p:nvPr/>
        </p:nvSpPr>
        <p:spPr>
          <a:xfrm>
            <a:off x="670559" y="3676983"/>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B</a:t>
            </a:r>
          </a:p>
        </p:txBody>
      </p:sp>
      <p:sp>
        <p:nvSpPr>
          <p:cNvPr id="17" name="B text">
            <a:extLst>
              <a:ext uri="{FF2B5EF4-FFF2-40B4-BE49-F238E27FC236}">
                <a16:creationId xmlns:a16="http://schemas.microsoft.com/office/drawing/2014/main" id="{AAEFF739-9514-8C0A-0CED-58E56F017B82}"/>
              </a:ext>
            </a:extLst>
          </p:cNvPr>
          <p:cNvSpPr>
            <a:spLocks noGrp="1"/>
          </p:cNvSpPr>
          <p:nvPr>
            <p:ph type="body" sz="quarter" idx="30"/>
          </p:nvPr>
        </p:nvSpPr>
        <p:spPr>
          <a:xfrm>
            <a:off x="1345520" y="3725617"/>
            <a:ext cx="10175920" cy="641396"/>
          </a:xfrm>
        </p:spPr>
        <p:txBody>
          <a:bodyPr anchor="ctr"/>
          <a:lstStyle/>
          <a:p>
            <a:endParaRPr lang="en-US" sz="3600"/>
          </a:p>
        </p:txBody>
      </p:sp>
      <p:sp>
        <p:nvSpPr>
          <p:cNvPr id="12" name="C">
            <a:extLst>
              <a:ext uri="{FF2B5EF4-FFF2-40B4-BE49-F238E27FC236}">
                <a16:creationId xmlns:a16="http://schemas.microsoft.com/office/drawing/2014/main" id="{EE1A6F2C-C53D-023F-5109-2D99038A2CC4}"/>
              </a:ext>
            </a:extLst>
          </p:cNvPr>
          <p:cNvSpPr txBox="1"/>
          <p:nvPr/>
        </p:nvSpPr>
        <p:spPr>
          <a:xfrm>
            <a:off x="670558" y="452703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C</a:t>
            </a:r>
          </a:p>
        </p:txBody>
      </p:sp>
      <p:sp>
        <p:nvSpPr>
          <p:cNvPr id="16" name="C text">
            <a:extLst>
              <a:ext uri="{FF2B5EF4-FFF2-40B4-BE49-F238E27FC236}">
                <a16:creationId xmlns:a16="http://schemas.microsoft.com/office/drawing/2014/main" id="{0DD20211-8861-B73C-132C-D9E5D672E845}"/>
              </a:ext>
            </a:extLst>
          </p:cNvPr>
          <p:cNvSpPr>
            <a:spLocks noGrp="1"/>
          </p:cNvSpPr>
          <p:nvPr>
            <p:ph type="body" sz="quarter" idx="29"/>
          </p:nvPr>
        </p:nvSpPr>
        <p:spPr>
          <a:xfrm>
            <a:off x="1345520" y="4575670"/>
            <a:ext cx="10175920" cy="641396"/>
          </a:xfrm>
        </p:spPr>
        <p:txBody>
          <a:bodyPr anchor="ctr"/>
          <a:lstStyle/>
          <a:p>
            <a:endParaRPr lang="en-US" sz="3600"/>
          </a:p>
        </p:txBody>
      </p:sp>
      <p:sp>
        <p:nvSpPr>
          <p:cNvPr id="11" name="D">
            <a:extLst>
              <a:ext uri="{FF2B5EF4-FFF2-40B4-BE49-F238E27FC236}">
                <a16:creationId xmlns:a16="http://schemas.microsoft.com/office/drawing/2014/main" id="{C10C17A9-F508-D7A2-A9D3-C88910EF4F53}"/>
              </a:ext>
            </a:extLst>
          </p:cNvPr>
          <p:cNvSpPr txBox="1"/>
          <p:nvPr/>
        </p:nvSpPr>
        <p:spPr>
          <a:xfrm>
            <a:off x="670557" y="5377089"/>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D</a:t>
            </a:r>
          </a:p>
        </p:txBody>
      </p:sp>
      <p:sp>
        <p:nvSpPr>
          <p:cNvPr id="14" name="D text">
            <a:extLst>
              <a:ext uri="{FF2B5EF4-FFF2-40B4-BE49-F238E27FC236}">
                <a16:creationId xmlns:a16="http://schemas.microsoft.com/office/drawing/2014/main" id="{9190A628-3E35-4C7E-1B15-3396BD525BBD}"/>
              </a:ext>
            </a:extLst>
          </p:cNvPr>
          <p:cNvSpPr>
            <a:spLocks noGrp="1"/>
          </p:cNvSpPr>
          <p:nvPr>
            <p:ph type="body" sz="quarter" idx="27"/>
          </p:nvPr>
        </p:nvSpPr>
        <p:spPr>
          <a:xfrm>
            <a:off x="1345520" y="5425723"/>
            <a:ext cx="10175920" cy="641396"/>
          </a:xfrm>
        </p:spPr>
        <p:txBody>
          <a:bodyPr anchor="ctr"/>
          <a:lstStyle/>
          <a:p>
            <a:endParaRPr lang="en-US" sz="3600"/>
          </a:p>
        </p:txBody>
      </p:sp>
      <p:sp>
        <p:nvSpPr>
          <p:cNvPr id="2" name="Slide Number Placeholder 1">
            <a:extLst>
              <a:ext uri="{FF2B5EF4-FFF2-40B4-BE49-F238E27FC236}">
                <a16:creationId xmlns:a16="http://schemas.microsoft.com/office/drawing/2014/main" id="{E49832F8-1137-BC27-B013-8CE31E74C151}"/>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68</a:t>
            </a:fld>
            <a:endParaRPr lang="en-AU"/>
          </a:p>
        </p:txBody>
      </p:sp>
    </p:spTree>
    <p:extLst>
      <p:ext uri="{BB962C8B-B14F-4D97-AF65-F5344CB8AC3E}">
        <p14:creationId xmlns:p14="http://schemas.microsoft.com/office/powerpoint/2010/main" val="10328535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A8966FD-9600-3EC7-EF10-06492353388E}"/>
              </a:ext>
            </a:extLst>
          </p:cNvPr>
          <p:cNvSpPr>
            <a:spLocks noGrp="1"/>
          </p:cNvSpPr>
          <p:nvPr>
            <p:ph type="title"/>
          </p:nvPr>
        </p:nvSpPr>
        <p:spPr/>
        <p:txBody>
          <a:bodyPr/>
          <a:lstStyle/>
          <a:p>
            <a:r>
              <a:rPr lang="en-AU">
                <a:latin typeface="+mj-lt"/>
              </a:rPr>
              <a:t>References </a:t>
            </a:r>
            <a:r>
              <a:rPr lang="en-AU">
                <a:solidFill>
                  <a:schemeClr val="accent4"/>
                </a:solidFill>
                <a:latin typeface="+mj-lt"/>
              </a:rPr>
              <a:t>(1)</a:t>
            </a:r>
          </a:p>
        </p:txBody>
      </p:sp>
      <p:sp>
        <p:nvSpPr>
          <p:cNvPr id="6" name="TextBox 5">
            <a:extLst>
              <a:ext uri="{FF2B5EF4-FFF2-40B4-BE49-F238E27FC236}">
                <a16:creationId xmlns:a16="http://schemas.microsoft.com/office/drawing/2014/main" id="{EABCE76F-41B1-7EE2-14F1-DC744150DE0C}"/>
              </a:ext>
            </a:extLst>
          </p:cNvPr>
          <p:cNvSpPr txBox="1"/>
          <p:nvPr/>
        </p:nvSpPr>
        <p:spPr>
          <a:xfrm>
            <a:off x="335826" y="1397263"/>
            <a:ext cx="11471999" cy="1597297"/>
          </a:xfrm>
          <a:prstGeom prst="rect">
            <a:avLst/>
          </a:prstGeom>
          <a:noFill/>
        </p:spPr>
        <p:txBody>
          <a:bodyPr wrap="square">
            <a:spAutoFit/>
          </a:bodyPr>
          <a:lstStyle/>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ea typeface="+mn-ea"/>
                <a:cs typeface="+mn-cs"/>
              </a:rPr>
              <a:t>This presentation contains NSW Curriculum and syllabus content. The NSW Curriculum is developed by the NSW Education Standards Authority. This content is prepared by NESA for and on behalf of the Crown in the right of the State of New South Wales. The material is protected by Crown copyright.</a:t>
            </a:r>
          </a:p>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ea typeface="+mn-ea"/>
                <a:cs typeface="+mn-cs"/>
              </a:rPr>
              <a:t>Please refer to the NESA Copyright Disclaimer for more information </a:t>
            </a:r>
            <a:r>
              <a:rPr kumimoji="0" lang="en-AU" sz="1200" b="0" i="0" u="none" strike="noStrike" kern="1200" cap="none" spc="0" normalizeH="0" baseline="0" noProof="0">
                <a:ln>
                  <a:noFill/>
                </a:ln>
                <a:solidFill>
                  <a:srgbClr val="CBEDFD"/>
                </a:solidFill>
                <a:effectLst/>
                <a:uLnTx/>
                <a:uFillTx/>
                <a:ea typeface="+mn-ea"/>
                <a:cs typeface="+mn-cs"/>
                <a:hlinkClick r:id="rId3">
                  <a:extLst>
                    <a:ext uri="{A12FA001-AC4F-418D-AE19-62706E023703}">
                      <ahyp:hlinkClr xmlns:ahyp="http://schemas.microsoft.com/office/drawing/2018/hyperlinkcolor" val="tx"/>
                    </a:ext>
                  </a:extLst>
                </a:hlinkClick>
              </a:rPr>
              <a:t>https://educationstandards.nsw.edu.au/wps/portal/nesa/mini-footer/copyright</a:t>
            </a:r>
            <a:r>
              <a:rPr kumimoji="0" lang="en-AU" sz="1200" b="0" i="0" u="none" strike="noStrike" kern="1200" cap="none" spc="0" normalizeH="0" baseline="0" noProof="0">
                <a:ln>
                  <a:noFill/>
                </a:ln>
                <a:solidFill>
                  <a:srgbClr val="FFFFFF"/>
                </a:solidFill>
                <a:effectLst/>
                <a:uLnTx/>
                <a:uFillTx/>
                <a:ea typeface="+mn-ea"/>
                <a:cs typeface="+mn-cs"/>
              </a:rPr>
              <a:t>. </a:t>
            </a:r>
          </a:p>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ea typeface="+mn-ea"/>
                <a:cs typeface="+mn-cs"/>
              </a:rPr>
              <a:t>NESA holds the only official and up-to-date versions of the NSW Curriculum and syllabus documents. Please visit the NSW Education Standards Authority (NESA) website </a:t>
            </a:r>
            <a:r>
              <a:rPr kumimoji="0" lang="en-AU" sz="1200" b="0" i="0" u="none" strike="noStrike" kern="1200" cap="none" spc="0" normalizeH="0" baseline="0" noProof="0">
                <a:ln>
                  <a:noFill/>
                </a:ln>
                <a:solidFill>
                  <a:srgbClr val="CBEDFD"/>
                </a:solidFill>
                <a:effectLst/>
                <a:uLnTx/>
                <a:uFillTx/>
                <a:ea typeface="+mn-ea"/>
                <a:cs typeface="+mn-cs"/>
                <a:hlinkClick r:id="rId4">
                  <a:extLst>
                    <a:ext uri="{A12FA001-AC4F-418D-AE19-62706E023703}">
                      <ahyp:hlinkClr xmlns:ahyp="http://schemas.microsoft.com/office/drawing/2018/hyperlinkcolor" val="tx"/>
                    </a:ext>
                  </a:extLst>
                </a:hlinkClick>
              </a:rPr>
              <a:t>https://educationstandards.nsw.edu.au/wps/portal/nesa/home</a:t>
            </a:r>
            <a:r>
              <a:rPr kumimoji="0" lang="en-AU" sz="1200" b="0" i="0" u="none" strike="noStrike" kern="1200" cap="none" spc="0" normalizeH="0" baseline="0" noProof="0">
                <a:ln>
                  <a:noFill/>
                </a:ln>
                <a:solidFill>
                  <a:srgbClr val="CBEDFD"/>
                </a:solidFill>
                <a:effectLst/>
                <a:uLnTx/>
                <a:uFillTx/>
                <a:ea typeface="+mn-ea"/>
                <a:cs typeface="+mn-cs"/>
              </a:rPr>
              <a:t> </a:t>
            </a:r>
            <a:r>
              <a:rPr kumimoji="0" lang="en-AU" sz="1200" b="0" i="0" u="none" strike="noStrike" kern="1200" cap="none" spc="0" normalizeH="0" baseline="0" noProof="0">
                <a:ln>
                  <a:noFill/>
                </a:ln>
                <a:solidFill>
                  <a:srgbClr val="FFFFFF"/>
                </a:solidFill>
                <a:effectLst/>
                <a:uLnTx/>
                <a:uFillTx/>
                <a:ea typeface="+mn-ea"/>
                <a:cs typeface="+mn-cs"/>
              </a:rPr>
              <a:t>and the NSW Curriculum website </a:t>
            </a:r>
            <a:r>
              <a:rPr kumimoji="0" lang="en-AU" sz="1200" b="0" i="0" u="none" strike="noStrike" kern="1200" cap="none" spc="0" normalizeH="0" baseline="0" noProof="0">
                <a:ln>
                  <a:noFill/>
                </a:ln>
                <a:solidFill>
                  <a:srgbClr val="CBEDFD"/>
                </a:solidFill>
                <a:effectLst/>
                <a:uLnTx/>
                <a:uFillTx/>
                <a:ea typeface="+mn-ea"/>
                <a:cs typeface="+mn-cs"/>
                <a:hlinkClick r:id="rId5">
                  <a:extLst>
                    <a:ext uri="{A12FA001-AC4F-418D-AE19-62706E023703}">
                      <ahyp:hlinkClr xmlns:ahyp="http://schemas.microsoft.com/office/drawing/2018/hyperlinkcolor" val="tx"/>
                    </a:ext>
                  </a:extLst>
                </a:hlinkClick>
              </a:rPr>
              <a:t>https://curriculum.nsw.edu.au</a:t>
            </a:r>
            <a:r>
              <a:rPr kumimoji="0" lang="en-AU" sz="1200" b="0" i="0" u="none" strike="noStrike" kern="1200" cap="none" spc="0" normalizeH="0" baseline="0" noProof="0">
                <a:ln>
                  <a:noFill/>
                </a:ln>
                <a:solidFill>
                  <a:srgbClr val="FFFFFF"/>
                </a:solidFill>
                <a:effectLst/>
                <a:uLnTx/>
                <a:uFillTx/>
                <a:ea typeface="+mn-ea"/>
                <a:cs typeface="+mn-cs"/>
              </a:rPr>
              <a:t>.</a:t>
            </a:r>
          </a:p>
        </p:txBody>
      </p:sp>
      <p:sp>
        <p:nvSpPr>
          <p:cNvPr id="4" name="Content Placeholder 3">
            <a:extLst>
              <a:ext uri="{FF2B5EF4-FFF2-40B4-BE49-F238E27FC236}">
                <a16:creationId xmlns:a16="http://schemas.microsoft.com/office/drawing/2014/main" id="{B7C07B50-96D9-2E35-E2CE-3139F6377F08}"/>
              </a:ext>
            </a:extLst>
          </p:cNvPr>
          <p:cNvSpPr>
            <a:spLocks noGrp="1"/>
          </p:cNvSpPr>
          <p:nvPr>
            <p:ph idx="1"/>
          </p:nvPr>
        </p:nvSpPr>
        <p:spPr/>
        <p:txBody>
          <a:bodyPr vert="horz" lIns="0" tIns="0" rIns="0" bIns="0" rtlCol="0" anchor="t">
            <a:noAutofit/>
          </a:bodyPr>
          <a:lstStyle/>
          <a:p>
            <a:r>
              <a:rPr lang="en-AU" u="sng">
                <a:hlinkClick r:id="rId6"/>
              </a:rPr>
              <a:t>Mathematics K–10 Syllabus</a:t>
            </a:r>
            <a:r>
              <a:rPr lang="en-AU"/>
              <a:t> © NSW Education Standards Authority (NESA) for and on behalf of the Crown in right of the State of New South Wales, 2022.</a:t>
            </a:r>
          </a:p>
          <a:p>
            <a:r>
              <a:rPr lang="en-AU" u="sng">
                <a:hlinkClick r:id="rId7"/>
              </a:rPr>
              <a:t>National Numeracy Learning Progression</a:t>
            </a:r>
            <a:r>
              <a:rPr lang="en-AU"/>
              <a:t> © Australian Curriculum, Assessment and Reporting Authority (ACARA) 2010 to present, unless otherwise indicated. This material was downloaded from the </a:t>
            </a:r>
            <a:r>
              <a:rPr lang="en-AU" u="sng">
                <a:hlinkClick r:id="rId8"/>
              </a:rPr>
              <a:t>Australian Curriculum</a:t>
            </a:r>
            <a:r>
              <a:rPr lang="en-AU"/>
              <a:t> website (National Numeracy Learning Progression) (accessed March 2026) and was not modified.</a:t>
            </a:r>
          </a:p>
          <a:p>
            <a:r>
              <a:rPr lang="en-AU"/>
              <a:t>ABC Education (2023) </a:t>
            </a:r>
            <a:r>
              <a:rPr lang="en-AU" i="1" u="sng">
                <a:hlinkClick r:id="rId9"/>
              </a:rPr>
              <a:t>Game: Goat Busters (Area model for multiplication)</a:t>
            </a:r>
            <a:r>
              <a:rPr lang="en-AU"/>
              <a:t>, ABC Education, accessed 1 July 2025.</a:t>
            </a:r>
          </a:p>
          <a:p>
            <a:r>
              <a:rPr lang="en-AU"/>
              <a:t>Amplify Education (2024) </a:t>
            </a:r>
            <a:r>
              <a:rPr lang="en-AU" i="1" u="sng" err="1">
                <a:hlinkClick r:id="rId10"/>
              </a:rPr>
              <a:t>Polypad</a:t>
            </a:r>
            <a:r>
              <a:rPr lang="en-AU" i="1" u="sng">
                <a:hlinkClick r:id="rId10"/>
              </a:rPr>
              <a:t>: Number Frames</a:t>
            </a:r>
            <a:r>
              <a:rPr lang="en-AU"/>
              <a:t>, Amplify </a:t>
            </a:r>
            <a:r>
              <a:rPr lang="en-AU" err="1"/>
              <a:t>Polypad</a:t>
            </a:r>
            <a:r>
              <a:rPr lang="en-AU"/>
              <a:t> website, accessed 21 February 2024.</a:t>
            </a:r>
          </a:p>
          <a:p>
            <a:r>
              <a:rPr lang="en-AU"/>
              <a:t>New Zealand Ministry of Education (n.d.) </a:t>
            </a:r>
            <a:r>
              <a:rPr lang="en-AU" i="1" u="sng">
                <a:hlinkClick r:id="rId11"/>
              </a:rPr>
              <a:t>Checking Addition and Subtraction by Estimation</a:t>
            </a:r>
            <a:r>
              <a:rPr lang="en-AU"/>
              <a:t>, Meaningful Maths website, accessed 1 July 2025.</a:t>
            </a:r>
          </a:p>
        </p:txBody>
      </p:sp>
      <p:sp>
        <p:nvSpPr>
          <p:cNvPr id="2" name="Slide Number Placeholder 1">
            <a:extLst>
              <a:ext uri="{FF2B5EF4-FFF2-40B4-BE49-F238E27FC236}">
                <a16:creationId xmlns:a16="http://schemas.microsoft.com/office/drawing/2014/main" id="{48223418-AC99-D403-B6BA-7F5E5111A87A}"/>
              </a:ext>
              <a:ext uri="{C183D7F6-B498-43B3-948B-1728B52AA6E4}">
                <adec:decorative xmlns:adec="http://schemas.microsoft.com/office/drawing/2017/decorative" val="1"/>
              </a:ext>
            </a:extLst>
          </p:cNvPr>
          <p:cNvSpPr>
            <a:spLocks noGrp="1"/>
          </p:cNvSpPr>
          <p:nvPr>
            <p:ph type="sldNum" sz="quarter" idx="10"/>
          </p:nvPr>
        </p:nvSpPr>
        <p:spPr/>
        <p:txBody>
          <a:bodyPr/>
          <a:lstStyle/>
          <a:p>
            <a:fld id="{10A01DC5-1685-4615-8240-15192985C6A2}" type="slidenum">
              <a:rPr lang="en-AU" smtClean="0"/>
              <a:pPr/>
              <a:t>69</a:t>
            </a:fld>
            <a:endParaRPr lang="en-AU"/>
          </a:p>
        </p:txBody>
      </p:sp>
    </p:spTree>
    <p:extLst>
      <p:ext uri="{BB962C8B-B14F-4D97-AF65-F5344CB8AC3E}">
        <p14:creationId xmlns:p14="http://schemas.microsoft.com/office/powerpoint/2010/main" val="11810145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1BCA63-6CCE-C29C-9176-160F31980822}"/>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A8568780-73E0-3447-F866-F9FCBF9A794A}"/>
              </a:ext>
            </a:extLst>
          </p:cNvPr>
          <p:cNvSpPr>
            <a:spLocks noGrp="1"/>
          </p:cNvSpPr>
          <p:nvPr>
            <p:ph type="title"/>
          </p:nvPr>
        </p:nvSpPr>
        <p:spPr/>
        <p:txBody>
          <a:bodyPr/>
          <a:lstStyle/>
          <a:p>
            <a:r>
              <a:rPr lang="en-AU">
                <a:latin typeface="+mj-lt"/>
              </a:rPr>
              <a:t>References </a:t>
            </a:r>
            <a:r>
              <a:rPr lang="en-AU">
                <a:solidFill>
                  <a:schemeClr val="accent4"/>
                </a:solidFill>
                <a:latin typeface="+mj-lt"/>
              </a:rPr>
              <a:t>(2)</a:t>
            </a:r>
          </a:p>
        </p:txBody>
      </p:sp>
      <p:sp>
        <p:nvSpPr>
          <p:cNvPr id="6" name="TextBox 5">
            <a:extLst>
              <a:ext uri="{FF2B5EF4-FFF2-40B4-BE49-F238E27FC236}">
                <a16:creationId xmlns:a16="http://schemas.microsoft.com/office/drawing/2014/main" id="{F2BBE9AC-3C59-4C27-8FC0-F44E4FBB2688}"/>
              </a:ext>
            </a:extLst>
          </p:cNvPr>
          <p:cNvSpPr txBox="1"/>
          <p:nvPr/>
        </p:nvSpPr>
        <p:spPr>
          <a:xfrm>
            <a:off x="335826" y="1397263"/>
            <a:ext cx="11471999" cy="1597297"/>
          </a:xfrm>
          <a:prstGeom prst="rect">
            <a:avLst/>
          </a:prstGeom>
          <a:noFill/>
        </p:spPr>
        <p:txBody>
          <a:bodyPr wrap="square">
            <a:spAutoFit/>
          </a:bodyPr>
          <a:lstStyle/>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ea typeface="+mn-ea"/>
                <a:cs typeface="+mn-cs"/>
              </a:rPr>
              <a:t>This presentation contains NSW Curriculum and syllabus content. The NSW Curriculum is developed by the NSW Education Standards Authority. This content is prepared by NESA for and on behalf of the Crown in the right of the State of New South Wales. The material is protected by Crown copyright.</a:t>
            </a:r>
          </a:p>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ea typeface="+mn-ea"/>
                <a:cs typeface="+mn-cs"/>
              </a:rPr>
              <a:t>Please refer to the NESA Copyright Disclaimer for more information </a:t>
            </a:r>
            <a:r>
              <a:rPr kumimoji="0" lang="en-AU" sz="1200" b="0" i="0" u="none" strike="noStrike" kern="1200" cap="none" spc="0" normalizeH="0" baseline="0" noProof="0">
                <a:ln>
                  <a:noFill/>
                </a:ln>
                <a:solidFill>
                  <a:srgbClr val="CBEDFD"/>
                </a:solidFill>
                <a:effectLst/>
                <a:uLnTx/>
                <a:uFillTx/>
                <a:ea typeface="+mn-ea"/>
                <a:cs typeface="+mn-cs"/>
                <a:hlinkClick r:id="rId3">
                  <a:extLst>
                    <a:ext uri="{A12FA001-AC4F-418D-AE19-62706E023703}">
                      <ahyp:hlinkClr xmlns:ahyp="http://schemas.microsoft.com/office/drawing/2018/hyperlinkcolor" val="tx"/>
                    </a:ext>
                  </a:extLst>
                </a:hlinkClick>
              </a:rPr>
              <a:t>https://educationstandards.nsw.edu.au/wps/portal/nesa/mini-footer/copyright</a:t>
            </a:r>
            <a:r>
              <a:rPr kumimoji="0" lang="en-AU" sz="1200" b="0" i="0" u="none" strike="noStrike" kern="1200" cap="none" spc="0" normalizeH="0" baseline="0" noProof="0">
                <a:ln>
                  <a:noFill/>
                </a:ln>
                <a:solidFill>
                  <a:srgbClr val="FFFFFF"/>
                </a:solidFill>
                <a:effectLst/>
                <a:uLnTx/>
                <a:uFillTx/>
                <a:ea typeface="+mn-ea"/>
                <a:cs typeface="+mn-cs"/>
              </a:rPr>
              <a:t>. </a:t>
            </a:r>
          </a:p>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ea typeface="+mn-ea"/>
                <a:cs typeface="+mn-cs"/>
              </a:rPr>
              <a:t>NESA holds the only official and up-to-date versions of the NSW Curriculum and syllabus documents. Please visit the NSW Education Standards Authority (NESA) website </a:t>
            </a:r>
            <a:r>
              <a:rPr kumimoji="0" lang="en-AU" sz="1200" b="0" i="0" u="none" strike="noStrike" kern="1200" cap="none" spc="0" normalizeH="0" baseline="0" noProof="0">
                <a:ln>
                  <a:noFill/>
                </a:ln>
                <a:solidFill>
                  <a:srgbClr val="CBEDFD"/>
                </a:solidFill>
                <a:effectLst/>
                <a:uLnTx/>
                <a:uFillTx/>
                <a:ea typeface="+mn-ea"/>
                <a:cs typeface="+mn-cs"/>
                <a:hlinkClick r:id="rId4">
                  <a:extLst>
                    <a:ext uri="{A12FA001-AC4F-418D-AE19-62706E023703}">
                      <ahyp:hlinkClr xmlns:ahyp="http://schemas.microsoft.com/office/drawing/2018/hyperlinkcolor" val="tx"/>
                    </a:ext>
                  </a:extLst>
                </a:hlinkClick>
              </a:rPr>
              <a:t>https://educationstandards.nsw.edu.au/wps/portal/nesa/home</a:t>
            </a:r>
            <a:r>
              <a:rPr kumimoji="0" lang="en-AU" sz="1200" b="0" i="0" u="none" strike="noStrike" kern="1200" cap="none" spc="0" normalizeH="0" baseline="0" noProof="0">
                <a:ln>
                  <a:noFill/>
                </a:ln>
                <a:solidFill>
                  <a:srgbClr val="CBEDFD"/>
                </a:solidFill>
                <a:effectLst/>
                <a:uLnTx/>
                <a:uFillTx/>
                <a:ea typeface="+mn-ea"/>
                <a:cs typeface="+mn-cs"/>
              </a:rPr>
              <a:t> </a:t>
            </a:r>
            <a:r>
              <a:rPr kumimoji="0" lang="en-AU" sz="1200" b="0" i="0" u="none" strike="noStrike" kern="1200" cap="none" spc="0" normalizeH="0" baseline="0" noProof="0">
                <a:ln>
                  <a:noFill/>
                </a:ln>
                <a:solidFill>
                  <a:srgbClr val="FFFFFF"/>
                </a:solidFill>
                <a:effectLst/>
                <a:uLnTx/>
                <a:uFillTx/>
                <a:ea typeface="+mn-ea"/>
                <a:cs typeface="+mn-cs"/>
              </a:rPr>
              <a:t>and the NSW Curriculum website </a:t>
            </a:r>
            <a:r>
              <a:rPr kumimoji="0" lang="en-AU" sz="1200" b="0" i="0" u="none" strike="noStrike" kern="1200" cap="none" spc="0" normalizeH="0" baseline="0" noProof="0">
                <a:ln>
                  <a:noFill/>
                </a:ln>
                <a:solidFill>
                  <a:srgbClr val="CBEDFD"/>
                </a:solidFill>
                <a:effectLst/>
                <a:uLnTx/>
                <a:uFillTx/>
                <a:ea typeface="+mn-ea"/>
                <a:cs typeface="+mn-cs"/>
                <a:hlinkClick r:id="rId5">
                  <a:extLst>
                    <a:ext uri="{A12FA001-AC4F-418D-AE19-62706E023703}">
                      <ahyp:hlinkClr xmlns:ahyp="http://schemas.microsoft.com/office/drawing/2018/hyperlinkcolor" val="tx"/>
                    </a:ext>
                  </a:extLst>
                </a:hlinkClick>
              </a:rPr>
              <a:t>https://curriculum.nsw.edu.au</a:t>
            </a:r>
            <a:r>
              <a:rPr kumimoji="0" lang="en-AU" sz="1200" b="0" i="0" u="none" strike="noStrike" kern="1200" cap="none" spc="0" normalizeH="0" baseline="0" noProof="0">
                <a:ln>
                  <a:noFill/>
                </a:ln>
                <a:solidFill>
                  <a:srgbClr val="FFFFFF"/>
                </a:solidFill>
                <a:effectLst/>
                <a:uLnTx/>
                <a:uFillTx/>
                <a:ea typeface="+mn-ea"/>
                <a:cs typeface="+mn-cs"/>
              </a:rPr>
              <a:t>.</a:t>
            </a:r>
          </a:p>
        </p:txBody>
      </p:sp>
      <p:sp>
        <p:nvSpPr>
          <p:cNvPr id="4" name="Content Placeholder 3">
            <a:extLst>
              <a:ext uri="{FF2B5EF4-FFF2-40B4-BE49-F238E27FC236}">
                <a16:creationId xmlns:a16="http://schemas.microsoft.com/office/drawing/2014/main" id="{5821C54B-9E36-4EA7-412F-850C3972E2B8}"/>
              </a:ext>
            </a:extLst>
          </p:cNvPr>
          <p:cNvSpPr>
            <a:spLocks noGrp="1"/>
          </p:cNvSpPr>
          <p:nvPr>
            <p:ph idx="1"/>
          </p:nvPr>
        </p:nvSpPr>
        <p:spPr/>
        <p:txBody>
          <a:bodyPr vert="horz" lIns="0" tIns="0" rIns="0" bIns="0" rtlCol="0" anchor="t">
            <a:noAutofit/>
          </a:bodyPr>
          <a:lstStyle/>
          <a:p>
            <a:r>
              <a:rPr lang="en-AU"/>
              <a:t>State of New South Wales (Department of Education) (2023) </a:t>
            </a:r>
            <a:r>
              <a:rPr lang="en-AU" u="sng">
                <a:hlinkClick r:id="rId6"/>
              </a:rPr>
              <a:t>‘Factors fun’</a:t>
            </a:r>
            <a:r>
              <a:rPr lang="en-AU"/>
              <a:t>, </a:t>
            </a:r>
            <a:r>
              <a:rPr lang="en-AU" i="1"/>
              <a:t>Thinking mathematically resources</a:t>
            </a:r>
            <a:r>
              <a:rPr lang="en-AU"/>
              <a:t>, NSW Department of Education website, accessed 3 April 2024. </a:t>
            </a:r>
          </a:p>
          <a:p>
            <a:r>
              <a:rPr lang="en-AU"/>
              <a:t>——(2025) ‘</a:t>
            </a:r>
            <a:r>
              <a:rPr lang="en-AU" u="sng">
                <a:hlinkClick r:id="rId7"/>
              </a:rPr>
              <a:t>Additive strategies: Four strikes and you’re out! (Task 7)</a:t>
            </a:r>
            <a:r>
              <a:rPr lang="en-AU"/>
              <a:t>’, </a:t>
            </a:r>
            <a:r>
              <a:rPr lang="en-AU" i="1"/>
              <a:t>Stage 3 numbers and algebra</a:t>
            </a:r>
            <a:r>
              <a:rPr lang="en-AU"/>
              <a:t>, NSW Department of Education website, accessed 29 August 2025.</a:t>
            </a:r>
          </a:p>
          <a:p>
            <a:r>
              <a:rPr lang="en-AU"/>
              <a:t>University of Cambridge (n.d.) </a:t>
            </a:r>
            <a:r>
              <a:rPr lang="en-AU" i="1" u="sng">
                <a:hlinkClick r:id="rId8"/>
              </a:rPr>
              <a:t>Mystery Matrix</a:t>
            </a:r>
            <a:r>
              <a:rPr lang="en-AU"/>
              <a:t>, NRICH website, accessed 11 August 2025.</a:t>
            </a:r>
          </a:p>
          <a:p>
            <a:r>
              <a:rPr lang="en-AU"/>
              <a:t>——(n.d.) </a:t>
            </a:r>
            <a:r>
              <a:rPr lang="en-AU" i="1" u="sng">
                <a:hlinkClick r:id="rId9"/>
              </a:rPr>
              <a:t>Factors and Multiples Game</a:t>
            </a:r>
            <a:r>
              <a:rPr lang="en-AU" u="sng">
                <a:hlinkClick r:id="rId9"/>
              </a:rPr>
              <a:t>,</a:t>
            </a:r>
            <a:r>
              <a:rPr lang="en-AU"/>
              <a:t> NRICH website, accessed 4 April 2024. </a:t>
            </a:r>
          </a:p>
        </p:txBody>
      </p:sp>
      <p:sp>
        <p:nvSpPr>
          <p:cNvPr id="2" name="Slide Number Placeholder 1">
            <a:extLst>
              <a:ext uri="{FF2B5EF4-FFF2-40B4-BE49-F238E27FC236}">
                <a16:creationId xmlns:a16="http://schemas.microsoft.com/office/drawing/2014/main" id="{CF0F88A8-976F-9BA7-FF2E-119475C3FAF0}"/>
              </a:ext>
              <a:ext uri="{C183D7F6-B498-43B3-948B-1728B52AA6E4}">
                <adec:decorative xmlns:adec="http://schemas.microsoft.com/office/drawing/2017/decorative" val="1"/>
              </a:ext>
            </a:extLst>
          </p:cNvPr>
          <p:cNvSpPr>
            <a:spLocks noGrp="1"/>
          </p:cNvSpPr>
          <p:nvPr>
            <p:ph type="sldNum" sz="quarter" idx="10"/>
          </p:nvPr>
        </p:nvSpPr>
        <p:spPr/>
        <p:txBody>
          <a:bodyPr/>
          <a:lstStyle/>
          <a:p>
            <a:fld id="{10A01DC5-1685-4615-8240-15192985C6A2}" type="slidenum">
              <a:rPr lang="en-AU" smtClean="0"/>
              <a:pPr/>
              <a:t>70</a:t>
            </a:fld>
            <a:endParaRPr lang="en-AU"/>
          </a:p>
        </p:txBody>
      </p:sp>
    </p:spTree>
    <p:extLst>
      <p:ext uri="{BB962C8B-B14F-4D97-AF65-F5344CB8AC3E}">
        <p14:creationId xmlns:p14="http://schemas.microsoft.com/office/powerpoint/2010/main" val="36287571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2146F84-0A22-2DEF-978C-013AB2B0CDA6}"/>
              </a:ext>
            </a:extLst>
          </p:cNvPr>
          <p:cNvSpPr>
            <a:spLocks noGrp="1"/>
          </p:cNvSpPr>
          <p:nvPr>
            <p:ph type="title"/>
          </p:nvPr>
        </p:nvSpPr>
        <p:spPr>
          <a:xfrm>
            <a:off x="360000" y="360000"/>
            <a:ext cx="10080000" cy="537467"/>
          </a:xfrm>
        </p:spPr>
        <p:txBody>
          <a:bodyPr/>
          <a:lstStyle/>
          <a:p>
            <a:r>
              <a:rPr lang="en-AU">
                <a:latin typeface="+mj-lt"/>
              </a:rPr>
              <a:t>Copyright</a:t>
            </a:r>
          </a:p>
        </p:txBody>
      </p:sp>
      <p:sp>
        <p:nvSpPr>
          <p:cNvPr id="7" name="Text Placeholder 6">
            <a:extLst>
              <a:ext uri="{FF2B5EF4-FFF2-40B4-BE49-F238E27FC236}">
                <a16:creationId xmlns:a16="http://schemas.microsoft.com/office/drawing/2014/main" id="{E762E711-B51D-9854-C2DD-A164FE59F882}"/>
              </a:ext>
            </a:extLst>
          </p:cNvPr>
          <p:cNvSpPr>
            <a:spLocks noGrp="1"/>
          </p:cNvSpPr>
          <p:nvPr>
            <p:ph type="body" sz="quarter" idx="18"/>
          </p:nvPr>
        </p:nvSpPr>
        <p:spPr/>
        <p:txBody>
          <a:bodyPr/>
          <a:lstStyle/>
          <a:p>
            <a:r>
              <a:rPr lang="en-AU">
                <a:latin typeface="+mj-lt"/>
              </a:rPr>
              <a:t>© State of New South Wales (Department of Education), 2025</a:t>
            </a:r>
          </a:p>
        </p:txBody>
      </p:sp>
      <p:sp>
        <p:nvSpPr>
          <p:cNvPr id="8" name="TextBox 7">
            <a:extLst>
              <a:ext uri="{FF2B5EF4-FFF2-40B4-BE49-F238E27FC236}">
                <a16:creationId xmlns:a16="http://schemas.microsoft.com/office/drawing/2014/main" id="{F70BB973-8437-BE43-4C71-6089E7F934FA}"/>
              </a:ext>
            </a:extLst>
          </p:cNvPr>
          <p:cNvSpPr txBox="1"/>
          <p:nvPr/>
        </p:nvSpPr>
        <p:spPr>
          <a:xfrm>
            <a:off x="360000" y="1453575"/>
            <a:ext cx="11484338" cy="5067724"/>
          </a:xfrm>
          <a:prstGeom prst="rect">
            <a:avLst/>
          </a:prstGeom>
          <a:noFill/>
        </p:spPr>
        <p:txBody>
          <a:bodyPr wrap="square" lIns="0" tIns="0" rIns="0" bIns="0" rtlCol="0">
            <a:noAutofit/>
          </a:bodyPr>
          <a:lstStyle/>
          <a:p>
            <a:pPr algn="l">
              <a:lnSpc>
                <a:spcPct val="150000"/>
              </a:lnSpc>
              <a:spcAft>
                <a:spcPts val="600"/>
              </a:spcAft>
            </a:pPr>
            <a:r>
              <a:rPr lang="en-AU" sz="1200">
                <a:solidFill>
                  <a:schemeClr val="bg1"/>
                </a:solidFill>
              </a:rPr>
              <a:t>The copyright material published in this resource is subject to the </a:t>
            </a:r>
            <a:r>
              <a:rPr lang="en-AU" sz="1200" i="1">
                <a:solidFill>
                  <a:schemeClr val="bg1"/>
                </a:solidFill>
              </a:rPr>
              <a:t>Copyright Act 1968</a:t>
            </a:r>
            <a:r>
              <a:rPr lang="en-AU" sz="1200">
                <a:solidFill>
                  <a:schemeClr val="bg1"/>
                </a:solidFill>
              </a:rPr>
              <a:t> (</a:t>
            </a:r>
            <a:r>
              <a:rPr lang="en-AU" sz="1200" err="1">
                <a:solidFill>
                  <a:schemeClr val="bg1"/>
                </a:solidFill>
              </a:rPr>
              <a:t>Cth</a:t>
            </a:r>
            <a:r>
              <a:rPr lang="en-AU" sz="1200">
                <a:solidFill>
                  <a:schemeClr val="bg1"/>
                </a:solidFill>
              </a:rPr>
              <a:t>) and is owned by the NSW Department of Education or, where indicated, by a party other than the NSW Department of Education (third-party material).</a:t>
            </a:r>
          </a:p>
          <a:p>
            <a:pPr algn="l">
              <a:lnSpc>
                <a:spcPct val="150000"/>
              </a:lnSpc>
              <a:spcAft>
                <a:spcPts val="600"/>
              </a:spcAft>
            </a:pPr>
            <a:r>
              <a:rPr lang="en-AU" sz="1200">
                <a:solidFill>
                  <a:schemeClr val="bg1"/>
                </a:solidFill>
              </a:rPr>
              <a:t>Copyright material available in this resource and owned by the NSW Department of Education is licensed under a </a:t>
            </a:r>
            <a:r>
              <a:rPr lang="en-AU" sz="1200">
                <a:solidFill>
                  <a:schemeClr val="accent4"/>
                </a:solidFill>
                <a:hlinkClick r:id="rId3">
                  <a:extLst>
                    <a:ext uri="{A12FA001-AC4F-418D-AE19-62706E023703}">
                      <ahyp:hlinkClr xmlns:ahyp="http://schemas.microsoft.com/office/drawing/2018/hyperlinkcolor" val="tx"/>
                    </a:ext>
                  </a:extLst>
                </a:hlinkClick>
              </a:rPr>
              <a:t>Creative Commons Attribution 4.0 International (CC BY 4.0) license</a:t>
            </a:r>
            <a:r>
              <a:rPr lang="en-AU" sz="1200">
                <a:solidFill>
                  <a:schemeClr val="bg1"/>
                </a:solidFill>
              </a:rPr>
              <a:t>.</a:t>
            </a:r>
          </a:p>
          <a:p>
            <a:pPr algn="l">
              <a:lnSpc>
                <a:spcPct val="150000"/>
              </a:lnSpc>
              <a:spcAft>
                <a:spcPts val="600"/>
              </a:spcAft>
            </a:pPr>
            <a:r>
              <a:rPr lang="en-AU" sz="1200">
                <a:solidFill>
                  <a:schemeClr val="bg1"/>
                </a:solidFill>
              </a:rPr>
              <a:t>This license allows you to share and adapt the material for any purpose, even commercially.</a:t>
            </a:r>
          </a:p>
          <a:p>
            <a:pPr algn="l">
              <a:lnSpc>
                <a:spcPct val="150000"/>
              </a:lnSpc>
              <a:spcAft>
                <a:spcPts val="600"/>
              </a:spcAft>
            </a:pPr>
            <a:r>
              <a:rPr lang="en-AU" sz="1200">
                <a:solidFill>
                  <a:schemeClr val="bg1"/>
                </a:solidFill>
              </a:rPr>
              <a:t>Attribution should be given to © State of New South Wales (Department of Education), 2025.</a:t>
            </a:r>
          </a:p>
          <a:p>
            <a:pPr algn="l">
              <a:lnSpc>
                <a:spcPct val="150000"/>
              </a:lnSpc>
            </a:pPr>
            <a:r>
              <a:rPr lang="en-AU" sz="1200">
                <a:solidFill>
                  <a:schemeClr val="bg1"/>
                </a:solidFill>
              </a:rPr>
              <a:t>Material in this resource not available under a Creative Commons license:</a:t>
            </a:r>
          </a:p>
          <a:p>
            <a:pPr marL="171450" indent="-171450" algn="l">
              <a:lnSpc>
                <a:spcPct val="150000"/>
              </a:lnSpc>
              <a:buFont typeface="Arial" panose="020B0604020202020204" pitchFamily="34" charset="0"/>
              <a:buChar char="•"/>
            </a:pPr>
            <a:r>
              <a:rPr lang="en-AU" sz="1200">
                <a:solidFill>
                  <a:schemeClr val="bg1"/>
                </a:solidFill>
              </a:rPr>
              <a:t>the NSW Department of Education logo, other logos and trademark-protected material</a:t>
            </a:r>
          </a:p>
          <a:p>
            <a:pPr marL="171450" indent="-171450" algn="l">
              <a:lnSpc>
                <a:spcPct val="150000"/>
              </a:lnSpc>
              <a:buFont typeface="Arial" panose="020B0604020202020204" pitchFamily="34" charset="0"/>
              <a:buChar char="•"/>
            </a:pPr>
            <a:r>
              <a:rPr lang="en-AU" sz="1200">
                <a:solidFill>
                  <a:schemeClr val="bg1"/>
                </a:solidFill>
              </a:rPr>
              <a:t>Material owned by a third party that has been reproduced with permission. You will need to obtain permission from the third party to reuse its material. </a:t>
            </a:r>
          </a:p>
          <a:p>
            <a:pPr algn="l">
              <a:lnSpc>
                <a:spcPct val="150000"/>
              </a:lnSpc>
              <a:spcBef>
                <a:spcPts val="1200"/>
              </a:spcBef>
              <a:spcAft>
                <a:spcPts val="600"/>
              </a:spcAft>
            </a:pPr>
            <a:r>
              <a:rPr lang="en-AU" sz="1200" b="1">
                <a:solidFill>
                  <a:schemeClr val="bg1"/>
                </a:solidFill>
                <a:latin typeface="+mj-lt"/>
              </a:rPr>
              <a:t>Links to third-party material and websites</a:t>
            </a:r>
          </a:p>
          <a:p>
            <a:pPr algn="l">
              <a:lnSpc>
                <a:spcPct val="150000"/>
              </a:lnSpc>
              <a:spcAft>
                <a:spcPts val="600"/>
              </a:spcAft>
            </a:pPr>
            <a:r>
              <a:rPr lang="en-AU" sz="1200">
                <a:solidFill>
                  <a:schemeClr val="bg1"/>
                </a:solidFill>
              </a:rPr>
              <a:t>Please note that the provided (reading/viewing material/list/links/texts) are a suggestion only and implies no endorsement, by the New South Wales Department of Education, of any author, publisher, or book title. School principals and teachers are best placed to assess the suitability of resources that would complement the curriculum and reflect the needs and interests of their students.</a:t>
            </a:r>
          </a:p>
          <a:p>
            <a:pPr algn="l">
              <a:lnSpc>
                <a:spcPct val="150000"/>
              </a:lnSpc>
              <a:spcAft>
                <a:spcPts val="600"/>
              </a:spcAft>
            </a:pPr>
            <a:r>
              <a:rPr lang="en-AU" sz="1200">
                <a:solidFill>
                  <a:schemeClr val="bg1"/>
                </a:solidFill>
              </a:rPr>
              <a:t>If you use the links provided in this document to access a third party’s website, you acknowledge that the terms of use, including licence terms set out on the third-party’s website apply to the use which may be made of the materials on that third-party website or where permitted by the </a:t>
            </a:r>
            <a:r>
              <a:rPr lang="en-AU" sz="1200" i="1">
                <a:solidFill>
                  <a:schemeClr val="bg1"/>
                </a:solidFill>
              </a:rPr>
              <a:t>Copyright Act 1968 </a:t>
            </a:r>
            <a:r>
              <a:rPr lang="en-AU" sz="1200">
                <a:solidFill>
                  <a:schemeClr val="bg1"/>
                </a:solidFill>
              </a:rPr>
              <a:t>(</a:t>
            </a:r>
            <a:r>
              <a:rPr lang="en-AU" sz="1200" err="1">
                <a:solidFill>
                  <a:schemeClr val="bg1"/>
                </a:solidFill>
              </a:rPr>
              <a:t>Cth</a:t>
            </a:r>
            <a:r>
              <a:rPr lang="en-AU" sz="1200">
                <a:solidFill>
                  <a:schemeClr val="bg1"/>
                </a:solidFill>
              </a:rPr>
              <a:t>). The department accepts no responsibility for content on third-party websites. </a:t>
            </a:r>
          </a:p>
        </p:txBody>
      </p:sp>
    </p:spTree>
    <p:extLst>
      <p:ext uri="{BB962C8B-B14F-4D97-AF65-F5344CB8AC3E}">
        <p14:creationId xmlns:p14="http://schemas.microsoft.com/office/powerpoint/2010/main" val="38204117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NSWG Corporate">
  <a:themeElements>
    <a:clrScheme name="Custom 14">
      <a:dk1>
        <a:srgbClr val="22272B"/>
      </a:dk1>
      <a:lt1>
        <a:srgbClr val="FFFFFF"/>
      </a:lt1>
      <a:dk2>
        <a:srgbClr val="D7153A"/>
      </a:dk2>
      <a:lt2>
        <a:srgbClr val="EBEBEB"/>
      </a:lt2>
      <a:accent1>
        <a:srgbClr val="002664"/>
      </a:accent1>
      <a:accent2>
        <a:srgbClr val="146CFD"/>
      </a:accent2>
      <a:accent3>
        <a:srgbClr val="8CE0FF"/>
      </a:accent3>
      <a:accent4>
        <a:srgbClr val="CBEDFD"/>
      </a:accent4>
      <a:accent5>
        <a:srgbClr val="495054"/>
      </a:accent5>
      <a:accent6>
        <a:srgbClr val="FFE6EA"/>
      </a:accent6>
      <a:hlink>
        <a:srgbClr val="146CFD"/>
      </a:hlink>
      <a:folHlink>
        <a:srgbClr val="146CFD"/>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lIns="0" tIns="0" rIns="0" bIns="0" rtlCol="0">
        <a:noAutofit/>
      </a:bodyPr>
      <a:lstStyle>
        <a:defPPr algn="l">
          <a:defRPr sz="1800" dirty="0"/>
        </a:defPPr>
      </a:lstStyle>
    </a:txDef>
  </a:objectDefaults>
  <a:extraClrSchemeLst/>
  <a:extLst>
    <a:ext uri="{05A4C25C-085E-4340-85A3-A5531E510DB2}">
      <thm15:themeFamily xmlns:thm15="http://schemas.microsoft.com/office/thememl/2012/main" name="Review of learning template" id="{8077A738-7D06-4B54-972E-94806C6B7F6D}" vid="{415614B2-02FF-41DC-B617-EAE1A180D53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1225CD7B5461E64DBD81A4688FEB92F3" ma:contentTypeVersion="12" ma:contentTypeDescription="Create a new document." ma:contentTypeScope="" ma:versionID="32399663726c23a2f642d658b0aca0e5">
  <xsd:schema xmlns:xsd="http://www.w3.org/2001/XMLSchema" xmlns:xs="http://www.w3.org/2001/XMLSchema" xmlns:p="http://schemas.microsoft.com/office/2006/metadata/properties" xmlns:ns2="9983aa10-8768-4afe-b503-cad2303d02b1" xmlns:ns3="33c4fa9b-9104-422a-9d36-2aa3be9e17bc" targetNamespace="http://schemas.microsoft.com/office/2006/metadata/properties" ma:root="true" ma:fieldsID="94f9f2d3303c22dd8eead538cc2519f2" ns2:_="" ns3:_="">
    <xsd:import namespace="9983aa10-8768-4afe-b503-cad2303d02b1"/>
    <xsd:import namespace="33c4fa9b-9104-422a-9d36-2aa3be9e17bc"/>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MediaServiceDateTaken" minOccurs="0"/>
                <xsd:element ref="ns2:lcf76f155ced4ddcb4097134ff3c332f" minOccurs="0"/>
                <xsd:element ref="ns3:TaxCatchAll" minOccurs="0"/>
                <xsd:element ref="ns2:MediaServiceGenerationTime" minOccurs="0"/>
                <xsd:element ref="ns2:MediaServiceEventHashCode" minOccurs="0"/>
                <xsd:element ref="ns2:MediaServiceOCR"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983aa10-8768-4afe-b503-cad2303d02b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lcf76f155ced4ddcb4097134ff3c332f" ma:index="14" nillable="true" ma:taxonomy="true" ma:internalName="lcf76f155ced4ddcb4097134ff3c332f" ma:taxonomyFieldName="MediaServiceImageTags" ma:displayName="Image Tags" ma:readOnly="false" ma:fieldId="{5cf76f15-5ced-4ddc-b409-7134ff3c332f}" ma:taxonomyMulti="true" ma:sspId="51f47cd6-212f-4ea2-b6af-f1d1e47bdbaf" ma:termSetId="09814cd3-568e-fe90-9814-8d621ff8fb84" ma:anchorId="fba54fb3-c3e1-fe81-a776-ca4b69148c4d" ma:open="true" ma:isKeyword="false">
      <xsd:complexType>
        <xsd:sequence>
          <xsd:element ref="pc:Terms" minOccurs="0" maxOccurs="1"/>
        </xsd:sequence>
      </xsd:complex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element name="MediaLengthInSeconds" ma:index="19"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33c4fa9b-9104-422a-9d36-2aa3be9e17bc" elementFormDefault="qualified">
    <xsd:import namespace="http://schemas.microsoft.com/office/2006/documentManagement/types"/>
    <xsd:import namespace="http://schemas.microsoft.com/office/infopath/2007/PartnerControls"/>
    <xsd:element name="TaxCatchAll" ma:index="15" nillable="true" ma:displayName="Taxonomy Catch All Column" ma:hidden="true" ma:list="{b1e7c5dc-00dd-4604-80db-069fb80082d9}" ma:internalName="TaxCatchAll" ma:showField="CatchAllData" ma:web="33c4fa9b-9104-422a-9d36-2aa3be9e17bc">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9983aa10-8768-4afe-b503-cad2303d02b1">
      <Terms xmlns="http://schemas.microsoft.com/office/infopath/2007/PartnerControls"/>
    </lcf76f155ced4ddcb4097134ff3c332f>
    <TaxCatchAll xmlns="33c4fa9b-9104-422a-9d36-2aa3be9e17bc"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25B15EA4-0A1C-4610-9DE5-1CE847A3F6A2}"/>
</file>

<file path=customXml/itemProps2.xml><?xml version="1.0" encoding="utf-8"?>
<ds:datastoreItem xmlns:ds="http://schemas.openxmlformats.org/officeDocument/2006/customXml" ds:itemID="{CE555570-2BD4-426B-AA32-0A79CB6508A8}">
  <ds:schemaRefs>
    <ds:schemaRef ds:uri="http://schemas.microsoft.com/sharepoint/v3"/>
    <ds:schemaRef ds:uri="http://www.w3.org/XML/1998/namespace"/>
    <ds:schemaRef ds:uri="http://schemas.microsoft.com/office/2006/metadata/properties"/>
    <ds:schemaRef ds:uri="http://purl.org/dc/terms/"/>
    <ds:schemaRef ds:uri="http://purl.org/dc/elements/1.1/"/>
    <ds:schemaRef ds:uri="http://schemas.microsoft.com/office/infopath/2007/PartnerControls"/>
    <ds:schemaRef ds:uri="http://schemas.microsoft.com/office/2006/documentManagement/types"/>
    <ds:schemaRef ds:uri="http://schemas.openxmlformats.org/package/2006/metadata/core-properties"/>
    <ds:schemaRef ds:uri="60129b06-f64b-40a8-96e2-c5b2f86112b1"/>
    <ds:schemaRef ds:uri="7e763d47-3c66-4c58-9425-1477fd3ccd1e"/>
    <ds:schemaRef ds:uri="http://purl.org/dc/dcmitype/"/>
  </ds:schemaRefs>
</ds:datastoreItem>
</file>

<file path=customXml/itemProps3.xml><?xml version="1.0" encoding="utf-8"?>
<ds:datastoreItem xmlns:ds="http://schemas.openxmlformats.org/officeDocument/2006/customXml" ds:itemID="{1BBF1075-4992-4DA3-A5BC-433A425AD955}">
  <ds:schemaRefs>
    <ds:schemaRef ds:uri="http://schemas.microsoft.com/sharepoint/v3/contenttype/forms"/>
  </ds:schemaRefs>
</ds:datastoreItem>
</file>

<file path=docMetadata/LabelInfo.xml><?xml version="1.0" encoding="utf-8"?>
<clbl:labelList xmlns:clbl="http://schemas.microsoft.com/office/2020/mipLabelMetadata">
  <clbl:label id="{b603dfd7-d93a-4381-a340-2995d8282205}" enabled="1" method="Standard" siteId="{05a0e69a-418a-47c1-9c25-9387261bf991}" contentBits="0" removed="0"/>
</clbl:labelList>
</file>

<file path=docProps/app.xml><?xml version="1.0" encoding="utf-8"?>
<Properties xmlns="http://schemas.openxmlformats.org/officeDocument/2006/extended-properties" xmlns:vt="http://schemas.openxmlformats.org/officeDocument/2006/docPropsVTypes">
  <Template>Review of learning template (1)</Template>
  <TotalTime>2</TotalTime>
  <Words>6736</Words>
  <Application>Microsoft Office PowerPoint</Application>
  <PresentationFormat>Widescreen</PresentationFormat>
  <Paragraphs>922</Paragraphs>
  <Slides>71</Slides>
  <Notes>71</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71</vt:i4>
      </vt:variant>
    </vt:vector>
  </HeadingPairs>
  <TitlesOfParts>
    <vt:vector size="82" baseType="lpstr">
      <vt:lpstr>Public Sans</vt:lpstr>
      <vt:lpstr>Wingdings</vt:lpstr>
      <vt:lpstr>Aptos Narrow</vt:lpstr>
      <vt:lpstr>Arial</vt:lpstr>
      <vt:lpstr>Times New Roman</vt:lpstr>
      <vt:lpstr>Arial Black</vt:lpstr>
      <vt:lpstr>Public Sans Light</vt:lpstr>
      <vt:lpstr>Montserrat</vt:lpstr>
      <vt:lpstr>Canva Student Font</vt:lpstr>
      <vt:lpstr>Calibri</vt:lpstr>
      <vt:lpstr>NSWG Corporate</vt:lpstr>
      <vt:lpstr>Instructions for use</vt:lpstr>
      <vt:lpstr>Review of Learning</vt:lpstr>
      <vt:lpstr>Lessons</vt:lpstr>
      <vt:lpstr>Review of learning 1</vt:lpstr>
      <vt:lpstr>Multiple choice (1)</vt:lpstr>
      <vt:lpstr>Short response (1)</vt:lpstr>
      <vt:lpstr>Short response (2)</vt:lpstr>
      <vt:lpstr>Short response (3)</vt:lpstr>
      <vt:lpstr>Short response (4)</vt:lpstr>
      <vt:lpstr>Activity 1 – mystery factors (1)</vt:lpstr>
      <vt:lpstr>Activity 1 – mystery factors (2)</vt:lpstr>
      <vt:lpstr>Review of learning 2</vt:lpstr>
      <vt:lpstr>True or false (1)</vt:lpstr>
      <vt:lpstr>Short response (5)</vt:lpstr>
      <vt:lpstr>Short response (6)</vt:lpstr>
      <vt:lpstr>Short response (7)</vt:lpstr>
      <vt:lpstr>Short response (8)</vt:lpstr>
      <vt:lpstr>Activity 2 – factors fun - fours</vt:lpstr>
      <vt:lpstr>Review of learning 3</vt:lpstr>
      <vt:lpstr>Multiple choice (2)</vt:lpstr>
      <vt:lpstr>Short response (9)</vt:lpstr>
      <vt:lpstr>Short response (10)</vt:lpstr>
      <vt:lpstr>Short response (11)</vt:lpstr>
      <vt:lpstr>Short response (12)</vt:lpstr>
      <vt:lpstr>Activity 3 – factors fun - sixes</vt:lpstr>
      <vt:lpstr>Review of learning 4</vt:lpstr>
      <vt:lpstr>True or false (2)</vt:lpstr>
      <vt:lpstr>Short response (13)</vt:lpstr>
      <vt:lpstr>Short response (14)</vt:lpstr>
      <vt:lpstr>Short response (15)</vt:lpstr>
      <vt:lpstr>Short response (16)</vt:lpstr>
      <vt:lpstr>Activity 4 – factors and multiples</vt:lpstr>
      <vt:lpstr>Review of learning 5</vt:lpstr>
      <vt:lpstr>Multiple choice (3)</vt:lpstr>
      <vt:lpstr>Short response (17)</vt:lpstr>
      <vt:lpstr>Short response (18)</vt:lpstr>
      <vt:lpstr>Short response (19)</vt:lpstr>
      <vt:lpstr>Short response (20)</vt:lpstr>
      <vt:lpstr>Activity 5 – checking addition algorithms</vt:lpstr>
      <vt:lpstr>Review of learning 6</vt:lpstr>
      <vt:lpstr>True or false (3)</vt:lpstr>
      <vt:lpstr>Short response (21)</vt:lpstr>
      <vt:lpstr>Short response (22)</vt:lpstr>
      <vt:lpstr>Short response (23)</vt:lpstr>
      <vt:lpstr>Short response (24)</vt:lpstr>
      <vt:lpstr>Activity 6 – checking subtraction algorithms</vt:lpstr>
      <vt:lpstr>Review of learning 7</vt:lpstr>
      <vt:lpstr>Multiple choice (4)</vt:lpstr>
      <vt:lpstr>Short response (25)</vt:lpstr>
      <vt:lpstr>Short response (26)</vt:lpstr>
      <vt:lpstr>Short response (27)</vt:lpstr>
      <vt:lpstr>Short response (28)</vt:lpstr>
      <vt:lpstr>Activity 7 – checking addition using estimation</vt:lpstr>
      <vt:lpstr>Review of learning 8</vt:lpstr>
      <vt:lpstr>True or false (4)</vt:lpstr>
      <vt:lpstr>Short response (29)</vt:lpstr>
      <vt:lpstr>Short response (30)</vt:lpstr>
      <vt:lpstr>Short response (31)</vt:lpstr>
      <vt:lpstr>Short response (32)</vt:lpstr>
      <vt:lpstr>Activity 8 – four strikes (1)</vt:lpstr>
      <vt:lpstr>Activity 8 – four strikes (2)</vt:lpstr>
      <vt:lpstr>Double Venn diagram</vt:lpstr>
      <vt:lpstr>Frayer</vt:lpstr>
      <vt:lpstr>Spider map</vt:lpstr>
      <vt:lpstr>Cline</vt:lpstr>
      <vt:lpstr>Compare and contrast</vt:lpstr>
      <vt:lpstr>Multiple choice (5)</vt:lpstr>
      <vt:lpstr>Multiple choice</vt:lpstr>
      <vt:lpstr>References (1)</vt:lpstr>
      <vt:lpstr>References (2)</vt:lpstr>
      <vt:lpstr>Copyright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Nat Hawkins</dc:creator>
  <cp:keywords/>
  <dc:description/>
  <cp:lastModifiedBy>Daniel Archer</cp:lastModifiedBy>
  <cp:revision>2</cp:revision>
  <dcterms:created xsi:type="dcterms:W3CDTF">2025-10-28T21:34:25Z</dcterms:created>
  <dcterms:modified xsi:type="dcterms:W3CDTF">2026-06-21T22:24:50Z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b603dfd7-d93a-4381-a340-2995d8282205_Enabled">
    <vt:lpwstr>true</vt:lpwstr>
  </property>
  <property fmtid="{D5CDD505-2E9C-101B-9397-08002B2CF9AE}" pid="3" name="MSIP_Label_b603dfd7-d93a-4381-a340-2995d8282205_SetDate">
    <vt:lpwstr>2024-07-31T04:53:06Z</vt:lpwstr>
  </property>
  <property fmtid="{D5CDD505-2E9C-101B-9397-08002B2CF9AE}" pid="4" name="MSIP_Label_b603dfd7-d93a-4381-a340-2995d8282205_Method">
    <vt:lpwstr>Standard</vt:lpwstr>
  </property>
  <property fmtid="{D5CDD505-2E9C-101B-9397-08002B2CF9AE}" pid="5" name="MSIP_Label_b603dfd7-d93a-4381-a340-2995d8282205_Name">
    <vt:lpwstr>OFFICIAL</vt:lpwstr>
  </property>
  <property fmtid="{D5CDD505-2E9C-101B-9397-08002B2CF9AE}" pid="6" name="MSIP_Label_b603dfd7-d93a-4381-a340-2995d8282205_SiteId">
    <vt:lpwstr>05a0e69a-418a-47c1-9c25-9387261bf991</vt:lpwstr>
  </property>
  <property fmtid="{D5CDD505-2E9C-101B-9397-08002B2CF9AE}" pid="7" name="MSIP_Label_b603dfd7-d93a-4381-a340-2995d8282205_ActionId">
    <vt:lpwstr>52ebee92-659e-4fb8-a3b1-217e00faeb50</vt:lpwstr>
  </property>
  <property fmtid="{D5CDD505-2E9C-101B-9397-08002B2CF9AE}" pid="8" name="MSIP_Label_b603dfd7-d93a-4381-a340-2995d8282205_ContentBits">
    <vt:lpwstr>0</vt:lpwstr>
  </property>
  <property fmtid="{D5CDD505-2E9C-101B-9397-08002B2CF9AE}" pid="9" name="ContentTypeId">
    <vt:lpwstr>0x0101001225CD7B5461E64DBD81A4688FEB92F3</vt:lpwstr>
  </property>
  <property fmtid="{D5CDD505-2E9C-101B-9397-08002B2CF9AE}" pid="10" name="MediaServiceImageTags">
    <vt:lpwstr/>
  </property>
</Properties>
</file>