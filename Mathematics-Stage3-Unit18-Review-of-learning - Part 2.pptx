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36"/>
  </p:notesMasterIdLst>
  <p:handoutMasterIdLst>
    <p:handoutMasterId r:id="rId37"/>
  </p:handoutMasterIdLst>
  <p:sldIdLst>
    <p:sldId id="365" r:id="rId5"/>
    <p:sldId id="26579" r:id="rId6"/>
    <p:sldId id="26359" r:id="rId7"/>
    <p:sldId id="271" r:id="rId8"/>
    <p:sldId id="26577" r:id="rId9"/>
    <p:sldId id="26646"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592" r:id="rId22"/>
    <p:sldId id="26593"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Lst>
  <p:sldSz cx="12192000" cy="6858000"/>
  <p:notesSz cx="6858000" cy="9144000"/>
  <p:embeddedFontLst>
    <p:embeddedFont>
      <p:font typeface="Cambria Math" panose="02040503050406030204" pitchFamily="18" charset="0"/>
      <p:regular r:id="rId38"/>
    </p:embeddedFont>
    <p:embeddedFont>
      <p:font typeface="Canva Student Font" panose="020B0604020202020204" charset="0"/>
      <p:regular r:id="rId39"/>
    </p:embeddedFont>
    <p:embeddedFont>
      <p:font typeface="Dreaming Outloud Sans" panose="020B0604020202020204" charset="0"/>
      <p:regular r:id="rId40"/>
    </p:embeddedFont>
    <p:embeddedFont>
      <p:font typeface="Edu NSW ACT Foundation" pitchFamily="2" charset="0"/>
      <p:regular r:id="rId41"/>
      <p:bold r:id="rId42"/>
    </p:embeddedFont>
    <p:embeddedFont>
      <p:font typeface="Intro Rust" panose="020B0604020202020204" charset="0"/>
      <p:regular r:id="rId43"/>
    </p:embeddedFont>
    <p:embeddedFont>
      <p:font typeface="Public Sans" panose="020B0604020202020204" charset="0"/>
      <p:regular r:id="rId44"/>
      <p:bold r:id="rId45"/>
      <p:italic r:id="rId46"/>
      <p:boldItalic r:id="rId47"/>
    </p:embeddedFont>
    <p:embeddedFont>
      <p:font typeface="Public Sans Light" panose="020B0604020202020204" charset="0"/>
      <p:regular r:id="rId48"/>
      <p:italic r:id="rId49"/>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577"/>
            <p14:sldId id="26646"/>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ection>
        <p14:section name="Review of learning 6" id="{6721D3DC-F7BB-49CA-9E61-8454C104591D}">
          <p14:sldIdLst/>
        </p14:section>
        <p14:section name="Review of learning 7" id="{CF63834E-0BE9-495B-9761-037C836F185E}">
          <p14:sldIdLst/>
        </p14:section>
        <p14:section name="Review of learning 8" id="{6FF8F7EC-803E-4F84-BA41-6B3ED673D597}">
          <p14:sldIdLst/>
        </p14:section>
        <p14:section name="Assets for teachers to create their own review" id="{ACCADEBA-79DB-4F18-8F19-E4DF86159DFB}">
          <p14:sldIdLst/>
        </p14:section>
        <p14:section name="References &amp; copyright" id="{DBC31484-F5F8-4CB1-8DB4-A562A9780899}">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0EB36D6E-3AE9-3B2C-28D2-8291BFBA4A39}" name="Christie Williams" initials="CW" userId="S::christie.williams2@det.nsw.edu.au::881f3a5c-b614-46db-a2f1-8ad4840e9c37" providerId="AD"/>
  <p188:author id="{D7748CAD-4730-709D-51B8-05F53F9A5AD7}" name="Christie Williams" initials="CW" userId="S::CHRISTIE.Williams2@det.nsw.edu.au::881f3a5c-b614-46db-a2f1-8ad4840e9c37" providerId="AD"/>
  <p188:author id="{3FDA68B6-B52B-FE76-39D1-E268A1C28951}" name="Phil HOLLINS (Phil Hollins)" initials="PH" userId="S::philip.hollins@det.nsw.edu.au::2b9063ba-35fe-4c7f-aa4d-5bf1098ac266"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007A8A"/>
    <a:srgbClr val="9B6808"/>
    <a:srgbClr val="427B2D"/>
    <a:srgbClr val="B51458"/>
    <a:srgbClr val="00ACC2"/>
    <a:srgbClr val="64BB47"/>
    <a:srgbClr val="EDF9E0"/>
    <a:srgbClr val="87D83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941" autoAdjust="0"/>
  </p:normalViewPr>
  <p:slideViewPr>
    <p:cSldViewPr snapToGrid="0">
      <p:cViewPr varScale="1">
        <p:scale>
          <a:sx n="76" d="100"/>
          <a:sy n="76" d="100"/>
        </p:scale>
        <p:origin x="917" y="67"/>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2.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presProps" Target="presProps.xml"/><Relationship Id="rId55"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6.fntdata"/><Relationship Id="rId48" Type="http://schemas.openxmlformats.org/officeDocument/2006/relationships/font" Target="fonts/font11.fntdata"/><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6.xml"/><Relationship Id="rId41" Type="http://schemas.openxmlformats.org/officeDocument/2006/relationships/font" Target="fonts/font4.fntdata"/><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49" Type="http://schemas.openxmlformats.org/officeDocument/2006/relationships/font" Target="fonts/font1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son Fretwell" userId="236faa51-3e25-42ea-818b-3df7392b3740" providerId="ADAL" clId="{E13908BB-FCA8-48D3-AC32-E0FE8851F1D6}"/>
    <pc:docChg chg="delSld modSection">
      <pc:chgData name="Jason Fretwell" userId="236faa51-3e25-42ea-818b-3df7392b3740" providerId="ADAL" clId="{E13908BB-FCA8-48D3-AC32-E0FE8851F1D6}" dt="2026-10-20T09:13:29.776" v="0" actId="47"/>
      <pc:docMkLst>
        <pc:docMk/>
      </pc:docMkLst>
      <pc:sldChg chg="del">
        <pc:chgData name="Jason Fretwell" userId="236faa51-3e25-42ea-818b-3df7392b3740" providerId="ADAL" clId="{E13908BB-FCA8-48D3-AC32-E0FE8851F1D6}" dt="2026-10-20T09:13:29.776" v="0" actId="47"/>
        <pc:sldMkLst>
          <pc:docMk/>
          <pc:sldMk cId="3820411759" sldId="361"/>
        </pc:sldMkLst>
      </pc:sldChg>
      <pc:sldChg chg="del">
        <pc:chgData name="Jason Fretwell" userId="236faa51-3e25-42ea-818b-3df7392b3740" providerId="ADAL" clId="{E13908BB-FCA8-48D3-AC32-E0FE8851F1D6}" dt="2026-10-20T09:13:29.776" v="0" actId="47"/>
        <pc:sldMkLst>
          <pc:docMk/>
          <pc:sldMk cId="61420684" sldId="26387"/>
        </pc:sldMkLst>
      </pc:sldChg>
      <pc:sldChg chg="del">
        <pc:chgData name="Jason Fretwell" userId="236faa51-3e25-42ea-818b-3df7392b3740" providerId="ADAL" clId="{E13908BB-FCA8-48D3-AC32-E0FE8851F1D6}" dt="2026-10-20T09:13:29.776" v="0" actId="47"/>
        <pc:sldMkLst>
          <pc:docMk/>
          <pc:sldMk cId="3368890121" sldId="26391"/>
        </pc:sldMkLst>
      </pc:sldChg>
      <pc:sldChg chg="del">
        <pc:chgData name="Jason Fretwell" userId="236faa51-3e25-42ea-818b-3df7392b3740" providerId="ADAL" clId="{E13908BB-FCA8-48D3-AC32-E0FE8851F1D6}" dt="2026-10-20T09:13:29.776" v="0" actId="47"/>
        <pc:sldMkLst>
          <pc:docMk/>
          <pc:sldMk cId="2597034678" sldId="26393"/>
        </pc:sldMkLst>
      </pc:sldChg>
      <pc:sldChg chg="del">
        <pc:chgData name="Jason Fretwell" userId="236faa51-3e25-42ea-818b-3df7392b3740" providerId="ADAL" clId="{E13908BB-FCA8-48D3-AC32-E0FE8851F1D6}" dt="2026-10-20T09:13:29.776" v="0" actId="47"/>
        <pc:sldMkLst>
          <pc:docMk/>
          <pc:sldMk cId="1447528204" sldId="26395"/>
        </pc:sldMkLst>
      </pc:sldChg>
      <pc:sldChg chg="del">
        <pc:chgData name="Jason Fretwell" userId="236faa51-3e25-42ea-818b-3df7392b3740" providerId="ADAL" clId="{E13908BB-FCA8-48D3-AC32-E0FE8851F1D6}" dt="2026-10-20T09:13:29.776" v="0" actId="47"/>
        <pc:sldMkLst>
          <pc:docMk/>
          <pc:sldMk cId="959239761" sldId="26402"/>
        </pc:sldMkLst>
      </pc:sldChg>
      <pc:sldChg chg="del">
        <pc:chgData name="Jason Fretwell" userId="236faa51-3e25-42ea-818b-3df7392b3740" providerId="ADAL" clId="{E13908BB-FCA8-48D3-AC32-E0FE8851F1D6}" dt="2026-10-20T09:13:29.776" v="0" actId="47"/>
        <pc:sldMkLst>
          <pc:docMk/>
          <pc:sldMk cId="1828670581" sldId="26458"/>
        </pc:sldMkLst>
      </pc:sldChg>
      <pc:sldChg chg="del">
        <pc:chgData name="Jason Fretwell" userId="236faa51-3e25-42ea-818b-3df7392b3740" providerId="ADAL" clId="{E13908BB-FCA8-48D3-AC32-E0FE8851F1D6}" dt="2026-10-20T09:13:29.776" v="0" actId="47"/>
        <pc:sldMkLst>
          <pc:docMk/>
          <pc:sldMk cId="1546409946" sldId="26459"/>
        </pc:sldMkLst>
      </pc:sldChg>
      <pc:sldChg chg="del">
        <pc:chgData name="Jason Fretwell" userId="236faa51-3e25-42ea-818b-3df7392b3740" providerId="ADAL" clId="{E13908BB-FCA8-48D3-AC32-E0FE8851F1D6}" dt="2026-10-20T09:13:29.776" v="0" actId="47"/>
        <pc:sldMkLst>
          <pc:docMk/>
          <pc:sldMk cId="2554082966" sldId="26507"/>
        </pc:sldMkLst>
      </pc:sldChg>
      <pc:sldChg chg="del">
        <pc:chgData name="Jason Fretwell" userId="236faa51-3e25-42ea-818b-3df7392b3740" providerId="ADAL" clId="{E13908BB-FCA8-48D3-AC32-E0FE8851F1D6}" dt="2026-10-20T09:13:29.776" v="0" actId="47"/>
        <pc:sldMkLst>
          <pc:docMk/>
          <pc:sldMk cId="1019636874" sldId="26510"/>
        </pc:sldMkLst>
      </pc:sldChg>
      <pc:sldChg chg="del">
        <pc:chgData name="Jason Fretwell" userId="236faa51-3e25-42ea-818b-3df7392b3740" providerId="ADAL" clId="{E13908BB-FCA8-48D3-AC32-E0FE8851F1D6}" dt="2026-10-20T09:13:29.776" v="0" actId="47"/>
        <pc:sldMkLst>
          <pc:docMk/>
          <pc:sldMk cId="411931579" sldId="26610"/>
        </pc:sldMkLst>
      </pc:sldChg>
      <pc:sldChg chg="del">
        <pc:chgData name="Jason Fretwell" userId="236faa51-3e25-42ea-818b-3df7392b3740" providerId="ADAL" clId="{E13908BB-FCA8-48D3-AC32-E0FE8851F1D6}" dt="2026-10-20T09:13:29.776" v="0" actId="47"/>
        <pc:sldMkLst>
          <pc:docMk/>
          <pc:sldMk cId="3754241694" sldId="26611"/>
        </pc:sldMkLst>
      </pc:sldChg>
      <pc:sldChg chg="del">
        <pc:chgData name="Jason Fretwell" userId="236faa51-3e25-42ea-818b-3df7392b3740" providerId="ADAL" clId="{E13908BB-FCA8-48D3-AC32-E0FE8851F1D6}" dt="2026-10-20T09:13:29.776" v="0" actId="47"/>
        <pc:sldMkLst>
          <pc:docMk/>
          <pc:sldMk cId="1873457686" sldId="26614"/>
        </pc:sldMkLst>
      </pc:sldChg>
      <pc:sldChg chg="del">
        <pc:chgData name="Jason Fretwell" userId="236faa51-3e25-42ea-818b-3df7392b3740" providerId="ADAL" clId="{E13908BB-FCA8-48D3-AC32-E0FE8851F1D6}" dt="2026-10-20T09:13:29.776" v="0" actId="47"/>
        <pc:sldMkLst>
          <pc:docMk/>
          <pc:sldMk cId="3073205583" sldId="26615"/>
        </pc:sldMkLst>
      </pc:sldChg>
      <pc:sldChg chg="del">
        <pc:chgData name="Jason Fretwell" userId="236faa51-3e25-42ea-818b-3df7392b3740" providerId="ADAL" clId="{E13908BB-FCA8-48D3-AC32-E0FE8851F1D6}" dt="2026-10-20T09:13:29.776" v="0" actId="47"/>
        <pc:sldMkLst>
          <pc:docMk/>
          <pc:sldMk cId="4118180498" sldId="26616"/>
        </pc:sldMkLst>
      </pc:sldChg>
      <pc:sldChg chg="del">
        <pc:chgData name="Jason Fretwell" userId="236faa51-3e25-42ea-818b-3df7392b3740" providerId="ADAL" clId="{E13908BB-FCA8-48D3-AC32-E0FE8851F1D6}" dt="2026-10-20T09:13:29.776" v="0" actId="47"/>
        <pc:sldMkLst>
          <pc:docMk/>
          <pc:sldMk cId="1795020167" sldId="26617"/>
        </pc:sldMkLst>
      </pc:sldChg>
      <pc:sldChg chg="del">
        <pc:chgData name="Jason Fretwell" userId="236faa51-3e25-42ea-818b-3df7392b3740" providerId="ADAL" clId="{E13908BB-FCA8-48D3-AC32-E0FE8851F1D6}" dt="2026-10-20T09:13:29.776" v="0" actId="47"/>
        <pc:sldMkLst>
          <pc:docMk/>
          <pc:sldMk cId="1229437456" sldId="26618"/>
        </pc:sldMkLst>
      </pc:sldChg>
      <pc:sldChg chg="del">
        <pc:chgData name="Jason Fretwell" userId="236faa51-3e25-42ea-818b-3df7392b3740" providerId="ADAL" clId="{E13908BB-FCA8-48D3-AC32-E0FE8851F1D6}" dt="2026-10-20T09:13:29.776" v="0" actId="47"/>
        <pc:sldMkLst>
          <pc:docMk/>
          <pc:sldMk cId="310334952" sldId="26619"/>
        </pc:sldMkLst>
      </pc:sldChg>
      <pc:sldChg chg="del">
        <pc:chgData name="Jason Fretwell" userId="236faa51-3e25-42ea-818b-3df7392b3740" providerId="ADAL" clId="{E13908BB-FCA8-48D3-AC32-E0FE8851F1D6}" dt="2026-10-20T09:13:29.776" v="0" actId="47"/>
        <pc:sldMkLst>
          <pc:docMk/>
          <pc:sldMk cId="3859804777" sldId="26622"/>
        </pc:sldMkLst>
      </pc:sldChg>
      <pc:sldChg chg="del">
        <pc:chgData name="Jason Fretwell" userId="236faa51-3e25-42ea-818b-3df7392b3740" providerId="ADAL" clId="{E13908BB-FCA8-48D3-AC32-E0FE8851F1D6}" dt="2026-10-20T09:13:29.776" v="0" actId="47"/>
        <pc:sldMkLst>
          <pc:docMk/>
          <pc:sldMk cId="3348219911" sldId="26623"/>
        </pc:sldMkLst>
      </pc:sldChg>
      <pc:sldChg chg="del">
        <pc:chgData name="Jason Fretwell" userId="236faa51-3e25-42ea-818b-3df7392b3740" providerId="ADAL" clId="{E13908BB-FCA8-48D3-AC32-E0FE8851F1D6}" dt="2026-10-20T09:13:29.776" v="0" actId="47"/>
        <pc:sldMkLst>
          <pc:docMk/>
          <pc:sldMk cId="2926051858" sldId="26624"/>
        </pc:sldMkLst>
      </pc:sldChg>
      <pc:sldChg chg="del">
        <pc:chgData name="Jason Fretwell" userId="236faa51-3e25-42ea-818b-3df7392b3740" providerId="ADAL" clId="{E13908BB-FCA8-48D3-AC32-E0FE8851F1D6}" dt="2026-10-20T09:13:29.776" v="0" actId="47"/>
        <pc:sldMkLst>
          <pc:docMk/>
          <pc:sldMk cId="888287525" sldId="26625"/>
        </pc:sldMkLst>
      </pc:sldChg>
      <pc:sldChg chg="del">
        <pc:chgData name="Jason Fretwell" userId="236faa51-3e25-42ea-818b-3df7392b3740" providerId="ADAL" clId="{E13908BB-FCA8-48D3-AC32-E0FE8851F1D6}" dt="2026-10-20T09:13:29.776" v="0" actId="47"/>
        <pc:sldMkLst>
          <pc:docMk/>
          <pc:sldMk cId="3173481444" sldId="26626"/>
        </pc:sldMkLst>
      </pc:sldChg>
      <pc:sldChg chg="del">
        <pc:chgData name="Jason Fretwell" userId="236faa51-3e25-42ea-818b-3df7392b3740" providerId="ADAL" clId="{E13908BB-FCA8-48D3-AC32-E0FE8851F1D6}" dt="2026-10-20T09:13:29.776" v="0" actId="47"/>
        <pc:sldMkLst>
          <pc:docMk/>
          <pc:sldMk cId="3712722947" sldId="26627"/>
        </pc:sldMkLst>
      </pc:sldChg>
      <pc:sldChg chg="del">
        <pc:chgData name="Jason Fretwell" userId="236faa51-3e25-42ea-818b-3df7392b3740" providerId="ADAL" clId="{E13908BB-FCA8-48D3-AC32-E0FE8851F1D6}" dt="2026-10-20T09:13:29.776" v="0" actId="47"/>
        <pc:sldMkLst>
          <pc:docMk/>
          <pc:sldMk cId="1216313872" sldId="26628"/>
        </pc:sldMkLst>
      </pc:sldChg>
      <pc:sldChg chg="del">
        <pc:chgData name="Jason Fretwell" userId="236faa51-3e25-42ea-818b-3df7392b3740" providerId="ADAL" clId="{E13908BB-FCA8-48D3-AC32-E0FE8851F1D6}" dt="2026-10-20T09:13:29.776" v="0" actId="47"/>
        <pc:sldMkLst>
          <pc:docMk/>
          <pc:sldMk cId="3285770810" sldId="26630"/>
        </pc:sldMkLst>
      </pc:sldChg>
      <pc:sldChg chg="del">
        <pc:chgData name="Jason Fretwell" userId="236faa51-3e25-42ea-818b-3df7392b3740" providerId="ADAL" clId="{E13908BB-FCA8-48D3-AC32-E0FE8851F1D6}" dt="2026-10-20T09:13:29.776" v="0" actId="47"/>
        <pc:sldMkLst>
          <pc:docMk/>
          <pc:sldMk cId="3421045716" sldId="26632"/>
        </pc:sldMkLst>
      </pc:sldChg>
      <pc:sldChg chg="del">
        <pc:chgData name="Jason Fretwell" userId="236faa51-3e25-42ea-818b-3df7392b3740" providerId="ADAL" clId="{E13908BB-FCA8-48D3-AC32-E0FE8851F1D6}" dt="2026-10-20T09:13:29.776" v="0" actId="47"/>
        <pc:sldMkLst>
          <pc:docMk/>
          <pc:sldMk cId="4110370595" sldId="26633"/>
        </pc:sldMkLst>
      </pc:sldChg>
      <pc:sldChg chg="del">
        <pc:chgData name="Jason Fretwell" userId="236faa51-3e25-42ea-818b-3df7392b3740" providerId="ADAL" clId="{E13908BB-FCA8-48D3-AC32-E0FE8851F1D6}" dt="2026-10-20T09:13:29.776" v="0" actId="47"/>
        <pc:sldMkLst>
          <pc:docMk/>
          <pc:sldMk cId="3684863915" sldId="26634"/>
        </pc:sldMkLst>
      </pc:sldChg>
      <pc:sldChg chg="del">
        <pc:chgData name="Jason Fretwell" userId="236faa51-3e25-42ea-818b-3df7392b3740" providerId="ADAL" clId="{E13908BB-FCA8-48D3-AC32-E0FE8851F1D6}" dt="2026-10-20T09:13:29.776" v="0" actId="47"/>
        <pc:sldMkLst>
          <pc:docMk/>
          <pc:sldMk cId="399756235" sldId="26635"/>
        </pc:sldMkLst>
      </pc:sldChg>
      <pc:sldChg chg="del">
        <pc:chgData name="Jason Fretwell" userId="236faa51-3e25-42ea-818b-3df7392b3740" providerId="ADAL" clId="{E13908BB-FCA8-48D3-AC32-E0FE8851F1D6}" dt="2026-10-20T09:13:29.776" v="0" actId="47"/>
        <pc:sldMkLst>
          <pc:docMk/>
          <pc:sldMk cId="3494700365" sldId="26636"/>
        </pc:sldMkLst>
      </pc:sldChg>
      <pc:sldChg chg="del">
        <pc:chgData name="Jason Fretwell" userId="236faa51-3e25-42ea-818b-3df7392b3740" providerId="ADAL" clId="{E13908BB-FCA8-48D3-AC32-E0FE8851F1D6}" dt="2026-10-20T09:13:29.776" v="0" actId="47"/>
        <pc:sldMkLst>
          <pc:docMk/>
          <pc:sldMk cId="1090513017" sldId="26637"/>
        </pc:sldMkLst>
      </pc:sldChg>
      <pc:sldChg chg="del">
        <pc:chgData name="Jason Fretwell" userId="236faa51-3e25-42ea-818b-3df7392b3740" providerId="ADAL" clId="{E13908BB-FCA8-48D3-AC32-E0FE8851F1D6}" dt="2026-10-20T09:13:29.776" v="0" actId="47"/>
        <pc:sldMkLst>
          <pc:docMk/>
          <pc:sldMk cId="2314008795" sldId="26640"/>
        </pc:sldMkLst>
      </pc:sldChg>
      <pc:sldChg chg="del">
        <pc:chgData name="Jason Fretwell" userId="236faa51-3e25-42ea-818b-3df7392b3740" providerId="ADAL" clId="{E13908BB-FCA8-48D3-AC32-E0FE8851F1D6}" dt="2026-10-20T09:13:29.776" v="0" actId="47"/>
        <pc:sldMkLst>
          <pc:docMk/>
          <pc:sldMk cId="1507145016" sldId="26641"/>
        </pc:sldMkLst>
      </pc:sldChg>
      <pc:sldChg chg="del">
        <pc:chgData name="Jason Fretwell" userId="236faa51-3e25-42ea-818b-3df7392b3740" providerId="ADAL" clId="{E13908BB-FCA8-48D3-AC32-E0FE8851F1D6}" dt="2026-10-20T09:13:29.776" v="0" actId="47"/>
        <pc:sldMkLst>
          <pc:docMk/>
          <pc:sldMk cId="3490087876" sldId="26642"/>
        </pc:sldMkLst>
      </pc:sldChg>
      <pc:sldChg chg="del">
        <pc:chgData name="Jason Fretwell" userId="236faa51-3e25-42ea-818b-3df7392b3740" providerId="ADAL" clId="{E13908BB-FCA8-48D3-AC32-E0FE8851F1D6}" dt="2026-10-20T09:13:29.776" v="0" actId="47"/>
        <pc:sldMkLst>
          <pc:docMk/>
          <pc:sldMk cId="2898456297" sldId="26643"/>
        </pc:sldMkLst>
      </pc:sldChg>
      <pc:sldChg chg="del">
        <pc:chgData name="Jason Fretwell" userId="236faa51-3e25-42ea-818b-3df7392b3740" providerId="ADAL" clId="{E13908BB-FCA8-48D3-AC32-E0FE8851F1D6}" dt="2026-10-20T09:13:29.776" v="0" actId="47"/>
        <pc:sldMkLst>
          <pc:docMk/>
          <pc:sldMk cId="3790239775" sldId="26644"/>
        </pc:sldMkLst>
      </pc:sldChg>
      <pc:sldChg chg="del">
        <pc:chgData name="Jason Fretwell" userId="236faa51-3e25-42ea-818b-3df7392b3740" providerId="ADAL" clId="{E13908BB-FCA8-48D3-AC32-E0FE8851F1D6}" dt="2026-10-20T09:13:29.776" v="0" actId="47"/>
        <pc:sldMkLst>
          <pc:docMk/>
          <pc:sldMk cId="3281973943" sldId="26645"/>
        </pc:sldMkLst>
      </pc:sldChg>
      <pc:sldChg chg="del">
        <pc:chgData name="Jason Fretwell" userId="236faa51-3e25-42ea-818b-3df7392b3740" providerId="ADAL" clId="{E13908BB-FCA8-48D3-AC32-E0FE8851F1D6}" dt="2026-10-20T09:13:29.776" v="0" actId="47"/>
        <pc:sldMkLst>
          <pc:docMk/>
          <pc:sldMk cId="2443979356" sldId="26647"/>
        </pc:sldMkLst>
      </pc:sldChg>
      <pc:sldChg chg="del">
        <pc:chgData name="Jason Fretwell" userId="236faa51-3e25-42ea-818b-3df7392b3740" providerId="ADAL" clId="{E13908BB-FCA8-48D3-AC32-E0FE8851F1D6}" dt="2026-10-20T09:13:29.776" v="0" actId="47"/>
        <pc:sldMkLst>
          <pc:docMk/>
          <pc:sldMk cId="2359263390" sldId="26648"/>
        </pc:sldMkLst>
      </pc:sldChg>
      <pc:sldMasterChg chg="delSldLayout">
        <pc:chgData name="Jason Fretwell" userId="236faa51-3e25-42ea-818b-3df7392b3740" providerId="ADAL" clId="{E13908BB-FCA8-48D3-AC32-E0FE8851F1D6}" dt="2026-10-20T09:13:29.776" v="0" actId="47"/>
        <pc:sldMasterMkLst>
          <pc:docMk/>
          <pc:sldMasterMk cId="4123316428" sldId="2147483660"/>
        </pc:sldMasterMkLst>
        <pc:sldLayoutChg chg="del">
          <pc:chgData name="Jason Fretwell" userId="236faa51-3e25-42ea-818b-3df7392b3740" providerId="ADAL" clId="{E13908BB-FCA8-48D3-AC32-E0FE8851F1D6}" dt="2026-10-20T09:13:29.776" v="0" actId="47"/>
          <pc:sldLayoutMkLst>
            <pc:docMk/>
            <pc:sldMasterMk cId="4123316428" sldId="2147483660"/>
            <pc:sldLayoutMk cId="130593015" sldId="2147483743"/>
          </pc:sldLayoutMkLst>
        </pc:sldLayoutChg>
        <pc:sldLayoutChg chg="del">
          <pc:chgData name="Jason Fretwell" userId="236faa51-3e25-42ea-818b-3df7392b3740" providerId="ADAL" clId="{E13908BB-FCA8-48D3-AC32-E0FE8851F1D6}" dt="2026-10-20T09:13:29.776" v="0" actId="47"/>
          <pc:sldLayoutMkLst>
            <pc:docMk/>
            <pc:sldMasterMk cId="4123316428" sldId="2147483660"/>
            <pc:sldLayoutMk cId="3076037537" sldId="2147483744"/>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20/10/2026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20/10/2026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dirty="0"/>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dirty="0"/>
          </a:p>
          <a:p>
            <a:r>
              <a:rPr lang="en-AU" dirty="0"/>
              <a:t>This Review of Learning slide deck revisits key concepts from the following units:</a:t>
            </a:r>
          </a:p>
          <a:p>
            <a:pPr marL="285750" indent="-285750">
              <a:buFont typeface="Arial" panose="020B0604020202020204" pitchFamily="34" charset="0"/>
              <a:buChar char="•"/>
            </a:pPr>
            <a:r>
              <a:rPr lang="en-AU" dirty="0"/>
              <a:t>Stage 3 Year A Unit 18</a:t>
            </a:r>
          </a:p>
          <a:p>
            <a:pPr marL="285750" indent="-285750">
              <a:buFont typeface="Arial" panose="020B0604020202020204" pitchFamily="34" charset="0"/>
              <a:buChar char="•"/>
            </a:pPr>
            <a:r>
              <a:rPr lang="en-AU" dirty="0"/>
              <a:t>Stage 3 Year A Unit 17</a:t>
            </a:r>
          </a:p>
          <a:p>
            <a:pPr marL="285750" indent="-285750">
              <a:buFont typeface="Arial" panose="020B0604020202020204" pitchFamily="34" charset="0"/>
              <a:buChar char="•"/>
            </a:pPr>
            <a:r>
              <a:rPr lang="en-AU" dirty="0"/>
              <a:t>Stage 3 Year A Unit 16</a:t>
            </a:r>
          </a:p>
          <a:p>
            <a:r>
              <a:rPr lang="en-AU" dirty="0"/>
              <a:t>It also includes opportunities to review prior learning in non-number content, supporting consolidation across focus areas.</a:t>
            </a:r>
          </a:p>
          <a:p>
            <a:endParaRPr lang="en-AU" dirty="0"/>
          </a:p>
          <a:p>
            <a:r>
              <a:rPr lang="en-AU" dirty="0"/>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dirty="0"/>
          </a:p>
          <a:p>
            <a:r>
              <a:rPr lang="en-AU" b="1" dirty="0"/>
              <a:t>1.</a:t>
            </a:r>
          </a:p>
          <a:p>
            <a:r>
              <a:rPr lang="en-AU" b="1" dirty="0"/>
              <a:t>Multiple-choice questions/True or false: </a:t>
            </a:r>
            <a:r>
              <a:rPr lang="en-AU" dirty="0"/>
              <a:t>Designed to promote active retrieval of key concepts and identify common misconceptions in number, supporting consolidation, understanding and fluency.</a:t>
            </a:r>
            <a:br>
              <a:rPr lang="en-AU" dirty="0"/>
            </a:br>
            <a:r>
              <a:rPr lang="en-AU" dirty="0"/>
              <a:t>These questions:</a:t>
            </a:r>
          </a:p>
          <a:p>
            <a:endParaRPr lang="en-AU" dirty="0"/>
          </a:p>
          <a:p>
            <a:pPr marL="285750" indent="-285750">
              <a:buFont typeface="Wingdings" panose="05000000000000000000" pitchFamily="2" charset="2"/>
              <a:buChar char="ü"/>
            </a:pPr>
            <a:r>
              <a:rPr lang="en-AU" dirty="0"/>
              <a:t>support spaced and interleaved practice</a:t>
            </a:r>
          </a:p>
          <a:p>
            <a:pPr marL="285750" indent="-285750">
              <a:buFont typeface="Wingdings" panose="05000000000000000000" pitchFamily="2" charset="2"/>
              <a:buChar char="ü"/>
            </a:pPr>
            <a:r>
              <a:rPr lang="en-AU" dirty="0"/>
              <a:t>help identify and address common misconceptions </a:t>
            </a:r>
          </a:p>
          <a:p>
            <a:pPr marL="285750" indent="-285750">
              <a:buFont typeface="Wingdings" panose="05000000000000000000" pitchFamily="2" charset="2"/>
              <a:buChar char="ü"/>
            </a:pPr>
            <a:r>
              <a:rPr lang="en-AU" dirty="0"/>
              <a:t>support active recall and immediate feedback</a:t>
            </a:r>
          </a:p>
          <a:p>
            <a:pPr marL="285750" indent="-285750">
              <a:buFont typeface="Wingdings" panose="05000000000000000000" pitchFamily="2" charset="2"/>
              <a:buChar char="ü"/>
            </a:pPr>
            <a:r>
              <a:rPr lang="en-AU" dirty="0"/>
              <a:t>support whole class participation</a:t>
            </a:r>
          </a:p>
          <a:p>
            <a:pPr marL="285750" indent="-285750">
              <a:buFont typeface="Wingdings" panose="05000000000000000000" pitchFamily="2" charset="2"/>
              <a:buChar char="ü"/>
            </a:pPr>
            <a:r>
              <a:rPr lang="en-AU" dirty="0"/>
              <a:t>identify areas requiring reteach</a:t>
            </a:r>
          </a:p>
          <a:p>
            <a:endParaRPr lang="en-AU" dirty="0"/>
          </a:p>
          <a:p>
            <a:r>
              <a:rPr lang="en-AU" b="1" dirty="0"/>
              <a:t>2.</a:t>
            </a:r>
            <a:br>
              <a:rPr lang="en-AU" b="1" dirty="0"/>
            </a:br>
            <a:r>
              <a:rPr lang="en-AU" b="1" dirty="0"/>
              <a:t>Short-response question sets: </a:t>
            </a:r>
            <a:r>
              <a:rPr lang="en-AU" dirty="0"/>
              <a:t>Carefully grouped questions that encourage spaced and interleaved practice across multiple focus areas, helping students revisit and apply knowledge from different points in time.</a:t>
            </a:r>
            <a:br>
              <a:rPr lang="en-AU" dirty="0"/>
            </a:br>
            <a:r>
              <a:rPr lang="en-AU" dirty="0"/>
              <a:t>These questions:</a:t>
            </a:r>
          </a:p>
          <a:p>
            <a:endParaRPr lang="en-AU" dirty="0"/>
          </a:p>
          <a:p>
            <a:pPr marL="285750" indent="-285750">
              <a:buFont typeface="Wingdings" panose="05000000000000000000" pitchFamily="2" charset="2"/>
              <a:buChar char="ü"/>
            </a:pPr>
            <a:r>
              <a:rPr lang="en-AU" dirty="0"/>
              <a:t>have a combination of question types </a:t>
            </a:r>
          </a:p>
          <a:p>
            <a:pPr marL="285750" indent="-285750">
              <a:buFont typeface="Wingdings" panose="05000000000000000000" pitchFamily="2" charset="2"/>
              <a:buChar char="ü"/>
            </a:pPr>
            <a:r>
              <a:rPr lang="en-AU" dirty="0"/>
              <a:t>address a range of focus areas</a:t>
            </a:r>
          </a:p>
          <a:p>
            <a:pPr marL="285750" indent="-285750">
              <a:buFont typeface="Wingdings" panose="05000000000000000000" pitchFamily="2" charset="2"/>
              <a:buChar char="ü"/>
            </a:pPr>
            <a:r>
              <a:rPr lang="en-AU" dirty="0"/>
              <a:t>build automaticity and fluency</a:t>
            </a:r>
          </a:p>
          <a:p>
            <a:pPr marL="285750" indent="-285750">
              <a:buFont typeface="Wingdings" panose="05000000000000000000" pitchFamily="2" charset="2"/>
              <a:buChar char="ü"/>
            </a:pPr>
            <a:r>
              <a:rPr lang="en-AU" dirty="0"/>
              <a:t>support active recall </a:t>
            </a:r>
          </a:p>
          <a:p>
            <a:pPr marL="285750" indent="-285750">
              <a:buFont typeface="Wingdings" panose="05000000000000000000" pitchFamily="2" charset="2"/>
              <a:buChar char="ü"/>
            </a:pPr>
            <a:r>
              <a:rPr lang="en-AU" dirty="0"/>
              <a:t>allow for immediate feedback</a:t>
            </a:r>
          </a:p>
          <a:p>
            <a:pPr marL="285750" indent="-285750">
              <a:buFont typeface="Wingdings" panose="05000000000000000000" pitchFamily="2" charset="2"/>
              <a:buChar char="ü"/>
            </a:pPr>
            <a:r>
              <a:rPr lang="en-AU" dirty="0"/>
              <a:t>identify content requiring reteach</a:t>
            </a:r>
          </a:p>
          <a:p>
            <a:endParaRPr lang="en-AU" dirty="0"/>
          </a:p>
          <a:p>
            <a:r>
              <a:rPr lang="en-AU" b="1" dirty="0"/>
              <a:t>3.</a:t>
            </a:r>
          </a:p>
          <a:p>
            <a:r>
              <a:rPr lang="en-AU" b="1" dirty="0"/>
              <a:t>Developing number sense activities: </a:t>
            </a:r>
            <a:r>
              <a:rPr lang="en-AU" dirty="0"/>
              <a:t>A variety of practical, purposeful tasks that reinforce current learning and build on prior knowledge. These activities promote reasoning, problem-solving and conceptual understanding.</a:t>
            </a:r>
            <a:br>
              <a:rPr lang="en-AU" dirty="0"/>
            </a:br>
            <a:endParaRPr lang="en-AU" dirty="0"/>
          </a:p>
          <a:p>
            <a:r>
              <a:rPr lang="en-AU" dirty="0"/>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Represents numbers B</a:t>
            </a: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7E36E-062F-4982-0251-1B7F588366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8DCFC-432A-16FA-23A7-AFF10DF4A4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54F173-3059-65F3-EFD2-4D8E3A5C3854}"/>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Chance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D463B63-4F29-3E1A-C8E9-F2B9975D7F25}"/>
              </a:ext>
            </a:extLst>
          </p:cNvPr>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1525606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Representing quantity fractions A</a:t>
            </a: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Represents numbers B</a:t>
            </a:r>
            <a:br>
              <a:rPr lang="en-AU" dirty="0"/>
            </a:br>
            <a:endParaRPr lang="en-AU" dirty="0"/>
          </a:p>
          <a:p>
            <a:r>
              <a:rPr lang="en-AU" b="1" dirty="0"/>
              <a:t>Locate and represent integers on a number line (1)</a:t>
            </a:r>
            <a:br>
              <a:rPr lang="en-AU" b="1" dirty="0"/>
            </a:br>
            <a:r>
              <a:rPr lang="en-AU" b="0" dirty="0"/>
              <a:t>This resource corresponds to Resource 17 – integers in Stage 3 Year A Unit 18. </a:t>
            </a:r>
          </a:p>
          <a:p>
            <a:endParaRPr lang="en-AU" b="1" dirty="0"/>
          </a:p>
          <a:p>
            <a:pPr marL="0" indent="0">
              <a:buFont typeface="+mj-lt"/>
              <a:buNone/>
            </a:pPr>
            <a:r>
              <a:rPr lang="en-AU" sz="1600" b="1" kern="1200" dirty="0">
                <a:solidFill>
                  <a:schemeClr val="tx1"/>
                </a:solidFill>
                <a:effectLst/>
                <a:latin typeface="Arial" panose="020B0604020202020204" pitchFamily="34" charset="0"/>
                <a:ea typeface="+mn-ea"/>
                <a:cs typeface="Arial" panose="020B0604020202020204" pitchFamily="34" charset="0"/>
              </a:rPr>
              <a:t>Note: </a:t>
            </a:r>
            <a:r>
              <a:rPr lang="en-AU" sz="1600" kern="1200" dirty="0">
                <a:solidFill>
                  <a:schemeClr val="tx1"/>
                </a:solidFill>
                <a:effectLst/>
                <a:latin typeface="Arial" panose="020B0604020202020204" pitchFamily="34" charset="0"/>
                <a:ea typeface="+mn-ea"/>
                <a:cs typeface="Arial" panose="020B0604020202020204" pitchFamily="34" charset="0"/>
              </a:rPr>
              <a:t>integers are the negative and positive whole numbers and zero. Integers can be represented as a series, such as -3, -2, -1, 0, 1, 2, 3. Positive and negative numbers describe quantities having both magnitude and direction, for example, temperature above and below zero (Van De Walle et al. 2019). </a:t>
            </a:r>
            <a:br>
              <a:rPr lang="en-AU" sz="1600" kern="1200" dirty="0">
                <a:solidFill>
                  <a:schemeClr val="tx1"/>
                </a:solidFill>
                <a:effectLst/>
                <a:latin typeface="Arial" panose="020B0604020202020204" pitchFamily="34" charset="0"/>
                <a:ea typeface="+mn-ea"/>
                <a:cs typeface="Arial" panose="020B0604020202020204" pitchFamily="34" charset="0"/>
              </a:rPr>
            </a:b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Display Resource 17 – integers and provide students with individual whiteboards and writing materials.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Use a think-aloud to explain the differences and similarities between the number line and the temperature gauge.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Ask:  </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role does the zero have in both number lines? (it marks the point between negative and positive numbers) </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is the lowest number on each of the number lines? (-2 and −20) </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How far could number line A be extended in either direction? (forever) </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Where might you see and use negative numbers in real life situations? (temperature, finance) </a:t>
            </a:r>
          </a:p>
          <a:p>
            <a:pPr marL="342900" lvl="0" indent="-342900">
              <a:buFont typeface="+mj-lt"/>
              <a:buAutoNum type="arabicPeriod" startAt="4"/>
            </a:pPr>
            <a:r>
              <a:rPr lang="en-AU" sz="1600" kern="1200" dirty="0">
                <a:solidFill>
                  <a:schemeClr val="tx1"/>
                </a:solidFill>
                <a:effectLst/>
                <a:latin typeface="Arial" panose="020B0604020202020204" pitchFamily="34" charset="0"/>
                <a:ea typeface="+mn-ea"/>
                <a:cs typeface="Arial" panose="020B0604020202020204" pitchFamily="34" charset="0"/>
              </a:rPr>
              <a:t>Students turn and talk to discuss these questions with a partner.  </a:t>
            </a:r>
          </a:p>
          <a:p>
            <a:pPr marL="342900" lvl="0" indent="-342900">
              <a:buFont typeface="+mj-lt"/>
              <a:buAutoNum type="arabicPeriod" startAt="4"/>
            </a:pPr>
            <a:r>
              <a:rPr lang="en-AU" sz="1600" kern="1200" dirty="0">
                <a:solidFill>
                  <a:schemeClr val="tx1"/>
                </a:solidFill>
                <a:effectLst/>
                <a:latin typeface="Arial" panose="020B0604020202020204" pitchFamily="34" charset="0"/>
                <a:ea typeface="+mn-ea"/>
                <a:cs typeface="Arial" panose="020B0604020202020204" pitchFamily="34" charset="0"/>
              </a:rPr>
              <a:t>Select a student at random to share their thinking. Repeat with a different student. Explain and reteach content as required prior to moving to new learning. </a:t>
            </a:r>
          </a:p>
          <a:p>
            <a:pPr marL="342900" lvl="0" indent="-342900">
              <a:buFont typeface="+mj-lt"/>
              <a:buAutoNum type="arabicPeriod" startAt="4"/>
            </a:pPr>
            <a:r>
              <a:rPr lang="en-AU" sz="1600" kern="1200" dirty="0">
                <a:solidFill>
                  <a:schemeClr val="tx1"/>
                </a:solidFill>
                <a:effectLst/>
                <a:latin typeface="Arial" panose="020B0604020202020204" pitchFamily="34" charset="0"/>
                <a:ea typeface="+mn-ea"/>
                <a:cs typeface="Arial" panose="020B0604020202020204" pitchFamily="34" charset="0"/>
              </a:rPr>
              <a:t>Explain that integers are whole numbers and can be either positive or negative. Zero is an exception, as it is neither positive nor negative and has an important role as it sits in the middle, separating the negative and positive numbers. </a:t>
            </a:r>
          </a:p>
          <a:p>
            <a:pPr marL="342900" lvl="0" indent="-342900">
              <a:buFont typeface="+mj-lt"/>
              <a:buAutoNum type="arabicPeriod" startAt="4"/>
            </a:pPr>
            <a:r>
              <a:rPr lang="en-AU" sz="1600" kern="1200" dirty="0">
                <a:solidFill>
                  <a:schemeClr val="tx1"/>
                </a:solidFill>
                <a:effectLst/>
                <a:latin typeface="Arial" panose="020B0604020202020204" pitchFamily="34" charset="0"/>
                <a:ea typeface="+mn-ea"/>
                <a:cs typeface="Arial" panose="020B0604020202020204" pitchFamily="34" charset="0"/>
              </a:rPr>
              <a:t>Draw student attention to Resource 17 – integers. Using their individual whiteboard, students draw the number line labelled ‘A’ and extend the number line by recording the next 3 positive and negative integers.  </a:t>
            </a:r>
          </a:p>
          <a:p>
            <a:pPr marL="342900" lvl="0" indent="-342900">
              <a:buFont typeface="+mj-lt"/>
              <a:buAutoNum type="arabicPeriod" startAt="8"/>
            </a:pPr>
            <a:r>
              <a:rPr lang="en-AU" sz="1600" kern="1200" dirty="0">
                <a:solidFill>
                  <a:schemeClr val="tx1"/>
                </a:solidFill>
                <a:effectLst/>
                <a:latin typeface="Arial" panose="020B0604020202020204" pitchFamily="34" charset="0"/>
                <a:ea typeface="+mn-ea"/>
                <a:cs typeface="Arial" panose="020B0604020202020204" pitchFamily="34" charset="0"/>
              </a:rPr>
              <a:t>Ask: </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strategy did you use to determine the next integers? </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How do you know you are correct? </a:t>
            </a:r>
          </a:p>
          <a:p>
            <a:pPr marL="342900" indent="-342900">
              <a:buFont typeface="+mj-lt"/>
              <a:buAutoNum type="arabicPeriod" startAt="9"/>
            </a:pPr>
            <a:r>
              <a:rPr lang="en-AU" sz="1600" kern="1200" dirty="0">
                <a:solidFill>
                  <a:schemeClr val="tx1"/>
                </a:solidFill>
                <a:effectLst/>
                <a:latin typeface="Arial" panose="020B0604020202020204" pitchFamily="34" charset="0"/>
                <a:ea typeface="+mn-ea"/>
                <a:cs typeface="Arial" panose="020B0604020202020204" pitchFamily="34" charset="0"/>
              </a:rPr>
              <a:t>Check for understanding by asking students to hold up their individual whiteboards to show their number lines. Scan student work and revisit learning if required.</a:t>
            </a:r>
            <a:endParaRPr lang="en-AU" dirty="0"/>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Chance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dirty="0">
                <a:latin typeface="Arial"/>
                <a:cs typeface="Arial"/>
              </a:rPr>
              <a:t>Multiplicative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b="1"/>
              <a:t>Syllabus focus area:</a:t>
            </a:r>
            <a:br>
              <a:rPr lang="en-AU" b="1"/>
            </a:br>
            <a:r>
              <a:rPr lang="en-AU">
                <a:latin typeface="Arial"/>
                <a:cs typeface="Arial"/>
              </a:rPr>
              <a:t>Representing quantity fractions A</a:t>
            </a:r>
            <a:endParaRPr lang="en-AU" sz="1600" i="0">
              <a:solidFill>
                <a:schemeClr val="tx1"/>
              </a:solidFill>
              <a:latin typeface="Arial" panose="020B0604020202020204" pitchFamily="34" charset="0"/>
              <a:cs typeface="Arial" panose="020B0604020202020204" pitchFamily="34" charset="0"/>
            </a:endParaRPr>
          </a:p>
          <a:p>
            <a:endParaRPr lang="en-AU" b="1"/>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br>
              <a:rPr lang="en-AU" b="1"/>
            </a:br>
            <a:r>
              <a:rPr lang="en-AU" b="0"/>
              <a:t>Geometric measure A: Length</a:t>
            </a: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Represents numbers B</a:t>
            </a:r>
            <a:br>
              <a:rPr lang="en-AU" dirty="0"/>
            </a:br>
            <a:endParaRPr lang="en-AU" dirty="0"/>
          </a:p>
          <a:p>
            <a:r>
              <a:rPr lang="en-AU" b="1" dirty="0"/>
              <a:t>Locate and represent integers on a number line (2)</a:t>
            </a:r>
            <a:br>
              <a:rPr lang="en-AU" b="1" dirty="0"/>
            </a:br>
            <a:r>
              <a:rPr lang="en-AU" b="0" dirty="0"/>
              <a:t>This resource corresponds to </a:t>
            </a:r>
            <a:r>
              <a:rPr lang="en-AU" sz="1600" kern="1200" dirty="0">
                <a:solidFill>
                  <a:schemeClr val="tx1"/>
                </a:solidFill>
                <a:effectLst/>
                <a:latin typeface="Arial" panose="020B0604020202020204" pitchFamily="34" charset="0"/>
                <a:ea typeface="+mn-ea"/>
                <a:cs typeface="Arial" panose="020B0604020202020204" pitchFamily="34" charset="0"/>
              </a:rPr>
              <a:t>Resource 18 – missing integers</a:t>
            </a:r>
            <a:r>
              <a:rPr lang="en-AU" b="0" dirty="0"/>
              <a:t> in Stage 3 Year A Unit 18. </a:t>
            </a:r>
          </a:p>
          <a:p>
            <a:endParaRPr lang="en-AU" b="1" dirty="0"/>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Display Resource 18 – missing integers.</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Model how to find the missing integers on number line A using a think-aloud, explaining the importance of equal distances between increments.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Ask. How did you know what the highest integer would be on number line A?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Select a student at random to explain their thinking.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Provide pairs of students with Resource 18 – missing integers. Students work with their partner to find the missing integers in number lines B and C, and in cartesian plane D. Remind students that the integers for coordinates align with the lines, not the spaces.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As students are working with their partners, use effective </a:t>
            </a:r>
            <a:r>
              <a:rPr lang="en-AU" sz="1600" b="1" kern="1200" dirty="0">
                <a:solidFill>
                  <a:schemeClr val="tx1"/>
                </a:solidFill>
                <a:effectLst/>
                <a:latin typeface="Arial" panose="020B0604020202020204" pitchFamily="34" charset="0"/>
                <a:ea typeface="+mn-ea"/>
                <a:cs typeface="Arial" panose="020B0604020202020204" pitchFamily="34" charset="0"/>
              </a:rPr>
              <a:t>feedback</a:t>
            </a:r>
            <a:r>
              <a:rPr lang="en-AU" sz="1600" kern="1200" dirty="0">
                <a:solidFill>
                  <a:schemeClr val="tx1"/>
                </a:solidFill>
                <a:effectLst/>
                <a:latin typeface="Arial" panose="020B0604020202020204" pitchFamily="34" charset="0"/>
                <a:ea typeface="+mn-ea"/>
                <a:cs typeface="Arial" panose="020B0604020202020204" pitchFamily="34" charset="0"/>
              </a:rPr>
              <a:t> linked to syllabus content points to support student understanding.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Ask: </a:t>
            </a:r>
          </a:p>
          <a:p>
            <a:pPr marL="342900"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How did you know what the highest integer would be on number line A? </a:t>
            </a:r>
          </a:p>
          <a:p>
            <a:pPr marL="342900"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How did you know where to place zero on number line B? </a:t>
            </a:r>
          </a:p>
          <a:p>
            <a:pPr marL="342900"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was different about number line C? </a:t>
            </a:r>
          </a:p>
          <a:p>
            <a:pPr marL="342900"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Which number line was most challenging? </a:t>
            </a:r>
          </a:p>
          <a:p>
            <a:pPr marL="342900"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strategy did you use to label the unlabelled axes on the Cartesian plane? How did you know you were correct? </a:t>
            </a:r>
          </a:p>
          <a:p>
            <a:pPr marL="342900" lvl="0" indent="-342900">
              <a:buFont typeface="+mj-lt"/>
              <a:buAutoNum type="arabicPeriod" startAt="8"/>
            </a:pPr>
            <a:r>
              <a:rPr lang="en-AU" sz="1600" kern="1200" dirty="0">
                <a:solidFill>
                  <a:schemeClr val="tx1"/>
                </a:solidFill>
                <a:effectLst/>
                <a:latin typeface="Arial" panose="020B0604020202020204" pitchFamily="34" charset="0"/>
                <a:ea typeface="+mn-ea"/>
                <a:cs typeface="Arial" panose="020B0604020202020204" pitchFamily="34" charset="0"/>
              </a:rPr>
              <a:t>Select a student at random to share their thinking. Repeat with a different student. </a:t>
            </a:r>
          </a:p>
          <a:p>
            <a:pPr marL="342900" indent="-342900">
              <a:buFont typeface="+mj-lt"/>
              <a:buAutoNum type="arabicPeriod" startAt="8"/>
            </a:pPr>
            <a:r>
              <a:rPr lang="en-AU" sz="1600" b="1" kern="1200" dirty="0">
                <a:solidFill>
                  <a:schemeClr val="tx1"/>
                </a:solidFill>
                <a:effectLst/>
                <a:latin typeface="Arial" panose="020B0604020202020204" pitchFamily="34" charset="0"/>
                <a:ea typeface="+mn-ea"/>
                <a:cs typeface="Arial" panose="020B0604020202020204" pitchFamily="34" charset="0"/>
              </a:rPr>
              <a:t>Explain</a:t>
            </a:r>
            <a:r>
              <a:rPr lang="en-AU" sz="1600" kern="1200" dirty="0">
                <a:solidFill>
                  <a:schemeClr val="tx1"/>
                </a:solidFill>
                <a:effectLst/>
                <a:latin typeface="Arial" panose="020B0604020202020204" pitchFamily="34" charset="0"/>
                <a:ea typeface="+mn-ea"/>
                <a:cs typeface="Arial" panose="020B0604020202020204" pitchFamily="34" charset="0"/>
              </a:rPr>
              <a:t> and reteach content as required prior to moving to new learning.</a:t>
            </a: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B</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pPr marL="0" marR="0" lvl="0" indent="0" algn="l" defTabSz="1219170" rtl="0" eaLnBrk="1" fontAlgn="auto" latinLnBrk="0" hangingPunct="1">
              <a:lnSpc>
                <a:spcPct val="100000"/>
              </a:lnSpc>
              <a:spcBef>
                <a:spcPts val="0"/>
              </a:spcBef>
              <a:spcAft>
                <a:spcPts val="0"/>
              </a:spcAft>
              <a:buClrTx/>
              <a:buSzTx/>
              <a:buFontTx/>
              <a:buNone/>
              <a:tabLst/>
              <a:defRPr/>
            </a:pPr>
            <a:r>
              <a:rPr lang="en-AU" b="1" dirty="0">
                <a:latin typeface="Arial"/>
                <a:cs typeface="Arial"/>
              </a:rPr>
              <a:t>Syllabus focus area: </a:t>
            </a:r>
            <a:br>
              <a:rPr lang="en-AU" b="1" dirty="0"/>
            </a:br>
            <a:r>
              <a:rPr lang="en-AU" dirty="0">
                <a:latin typeface="Arial"/>
                <a:cs typeface="Arial"/>
              </a:rPr>
              <a:t>Chance A</a:t>
            </a: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b="1"/>
              <a:t>Syllabus focus area: </a:t>
            </a:r>
            <a:br>
              <a:rPr lang="en-AU" b="1"/>
            </a:br>
            <a:r>
              <a:rPr lang="en-AU" sz="1600" i="0">
                <a:solidFill>
                  <a:schemeClr val="tx1"/>
                </a:solidFill>
                <a:latin typeface="Arial" panose="020B0604020202020204" pitchFamily="34" charset="0"/>
                <a:cs typeface="Arial" panose="020B0604020202020204" pitchFamily="34" charset="0"/>
              </a:rPr>
              <a:t>Two-dimensional spatial structure A: Area</a:t>
            </a: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panose="020B0604020202020204" pitchFamily="34" charset="0"/>
                <a:cs typeface="Arial" panose="020B0604020202020204" pitchFamily="34" charset="0"/>
              </a:rPr>
              <a:t>Represents numbers B: Decimals and percentages</a:t>
            </a: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 2D Shapes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Represents numbers B</a:t>
            </a:r>
            <a:br>
              <a:rPr lang="en-AU" dirty="0"/>
            </a:br>
            <a:endParaRPr lang="en-AU" dirty="0"/>
          </a:p>
          <a:p>
            <a:r>
              <a:rPr lang="en-AU" b="1" dirty="0"/>
              <a:t>Locate and represent integers on a number line (3)</a:t>
            </a:r>
            <a:br>
              <a:rPr lang="en-AU" b="1" dirty="0"/>
            </a:br>
            <a:r>
              <a:rPr lang="en-AU" b="0" dirty="0"/>
              <a:t>This resource corresponds to </a:t>
            </a:r>
            <a:r>
              <a:rPr lang="en-AU" sz="1600" kern="1200" dirty="0">
                <a:solidFill>
                  <a:schemeClr val="tx1"/>
                </a:solidFill>
                <a:effectLst/>
                <a:latin typeface="Arial" panose="020B0604020202020204" pitchFamily="34" charset="0"/>
                <a:ea typeface="+mn-ea"/>
                <a:cs typeface="Arial" panose="020B0604020202020204" pitchFamily="34" charset="0"/>
              </a:rPr>
              <a:t>Resource 19 – integers below zero</a:t>
            </a:r>
            <a:r>
              <a:rPr lang="en-AU" b="0" dirty="0"/>
              <a:t> in Stage 3 Year A Unit 18. </a:t>
            </a:r>
          </a:p>
          <a:p>
            <a:endParaRPr lang="en-AU" b="0" dirty="0"/>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Explain that sea level is the base level for measuring elevation and depth on Earth. For example, Mount Kosciuszko is 2 228 metres above sea level. At its deepest point, the Mariana Trench is about 11 000 metres below sea level.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Display Resource 19 – integers below zero. Explain that like temperature, the measurement above and below sea level can be recorded with positive and negative integers.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Using a think-aloud, locate zero on the vertical axis. Highlight that the negative numbers are continuous in one direction and the positive numbers are continuous in the opposite direction, like a mirror image.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Read the description of HMAS Collins’ movements over the week while it has been in training. Explain that this line graph shows the depths of the submarine in the last week of training.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Ask: </a:t>
            </a:r>
          </a:p>
          <a:p>
            <a:pPr marL="342900"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How is this graph similar and/or different to a column graph? </a:t>
            </a:r>
          </a:p>
          <a:p>
            <a:pPr marL="342900"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information is recorded on the horizontal axis? </a:t>
            </a:r>
          </a:p>
          <a:p>
            <a:pPr marL="342900"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information is recorded on the vertical axis? </a:t>
            </a:r>
          </a:p>
          <a:p>
            <a:pPr marL="342900" indent="-3429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How many times was the submarine at 20 metres below sea level? </a:t>
            </a:r>
          </a:p>
          <a:p>
            <a:pPr marL="342900" lvl="0" indent="-342900">
              <a:buFont typeface="+mj-lt"/>
              <a:buAutoNum type="arabicPeriod" startAt="6"/>
            </a:pPr>
            <a:r>
              <a:rPr lang="en-AU" sz="1600" kern="1200" dirty="0">
                <a:solidFill>
                  <a:schemeClr val="tx1"/>
                </a:solidFill>
                <a:effectLst/>
                <a:latin typeface="Arial" panose="020B0604020202020204" pitchFamily="34" charset="0"/>
                <a:ea typeface="+mn-ea"/>
                <a:cs typeface="Arial" panose="020B0604020202020204" pitchFamily="34" charset="0"/>
              </a:rPr>
              <a:t>Students turn and talk to discuss these questions with a partner.  </a:t>
            </a:r>
          </a:p>
          <a:p>
            <a:pPr marL="342900" lvl="0" indent="-342900">
              <a:buFont typeface="+mj-lt"/>
              <a:buAutoNum type="arabicPeriod" startAt="6"/>
            </a:pPr>
            <a:r>
              <a:rPr lang="en-AU" sz="1600" kern="1200" dirty="0">
                <a:solidFill>
                  <a:schemeClr val="tx1"/>
                </a:solidFill>
                <a:effectLst/>
                <a:latin typeface="Arial" panose="020B0604020202020204" pitchFamily="34" charset="0"/>
                <a:ea typeface="+mn-ea"/>
                <a:cs typeface="Arial" panose="020B0604020202020204" pitchFamily="34" charset="0"/>
              </a:rPr>
              <a:t>Select a student at random to share their thinking. Repeat with a different student. Explain and re-teach content as required prior to moving to new learning. </a:t>
            </a:r>
          </a:p>
          <a:p>
            <a:pPr marL="342900" lvl="0" indent="-342900">
              <a:buFont typeface="+mj-lt"/>
              <a:buAutoNum type="arabicPeriod" startAt="6"/>
            </a:pPr>
            <a:r>
              <a:rPr lang="en-AU" sz="1600" kern="1200" dirty="0">
                <a:solidFill>
                  <a:schemeClr val="tx1"/>
                </a:solidFill>
                <a:effectLst/>
                <a:latin typeface="Arial" panose="020B0604020202020204" pitchFamily="34" charset="0"/>
                <a:ea typeface="+mn-ea"/>
                <a:cs typeface="Arial" panose="020B0604020202020204" pitchFamily="34" charset="0"/>
              </a:rPr>
              <a:t>Model how to describe the movement of the submarine. For example: At the beginning of Monday, the submarine was at sea level, 0 m. It dived 15 m to be at 15 m below sea level, then rose 5 m to be at 10 m below sea level by the end of the day. </a:t>
            </a:r>
          </a:p>
          <a:p>
            <a:pPr marL="342900" lvl="0" indent="-342900">
              <a:buFont typeface="+mj-lt"/>
              <a:buAutoNum type="arabicPeriod" startAt="6"/>
            </a:pPr>
            <a:r>
              <a:rPr lang="en-AU" sz="1600" kern="1200" dirty="0">
                <a:solidFill>
                  <a:schemeClr val="tx1"/>
                </a:solidFill>
                <a:effectLst/>
                <a:latin typeface="Arial" panose="020B0604020202020204" pitchFamily="34" charset="0"/>
                <a:ea typeface="+mn-ea"/>
                <a:cs typeface="Arial" panose="020B0604020202020204" pitchFamily="34" charset="0"/>
              </a:rPr>
              <a:t>Provide pairs with a whiteboard and writing materials.  </a:t>
            </a:r>
          </a:p>
          <a:p>
            <a:pPr marL="342900" lvl="0" indent="-342900">
              <a:buFont typeface="+mj-lt"/>
              <a:buAutoNum type="arabicPeriod" startAt="6"/>
            </a:pPr>
            <a:r>
              <a:rPr lang="en-AU" sz="1600" kern="1200" dirty="0">
                <a:solidFill>
                  <a:schemeClr val="tx1"/>
                </a:solidFill>
                <a:effectLst/>
                <a:latin typeface="Arial" panose="020B0604020202020204" pitchFamily="34" charset="0"/>
                <a:ea typeface="+mn-ea"/>
                <a:cs typeface="Arial" panose="020B0604020202020204" pitchFamily="34" charset="0"/>
              </a:rPr>
              <a:t>Students write 2 questions that can be answered from the graph. </a:t>
            </a:r>
          </a:p>
          <a:p>
            <a:pPr marL="342900" indent="-342900">
              <a:buFont typeface="+mj-lt"/>
              <a:buAutoNum type="arabicPeriod" startAt="6"/>
            </a:pPr>
            <a:r>
              <a:rPr lang="en-AU" sz="1600" kern="1200" dirty="0">
                <a:solidFill>
                  <a:schemeClr val="tx1"/>
                </a:solidFill>
                <a:effectLst/>
                <a:latin typeface="Arial" panose="020B0604020202020204" pitchFamily="34" charset="0"/>
                <a:ea typeface="+mn-ea"/>
                <a:cs typeface="Arial" panose="020B0604020202020204" pitchFamily="34" charset="0"/>
              </a:rPr>
              <a:t>Select students at random to ask their questions to the class. Select different students to answer the questions using information from the line graph.</a:t>
            </a:r>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 Area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B: Decimals and percentages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Represents numbers B: Whole numbers</a:t>
            </a:r>
            <a:br>
              <a:rPr lang="en-AU" dirty="0"/>
            </a:br>
            <a:endParaRPr lang="en-AU" dirty="0"/>
          </a:p>
          <a:p>
            <a:r>
              <a:rPr lang="en-AU" b="1" dirty="0"/>
              <a:t>Locate and represent integers on a number line (4)</a:t>
            </a:r>
            <a:br>
              <a:rPr lang="en-AU" b="1" dirty="0"/>
            </a:br>
            <a:r>
              <a:rPr lang="en-AU" b="0" dirty="0"/>
              <a:t>This resource corresponds to </a:t>
            </a:r>
            <a:r>
              <a:rPr lang="en-AU" sz="1600" kern="1200" dirty="0">
                <a:solidFill>
                  <a:schemeClr val="tx1"/>
                </a:solidFill>
                <a:effectLst/>
                <a:latin typeface="Arial" panose="020B0604020202020204" pitchFamily="34" charset="0"/>
                <a:ea typeface="+mn-ea"/>
                <a:cs typeface="Arial" panose="020B0604020202020204" pitchFamily="34" charset="0"/>
              </a:rPr>
              <a:t>Resource 32 – reading a thermometer </a:t>
            </a:r>
            <a:r>
              <a:rPr lang="en-AU" b="0" dirty="0"/>
              <a:t>in Stage 3 Year A Unit 18. </a:t>
            </a:r>
          </a:p>
          <a:p>
            <a:endParaRPr lang="en-AU" b="1" dirty="0"/>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Display Resource 32 – reading a thermometer. Provide each student with a copy.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Model how to read thermometer A. Use a think aloud to draw students’ attention to where zero is and how far the temperatures extend into positive and negative integers.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Students determine the temperature represented on thermometer B, and colour thermometers C, D and E to show the labelled temperatures. </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As students are working, use effective feedback linked to syllabus content points to support student understanding.  </a:t>
            </a:r>
          </a:p>
          <a:p>
            <a:pPr marL="34290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Select students at random to share their answers. Repeat with different students. Revisit learning as required. </a:t>
            </a:r>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50"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4" Type="http://schemas.openxmlformats.org/officeDocument/2006/relationships/slide" Target="slide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9.svg"/><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17.sv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0.png"/><Relationship Id="rId7" Type="http://schemas.openxmlformats.org/officeDocument/2006/relationships/image" Target="../media/image25.sv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 Id="rId9" Type="http://schemas.openxmlformats.org/officeDocument/2006/relationships/image" Target="../media/image27.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6.png"/><Relationship Id="rId7" Type="http://schemas.openxmlformats.org/officeDocument/2006/relationships/image" Target="../media/image45.pn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44.png"/><Relationship Id="rId4" Type="http://schemas.openxmlformats.org/officeDocument/2006/relationships/image" Target="../media/image29.sv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3 Year A Unit 18.</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18</a:t>
            </a:r>
          </a:p>
        </p:txBody>
      </p:sp>
      <p:pic>
        <p:nvPicPr>
          <p:cNvPr id="5" name="Picture Placeholder 4" descr="A row of dice on a blue background.">
            <a:extLst>
              <a:ext uri="{FF2B5EF4-FFF2-40B4-BE49-F238E27FC236}">
                <a16:creationId xmlns:a16="http://schemas.microsoft.com/office/drawing/2014/main" id="{3492ED26-EFFD-ABC0-5FC2-50C21A88E5D9}"/>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1</a:t>
              </a:r>
              <a:endParaRPr lang="en-AU">
                <a:solidFill>
                  <a:schemeClr val="accent1"/>
                </a:solidFill>
                <a:latin typeface="+mj-lt"/>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2</a:t>
              </a:r>
              <a:endParaRPr lang="en-AU">
                <a:solidFill>
                  <a:schemeClr val="accent1"/>
                </a:solidFill>
                <a:latin typeface="+mj-lt"/>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3</a:t>
              </a:r>
              <a:endParaRPr lang="en-AU">
                <a:solidFill>
                  <a:schemeClr val="accent1"/>
                </a:solidFill>
                <a:latin typeface="+mj-lt"/>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4</a:t>
              </a:r>
              <a:endParaRPr lang="en-AU">
                <a:solidFill>
                  <a:schemeClr val="accent1"/>
                </a:solidFill>
                <a:latin typeface="+mj-lt"/>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6</a:t>
              </a:r>
              <a:endParaRPr lang="en-AU">
                <a:solidFill>
                  <a:schemeClr val="accent1"/>
                </a:solidFill>
                <a:latin typeface="+mj-lt"/>
              </a:endParaRPr>
            </a:p>
          </p:txBody>
        </p:sp>
        <p:sp>
          <p:nvSpPr>
            <p:cNvPr id="45" name="Oval 44">
              <a:hlinkClick r:id="" action="ppaction://noaction"/>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7</a:t>
              </a:r>
              <a:endParaRPr lang="en-AU">
                <a:solidFill>
                  <a:schemeClr val="accent1"/>
                </a:solidFill>
                <a:latin typeface="+mj-lt"/>
              </a:endParaRPr>
            </a:p>
          </p:txBody>
        </p:sp>
        <p:sp>
          <p:nvSpPr>
            <p:cNvPr id="42" name="Oval 41">
              <a:hlinkClick r:id="" action="ppaction://noaction"/>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8</a:t>
              </a:r>
              <a:endParaRPr lang="en-AU">
                <a:solidFill>
                  <a:schemeClr val="accent1"/>
                </a:solidFill>
                <a:latin typeface="+mj-lt"/>
              </a:endParaRPr>
            </a:p>
          </p:txBody>
        </p:sp>
        <p:sp>
          <p:nvSpPr>
            <p:cNvPr id="39" name="Oval 38">
              <a:hlinkClick r:id="" action="ppaction://noaction"/>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5</a:t>
              </a:r>
              <a:endParaRPr lang="en-AU">
                <a:solidFill>
                  <a:schemeClr val="accent1"/>
                </a:solidFill>
                <a:latin typeface="+mj-lt"/>
              </a:endParaRPr>
            </a:p>
          </p:txBody>
        </p:sp>
        <p:sp>
          <p:nvSpPr>
            <p:cNvPr id="19" name="Oval 18">
              <a:hlinkClick r:id="" action="ppaction://noaction"/>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grpSp>
        <p:nvGrpSpPr>
          <p:cNvPr id="71" name="Group 70">
            <a:extLst>
              <a:ext uri="{FF2B5EF4-FFF2-40B4-BE49-F238E27FC236}">
                <a16:creationId xmlns:a16="http://schemas.microsoft.com/office/drawing/2014/main" id="{738A0259-8377-54D1-996D-D06E808C23BA}"/>
              </a:ext>
              <a:ext uri="{C183D7F6-B498-43B3-948B-1728B52AA6E4}">
                <adec:decorative xmlns:adec="http://schemas.microsoft.com/office/drawing/2017/decorative" val="1"/>
              </a:ext>
            </a:extLst>
          </p:cNvPr>
          <p:cNvGrpSpPr/>
          <p:nvPr/>
        </p:nvGrpSpPr>
        <p:grpSpPr>
          <a:xfrm>
            <a:off x="800237" y="4432032"/>
            <a:ext cx="10440305" cy="2065968"/>
            <a:chOff x="683695" y="3897622"/>
            <a:chExt cx="10440305" cy="2065968"/>
          </a:xfrm>
          <a:effectLst/>
        </p:grpSpPr>
        <p:grpSp>
          <p:nvGrpSpPr>
            <p:cNvPr id="65" name="Group 64">
              <a:extLst>
                <a:ext uri="{FF2B5EF4-FFF2-40B4-BE49-F238E27FC236}">
                  <a16:creationId xmlns:a16="http://schemas.microsoft.com/office/drawing/2014/main" id="{041E8178-27BA-E46E-EA7D-6157BB2FCF9B}"/>
                </a:ext>
              </a:extLst>
            </p:cNvPr>
            <p:cNvGrpSpPr/>
            <p:nvPr/>
          </p:nvGrpSpPr>
          <p:grpSpPr>
            <a:xfrm>
              <a:off x="1356206" y="5215212"/>
              <a:ext cx="4872355" cy="748378"/>
              <a:chOff x="1215766" y="5594358"/>
              <a:chExt cx="4872355" cy="748378"/>
            </a:xfrm>
          </p:grpSpPr>
          <p:sp>
            <p:nvSpPr>
              <p:cNvPr id="66" name="TextBox 65">
                <a:extLst>
                  <a:ext uri="{FF2B5EF4-FFF2-40B4-BE49-F238E27FC236}">
                    <a16:creationId xmlns:a16="http://schemas.microsoft.com/office/drawing/2014/main" id="{51C46AD1-5A4F-AF81-3E55-C6CBB1918F61}"/>
                  </a:ext>
                </a:extLst>
              </p:cNvPr>
              <p:cNvSpPr txBox="1"/>
              <p:nvPr/>
            </p:nvSpPr>
            <p:spPr>
              <a:xfrm>
                <a:off x="5558692" y="559435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67" name="TextBox 66">
                <a:extLst>
                  <a:ext uri="{FF2B5EF4-FFF2-40B4-BE49-F238E27FC236}">
                    <a16:creationId xmlns:a16="http://schemas.microsoft.com/office/drawing/2014/main" id="{E289E018-4447-57F9-F09B-08F3CDB3BEF6}"/>
                  </a:ext>
                </a:extLst>
              </p:cNvPr>
              <p:cNvSpPr txBox="1"/>
              <p:nvPr/>
            </p:nvSpPr>
            <p:spPr>
              <a:xfrm>
                <a:off x="3907679" y="560407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68" name="TextBox 67">
                <a:extLst>
                  <a:ext uri="{FF2B5EF4-FFF2-40B4-BE49-F238E27FC236}">
                    <a16:creationId xmlns:a16="http://schemas.microsoft.com/office/drawing/2014/main" id="{AA7BDC35-4130-763C-6C42-F885098CA372}"/>
                  </a:ext>
                </a:extLst>
              </p:cNvPr>
              <p:cNvSpPr txBox="1"/>
              <p:nvPr/>
            </p:nvSpPr>
            <p:spPr>
              <a:xfrm>
                <a:off x="2168884" y="559435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69" name="TextBox 68">
                <a:extLst>
                  <a:ext uri="{FF2B5EF4-FFF2-40B4-BE49-F238E27FC236}">
                    <a16:creationId xmlns:a16="http://schemas.microsoft.com/office/drawing/2014/main" id="{FB92C28A-43FB-9022-9CDC-941131ACAEC5}"/>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grpSp>
        <p:pic>
          <p:nvPicPr>
            <p:cNvPr id="70" name="Picture 69" descr="A number line labelled from -5 to 5.">
              <a:extLst>
                <a:ext uri="{FF2B5EF4-FFF2-40B4-BE49-F238E27FC236}">
                  <a16:creationId xmlns:a16="http://schemas.microsoft.com/office/drawing/2014/main" id="{B9C31BA7-B847-B1C3-A37E-EAD70CD849A7}"/>
                </a:ext>
              </a:extLst>
            </p:cNvPr>
            <p:cNvPicPr>
              <a:picLocks noChangeAspect="1"/>
            </p:cNvPicPr>
            <p:nvPr/>
          </p:nvPicPr>
          <p:blipFill>
            <a:blip r:embed="rId3"/>
            <a:stretch>
              <a:fillRect/>
            </a:stretch>
          </p:blipFill>
          <p:spPr>
            <a:xfrm>
              <a:off x="683695" y="3897622"/>
              <a:ext cx="10440305" cy="1074513"/>
            </a:xfrm>
            <a:prstGeom prst="rect">
              <a:avLst/>
            </a:prstGeom>
            <a:ln w="6350" cap="sq">
              <a:solidFill>
                <a:srgbClr val="000000"/>
              </a:solidFill>
              <a:prstDash val="solid"/>
              <a:miter lim="800000"/>
            </a:ln>
            <a:effectLst>
              <a:outerShdw blurRad="50800" dist="38100" dir="2700000" algn="tl" rotWithShape="0">
                <a:srgbClr val="000000">
                  <a:alpha val="43000"/>
                </a:srgbClr>
              </a:outerShdw>
            </a:effectLst>
          </p:spPr>
        </p:pic>
      </p:grpSp>
      <p:sp>
        <p:nvSpPr>
          <p:cNvPr id="2" name="Slide Number Placeholder 1">
            <a:extLst>
              <a:ext uri="{FF2B5EF4-FFF2-40B4-BE49-F238E27FC236}">
                <a16:creationId xmlns:a16="http://schemas.microsoft.com/office/drawing/2014/main" id="{BCDFCD28-280A-268C-8C92-8A605A7B59EF}"/>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(1)</a:t>
            </a:r>
          </a:p>
        </p:txBody>
      </p:sp>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360000" y="1753507"/>
            <a:ext cx="11243037" cy="893226"/>
          </a:xfrm>
        </p:spPr>
        <p:txBody>
          <a:bodyPr/>
          <a:lstStyle/>
          <a:p>
            <a:pPr algn="ctr"/>
            <a:r>
              <a:rPr lang="en-AU" sz="4400" b="1"/>
              <a:t>Which letter </a:t>
            </a:r>
            <a:r>
              <a:rPr lang="en-AU" sz="4400"/>
              <a:t>shows the </a:t>
            </a:r>
            <a:r>
              <a:rPr lang="en-AU" sz="4400" b="1"/>
              <a:t>solution</a:t>
            </a:r>
            <a:r>
              <a:rPr lang="en-AU" sz="4400"/>
              <a:t> to </a:t>
            </a:r>
          </a:p>
          <a:p>
            <a:pPr algn="ctr"/>
            <a:r>
              <a:rPr lang="en-AU" sz="4400" b="1"/>
              <a:t>3 – 7 = ?</a:t>
            </a:r>
          </a:p>
        </p:txBody>
      </p:sp>
      <p:pic>
        <p:nvPicPr>
          <p:cNvPr id="4" name="Picture 3" descr="image of a finger selecting an option for a multiple choice or true and false">
            <a:extLst>
              <a:ext uri="{FF2B5EF4-FFF2-40B4-BE49-F238E27FC236}">
                <a16:creationId xmlns:a16="http://schemas.microsoft.com/office/drawing/2014/main" id="{5D11F5ED-B427-7A06-EE29-1C83BDE7EF0D}"/>
              </a:ext>
            </a:extLst>
          </p:cNvPr>
          <p:cNvPicPr>
            <a:picLocks noChangeAspect="1"/>
          </p:cNvPicPr>
          <p:nvPr/>
        </p:nvPicPr>
        <p:blipFill>
          <a:blip r:embed="rId4"/>
          <a:stretch>
            <a:fillRect/>
          </a:stretch>
        </p:blipFill>
        <p:spPr>
          <a:xfrm>
            <a:off x="10807908" y="43303"/>
            <a:ext cx="1165786" cy="1140716"/>
          </a:xfrm>
          <a:prstGeom prst="rect">
            <a:avLst/>
          </a:prstGeom>
          <a:ln>
            <a:noFill/>
          </a:ln>
        </p:spPr>
      </p:pic>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70C7D-CD52-40B3-EE99-8C7C6719EEE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03B29AC-8A4A-17A0-CCFA-9B5B6298DFB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sp>
        <p:nvSpPr>
          <p:cNvPr id="2" name="Slide Number Placeholder 1">
            <a:extLst>
              <a:ext uri="{FF2B5EF4-FFF2-40B4-BE49-F238E27FC236}">
                <a16:creationId xmlns:a16="http://schemas.microsoft.com/office/drawing/2014/main" id="{D8C84425-DCFE-F0E9-D34B-81CC02B4DAE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3" name="Picture 2" descr="image of a clipboard with a pencil recording short answer responses">
            <a:extLst>
              <a:ext uri="{FF2B5EF4-FFF2-40B4-BE49-F238E27FC236}">
                <a16:creationId xmlns:a16="http://schemas.microsoft.com/office/drawing/2014/main" id="{3CC9961B-A5C5-5F99-A1B4-3237C3F12C15}"/>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5" name="TextBox 4">
            <a:extLst>
              <a:ext uri="{FF2B5EF4-FFF2-40B4-BE49-F238E27FC236}">
                <a16:creationId xmlns:a16="http://schemas.microsoft.com/office/drawing/2014/main" id="{209EFB36-093F-B7F2-30A6-E5E6CE9138D2}"/>
              </a:ext>
            </a:extLst>
          </p:cNvPr>
          <p:cNvSpPr txBox="1"/>
          <p:nvPr/>
        </p:nvSpPr>
        <p:spPr>
          <a:xfrm>
            <a:off x="299257" y="5605548"/>
            <a:ext cx="11403675" cy="707886"/>
          </a:xfrm>
          <a:prstGeom prst="rect">
            <a:avLst/>
          </a:prstGeom>
          <a:noFill/>
        </p:spPr>
        <p:txBody>
          <a:bodyPr wrap="square">
            <a:spAutoFit/>
          </a:bodyPr>
          <a:lstStyle/>
          <a:p>
            <a:r>
              <a:rPr lang="en-AU" sz="4000" b="1"/>
              <a:t>Impossible</a:t>
            </a:r>
            <a:r>
              <a:rPr lang="en-AU" sz="4000"/>
              <a:t>		 </a:t>
            </a:r>
            <a:r>
              <a:rPr lang="en-AU" sz="4000" b="1"/>
              <a:t>equally likely</a:t>
            </a:r>
            <a:r>
              <a:rPr lang="en-AU" sz="4000"/>
              <a:t>				</a:t>
            </a:r>
            <a:r>
              <a:rPr lang="en-AU" sz="4000" b="1"/>
              <a:t>certain</a:t>
            </a:r>
          </a:p>
        </p:txBody>
      </p:sp>
      <p:sp>
        <p:nvSpPr>
          <p:cNvPr id="16" name="TextBox 15">
            <a:extLst>
              <a:ext uri="{FF2B5EF4-FFF2-40B4-BE49-F238E27FC236}">
                <a16:creationId xmlns:a16="http://schemas.microsoft.com/office/drawing/2014/main" id="{5E998AF6-2EFD-5A3E-61A7-80486876AEC1}"/>
              </a:ext>
            </a:extLst>
          </p:cNvPr>
          <p:cNvSpPr txBox="1"/>
          <p:nvPr/>
        </p:nvSpPr>
        <p:spPr>
          <a:xfrm>
            <a:off x="622069" y="1173062"/>
            <a:ext cx="11080866" cy="1998176"/>
          </a:xfrm>
          <a:prstGeom prst="rect">
            <a:avLst/>
          </a:prstGeom>
          <a:noFill/>
        </p:spPr>
        <p:txBody>
          <a:bodyPr wrap="square" lIns="91440" tIns="45720" rIns="91440" bIns="45720" anchor="t">
            <a:spAutoFit/>
          </a:bodyPr>
          <a:lstStyle/>
          <a:p>
            <a:pPr algn="ctr">
              <a:lnSpc>
                <a:spcPct val="150000"/>
              </a:lnSpc>
            </a:pPr>
            <a:r>
              <a:rPr lang="en-AU" sz="4400"/>
              <a:t>Nat tosses a </a:t>
            </a:r>
            <a:r>
              <a:rPr lang="en-AU" sz="4400" b="1"/>
              <a:t>coin</a:t>
            </a:r>
            <a:r>
              <a:rPr lang="en-AU" sz="4400"/>
              <a:t>. Which word </a:t>
            </a:r>
            <a:r>
              <a:rPr lang="en-AU" sz="4400" b="1"/>
              <a:t>describes</a:t>
            </a:r>
            <a:r>
              <a:rPr lang="en-AU" sz="4400"/>
              <a:t> the </a:t>
            </a:r>
            <a:r>
              <a:rPr lang="en-AU" sz="4400" b="1"/>
              <a:t>probability</a:t>
            </a:r>
            <a:r>
              <a:rPr lang="en-AU" sz="4400"/>
              <a:t> of it landing on </a:t>
            </a:r>
            <a:r>
              <a:rPr lang="en-AU" sz="4400" b="1"/>
              <a:t>heads</a:t>
            </a:r>
            <a:r>
              <a:rPr lang="en-AU" sz="4400"/>
              <a:t>?</a:t>
            </a:r>
          </a:p>
        </p:txBody>
      </p:sp>
      <p:grpSp>
        <p:nvGrpSpPr>
          <p:cNvPr id="20" name="Group 19" descr="A fraction number line from zero to one. One half is marked and labelled.">
            <a:extLst>
              <a:ext uri="{FF2B5EF4-FFF2-40B4-BE49-F238E27FC236}">
                <a16:creationId xmlns:a16="http://schemas.microsoft.com/office/drawing/2014/main" id="{AAE4A857-BB55-958F-514A-FB8FB79429B8}"/>
              </a:ext>
            </a:extLst>
          </p:cNvPr>
          <p:cNvGrpSpPr/>
          <p:nvPr/>
        </p:nvGrpSpPr>
        <p:grpSpPr>
          <a:xfrm>
            <a:off x="1413167" y="3693578"/>
            <a:ext cx="9617309" cy="1408020"/>
            <a:chOff x="1413167" y="3719044"/>
            <a:chExt cx="9617309" cy="1408020"/>
          </a:xfrm>
        </p:grpSpPr>
        <p:grpSp>
          <p:nvGrpSpPr>
            <p:cNvPr id="18" name="Group 17">
              <a:extLst>
                <a:ext uri="{FF2B5EF4-FFF2-40B4-BE49-F238E27FC236}">
                  <a16:creationId xmlns:a16="http://schemas.microsoft.com/office/drawing/2014/main" id="{AE917F6D-3AB7-5E85-7459-2E97D85D71FF}"/>
                </a:ext>
              </a:extLst>
            </p:cNvPr>
            <p:cNvGrpSpPr/>
            <p:nvPr/>
          </p:nvGrpSpPr>
          <p:grpSpPr>
            <a:xfrm>
              <a:off x="1413167" y="3930905"/>
              <a:ext cx="9617309" cy="1196159"/>
              <a:chOff x="1413164" y="4112902"/>
              <a:chExt cx="9617309" cy="1196159"/>
            </a:xfrm>
          </p:grpSpPr>
          <p:grpSp>
            <p:nvGrpSpPr>
              <p:cNvPr id="15" name="Group 14">
                <a:extLst>
                  <a:ext uri="{FF2B5EF4-FFF2-40B4-BE49-F238E27FC236}">
                    <a16:creationId xmlns:a16="http://schemas.microsoft.com/office/drawing/2014/main" id="{D59FDF07-0BFA-A755-B20D-C1D906BE0E10}"/>
                  </a:ext>
                </a:extLst>
              </p:cNvPr>
              <p:cNvGrpSpPr/>
              <p:nvPr/>
            </p:nvGrpSpPr>
            <p:grpSpPr>
              <a:xfrm>
                <a:off x="1571106" y="5001490"/>
                <a:ext cx="8927869" cy="307571"/>
                <a:chOff x="1546168" y="3571701"/>
                <a:chExt cx="8927869" cy="307571"/>
              </a:xfrm>
            </p:grpSpPr>
            <p:cxnSp>
              <p:nvCxnSpPr>
                <p:cNvPr id="8" name="Straight Connector 7">
                  <a:extLst>
                    <a:ext uri="{FF2B5EF4-FFF2-40B4-BE49-F238E27FC236}">
                      <a16:creationId xmlns:a16="http://schemas.microsoft.com/office/drawing/2014/main" id="{A3AB849F-3548-93D0-5C81-75C51EEA7F0D}"/>
                    </a:ext>
                  </a:extLst>
                </p:cNvPr>
                <p:cNvCxnSpPr>
                  <a:cxnSpLocks/>
                </p:cNvCxnSpPr>
                <p:nvPr/>
              </p:nvCxnSpPr>
              <p:spPr>
                <a:xfrm>
                  <a:off x="1546168" y="3732414"/>
                  <a:ext cx="892786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40AEFDB-0530-7860-C3EB-8E009E807002}"/>
                    </a:ext>
                  </a:extLst>
                </p:cNvPr>
                <p:cNvCxnSpPr>
                  <a:cxnSpLocks/>
                </p:cNvCxnSpPr>
                <p:nvPr/>
              </p:nvCxnSpPr>
              <p:spPr>
                <a:xfrm flipV="1">
                  <a:off x="1546168" y="3585556"/>
                  <a:ext cx="0" cy="2937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1C21319-7EC9-A4DB-8453-868FD4D3EB87}"/>
                    </a:ext>
                  </a:extLst>
                </p:cNvPr>
                <p:cNvCxnSpPr>
                  <a:cxnSpLocks/>
                </p:cNvCxnSpPr>
                <p:nvPr/>
              </p:nvCxnSpPr>
              <p:spPr>
                <a:xfrm flipV="1">
                  <a:off x="10474037" y="3585556"/>
                  <a:ext cx="0" cy="2937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4642C78-8740-7B90-A300-BD01436AE665}"/>
                    </a:ext>
                  </a:extLst>
                </p:cNvPr>
                <p:cNvCxnSpPr>
                  <a:cxnSpLocks/>
                </p:cNvCxnSpPr>
                <p:nvPr/>
              </p:nvCxnSpPr>
              <p:spPr>
                <a:xfrm flipV="1">
                  <a:off x="5839691" y="3571701"/>
                  <a:ext cx="0" cy="2937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7C6B8DF4-CB13-2A44-3284-12726ACE4781}"/>
                  </a:ext>
                </a:extLst>
              </p:cNvPr>
              <p:cNvSpPr txBox="1"/>
              <p:nvPr/>
            </p:nvSpPr>
            <p:spPr>
              <a:xfrm>
                <a:off x="1413164" y="4112902"/>
                <a:ext cx="9617309" cy="646331"/>
              </a:xfrm>
              <a:prstGeom prst="rect">
                <a:avLst/>
              </a:prstGeom>
              <a:noFill/>
            </p:spPr>
            <p:txBody>
              <a:bodyPr wrap="square">
                <a:spAutoFit/>
              </a:bodyPr>
              <a:lstStyle/>
              <a:p>
                <a:r>
                  <a:rPr lang="en-AU" sz="3600"/>
                  <a:t>0						 						  		  1</a:t>
                </a:r>
              </a:p>
            </p:txBody>
          </p:sp>
        </p:gr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D9540B9-19FF-9D64-0C38-1031B061F6E1}"/>
                    </a:ext>
                  </a:extLst>
                </p:cNvPr>
                <p:cNvSpPr txBox="1"/>
                <p:nvPr/>
              </p:nvSpPr>
              <p:spPr>
                <a:xfrm>
                  <a:off x="5470185" y="3719044"/>
                  <a:ext cx="788894" cy="898964"/>
                </a:xfrm>
                <a:prstGeom prst="rect">
                  <a:avLst/>
                </a:prstGeom>
                <a:noFill/>
              </p:spPr>
              <p:txBody>
                <a:bodyPr wrap="square">
                  <a:spAutoFit/>
                </a:bodyPr>
                <a:lstStyle/>
                <a:p>
                  <a:pPr/>
                  <a14:m>
                    <m:oMathPara xmlns:m="http://schemas.openxmlformats.org/officeDocument/2006/math">
                      <m:oMath>
                        <m:f>
                          <m:fPr>
                            <m:ctrlPr>
                              <a:rPr lang="en-AU" sz="2800">
                                <a:effectLst/>
                                <a:latin typeface="Cambria Math" panose="02040503050406030204" pitchFamily="18" charset="0"/>
                                <a:ea typeface="Calibri" panose="020F0502020204030204" pitchFamily="34" charset="0"/>
                              </a:rPr>
                            </m:ctrlPr>
                          </m:fPr>
                          <m:num>
                            <m:r>
                              <a:rPr lang="en-AU" sz="2800">
                                <a:effectLst/>
                                <a:latin typeface="Cambria Math" panose="02040503050406030204" pitchFamily="18" charset="0"/>
                                <a:ea typeface="Calibri" panose="020F0502020204030204" pitchFamily="34" charset="0"/>
                              </a:rPr>
                              <m:t>1</m:t>
                            </m:r>
                          </m:num>
                          <m:den>
                            <m:r>
                              <a:rPr lang="en-AU" sz="2800" b="0" i="0" smtClean="0">
                                <a:effectLst/>
                                <a:latin typeface="Cambria Math" panose="02040503050406030204" pitchFamily="18" charset="0"/>
                                <a:ea typeface="Calibri" panose="020F0502020204030204" pitchFamily="34" charset="0"/>
                              </a:rPr>
                              <m:t>2</m:t>
                            </m:r>
                          </m:den>
                        </m:f>
                      </m:oMath>
                    </m:oMathPara>
                  </a14:m>
                  <a:endParaRPr lang="en-AU" sz="1600"/>
                </a:p>
              </p:txBody>
            </p:sp>
          </mc:Choice>
          <mc:Fallback xmlns="">
            <p:sp>
              <p:nvSpPr>
                <p:cNvPr id="19" name="TextBox 18">
                  <a:extLst>
                    <a:ext uri="{FF2B5EF4-FFF2-40B4-BE49-F238E27FC236}">
                      <a16:creationId xmlns:a16="http://schemas.microsoft.com/office/drawing/2014/main" id="{4D9540B9-19FF-9D64-0C38-1031B061F6E1}"/>
                    </a:ext>
                  </a:extLst>
                </p:cNvPr>
                <p:cNvSpPr txBox="1">
                  <a:spLocks noRot="1" noChangeAspect="1" noMove="1" noResize="1" noEditPoints="1" noAdjustHandles="1" noChangeArrowheads="1" noChangeShapeType="1" noTextEdit="1"/>
                </p:cNvSpPr>
                <p:nvPr/>
              </p:nvSpPr>
              <p:spPr>
                <a:xfrm>
                  <a:off x="5470185" y="3719044"/>
                  <a:ext cx="788894" cy="898964"/>
                </a:xfrm>
                <a:prstGeom prst="rect">
                  <a:avLst/>
                </a:prstGeom>
                <a:blipFill>
                  <a:blip r:embed="rId4"/>
                  <a:stretch>
                    <a:fillRect/>
                  </a:stretch>
                </a:blipFill>
              </p:spPr>
              <p:txBody>
                <a:bodyPr/>
                <a:lstStyle/>
                <a:p>
                  <a:r>
                    <a:rPr lang="en-AU">
                      <a:noFill/>
                    </a:rPr>
                    <a:t> </a:t>
                  </a:r>
                </a:p>
              </p:txBody>
            </p:sp>
          </mc:Fallback>
        </mc:AlternateContent>
      </p:grpSp>
    </p:spTree>
    <p:extLst>
      <p:ext uri="{BB962C8B-B14F-4D97-AF65-F5344CB8AC3E}">
        <p14:creationId xmlns:p14="http://schemas.microsoft.com/office/powerpoint/2010/main" val="498636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10" name="TextBox 9">
            <a:extLst>
              <a:ext uri="{FF2B5EF4-FFF2-40B4-BE49-F238E27FC236}">
                <a16:creationId xmlns:a16="http://schemas.microsoft.com/office/drawing/2014/main" id="{280F8914-5655-EAE6-315D-906BA9CEF182}"/>
              </a:ext>
            </a:extLst>
          </p:cNvPr>
          <p:cNvSpPr txBox="1"/>
          <p:nvPr/>
        </p:nvSpPr>
        <p:spPr>
          <a:xfrm>
            <a:off x="255181" y="1290946"/>
            <a:ext cx="11588819" cy="5010411"/>
          </a:xfrm>
          <a:prstGeom prst="rect">
            <a:avLst/>
          </a:prstGeom>
          <a:noFill/>
        </p:spPr>
        <p:txBody>
          <a:bodyPr wrap="square">
            <a:spAutoFit/>
          </a:bodyPr>
          <a:lstStyle/>
          <a:p>
            <a:pPr algn="ctr">
              <a:lnSpc>
                <a:spcPct val="150000"/>
              </a:lnSpc>
            </a:pPr>
            <a:r>
              <a:rPr lang="en-AU" sz="4000" b="1"/>
              <a:t>Halving</a:t>
            </a:r>
            <a:r>
              <a:rPr lang="en-AU" sz="4000"/>
              <a:t> can be used to solve </a:t>
            </a:r>
            <a:r>
              <a:rPr lang="en-AU" sz="4000" b="1"/>
              <a:t>6</a:t>
            </a:r>
            <a:r>
              <a:rPr lang="en-AU" sz="4000"/>
              <a:t> × </a:t>
            </a:r>
            <a:r>
              <a:rPr lang="en-AU" sz="4000" b="1"/>
              <a:t>500</a:t>
            </a:r>
            <a:r>
              <a:rPr lang="en-AU" sz="4000"/>
              <a:t> by:</a:t>
            </a:r>
          </a:p>
          <a:p>
            <a:pPr algn="ctr">
              <a:lnSpc>
                <a:spcPct val="150000"/>
              </a:lnSpc>
            </a:pPr>
            <a:endParaRPr lang="en-AU" sz="4000"/>
          </a:p>
          <a:p>
            <a:pPr algn="ctr">
              <a:lnSpc>
                <a:spcPct val="150000"/>
              </a:lnSpc>
            </a:pPr>
            <a:endParaRPr lang="en-AU" sz="4000"/>
          </a:p>
          <a:p>
            <a:pPr algn="ctr">
              <a:lnSpc>
                <a:spcPct val="150000"/>
              </a:lnSpc>
            </a:pPr>
            <a:br>
              <a:rPr lang="en-AU" sz="1800" b="1"/>
            </a:br>
            <a:r>
              <a:rPr lang="en-AU" sz="4000" b="1"/>
              <a:t>Record</a:t>
            </a:r>
            <a:r>
              <a:rPr lang="en-AU" sz="4000"/>
              <a:t> how to use </a:t>
            </a:r>
            <a:r>
              <a:rPr lang="en-AU" sz="4000" b="1"/>
              <a:t>halving</a:t>
            </a:r>
            <a:r>
              <a:rPr lang="en-AU" sz="4000"/>
              <a:t> to solve </a:t>
            </a:r>
            <a:br>
              <a:rPr lang="en-AU" sz="4000"/>
            </a:br>
            <a:r>
              <a:rPr lang="en-AU" sz="4000"/>
              <a:t>8 × 5000 </a:t>
            </a:r>
          </a:p>
        </p:txBody>
      </p:sp>
      <p:sp>
        <p:nvSpPr>
          <p:cNvPr id="12" name="TextBox 11">
            <a:extLst>
              <a:ext uri="{FF2B5EF4-FFF2-40B4-BE49-F238E27FC236}">
                <a16:creationId xmlns:a16="http://schemas.microsoft.com/office/drawing/2014/main" id="{0CFD278D-4181-0759-FA5D-765C50EF17D4}"/>
              </a:ext>
            </a:extLst>
          </p:cNvPr>
          <p:cNvSpPr txBox="1"/>
          <p:nvPr/>
        </p:nvSpPr>
        <p:spPr>
          <a:xfrm>
            <a:off x="798948" y="2516538"/>
            <a:ext cx="10770112" cy="1824923"/>
          </a:xfrm>
          <a:prstGeom prst="rect">
            <a:avLst/>
          </a:prstGeom>
          <a:noFill/>
          <a:ln w="28575">
            <a:solidFill>
              <a:schemeClr val="tx1"/>
            </a:solidFill>
          </a:ln>
        </p:spPr>
        <p:txBody>
          <a:bodyPr wrap="square">
            <a:spAutoFit/>
          </a:bodyPr>
          <a:lstStyle/>
          <a:p>
            <a:pPr marL="342900" indent="-342900">
              <a:lnSpc>
                <a:spcPct val="150000"/>
              </a:lnSpc>
              <a:buFont typeface="Arial" panose="020B0604020202020204" pitchFamily="34" charset="0"/>
              <a:buChar char="•"/>
            </a:pPr>
            <a:r>
              <a:rPr lang="en-AU" sz="4000" b="1"/>
              <a:t>halving 6</a:t>
            </a:r>
            <a:r>
              <a:rPr lang="en-AU" sz="4000"/>
              <a:t> (= 3) and </a:t>
            </a:r>
            <a:r>
              <a:rPr lang="en-AU" sz="4000" b="1"/>
              <a:t>doubling 500 </a:t>
            </a:r>
            <a:r>
              <a:rPr lang="en-AU" sz="4000"/>
              <a:t>(= 1000)</a:t>
            </a:r>
          </a:p>
          <a:p>
            <a:pPr marL="342900" indent="-342900">
              <a:lnSpc>
                <a:spcPct val="150000"/>
              </a:lnSpc>
              <a:buFont typeface="Arial" panose="020B0604020202020204" pitchFamily="34" charset="0"/>
              <a:buChar char="•"/>
            </a:pPr>
            <a:r>
              <a:rPr lang="en-AU" sz="4000"/>
              <a:t>then, </a:t>
            </a:r>
            <a:r>
              <a:rPr lang="en-AU" sz="4000" b="1"/>
              <a:t>3</a:t>
            </a:r>
            <a:r>
              <a:rPr lang="en-AU" sz="4000"/>
              <a:t> × </a:t>
            </a:r>
            <a:r>
              <a:rPr lang="en-AU" sz="4000" b="1"/>
              <a:t>1000</a:t>
            </a:r>
            <a:r>
              <a:rPr lang="en-AU" sz="4000"/>
              <a:t> = 3000</a:t>
            </a:r>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 name="Text Placeholder 17">
            <a:extLst>
              <a:ext uri="{FF2B5EF4-FFF2-40B4-BE49-F238E27FC236}">
                <a16:creationId xmlns:a16="http://schemas.microsoft.com/office/drawing/2014/main" id="{C5FAA168-59F5-2969-4C0C-7A8B97A0E16F}"/>
              </a:ext>
            </a:extLst>
          </p:cNvPr>
          <p:cNvSpPr txBox="1">
            <a:spLocks/>
          </p:cNvSpPr>
          <p:nvPr/>
        </p:nvSpPr>
        <p:spPr>
          <a:xfrm>
            <a:off x="360000" y="1112819"/>
            <a:ext cx="11243037" cy="893226"/>
          </a:xfrm>
          <a:prstGeom prst="rect">
            <a:avLst/>
          </a:prstGeom>
        </p:spPr>
        <p:txBody>
          <a:bodyPr lIns="91440" tIns="45720" rIns="91440" bIns="45720" anchor="t"/>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a:latin typeface="Arial"/>
                <a:cs typeface="Arial"/>
              </a:rPr>
              <a:t>Which </a:t>
            </a:r>
            <a:r>
              <a:rPr lang="en-AU" sz="4000" b="1">
                <a:latin typeface="Arial"/>
                <a:cs typeface="Arial"/>
              </a:rPr>
              <a:t>fraction</a:t>
            </a:r>
            <a:r>
              <a:rPr lang="en-AU" sz="4000">
                <a:latin typeface="Arial"/>
                <a:cs typeface="Arial"/>
              </a:rPr>
              <a:t> is </a:t>
            </a:r>
            <a:r>
              <a:rPr lang="en-AU" sz="4000" b="1">
                <a:latin typeface="Arial"/>
                <a:cs typeface="Arial"/>
              </a:rPr>
              <a:t>closest</a:t>
            </a:r>
            <a:r>
              <a:rPr lang="en-AU" sz="4000">
                <a:latin typeface="Arial"/>
                <a:cs typeface="Arial"/>
              </a:rPr>
              <a:t> to </a:t>
            </a:r>
            <a:r>
              <a:rPr lang="en-AU" sz="4000" b="1">
                <a:latin typeface="Arial"/>
                <a:cs typeface="Arial"/>
              </a:rPr>
              <a:t>one-half</a:t>
            </a:r>
            <a:r>
              <a:rPr lang="en-AU" sz="4000">
                <a:latin typeface="Arial"/>
                <a:cs typeface="Arial"/>
              </a:rPr>
              <a:t>? </a:t>
            </a:r>
            <a:br>
              <a:rPr lang="en-AU" sz="4000"/>
            </a:br>
            <a:r>
              <a:rPr lang="en-AU" sz="4000">
                <a:latin typeface="Arial"/>
                <a:cs typeface="Arial"/>
              </a:rPr>
              <a:t>Use the </a:t>
            </a:r>
            <a:r>
              <a:rPr lang="en-AU" sz="4000" b="1">
                <a:latin typeface="Arial"/>
                <a:cs typeface="Arial"/>
              </a:rPr>
              <a:t>number line </a:t>
            </a:r>
            <a:r>
              <a:rPr lang="en-AU" sz="4000">
                <a:latin typeface="Arial"/>
                <a:cs typeface="Arial"/>
              </a:rPr>
              <a:t>to show your reasoning. </a:t>
            </a:r>
            <a:endParaRPr lang="en-US" sz="4000">
              <a:latin typeface="Arial"/>
              <a:cs typeface="Arial"/>
            </a:endParaRPr>
          </a:p>
        </p:txBody>
      </p:sp>
      <p:pic>
        <p:nvPicPr>
          <p:cNvPr id="5" name="Picture 4" descr="A number line from 0 to 1.">
            <a:extLst>
              <a:ext uri="{FF2B5EF4-FFF2-40B4-BE49-F238E27FC236}">
                <a16:creationId xmlns:a16="http://schemas.microsoft.com/office/drawing/2014/main" id="{804166DF-3867-C18F-4C1B-A7A374B2F84C}"/>
              </a:ext>
            </a:extLst>
          </p:cNvPr>
          <p:cNvPicPr>
            <a:picLocks noChangeAspect="1"/>
          </p:cNvPicPr>
          <p:nvPr/>
        </p:nvPicPr>
        <p:blipFill>
          <a:blip r:embed="rId4"/>
          <a:srcRect t="48796" b="9228"/>
          <a:stretch>
            <a:fillRect/>
          </a:stretch>
        </p:blipFill>
        <p:spPr>
          <a:xfrm>
            <a:off x="995126" y="3429000"/>
            <a:ext cx="9444921" cy="882803"/>
          </a:xfrm>
          <a:prstGeom prst="rect">
            <a:avLst/>
          </a:prstGeom>
        </p:spPr>
      </p:pic>
      <p:sp>
        <p:nvSpPr>
          <p:cNvPr id="7" name="Slide Number Placeholder 1">
            <a:extLst>
              <a:ext uri="{FF2B5EF4-FFF2-40B4-BE49-F238E27FC236}">
                <a16:creationId xmlns:a16="http://schemas.microsoft.com/office/drawing/2014/main" id="{BEEA7A33-B6B4-C909-DEE6-749E3B9DBAB4}"/>
              </a:ext>
            </a:extLst>
          </p:cNvPr>
          <p:cNvSpPr txBox="1">
            <a:spLocks/>
          </p:cNvSpPr>
          <p:nvPr/>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8</a:t>
            </a:fld>
            <a:endParaRPr lang="en-AU"/>
          </a:p>
        </p:txBody>
      </p:sp>
      <p:grpSp>
        <p:nvGrpSpPr>
          <p:cNvPr id="8" name="Group 7">
            <a:extLst>
              <a:ext uri="{FF2B5EF4-FFF2-40B4-BE49-F238E27FC236}">
                <a16:creationId xmlns:a16="http://schemas.microsoft.com/office/drawing/2014/main" id="{E83FF5A7-75FC-E68B-8E83-FB06FAB43D08}"/>
              </a:ext>
              <a:ext uri="{C183D7F6-B498-43B3-948B-1728B52AA6E4}">
                <adec:decorative xmlns:adec="http://schemas.microsoft.com/office/drawing/2017/decorative" val="1"/>
              </a:ext>
            </a:extLst>
          </p:cNvPr>
          <p:cNvGrpSpPr/>
          <p:nvPr/>
        </p:nvGrpSpPr>
        <p:grpSpPr>
          <a:xfrm>
            <a:off x="9528283" y="4596333"/>
            <a:ext cx="1595717" cy="1641045"/>
            <a:chOff x="9469744" y="4275158"/>
            <a:chExt cx="1595717" cy="2143067"/>
          </a:xfrm>
        </p:grpSpPr>
        <p:sp>
          <p:nvSpPr>
            <p:cNvPr id="10" name="Rectangle 9">
              <a:extLst>
                <a:ext uri="{FF2B5EF4-FFF2-40B4-BE49-F238E27FC236}">
                  <a16:creationId xmlns:a16="http://schemas.microsoft.com/office/drawing/2014/main" id="{1E5AF92F-7B3D-C5D9-6C03-F6C20FF7AD9A}"/>
                </a:ext>
              </a:extLst>
            </p:cNvPr>
            <p:cNvSpPr/>
            <p:nvPr/>
          </p:nvSpPr>
          <p:spPr>
            <a:xfrm>
              <a:off x="9469744" y="4275158"/>
              <a:ext cx="1595717" cy="2143067"/>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0A32216-A853-79A1-A7B3-06E16759D982}"/>
                    </a:ext>
                  </a:extLst>
                </p:cNvPr>
                <p:cNvSpPr txBox="1"/>
                <p:nvPr/>
              </p:nvSpPr>
              <p:spPr>
                <a:xfrm>
                  <a:off x="9994859" y="4329755"/>
                  <a:ext cx="690282" cy="1248803"/>
                </a:xfrm>
                <a:prstGeom prst="rect">
                  <a:avLst/>
                </a:prstGeom>
                <a:noFill/>
              </p:spPr>
              <p:txBody>
                <a:bodyPr wrap="square">
                  <a:spAutoFit/>
                </a:bodyPr>
                <a:lstStyle/>
                <a:p>
                  <a:pPr/>
                  <a14:m>
                    <m:oMathPara xmlns:m="http://schemas.openxmlformats.org/officeDocument/2006/math">
                      <m:oMath>
                        <m:f>
                          <m:fPr>
                            <m:ctrlPr>
                              <a:rPr lang="en-AU" sz="4000">
                                <a:effectLst/>
                                <a:latin typeface="Cambria Math" panose="02040503050406030204" pitchFamily="18" charset="0"/>
                                <a:ea typeface="Calibri" panose="020F0502020204030204" pitchFamily="34" charset="0"/>
                              </a:rPr>
                            </m:ctrlPr>
                          </m:fPr>
                          <m:num>
                            <m:r>
                              <a:rPr lang="en-AU" sz="4000">
                                <a:effectLst/>
                                <a:latin typeface="Cambria Math" panose="02040503050406030204" pitchFamily="18" charset="0"/>
                                <a:ea typeface="Calibri" panose="020F0502020204030204" pitchFamily="34" charset="0"/>
                              </a:rPr>
                              <m:t>1</m:t>
                            </m:r>
                          </m:num>
                          <m:den>
                            <m:r>
                              <a:rPr lang="en-AU" sz="4000">
                                <a:effectLst/>
                                <a:latin typeface="Cambria Math" panose="02040503050406030204" pitchFamily="18" charset="0"/>
                                <a:ea typeface="Calibri" panose="020F0502020204030204" pitchFamily="34" charset="0"/>
                              </a:rPr>
                              <m:t>3</m:t>
                            </m:r>
                          </m:den>
                        </m:f>
                        <m:r>
                          <a:rPr lang="en-AU" sz="4000" b="0" i="0" smtClean="0">
                            <a:effectLst/>
                            <a:latin typeface="Cambria Math" panose="02040503050406030204" pitchFamily="18" charset="0"/>
                            <a:ea typeface="Calibri" panose="020F0502020204030204" pitchFamily="34" charset="0"/>
                          </a:rPr>
                          <m:t> </m:t>
                        </m:r>
                      </m:oMath>
                    </m:oMathPara>
                  </a14:m>
                  <a:endParaRPr lang="en-AU" sz="4800"/>
                </a:p>
              </p:txBody>
            </p:sp>
          </mc:Choice>
          <mc:Fallback xmlns="">
            <p:sp>
              <p:nvSpPr>
                <p:cNvPr id="11" name="TextBox 10">
                  <a:extLst>
                    <a:ext uri="{FF2B5EF4-FFF2-40B4-BE49-F238E27FC236}">
                      <a16:creationId xmlns:a16="http://schemas.microsoft.com/office/drawing/2014/main" id="{20A32216-A853-79A1-A7B3-06E16759D982}"/>
                    </a:ext>
                  </a:extLst>
                </p:cNvPr>
                <p:cNvSpPr txBox="1">
                  <a:spLocks noRot="1" noChangeAspect="1" noMove="1" noResize="1" noEditPoints="1" noAdjustHandles="1" noChangeArrowheads="1" noChangeShapeType="1" noTextEdit="1"/>
                </p:cNvSpPr>
                <p:nvPr/>
              </p:nvSpPr>
              <p:spPr>
                <a:xfrm>
                  <a:off x="9994859" y="4329755"/>
                  <a:ext cx="690282" cy="1248803"/>
                </a:xfrm>
                <a:prstGeom prst="rect">
                  <a:avLst/>
                </a:prstGeom>
                <a:blipFill>
                  <a:blip r:embed="rId5"/>
                  <a:stretch>
                    <a:fillRect b="-24204"/>
                  </a:stretch>
                </a:blipFill>
              </p:spPr>
              <p:txBody>
                <a:bodyPr/>
                <a:lstStyle/>
                <a:p>
                  <a:r>
                    <a:rPr lang="en-AU">
                      <a:noFill/>
                    </a:rPr>
                    <a:t> </a:t>
                  </a:r>
                </a:p>
              </p:txBody>
            </p:sp>
          </mc:Fallback>
        </mc:AlternateContent>
      </p:grpSp>
      <p:grpSp>
        <p:nvGrpSpPr>
          <p:cNvPr id="12" name="Group 11">
            <a:extLst>
              <a:ext uri="{FF2B5EF4-FFF2-40B4-BE49-F238E27FC236}">
                <a16:creationId xmlns:a16="http://schemas.microsoft.com/office/drawing/2014/main" id="{733E712B-7DAB-03D3-CF90-043AD609155D}"/>
              </a:ext>
              <a:ext uri="{C183D7F6-B498-43B3-948B-1728B52AA6E4}">
                <adec:decorative xmlns:adec="http://schemas.microsoft.com/office/drawing/2017/decorative" val="1"/>
              </a:ext>
            </a:extLst>
          </p:cNvPr>
          <p:cNvGrpSpPr/>
          <p:nvPr/>
        </p:nvGrpSpPr>
        <p:grpSpPr>
          <a:xfrm>
            <a:off x="6589843" y="4596334"/>
            <a:ext cx="1595717" cy="1641045"/>
            <a:chOff x="6531304" y="4275159"/>
            <a:chExt cx="1595717" cy="2143067"/>
          </a:xfrm>
        </p:grpSpPr>
        <p:sp>
          <p:nvSpPr>
            <p:cNvPr id="14" name="Rectangle 13">
              <a:extLst>
                <a:ext uri="{FF2B5EF4-FFF2-40B4-BE49-F238E27FC236}">
                  <a16:creationId xmlns:a16="http://schemas.microsoft.com/office/drawing/2014/main" id="{26A12B36-F282-8DCF-60AB-D5BB23DB838D}"/>
                </a:ext>
              </a:extLst>
            </p:cNvPr>
            <p:cNvSpPr/>
            <p:nvPr/>
          </p:nvSpPr>
          <p:spPr>
            <a:xfrm>
              <a:off x="6531304" y="4275159"/>
              <a:ext cx="1595717" cy="2143067"/>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53A62B9-83D9-A80A-DCA6-8CDFCA3F8253}"/>
                    </a:ext>
                  </a:extLst>
                </p:cNvPr>
                <p:cNvSpPr txBox="1"/>
                <p:nvPr/>
              </p:nvSpPr>
              <p:spPr>
                <a:xfrm>
                  <a:off x="6996105" y="4351028"/>
                  <a:ext cx="788894" cy="1244828"/>
                </a:xfrm>
                <a:prstGeom prst="rect">
                  <a:avLst/>
                </a:prstGeom>
                <a:noFill/>
              </p:spPr>
              <p:txBody>
                <a:bodyPr wrap="square">
                  <a:spAutoFit/>
                </a:bodyPr>
                <a:lstStyle/>
                <a:p>
                  <a:pPr/>
                  <a14:m>
                    <m:oMathPara xmlns:m="http://schemas.openxmlformats.org/officeDocument/2006/math">
                      <m:oMath>
                        <m:f>
                          <m:fPr>
                            <m:ctrlPr>
                              <a:rPr lang="en-AU" sz="4000">
                                <a:effectLst/>
                                <a:latin typeface="Cambria Math" panose="02040503050406030204" pitchFamily="18" charset="0"/>
                                <a:ea typeface="Calibri" panose="020F0502020204030204" pitchFamily="34" charset="0"/>
                              </a:rPr>
                            </m:ctrlPr>
                          </m:fPr>
                          <m:num>
                            <m:r>
                              <a:rPr lang="en-AU" sz="4000">
                                <a:effectLst/>
                                <a:latin typeface="Cambria Math" panose="02040503050406030204" pitchFamily="18" charset="0"/>
                                <a:ea typeface="Calibri" panose="020F0502020204030204" pitchFamily="34" charset="0"/>
                              </a:rPr>
                              <m:t>1</m:t>
                            </m:r>
                          </m:num>
                          <m:den>
                            <m:r>
                              <a:rPr lang="en-AU" sz="4000">
                                <a:effectLst/>
                                <a:latin typeface="Cambria Math" panose="02040503050406030204" pitchFamily="18" charset="0"/>
                                <a:ea typeface="Calibri" panose="020F0502020204030204" pitchFamily="34" charset="0"/>
                              </a:rPr>
                              <m:t>4</m:t>
                            </m:r>
                          </m:den>
                        </m:f>
                      </m:oMath>
                    </m:oMathPara>
                  </a14:m>
                  <a:endParaRPr lang="en-AU"/>
                </a:p>
              </p:txBody>
            </p:sp>
          </mc:Choice>
          <mc:Fallback xmlns="">
            <p:sp>
              <p:nvSpPr>
                <p:cNvPr id="15" name="TextBox 14">
                  <a:extLst>
                    <a:ext uri="{FF2B5EF4-FFF2-40B4-BE49-F238E27FC236}">
                      <a16:creationId xmlns:a16="http://schemas.microsoft.com/office/drawing/2014/main" id="{753A62B9-83D9-A80A-DCA6-8CDFCA3F8253}"/>
                    </a:ext>
                  </a:extLst>
                </p:cNvPr>
                <p:cNvSpPr txBox="1">
                  <a:spLocks noRot="1" noChangeAspect="1" noMove="1" noResize="1" noEditPoints="1" noAdjustHandles="1" noChangeArrowheads="1" noChangeShapeType="1" noTextEdit="1"/>
                </p:cNvSpPr>
                <p:nvPr/>
              </p:nvSpPr>
              <p:spPr>
                <a:xfrm>
                  <a:off x="6996105" y="4351028"/>
                  <a:ext cx="788894" cy="1244828"/>
                </a:xfrm>
                <a:prstGeom prst="rect">
                  <a:avLst/>
                </a:prstGeom>
                <a:blipFill>
                  <a:blip r:embed="rId6"/>
                  <a:stretch>
                    <a:fillRect b="-25000"/>
                  </a:stretch>
                </a:blipFill>
              </p:spPr>
              <p:txBody>
                <a:bodyPr/>
                <a:lstStyle/>
                <a:p>
                  <a:r>
                    <a:rPr lang="en-AU">
                      <a:noFill/>
                    </a:rPr>
                    <a:t> </a:t>
                  </a:r>
                </a:p>
              </p:txBody>
            </p:sp>
          </mc:Fallback>
        </mc:AlternateContent>
      </p:grpSp>
      <p:grpSp>
        <p:nvGrpSpPr>
          <p:cNvPr id="16" name="Group 15">
            <a:extLst>
              <a:ext uri="{FF2B5EF4-FFF2-40B4-BE49-F238E27FC236}">
                <a16:creationId xmlns:a16="http://schemas.microsoft.com/office/drawing/2014/main" id="{23FBC5A4-02EC-F91D-0DCB-F9356FB85A9F}"/>
              </a:ext>
              <a:ext uri="{C183D7F6-B498-43B3-948B-1728B52AA6E4}">
                <adec:decorative xmlns:adec="http://schemas.microsoft.com/office/drawing/2017/decorative" val="1"/>
              </a:ext>
            </a:extLst>
          </p:cNvPr>
          <p:cNvGrpSpPr/>
          <p:nvPr/>
        </p:nvGrpSpPr>
        <p:grpSpPr>
          <a:xfrm>
            <a:off x="3651403" y="4596335"/>
            <a:ext cx="1595717" cy="1641044"/>
            <a:chOff x="3592864" y="4275159"/>
            <a:chExt cx="1595717" cy="2143067"/>
          </a:xfrm>
        </p:grpSpPr>
        <p:sp>
          <p:nvSpPr>
            <p:cNvPr id="18" name="Rectangle 17">
              <a:extLst>
                <a:ext uri="{FF2B5EF4-FFF2-40B4-BE49-F238E27FC236}">
                  <a16:creationId xmlns:a16="http://schemas.microsoft.com/office/drawing/2014/main" id="{6B1D34FF-3CFA-68AC-98EE-2A799DBFB800}"/>
                </a:ext>
              </a:extLst>
            </p:cNvPr>
            <p:cNvSpPr/>
            <p:nvPr/>
          </p:nvSpPr>
          <p:spPr>
            <a:xfrm>
              <a:off x="3592864" y="4275159"/>
              <a:ext cx="1595717" cy="2143067"/>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D1294AB-CAB3-CA71-47B4-D6CD9F2B7AB9}"/>
                    </a:ext>
                  </a:extLst>
                </p:cNvPr>
                <p:cNvSpPr txBox="1"/>
                <p:nvPr/>
              </p:nvSpPr>
              <p:spPr>
                <a:xfrm>
                  <a:off x="4011751" y="4357825"/>
                  <a:ext cx="815788" cy="1248803"/>
                </a:xfrm>
                <a:prstGeom prst="rect">
                  <a:avLst/>
                </a:prstGeom>
                <a:noFill/>
              </p:spPr>
              <p:txBody>
                <a:bodyPr wrap="square">
                  <a:spAutoFit/>
                </a:bodyPr>
                <a:lstStyle/>
                <a:p>
                  <a:pPr/>
                  <a14:m>
                    <m:oMathPara xmlns:m="http://schemas.openxmlformats.org/officeDocument/2006/math">
                      <m:oMath>
                        <m:f>
                          <m:fPr>
                            <m:ctrlPr>
                              <a:rPr lang="en-AU" sz="4000">
                                <a:effectLst/>
                                <a:latin typeface="Cambria Math" panose="02040503050406030204" pitchFamily="18" charset="0"/>
                                <a:ea typeface="Calibri" panose="020F0502020204030204" pitchFamily="34" charset="0"/>
                              </a:rPr>
                            </m:ctrlPr>
                          </m:fPr>
                          <m:num>
                            <m:r>
                              <a:rPr lang="en-AU" sz="4000">
                                <a:effectLst/>
                                <a:latin typeface="Cambria Math" panose="02040503050406030204" pitchFamily="18" charset="0"/>
                                <a:ea typeface="Calibri" panose="020F0502020204030204" pitchFamily="34" charset="0"/>
                              </a:rPr>
                              <m:t>1</m:t>
                            </m:r>
                          </m:num>
                          <m:den>
                            <m:r>
                              <a:rPr lang="en-AU" sz="4000">
                                <a:effectLst/>
                                <a:latin typeface="Cambria Math" panose="02040503050406030204" pitchFamily="18" charset="0"/>
                                <a:ea typeface="Calibri" panose="020F0502020204030204" pitchFamily="34" charset="0"/>
                              </a:rPr>
                              <m:t>8</m:t>
                            </m:r>
                          </m:den>
                        </m:f>
                      </m:oMath>
                    </m:oMathPara>
                  </a14:m>
                  <a:endParaRPr lang="en-AU"/>
                </a:p>
              </p:txBody>
            </p:sp>
          </mc:Choice>
          <mc:Fallback xmlns="">
            <p:sp>
              <p:nvSpPr>
                <p:cNvPr id="19" name="TextBox 18">
                  <a:extLst>
                    <a:ext uri="{FF2B5EF4-FFF2-40B4-BE49-F238E27FC236}">
                      <a16:creationId xmlns:a16="http://schemas.microsoft.com/office/drawing/2014/main" id="{5D1294AB-CAB3-CA71-47B4-D6CD9F2B7AB9}"/>
                    </a:ext>
                  </a:extLst>
                </p:cNvPr>
                <p:cNvSpPr txBox="1">
                  <a:spLocks noRot="1" noChangeAspect="1" noMove="1" noResize="1" noEditPoints="1" noAdjustHandles="1" noChangeArrowheads="1" noChangeShapeType="1" noTextEdit="1"/>
                </p:cNvSpPr>
                <p:nvPr/>
              </p:nvSpPr>
              <p:spPr>
                <a:xfrm>
                  <a:off x="4011751" y="4357825"/>
                  <a:ext cx="815788" cy="1248803"/>
                </a:xfrm>
                <a:prstGeom prst="rect">
                  <a:avLst/>
                </a:prstGeom>
                <a:blipFill>
                  <a:blip r:embed="rId7"/>
                  <a:stretch>
                    <a:fillRect b="-24841"/>
                  </a:stretch>
                </a:blipFill>
              </p:spPr>
              <p:txBody>
                <a:bodyPr/>
                <a:lstStyle/>
                <a:p>
                  <a:r>
                    <a:rPr lang="en-AU">
                      <a:noFill/>
                    </a:rPr>
                    <a:t> </a:t>
                  </a:r>
                </a:p>
              </p:txBody>
            </p:sp>
          </mc:Fallback>
        </mc:AlternateContent>
      </p:grpSp>
      <p:grpSp>
        <p:nvGrpSpPr>
          <p:cNvPr id="20" name="Group 19">
            <a:extLst>
              <a:ext uri="{FF2B5EF4-FFF2-40B4-BE49-F238E27FC236}">
                <a16:creationId xmlns:a16="http://schemas.microsoft.com/office/drawing/2014/main" id="{DF279B6C-6163-1C2A-5B6E-9F489908DE98}"/>
              </a:ext>
              <a:ext uri="{C183D7F6-B498-43B3-948B-1728B52AA6E4}">
                <adec:decorative xmlns:adec="http://schemas.microsoft.com/office/drawing/2017/decorative" val="1"/>
              </a:ext>
            </a:extLst>
          </p:cNvPr>
          <p:cNvGrpSpPr/>
          <p:nvPr/>
        </p:nvGrpSpPr>
        <p:grpSpPr>
          <a:xfrm>
            <a:off x="712963" y="4596838"/>
            <a:ext cx="1595717" cy="1641044"/>
            <a:chOff x="654424" y="4275662"/>
            <a:chExt cx="1595717" cy="2143067"/>
          </a:xfrm>
        </p:grpSpPr>
        <p:sp>
          <p:nvSpPr>
            <p:cNvPr id="22" name="Rectangle 21">
              <a:extLst>
                <a:ext uri="{FF2B5EF4-FFF2-40B4-BE49-F238E27FC236}">
                  <a16:creationId xmlns:a16="http://schemas.microsoft.com/office/drawing/2014/main" id="{DE0C6FE4-CF63-8FB1-C500-CADD394CA0CE}"/>
                </a:ext>
              </a:extLst>
            </p:cNvPr>
            <p:cNvSpPr/>
            <p:nvPr/>
          </p:nvSpPr>
          <p:spPr>
            <a:xfrm>
              <a:off x="654424" y="4275662"/>
              <a:ext cx="1595717" cy="2143067"/>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5A5E429-F18B-8BF8-465D-D5AC31D03F25}"/>
                    </a:ext>
                  </a:extLst>
                </p:cNvPr>
                <p:cNvSpPr txBox="1"/>
                <p:nvPr/>
              </p:nvSpPr>
              <p:spPr>
                <a:xfrm>
                  <a:off x="1066799" y="4419100"/>
                  <a:ext cx="770965" cy="1248803"/>
                </a:xfrm>
                <a:prstGeom prst="rect">
                  <a:avLst/>
                </a:prstGeom>
                <a:noFill/>
              </p:spPr>
              <p:txBody>
                <a:bodyPr wrap="square">
                  <a:spAutoFit/>
                </a:bodyPr>
                <a:lstStyle/>
                <a:p>
                  <a:pPr/>
                  <a14:m>
                    <m:oMathPara xmlns:m="http://schemas.openxmlformats.org/officeDocument/2006/math">
                      <m:oMath>
                        <m:f>
                          <m:fPr>
                            <m:ctrlPr>
                              <a:rPr lang="en-AU" sz="4000" i="1">
                                <a:effectLst/>
                                <a:latin typeface="Cambria Math" panose="02040503050406030204" pitchFamily="18" charset="0"/>
                                <a:ea typeface="Calibri" panose="020F0502020204030204" pitchFamily="34" charset="0"/>
                              </a:rPr>
                            </m:ctrlPr>
                          </m:fPr>
                          <m:num>
                            <m:r>
                              <a:rPr lang="en-AU" sz="4000" i="1">
                                <a:effectLst/>
                                <a:latin typeface="Cambria Math" panose="02040503050406030204" pitchFamily="18" charset="0"/>
                                <a:ea typeface="Calibri" panose="020F0502020204030204" pitchFamily="34" charset="0"/>
                              </a:rPr>
                              <m:t>1</m:t>
                            </m:r>
                          </m:num>
                          <m:den>
                            <m:r>
                              <a:rPr lang="en-AU" sz="4000" i="1">
                                <a:effectLst/>
                                <a:latin typeface="Cambria Math" panose="02040503050406030204" pitchFamily="18" charset="0"/>
                                <a:ea typeface="Calibri" panose="020F0502020204030204" pitchFamily="34" charset="0"/>
                              </a:rPr>
                              <m:t>5</m:t>
                            </m:r>
                          </m:den>
                        </m:f>
                      </m:oMath>
                    </m:oMathPara>
                  </a14:m>
                  <a:endParaRPr lang="en-AU"/>
                </a:p>
              </p:txBody>
            </p:sp>
          </mc:Choice>
          <mc:Fallback xmlns="">
            <p:sp>
              <p:nvSpPr>
                <p:cNvPr id="23" name="TextBox 22">
                  <a:extLst>
                    <a:ext uri="{FF2B5EF4-FFF2-40B4-BE49-F238E27FC236}">
                      <a16:creationId xmlns:a16="http://schemas.microsoft.com/office/drawing/2014/main" id="{45A5E429-F18B-8BF8-465D-D5AC31D03F25}"/>
                    </a:ext>
                  </a:extLst>
                </p:cNvPr>
                <p:cNvSpPr txBox="1">
                  <a:spLocks noRot="1" noChangeAspect="1" noMove="1" noResize="1" noEditPoints="1" noAdjustHandles="1" noChangeArrowheads="1" noChangeShapeType="1" noTextEdit="1"/>
                </p:cNvSpPr>
                <p:nvPr/>
              </p:nvSpPr>
              <p:spPr>
                <a:xfrm>
                  <a:off x="1066799" y="4419100"/>
                  <a:ext cx="770965" cy="1248803"/>
                </a:xfrm>
                <a:prstGeom prst="rect">
                  <a:avLst/>
                </a:prstGeom>
                <a:blipFill>
                  <a:blip r:embed="rId8"/>
                  <a:stretch>
                    <a:fillRect b="-24841"/>
                  </a:stretch>
                </a:blipFill>
              </p:spPr>
              <p:txBody>
                <a:bodyPr/>
                <a:lstStyle/>
                <a:p>
                  <a:r>
                    <a:rPr lang="en-AU">
                      <a:noFill/>
                    </a:rPr>
                    <a:t> </a:t>
                  </a:r>
                </a:p>
              </p:txBody>
            </p:sp>
          </mc:Fallback>
        </mc:AlternateContent>
      </p:gr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11" name="TextBox 10">
            <a:extLst>
              <a:ext uri="{FF2B5EF4-FFF2-40B4-BE49-F238E27FC236}">
                <a16:creationId xmlns:a16="http://schemas.microsoft.com/office/drawing/2014/main" id="{B3E8CB67-4265-014C-22E9-72FA642F0CF9}"/>
              </a:ext>
            </a:extLst>
          </p:cNvPr>
          <p:cNvSpPr txBox="1"/>
          <p:nvPr/>
        </p:nvSpPr>
        <p:spPr>
          <a:xfrm>
            <a:off x="1084096" y="1271434"/>
            <a:ext cx="10039904" cy="1446550"/>
          </a:xfrm>
          <a:prstGeom prst="rect">
            <a:avLst/>
          </a:prstGeom>
          <a:noFill/>
        </p:spPr>
        <p:txBody>
          <a:bodyPr wrap="square">
            <a:spAutoFit/>
          </a:bodyPr>
          <a:lstStyle/>
          <a:p>
            <a:pPr algn="ctr"/>
            <a:r>
              <a:rPr lang="en-AU" sz="4400"/>
              <a:t>Record the size of the </a:t>
            </a:r>
            <a:r>
              <a:rPr lang="en-AU" sz="4400" b="1"/>
              <a:t>angle</a:t>
            </a:r>
            <a:r>
              <a:rPr lang="en-AU" sz="4400"/>
              <a:t> shown </a:t>
            </a:r>
          </a:p>
          <a:p>
            <a:pPr algn="ctr"/>
            <a:r>
              <a:rPr lang="en-AU" sz="4400"/>
              <a:t>on the </a:t>
            </a:r>
            <a:r>
              <a:rPr lang="en-AU" sz="4400" b="1"/>
              <a:t>protractor</a:t>
            </a:r>
            <a:r>
              <a:rPr lang="en-AU" sz="4400"/>
              <a:t>.</a:t>
            </a:r>
          </a:p>
        </p:txBody>
      </p:sp>
      <p:grpSp>
        <p:nvGrpSpPr>
          <p:cNvPr id="14" name="Group 2" descr="A protractor measuring a 130 degree angle.">
            <a:extLst>
              <a:ext uri="{FF2B5EF4-FFF2-40B4-BE49-F238E27FC236}">
                <a16:creationId xmlns:a16="http://schemas.microsoft.com/office/drawing/2014/main" id="{D64ECCFA-F401-FE3B-AF40-B8E778B3DABA}"/>
              </a:ext>
            </a:extLst>
          </p:cNvPr>
          <p:cNvGrpSpPr/>
          <p:nvPr/>
        </p:nvGrpSpPr>
        <p:grpSpPr>
          <a:xfrm>
            <a:off x="2835549" y="2901398"/>
            <a:ext cx="6747721" cy="3596602"/>
            <a:chOff x="0" y="0"/>
            <a:chExt cx="3453913" cy="1843526"/>
          </a:xfrm>
        </p:grpSpPr>
        <p:sp>
          <p:nvSpPr>
            <p:cNvPr id="15" name="Freeform 3">
              <a:extLst>
                <a:ext uri="{FF2B5EF4-FFF2-40B4-BE49-F238E27FC236}">
                  <a16:creationId xmlns:a16="http://schemas.microsoft.com/office/drawing/2014/main" id="{582D4640-FC0A-C677-8092-CC01AA909279}"/>
                </a:ext>
              </a:extLst>
            </p:cNvPr>
            <p:cNvSpPr/>
            <p:nvPr/>
          </p:nvSpPr>
          <p:spPr>
            <a:xfrm>
              <a:off x="0" y="0"/>
              <a:ext cx="3453913" cy="1843526"/>
            </a:xfrm>
            <a:custGeom>
              <a:avLst/>
              <a:gdLst/>
              <a:ahLst/>
              <a:cxnLst/>
              <a:rect l="l" t="t" r="r" b="b"/>
              <a:pathLst>
                <a:path w="3453913" h="1843526">
                  <a:moveTo>
                    <a:pt x="0" y="0"/>
                  </a:moveTo>
                  <a:lnTo>
                    <a:pt x="3453913" y="0"/>
                  </a:lnTo>
                  <a:lnTo>
                    <a:pt x="3453913" y="1843526"/>
                  </a:lnTo>
                  <a:lnTo>
                    <a:pt x="0" y="184352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16" name="AutoShape 4">
              <a:extLst>
                <a:ext uri="{FF2B5EF4-FFF2-40B4-BE49-F238E27FC236}">
                  <a16:creationId xmlns:a16="http://schemas.microsoft.com/office/drawing/2014/main" id="{0E272B81-DAA6-024F-6EDF-B97FDEC00880}"/>
                </a:ext>
              </a:extLst>
            </p:cNvPr>
            <p:cNvSpPr/>
            <p:nvPr/>
          </p:nvSpPr>
          <p:spPr>
            <a:xfrm flipV="1">
              <a:off x="1706053" y="816987"/>
              <a:ext cx="779448" cy="918629"/>
            </a:xfrm>
            <a:prstGeom prst="line">
              <a:avLst/>
            </a:prstGeom>
            <a:ln w="25400" cap="flat">
              <a:solidFill>
                <a:srgbClr val="D7153A"/>
              </a:solidFill>
              <a:prstDash val="solid"/>
              <a:headEnd type="none" w="sm" len="sm"/>
              <a:tailEnd type="none" w="sm" len="sm"/>
            </a:ln>
          </p:spPr>
          <p:txBody>
            <a:bodyPr/>
            <a:lstStyle/>
            <a:p>
              <a:endParaRPr lang="en-AU"/>
            </a:p>
          </p:txBody>
        </p:sp>
        <p:sp>
          <p:nvSpPr>
            <p:cNvPr id="17" name="AutoShape 5">
              <a:extLst>
                <a:ext uri="{FF2B5EF4-FFF2-40B4-BE49-F238E27FC236}">
                  <a16:creationId xmlns:a16="http://schemas.microsoft.com/office/drawing/2014/main" id="{7282CD33-9865-4DCB-D673-65C1AB423BBB}"/>
                </a:ext>
              </a:extLst>
            </p:cNvPr>
            <p:cNvSpPr/>
            <p:nvPr/>
          </p:nvSpPr>
          <p:spPr>
            <a:xfrm>
              <a:off x="517709" y="1722917"/>
              <a:ext cx="1188344" cy="0"/>
            </a:xfrm>
            <a:prstGeom prst="line">
              <a:avLst/>
            </a:prstGeom>
            <a:ln w="25400" cap="flat">
              <a:solidFill>
                <a:srgbClr val="D7153A"/>
              </a:solidFill>
              <a:prstDash val="solid"/>
              <a:headEnd type="none" w="sm" len="sm"/>
              <a:tailEnd type="none" w="sm" len="sm"/>
            </a:ln>
          </p:spPr>
          <p:txBody>
            <a:bodyPr/>
            <a:lstStyle/>
            <a:p>
              <a:endParaRPr lang="en-AU"/>
            </a:p>
          </p:txBody>
        </p:sp>
        <p:sp>
          <p:nvSpPr>
            <p:cNvPr id="18" name="Freeform 6">
              <a:extLst>
                <a:ext uri="{FF2B5EF4-FFF2-40B4-BE49-F238E27FC236}">
                  <a16:creationId xmlns:a16="http://schemas.microsoft.com/office/drawing/2014/main" id="{AAA348DA-2DC7-9DBB-4990-9F9EF8F84560}"/>
                </a:ext>
              </a:extLst>
            </p:cNvPr>
            <p:cNvSpPr/>
            <p:nvPr/>
          </p:nvSpPr>
          <p:spPr>
            <a:xfrm rot="-2205926" flipV="1">
              <a:off x="1127971" y="1265704"/>
              <a:ext cx="882879" cy="274796"/>
            </a:xfrm>
            <a:custGeom>
              <a:avLst/>
              <a:gdLst/>
              <a:ahLst/>
              <a:cxnLst/>
              <a:rect l="l" t="t" r="r" b="b"/>
              <a:pathLst>
                <a:path w="882879" h="274796">
                  <a:moveTo>
                    <a:pt x="0" y="274796"/>
                  </a:moveTo>
                  <a:lnTo>
                    <a:pt x="882879" y="274796"/>
                  </a:lnTo>
                  <a:lnTo>
                    <a:pt x="882879" y="0"/>
                  </a:lnTo>
                  <a:lnTo>
                    <a:pt x="0" y="0"/>
                  </a:lnTo>
                  <a:lnTo>
                    <a:pt x="0" y="274796"/>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gr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locate and represent integers on a number line </a:t>
            </a:r>
            <a:r>
              <a:rPr lang="en-AU">
                <a:solidFill>
                  <a:schemeClr val="bg1"/>
                </a:solidFill>
              </a:rPr>
              <a:t>(1)</a:t>
            </a:r>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pic>
        <p:nvPicPr>
          <p:cNvPr id="4" name="Picture 3"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a:ln>
            <a:noFill/>
          </a:ln>
        </p:spPr>
      </p:pic>
      <p:pic>
        <p:nvPicPr>
          <p:cNvPr id="3" name="Picture 2" descr="A horizontal number line labelled ‘A’ and a thermometer labelled ‘B’. &#10;&#10;The number line is labelled from minus 2 to 2, with −2, −1, 0, 1, and 2 annotated on the line. There are 2 question marks on either side of the annotated numbers. &#10;&#10;The thermometer shows the temperatures −20 through to 50 degrees centigrade with the current temperature indicated as 37° C. In the corner of the image is a student thinking.">
            <a:extLst>
              <a:ext uri="{FF2B5EF4-FFF2-40B4-BE49-F238E27FC236}">
                <a16:creationId xmlns:a16="http://schemas.microsoft.com/office/drawing/2014/main" id="{2D6085BC-A669-798B-6BD1-01ED4BA6465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358103" y="1535537"/>
            <a:ext cx="7489507" cy="5078786"/>
          </a:xfrm>
          <a:prstGeom prst="rect">
            <a:avLst/>
          </a:prstGeom>
          <a:noFill/>
          <a:ln>
            <a:noFill/>
          </a:ln>
        </p:spPr>
      </p:pic>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E886CB-34FF-0292-C29C-0B025043076C}"/>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a:ln>
            <a:noFill/>
          </a:ln>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1851094" y="1600298"/>
            <a:ext cx="8489811" cy="893226"/>
          </a:xfrm>
        </p:spPr>
        <p:txBody>
          <a:bodyPr/>
          <a:lstStyle/>
          <a:p>
            <a:r>
              <a:rPr lang="en-AU" sz="4400" dirty="0"/>
              <a:t>Faiyaz calculated that </a:t>
            </a:r>
            <a:r>
              <a:rPr lang="en-AU" sz="4400" b="1" dirty="0"/>
              <a:t>3 - 5 = -2</a:t>
            </a:r>
            <a:r>
              <a:rPr lang="en-AU" sz="4400" dirty="0"/>
              <a:t>.</a:t>
            </a:r>
          </a:p>
        </p:txBody>
      </p:sp>
      <p:pic>
        <p:nvPicPr>
          <p:cNvPr id="33" name="Picture 32" descr="A number line labelled from -5 to 5.">
            <a:extLst>
              <a:ext uri="{FF2B5EF4-FFF2-40B4-BE49-F238E27FC236}">
                <a16:creationId xmlns:a16="http://schemas.microsoft.com/office/drawing/2014/main" id="{CE65EF24-595E-D65B-F759-C87EDB76D39F}"/>
              </a:ext>
            </a:extLst>
          </p:cNvPr>
          <p:cNvPicPr>
            <a:picLocks noChangeAspect="1"/>
          </p:cNvPicPr>
          <p:nvPr/>
        </p:nvPicPr>
        <p:blipFill>
          <a:blip r:embed="rId4"/>
          <a:stretch>
            <a:fillRect/>
          </a:stretch>
        </p:blipFill>
        <p:spPr>
          <a:xfrm>
            <a:off x="938600" y="3289964"/>
            <a:ext cx="10440305" cy="107451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7" name="TextBox 6">
            <a:extLst>
              <a:ext uri="{FF2B5EF4-FFF2-40B4-BE49-F238E27FC236}">
                <a16:creationId xmlns:a16="http://schemas.microsoft.com/office/drawing/2014/main" id="{A5CD1CBC-D76A-DC3A-A323-FC7B3E0CEC19}"/>
              </a:ext>
            </a:extLst>
          </p:cNvPr>
          <p:cNvSpPr txBox="1"/>
          <p:nvPr/>
        </p:nvSpPr>
        <p:spPr>
          <a:xfrm>
            <a:off x="982859" y="2242454"/>
            <a:ext cx="10047617" cy="1998176"/>
          </a:xfrm>
          <a:prstGeom prst="rect">
            <a:avLst/>
          </a:prstGeom>
          <a:noFill/>
        </p:spPr>
        <p:txBody>
          <a:bodyPr wrap="square">
            <a:spAutoFit/>
          </a:bodyPr>
          <a:lstStyle/>
          <a:p>
            <a:pPr algn="ctr">
              <a:lnSpc>
                <a:spcPct val="150000"/>
              </a:lnSpc>
            </a:pPr>
            <a:r>
              <a:rPr lang="en-US" sz="4400" dirty="0">
                <a:latin typeface="Arial"/>
                <a:cs typeface="Arial"/>
              </a:rPr>
              <a:t>Write the </a:t>
            </a:r>
            <a:r>
              <a:rPr lang="en-US" sz="4400" b="1" dirty="0">
                <a:latin typeface="Arial"/>
                <a:cs typeface="Arial"/>
              </a:rPr>
              <a:t>definition</a:t>
            </a:r>
            <a:r>
              <a:rPr lang="en-US" sz="4400" dirty="0">
                <a:latin typeface="Arial"/>
                <a:cs typeface="Arial"/>
              </a:rPr>
              <a:t> of the word </a:t>
            </a:r>
            <a:r>
              <a:rPr lang="en-US" sz="4400" b="1" dirty="0">
                <a:latin typeface="Arial"/>
                <a:cs typeface="Arial"/>
              </a:rPr>
              <a:t>probability</a:t>
            </a:r>
            <a:r>
              <a:rPr lang="en-US" sz="4400" dirty="0">
                <a:latin typeface="Arial"/>
                <a:cs typeface="Arial"/>
              </a:rPr>
              <a:t>.</a:t>
            </a:r>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 name="TextBox 3">
            <a:extLst>
              <a:ext uri="{FF2B5EF4-FFF2-40B4-BE49-F238E27FC236}">
                <a16:creationId xmlns:a16="http://schemas.microsoft.com/office/drawing/2014/main" id="{32978F3D-A46F-4DA2-4618-2733E16BDD59}"/>
              </a:ext>
            </a:extLst>
          </p:cNvPr>
          <p:cNvSpPr txBox="1"/>
          <p:nvPr/>
        </p:nvSpPr>
        <p:spPr>
          <a:xfrm>
            <a:off x="880996" y="2215979"/>
            <a:ext cx="9974847" cy="1998176"/>
          </a:xfrm>
          <a:prstGeom prst="rect">
            <a:avLst/>
          </a:prstGeom>
          <a:noFill/>
        </p:spPr>
        <p:txBody>
          <a:bodyPr wrap="square">
            <a:spAutoFit/>
          </a:bodyPr>
          <a:lstStyle/>
          <a:p>
            <a:pPr algn="ctr">
              <a:lnSpc>
                <a:spcPct val="150000"/>
              </a:lnSpc>
            </a:pPr>
            <a:r>
              <a:rPr lang="en-AU" sz="4400" b="1" dirty="0"/>
              <a:t>Record</a:t>
            </a:r>
            <a:r>
              <a:rPr lang="en-AU" sz="4400" dirty="0"/>
              <a:t> how to use </a:t>
            </a:r>
            <a:r>
              <a:rPr lang="en-AU" sz="4400" b="1" dirty="0"/>
              <a:t>halving</a:t>
            </a:r>
            <a:r>
              <a:rPr lang="en-AU" sz="4400" dirty="0"/>
              <a:t> to find </a:t>
            </a:r>
          </a:p>
          <a:p>
            <a:pPr algn="ctr">
              <a:lnSpc>
                <a:spcPct val="150000"/>
              </a:lnSpc>
            </a:pPr>
            <a:r>
              <a:rPr lang="en-AU" sz="4400" dirty="0"/>
              <a:t>the product of 8 × 500 </a:t>
            </a:r>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 name="Text Placeholder 5">
            <a:extLst>
              <a:ext uri="{FF2B5EF4-FFF2-40B4-BE49-F238E27FC236}">
                <a16:creationId xmlns:a16="http://schemas.microsoft.com/office/drawing/2014/main" id="{95F5CF95-F201-B721-A209-8823C1D35AB6}"/>
              </a:ext>
            </a:extLst>
          </p:cNvPr>
          <p:cNvSpPr txBox="1">
            <a:spLocks/>
          </p:cNvSpPr>
          <p:nvPr/>
        </p:nvSpPr>
        <p:spPr>
          <a:xfrm>
            <a:off x="295601" y="1333873"/>
            <a:ext cx="1124303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Which </a:t>
            </a:r>
            <a:r>
              <a:rPr lang="en-AU" sz="4400" b="1"/>
              <a:t>fraction</a:t>
            </a:r>
            <a:r>
              <a:rPr lang="en-AU" sz="4400"/>
              <a:t> card </a:t>
            </a:r>
            <a:r>
              <a:rPr lang="en-AU" sz="4400" b="1"/>
              <a:t>doesn’t belong</a:t>
            </a:r>
            <a:r>
              <a:rPr lang="en-AU" sz="4400"/>
              <a:t>?</a:t>
            </a:r>
          </a:p>
          <a:p>
            <a:pPr algn="ctr"/>
            <a:r>
              <a:rPr lang="en-AU" sz="4400"/>
              <a:t>Explain your reasoning.</a:t>
            </a:r>
          </a:p>
        </p:txBody>
      </p:sp>
      <p:grpSp>
        <p:nvGrpSpPr>
          <p:cNvPr id="58" name="Group 57" descr="A set of 4 fractions cards organised in row.&#10;The cards show 1/10 represented in an area model, 1 eighth in word form, the symbol for 1/8 and a circular model of 1/8.">
            <a:extLst>
              <a:ext uri="{FF2B5EF4-FFF2-40B4-BE49-F238E27FC236}">
                <a16:creationId xmlns:a16="http://schemas.microsoft.com/office/drawing/2014/main" id="{43415606-BDF1-B4FC-FABE-9A0B4F67B236}"/>
              </a:ext>
            </a:extLst>
          </p:cNvPr>
          <p:cNvGrpSpPr/>
          <p:nvPr/>
        </p:nvGrpSpPr>
        <p:grpSpPr>
          <a:xfrm>
            <a:off x="1756285" y="3956932"/>
            <a:ext cx="8679430" cy="1968112"/>
            <a:chOff x="1258555" y="3965896"/>
            <a:chExt cx="8679430" cy="1968112"/>
          </a:xfrm>
        </p:grpSpPr>
        <p:grpSp>
          <p:nvGrpSpPr>
            <p:cNvPr id="5" name="Group 4" descr="A set of 3 fractions cards in a row.&#10;They show 1/10 represented in an area model, 1/8 in word form and the symbol for 1/8.">
              <a:extLst>
                <a:ext uri="{FF2B5EF4-FFF2-40B4-BE49-F238E27FC236}">
                  <a16:creationId xmlns:a16="http://schemas.microsoft.com/office/drawing/2014/main" id="{6C45066F-A891-3ECB-4861-3406646EFA96}"/>
                </a:ext>
              </a:extLst>
            </p:cNvPr>
            <p:cNvGrpSpPr/>
            <p:nvPr/>
          </p:nvGrpSpPr>
          <p:grpSpPr>
            <a:xfrm>
              <a:off x="1258555" y="3965897"/>
              <a:ext cx="6508276" cy="1968111"/>
              <a:chOff x="2311695" y="2549474"/>
              <a:chExt cx="6508276" cy="1968111"/>
            </a:xfrm>
          </p:grpSpPr>
          <p:grpSp>
            <p:nvGrpSpPr>
              <p:cNvPr id="7" name="Group 39">
                <a:extLst>
                  <a:ext uri="{FF2B5EF4-FFF2-40B4-BE49-F238E27FC236}">
                    <a16:creationId xmlns:a16="http://schemas.microsoft.com/office/drawing/2014/main" id="{65F3CBCA-421C-6AC3-E114-E86A9F375F2E}"/>
                  </a:ext>
                </a:extLst>
              </p:cNvPr>
              <p:cNvGrpSpPr/>
              <p:nvPr/>
            </p:nvGrpSpPr>
            <p:grpSpPr>
              <a:xfrm>
                <a:off x="4475874" y="2549474"/>
                <a:ext cx="2175536" cy="1968111"/>
                <a:chOff x="0" y="-19050"/>
                <a:chExt cx="779663" cy="705327"/>
              </a:xfrm>
            </p:grpSpPr>
            <p:sp>
              <p:nvSpPr>
                <p:cNvPr id="49" name="Freeform 40">
                  <a:extLst>
                    <a:ext uri="{FF2B5EF4-FFF2-40B4-BE49-F238E27FC236}">
                      <a16:creationId xmlns:a16="http://schemas.microsoft.com/office/drawing/2014/main" id="{AE57F268-240A-C9B5-6177-B4CB50D61474}"/>
                    </a:ext>
                  </a:extLst>
                </p:cNvPr>
                <p:cNvSpPr/>
                <p:nvPr/>
              </p:nvSpPr>
              <p:spPr>
                <a:xfrm>
                  <a:off x="0" y="0"/>
                  <a:ext cx="779663" cy="686277"/>
                </a:xfrm>
                <a:custGeom>
                  <a:avLst/>
                  <a:gdLst/>
                  <a:ahLst/>
                  <a:cxnLst/>
                  <a:rect l="l" t="t" r="r" b="b"/>
                  <a:pathLst>
                    <a:path w="779663" h="686277">
                      <a:moveTo>
                        <a:pt x="0" y="0"/>
                      </a:moveTo>
                      <a:lnTo>
                        <a:pt x="779663" y="0"/>
                      </a:lnTo>
                      <a:lnTo>
                        <a:pt x="779663" y="686277"/>
                      </a:lnTo>
                      <a:lnTo>
                        <a:pt x="0" y="686277"/>
                      </a:lnTo>
                      <a:close/>
                    </a:path>
                  </a:pathLst>
                </a:custGeom>
                <a:solidFill>
                  <a:srgbClr val="000000">
                    <a:alpha val="0"/>
                  </a:srgbClr>
                </a:solidFill>
                <a:ln w="38100" cap="sq">
                  <a:solidFill>
                    <a:srgbClr val="000000"/>
                  </a:solidFill>
                  <a:prstDash val="solid"/>
                  <a:miter/>
                </a:ln>
              </p:spPr>
              <p:txBody>
                <a:bodyPr/>
                <a:lstStyle/>
                <a:p>
                  <a:endParaRPr lang="en-AU" sz="2800"/>
                </a:p>
              </p:txBody>
            </p:sp>
            <p:sp>
              <p:nvSpPr>
                <p:cNvPr id="50" name="TextBox 41">
                  <a:extLst>
                    <a:ext uri="{FF2B5EF4-FFF2-40B4-BE49-F238E27FC236}">
                      <a16:creationId xmlns:a16="http://schemas.microsoft.com/office/drawing/2014/main" id="{7D333339-6A48-2DD9-CE40-AA3AA901247C}"/>
                    </a:ext>
                  </a:extLst>
                </p:cNvPr>
                <p:cNvSpPr txBox="1"/>
                <p:nvPr/>
              </p:nvSpPr>
              <p:spPr>
                <a:xfrm>
                  <a:off x="0" y="-19050"/>
                  <a:ext cx="779663" cy="705327"/>
                </a:xfrm>
                <a:prstGeom prst="rect">
                  <a:avLst/>
                </a:prstGeom>
              </p:spPr>
              <p:txBody>
                <a:bodyPr lIns="50800" tIns="50800" rIns="50800" bIns="50800" rtlCol="0" anchor="ctr"/>
                <a:lstStyle/>
                <a:p>
                  <a:pPr algn="ctr">
                    <a:lnSpc>
                      <a:spcPts val="1684"/>
                    </a:lnSpc>
                  </a:pPr>
                  <a:endParaRPr/>
                </a:p>
              </p:txBody>
            </p:sp>
          </p:grpSp>
          <p:grpSp>
            <p:nvGrpSpPr>
              <p:cNvPr id="8" name="Group 7">
                <a:extLst>
                  <a:ext uri="{FF2B5EF4-FFF2-40B4-BE49-F238E27FC236}">
                    <a16:creationId xmlns:a16="http://schemas.microsoft.com/office/drawing/2014/main" id="{42D6D692-E1E2-E813-DBDE-516BC3863858}"/>
                  </a:ext>
                </a:extLst>
              </p:cNvPr>
              <p:cNvGrpSpPr/>
              <p:nvPr/>
            </p:nvGrpSpPr>
            <p:grpSpPr>
              <a:xfrm>
                <a:off x="2311695" y="2549474"/>
                <a:ext cx="6508276" cy="1968111"/>
                <a:chOff x="2311695" y="2549474"/>
                <a:chExt cx="6508276" cy="1968111"/>
              </a:xfrm>
            </p:grpSpPr>
            <p:pic>
              <p:nvPicPr>
                <p:cNvPr id="9" name="Picture 2">
                  <a:extLst>
                    <a:ext uri="{FF2B5EF4-FFF2-40B4-BE49-F238E27FC236}">
                      <a16:creationId xmlns:a16="http://schemas.microsoft.com/office/drawing/2014/main" id="{51D8677B-1F69-CE5F-051A-E6F5D23232FE}"/>
                    </a:ext>
                  </a:extLst>
                </p:cNvPr>
                <p:cNvPicPr>
                  <a:picLocks noChangeAspect="1"/>
                </p:cNvPicPr>
                <p:nvPr/>
              </p:nvPicPr>
              <p:blipFill>
                <a:blip r:embed="rId4"/>
                <a:stretch>
                  <a:fillRect/>
                </a:stretch>
              </p:blipFill>
              <p:spPr>
                <a:xfrm>
                  <a:off x="7369838" y="3022388"/>
                  <a:ext cx="670496" cy="1229242"/>
                </a:xfrm>
                <a:prstGeom prst="rect">
                  <a:avLst/>
                </a:prstGeom>
              </p:spPr>
            </p:pic>
            <p:grpSp>
              <p:nvGrpSpPr>
                <p:cNvPr id="10" name="Group 3">
                  <a:extLst>
                    <a:ext uri="{FF2B5EF4-FFF2-40B4-BE49-F238E27FC236}">
                      <a16:creationId xmlns:a16="http://schemas.microsoft.com/office/drawing/2014/main" id="{F6ECCCD2-6A7E-71CB-8946-5B77DBA72DA2}"/>
                    </a:ext>
                  </a:extLst>
                </p:cNvPr>
                <p:cNvGrpSpPr/>
                <p:nvPr/>
              </p:nvGrpSpPr>
              <p:grpSpPr>
                <a:xfrm>
                  <a:off x="2563503" y="3205396"/>
                  <a:ext cx="1687036" cy="692538"/>
                  <a:chOff x="0" y="-22512"/>
                  <a:chExt cx="2249381" cy="923384"/>
                </a:xfrm>
              </p:grpSpPr>
              <p:grpSp>
                <p:nvGrpSpPr>
                  <p:cNvPr id="19" name="Group 4">
                    <a:extLst>
                      <a:ext uri="{FF2B5EF4-FFF2-40B4-BE49-F238E27FC236}">
                        <a16:creationId xmlns:a16="http://schemas.microsoft.com/office/drawing/2014/main" id="{39A4AC45-F14E-CDCF-CA65-C7F05FC5F0F2}"/>
                      </a:ext>
                    </a:extLst>
                  </p:cNvPr>
                  <p:cNvGrpSpPr/>
                  <p:nvPr/>
                </p:nvGrpSpPr>
                <p:grpSpPr>
                  <a:xfrm>
                    <a:off x="0" y="427924"/>
                    <a:ext cx="449876" cy="472948"/>
                    <a:chOff x="0" y="-19050"/>
                    <a:chExt cx="380687" cy="400211"/>
                  </a:xfrm>
                </p:grpSpPr>
                <p:sp>
                  <p:nvSpPr>
                    <p:cNvPr id="47" name="Freeform 5">
                      <a:extLst>
                        <a:ext uri="{FF2B5EF4-FFF2-40B4-BE49-F238E27FC236}">
                          <a16:creationId xmlns:a16="http://schemas.microsoft.com/office/drawing/2014/main" id="{856E4781-3D40-AC05-0484-A2FC5BE170DF}"/>
                        </a:ext>
                      </a:extLst>
                    </p:cNvPr>
                    <p:cNvSpPr/>
                    <p:nvPr/>
                  </p:nvSpPr>
                  <p:spPr>
                    <a:xfrm>
                      <a:off x="0" y="0"/>
                      <a:ext cx="380687" cy="381161"/>
                    </a:xfrm>
                    <a:custGeom>
                      <a:avLst/>
                      <a:gdLst/>
                      <a:ahLst/>
                      <a:cxnLst/>
                      <a:rect l="l" t="t" r="r" b="b"/>
                      <a:pathLst>
                        <a:path w="380687" h="381161">
                          <a:moveTo>
                            <a:pt x="0" y="0"/>
                          </a:moveTo>
                          <a:lnTo>
                            <a:pt x="380687" y="0"/>
                          </a:lnTo>
                          <a:lnTo>
                            <a:pt x="380687" y="381161"/>
                          </a:lnTo>
                          <a:lnTo>
                            <a:pt x="0" y="381161"/>
                          </a:lnTo>
                          <a:close/>
                        </a:path>
                      </a:pathLst>
                    </a:custGeom>
                    <a:solidFill>
                      <a:srgbClr val="C4C6C8"/>
                    </a:solidFill>
                    <a:ln w="19050" cap="sq">
                      <a:solidFill>
                        <a:srgbClr val="000000"/>
                      </a:solidFill>
                      <a:prstDash val="solid"/>
                      <a:miter/>
                    </a:ln>
                  </p:spPr>
                  <p:txBody>
                    <a:bodyPr/>
                    <a:lstStyle/>
                    <a:p>
                      <a:endParaRPr lang="en-AU"/>
                    </a:p>
                  </p:txBody>
                </p:sp>
                <p:sp>
                  <p:nvSpPr>
                    <p:cNvPr id="48" name="TextBox 6">
                      <a:extLst>
                        <a:ext uri="{FF2B5EF4-FFF2-40B4-BE49-F238E27FC236}">
                          <a16:creationId xmlns:a16="http://schemas.microsoft.com/office/drawing/2014/main" id="{6E09365C-3079-EFB5-AE11-B5B1DA51E111}"/>
                        </a:ext>
                      </a:extLst>
                    </p:cNvPr>
                    <p:cNvSpPr txBox="1"/>
                    <p:nvPr/>
                  </p:nvSpPr>
                  <p:spPr>
                    <a:xfrm>
                      <a:off x="0" y="-19050"/>
                      <a:ext cx="380687" cy="400211"/>
                    </a:xfrm>
                    <a:prstGeom prst="rect">
                      <a:avLst/>
                    </a:prstGeom>
                  </p:spPr>
                  <p:txBody>
                    <a:bodyPr lIns="41237" tIns="41237" rIns="41237" bIns="41237" rtlCol="0" anchor="ctr"/>
                    <a:lstStyle/>
                    <a:p>
                      <a:pPr marL="0" lvl="0" indent="0" algn="ctr">
                        <a:lnSpc>
                          <a:spcPts val="1310"/>
                        </a:lnSpc>
                        <a:spcBef>
                          <a:spcPct val="0"/>
                        </a:spcBef>
                      </a:pPr>
                      <a:endParaRPr/>
                    </a:p>
                  </p:txBody>
                </p:sp>
              </p:grpSp>
              <p:grpSp>
                <p:nvGrpSpPr>
                  <p:cNvPr id="20" name="Group 7">
                    <a:extLst>
                      <a:ext uri="{FF2B5EF4-FFF2-40B4-BE49-F238E27FC236}">
                        <a16:creationId xmlns:a16="http://schemas.microsoft.com/office/drawing/2014/main" id="{051D1A25-F624-68C4-AE71-9CD717EDF71D}"/>
                      </a:ext>
                    </a:extLst>
                  </p:cNvPr>
                  <p:cNvGrpSpPr/>
                  <p:nvPr/>
                </p:nvGrpSpPr>
                <p:grpSpPr>
                  <a:xfrm>
                    <a:off x="449876" y="427924"/>
                    <a:ext cx="449876" cy="472948"/>
                    <a:chOff x="0" y="-19050"/>
                    <a:chExt cx="380687" cy="400211"/>
                  </a:xfrm>
                </p:grpSpPr>
                <p:sp>
                  <p:nvSpPr>
                    <p:cNvPr id="45" name="Freeform 8">
                      <a:extLst>
                        <a:ext uri="{FF2B5EF4-FFF2-40B4-BE49-F238E27FC236}">
                          <a16:creationId xmlns:a16="http://schemas.microsoft.com/office/drawing/2014/main" id="{F084159C-286A-3A2B-6DA6-B56A23C4CA62}"/>
                        </a:ext>
                      </a:extLst>
                    </p:cNvPr>
                    <p:cNvSpPr/>
                    <p:nvPr/>
                  </p:nvSpPr>
                  <p:spPr>
                    <a:xfrm>
                      <a:off x="0" y="0"/>
                      <a:ext cx="380687" cy="381161"/>
                    </a:xfrm>
                    <a:custGeom>
                      <a:avLst/>
                      <a:gdLst/>
                      <a:ahLst/>
                      <a:cxnLst/>
                      <a:rect l="l" t="t" r="r" b="b"/>
                      <a:pathLst>
                        <a:path w="380687" h="381161">
                          <a:moveTo>
                            <a:pt x="0" y="0"/>
                          </a:moveTo>
                          <a:lnTo>
                            <a:pt x="380687" y="0"/>
                          </a:lnTo>
                          <a:lnTo>
                            <a:pt x="380687" y="381161"/>
                          </a:lnTo>
                          <a:lnTo>
                            <a:pt x="0" y="381161"/>
                          </a:lnTo>
                          <a:close/>
                        </a:path>
                      </a:pathLst>
                    </a:custGeom>
                    <a:solidFill>
                      <a:srgbClr val="C4C6C8"/>
                    </a:solidFill>
                    <a:ln w="19050" cap="sq">
                      <a:solidFill>
                        <a:srgbClr val="000000"/>
                      </a:solidFill>
                      <a:prstDash val="solid"/>
                      <a:miter/>
                    </a:ln>
                  </p:spPr>
                  <p:txBody>
                    <a:bodyPr/>
                    <a:lstStyle/>
                    <a:p>
                      <a:endParaRPr lang="en-AU"/>
                    </a:p>
                  </p:txBody>
                </p:sp>
                <p:sp>
                  <p:nvSpPr>
                    <p:cNvPr id="46" name="TextBox 9">
                      <a:extLst>
                        <a:ext uri="{FF2B5EF4-FFF2-40B4-BE49-F238E27FC236}">
                          <a16:creationId xmlns:a16="http://schemas.microsoft.com/office/drawing/2014/main" id="{5A4AE6A3-21FD-1A70-0460-1119B9F9C7AA}"/>
                        </a:ext>
                      </a:extLst>
                    </p:cNvPr>
                    <p:cNvSpPr txBox="1"/>
                    <p:nvPr/>
                  </p:nvSpPr>
                  <p:spPr>
                    <a:xfrm>
                      <a:off x="0" y="-19050"/>
                      <a:ext cx="380687" cy="400211"/>
                    </a:xfrm>
                    <a:prstGeom prst="rect">
                      <a:avLst/>
                    </a:prstGeom>
                  </p:spPr>
                  <p:txBody>
                    <a:bodyPr lIns="41237" tIns="41237" rIns="41237" bIns="41237" rtlCol="0" anchor="ctr"/>
                    <a:lstStyle/>
                    <a:p>
                      <a:pPr marL="0" lvl="0" indent="0" algn="ctr">
                        <a:lnSpc>
                          <a:spcPts val="1310"/>
                        </a:lnSpc>
                        <a:spcBef>
                          <a:spcPct val="0"/>
                        </a:spcBef>
                      </a:pPr>
                      <a:endParaRPr/>
                    </a:p>
                  </p:txBody>
                </p:sp>
              </p:grpSp>
              <p:grpSp>
                <p:nvGrpSpPr>
                  <p:cNvPr id="21" name="Group 10">
                    <a:extLst>
                      <a:ext uri="{FF2B5EF4-FFF2-40B4-BE49-F238E27FC236}">
                        <a16:creationId xmlns:a16="http://schemas.microsoft.com/office/drawing/2014/main" id="{D7CDE71C-9B35-CE7A-AA4C-44FE59B2FB2B}"/>
                      </a:ext>
                    </a:extLst>
                  </p:cNvPr>
                  <p:cNvGrpSpPr/>
                  <p:nvPr/>
                </p:nvGrpSpPr>
                <p:grpSpPr>
                  <a:xfrm>
                    <a:off x="899752" y="427924"/>
                    <a:ext cx="449876" cy="472948"/>
                    <a:chOff x="0" y="-19050"/>
                    <a:chExt cx="380687" cy="400211"/>
                  </a:xfrm>
                </p:grpSpPr>
                <p:sp>
                  <p:nvSpPr>
                    <p:cNvPr id="43" name="Freeform 11">
                      <a:extLst>
                        <a:ext uri="{FF2B5EF4-FFF2-40B4-BE49-F238E27FC236}">
                          <a16:creationId xmlns:a16="http://schemas.microsoft.com/office/drawing/2014/main" id="{EC8A87C9-FE07-31EB-9BC5-870EF612BF78}"/>
                        </a:ext>
                      </a:extLst>
                    </p:cNvPr>
                    <p:cNvSpPr/>
                    <p:nvPr/>
                  </p:nvSpPr>
                  <p:spPr>
                    <a:xfrm>
                      <a:off x="0" y="0"/>
                      <a:ext cx="380687" cy="381161"/>
                    </a:xfrm>
                    <a:custGeom>
                      <a:avLst/>
                      <a:gdLst/>
                      <a:ahLst/>
                      <a:cxnLst/>
                      <a:rect l="l" t="t" r="r" b="b"/>
                      <a:pathLst>
                        <a:path w="380687" h="381161">
                          <a:moveTo>
                            <a:pt x="0" y="0"/>
                          </a:moveTo>
                          <a:lnTo>
                            <a:pt x="380687" y="0"/>
                          </a:lnTo>
                          <a:lnTo>
                            <a:pt x="380687" y="381161"/>
                          </a:lnTo>
                          <a:lnTo>
                            <a:pt x="0" y="381161"/>
                          </a:lnTo>
                          <a:close/>
                        </a:path>
                      </a:pathLst>
                    </a:custGeom>
                    <a:solidFill>
                      <a:srgbClr val="C4C6C8"/>
                    </a:solidFill>
                    <a:ln w="19050" cap="sq">
                      <a:solidFill>
                        <a:srgbClr val="000000"/>
                      </a:solidFill>
                      <a:prstDash val="solid"/>
                      <a:miter/>
                    </a:ln>
                  </p:spPr>
                  <p:txBody>
                    <a:bodyPr/>
                    <a:lstStyle/>
                    <a:p>
                      <a:endParaRPr lang="en-AU"/>
                    </a:p>
                  </p:txBody>
                </p:sp>
                <p:sp>
                  <p:nvSpPr>
                    <p:cNvPr id="44" name="TextBox 12">
                      <a:extLst>
                        <a:ext uri="{FF2B5EF4-FFF2-40B4-BE49-F238E27FC236}">
                          <a16:creationId xmlns:a16="http://schemas.microsoft.com/office/drawing/2014/main" id="{61646DBD-1B1A-83B0-6F4F-8B2EE38B30D7}"/>
                        </a:ext>
                      </a:extLst>
                    </p:cNvPr>
                    <p:cNvSpPr txBox="1"/>
                    <p:nvPr/>
                  </p:nvSpPr>
                  <p:spPr>
                    <a:xfrm>
                      <a:off x="0" y="-19050"/>
                      <a:ext cx="380687" cy="400211"/>
                    </a:xfrm>
                    <a:prstGeom prst="rect">
                      <a:avLst/>
                    </a:prstGeom>
                  </p:spPr>
                  <p:txBody>
                    <a:bodyPr lIns="41237" tIns="41237" rIns="41237" bIns="41237" rtlCol="0" anchor="ctr"/>
                    <a:lstStyle/>
                    <a:p>
                      <a:pPr marL="0" lvl="0" indent="0" algn="ctr">
                        <a:lnSpc>
                          <a:spcPts val="1310"/>
                        </a:lnSpc>
                        <a:spcBef>
                          <a:spcPct val="0"/>
                        </a:spcBef>
                      </a:pPr>
                      <a:endParaRPr/>
                    </a:p>
                  </p:txBody>
                </p:sp>
              </p:grpSp>
              <p:grpSp>
                <p:nvGrpSpPr>
                  <p:cNvPr id="22" name="Group 13">
                    <a:extLst>
                      <a:ext uri="{FF2B5EF4-FFF2-40B4-BE49-F238E27FC236}">
                        <a16:creationId xmlns:a16="http://schemas.microsoft.com/office/drawing/2014/main" id="{B609FC84-A9AA-ECC2-7659-711523C0951B}"/>
                      </a:ext>
                    </a:extLst>
                  </p:cNvPr>
                  <p:cNvGrpSpPr/>
                  <p:nvPr/>
                </p:nvGrpSpPr>
                <p:grpSpPr>
                  <a:xfrm>
                    <a:off x="1349628" y="427924"/>
                    <a:ext cx="449876" cy="472948"/>
                    <a:chOff x="0" y="-19050"/>
                    <a:chExt cx="380687" cy="400211"/>
                  </a:xfrm>
                </p:grpSpPr>
                <p:sp>
                  <p:nvSpPr>
                    <p:cNvPr id="41" name="Freeform 14">
                      <a:extLst>
                        <a:ext uri="{FF2B5EF4-FFF2-40B4-BE49-F238E27FC236}">
                          <a16:creationId xmlns:a16="http://schemas.microsoft.com/office/drawing/2014/main" id="{C27D7F4C-7828-0D03-2313-429DFEC253DA}"/>
                        </a:ext>
                      </a:extLst>
                    </p:cNvPr>
                    <p:cNvSpPr/>
                    <p:nvPr/>
                  </p:nvSpPr>
                  <p:spPr>
                    <a:xfrm>
                      <a:off x="0" y="0"/>
                      <a:ext cx="380687" cy="381161"/>
                    </a:xfrm>
                    <a:custGeom>
                      <a:avLst/>
                      <a:gdLst/>
                      <a:ahLst/>
                      <a:cxnLst/>
                      <a:rect l="l" t="t" r="r" b="b"/>
                      <a:pathLst>
                        <a:path w="380687" h="381161">
                          <a:moveTo>
                            <a:pt x="0" y="0"/>
                          </a:moveTo>
                          <a:lnTo>
                            <a:pt x="380687" y="0"/>
                          </a:lnTo>
                          <a:lnTo>
                            <a:pt x="380687" y="381161"/>
                          </a:lnTo>
                          <a:lnTo>
                            <a:pt x="0" y="381161"/>
                          </a:lnTo>
                          <a:close/>
                        </a:path>
                      </a:pathLst>
                    </a:custGeom>
                    <a:solidFill>
                      <a:srgbClr val="C4C6C8"/>
                    </a:solidFill>
                    <a:ln w="19050" cap="sq">
                      <a:solidFill>
                        <a:srgbClr val="000000"/>
                      </a:solidFill>
                      <a:prstDash val="solid"/>
                      <a:miter/>
                    </a:ln>
                  </p:spPr>
                  <p:txBody>
                    <a:bodyPr/>
                    <a:lstStyle/>
                    <a:p>
                      <a:endParaRPr lang="en-AU"/>
                    </a:p>
                  </p:txBody>
                </p:sp>
                <p:sp>
                  <p:nvSpPr>
                    <p:cNvPr id="42" name="TextBox 15">
                      <a:extLst>
                        <a:ext uri="{FF2B5EF4-FFF2-40B4-BE49-F238E27FC236}">
                          <a16:creationId xmlns:a16="http://schemas.microsoft.com/office/drawing/2014/main" id="{3906B491-24F4-5769-904C-6DFE0956EFF7}"/>
                        </a:ext>
                      </a:extLst>
                    </p:cNvPr>
                    <p:cNvSpPr txBox="1"/>
                    <p:nvPr/>
                  </p:nvSpPr>
                  <p:spPr>
                    <a:xfrm>
                      <a:off x="0" y="-19050"/>
                      <a:ext cx="380687" cy="400211"/>
                    </a:xfrm>
                    <a:prstGeom prst="rect">
                      <a:avLst/>
                    </a:prstGeom>
                  </p:spPr>
                  <p:txBody>
                    <a:bodyPr lIns="41237" tIns="41237" rIns="41237" bIns="41237" rtlCol="0" anchor="ctr"/>
                    <a:lstStyle/>
                    <a:p>
                      <a:pPr marL="0" lvl="0" indent="0" algn="ctr">
                        <a:lnSpc>
                          <a:spcPts val="1310"/>
                        </a:lnSpc>
                        <a:spcBef>
                          <a:spcPct val="0"/>
                        </a:spcBef>
                      </a:pPr>
                      <a:endParaRPr/>
                    </a:p>
                  </p:txBody>
                </p:sp>
              </p:grpSp>
              <p:grpSp>
                <p:nvGrpSpPr>
                  <p:cNvPr id="23" name="Group 16">
                    <a:extLst>
                      <a:ext uri="{FF2B5EF4-FFF2-40B4-BE49-F238E27FC236}">
                        <a16:creationId xmlns:a16="http://schemas.microsoft.com/office/drawing/2014/main" id="{4523AA13-4F7A-976D-4D8D-9C143466D1CC}"/>
                      </a:ext>
                    </a:extLst>
                  </p:cNvPr>
                  <p:cNvGrpSpPr/>
                  <p:nvPr/>
                </p:nvGrpSpPr>
                <p:grpSpPr>
                  <a:xfrm>
                    <a:off x="0" y="-22512"/>
                    <a:ext cx="449876" cy="472948"/>
                    <a:chOff x="0" y="-19050"/>
                    <a:chExt cx="380687" cy="400211"/>
                  </a:xfrm>
                </p:grpSpPr>
                <p:sp>
                  <p:nvSpPr>
                    <p:cNvPr id="39" name="Freeform 17">
                      <a:extLst>
                        <a:ext uri="{FF2B5EF4-FFF2-40B4-BE49-F238E27FC236}">
                          <a16:creationId xmlns:a16="http://schemas.microsoft.com/office/drawing/2014/main" id="{DC045868-D9A1-4D4C-AF59-44270433B6AA}"/>
                        </a:ext>
                      </a:extLst>
                    </p:cNvPr>
                    <p:cNvSpPr/>
                    <p:nvPr/>
                  </p:nvSpPr>
                  <p:spPr>
                    <a:xfrm>
                      <a:off x="0" y="0"/>
                      <a:ext cx="380687" cy="381161"/>
                    </a:xfrm>
                    <a:custGeom>
                      <a:avLst/>
                      <a:gdLst/>
                      <a:ahLst/>
                      <a:cxnLst/>
                      <a:rect l="l" t="t" r="r" b="b"/>
                      <a:pathLst>
                        <a:path w="380687" h="381161">
                          <a:moveTo>
                            <a:pt x="0" y="0"/>
                          </a:moveTo>
                          <a:lnTo>
                            <a:pt x="380687" y="0"/>
                          </a:lnTo>
                          <a:lnTo>
                            <a:pt x="380687" y="381161"/>
                          </a:lnTo>
                          <a:lnTo>
                            <a:pt x="0" y="381161"/>
                          </a:lnTo>
                          <a:close/>
                        </a:path>
                      </a:pathLst>
                    </a:custGeom>
                    <a:solidFill>
                      <a:srgbClr val="C4C6C8"/>
                    </a:solidFill>
                    <a:ln w="19050" cap="sq">
                      <a:solidFill>
                        <a:srgbClr val="000000"/>
                      </a:solidFill>
                      <a:prstDash val="solid"/>
                      <a:miter/>
                    </a:ln>
                  </p:spPr>
                  <p:txBody>
                    <a:bodyPr/>
                    <a:lstStyle/>
                    <a:p>
                      <a:endParaRPr lang="en-AU"/>
                    </a:p>
                  </p:txBody>
                </p:sp>
                <p:sp>
                  <p:nvSpPr>
                    <p:cNvPr id="40" name="TextBox 18">
                      <a:extLst>
                        <a:ext uri="{FF2B5EF4-FFF2-40B4-BE49-F238E27FC236}">
                          <a16:creationId xmlns:a16="http://schemas.microsoft.com/office/drawing/2014/main" id="{1B43F421-B10A-F664-D672-70898C85950D}"/>
                        </a:ext>
                      </a:extLst>
                    </p:cNvPr>
                    <p:cNvSpPr txBox="1"/>
                    <p:nvPr/>
                  </p:nvSpPr>
                  <p:spPr>
                    <a:xfrm>
                      <a:off x="0" y="-19050"/>
                      <a:ext cx="380687" cy="400211"/>
                    </a:xfrm>
                    <a:prstGeom prst="rect">
                      <a:avLst/>
                    </a:prstGeom>
                  </p:spPr>
                  <p:txBody>
                    <a:bodyPr lIns="41237" tIns="41237" rIns="41237" bIns="41237" rtlCol="0" anchor="ctr"/>
                    <a:lstStyle/>
                    <a:p>
                      <a:pPr algn="ctr">
                        <a:lnSpc>
                          <a:spcPts val="1310"/>
                        </a:lnSpc>
                      </a:pPr>
                      <a:endParaRPr/>
                    </a:p>
                  </p:txBody>
                </p:sp>
              </p:grpSp>
              <p:grpSp>
                <p:nvGrpSpPr>
                  <p:cNvPr id="24" name="Group 19">
                    <a:extLst>
                      <a:ext uri="{FF2B5EF4-FFF2-40B4-BE49-F238E27FC236}">
                        <a16:creationId xmlns:a16="http://schemas.microsoft.com/office/drawing/2014/main" id="{7739D16F-903F-141F-FF9A-42C7478EFC92}"/>
                      </a:ext>
                    </a:extLst>
                  </p:cNvPr>
                  <p:cNvGrpSpPr/>
                  <p:nvPr/>
                </p:nvGrpSpPr>
                <p:grpSpPr>
                  <a:xfrm>
                    <a:off x="449876" y="-22512"/>
                    <a:ext cx="449876" cy="472948"/>
                    <a:chOff x="0" y="-19050"/>
                    <a:chExt cx="380687" cy="400211"/>
                  </a:xfrm>
                </p:grpSpPr>
                <p:sp>
                  <p:nvSpPr>
                    <p:cNvPr id="37" name="Freeform 20">
                      <a:extLst>
                        <a:ext uri="{FF2B5EF4-FFF2-40B4-BE49-F238E27FC236}">
                          <a16:creationId xmlns:a16="http://schemas.microsoft.com/office/drawing/2014/main" id="{0F8936AA-C8D3-C69F-DDD8-A0B1FA6E16D7}"/>
                        </a:ext>
                      </a:extLst>
                    </p:cNvPr>
                    <p:cNvSpPr/>
                    <p:nvPr/>
                  </p:nvSpPr>
                  <p:spPr>
                    <a:xfrm>
                      <a:off x="0" y="0"/>
                      <a:ext cx="380687" cy="381161"/>
                    </a:xfrm>
                    <a:custGeom>
                      <a:avLst/>
                      <a:gdLst/>
                      <a:ahLst/>
                      <a:cxnLst/>
                      <a:rect l="l" t="t" r="r" b="b"/>
                      <a:pathLst>
                        <a:path w="380687" h="381161">
                          <a:moveTo>
                            <a:pt x="0" y="0"/>
                          </a:moveTo>
                          <a:lnTo>
                            <a:pt x="380687" y="0"/>
                          </a:lnTo>
                          <a:lnTo>
                            <a:pt x="380687" y="381161"/>
                          </a:lnTo>
                          <a:lnTo>
                            <a:pt x="0" y="381161"/>
                          </a:lnTo>
                          <a:close/>
                        </a:path>
                      </a:pathLst>
                    </a:custGeom>
                    <a:solidFill>
                      <a:srgbClr val="C4C6C8"/>
                    </a:solidFill>
                    <a:ln w="19050" cap="sq">
                      <a:solidFill>
                        <a:srgbClr val="000000"/>
                      </a:solidFill>
                      <a:prstDash val="solid"/>
                      <a:miter/>
                    </a:ln>
                  </p:spPr>
                  <p:txBody>
                    <a:bodyPr/>
                    <a:lstStyle/>
                    <a:p>
                      <a:endParaRPr lang="en-AU"/>
                    </a:p>
                  </p:txBody>
                </p:sp>
                <p:sp>
                  <p:nvSpPr>
                    <p:cNvPr id="38" name="TextBox 21">
                      <a:extLst>
                        <a:ext uri="{FF2B5EF4-FFF2-40B4-BE49-F238E27FC236}">
                          <a16:creationId xmlns:a16="http://schemas.microsoft.com/office/drawing/2014/main" id="{74236BFE-A2BD-7B14-4395-1E3A4E72F807}"/>
                        </a:ext>
                      </a:extLst>
                    </p:cNvPr>
                    <p:cNvSpPr txBox="1"/>
                    <p:nvPr/>
                  </p:nvSpPr>
                  <p:spPr>
                    <a:xfrm>
                      <a:off x="0" y="-19050"/>
                      <a:ext cx="380687" cy="400211"/>
                    </a:xfrm>
                    <a:prstGeom prst="rect">
                      <a:avLst/>
                    </a:prstGeom>
                  </p:spPr>
                  <p:txBody>
                    <a:bodyPr lIns="41237" tIns="41237" rIns="41237" bIns="41237" rtlCol="0" anchor="ctr"/>
                    <a:lstStyle/>
                    <a:p>
                      <a:pPr marL="0" lvl="0" indent="0" algn="ctr">
                        <a:lnSpc>
                          <a:spcPts val="1310"/>
                        </a:lnSpc>
                        <a:spcBef>
                          <a:spcPct val="0"/>
                        </a:spcBef>
                      </a:pPr>
                      <a:endParaRPr/>
                    </a:p>
                  </p:txBody>
                </p:sp>
              </p:grpSp>
              <p:grpSp>
                <p:nvGrpSpPr>
                  <p:cNvPr id="25" name="Group 22">
                    <a:extLst>
                      <a:ext uri="{FF2B5EF4-FFF2-40B4-BE49-F238E27FC236}">
                        <a16:creationId xmlns:a16="http://schemas.microsoft.com/office/drawing/2014/main" id="{E4052CC1-ECB2-F088-E0DF-19CB007852F4}"/>
                      </a:ext>
                    </a:extLst>
                  </p:cNvPr>
                  <p:cNvGrpSpPr/>
                  <p:nvPr/>
                </p:nvGrpSpPr>
                <p:grpSpPr>
                  <a:xfrm>
                    <a:off x="1349628" y="-22512"/>
                    <a:ext cx="449876" cy="472948"/>
                    <a:chOff x="0" y="-19050"/>
                    <a:chExt cx="380687" cy="400211"/>
                  </a:xfrm>
                </p:grpSpPr>
                <p:sp>
                  <p:nvSpPr>
                    <p:cNvPr id="35" name="Freeform 23">
                      <a:extLst>
                        <a:ext uri="{FF2B5EF4-FFF2-40B4-BE49-F238E27FC236}">
                          <a16:creationId xmlns:a16="http://schemas.microsoft.com/office/drawing/2014/main" id="{2F28A0B3-A1C5-0578-8DF9-0ABF5C868901}"/>
                        </a:ext>
                      </a:extLst>
                    </p:cNvPr>
                    <p:cNvSpPr/>
                    <p:nvPr/>
                  </p:nvSpPr>
                  <p:spPr>
                    <a:xfrm>
                      <a:off x="0" y="0"/>
                      <a:ext cx="380687" cy="381161"/>
                    </a:xfrm>
                    <a:custGeom>
                      <a:avLst/>
                      <a:gdLst/>
                      <a:ahLst/>
                      <a:cxnLst/>
                      <a:rect l="l" t="t" r="r" b="b"/>
                      <a:pathLst>
                        <a:path w="380687" h="381161">
                          <a:moveTo>
                            <a:pt x="0" y="0"/>
                          </a:moveTo>
                          <a:lnTo>
                            <a:pt x="380687" y="0"/>
                          </a:lnTo>
                          <a:lnTo>
                            <a:pt x="380687" y="381161"/>
                          </a:lnTo>
                          <a:lnTo>
                            <a:pt x="0" y="381161"/>
                          </a:lnTo>
                          <a:close/>
                        </a:path>
                      </a:pathLst>
                    </a:custGeom>
                    <a:solidFill>
                      <a:srgbClr val="C4C6C8"/>
                    </a:solidFill>
                    <a:ln w="19050" cap="sq">
                      <a:solidFill>
                        <a:srgbClr val="000000"/>
                      </a:solidFill>
                      <a:prstDash val="solid"/>
                      <a:miter/>
                    </a:ln>
                  </p:spPr>
                  <p:txBody>
                    <a:bodyPr/>
                    <a:lstStyle/>
                    <a:p>
                      <a:endParaRPr lang="en-AU"/>
                    </a:p>
                  </p:txBody>
                </p:sp>
                <p:sp>
                  <p:nvSpPr>
                    <p:cNvPr id="36" name="TextBox 24">
                      <a:extLst>
                        <a:ext uri="{FF2B5EF4-FFF2-40B4-BE49-F238E27FC236}">
                          <a16:creationId xmlns:a16="http://schemas.microsoft.com/office/drawing/2014/main" id="{D8897835-57AE-AFB5-B10A-68C6A9CB5713}"/>
                        </a:ext>
                      </a:extLst>
                    </p:cNvPr>
                    <p:cNvSpPr txBox="1"/>
                    <p:nvPr/>
                  </p:nvSpPr>
                  <p:spPr>
                    <a:xfrm>
                      <a:off x="0" y="-19050"/>
                      <a:ext cx="380687" cy="400211"/>
                    </a:xfrm>
                    <a:prstGeom prst="rect">
                      <a:avLst/>
                    </a:prstGeom>
                  </p:spPr>
                  <p:txBody>
                    <a:bodyPr lIns="41237" tIns="41237" rIns="41237" bIns="41237" rtlCol="0" anchor="ctr"/>
                    <a:lstStyle/>
                    <a:p>
                      <a:pPr marL="0" lvl="0" indent="0" algn="ctr">
                        <a:lnSpc>
                          <a:spcPts val="1310"/>
                        </a:lnSpc>
                        <a:spcBef>
                          <a:spcPct val="0"/>
                        </a:spcBef>
                      </a:pPr>
                      <a:endParaRPr/>
                    </a:p>
                  </p:txBody>
                </p:sp>
              </p:grpSp>
              <p:grpSp>
                <p:nvGrpSpPr>
                  <p:cNvPr id="26" name="Group 25">
                    <a:extLst>
                      <a:ext uri="{FF2B5EF4-FFF2-40B4-BE49-F238E27FC236}">
                        <a16:creationId xmlns:a16="http://schemas.microsoft.com/office/drawing/2014/main" id="{916C5082-86D0-136E-E4A9-D850AAB4340F}"/>
                      </a:ext>
                    </a:extLst>
                  </p:cNvPr>
                  <p:cNvGrpSpPr/>
                  <p:nvPr/>
                </p:nvGrpSpPr>
                <p:grpSpPr>
                  <a:xfrm>
                    <a:off x="899752" y="-22512"/>
                    <a:ext cx="449876" cy="472948"/>
                    <a:chOff x="0" y="-19050"/>
                    <a:chExt cx="380687" cy="400211"/>
                  </a:xfrm>
                </p:grpSpPr>
                <p:sp>
                  <p:nvSpPr>
                    <p:cNvPr id="33" name="Freeform 26">
                      <a:extLst>
                        <a:ext uri="{FF2B5EF4-FFF2-40B4-BE49-F238E27FC236}">
                          <a16:creationId xmlns:a16="http://schemas.microsoft.com/office/drawing/2014/main" id="{643FFFF8-2CE2-F235-CFF5-12AB687E3E66}"/>
                        </a:ext>
                      </a:extLst>
                    </p:cNvPr>
                    <p:cNvSpPr/>
                    <p:nvPr/>
                  </p:nvSpPr>
                  <p:spPr>
                    <a:xfrm>
                      <a:off x="0" y="0"/>
                      <a:ext cx="380687" cy="381161"/>
                    </a:xfrm>
                    <a:custGeom>
                      <a:avLst/>
                      <a:gdLst/>
                      <a:ahLst/>
                      <a:cxnLst/>
                      <a:rect l="l" t="t" r="r" b="b"/>
                      <a:pathLst>
                        <a:path w="380687" h="381161">
                          <a:moveTo>
                            <a:pt x="0" y="0"/>
                          </a:moveTo>
                          <a:lnTo>
                            <a:pt x="380687" y="0"/>
                          </a:lnTo>
                          <a:lnTo>
                            <a:pt x="380687" y="381161"/>
                          </a:lnTo>
                          <a:lnTo>
                            <a:pt x="0" y="381161"/>
                          </a:lnTo>
                          <a:close/>
                        </a:path>
                      </a:pathLst>
                    </a:custGeom>
                    <a:solidFill>
                      <a:srgbClr val="FFFFFF"/>
                    </a:solidFill>
                    <a:ln w="19050" cap="sq">
                      <a:solidFill>
                        <a:srgbClr val="000000"/>
                      </a:solidFill>
                      <a:prstDash val="solid"/>
                      <a:miter/>
                    </a:ln>
                  </p:spPr>
                  <p:txBody>
                    <a:bodyPr/>
                    <a:lstStyle/>
                    <a:p>
                      <a:endParaRPr lang="en-AU"/>
                    </a:p>
                  </p:txBody>
                </p:sp>
                <p:sp>
                  <p:nvSpPr>
                    <p:cNvPr id="34" name="TextBox 27">
                      <a:extLst>
                        <a:ext uri="{FF2B5EF4-FFF2-40B4-BE49-F238E27FC236}">
                          <a16:creationId xmlns:a16="http://schemas.microsoft.com/office/drawing/2014/main" id="{9F14C374-12E9-38BE-5BBC-B8DA344AA5A8}"/>
                        </a:ext>
                      </a:extLst>
                    </p:cNvPr>
                    <p:cNvSpPr txBox="1"/>
                    <p:nvPr/>
                  </p:nvSpPr>
                  <p:spPr>
                    <a:xfrm>
                      <a:off x="0" y="-19050"/>
                      <a:ext cx="380687" cy="400211"/>
                    </a:xfrm>
                    <a:prstGeom prst="rect">
                      <a:avLst/>
                    </a:prstGeom>
                  </p:spPr>
                  <p:txBody>
                    <a:bodyPr lIns="41237" tIns="41237" rIns="41237" bIns="41237" rtlCol="0" anchor="ctr"/>
                    <a:lstStyle/>
                    <a:p>
                      <a:pPr algn="ctr">
                        <a:lnSpc>
                          <a:spcPts val="1310"/>
                        </a:lnSpc>
                      </a:pPr>
                      <a:endParaRPr/>
                    </a:p>
                  </p:txBody>
                </p:sp>
              </p:grpSp>
              <p:grpSp>
                <p:nvGrpSpPr>
                  <p:cNvPr id="27" name="Group 28">
                    <a:extLst>
                      <a:ext uri="{FF2B5EF4-FFF2-40B4-BE49-F238E27FC236}">
                        <a16:creationId xmlns:a16="http://schemas.microsoft.com/office/drawing/2014/main" id="{CFBE6C76-83F7-DCD3-8C17-F803C0AEE96A}"/>
                      </a:ext>
                    </a:extLst>
                  </p:cNvPr>
                  <p:cNvGrpSpPr/>
                  <p:nvPr/>
                </p:nvGrpSpPr>
                <p:grpSpPr>
                  <a:xfrm>
                    <a:off x="1799505" y="-22512"/>
                    <a:ext cx="449876" cy="472948"/>
                    <a:chOff x="0" y="-19050"/>
                    <a:chExt cx="380687" cy="400211"/>
                  </a:xfrm>
                </p:grpSpPr>
                <p:sp>
                  <p:nvSpPr>
                    <p:cNvPr id="31" name="Freeform 29">
                      <a:extLst>
                        <a:ext uri="{FF2B5EF4-FFF2-40B4-BE49-F238E27FC236}">
                          <a16:creationId xmlns:a16="http://schemas.microsoft.com/office/drawing/2014/main" id="{C9771B81-280C-EE9E-5198-A9E4E7C029A9}"/>
                        </a:ext>
                      </a:extLst>
                    </p:cNvPr>
                    <p:cNvSpPr/>
                    <p:nvPr/>
                  </p:nvSpPr>
                  <p:spPr>
                    <a:xfrm>
                      <a:off x="0" y="0"/>
                      <a:ext cx="380687" cy="381161"/>
                    </a:xfrm>
                    <a:custGeom>
                      <a:avLst/>
                      <a:gdLst/>
                      <a:ahLst/>
                      <a:cxnLst/>
                      <a:rect l="l" t="t" r="r" b="b"/>
                      <a:pathLst>
                        <a:path w="380687" h="381161">
                          <a:moveTo>
                            <a:pt x="0" y="0"/>
                          </a:moveTo>
                          <a:lnTo>
                            <a:pt x="380687" y="0"/>
                          </a:lnTo>
                          <a:lnTo>
                            <a:pt x="380687" y="381161"/>
                          </a:lnTo>
                          <a:lnTo>
                            <a:pt x="0" y="381161"/>
                          </a:lnTo>
                          <a:close/>
                        </a:path>
                      </a:pathLst>
                    </a:custGeom>
                    <a:solidFill>
                      <a:srgbClr val="C4C6C8"/>
                    </a:solidFill>
                    <a:ln w="19050" cap="sq">
                      <a:solidFill>
                        <a:srgbClr val="000000"/>
                      </a:solidFill>
                      <a:prstDash val="solid"/>
                      <a:miter/>
                    </a:ln>
                  </p:spPr>
                  <p:txBody>
                    <a:bodyPr/>
                    <a:lstStyle/>
                    <a:p>
                      <a:endParaRPr lang="en-AU"/>
                    </a:p>
                  </p:txBody>
                </p:sp>
                <p:sp>
                  <p:nvSpPr>
                    <p:cNvPr id="32" name="TextBox 30">
                      <a:extLst>
                        <a:ext uri="{FF2B5EF4-FFF2-40B4-BE49-F238E27FC236}">
                          <a16:creationId xmlns:a16="http://schemas.microsoft.com/office/drawing/2014/main" id="{794B175E-97FB-8903-B6DD-0AC3BBB1C78F}"/>
                        </a:ext>
                      </a:extLst>
                    </p:cNvPr>
                    <p:cNvSpPr txBox="1"/>
                    <p:nvPr/>
                  </p:nvSpPr>
                  <p:spPr>
                    <a:xfrm>
                      <a:off x="0" y="-19050"/>
                      <a:ext cx="380687" cy="400211"/>
                    </a:xfrm>
                    <a:prstGeom prst="rect">
                      <a:avLst/>
                    </a:prstGeom>
                  </p:spPr>
                  <p:txBody>
                    <a:bodyPr lIns="41237" tIns="41237" rIns="41237" bIns="41237" rtlCol="0" anchor="ctr"/>
                    <a:lstStyle/>
                    <a:p>
                      <a:pPr marL="0" lvl="0" indent="0" algn="ctr">
                        <a:lnSpc>
                          <a:spcPts val="1310"/>
                        </a:lnSpc>
                        <a:spcBef>
                          <a:spcPct val="0"/>
                        </a:spcBef>
                      </a:pPr>
                      <a:endParaRPr/>
                    </a:p>
                  </p:txBody>
                </p:sp>
              </p:grpSp>
              <p:grpSp>
                <p:nvGrpSpPr>
                  <p:cNvPr id="28" name="Group 31">
                    <a:extLst>
                      <a:ext uri="{FF2B5EF4-FFF2-40B4-BE49-F238E27FC236}">
                        <a16:creationId xmlns:a16="http://schemas.microsoft.com/office/drawing/2014/main" id="{636AE2D0-7369-D06E-9654-F78AF9B668A2}"/>
                      </a:ext>
                    </a:extLst>
                  </p:cNvPr>
                  <p:cNvGrpSpPr/>
                  <p:nvPr/>
                </p:nvGrpSpPr>
                <p:grpSpPr>
                  <a:xfrm>
                    <a:off x="1799505" y="427924"/>
                    <a:ext cx="449876" cy="472948"/>
                    <a:chOff x="0" y="-19050"/>
                    <a:chExt cx="380687" cy="400211"/>
                  </a:xfrm>
                </p:grpSpPr>
                <p:sp>
                  <p:nvSpPr>
                    <p:cNvPr id="29" name="Freeform 32">
                      <a:extLst>
                        <a:ext uri="{FF2B5EF4-FFF2-40B4-BE49-F238E27FC236}">
                          <a16:creationId xmlns:a16="http://schemas.microsoft.com/office/drawing/2014/main" id="{F648109B-0B71-AB08-628E-4D8740B88E00}"/>
                        </a:ext>
                      </a:extLst>
                    </p:cNvPr>
                    <p:cNvSpPr/>
                    <p:nvPr/>
                  </p:nvSpPr>
                  <p:spPr>
                    <a:xfrm>
                      <a:off x="0" y="0"/>
                      <a:ext cx="380687" cy="381161"/>
                    </a:xfrm>
                    <a:custGeom>
                      <a:avLst/>
                      <a:gdLst/>
                      <a:ahLst/>
                      <a:cxnLst/>
                      <a:rect l="l" t="t" r="r" b="b"/>
                      <a:pathLst>
                        <a:path w="380687" h="381161">
                          <a:moveTo>
                            <a:pt x="0" y="0"/>
                          </a:moveTo>
                          <a:lnTo>
                            <a:pt x="380687" y="0"/>
                          </a:lnTo>
                          <a:lnTo>
                            <a:pt x="380687" y="381161"/>
                          </a:lnTo>
                          <a:lnTo>
                            <a:pt x="0" y="381161"/>
                          </a:lnTo>
                          <a:close/>
                        </a:path>
                      </a:pathLst>
                    </a:custGeom>
                    <a:solidFill>
                      <a:srgbClr val="C4C6C8"/>
                    </a:solidFill>
                    <a:ln w="19050" cap="sq">
                      <a:solidFill>
                        <a:srgbClr val="000000"/>
                      </a:solidFill>
                      <a:prstDash val="solid"/>
                      <a:miter/>
                    </a:ln>
                  </p:spPr>
                  <p:txBody>
                    <a:bodyPr/>
                    <a:lstStyle/>
                    <a:p>
                      <a:endParaRPr lang="en-AU"/>
                    </a:p>
                  </p:txBody>
                </p:sp>
                <p:sp>
                  <p:nvSpPr>
                    <p:cNvPr id="30" name="TextBox 33">
                      <a:extLst>
                        <a:ext uri="{FF2B5EF4-FFF2-40B4-BE49-F238E27FC236}">
                          <a16:creationId xmlns:a16="http://schemas.microsoft.com/office/drawing/2014/main" id="{74EAF4EC-8EE0-D1C2-CF2C-2A306EAF1648}"/>
                        </a:ext>
                      </a:extLst>
                    </p:cNvPr>
                    <p:cNvSpPr txBox="1"/>
                    <p:nvPr/>
                  </p:nvSpPr>
                  <p:spPr>
                    <a:xfrm>
                      <a:off x="0" y="-19050"/>
                      <a:ext cx="380687" cy="400211"/>
                    </a:xfrm>
                    <a:prstGeom prst="rect">
                      <a:avLst/>
                    </a:prstGeom>
                  </p:spPr>
                  <p:txBody>
                    <a:bodyPr lIns="41237" tIns="41237" rIns="41237" bIns="41237" rtlCol="0" anchor="ctr"/>
                    <a:lstStyle/>
                    <a:p>
                      <a:pPr marL="0" lvl="0" indent="0" algn="ctr">
                        <a:lnSpc>
                          <a:spcPts val="1310"/>
                        </a:lnSpc>
                        <a:spcBef>
                          <a:spcPct val="0"/>
                        </a:spcBef>
                      </a:pPr>
                      <a:endParaRPr/>
                    </a:p>
                  </p:txBody>
                </p:sp>
              </p:grpSp>
            </p:grpSp>
            <p:grpSp>
              <p:nvGrpSpPr>
                <p:cNvPr id="11" name="Group 34">
                  <a:extLst>
                    <a:ext uri="{FF2B5EF4-FFF2-40B4-BE49-F238E27FC236}">
                      <a16:creationId xmlns:a16="http://schemas.microsoft.com/office/drawing/2014/main" id="{F19592CB-E879-B266-8755-8215D5488E32}"/>
                    </a:ext>
                  </a:extLst>
                </p:cNvPr>
                <p:cNvGrpSpPr/>
                <p:nvPr/>
              </p:nvGrpSpPr>
              <p:grpSpPr>
                <a:xfrm>
                  <a:off x="2311695" y="2549474"/>
                  <a:ext cx="2175536" cy="1968111"/>
                  <a:chOff x="0" y="-19050"/>
                  <a:chExt cx="779663" cy="705327"/>
                </a:xfrm>
              </p:grpSpPr>
              <p:sp>
                <p:nvSpPr>
                  <p:cNvPr id="17" name="Freeform 35">
                    <a:extLst>
                      <a:ext uri="{FF2B5EF4-FFF2-40B4-BE49-F238E27FC236}">
                        <a16:creationId xmlns:a16="http://schemas.microsoft.com/office/drawing/2014/main" id="{AE54F096-2674-6CC1-D877-624ACA4A1601}"/>
                      </a:ext>
                    </a:extLst>
                  </p:cNvPr>
                  <p:cNvSpPr/>
                  <p:nvPr/>
                </p:nvSpPr>
                <p:spPr>
                  <a:xfrm>
                    <a:off x="0" y="0"/>
                    <a:ext cx="779663" cy="686277"/>
                  </a:xfrm>
                  <a:custGeom>
                    <a:avLst/>
                    <a:gdLst/>
                    <a:ahLst/>
                    <a:cxnLst/>
                    <a:rect l="l" t="t" r="r" b="b"/>
                    <a:pathLst>
                      <a:path w="779663" h="686277">
                        <a:moveTo>
                          <a:pt x="0" y="0"/>
                        </a:moveTo>
                        <a:lnTo>
                          <a:pt x="779663" y="0"/>
                        </a:lnTo>
                        <a:lnTo>
                          <a:pt x="779663" y="686277"/>
                        </a:lnTo>
                        <a:lnTo>
                          <a:pt x="0" y="686277"/>
                        </a:lnTo>
                        <a:close/>
                      </a:path>
                    </a:pathLst>
                  </a:custGeom>
                  <a:solidFill>
                    <a:srgbClr val="000000">
                      <a:alpha val="0"/>
                    </a:srgbClr>
                  </a:solidFill>
                  <a:ln w="38100" cap="sq">
                    <a:solidFill>
                      <a:srgbClr val="000000"/>
                    </a:solidFill>
                    <a:prstDash val="solid"/>
                    <a:miter/>
                  </a:ln>
                </p:spPr>
                <p:txBody>
                  <a:bodyPr/>
                  <a:lstStyle/>
                  <a:p>
                    <a:endParaRPr lang="en-AU"/>
                  </a:p>
                </p:txBody>
              </p:sp>
              <p:sp>
                <p:nvSpPr>
                  <p:cNvPr id="18" name="TextBox 36">
                    <a:extLst>
                      <a:ext uri="{FF2B5EF4-FFF2-40B4-BE49-F238E27FC236}">
                        <a16:creationId xmlns:a16="http://schemas.microsoft.com/office/drawing/2014/main" id="{65A69EF4-EAF1-9758-0302-B765C2008CB6}"/>
                      </a:ext>
                    </a:extLst>
                  </p:cNvPr>
                  <p:cNvSpPr txBox="1"/>
                  <p:nvPr/>
                </p:nvSpPr>
                <p:spPr>
                  <a:xfrm>
                    <a:off x="0" y="-19050"/>
                    <a:ext cx="779663" cy="705327"/>
                  </a:xfrm>
                  <a:prstGeom prst="rect">
                    <a:avLst/>
                  </a:prstGeom>
                </p:spPr>
                <p:txBody>
                  <a:bodyPr lIns="50800" tIns="50800" rIns="50800" bIns="50800" rtlCol="0" anchor="ctr"/>
                  <a:lstStyle/>
                  <a:p>
                    <a:pPr algn="ctr">
                      <a:lnSpc>
                        <a:spcPts val="1684"/>
                      </a:lnSpc>
                    </a:pPr>
                    <a:endParaRPr/>
                  </a:p>
                </p:txBody>
              </p:sp>
            </p:grpSp>
            <p:sp>
              <p:nvSpPr>
                <p:cNvPr id="12" name="TextBox 37">
                  <a:extLst>
                    <a:ext uri="{FF2B5EF4-FFF2-40B4-BE49-F238E27FC236}">
                      <a16:creationId xmlns:a16="http://schemas.microsoft.com/office/drawing/2014/main" id="{4C7E1778-8ABE-0DE5-30C8-A9CFF666BA56}"/>
                    </a:ext>
                  </a:extLst>
                </p:cNvPr>
                <p:cNvSpPr txBox="1"/>
                <p:nvPr/>
              </p:nvSpPr>
              <p:spPr>
                <a:xfrm>
                  <a:off x="4603669" y="3371894"/>
                  <a:ext cx="1922638" cy="474489"/>
                </a:xfrm>
                <a:prstGeom prst="rect">
                  <a:avLst/>
                </a:prstGeom>
              </p:spPr>
              <p:txBody>
                <a:bodyPr wrap="square" lIns="0" tIns="0" rIns="0" bIns="0" rtlCol="0" anchor="t">
                  <a:spAutoFit/>
                </a:bodyPr>
                <a:lstStyle/>
                <a:p>
                  <a:pPr marL="0" lvl="0" indent="0" algn="ctr">
                    <a:lnSpc>
                      <a:spcPts val="3706"/>
                    </a:lnSpc>
                  </a:pPr>
                  <a:r>
                    <a:rPr lang="en-US" sz="3600" dirty="0">
                      <a:solidFill>
                        <a:srgbClr val="000000"/>
                      </a:solidFill>
                      <a:latin typeface="Canva Student Font"/>
                      <a:ea typeface="Canva Student Font"/>
                      <a:cs typeface="Canva Student Font"/>
                      <a:sym typeface="Canva Student Font"/>
                    </a:rPr>
                    <a:t>1-eight</a:t>
                  </a:r>
                  <a:r>
                    <a:rPr lang="en-US" sz="3600" u="none" strike="noStrike" dirty="0">
                      <a:solidFill>
                        <a:srgbClr val="000000"/>
                      </a:solidFill>
                      <a:latin typeface="Canva Student Font"/>
                      <a:ea typeface="Canva Student Font"/>
                      <a:cs typeface="Canva Student Font"/>
                      <a:sym typeface="Canva Student Font"/>
                    </a:rPr>
                    <a:t>h</a:t>
                  </a:r>
                </a:p>
              </p:txBody>
            </p:sp>
            <p:sp>
              <p:nvSpPr>
                <p:cNvPr id="13" name="TextBox 38">
                  <a:extLst>
                    <a:ext uri="{FF2B5EF4-FFF2-40B4-BE49-F238E27FC236}">
                      <a16:creationId xmlns:a16="http://schemas.microsoft.com/office/drawing/2014/main" id="{536689A5-3B84-733D-CAF0-71C3D58E1358}"/>
                    </a:ext>
                  </a:extLst>
                </p:cNvPr>
                <p:cNvSpPr txBox="1"/>
                <p:nvPr/>
              </p:nvSpPr>
              <p:spPr>
                <a:xfrm>
                  <a:off x="3354754" y="3248746"/>
                  <a:ext cx="90941" cy="257347"/>
                </a:xfrm>
                <a:prstGeom prst="rect">
                  <a:avLst/>
                </a:prstGeom>
              </p:spPr>
              <p:txBody>
                <a:bodyPr wrap="square" lIns="0" tIns="0" rIns="0" bIns="0" rtlCol="0" anchor="t">
                  <a:spAutoFit/>
                </a:bodyPr>
                <a:lstStyle/>
                <a:p>
                  <a:pPr algn="ctr">
                    <a:lnSpc>
                      <a:spcPts val="2173"/>
                    </a:lnSpc>
                    <a:spcBef>
                      <a:spcPct val="0"/>
                    </a:spcBef>
                  </a:pPr>
                  <a:r>
                    <a:rPr lang="en-US" sz="1552">
                      <a:solidFill>
                        <a:srgbClr val="000000"/>
                      </a:solidFill>
                      <a:latin typeface="Dreaming Outloud Sans"/>
                      <a:ea typeface="Dreaming Outloud Sans"/>
                      <a:cs typeface="Dreaming Outloud Sans"/>
                      <a:sym typeface="Dreaming Outloud Sans"/>
                    </a:rPr>
                    <a:t>?</a:t>
                  </a:r>
                </a:p>
              </p:txBody>
            </p:sp>
            <p:grpSp>
              <p:nvGrpSpPr>
                <p:cNvPr id="14" name="Group 42">
                  <a:extLst>
                    <a:ext uri="{FF2B5EF4-FFF2-40B4-BE49-F238E27FC236}">
                      <a16:creationId xmlns:a16="http://schemas.microsoft.com/office/drawing/2014/main" id="{04DA2DF8-353F-93AB-D026-921419810A4D}"/>
                    </a:ext>
                  </a:extLst>
                </p:cNvPr>
                <p:cNvGrpSpPr/>
                <p:nvPr/>
              </p:nvGrpSpPr>
              <p:grpSpPr>
                <a:xfrm>
                  <a:off x="6644435" y="2549474"/>
                  <a:ext cx="2175536" cy="1968111"/>
                  <a:chOff x="0" y="-19050"/>
                  <a:chExt cx="779663" cy="705327"/>
                </a:xfrm>
              </p:grpSpPr>
              <p:sp>
                <p:nvSpPr>
                  <p:cNvPr id="15" name="Freeform 43">
                    <a:extLst>
                      <a:ext uri="{FF2B5EF4-FFF2-40B4-BE49-F238E27FC236}">
                        <a16:creationId xmlns:a16="http://schemas.microsoft.com/office/drawing/2014/main" id="{5F9A8690-9C15-3A8F-237A-49E3D15CB1CC}"/>
                      </a:ext>
                    </a:extLst>
                  </p:cNvPr>
                  <p:cNvSpPr/>
                  <p:nvPr/>
                </p:nvSpPr>
                <p:spPr>
                  <a:xfrm>
                    <a:off x="0" y="0"/>
                    <a:ext cx="779663" cy="686277"/>
                  </a:xfrm>
                  <a:custGeom>
                    <a:avLst/>
                    <a:gdLst/>
                    <a:ahLst/>
                    <a:cxnLst/>
                    <a:rect l="l" t="t" r="r" b="b"/>
                    <a:pathLst>
                      <a:path w="779663" h="686277">
                        <a:moveTo>
                          <a:pt x="0" y="0"/>
                        </a:moveTo>
                        <a:lnTo>
                          <a:pt x="779663" y="0"/>
                        </a:lnTo>
                        <a:lnTo>
                          <a:pt x="779663" y="686277"/>
                        </a:lnTo>
                        <a:lnTo>
                          <a:pt x="0" y="686277"/>
                        </a:lnTo>
                        <a:close/>
                      </a:path>
                    </a:pathLst>
                  </a:custGeom>
                  <a:solidFill>
                    <a:srgbClr val="000000">
                      <a:alpha val="0"/>
                    </a:srgbClr>
                  </a:solidFill>
                  <a:ln w="38100" cap="sq">
                    <a:solidFill>
                      <a:srgbClr val="000000"/>
                    </a:solidFill>
                    <a:prstDash val="solid"/>
                    <a:miter/>
                  </a:ln>
                </p:spPr>
                <p:txBody>
                  <a:bodyPr/>
                  <a:lstStyle/>
                  <a:p>
                    <a:endParaRPr lang="en-AU"/>
                  </a:p>
                </p:txBody>
              </p:sp>
              <p:sp>
                <p:nvSpPr>
                  <p:cNvPr id="16" name="TextBox 44">
                    <a:extLst>
                      <a:ext uri="{FF2B5EF4-FFF2-40B4-BE49-F238E27FC236}">
                        <a16:creationId xmlns:a16="http://schemas.microsoft.com/office/drawing/2014/main" id="{73DF4DCD-A009-9BAB-82A0-38BFD74D02AE}"/>
                      </a:ext>
                    </a:extLst>
                  </p:cNvPr>
                  <p:cNvSpPr txBox="1"/>
                  <p:nvPr/>
                </p:nvSpPr>
                <p:spPr>
                  <a:xfrm>
                    <a:off x="0" y="-19050"/>
                    <a:ext cx="779663" cy="705327"/>
                  </a:xfrm>
                  <a:prstGeom prst="rect">
                    <a:avLst/>
                  </a:prstGeom>
                </p:spPr>
                <p:txBody>
                  <a:bodyPr lIns="50800" tIns="50800" rIns="50800" bIns="50800" rtlCol="0" anchor="ctr"/>
                  <a:lstStyle/>
                  <a:p>
                    <a:pPr algn="ctr">
                      <a:lnSpc>
                        <a:spcPts val="1684"/>
                      </a:lnSpc>
                    </a:pPr>
                    <a:endParaRPr/>
                  </a:p>
                </p:txBody>
              </p:sp>
            </p:grpSp>
          </p:grpSp>
        </p:grpSp>
        <p:grpSp>
          <p:nvGrpSpPr>
            <p:cNvPr id="53" name="Group 44">
              <a:extLst>
                <a:ext uri="{FF2B5EF4-FFF2-40B4-BE49-F238E27FC236}">
                  <a16:creationId xmlns:a16="http://schemas.microsoft.com/office/drawing/2014/main" id="{2FDD9E49-D581-238C-0FAF-D32DC451D4B9}"/>
                </a:ext>
              </a:extLst>
            </p:cNvPr>
            <p:cNvGrpSpPr/>
            <p:nvPr/>
          </p:nvGrpSpPr>
          <p:grpSpPr>
            <a:xfrm>
              <a:off x="7762449" y="3965896"/>
              <a:ext cx="2175536" cy="1968111"/>
              <a:chOff x="0" y="-70875"/>
              <a:chExt cx="2900714" cy="2624148"/>
            </a:xfrm>
          </p:grpSpPr>
          <p:grpSp>
            <p:nvGrpSpPr>
              <p:cNvPr id="54" name="Group 45">
                <a:extLst>
                  <a:ext uri="{FF2B5EF4-FFF2-40B4-BE49-F238E27FC236}">
                    <a16:creationId xmlns:a16="http://schemas.microsoft.com/office/drawing/2014/main" id="{EDD9CB1C-77E2-3713-0403-37C11975FAB4}"/>
                  </a:ext>
                </a:extLst>
              </p:cNvPr>
              <p:cNvGrpSpPr/>
              <p:nvPr/>
            </p:nvGrpSpPr>
            <p:grpSpPr>
              <a:xfrm>
                <a:off x="0" y="-70875"/>
                <a:ext cx="2900714" cy="2624148"/>
                <a:chOff x="0" y="-19050"/>
                <a:chExt cx="779663" cy="705327"/>
              </a:xfrm>
            </p:grpSpPr>
            <p:sp>
              <p:nvSpPr>
                <p:cNvPr id="56" name="Freeform 46">
                  <a:extLst>
                    <a:ext uri="{FF2B5EF4-FFF2-40B4-BE49-F238E27FC236}">
                      <a16:creationId xmlns:a16="http://schemas.microsoft.com/office/drawing/2014/main" id="{E301DB36-79E2-D334-DA7B-BA5AF0647E3E}"/>
                    </a:ext>
                  </a:extLst>
                </p:cNvPr>
                <p:cNvSpPr/>
                <p:nvPr/>
              </p:nvSpPr>
              <p:spPr>
                <a:xfrm>
                  <a:off x="0" y="0"/>
                  <a:ext cx="779663" cy="686277"/>
                </a:xfrm>
                <a:custGeom>
                  <a:avLst/>
                  <a:gdLst/>
                  <a:ahLst/>
                  <a:cxnLst/>
                  <a:rect l="l" t="t" r="r" b="b"/>
                  <a:pathLst>
                    <a:path w="779663" h="686277">
                      <a:moveTo>
                        <a:pt x="0" y="0"/>
                      </a:moveTo>
                      <a:lnTo>
                        <a:pt x="779663" y="0"/>
                      </a:lnTo>
                      <a:lnTo>
                        <a:pt x="779663" y="686277"/>
                      </a:lnTo>
                      <a:lnTo>
                        <a:pt x="0" y="686277"/>
                      </a:lnTo>
                      <a:close/>
                    </a:path>
                  </a:pathLst>
                </a:custGeom>
                <a:solidFill>
                  <a:srgbClr val="000000">
                    <a:alpha val="0"/>
                  </a:srgbClr>
                </a:solidFill>
                <a:ln w="38100" cap="sq">
                  <a:solidFill>
                    <a:srgbClr val="000000"/>
                  </a:solidFill>
                  <a:prstDash val="solid"/>
                  <a:miter/>
                </a:ln>
              </p:spPr>
              <p:txBody>
                <a:bodyPr/>
                <a:lstStyle/>
                <a:p>
                  <a:endParaRPr lang="en-AU"/>
                </a:p>
              </p:txBody>
            </p:sp>
            <p:sp>
              <p:nvSpPr>
                <p:cNvPr id="57" name="TextBox 47">
                  <a:extLst>
                    <a:ext uri="{FF2B5EF4-FFF2-40B4-BE49-F238E27FC236}">
                      <a16:creationId xmlns:a16="http://schemas.microsoft.com/office/drawing/2014/main" id="{60950DC1-EE88-A0AB-1547-9F09AD001846}"/>
                    </a:ext>
                  </a:extLst>
                </p:cNvPr>
                <p:cNvSpPr txBox="1"/>
                <p:nvPr/>
              </p:nvSpPr>
              <p:spPr>
                <a:xfrm>
                  <a:off x="0" y="-19050"/>
                  <a:ext cx="779663" cy="705327"/>
                </a:xfrm>
                <a:prstGeom prst="rect">
                  <a:avLst/>
                </a:prstGeom>
              </p:spPr>
              <p:txBody>
                <a:bodyPr lIns="50800" tIns="50800" rIns="50800" bIns="50800" rtlCol="0" anchor="ctr"/>
                <a:lstStyle/>
                <a:p>
                  <a:pPr algn="ctr">
                    <a:lnSpc>
                      <a:spcPts val="1684"/>
                    </a:lnSpc>
                  </a:pPr>
                  <a:endParaRPr/>
                </a:p>
              </p:txBody>
            </p:sp>
          </p:grpSp>
          <p:sp>
            <p:nvSpPr>
              <p:cNvPr id="55" name="Freeform 48">
                <a:extLst>
                  <a:ext uri="{FF2B5EF4-FFF2-40B4-BE49-F238E27FC236}">
                    <a16:creationId xmlns:a16="http://schemas.microsoft.com/office/drawing/2014/main" id="{0661135A-3CA5-91F2-4CB9-718B177AFDFC}"/>
                  </a:ext>
                </a:extLst>
              </p:cNvPr>
              <p:cNvSpPr/>
              <p:nvPr/>
            </p:nvSpPr>
            <p:spPr>
              <a:xfrm>
                <a:off x="351819" y="178099"/>
                <a:ext cx="2197076" cy="2197076"/>
              </a:xfrm>
              <a:custGeom>
                <a:avLst/>
                <a:gdLst/>
                <a:ahLst/>
                <a:cxnLst/>
                <a:rect l="l" t="t" r="r" b="b"/>
                <a:pathLst>
                  <a:path w="2197076" h="2197076">
                    <a:moveTo>
                      <a:pt x="0" y="0"/>
                    </a:moveTo>
                    <a:lnTo>
                      <a:pt x="2197076" y="0"/>
                    </a:lnTo>
                    <a:lnTo>
                      <a:pt x="2197076" y="2197075"/>
                    </a:lnTo>
                    <a:lnTo>
                      <a:pt x="0" y="219707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grpSp>
      </p:gr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5" name="TextBox 4">
            <a:extLst>
              <a:ext uri="{FF2B5EF4-FFF2-40B4-BE49-F238E27FC236}">
                <a16:creationId xmlns:a16="http://schemas.microsoft.com/office/drawing/2014/main" id="{0736BF10-209D-762F-FC86-006FA0087F51}"/>
              </a:ext>
            </a:extLst>
          </p:cNvPr>
          <p:cNvSpPr txBox="1"/>
          <p:nvPr/>
        </p:nvSpPr>
        <p:spPr>
          <a:xfrm>
            <a:off x="564776" y="1147781"/>
            <a:ext cx="11134165" cy="2123658"/>
          </a:xfrm>
          <a:prstGeom prst="rect">
            <a:avLst/>
          </a:prstGeom>
          <a:noFill/>
        </p:spPr>
        <p:txBody>
          <a:bodyPr wrap="square" lIns="91440" tIns="45720" rIns="91440" bIns="45720" anchor="t">
            <a:spAutoFit/>
          </a:bodyPr>
          <a:lstStyle/>
          <a:p>
            <a:pPr algn="ctr"/>
            <a:r>
              <a:rPr lang="en-AU" sz="4400"/>
              <a:t>Stormi measured </a:t>
            </a:r>
            <a:r>
              <a:rPr lang="en-AU" sz="4400" b="1"/>
              <a:t>one side</a:t>
            </a:r>
            <a:r>
              <a:rPr lang="en-AU" sz="4400"/>
              <a:t> of the</a:t>
            </a:r>
          </a:p>
          <a:p>
            <a:pPr algn="ctr"/>
            <a:r>
              <a:rPr lang="en-AU" sz="4400" b="1"/>
              <a:t>regular octagon</a:t>
            </a:r>
            <a:r>
              <a:rPr lang="en-AU" sz="4400"/>
              <a:t> and found its length was </a:t>
            </a:r>
          </a:p>
          <a:p>
            <a:pPr algn="ctr"/>
            <a:r>
              <a:rPr lang="en-AU" sz="4400"/>
              <a:t>6 cm. What is the </a:t>
            </a:r>
            <a:r>
              <a:rPr lang="en-AU" sz="4400" b="1"/>
              <a:t>perimeter</a:t>
            </a:r>
            <a:r>
              <a:rPr lang="en-AU" sz="4400"/>
              <a:t> of the </a:t>
            </a:r>
            <a:r>
              <a:rPr lang="en-AU" sz="4400" b="1"/>
              <a:t>shape</a:t>
            </a:r>
            <a:r>
              <a:rPr lang="en-AU" sz="4400"/>
              <a:t>?</a:t>
            </a:r>
            <a:endParaRPr lang="en-AU"/>
          </a:p>
        </p:txBody>
      </p:sp>
      <p:sp>
        <p:nvSpPr>
          <p:cNvPr id="7" name="Octagon 6" descr="A regular octagon.">
            <a:extLst>
              <a:ext uri="{FF2B5EF4-FFF2-40B4-BE49-F238E27FC236}">
                <a16:creationId xmlns:a16="http://schemas.microsoft.com/office/drawing/2014/main" id="{BA92A5FA-B604-88FA-E64F-529B1D49940F}"/>
              </a:ext>
            </a:extLst>
          </p:cNvPr>
          <p:cNvSpPr/>
          <p:nvPr/>
        </p:nvSpPr>
        <p:spPr>
          <a:xfrm>
            <a:off x="4875037" y="3649171"/>
            <a:ext cx="2250141" cy="2187388"/>
          </a:xfrm>
          <a:prstGeom prst="octago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155103EF-F03A-1572-FCB8-E9A5570644F0}"/>
              </a:ext>
            </a:extLst>
          </p:cNvPr>
          <p:cNvSpPr txBox="1"/>
          <p:nvPr/>
        </p:nvSpPr>
        <p:spPr>
          <a:xfrm>
            <a:off x="5311588" y="5891236"/>
            <a:ext cx="1568824" cy="769441"/>
          </a:xfrm>
          <a:prstGeom prst="rect">
            <a:avLst/>
          </a:prstGeom>
          <a:noFill/>
        </p:spPr>
        <p:txBody>
          <a:bodyPr wrap="square">
            <a:spAutoFit/>
          </a:bodyPr>
          <a:lstStyle/>
          <a:p>
            <a:r>
              <a:rPr lang="en-AU" sz="4400"/>
              <a:t>6 cm</a:t>
            </a:r>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locate and represent integers on a number line </a:t>
            </a:r>
            <a:r>
              <a:rPr lang="en-AU">
                <a:solidFill>
                  <a:schemeClr val="bg1"/>
                </a:solidFill>
              </a:rPr>
              <a:t>(2)</a:t>
            </a:r>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a:ln>
            <a:noFill/>
          </a:ln>
        </p:spPr>
      </p:pic>
      <p:pic>
        <p:nvPicPr>
          <p:cNvPr id="3" name="Picture 2" descr="This resource has 4 separate images labelled ‘A’, ‘B’, ‘C’ and ‘D’. Image A shows a number line that is partially covered by a paper strip. Visible markings range from -7 to 0. The paper strip covers to the right of 0 and has a question mark on it. &#10;&#10;Image B shows a number line ranging from -11 to 11 with a paper strip covering the numbers from -7 to 7. The paper strip has a question mark on it. &#10;&#10;Image C is a vertical number line with the markings 0, 5 and -5 visible. The remainder of the number line has paper strips covering each side with question marks on them. &#10;&#10;Image D is a Cartesian plane showing 4 quadrants. the positive x-axis and the negative y-axis are not labelled and have question marks. ">
            <a:extLst>
              <a:ext uri="{FF2B5EF4-FFF2-40B4-BE49-F238E27FC236}">
                <a16:creationId xmlns:a16="http://schemas.microsoft.com/office/drawing/2014/main" id="{94656283-4E8B-4C2B-9084-C09CDB9F11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38947" y="1527207"/>
            <a:ext cx="7185157" cy="4988793"/>
          </a:xfrm>
          <a:prstGeom prst="rect">
            <a:avLst/>
          </a:prstGeom>
          <a:ln>
            <a:noFill/>
          </a:ln>
        </p:spPr>
      </p:pic>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293A7A-9C27-9EEF-CD29-DBB1D9D84022}"/>
              </a:ext>
            </a:extLst>
          </p:cNvPr>
          <p:cNvSpPr>
            <a:spLocks noGrp="1"/>
          </p:cNvSpPr>
          <p:nvPr>
            <p:ph type="sldNum" sz="quarter" idx="12"/>
          </p:nvPr>
        </p:nvSpPr>
        <p:spPr/>
        <p:txBody>
          <a:bodyPr/>
          <a:lstStyle/>
          <a:p>
            <a:fld id="{10A01DC5-1685-4615-8240-15192985C6A2}" type="slidenum">
              <a:rPr lang="en-AU" smtClean="0"/>
              <a:t>19</a:t>
            </a:fld>
            <a:endParaRPr lang="en-AU"/>
          </a:p>
        </p:txBody>
      </p:sp>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(2)</a:t>
            </a:r>
          </a:p>
        </p:txBody>
      </p:sp>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432680" y="1153883"/>
            <a:ext cx="11243037" cy="893226"/>
          </a:xfrm>
        </p:spPr>
        <p:txBody>
          <a:bodyPr/>
          <a:lstStyle/>
          <a:p>
            <a:pPr algn="ctr"/>
            <a:r>
              <a:rPr lang="en-AU" sz="4000"/>
              <a:t>Frankie has </a:t>
            </a:r>
            <a:r>
              <a:rPr lang="en-AU" sz="4000" b="1"/>
              <a:t>$5</a:t>
            </a:r>
            <a:r>
              <a:rPr lang="en-AU" sz="4000"/>
              <a:t> but wants to </a:t>
            </a:r>
            <a:r>
              <a:rPr lang="en-AU" sz="4000" b="1"/>
              <a:t>buy</a:t>
            </a:r>
            <a:r>
              <a:rPr lang="en-AU" sz="4000"/>
              <a:t> a </a:t>
            </a:r>
            <a:r>
              <a:rPr lang="en-AU" sz="4000" b="1"/>
              <a:t>$12</a:t>
            </a:r>
            <a:r>
              <a:rPr lang="en-AU" sz="4000"/>
              <a:t> book. </a:t>
            </a:r>
            <a:br>
              <a:rPr lang="en-AU" sz="4000"/>
            </a:br>
            <a:r>
              <a:rPr lang="en-AU" sz="4000"/>
              <a:t>Which </a:t>
            </a:r>
            <a:r>
              <a:rPr lang="en-AU" sz="4000" b="1"/>
              <a:t>letter </a:t>
            </a:r>
            <a:r>
              <a:rPr lang="en-AU" sz="4000"/>
              <a:t>shows the </a:t>
            </a:r>
            <a:r>
              <a:rPr lang="en-AU" sz="4000" b="1"/>
              <a:t>amount</a:t>
            </a:r>
            <a:r>
              <a:rPr lang="en-AU" sz="4000"/>
              <a:t> she </a:t>
            </a:r>
            <a:r>
              <a:rPr lang="en-AU" sz="4000" b="1"/>
              <a:t>borrows</a:t>
            </a:r>
            <a:r>
              <a:rPr lang="en-AU" sz="4000"/>
              <a:t>?</a:t>
            </a:r>
          </a:p>
        </p:txBody>
      </p:sp>
      <p:sp>
        <p:nvSpPr>
          <p:cNvPr id="9" name="TextBox 8">
            <a:extLst>
              <a:ext uri="{FF2B5EF4-FFF2-40B4-BE49-F238E27FC236}">
                <a16:creationId xmlns:a16="http://schemas.microsoft.com/office/drawing/2014/main" id="{AF13415D-5ABE-8CE1-9EF6-D83C6FF3BAC9}"/>
              </a:ext>
            </a:extLst>
          </p:cNvPr>
          <p:cNvSpPr txBox="1"/>
          <p:nvPr/>
        </p:nvSpPr>
        <p:spPr>
          <a:xfrm>
            <a:off x="1215766" y="512072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6BFC4FD-CDBD-E74C-2B4B-957276E8D806}"/>
              </a:ext>
            </a:extLst>
          </p:cNvPr>
          <p:cNvSpPr txBox="1"/>
          <p:nvPr/>
        </p:nvSpPr>
        <p:spPr>
          <a:xfrm>
            <a:off x="4219739" y="512072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002A7C63-4C7D-5EB4-47F9-AF81CCED5985}"/>
              </a:ext>
            </a:extLst>
          </p:cNvPr>
          <p:cNvSpPr txBox="1"/>
          <p:nvPr/>
        </p:nvSpPr>
        <p:spPr>
          <a:xfrm>
            <a:off x="10227686" y="512072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0CCBA3B1-EB4D-D918-A8D0-B78C7621C52A}"/>
              </a:ext>
            </a:extLst>
          </p:cNvPr>
          <p:cNvSpPr txBox="1"/>
          <p:nvPr/>
        </p:nvSpPr>
        <p:spPr>
          <a:xfrm>
            <a:off x="7223712" y="512072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4" name="Picture 3" descr="image of a finger selecting an option for a multiple choice or true and false">
            <a:extLst>
              <a:ext uri="{FF2B5EF4-FFF2-40B4-BE49-F238E27FC236}">
                <a16:creationId xmlns:a16="http://schemas.microsoft.com/office/drawing/2014/main" id="{5F5E1EF3-7C5A-15B4-C7B4-000AE4784B4B}"/>
              </a:ext>
            </a:extLst>
          </p:cNvPr>
          <p:cNvPicPr>
            <a:picLocks noChangeAspect="1"/>
          </p:cNvPicPr>
          <p:nvPr/>
        </p:nvPicPr>
        <p:blipFill>
          <a:blip r:embed="rId3"/>
          <a:stretch>
            <a:fillRect/>
          </a:stretch>
        </p:blipFill>
        <p:spPr>
          <a:xfrm>
            <a:off x="10807908" y="43303"/>
            <a:ext cx="1165786" cy="1140716"/>
          </a:xfrm>
          <a:prstGeom prst="rect">
            <a:avLst/>
          </a:prstGeom>
          <a:ln>
            <a:noFill/>
          </a:ln>
        </p:spPr>
      </p:pic>
      <p:pic>
        <p:nvPicPr>
          <p:cNvPr id="63" name="Picture 62" descr="A number line labelled from -9 to 9.">
            <a:extLst>
              <a:ext uri="{FF2B5EF4-FFF2-40B4-BE49-F238E27FC236}">
                <a16:creationId xmlns:a16="http://schemas.microsoft.com/office/drawing/2014/main" id="{486992B6-F436-D5C8-3746-EF24D1747F12}"/>
              </a:ext>
            </a:extLst>
          </p:cNvPr>
          <p:cNvPicPr>
            <a:picLocks noChangeAspect="1"/>
          </p:cNvPicPr>
          <p:nvPr/>
        </p:nvPicPr>
        <p:blipFill>
          <a:blip r:embed="rId4"/>
          <a:stretch>
            <a:fillRect/>
          </a:stretch>
        </p:blipFill>
        <p:spPr>
          <a:xfrm>
            <a:off x="516282" y="3525008"/>
            <a:ext cx="11159435" cy="1226387"/>
          </a:xfrm>
          <a:prstGeom prst="rect">
            <a:avLst/>
          </a:prstGeom>
          <a:ln>
            <a:noFill/>
          </a:ln>
          <a:effectLst>
            <a:outerShdw blurRad="292100" dist="139700" dir="2700000" algn="tl" rotWithShape="0">
              <a:srgbClr val="333333">
                <a:alpha val="65000"/>
              </a:srgbClr>
            </a:outerShdw>
          </a:effectLst>
        </p:spPr>
      </p:pic>
      <p:grpSp>
        <p:nvGrpSpPr>
          <p:cNvPr id="64" name="Group 63">
            <a:extLst>
              <a:ext uri="{FF2B5EF4-FFF2-40B4-BE49-F238E27FC236}">
                <a16:creationId xmlns:a16="http://schemas.microsoft.com/office/drawing/2014/main" id="{42494777-A781-0F2D-5A24-6257C519E2F2}"/>
              </a:ext>
              <a:ext uri="{C183D7F6-B498-43B3-948B-1728B52AA6E4}">
                <adec:decorative xmlns:adec="http://schemas.microsoft.com/office/drawing/2017/decorative" val="1"/>
              </a:ext>
            </a:extLst>
          </p:cNvPr>
          <p:cNvGrpSpPr/>
          <p:nvPr/>
        </p:nvGrpSpPr>
        <p:grpSpPr>
          <a:xfrm>
            <a:off x="1141882" y="5859391"/>
            <a:ext cx="10051560" cy="738664"/>
            <a:chOff x="1215766" y="5595856"/>
            <a:chExt cx="10051560" cy="738664"/>
          </a:xfrm>
        </p:grpSpPr>
        <p:sp>
          <p:nvSpPr>
            <p:cNvPr id="5" name="TextBox 4">
              <a:extLst>
                <a:ext uri="{FF2B5EF4-FFF2-40B4-BE49-F238E27FC236}">
                  <a16:creationId xmlns:a16="http://schemas.microsoft.com/office/drawing/2014/main" id="{F2C63D4C-D53C-5250-A986-AB949B67DEB8}"/>
                </a:ext>
              </a:extLst>
            </p:cNvPr>
            <p:cNvSpPr txBox="1"/>
            <p:nvPr/>
          </p:nvSpPr>
          <p:spPr>
            <a:xfrm>
              <a:off x="10218612" y="5595856"/>
              <a:ext cx="1048714"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$8</a:t>
              </a:r>
            </a:p>
          </p:txBody>
        </p:sp>
        <p:sp>
          <p:nvSpPr>
            <p:cNvPr id="6" name="TextBox 5">
              <a:extLst>
                <a:ext uri="{FF2B5EF4-FFF2-40B4-BE49-F238E27FC236}">
                  <a16:creationId xmlns:a16="http://schemas.microsoft.com/office/drawing/2014/main" id="{92ADCA88-1230-AEE8-EFD6-D8F0DF7EEE5C}"/>
                </a:ext>
              </a:extLst>
            </p:cNvPr>
            <p:cNvSpPr txBox="1"/>
            <p:nvPr/>
          </p:nvSpPr>
          <p:spPr>
            <a:xfrm>
              <a:off x="7214639" y="5595856"/>
              <a:ext cx="87050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$7</a:t>
              </a:r>
            </a:p>
          </p:txBody>
        </p:sp>
        <p:sp>
          <p:nvSpPr>
            <p:cNvPr id="7" name="TextBox 6">
              <a:extLst>
                <a:ext uri="{FF2B5EF4-FFF2-40B4-BE49-F238E27FC236}">
                  <a16:creationId xmlns:a16="http://schemas.microsoft.com/office/drawing/2014/main" id="{3A7CB9AE-0F31-FA92-BCB3-C4AD3EF18B05}"/>
                </a:ext>
              </a:extLst>
            </p:cNvPr>
            <p:cNvSpPr txBox="1"/>
            <p:nvPr/>
          </p:nvSpPr>
          <p:spPr>
            <a:xfrm>
              <a:off x="4219739" y="5595856"/>
              <a:ext cx="952896"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$6</a:t>
              </a:r>
            </a:p>
          </p:txBody>
        </p:sp>
        <p:sp>
          <p:nvSpPr>
            <p:cNvPr id="8" name="TextBox 7">
              <a:extLst>
                <a:ext uri="{FF2B5EF4-FFF2-40B4-BE49-F238E27FC236}">
                  <a16:creationId xmlns:a16="http://schemas.microsoft.com/office/drawing/2014/main" id="{055D882C-AF43-C390-844D-CF785253532C}"/>
                </a:ext>
              </a:extLst>
            </p:cNvPr>
            <p:cNvSpPr txBox="1"/>
            <p:nvPr/>
          </p:nvSpPr>
          <p:spPr>
            <a:xfrm>
              <a:off x="1215766" y="5595856"/>
              <a:ext cx="1141952"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$5</a:t>
              </a:r>
            </a:p>
          </p:txBody>
        </p:sp>
      </p:gr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7" name="TextBox 6">
            <a:extLst>
              <a:ext uri="{FF2B5EF4-FFF2-40B4-BE49-F238E27FC236}">
                <a16:creationId xmlns:a16="http://schemas.microsoft.com/office/drawing/2014/main" id="{91F3C914-1B0E-0637-F670-62FA740C621D}"/>
              </a:ext>
            </a:extLst>
          </p:cNvPr>
          <p:cNvSpPr txBox="1"/>
          <p:nvPr/>
        </p:nvSpPr>
        <p:spPr>
          <a:xfrm>
            <a:off x="0" y="1290137"/>
            <a:ext cx="11775057" cy="2123658"/>
          </a:xfrm>
          <a:prstGeom prst="rect">
            <a:avLst/>
          </a:prstGeom>
          <a:noFill/>
        </p:spPr>
        <p:txBody>
          <a:bodyPr wrap="square">
            <a:spAutoFit/>
          </a:bodyPr>
          <a:lstStyle/>
          <a:p>
            <a:pPr algn="ctr"/>
            <a:r>
              <a:rPr lang="en-AU" sz="4400" b="0" i="0" dirty="0">
                <a:effectLst/>
              </a:rPr>
              <a:t>How many </a:t>
            </a:r>
            <a:r>
              <a:rPr lang="en-AU" sz="4400" b="1" i="0" dirty="0">
                <a:effectLst/>
              </a:rPr>
              <a:t>different numbers </a:t>
            </a:r>
            <a:r>
              <a:rPr lang="en-AU" sz="4400" b="0" i="0" dirty="0">
                <a:effectLst/>
              </a:rPr>
              <a:t>can you roll?</a:t>
            </a:r>
          </a:p>
          <a:p>
            <a:pPr algn="ctr"/>
            <a:r>
              <a:rPr lang="en-AU" sz="4400" dirty="0"/>
              <a:t>What is the </a:t>
            </a:r>
            <a:r>
              <a:rPr lang="en-AU" sz="4400" b="1" dirty="0"/>
              <a:t>probability</a:t>
            </a:r>
            <a:r>
              <a:rPr lang="en-AU" sz="4400" dirty="0"/>
              <a:t> of rolling an 8?</a:t>
            </a:r>
          </a:p>
          <a:p>
            <a:pPr algn="ctr"/>
            <a:r>
              <a:rPr lang="en-AU" sz="4400" b="0" i="0" dirty="0">
                <a:effectLst/>
              </a:rPr>
              <a:t>What is the </a:t>
            </a:r>
            <a:r>
              <a:rPr lang="en-AU" sz="4400" b="1" i="0" dirty="0">
                <a:effectLst/>
              </a:rPr>
              <a:t>probability</a:t>
            </a:r>
            <a:r>
              <a:rPr lang="en-AU" sz="4400" b="0" i="0" dirty="0">
                <a:effectLst/>
              </a:rPr>
              <a:t> of rolling a 2? </a:t>
            </a:r>
          </a:p>
        </p:txBody>
      </p:sp>
      <p:pic>
        <p:nvPicPr>
          <p:cNvPr id="1026" name="Picture 2" descr="Repeated 10 sided dice with each dice having a different facet on display so all numbers 1-10 can be seen.">
            <a:extLst>
              <a:ext uri="{FF2B5EF4-FFF2-40B4-BE49-F238E27FC236}">
                <a16:creationId xmlns:a16="http://schemas.microsoft.com/office/drawing/2014/main" id="{DCB44732-67D4-CEC7-D602-03F0E5C979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1424" y="3798331"/>
            <a:ext cx="7804420" cy="2909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0" name="Picture 9" descr="A rectangle with a grid overlay showing it has an area of 24 square centimetres.">
            <a:extLst>
              <a:ext uri="{FF2B5EF4-FFF2-40B4-BE49-F238E27FC236}">
                <a16:creationId xmlns:a16="http://schemas.microsoft.com/office/drawing/2014/main" id="{89231800-2178-50A3-A64F-0C68E7899A54}"/>
              </a:ext>
            </a:extLst>
          </p:cNvPr>
          <p:cNvPicPr>
            <a:picLocks noChangeAspect="1"/>
          </p:cNvPicPr>
          <p:nvPr/>
        </p:nvPicPr>
        <p:blipFill>
          <a:blip r:embed="rId4"/>
          <a:stretch>
            <a:fillRect/>
          </a:stretch>
        </p:blipFill>
        <p:spPr>
          <a:xfrm>
            <a:off x="2498234" y="4502256"/>
            <a:ext cx="3246365" cy="2129175"/>
          </a:xfrm>
          <a:prstGeom prst="rect">
            <a:avLst/>
          </a:prstGeom>
        </p:spPr>
      </p:pic>
      <p:sp>
        <p:nvSpPr>
          <p:cNvPr id="11" name="Rectangle 10" descr="A rectangle with an area of 24 square centimetres. The Length and width are not marked.">
            <a:extLst>
              <a:ext uri="{FF2B5EF4-FFF2-40B4-BE49-F238E27FC236}">
                <a16:creationId xmlns:a16="http://schemas.microsoft.com/office/drawing/2014/main" id="{18188E14-AA35-61EE-6D2C-7CF18290130D}"/>
              </a:ext>
            </a:extLst>
          </p:cNvPr>
          <p:cNvSpPr/>
          <p:nvPr/>
        </p:nvSpPr>
        <p:spPr>
          <a:xfrm rot="16200000">
            <a:off x="7730977" y="3534071"/>
            <a:ext cx="1498397" cy="4065544"/>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Text Placeholder 17">
            <a:extLst>
              <a:ext uri="{FF2B5EF4-FFF2-40B4-BE49-F238E27FC236}">
                <a16:creationId xmlns:a16="http://schemas.microsoft.com/office/drawing/2014/main" id="{B37F98FE-3C8A-9F6B-56EB-F0F32B5612AC}"/>
              </a:ext>
            </a:extLst>
          </p:cNvPr>
          <p:cNvSpPr txBox="1">
            <a:spLocks/>
          </p:cNvSpPr>
          <p:nvPr/>
        </p:nvSpPr>
        <p:spPr>
          <a:xfrm>
            <a:off x="360000" y="1291156"/>
            <a:ext cx="11243037" cy="893226"/>
          </a:xfrm>
          <a:prstGeom prst="rect">
            <a:avLst/>
          </a:prstGeom>
        </p:spPr>
        <p:txBody>
          <a:bodyPr lIns="91440" tIns="45720" rIns="91440" bIns="45720" anchor="t"/>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latin typeface="Arial"/>
                <a:cs typeface="Arial"/>
              </a:rPr>
              <a:t>Both</a:t>
            </a:r>
            <a:r>
              <a:rPr lang="en-AU" sz="4400" b="1">
                <a:latin typeface="Arial"/>
                <a:cs typeface="Arial"/>
              </a:rPr>
              <a:t> shapes </a:t>
            </a:r>
            <a:r>
              <a:rPr lang="en-AU" sz="4400">
                <a:latin typeface="Arial"/>
                <a:cs typeface="Arial"/>
              </a:rPr>
              <a:t>have the same </a:t>
            </a:r>
            <a:r>
              <a:rPr lang="en-AU" sz="4400" b="1">
                <a:latin typeface="Arial"/>
                <a:cs typeface="Arial"/>
              </a:rPr>
              <a:t>area</a:t>
            </a:r>
            <a:r>
              <a:rPr lang="en-AU" sz="4400">
                <a:latin typeface="Arial"/>
                <a:cs typeface="Arial"/>
              </a:rPr>
              <a:t> of </a:t>
            </a:r>
            <a:r>
              <a:rPr lang="en-AU" sz="4400" b="1">
                <a:latin typeface="Arial"/>
                <a:cs typeface="Arial"/>
              </a:rPr>
              <a:t>square centimetres</a:t>
            </a:r>
            <a:r>
              <a:rPr lang="en-AU" sz="4400">
                <a:latin typeface="Arial"/>
                <a:cs typeface="Arial"/>
              </a:rPr>
              <a:t>. What could be the </a:t>
            </a:r>
            <a:r>
              <a:rPr lang="en-AU" sz="4400" b="1">
                <a:latin typeface="Arial"/>
                <a:cs typeface="Arial"/>
              </a:rPr>
              <a:t>length</a:t>
            </a:r>
            <a:r>
              <a:rPr lang="en-AU" sz="4400">
                <a:latin typeface="Arial"/>
                <a:cs typeface="Arial"/>
              </a:rPr>
              <a:t> and </a:t>
            </a:r>
            <a:r>
              <a:rPr lang="en-AU" sz="4400" b="1">
                <a:latin typeface="Arial"/>
                <a:cs typeface="Arial"/>
              </a:rPr>
              <a:t>width</a:t>
            </a:r>
            <a:r>
              <a:rPr lang="en-AU" sz="4400">
                <a:latin typeface="Arial"/>
                <a:cs typeface="Arial"/>
              </a:rPr>
              <a:t> of the second shape? </a:t>
            </a:r>
            <a:endParaRPr lang="en-US" sz="4400">
              <a:latin typeface="Arial"/>
              <a:cs typeface="Arial"/>
            </a:endParaRPr>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a:ln>
            <a:noFill/>
          </a:ln>
        </p:spPr>
      </p:pic>
      <p:graphicFrame>
        <p:nvGraphicFramePr>
          <p:cNvPr id="4" name="Table 3">
            <a:extLst>
              <a:ext uri="{FF2B5EF4-FFF2-40B4-BE49-F238E27FC236}">
                <a16:creationId xmlns:a16="http://schemas.microsoft.com/office/drawing/2014/main" id="{E182E322-1B9E-07BF-B3FA-46CD3A5261F6}"/>
              </a:ext>
            </a:extLst>
          </p:cNvPr>
          <p:cNvGraphicFramePr>
            <a:graphicFrameLocks noGrp="1"/>
          </p:cNvGraphicFramePr>
          <p:nvPr>
            <p:extLst>
              <p:ext uri="{D42A27DB-BD31-4B8C-83A1-F6EECF244321}">
                <p14:modId xmlns:p14="http://schemas.microsoft.com/office/powerpoint/2010/main" val="12402677"/>
              </p:ext>
            </p:extLst>
          </p:nvPr>
        </p:nvGraphicFramePr>
        <p:xfrm>
          <a:off x="1858019" y="2907206"/>
          <a:ext cx="8127999" cy="362712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3339568935"/>
                    </a:ext>
                  </a:extLst>
                </a:gridCol>
                <a:gridCol w="2709333">
                  <a:extLst>
                    <a:ext uri="{9D8B030D-6E8A-4147-A177-3AD203B41FA5}">
                      <a16:colId xmlns:a16="http://schemas.microsoft.com/office/drawing/2014/main" val="2649454615"/>
                    </a:ext>
                  </a:extLst>
                </a:gridCol>
                <a:gridCol w="2709333">
                  <a:extLst>
                    <a:ext uri="{9D8B030D-6E8A-4147-A177-3AD203B41FA5}">
                      <a16:colId xmlns:a16="http://schemas.microsoft.com/office/drawing/2014/main" val="3635045762"/>
                    </a:ext>
                  </a:extLst>
                </a:gridCol>
              </a:tblGrid>
              <a:tr h="37084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2800"/>
                        <a:t>Fraction</a:t>
                      </a:r>
                      <a:br>
                        <a:rPr lang="en-AU" sz="1200"/>
                      </a:br>
                      <a:endParaRPr lang="en-AU" sz="12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AU" sz="2800"/>
                        <a:t>Decimal</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AU" sz="2800"/>
                        <a:t>Percentage</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3256790"/>
                  </a:ext>
                </a:extLst>
              </a:tr>
              <a:tr h="370840">
                <a:tc>
                  <a:txBody>
                    <a:bodyPr/>
                    <a:lstStyle/>
                    <a:p>
                      <a:pPr algn="ctr"/>
                      <a:br>
                        <a:rPr lang="en-AU" sz="1400"/>
                      </a:br>
                      <a:br>
                        <a:rPr lang="en-AU" sz="1400"/>
                      </a:br>
                      <a:endParaRPr lang="en-AU" sz="14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AU" sz="3200"/>
                        <a:t>0.25</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AU" sz="32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2424071"/>
                  </a:ext>
                </a:extLst>
              </a:tr>
              <a:tr h="370840">
                <a:tc>
                  <a:txBody>
                    <a:bodyPr/>
                    <a:lstStyle/>
                    <a:p>
                      <a:pPr algn="ctr"/>
                      <a:br>
                        <a:rPr lang="en-AU" sz="1400"/>
                      </a:br>
                      <a:br>
                        <a:rPr lang="en-AU" sz="1400"/>
                      </a:br>
                      <a:endParaRPr lang="en-AU" sz="14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AU" sz="32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AU" sz="3200"/>
                        <a:t>50%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5765149"/>
                  </a:ext>
                </a:extLst>
              </a:tr>
              <a:tr h="370840">
                <a:tc>
                  <a:txBody>
                    <a:bodyPr/>
                    <a:lstStyle/>
                    <a:p>
                      <a:pPr algn="ctr"/>
                      <a:br>
                        <a:rPr lang="en-AU" sz="1400"/>
                      </a:br>
                      <a:br>
                        <a:rPr lang="en-AU" sz="1400"/>
                      </a:br>
                      <a:endParaRPr lang="en-AU" sz="14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AU" sz="3200"/>
                        <a:t>0.75</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AU" sz="32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7240912"/>
                  </a:ext>
                </a:extLst>
              </a:tr>
              <a:tr h="370840">
                <a:tc>
                  <a:txBody>
                    <a:bodyPr/>
                    <a:lstStyle/>
                    <a:p>
                      <a:pPr algn="ctr"/>
                      <a:br>
                        <a:rPr lang="en-AU" sz="1400"/>
                      </a:br>
                      <a:br>
                        <a:rPr lang="en-AU" sz="1400"/>
                      </a:br>
                      <a:endParaRPr lang="en-AU" sz="14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AU" sz="32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AU" sz="3200"/>
                        <a:t>100%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8251313"/>
                  </a:ext>
                </a:extLst>
              </a:tr>
            </a:tbl>
          </a:graphicData>
        </a:graphic>
      </p:graphicFrame>
      <p:sp>
        <p:nvSpPr>
          <p:cNvPr id="7" name="TextBox 6">
            <a:extLst>
              <a:ext uri="{FF2B5EF4-FFF2-40B4-BE49-F238E27FC236}">
                <a16:creationId xmlns:a16="http://schemas.microsoft.com/office/drawing/2014/main" id="{838EFF8A-64E1-4AFB-1CC7-B4B988678C1A}"/>
              </a:ext>
            </a:extLst>
          </p:cNvPr>
          <p:cNvSpPr txBox="1"/>
          <p:nvPr/>
        </p:nvSpPr>
        <p:spPr>
          <a:xfrm>
            <a:off x="1446" y="1184223"/>
            <a:ext cx="11844978" cy="1446550"/>
          </a:xfrm>
          <a:prstGeom prst="rect">
            <a:avLst/>
          </a:prstGeom>
          <a:noFill/>
        </p:spPr>
        <p:txBody>
          <a:bodyPr wrap="square" lIns="91440" tIns="45720" rIns="91440" bIns="45720" anchor="t">
            <a:spAutoFit/>
          </a:bodyPr>
          <a:lstStyle/>
          <a:p>
            <a:pPr algn="ctr"/>
            <a:r>
              <a:rPr lang="en-US" sz="4400">
                <a:latin typeface="Arial"/>
                <a:cs typeface="Arial"/>
              </a:rPr>
              <a:t>Record the missing </a:t>
            </a:r>
            <a:r>
              <a:rPr lang="en-US" sz="4400" b="1">
                <a:latin typeface="Arial"/>
                <a:cs typeface="Arial"/>
              </a:rPr>
              <a:t>equivalent</a:t>
            </a:r>
            <a:r>
              <a:rPr lang="en-US" sz="4400">
                <a:latin typeface="Arial"/>
                <a:cs typeface="Arial"/>
              </a:rPr>
              <a:t> </a:t>
            </a:r>
            <a:r>
              <a:rPr lang="en-US" sz="4400" b="1">
                <a:latin typeface="Arial"/>
                <a:cs typeface="Arial"/>
              </a:rPr>
              <a:t>benchmark</a:t>
            </a:r>
            <a:r>
              <a:rPr lang="en-US" sz="4400">
                <a:latin typeface="Arial"/>
                <a:cs typeface="Arial"/>
              </a:rPr>
              <a:t> fractions, decimals and percentages.</a:t>
            </a:r>
            <a:endParaRPr lang="en-US" sz="4400">
              <a:cs typeface="Arial"/>
            </a:endParaRPr>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294054DB-F2AD-4F03-9AAA-00B26A34DDB3}"/>
              </a:ext>
            </a:extLst>
          </p:cNvPr>
          <p:cNvSpPr txBox="1"/>
          <p:nvPr/>
        </p:nvSpPr>
        <p:spPr>
          <a:xfrm>
            <a:off x="538388" y="988800"/>
            <a:ext cx="11407588" cy="5509200"/>
          </a:xfrm>
          <a:prstGeom prst="rect">
            <a:avLst/>
          </a:prstGeom>
          <a:noFill/>
        </p:spPr>
        <p:txBody>
          <a:bodyPr wrap="square">
            <a:spAutoFit/>
          </a:bodyPr>
          <a:lstStyle/>
          <a:p>
            <a:pPr algn="ctr"/>
            <a:r>
              <a:rPr lang="en-AU" sz="4400"/>
              <a:t>Rory said this is an </a:t>
            </a:r>
            <a:r>
              <a:rPr lang="en-AU" sz="4400" b="1"/>
              <a:t>isosceles triangle </a:t>
            </a:r>
            <a:r>
              <a:rPr lang="en-AU" sz="4400"/>
              <a:t>because it has </a:t>
            </a:r>
            <a:r>
              <a:rPr lang="en-AU" sz="4400" b="1"/>
              <a:t>2 equal sides </a:t>
            </a:r>
            <a:r>
              <a:rPr lang="en-AU" sz="4400"/>
              <a:t>and </a:t>
            </a:r>
          </a:p>
          <a:p>
            <a:pPr algn="ctr"/>
            <a:r>
              <a:rPr lang="en-AU" sz="4400" b="1"/>
              <a:t>2 equal angles</a:t>
            </a:r>
            <a:r>
              <a:rPr lang="en-AU" sz="4400"/>
              <a:t>. Is he correct?</a:t>
            </a:r>
          </a:p>
          <a:p>
            <a:pPr algn="ctr"/>
            <a:br>
              <a:rPr lang="en-AU" sz="4400"/>
            </a:br>
            <a:endParaRPr lang="en-AU" sz="4400"/>
          </a:p>
          <a:p>
            <a:pPr algn="ctr"/>
            <a:endParaRPr lang="en-AU" sz="4400"/>
          </a:p>
          <a:p>
            <a:pPr algn="ctr"/>
            <a:r>
              <a:rPr lang="en-AU" sz="4400"/>
              <a:t>Draw and label a </a:t>
            </a:r>
            <a:r>
              <a:rPr lang="en-AU" sz="4400" b="1"/>
              <a:t>diagram</a:t>
            </a:r>
            <a:r>
              <a:rPr lang="en-AU" sz="4400"/>
              <a:t> to show </a:t>
            </a:r>
          </a:p>
          <a:p>
            <a:pPr algn="ctr"/>
            <a:r>
              <a:rPr lang="en-AU" sz="4400"/>
              <a:t>your </a:t>
            </a:r>
            <a:r>
              <a:rPr lang="en-AU" sz="4400" b="1"/>
              <a:t>reasoning</a:t>
            </a:r>
            <a:r>
              <a:rPr lang="en-AU" sz="4400"/>
              <a:t>.</a:t>
            </a:r>
          </a:p>
        </p:txBody>
      </p:sp>
      <p:sp>
        <p:nvSpPr>
          <p:cNvPr id="7" name="Isosceles Triangle 6">
            <a:extLst>
              <a:ext uri="{FF2B5EF4-FFF2-40B4-BE49-F238E27FC236}">
                <a16:creationId xmlns:a16="http://schemas.microsoft.com/office/drawing/2014/main" id="{CDDEEEE3-779E-0753-748C-866F594F54F8}"/>
              </a:ext>
              <a:ext uri="{C183D7F6-B498-43B3-948B-1728B52AA6E4}">
                <adec:decorative xmlns:adec="http://schemas.microsoft.com/office/drawing/2017/decorative" val="1"/>
              </a:ext>
            </a:extLst>
          </p:cNvPr>
          <p:cNvSpPr/>
          <p:nvPr/>
        </p:nvSpPr>
        <p:spPr>
          <a:xfrm rot="16200000">
            <a:off x="5369859" y="2066364"/>
            <a:ext cx="1452283" cy="4177556"/>
          </a:xfrm>
          <a:prstGeom prst="triangle">
            <a:avLst/>
          </a:prstGeom>
          <a:solidFill>
            <a:schemeClr val="tx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locate and represent integers on a number line </a:t>
            </a:r>
            <a:r>
              <a:rPr lang="en-AU">
                <a:solidFill>
                  <a:schemeClr val="bg1"/>
                </a:solidFill>
              </a:rPr>
              <a:t>(3)</a:t>
            </a:r>
          </a:p>
        </p:txBody>
      </p: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4" name="Picture 3" descr="image of a head with cogs turning inside">
            <a:extLst>
              <a:ext uri="{FF2B5EF4-FFF2-40B4-BE49-F238E27FC236}">
                <a16:creationId xmlns:a16="http://schemas.microsoft.com/office/drawing/2014/main" id="{296D4226-C1D0-BEBB-1948-F7CDF78884C4}"/>
              </a:ext>
            </a:extLst>
          </p:cNvPr>
          <p:cNvPicPr>
            <a:picLocks noChangeAspect="1"/>
          </p:cNvPicPr>
          <p:nvPr/>
        </p:nvPicPr>
        <p:blipFill>
          <a:blip r:embed="rId3"/>
          <a:stretch>
            <a:fillRect/>
          </a:stretch>
        </p:blipFill>
        <p:spPr>
          <a:xfrm>
            <a:off x="11107003" y="240894"/>
            <a:ext cx="720000" cy="856364"/>
          </a:xfrm>
          <a:prstGeom prst="rect">
            <a:avLst/>
          </a:prstGeom>
          <a:ln>
            <a:noFill/>
          </a:ln>
        </p:spPr>
      </p:pic>
      <p:grpSp>
        <p:nvGrpSpPr>
          <p:cNvPr id="3" name="Group 2" descr="A line graph with text above reading: The submarine HMAS Collins has been in training. This line graph shows the depths of the submarine in the last week of training.&#10;&#10;The graph has the sea level depths of 15 m to -30 m along the y-axis, and the days Monday to Friday marked along the x-axis. Within the graph there are images of a submarine indicating depths of 0m, -15m, -10m, -20m, -5m, -30m, -5m, -25m, -20m, -20m and 0m.&#10;&#10;The path of the submarine is as follows. At the beginning of Monday it was at 0, then -15m then -10m. On Tuesday it went to -20 m, then -7m. On Wednesday it went to -30m and then up to -7m. On Thursday it went to -25m and then -20m. On Friday it stayed at -20m and then went up to 0m.">
            <a:extLst>
              <a:ext uri="{FF2B5EF4-FFF2-40B4-BE49-F238E27FC236}">
                <a16:creationId xmlns:a16="http://schemas.microsoft.com/office/drawing/2014/main" id="{9A3BE045-D97C-4956-407A-5173DB15D26B}"/>
              </a:ext>
              <a:ext uri="{C183D7F6-B498-43B3-948B-1728B52AA6E4}">
                <adec:decorative xmlns:adec="http://schemas.microsoft.com/office/drawing/2017/decorative" val="0"/>
              </a:ext>
            </a:extLst>
          </p:cNvPr>
          <p:cNvGrpSpPr/>
          <p:nvPr/>
        </p:nvGrpSpPr>
        <p:grpSpPr>
          <a:xfrm>
            <a:off x="173094" y="2595911"/>
            <a:ext cx="10541603" cy="4100092"/>
            <a:chOff x="1229498" y="2187345"/>
            <a:chExt cx="9355841" cy="3855881"/>
          </a:xfrm>
        </p:grpSpPr>
        <p:sp>
          <p:nvSpPr>
            <p:cNvPr id="5" name="TextBox 60">
              <a:extLst>
                <a:ext uri="{FF2B5EF4-FFF2-40B4-BE49-F238E27FC236}">
                  <a16:creationId xmlns:a16="http://schemas.microsoft.com/office/drawing/2014/main" id="{05529240-0156-10A9-62F0-05A5BEDBDFF9}"/>
                </a:ext>
              </a:extLst>
            </p:cNvPr>
            <p:cNvSpPr txBox="1"/>
            <p:nvPr/>
          </p:nvSpPr>
          <p:spPr>
            <a:xfrm>
              <a:off x="1229498" y="3410051"/>
              <a:ext cx="1525356" cy="421397"/>
            </a:xfrm>
            <a:prstGeom prst="rect">
              <a:avLst/>
            </a:prstGeom>
          </p:spPr>
          <p:txBody>
            <a:bodyPr wrap="square" lIns="0" tIns="0" rIns="0" bIns="0" rtlCol="0" anchor="t">
              <a:spAutoFit/>
            </a:bodyPr>
            <a:lstStyle/>
            <a:p>
              <a:pPr algn="ctr">
                <a:lnSpc>
                  <a:spcPts val="3603"/>
                </a:lnSpc>
                <a:spcBef>
                  <a:spcPct val="0"/>
                </a:spcBef>
              </a:pPr>
              <a:r>
                <a:rPr lang="en-US" sz="2600">
                  <a:solidFill>
                    <a:srgbClr val="000000"/>
                  </a:solidFill>
                  <a:latin typeface="Edu NSW ACT Foundation" panose="020B0604020202020204" charset="0"/>
                  <a:ea typeface="Canva Student Font"/>
                  <a:cs typeface="Canva Student Font"/>
                  <a:sym typeface="Canva Student Font"/>
                </a:rPr>
                <a:t>sea level</a:t>
              </a:r>
            </a:p>
          </p:txBody>
        </p:sp>
        <p:grpSp>
          <p:nvGrpSpPr>
            <p:cNvPr id="8" name="Group 7">
              <a:extLst>
                <a:ext uri="{FF2B5EF4-FFF2-40B4-BE49-F238E27FC236}">
                  <a16:creationId xmlns:a16="http://schemas.microsoft.com/office/drawing/2014/main" id="{72E4AD23-C7C7-F4D7-DBA1-EC58809D0EB1}"/>
                </a:ext>
              </a:extLst>
            </p:cNvPr>
            <p:cNvGrpSpPr/>
            <p:nvPr/>
          </p:nvGrpSpPr>
          <p:grpSpPr>
            <a:xfrm>
              <a:off x="2726003" y="2187345"/>
              <a:ext cx="7859336" cy="3855881"/>
              <a:chOff x="1923431" y="1635953"/>
              <a:chExt cx="8405934" cy="5111579"/>
            </a:xfrm>
          </p:grpSpPr>
          <p:sp>
            <p:nvSpPr>
              <p:cNvPr id="9" name="Freeform 2">
                <a:extLst>
                  <a:ext uri="{FF2B5EF4-FFF2-40B4-BE49-F238E27FC236}">
                    <a16:creationId xmlns:a16="http://schemas.microsoft.com/office/drawing/2014/main" id="{39FFF60B-1277-1779-9DF0-5022E6A9083A}"/>
                  </a:ext>
                </a:extLst>
              </p:cNvPr>
              <p:cNvSpPr/>
              <p:nvPr/>
            </p:nvSpPr>
            <p:spPr>
              <a:xfrm rot="-10800000">
                <a:off x="2902795" y="6425608"/>
                <a:ext cx="7426570" cy="37133"/>
              </a:xfrm>
              <a:custGeom>
                <a:avLst/>
                <a:gdLst/>
                <a:ahLst/>
                <a:cxnLst/>
                <a:rect l="l" t="t" r="r" b="b"/>
                <a:pathLst>
                  <a:path w="7426570" h="37133">
                    <a:moveTo>
                      <a:pt x="0" y="0"/>
                    </a:moveTo>
                    <a:lnTo>
                      <a:pt x="7426571" y="0"/>
                    </a:lnTo>
                    <a:lnTo>
                      <a:pt x="7426571" y="37133"/>
                    </a:lnTo>
                    <a:lnTo>
                      <a:pt x="0" y="3713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10" name="Freeform 3">
                <a:extLst>
                  <a:ext uri="{FF2B5EF4-FFF2-40B4-BE49-F238E27FC236}">
                    <a16:creationId xmlns:a16="http://schemas.microsoft.com/office/drawing/2014/main" id="{6CB1F2DB-EECB-AE6D-5115-E2C3C3B7615C}"/>
                  </a:ext>
                </a:extLst>
              </p:cNvPr>
              <p:cNvSpPr/>
              <p:nvPr/>
            </p:nvSpPr>
            <p:spPr>
              <a:xfrm rot="-5400000">
                <a:off x="467338" y="4036322"/>
                <a:ext cx="4824862" cy="24124"/>
              </a:xfrm>
              <a:custGeom>
                <a:avLst/>
                <a:gdLst/>
                <a:ahLst/>
                <a:cxnLst/>
                <a:rect l="l" t="t" r="r" b="b"/>
                <a:pathLst>
                  <a:path w="4824862" h="24124">
                    <a:moveTo>
                      <a:pt x="0" y="0"/>
                    </a:moveTo>
                    <a:lnTo>
                      <a:pt x="4824862" y="0"/>
                    </a:lnTo>
                    <a:lnTo>
                      <a:pt x="4824862" y="24124"/>
                    </a:lnTo>
                    <a:lnTo>
                      <a:pt x="0" y="241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11" name="Freeform 4">
                <a:extLst>
                  <a:ext uri="{FF2B5EF4-FFF2-40B4-BE49-F238E27FC236}">
                    <a16:creationId xmlns:a16="http://schemas.microsoft.com/office/drawing/2014/main" id="{B1F4AA2B-91C8-DCDA-15BF-FA1C437807EA}"/>
                  </a:ext>
                </a:extLst>
              </p:cNvPr>
              <p:cNvSpPr/>
              <p:nvPr/>
            </p:nvSpPr>
            <p:spPr>
              <a:xfrm>
                <a:off x="2891831" y="3511714"/>
                <a:ext cx="7384508" cy="2907473"/>
              </a:xfrm>
              <a:custGeom>
                <a:avLst/>
                <a:gdLst/>
                <a:ahLst/>
                <a:cxnLst/>
                <a:rect l="l" t="t" r="r" b="b"/>
                <a:pathLst>
                  <a:path w="7384508" h="2907473">
                    <a:moveTo>
                      <a:pt x="0" y="0"/>
                    </a:moveTo>
                    <a:lnTo>
                      <a:pt x="7384509" y="0"/>
                    </a:lnTo>
                    <a:lnTo>
                      <a:pt x="7384509" y="2907474"/>
                    </a:lnTo>
                    <a:lnTo>
                      <a:pt x="0" y="2907474"/>
                    </a:lnTo>
                    <a:lnTo>
                      <a:pt x="0" y="0"/>
                    </a:lnTo>
                    <a:close/>
                  </a:path>
                </a:pathLst>
              </a:custGeom>
              <a:blipFill>
                <a:blip r:embed="rId5"/>
                <a:stretch>
                  <a:fillRect l="-52300" t="-14742" r="-102047" b="-9613"/>
                </a:stretch>
              </a:blipFill>
            </p:spPr>
            <p:txBody>
              <a:bodyPr/>
              <a:lstStyle/>
              <a:p>
                <a:endParaRPr lang="en-AU"/>
              </a:p>
            </p:txBody>
          </p:sp>
          <p:sp>
            <p:nvSpPr>
              <p:cNvPr id="12" name="Freeform 5">
                <a:extLst>
                  <a:ext uri="{FF2B5EF4-FFF2-40B4-BE49-F238E27FC236}">
                    <a16:creationId xmlns:a16="http://schemas.microsoft.com/office/drawing/2014/main" id="{FA3491D8-6E8A-10F8-31DC-5005A4BBBDF4}"/>
                  </a:ext>
                </a:extLst>
              </p:cNvPr>
              <p:cNvSpPr/>
              <p:nvPr/>
            </p:nvSpPr>
            <p:spPr>
              <a:xfrm>
                <a:off x="2628255" y="6396549"/>
                <a:ext cx="239452" cy="47625"/>
              </a:xfrm>
              <a:custGeom>
                <a:avLst/>
                <a:gdLst/>
                <a:ahLst/>
                <a:cxnLst/>
                <a:rect l="l" t="t" r="r" b="b"/>
                <a:pathLst>
                  <a:path w="239452" h="47625">
                    <a:moveTo>
                      <a:pt x="0" y="0"/>
                    </a:moveTo>
                    <a:lnTo>
                      <a:pt x="239452" y="0"/>
                    </a:lnTo>
                    <a:lnTo>
                      <a:pt x="239452" y="47625"/>
                    </a:lnTo>
                    <a:lnTo>
                      <a:pt x="0" y="47625"/>
                    </a:lnTo>
                    <a:lnTo>
                      <a:pt x="0" y="0"/>
                    </a:lnTo>
                    <a:close/>
                  </a:path>
                </a:pathLst>
              </a:custGeom>
              <a:blipFill>
                <a:blip>
                  <a:extLst>
                    <a:ext uri="{96DAC541-7B7A-43D3-8B79-37D633B846F1}">
                      <asvg:svgBlip xmlns:asvg="http://schemas.microsoft.com/office/drawing/2016/SVG/main" r:embed="rId6"/>
                    </a:ext>
                  </a:extLst>
                </a:blip>
                <a:stretch>
                  <a:fillRect r="-1686078" b="-45927"/>
                </a:stretch>
              </a:blipFill>
            </p:spPr>
            <p:txBody>
              <a:bodyPr/>
              <a:lstStyle/>
              <a:p>
                <a:endParaRPr lang="en-AU"/>
              </a:p>
            </p:txBody>
          </p:sp>
          <p:sp>
            <p:nvSpPr>
              <p:cNvPr id="13" name="Freeform 6">
                <a:extLst>
                  <a:ext uri="{FF2B5EF4-FFF2-40B4-BE49-F238E27FC236}">
                    <a16:creationId xmlns:a16="http://schemas.microsoft.com/office/drawing/2014/main" id="{57D00A37-E97D-46A6-F991-C5EA6BDD6576}"/>
                  </a:ext>
                </a:extLst>
              </p:cNvPr>
              <p:cNvSpPr/>
              <p:nvPr/>
            </p:nvSpPr>
            <p:spPr>
              <a:xfrm>
                <a:off x="2628255" y="5917951"/>
                <a:ext cx="239452" cy="47625"/>
              </a:xfrm>
              <a:custGeom>
                <a:avLst/>
                <a:gdLst/>
                <a:ahLst/>
                <a:cxnLst/>
                <a:rect l="l" t="t" r="r" b="b"/>
                <a:pathLst>
                  <a:path w="239452" h="47625">
                    <a:moveTo>
                      <a:pt x="0" y="0"/>
                    </a:moveTo>
                    <a:lnTo>
                      <a:pt x="239452" y="0"/>
                    </a:lnTo>
                    <a:lnTo>
                      <a:pt x="239452" y="47625"/>
                    </a:lnTo>
                    <a:lnTo>
                      <a:pt x="0" y="47625"/>
                    </a:lnTo>
                    <a:lnTo>
                      <a:pt x="0" y="0"/>
                    </a:lnTo>
                    <a:close/>
                  </a:path>
                </a:pathLst>
              </a:custGeom>
              <a:blipFill>
                <a:blip>
                  <a:extLst>
                    <a:ext uri="{96DAC541-7B7A-43D3-8B79-37D633B846F1}">
                      <asvg:svgBlip xmlns:asvg="http://schemas.microsoft.com/office/drawing/2016/SVG/main" r:embed="rId6"/>
                    </a:ext>
                  </a:extLst>
                </a:blip>
                <a:stretch>
                  <a:fillRect r="-1686078" b="-45927"/>
                </a:stretch>
              </a:blipFill>
            </p:spPr>
            <p:txBody>
              <a:bodyPr/>
              <a:lstStyle/>
              <a:p>
                <a:endParaRPr lang="en-AU"/>
              </a:p>
            </p:txBody>
          </p:sp>
          <p:sp>
            <p:nvSpPr>
              <p:cNvPr id="14" name="Freeform 7">
                <a:extLst>
                  <a:ext uri="{FF2B5EF4-FFF2-40B4-BE49-F238E27FC236}">
                    <a16:creationId xmlns:a16="http://schemas.microsoft.com/office/drawing/2014/main" id="{6EFD0AF3-8344-82C7-7148-C304472B7605}"/>
                  </a:ext>
                </a:extLst>
              </p:cNvPr>
              <p:cNvSpPr/>
              <p:nvPr/>
            </p:nvSpPr>
            <p:spPr>
              <a:xfrm>
                <a:off x="2628255" y="5441701"/>
                <a:ext cx="239452" cy="47625"/>
              </a:xfrm>
              <a:custGeom>
                <a:avLst/>
                <a:gdLst/>
                <a:ahLst/>
                <a:cxnLst/>
                <a:rect l="l" t="t" r="r" b="b"/>
                <a:pathLst>
                  <a:path w="239452" h="47625">
                    <a:moveTo>
                      <a:pt x="0" y="0"/>
                    </a:moveTo>
                    <a:lnTo>
                      <a:pt x="239452" y="0"/>
                    </a:lnTo>
                    <a:lnTo>
                      <a:pt x="239452" y="47625"/>
                    </a:lnTo>
                    <a:lnTo>
                      <a:pt x="0" y="47625"/>
                    </a:lnTo>
                    <a:lnTo>
                      <a:pt x="0" y="0"/>
                    </a:lnTo>
                    <a:close/>
                  </a:path>
                </a:pathLst>
              </a:custGeom>
              <a:blipFill>
                <a:blip>
                  <a:extLst>
                    <a:ext uri="{96DAC541-7B7A-43D3-8B79-37D633B846F1}">
                      <asvg:svgBlip xmlns:asvg="http://schemas.microsoft.com/office/drawing/2016/SVG/main" r:embed="rId6"/>
                    </a:ext>
                  </a:extLst>
                </a:blip>
                <a:stretch>
                  <a:fillRect r="-1686078" b="-45927"/>
                </a:stretch>
              </a:blipFill>
            </p:spPr>
            <p:txBody>
              <a:bodyPr/>
              <a:lstStyle/>
              <a:p>
                <a:endParaRPr lang="en-AU"/>
              </a:p>
            </p:txBody>
          </p:sp>
          <p:sp>
            <p:nvSpPr>
              <p:cNvPr id="15" name="Freeform 8">
                <a:extLst>
                  <a:ext uri="{FF2B5EF4-FFF2-40B4-BE49-F238E27FC236}">
                    <a16:creationId xmlns:a16="http://schemas.microsoft.com/office/drawing/2014/main" id="{9E91FCE0-A079-6A76-268A-7D427693C2A9}"/>
                  </a:ext>
                </a:extLst>
              </p:cNvPr>
              <p:cNvSpPr/>
              <p:nvPr/>
            </p:nvSpPr>
            <p:spPr>
              <a:xfrm>
                <a:off x="2628255" y="4965451"/>
                <a:ext cx="239452" cy="47625"/>
              </a:xfrm>
              <a:custGeom>
                <a:avLst/>
                <a:gdLst/>
                <a:ahLst/>
                <a:cxnLst/>
                <a:rect l="l" t="t" r="r" b="b"/>
                <a:pathLst>
                  <a:path w="239452" h="47625">
                    <a:moveTo>
                      <a:pt x="0" y="0"/>
                    </a:moveTo>
                    <a:lnTo>
                      <a:pt x="239452" y="0"/>
                    </a:lnTo>
                    <a:lnTo>
                      <a:pt x="239452" y="47625"/>
                    </a:lnTo>
                    <a:lnTo>
                      <a:pt x="0" y="47625"/>
                    </a:lnTo>
                    <a:lnTo>
                      <a:pt x="0" y="0"/>
                    </a:lnTo>
                    <a:close/>
                  </a:path>
                </a:pathLst>
              </a:custGeom>
              <a:blipFill>
                <a:blip>
                  <a:extLst>
                    <a:ext uri="{96DAC541-7B7A-43D3-8B79-37D633B846F1}">
                      <asvg:svgBlip xmlns:asvg="http://schemas.microsoft.com/office/drawing/2016/SVG/main" r:embed="rId6"/>
                    </a:ext>
                  </a:extLst>
                </a:blip>
                <a:stretch>
                  <a:fillRect r="-1686078" b="-45927"/>
                </a:stretch>
              </a:blipFill>
            </p:spPr>
            <p:txBody>
              <a:bodyPr/>
              <a:lstStyle/>
              <a:p>
                <a:endParaRPr lang="en-AU"/>
              </a:p>
            </p:txBody>
          </p:sp>
          <p:sp>
            <p:nvSpPr>
              <p:cNvPr id="16" name="Freeform 9">
                <a:extLst>
                  <a:ext uri="{FF2B5EF4-FFF2-40B4-BE49-F238E27FC236}">
                    <a16:creationId xmlns:a16="http://schemas.microsoft.com/office/drawing/2014/main" id="{1D65529A-4DE7-1754-6246-126D173C0D0D}"/>
                  </a:ext>
                </a:extLst>
              </p:cNvPr>
              <p:cNvSpPr/>
              <p:nvPr/>
            </p:nvSpPr>
            <p:spPr>
              <a:xfrm>
                <a:off x="2628255" y="4489201"/>
                <a:ext cx="239452" cy="47625"/>
              </a:xfrm>
              <a:custGeom>
                <a:avLst/>
                <a:gdLst/>
                <a:ahLst/>
                <a:cxnLst/>
                <a:rect l="l" t="t" r="r" b="b"/>
                <a:pathLst>
                  <a:path w="239452" h="47625">
                    <a:moveTo>
                      <a:pt x="0" y="0"/>
                    </a:moveTo>
                    <a:lnTo>
                      <a:pt x="239452" y="0"/>
                    </a:lnTo>
                    <a:lnTo>
                      <a:pt x="239452" y="47625"/>
                    </a:lnTo>
                    <a:lnTo>
                      <a:pt x="0" y="47625"/>
                    </a:lnTo>
                    <a:lnTo>
                      <a:pt x="0" y="0"/>
                    </a:lnTo>
                    <a:close/>
                  </a:path>
                </a:pathLst>
              </a:custGeom>
              <a:blipFill>
                <a:blip>
                  <a:extLst>
                    <a:ext uri="{96DAC541-7B7A-43D3-8B79-37D633B846F1}">
                      <asvg:svgBlip xmlns:asvg="http://schemas.microsoft.com/office/drawing/2016/SVG/main" r:embed="rId6"/>
                    </a:ext>
                  </a:extLst>
                </a:blip>
                <a:stretch>
                  <a:fillRect r="-1686078" b="-45927"/>
                </a:stretch>
              </a:blipFill>
            </p:spPr>
            <p:txBody>
              <a:bodyPr/>
              <a:lstStyle/>
              <a:p>
                <a:endParaRPr lang="en-AU"/>
              </a:p>
            </p:txBody>
          </p:sp>
          <p:sp>
            <p:nvSpPr>
              <p:cNvPr id="17" name="Freeform 10">
                <a:extLst>
                  <a:ext uri="{FF2B5EF4-FFF2-40B4-BE49-F238E27FC236}">
                    <a16:creationId xmlns:a16="http://schemas.microsoft.com/office/drawing/2014/main" id="{A9CEE861-C92F-C432-CE5E-56391CA25883}"/>
                  </a:ext>
                </a:extLst>
              </p:cNvPr>
              <p:cNvSpPr/>
              <p:nvPr/>
            </p:nvSpPr>
            <p:spPr>
              <a:xfrm>
                <a:off x="2628255" y="4012951"/>
                <a:ext cx="239452" cy="47625"/>
              </a:xfrm>
              <a:custGeom>
                <a:avLst/>
                <a:gdLst/>
                <a:ahLst/>
                <a:cxnLst/>
                <a:rect l="l" t="t" r="r" b="b"/>
                <a:pathLst>
                  <a:path w="239452" h="47625">
                    <a:moveTo>
                      <a:pt x="0" y="0"/>
                    </a:moveTo>
                    <a:lnTo>
                      <a:pt x="239452" y="0"/>
                    </a:lnTo>
                    <a:lnTo>
                      <a:pt x="239452" y="47625"/>
                    </a:lnTo>
                    <a:lnTo>
                      <a:pt x="0" y="47625"/>
                    </a:lnTo>
                    <a:lnTo>
                      <a:pt x="0" y="0"/>
                    </a:lnTo>
                    <a:close/>
                  </a:path>
                </a:pathLst>
              </a:custGeom>
              <a:blipFill>
                <a:blip>
                  <a:extLst>
                    <a:ext uri="{96DAC541-7B7A-43D3-8B79-37D633B846F1}">
                      <asvg:svgBlip xmlns:asvg="http://schemas.microsoft.com/office/drawing/2016/SVG/main" r:embed="rId6"/>
                    </a:ext>
                  </a:extLst>
                </a:blip>
                <a:stretch>
                  <a:fillRect r="-1686078" b="-45927"/>
                </a:stretch>
              </a:blipFill>
            </p:spPr>
            <p:txBody>
              <a:bodyPr/>
              <a:lstStyle/>
              <a:p>
                <a:endParaRPr lang="en-AU"/>
              </a:p>
            </p:txBody>
          </p:sp>
          <p:sp>
            <p:nvSpPr>
              <p:cNvPr id="18" name="Freeform 11">
                <a:extLst>
                  <a:ext uri="{FF2B5EF4-FFF2-40B4-BE49-F238E27FC236}">
                    <a16:creationId xmlns:a16="http://schemas.microsoft.com/office/drawing/2014/main" id="{B5C25130-F494-A672-DA48-C91BEB6A003B}"/>
                  </a:ext>
                </a:extLst>
              </p:cNvPr>
              <p:cNvSpPr/>
              <p:nvPr/>
            </p:nvSpPr>
            <p:spPr>
              <a:xfrm>
                <a:off x="2628255" y="3536701"/>
                <a:ext cx="239452" cy="47625"/>
              </a:xfrm>
              <a:custGeom>
                <a:avLst/>
                <a:gdLst/>
                <a:ahLst/>
                <a:cxnLst/>
                <a:rect l="l" t="t" r="r" b="b"/>
                <a:pathLst>
                  <a:path w="239452" h="47625">
                    <a:moveTo>
                      <a:pt x="0" y="0"/>
                    </a:moveTo>
                    <a:lnTo>
                      <a:pt x="239452" y="0"/>
                    </a:lnTo>
                    <a:lnTo>
                      <a:pt x="239452" y="47625"/>
                    </a:lnTo>
                    <a:lnTo>
                      <a:pt x="0" y="47625"/>
                    </a:lnTo>
                    <a:lnTo>
                      <a:pt x="0" y="0"/>
                    </a:lnTo>
                    <a:close/>
                  </a:path>
                </a:pathLst>
              </a:custGeom>
              <a:blipFill>
                <a:blip>
                  <a:extLst>
                    <a:ext uri="{96DAC541-7B7A-43D3-8B79-37D633B846F1}">
                      <asvg:svgBlip xmlns:asvg="http://schemas.microsoft.com/office/drawing/2016/SVG/main" r:embed="rId6"/>
                    </a:ext>
                  </a:extLst>
                </a:blip>
                <a:stretch>
                  <a:fillRect r="-1686078" b="-45927"/>
                </a:stretch>
              </a:blipFill>
            </p:spPr>
            <p:txBody>
              <a:bodyPr/>
              <a:lstStyle/>
              <a:p>
                <a:endParaRPr lang="en-AU"/>
              </a:p>
            </p:txBody>
          </p:sp>
          <p:sp>
            <p:nvSpPr>
              <p:cNvPr id="19" name="Freeform 12">
                <a:extLst>
                  <a:ext uri="{FF2B5EF4-FFF2-40B4-BE49-F238E27FC236}">
                    <a16:creationId xmlns:a16="http://schemas.microsoft.com/office/drawing/2014/main" id="{2AC8A4EC-5E43-50AD-62DB-040EC759CE2C}"/>
                  </a:ext>
                </a:extLst>
              </p:cNvPr>
              <p:cNvSpPr/>
              <p:nvPr/>
            </p:nvSpPr>
            <p:spPr>
              <a:xfrm>
                <a:off x="2628255" y="3060451"/>
                <a:ext cx="239452" cy="47625"/>
              </a:xfrm>
              <a:custGeom>
                <a:avLst/>
                <a:gdLst/>
                <a:ahLst/>
                <a:cxnLst/>
                <a:rect l="l" t="t" r="r" b="b"/>
                <a:pathLst>
                  <a:path w="239452" h="47625">
                    <a:moveTo>
                      <a:pt x="0" y="0"/>
                    </a:moveTo>
                    <a:lnTo>
                      <a:pt x="239452" y="0"/>
                    </a:lnTo>
                    <a:lnTo>
                      <a:pt x="239452" y="47625"/>
                    </a:lnTo>
                    <a:lnTo>
                      <a:pt x="0" y="47625"/>
                    </a:lnTo>
                    <a:lnTo>
                      <a:pt x="0" y="0"/>
                    </a:lnTo>
                    <a:close/>
                  </a:path>
                </a:pathLst>
              </a:custGeom>
              <a:blipFill>
                <a:blip>
                  <a:extLst>
                    <a:ext uri="{96DAC541-7B7A-43D3-8B79-37D633B846F1}">
                      <asvg:svgBlip xmlns:asvg="http://schemas.microsoft.com/office/drawing/2016/SVG/main" r:embed="rId6"/>
                    </a:ext>
                  </a:extLst>
                </a:blip>
                <a:stretch>
                  <a:fillRect r="-1686078" b="-45927"/>
                </a:stretch>
              </a:blipFill>
            </p:spPr>
            <p:txBody>
              <a:bodyPr/>
              <a:lstStyle/>
              <a:p>
                <a:endParaRPr lang="en-AU"/>
              </a:p>
            </p:txBody>
          </p:sp>
          <p:sp>
            <p:nvSpPr>
              <p:cNvPr id="20" name="Freeform 13">
                <a:extLst>
                  <a:ext uri="{FF2B5EF4-FFF2-40B4-BE49-F238E27FC236}">
                    <a16:creationId xmlns:a16="http://schemas.microsoft.com/office/drawing/2014/main" id="{D2C13A7A-0F83-A27A-8D60-64C8F8EB3E9D}"/>
                  </a:ext>
                </a:extLst>
              </p:cNvPr>
              <p:cNvSpPr/>
              <p:nvPr/>
            </p:nvSpPr>
            <p:spPr>
              <a:xfrm>
                <a:off x="2628255" y="2584201"/>
                <a:ext cx="239452" cy="47625"/>
              </a:xfrm>
              <a:custGeom>
                <a:avLst/>
                <a:gdLst/>
                <a:ahLst/>
                <a:cxnLst/>
                <a:rect l="l" t="t" r="r" b="b"/>
                <a:pathLst>
                  <a:path w="239452" h="47625">
                    <a:moveTo>
                      <a:pt x="0" y="0"/>
                    </a:moveTo>
                    <a:lnTo>
                      <a:pt x="239452" y="0"/>
                    </a:lnTo>
                    <a:lnTo>
                      <a:pt x="239452" y="47625"/>
                    </a:lnTo>
                    <a:lnTo>
                      <a:pt x="0" y="47625"/>
                    </a:lnTo>
                    <a:lnTo>
                      <a:pt x="0" y="0"/>
                    </a:lnTo>
                    <a:close/>
                  </a:path>
                </a:pathLst>
              </a:custGeom>
              <a:blipFill>
                <a:blip>
                  <a:extLst>
                    <a:ext uri="{96DAC541-7B7A-43D3-8B79-37D633B846F1}">
                      <asvg:svgBlip xmlns:asvg="http://schemas.microsoft.com/office/drawing/2016/SVG/main" r:embed="rId6"/>
                    </a:ext>
                  </a:extLst>
                </a:blip>
                <a:stretch>
                  <a:fillRect r="-1686078" b="-45927"/>
                </a:stretch>
              </a:blipFill>
            </p:spPr>
            <p:txBody>
              <a:bodyPr/>
              <a:lstStyle/>
              <a:p>
                <a:endParaRPr lang="en-AU"/>
              </a:p>
            </p:txBody>
          </p:sp>
          <p:sp>
            <p:nvSpPr>
              <p:cNvPr id="21" name="Freeform 14">
                <a:extLst>
                  <a:ext uri="{FF2B5EF4-FFF2-40B4-BE49-F238E27FC236}">
                    <a16:creationId xmlns:a16="http://schemas.microsoft.com/office/drawing/2014/main" id="{D32A1193-F00E-653F-7E8D-EA8F7ECEB0E6}"/>
                  </a:ext>
                </a:extLst>
              </p:cNvPr>
              <p:cNvSpPr/>
              <p:nvPr/>
            </p:nvSpPr>
            <p:spPr>
              <a:xfrm>
                <a:off x="2628255" y="2107951"/>
                <a:ext cx="239452" cy="47625"/>
              </a:xfrm>
              <a:custGeom>
                <a:avLst/>
                <a:gdLst/>
                <a:ahLst/>
                <a:cxnLst/>
                <a:rect l="l" t="t" r="r" b="b"/>
                <a:pathLst>
                  <a:path w="239452" h="47625">
                    <a:moveTo>
                      <a:pt x="0" y="0"/>
                    </a:moveTo>
                    <a:lnTo>
                      <a:pt x="239452" y="0"/>
                    </a:lnTo>
                    <a:lnTo>
                      <a:pt x="239452" y="47625"/>
                    </a:lnTo>
                    <a:lnTo>
                      <a:pt x="0" y="47625"/>
                    </a:lnTo>
                    <a:lnTo>
                      <a:pt x="0" y="0"/>
                    </a:lnTo>
                    <a:close/>
                  </a:path>
                </a:pathLst>
              </a:custGeom>
              <a:blipFill>
                <a:blip>
                  <a:extLst>
                    <a:ext uri="{96DAC541-7B7A-43D3-8B79-37D633B846F1}">
                      <asvg:svgBlip xmlns:asvg="http://schemas.microsoft.com/office/drawing/2016/SVG/main" r:embed="rId6"/>
                    </a:ext>
                  </a:extLst>
                </a:blip>
                <a:stretch>
                  <a:fillRect r="-1686078" b="-45927"/>
                </a:stretch>
              </a:blipFill>
            </p:spPr>
            <p:txBody>
              <a:bodyPr/>
              <a:lstStyle/>
              <a:p>
                <a:endParaRPr lang="en-AU"/>
              </a:p>
            </p:txBody>
          </p:sp>
          <p:sp>
            <p:nvSpPr>
              <p:cNvPr id="22" name="Freeform 15">
                <a:extLst>
                  <a:ext uri="{FF2B5EF4-FFF2-40B4-BE49-F238E27FC236}">
                    <a16:creationId xmlns:a16="http://schemas.microsoft.com/office/drawing/2014/main" id="{65A0147C-B058-5E3D-9BAC-A13B4ED60ECC}"/>
                  </a:ext>
                </a:extLst>
              </p:cNvPr>
              <p:cNvSpPr/>
              <p:nvPr/>
            </p:nvSpPr>
            <p:spPr>
              <a:xfrm>
                <a:off x="2799344" y="3405539"/>
                <a:ext cx="172602" cy="172602"/>
              </a:xfrm>
              <a:custGeom>
                <a:avLst/>
                <a:gdLst/>
                <a:ahLst/>
                <a:cxnLst/>
                <a:rect l="l" t="t" r="r" b="b"/>
                <a:pathLst>
                  <a:path w="172602" h="172602">
                    <a:moveTo>
                      <a:pt x="0" y="0"/>
                    </a:moveTo>
                    <a:lnTo>
                      <a:pt x="172601" y="0"/>
                    </a:lnTo>
                    <a:lnTo>
                      <a:pt x="172601" y="172601"/>
                    </a:lnTo>
                    <a:lnTo>
                      <a:pt x="0" y="17260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AU"/>
              </a:p>
            </p:txBody>
          </p:sp>
          <p:sp>
            <p:nvSpPr>
              <p:cNvPr id="23" name="Freeform 16">
                <a:extLst>
                  <a:ext uri="{FF2B5EF4-FFF2-40B4-BE49-F238E27FC236}">
                    <a16:creationId xmlns:a16="http://schemas.microsoft.com/office/drawing/2014/main" id="{86475C4F-44AE-ADD2-B381-313969563E57}"/>
                  </a:ext>
                </a:extLst>
              </p:cNvPr>
              <p:cNvSpPr/>
              <p:nvPr/>
            </p:nvSpPr>
            <p:spPr>
              <a:xfrm>
                <a:off x="3183802" y="4902963"/>
                <a:ext cx="172602" cy="172602"/>
              </a:xfrm>
              <a:custGeom>
                <a:avLst/>
                <a:gdLst/>
                <a:ahLst/>
                <a:cxnLst/>
                <a:rect l="l" t="t" r="r" b="b"/>
                <a:pathLst>
                  <a:path w="172602" h="172602">
                    <a:moveTo>
                      <a:pt x="0" y="0"/>
                    </a:moveTo>
                    <a:lnTo>
                      <a:pt x="172602" y="0"/>
                    </a:lnTo>
                    <a:lnTo>
                      <a:pt x="172602" y="172601"/>
                    </a:lnTo>
                    <a:lnTo>
                      <a:pt x="0" y="17260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AU"/>
              </a:p>
            </p:txBody>
          </p:sp>
          <p:sp>
            <p:nvSpPr>
              <p:cNvPr id="24" name="Freeform 17">
                <a:extLst>
                  <a:ext uri="{FF2B5EF4-FFF2-40B4-BE49-F238E27FC236}">
                    <a16:creationId xmlns:a16="http://schemas.microsoft.com/office/drawing/2014/main" id="{8FC7BA70-67FF-06AD-0535-443E52A9B746}"/>
                  </a:ext>
                </a:extLst>
              </p:cNvPr>
              <p:cNvSpPr/>
              <p:nvPr/>
            </p:nvSpPr>
            <p:spPr>
              <a:xfrm rot="-732651">
                <a:off x="3494588" y="4455126"/>
                <a:ext cx="172602" cy="172602"/>
              </a:xfrm>
              <a:custGeom>
                <a:avLst/>
                <a:gdLst/>
                <a:ahLst/>
                <a:cxnLst/>
                <a:rect l="l" t="t" r="r" b="b"/>
                <a:pathLst>
                  <a:path w="172602" h="172602">
                    <a:moveTo>
                      <a:pt x="0" y="0"/>
                    </a:moveTo>
                    <a:lnTo>
                      <a:pt x="172601" y="0"/>
                    </a:lnTo>
                    <a:lnTo>
                      <a:pt x="172601" y="172601"/>
                    </a:lnTo>
                    <a:lnTo>
                      <a:pt x="0" y="17260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AU"/>
              </a:p>
            </p:txBody>
          </p:sp>
          <p:sp>
            <p:nvSpPr>
              <p:cNvPr id="25" name="Freeform 18">
                <a:extLst>
                  <a:ext uri="{FF2B5EF4-FFF2-40B4-BE49-F238E27FC236}">
                    <a16:creationId xmlns:a16="http://schemas.microsoft.com/office/drawing/2014/main" id="{D86AEDCF-2AAB-D0D8-A686-E9C7AD45884B}"/>
                  </a:ext>
                </a:extLst>
              </p:cNvPr>
              <p:cNvSpPr/>
              <p:nvPr/>
            </p:nvSpPr>
            <p:spPr>
              <a:xfrm rot="-732651">
                <a:off x="4316131" y="5364155"/>
                <a:ext cx="172602" cy="172602"/>
              </a:xfrm>
              <a:custGeom>
                <a:avLst/>
                <a:gdLst/>
                <a:ahLst/>
                <a:cxnLst/>
                <a:rect l="l" t="t" r="r" b="b"/>
                <a:pathLst>
                  <a:path w="172602" h="172602">
                    <a:moveTo>
                      <a:pt x="0" y="0"/>
                    </a:moveTo>
                    <a:lnTo>
                      <a:pt x="172601" y="0"/>
                    </a:lnTo>
                    <a:lnTo>
                      <a:pt x="172601" y="172601"/>
                    </a:lnTo>
                    <a:lnTo>
                      <a:pt x="0" y="17260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AU"/>
              </a:p>
            </p:txBody>
          </p:sp>
          <p:sp>
            <p:nvSpPr>
              <p:cNvPr id="26" name="Freeform 19">
                <a:extLst>
                  <a:ext uri="{FF2B5EF4-FFF2-40B4-BE49-F238E27FC236}">
                    <a16:creationId xmlns:a16="http://schemas.microsoft.com/office/drawing/2014/main" id="{ADDB6BA4-BEEE-E811-71F6-E54F4AD9F207}"/>
                  </a:ext>
                </a:extLst>
              </p:cNvPr>
              <p:cNvSpPr/>
              <p:nvPr/>
            </p:nvSpPr>
            <p:spPr>
              <a:xfrm>
                <a:off x="4800595" y="4012951"/>
                <a:ext cx="172602" cy="172602"/>
              </a:xfrm>
              <a:custGeom>
                <a:avLst/>
                <a:gdLst/>
                <a:ahLst/>
                <a:cxnLst/>
                <a:rect l="l" t="t" r="r" b="b"/>
                <a:pathLst>
                  <a:path w="172602" h="172602">
                    <a:moveTo>
                      <a:pt x="0" y="0"/>
                    </a:moveTo>
                    <a:lnTo>
                      <a:pt x="172601" y="0"/>
                    </a:lnTo>
                    <a:lnTo>
                      <a:pt x="172601" y="172601"/>
                    </a:lnTo>
                    <a:lnTo>
                      <a:pt x="0" y="17260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AU"/>
              </a:p>
            </p:txBody>
          </p:sp>
          <p:sp>
            <p:nvSpPr>
              <p:cNvPr id="27" name="Freeform 20">
                <a:extLst>
                  <a:ext uri="{FF2B5EF4-FFF2-40B4-BE49-F238E27FC236}">
                    <a16:creationId xmlns:a16="http://schemas.microsoft.com/office/drawing/2014/main" id="{2B08D637-A709-70A5-7CAB-1A1F6DBFBCC7}"/>
                  </a:ext>
                </a:extLst>
              </p:cNvPr>
              <p:cNvSpPr/>
              <p:nvPr/>
            </p:nvSpPr>
            <p:spPr>
              <a:xfrm rot="-10281590">
                <a:off x="6346479" y="3992278"/>
                <a:ext cx="172602" cy="172602"/>
              </a:xfrm>
              <a:custGeom>
                <a:avLst/>
                <a:gdLst/>
                <a:ahLst/>
                <a:cxnLst/>
                <a:rect l="l" t="t" r="r" b="b"/>
                <a:pathLst>
                  <a:path w="172602" h="172602">
                    <a:moveTo>
                      <a:pt x="0" y="0"/>
                    </a:moveTo>
                    <a:lnTo>
                      <a:pt x="172601" y="0"/>
                    </a:lnTo>
                    <a:lnTo>
                      <a:pt x="172601" y="172602"/>
                    </a:lnTo>
                    <a:lnTo>
                      <a:pt x="0" y="17260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AU"/>
              </a:p>
            </p:txBody>
          </p:sp>
          <p:sp>
            <p:nvSpPr>
              <p:cNvPr id="28" name="AutoShape 21">
                <a:extLst>
                  <a:ext uri="{FF2B5EF4-FFF2-40B4-BE49-F238E27FC236}">
                    <a16:creationId xmlns:a16="http://schemas.microsoft.com/office/drawing/2014/main" id="{4D32F28C-3ACB-4B90-71C3-DA87A963F373}"/>
                  </a:ext>
                </a:extLst>
              </p:cNvPr>
              <p:cNvSpPr/>
              <p:nvPr/>
            </p:nvSpPr>
            <p:spPr>
              <a:xfrm>
                <a:off x="2902795" y="3474219"/>
                <a:ext cx="346385" cy="1428743"/>
              </a:xfrm>
              <a:prstGeom prst="line">
                <a:avLst/>
              </a:prstGeom>
              <a:ln w="38100" cap="flat">
                <a:solidFill>
                  <a:srgbClr val="000000"/>
                </a:solidFill>
                <a:prstDash val="solid"/>
                <a:headEnd type="none" w="sm" len="sm"/>
                <a:tailEnd type="none" w="sm" len="sm"/>
              </a:ln>
            </p:spPr>
            <p:txBody>
              <a:bodyPr/>
              <a:lstStyle/>
              <a:p>
                <a:endParaRPr lang="en-AU"/>
              </a:p>
            </p:txBody>
          </p:sp>
          <p:sp>
            <p:nvSpPr>
              <p:cNvPr id="29" name="AutoShape 22">
                <a:extLst>
                  <a:ext uri="{FF2B5EF4-FFF2-40B4-BE49-F238E27FC236}">
                    <a16:creationId xmlns:a16="http://schemas.microsoft.com/office/drawing/2014/main" id="{9E27B8B2-22FA-884D-4C9B-162EFE61A6CA}"/>
                  </a:ext>
                </a:extLst>
              </p:cNvPr>
              <p:cNvSpPr/>
              <p:nvPr/>
            </p:nvSpPr>
            <p:spPr>
              <a:xfrm flipV="1">
                <a:off x="3287640" y="4523173"/>
                <a:ext cx="377596" cy="429703"/>
              </a:xfrm>
              <a:prstGeom prst="line">
                <a:avLst/>
              </a:prstGeom>
              <a:ln w="38100" cap="flat">
                <a:solidFill>
                  <a:srgbClr val="000000"/>
                </a:solidFill>
                <a:prstDash val="solid"/>
                <a:headEnd type="none" w="sm" len="sm"/>
                <a:tailEnd type="none" w="sm" len="sm"/>
              </a:ln>
            </p:spPr>
            <p:txBody>
              <a:bodyPr/>
              <a:lstStyle/>
              <a:p>
                <a:endParaRPr lang="en-AU"/>
              </a:p>
            </p:txBody>
          </p:sp>
          <p:sp>
            <p:nvSpPr>
              <p:cNvPr id="30" name="AutoShape 23">
                <a:extLst>
                  <a:ext uri="{FF2B5EF4-FFF2-40B4-BE49-F238E27FC236}">
                    <a16:creationId xmlns:a16="http://schemas.microsoft.com/office/drawing/2014/main" id="{1361DEA6-17BF-B997-926A-FA3F8B88E35C}"/>
                  </a:ext>
                </a:extLst>
              </p:cNvPr>
              <p:cNvSpPr/>
              <p:nvPr/>
            </p:nvSpPr>
            <p:spPr>
              <a:xfrm>
                <a:off x="3647635" y="4615281"/>
                <a:ext cx="688050" cy="761320"/>
              </a:xfrm>
              <a:prstGeom prst="line">
                <a:avLst/>
              </a:prstGeom>
              <a:ln w="38100" cap="flat">
                <a:solidFill>
                  <a:srgbClr val="000000"/>
                </a:solidFill>
                <a:prstDash val="solid"/>
                <a:headEnd type="none" w="sm" len="sm"/>
                <a:tailEnd type="none" w="sm" len="sm"/>
              </a:ln>
            </p:spPr>
            <p:txBody>
              <a:bodyPr/>
              <a:lstStyle/>
              <a:p>
                <a:endParaRPr lang="en-AU"/>
              </a:p>
            </p:txBody>
          </p:sp>
          <p:sp>
            <p:nvSpPr>
              <p:cNvPr id="31" name="AutoShape 24">
                <a:extLst>
                  <a:ext uri="{FF2B5EF4-FFF2-40B4-BE49-F238E27FC236}">
                    <a16:creationId xmlns:a16="http://schemas.microsoft.com/office/drawing/2014/main" id="{2EBD3ED7-40F2-2E9C-AA62-50F405AB0D9B}"/>
                  </a:ext>
                </a:extLst>
              </p:cNvPr>
              <p:cNvSpPr/>
              <p:nvPr/>
            </p:nvSpPr>
            <p:spPr>
              <a:xfrm flipV="1">
                <a:off x="4436753" y="4185552"/>
                <a:ext cx="419200" cy="1169177"/>
              </a:xfrm>
              <a:prstGeom prst="line">
                <a:avLst/>
              </a:prstGeom>
              <a:ln w="38100" cap="flat">
                <a:solidFill>
                  <a:srgbClr val="000000"/>
                </a:solidFill>
                <a:prstDash val="solid"/>
                <a:headEnd type="none" w="sm" len="sm"/>
                <a:tailEnd type="none" w="sm" len="sm"/>
              </a:ln>
            </p:spPr>
            <p:txBody>
              <a:bodyPr/>
              <a:lstStyle/>
              <a:p>
                <a:endParaRPr lang="en-AU"/>
              </a:p>
            </p:txBody>
          </p:sp>
          <p:sp>
            <p:nvSpPr>
              <p:cNvPr id="32" name="AutoShape 25">
                <a:extLst>
                  <a:ext uri="{FF2B5EF4-FFF2-40B4-BE49-F238E27FC236}">
                    <a16:creationId xmlns:a16="http://schemas.microsoft.com/office/drawing/2014/main" id="{36F58895-F3AF-DDF5-C1F9-E1200A172EAC}"/>
                  </a:ext>
                </a:extLst>
              </p:cNvPr>
              <p:cNvSpPr/>
              <p:nvPr/>
            </p:nvSpPr>
            <p:spPr>
              <a:xfrm flipV="1">
                <a:off x="6110401" y="4163987"/>
                <a:ext cx="309982" cy="2135792"/>
              </a:xfrm>
              <a:prstGeom prst="line">
                <a:avLst/>
              </a:prstGeom>
              <a:ln w="38100" cap="flat">
                <a:solidFill>
                  <a:srgbClr val="000000"/>
                </a:solidFill>
                <a:prstDash val="solid"/>
                <a:headEnd type="none" w="sm" len="sm"/>
                <a:tailEnd type="none" w="sm" len="sm"/>
              </a:ln>
            </p:spPr>
            <p:txBody>
              <a:bodyPr/>
              <a:lstStyle/>
              <a:p>
                <a:endParaRPr lang="en-AU"/>
              </a:p>
            </p:txBody>
          </p:sp>
          <p:sp>
            <p:nvSpPr>
              <p:cNvPr id="33" name="Freeform 26">
                <a:extLst>
                  <a:ext uri="{FF2B5EF4-FFF2-40B4-BE49-F238E27FC236}">
                    <a16:creationId xmlns:a16="http://schemas.microsoft.com/office/drawing/2014/main" id="{342F8969-FE5C-FA2B-741B-E4F3720DBECA}"/>
                  </a:ext>
                </a:extLst>
              </p:cNvPr>
              <p:cNvSpPr/>
              <p:nvPr/>
            </p:nvSpPr>
            <p:spPr>
              <a:xfrm>
                <a:off x="6024100" y="6310248"/>
                <a:ext cx="172602" cy="172602"/>
              </a:xfrm>
              <a:custGeom>
                <a:avLst/>
                <a:gdLst/>
                <a:ahLst/>
                <a:cxnLst/>
                <a:rect l="l" t="t" r="r" b="b"/>
                <a:pathLst>
                  <a:path w="172602" h="172602">
                    <a:moveTo>
                      <a:pt x="0" y="0"/>
                    </a:moveTo>
                    <a:lnTo>
                      <a:pt x="172602" y="0"/>
                    </a:lnTo>
                    <a:lnTo>
                      <a:pt x="172602" y="172602"/>
                    </a:lnTo>
                    <a:lnTo>
                      <a:pt x="0" y="17260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AU"/>
              </a:p>
            </p:txBody>
          </p:sp>
          <p:sp>
            <p:nvSpPr>
              <p:cNvPr id="34" name="AutoShape 27">
                <a:extLst>
                  <a:ext uri="{FF2B5EF4-FFF2-40B4-BE49-F238E27FC236}">
                    <a16:creationId xmlns:a16="http://schemas.microsoft.com/office/drawing/2014/main" id="{396FCFD4-4945-C01D-87F4-9E3C1A5754EE}"/>
                  </a:ext>
                </a:extLst>
              </p:cNvPr>
              <p:cNvSpPr/>
              <p:nvPr/>
            </p:nvSpPr>
            <p:spPr>
              <a:xfrm>
                <a:off x="4873527" y="4044116"/>
                <a:ext cx="1098022" cy="2255663"/>
              </a:xfrm>
              <a:prstGeom prst="line">
                <a:avLst/>
              </a:prstGeom>
              <a:ln w="38100" cap="flat">
                <a:solidFill>
                  <a:srgbClr val="000000"/>
                </a:solidFill>
                <a:prstDash val="solid"/>
                <a:headEnd type="none" w="sm" len="sm"/>
                <a:tailEnd type="none" w="sm" len="sm"/>
              </a:ln>
            </p:spPr>
            <p:txBody>
              <a:bodyPr/>
              <a:lstStyle/>
              <a:p>
                <a:endParaRPr lang="en-AU"/>
              </a:p>
            </p:txBody>
          </p:sp>
          <p:sp>
            <p:nvSpPr>
              <p:cNvPr id="35" name="Freeform 28">
                <a:extLst>
                  <a:ext uri="{FF2B5EF4-FFF2-40B4-BE49-F238E27FC236}">
                    <a16:creationId xmlns:a16="http://schemas.microsoft.com/office/drawing/2014/main" id="{A11F6945-C152-7FD9-513D-4C9F91B13E82}"/>
                  </a:ext>
                </a:extLst>
              </p:cNvPr>
              <p:cNvSpPr/>
              <p:nvPr/>
            </p:nvSpPr>
            <p:spPr>
              <a:xfrm rot="3540156">
                <a:off x="7832685" y="5348335"/>
                <a:ext cx="172602" cy="172602"/>
              </a:xfrm>
              <a:custGeom>
                <a:avLst/>
                <a:gdLst/>
                <a:ahLst/>
                <a:cxnLst/>
                <a:rect l="l" t="t" r="r" b="b"/>
                <a:pathLst>
                  <a:path w="172602" h="172602">
                    <a:moveTo>
                      <a:pt x="0" y="0"/>
                    </a:moveTo>
                    <a:lnTo>
                      <a:pt x="172602" y="0"/>
                    </a:lnTo>
                    <a:lnTo>
                      <a:pt x="172602" y="172602"/>
                    </a:lnTo>
                    <a:lnTo>
                      <a:pt x="0" y="17260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AU"/>
              </a:p>
            </p:txBody>
          </p:sp>
          <p:sp>
            <p:nvSpPr>
              <p:cNvPr id="36" name="Freeform 29">
                <a:extLst>
                  <a:ext uri="{FF2B5EF4-FFF2-40B4-BE49-F238E27FC236}">
                    <a16:creationId xmlns:a16="http://schemas.microsoft.com/office/drawing/2014/main" id="{7AAE9AF0-A2D1-C999-108C-3B331252AB46}"/>
                  </a:ext>
                </a:extLst>
              </p:cNvPr>
              <p:cNvSpPr/>
              <p:nvPr/>
            </p:nvSpPr>
            <p:spPr>
              <a:xfrm rot="-473849">
                <a:off x="8801441" y="5314056"/>
                <a:ext cx="172602" cy="172602"/>
              </a:xfrm>
              <a:custGeom>
                <a:avLst/>
                <a:gdLst/>
                <a:ahLst/>
                <a:cxnLst/>
                <a:rect l="l" t="t" r="r" b="b"/>
                <a:pathLst>
                  <a:path w="172602" h="172602">
                    <a:moveTo>
                      <a:pt x="0" y="0"/>
                    </a:moveTo>
                    <a:lnTo>
                      <a:pt x="172602" y="0"/>
                    </a:lnTo>
                    <a:lnTo>
                      <a:pt x="172602" y="172602"/>
                    </a:lnTo>
                    <a:lnTo>
                      <a:pt x="0" y="17260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AU"/>
              </a:p>
            </p:txBody>
          </p:sp>
          <p:sp>
            <p:nvSpPr>
              <p:cNvPr id="37" name="Freeform 30">
                <a:extLst>
                  <a:ext uri="{FF2B5EF4-FFF2-40B4-BE49-F238E27FC236}">
                    <a16:creationId xmlns:a16="http://schemas.microsoft.com/office/drawing/2014/main" id="{96F9265E-26A7-1989-64B8-C610E743AF28}"/>
                  </a:ext>
                </a:extLst>
              </p:cNvPr>
              <p:cNvSpPr/>
              <p:nvPr/>
            </p:nvSpPr>
            <p:spPr>
              <a:xfrm>
                <a:off x="7300750" y="5792974"/>
                <a:ext cx="172602" cy="172602"/>
              </a:xfrm>
              <a:custGeom>
                <a:avLst/>
                <a:gdLst/>
                <a:ahLst/>
                <a:cxnLst/>
                <a:rect l="l" t="t" r="r" b="b"/>
                <a:pathLst>
                  <a:path w="172602" h="172602">
                    <a:moveTo>
                      <a:pt x="0" y="0"/>
                    </a:moveTo>
                    <a:lnTo>
                      <a:pt x="172601" y="0"/>
                    </a:lnTo>
                    <a:lnTo>
                      <a:pt x="172601" y="172602"/>
                    </a:lnTo>
                    <a:lnTo>
                      <a:pt x="0" y="17260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AU"/>
              </a:p>
            </p:txBody>
          </p:sp>
          <p:sp>
            <p:nvSpPr>
              <p:cNvPr id="38" name="Freeform 31">
                <a:extLst>
                  <a:ext uri="{FF2B5EF4-FFF2-40B4-BE49-F238E27FC236}">
                    <a16:creationId xmlns:a16="http://schemas.microsoft.com/office/drawing/2014/main" id="{64336BDE-AA18-BAC3-9A42-E1513EC9BEAC}"/>
                  </a:ext>
                </a:extLst>
              </p:cNvPr>
              <p:cNvSpPr/>
              <p:nvPr/>
            </p:nvSpPr>
            <p:spPr>
              <a:xfrm rot="-473849">
                <a:off x="9180239" y="3427864"/>
                <a:ext cx="172602" cy="172602"/>
              </a:xfrm>
              <a:custGeom>
                <a:avLst/>
                <a:gdLst/>
                <a:ahLst/>
                <a:cxnLst/>
                <a:rect l="l" t="t" r="r" b="b"/>
                <a:pathLst>
                  <a:path w="172602" h="172602">
                    <a:moveTo>
                      <a:pt x="0" y="0"/>
                    </a:moveTo>
                    <a:lnTo>
                      <a:pt x="172602" y="0"/>
                    </a:lnTo>
                    <a:lnTo>
                      <a:pt x="172602" y="172602"/>
                    </a:lnTo>
                    <a:lnTo>
                      <a:pt x="0" y="17260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AU"/>
              </a:p>
            </p:txBody>
          </p:sp>
          <p:sp>
            <p:nvSpPr>
              <p:cNvPr id="39" name="AutoShape 32">
                <a:extLst>
                  <a:ext uri="{FF2B5EF4-FFF2-40B4-BE49-F238E27FC236}">
                    <a16:creationId xmlns:a16="http://schemas.microsoft.com/office/drawing/2014/main" id="{2923ED55-17DA-A2ED-41D2-91C467FD9727}"/>
                  </a:ext>
                </a:extLst>
              </p:cNvPr>
              <p:cNvSpPr/>
              <p:nvPr/>
            </p:nvSpPr>
            <p:spPr>
              <a:xfrm flipV="1">
                <a:off x="6419815" y="4034603"/>
                <a:ext cx="51044" cy="129297"/>
              </a:xfrm>
              <a:prstGeom prst="line">
                <a:avLst/>
              </a:prstGeom>
              <a:ln w="38100" cap="flat">
                <a:solidFill>
                  <a:srgbClr val="000000"/>
                </a:solidFill>
                <a:prstDash val="solid"/>
                <a:headEnd type="none" w="sm" len="sm"/>
                <a:tailEnd type="none" w="sm" len="sm"/>
              </a:ln>
            </p:spPr>
            <p:txBody>
              <a:bodyPr/>
              <a:lstStyle/>
              <a:p>
                <a:endParaRPr lang="en-AU"/>
              </a:p>
            </p:txBody>
          </p:sp>
          <p:sp>
            <p:nvSpPr>
              <p:cNvPr id="40" name="AutoShape 33">
                <a:extLst>
                  <a:ext uri="{FF2B5EF4-FFF2-40B4-BE49-F238E27FC236}">
                    <a16:creationId xmlns:a16="http://schemas.microsoft.com/office/drawing/2014/main" id="{7C3C6BAC-0337-6035-1692-41CF0E154941}"/>
                  </a:ext>
                </a:extLst>
              </p:cNvPr>
              <p:cNvSpPr/>
              <p:nvPr/>
            </p:nvSpPr>
            <p:spPr>
              <a:xfrm>
                <a:off x="6451245" y="4065259"/>
                <a:ext cx="849505" cy="1814016"/>
              </a:xfrm>
              <a:prstGeom prst="line">
                <a:avLst/>
              </a:prstGeom>
              <a:ln w="38100" cap="flat">
                <a:solidFill>
                  <a:srgbClr val="000000"/>
                </a:solidFill>
                <a:prstDash val="solid"/>
                <a:headEnd type="none" w="sm" len="sm"/>
                <a:tailEnd type="none" w="sm" len="sm"/>
              </a:ln>
            </p:spPr>
            <p:txBody>
              <a:bodyPr/>
              <a:lstStyle/>
              <a:p>
                <a:endParaRPr lang="en-AU"/>
              </a:p>
            </p:txBody>
          </p:sp>
          <p:sp>
            <p:nvSpPr>
              <p:cNvPr id="41" name="AutoShape 34">
                <a:extLst>
                  <a:ext uri="{FF2B5EF4-FFF2-40B4-BE49-F238E27FC236}">
                    <a16:creationId xmlns:a16="http://schemas.microsoft.com/office/drawing/2014/main" id="{2B1EC29E-2DED-EC1C-65E5-38B0C9A523EE}"/>
                  </a:ext>
                </a:extLst>
              </p:cNvPr>
              <p:cNvSpPr/>
              <p:nvPr/>
            </p:nvSpPr>
            <p:spPr>
              <a:xfrm flipH="1">
                <a:off x="7407342" y="5434636"/>
                <a:ext cx="511644" cy="398340"/>
              </a:xfrm>
              <a:prstGeom prst="line">
                <a:avLst/>
              </a:prstGeom>
              <a:ln w="38100" cap="flat">
                <a:solidFill>
                  <a:srgbClr val="000000"/>
                </a:solidFill>
                <a:prstDash val="solid"/>
                <a:headEnd type="none" w="sm" len="sm"/>
                <a:tailEnd type="none" w="sm" len="sm"/>
              </a:ln>
            </p:spPr>
            <p:txBody>
              <a:bodyPr/>
              <a:lstStyle/>
              <a:p>
                <a:endParaRPr lang="en-AU"/>
              </a:p>
            </p:txBody>
          </p:sp>
          <p:sp>
            <p:nvSpPr>
              <p:cNvPr id="42" name="AutoShape 35">
                <a:extLst>
                  <a:ext uri="{FF2B5EF4-FFF2-40B4-BE49-F238E27FC236}">
                    <a16:creationId xmlns:a16="http://schemas.microsoft.com/office/drawing/2014/main" id="{4FA1BBC6-4CFD-322D-BC2A-8BE2D0EFA790}"/>
                  </a:ext>
                </a:extLst>
              </p:cNvPr>
              <p:cNvSpPr/>
              <p:nvPr/>
            </p:nvSpPr>
            <p:spPr>
              <a:xfrm flipH="1">
                <a:off x="7930689" y="5450455"/>
                <a:ext cx="943425" cy="26"/>
              </a:xfrm>
              <a:prstGeom prst="line">
                <a:avLst/>
              </a:prstGeom>
              <a:ln w="38100" cap="flat">
                <a:solidFill>
                  <a:srgbClr val="000000"/>
                </a:solidFill>
                <a:prstDash val="solid"/>
                <a:headEnd type="none" w="sm" len="sm"/>
                <a:tailEnd type="none" w="sm" len="sm"/>
              </a:ln>
            </p:spPr>
            <p:txBody>
              <a:bodyPr/>
              <a:lstStyle/>
              <a:p>
                <a:endParaRPr lang="en-AU"/>
              </a:p>
            </p:txBody>
          </p:sp>
          <p:sp>
            <p:nvSpPr>
              <p:cNvPr id="43" name="AutoShape 36">
                <a:extLst>
                  <a:ext uri="{FF2B5EF4-FFF2-40B4-BE49-F238E27FC236}">
                    <a16:creationId xmlns:a16="http://schemas.microsoft.com/office/drawing/2014/main" id="{AEF4C5E2-BAD2-E239-0B2B-561B21622085}"/>
                  </a:ext>
                </a:extLst>
              </p:cNvPr>
              <p:cNvSpPr/>
              <p:nvPr/>
            </p:nvSpPr>
            <p:spPr>
              <a:xfrm flipH="1">
                <a:off x="8905333" y="3562525"/>
                <a:ext cx="343367" cy="1748265"/>
              </a:xfrm>
              <a:prstGeom prst="line">
                <a:avLst/>
              </a:prstGeom>
              <a:ln w="38100" cap="flat">
                <a:solidFill>
                  <a:srgbClr val="000000"/>
                </a:solidFill>
                <a:prstDash val="solid"/>
                <a:headEnd type="none" w="sm" len="sm"/>
                <a:tailEnd type="none" w="sm" len="sm"/>
              </a:ln>
            </p:spPr>
            <p:txBody>
              <a:bodyPr/>
              <a:lstStyle/>
              <a:p>
                <a:endParaRPr lang="en-AU"/>
              </a:p>
            </p:txBody>
          </p:sp>
          <p:sp>
            <p:nvSpPr>
              <p:cNvPr id="44" name="Freeform 37">
                <a:extLst>
                  <a:ext uri="{FF2B5EF4-FFF2-40B4-BE49-F238E27FC236}">
                    <a16:creationId xmlns:a16="http://schemas.microsoft.com/office/drawing/2014/main" id="{12023D62-975A-A7B7-743A-C67F41516BC4}"/>
                  </a:ext>
                </a:extLst>
              </p:cNvPr>
              <p:cNvSpPr/>
              <p:nvPr/>
            </p:nvSpPr>
            <p:spPr>
              <a:xfrm>
                <a:off x="2734576" y="3246113"/>
                <a:ext cx="474738" cy="388692"/>
              </a:xfrm>
              <a:custGeom>
                <a:avLst/>
                <a:gdLst/>
                <a:ahLst/>
                <a:cxnLst/>
                <a:rect l="l" t="t" r="r" b="b"/>
                <a:pathLst>
                  <a:path w="474738" h="388692">
                    <a:moveTo>
                      <a:pt x="0" y="0"/>
                    </a:moveTo>
                    <a:lnTo>
                      <a:pt x="474738" y="0"/>
                    </a:lnTo>
                    <a:lnTo>
                      <a:pt x="474738" y="388692"/>
                    </a:lnTo>
                    <a:lnTo>
                      <a:pt x="0" y="38869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AU"/>
              </a:p>
            </p:txBody>
          </p:sp>
          <p:sp>
            <p:nvSpPr>
              <p:cNvPr id="45" name="Freeform 38">
                <a:extLst>
                  <a:ext uri="{FF2B5EF4-FFF2-40B4-BE49-F238E27FC236}">
                    <a16:creationId xmlns:a16="http://schemas.microsoft.com/office/drawing/2014/main" id="{D819E215-EC41-4915-E375-1CACA9A8A73F}"/>
                  </a:ext>
                </a:extLst>
              </p:cNvPr>
              <p:cNvSpPr/>
              <p:nvPr/>
            </p:nvSpPr>
            <p:spPr>
              <a:xfrm>
                <a:off x="2942526" y="4758012"/>
                <a:ext cx="444920" cy="364278"/>
              </a:xfrm>
              <a:custGeom>
                <a:avLst/>
                <a:gdLst/>
                <a:ahLst/>
                <a:cxnLst/>
                <a:rect l="l" t="t" r="r" b="b"/>
                <a:pathLst>
                  <a:path w="444920" h="364278">
                    <a:moveTo>
                      <a:pt x="0" y="0"/>
                    </a:moveTo>
                    <a:lnTo>
                      <a:pt x="444919" y="0"/>
                    </a:lnTo>
                    <a:lnTo>
                      <a:pt x="444919" y="364278"/>
                    </a:lnTo>
                    <a:lnTo>
                      <a:pt x="0" y="364278"/>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AU"/>
              </a:p>
            </p:txBody>
          </p:sp>
          <p:sp>
            <p:nvSpPr>
              <p:cNvPr id="46" name="Freeform 40">
                <a:extLst>
                  <a:ext uri="{FF2B5EF4-FFF2-40B4-BE49-F238E27FC236}">
                    <a16:creationId xmlns:a16="http://schemas.microsoft.com/office/drawing/2014/main" id="{1285A3B0-3B55-C56D-8ED9-9C37AA8FFCF4}"/>
                  </a:ext>
                </a:extLst>
              </p:cNvPr>
              <p:cNvSpPr/>
              <p:nvPr/>
            </p:nvSpPr>
            <p:spPr>
              <a:xfrm>
                <a:off x="3387445" y="4331114"/>
                <a:ext cx="429180" cy="351391"/>
              </a:xfrm>
              <a:custGeom>
                <a:avLst/>
                <a:gdLst/>
                <a:ahLst/>
                <a:cxnLst/>
                <a:rect l="l" t="t" r="r" b="b"/>
                <a:pathLst>
                  <a:path w="429180" h="351391">
                    <a:moveTo>
                      <a:pt x="0" y="0"/>
                    </a:moveTo>
                    <a:lnTo>
                      <a:pt x="429180" y="0"/>
                    </a:lnTo>
                    <a:lnTo>
                      <a:pt x="429180" y="351391"/>
                    </a:lnTo>
                    <a:lnTo>
                      <a:pt x="0" y="351391"/>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AU"/>
              </a:p>
            </p:txBody>
          </p:sp>
          <p:sp>
            <p:nvSpPr>
              <p:cNvPr id="47" name="Freeform 41">
                <a:extLst>
                  <a:ext uri="{FF2B5EF4-FFF2-40B4-BE49-F238E27FC236}">
                    <a16:creationId xmlns:a16="http://schemas.microsoft.com/office/drawing/2014/main" id="{4084B0E7-6E16-409A-D5C4-975811EFB44B}"/>
                  </a:ext>
                </a:extLst>
              </p:cNvPr>
              <p:cNvSpPr/>
              <p:nvPr/>
            </p:nvSpPr>
            <p:spPr>
              <a:xfrm>
                <a:off x="4174557" y="5267370"/>
                <a:ext cx="408589" cy="334532"/>
              </a:xfrm>
              <a:custGeom>
                <a:avLst/>
                <a:gdLst/>
                <a:ahLst/>
                <a:cxnLst/>
                <a:rect l="l" t="t" r="r" b="b"/>
                <a:pathLst>
                  <a:path w="408589" h="334532">
                    <a:moveTo>
                      <a:pt x="0" y="0"/>
                    </a:moveTo>
                    <a:lnTo>
                      <a:pt x="408588" y="0"/>
                    </a:lnTo>
                    <a:lnTo>
                      <a:pt x="408588" y="334532"/>
                    </a:lnTo>
                    <a:lnTo>
                      <a:pt x="0" y="33453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AU"/>
              </a:p>
            </p:txBody>
          </p:sp>
          <p:sp>
            <p:nvSpPr>
              <p:cNvPr id="48" name="Freeform 42">
                <a:extLst>
                  <a:ext uri="{FF2B5EF4-FFF2-40B4-BE49-F238E27FC236}">
                    <a16:creationId xmlns:a16="http://schemas.microsoft.com/office/drawing/2014/main" id="{DF66DD98-67AA-0772-32E8-EE3CEC5148C7}"/>
                  </a:ext>
                </a:extLst>
              </p:cNvPr>
              <p:cNvSpPr/>
              <p:nvPr/>
            </p:nvSpPr>
            <p:spPr>
              <a:xfrm>
                <a:off x="4682601" y="3897993"/>
                <a:ext cx="408589" cy="334532"/>
              </a:xfrm>
              <a:custGeom>
                <a:avLst/>
                <a:gdLst/>
                <a:ahLst/>
                <a:cxnLst/>
                <a:rect l="l" t="t" r="r" b="b"/>
                <a:pathLst>
                  <a:path w="408589" h="334532">
                    <a:moveTo>
                      <a:pt x="0" y="0"/>
                    </a:moveTo>
                    <a:lnTo>
                      <a:pt x="408589" y="0"/>
                    </a:lnTo>
                    <a:lnTo>
                      <a:pt x="408589" y="334532"/>
                    </a:lnTo>
                    <a:lnTo>
                      <a:pt x="0" y="33453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AU"/>
              </a:p>
            </p:txBody>
          </p:sp>
          <p:sp>
            <p:nvSpPr>
              <p:cNvPr id="49" name="Freeform 43">
                <a:extLst>
                  <a:ext uri="{FF2B5EF4-FFF2-40B4-BE49-F238E27FC236}">
                    <a16:creationId xmlns:a16="http://schemas.microsoft.com/office/drawing/2014/main" id="{FF1D290E-032C-2AEB-1D7A-C055C74315A4}"/>
                  </a:ext>
                </a:extLst>
              </p:cNvPr>
              <p:cNvSpPr/>
              <p:nvPr/>
            </p:nvSpPr>
            <p:spPr>
              <a:xfrm>
                <a:off x="5883392" y="6132513"/>
                <a:ext cx="408589" cy="334532"/>
              </a:xfrm>
              <a:custGeom>
                <a:avLst/>
                <a:gdLst/>
                <a:ahLst/>
                <a:cxnLst/>
                <a:rect l="l" t="t" r="r" b="b"/>
                <a:pathLst>
                  <a:path w="408589" h="334532">
                    <a:moveTo>
                      <a:pt x="0" y="0"/>
                    </a:moveTo>
                    <a:lnTo>
                      <a:pt x="408589" y="0"/>
                    </a:lnTo>
                    <a:lnTo>
                      <a:pt x="408589" y="334532"/>
                    </a:lnTo>
                    <a:lnTo>
                      <a:pt x="0" y="33453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AU"/>
              </a:p>
            </p:txBody>
          </p:sp>
          <p:sp>
            <p:nvSpPr>
              <p:cNvPr id="50" name="Freeform 44">
                <a:extLst>
                  <a:ext uri="{FF2B5EF4-FFF2-40B4-BE49-F238E27FC236}">
                    <a16:creationId xmlns:a16="http://schemas.microsoft.com/office/drawing/2014/main" id="{66F602CF-86EA-5902-FF17-83D55DAE61FE}"/>
                  </a:ext>
                </a:extLst>
              </p:cNvPr>
              <p:cNvSpPr/>
              <p:nvPr/>
            </p:nvSpPr>
            <p:spPr>
              <a:xfrm>
                <a:off x="6228485" y="3893310"/>
                <a:ext cx="408589" cy="334532"/>
              </a:xfrm>
              <a:custGeom>
                <a:avLst/>
                <a:gdLst/>
                <a:ahLst/>
                <a:cxnLst/>
                <a:rect l="l" t="t" r="r" b="b"/>
                <a:pathLst>
                  <a:path w="408589" h="334532">
                    <a:moveTo>
                      <a:pt x="0" y="0"/>
                    </a:moveTo>
                    <a:lnTo>
                      <a:pt x="408589" y="0"/>
                    </a:lnTo>
                    <a:lnTo>
                      <a:pt x="408589" y="334532"/>
                    </a:lnTo>
                    <a:lnTo>
                      <a:pt x="0" y="33453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AU"/>
              </a:p>
            </p:txBody>
          </p:sp>
          <p:sp>
            <p:nvSpPr>
              <p:cNvPr id="51" name="Freeform 45">
                <a:extLst>
                  <a:ext uri="{FF2B5EF4-FFF2-40B4-BE49-F238E27FC236}">
                    <a16:creationId xmlns:a16="http://schemas.microsoft.com/office/drawing/2014/main" id="{60BBA139-B883-F5F0-1E3F-3ED99004DF64}"/>
                  </a:ext>
                </a:extLst>
              </p:cNvPr>
              <p:cNvSpPr/>
              <p:nvPr/>
            </p:nvSpPr>
            <p:spPr>
              <a:xfrm>
                <a:off x="7138236" y="5712009"/>
                <a:ext cx="408589" cy="334532"/>
              </a:xfrm>
              <a:custGeom>
                <a:avLst/>
                <a:gdLst/>
                <a:ahLst/>
                <a:cxnLst/>
                <a:rect l="l" t="t" r="r" b="b"/>
                <a:pathLst>
                  <a:path w="408589" h="334532">
                    <a:moveTo>
                      <a:pt x="0" y="0"/>
                    </a:moveTo>
                    <a:lnTo>
                      <a:pt x="408589" y="0"/>
                    </a:lnTo>
                    <a:lnTo>
                      <a:pt x="408589" y="334532"/>
                    </a:lnTo>
                    <a:lnTo>
                      <a:pt x="0" y="33453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AU"/>
              </a:p>
            </p:txBody>
          </p:sp>
          <p:sp>
            <p:nvSpPr>
              <p:cNvPr id="52" name="Freeform 46">
                <a:extLst>
                  <a:ext uri="{FF2B5EF4-FFF2-40B4-BE49-F238E27FC236}">
                    <a16:creationId xmlns:a16="http://schemas.microsoft.com/office/drawing/2014/main" id="{5D3D8AEC-6E8D-5C70-CB99-BF681B6A8939}"/>
                  </a:ext>
                </a:extLst>
              </p:cNvPr>
              <p:cNvSpPr/>
              <p:nvPr/>
            </p:nvSpPr>
            <p:spPr>
              <a:xfrm>
                <a:off x="7711885" y="5233091"/>
                <a:ext cx="408589" cy="334532"/>
              </a:xfrm>
              <a:custGeom>
                <a:avLst/>
                <a:gdLst/>
                <a:ahLst/>
                <a:cxnLst/>
                <a:rect l="l" t="t" r="r" b="b"/>
                <a:pathLst>
                  <a:path w="408589" h="334532">
                    <a:moveTo>
                      <a:pt x="0" y="0"/>
                    </a:moveTo>
                    <a:lnTo>
                      <a:pt x="408589" y="0"/>
                    </a:lnTo>
                    <a:lnTo>
                      <a:pt x="408589" y="334532"/>
                    </a:lnTo>
                    <a:lnTo>
                      <a:pt x="0" y="33453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AU"/>
              </a:p>
            </p:txBody>
          </p:sp>
          <p:sp>
            <p:nvSpPr>
              <p:cNvPr id="53" name="Freeform 47">
                <a:extLst>
                  <a:ext uri="{FF2B5EF4-FFF2-40B4-BE49-F238E27FC236}">
                    <a16:creationId xmlns:a16="http://schemas.microsoft.com/office/drawing/2014/main" id="{790CE482-8193-E6F2-FB6B-310B592794BB}"/>
                  </a:ext>
                </a:extLst>
              </p:cNvPr>
              <p:cNvSpPr/>
              <p:nvPr/>
            </p:nvSpPr>
            <p:spPr>
              <a:xfrm>
                <a:off x="8625299" y="5218525"/>
                <a:ext cx="408589" cy="334532"/>
              </a:xfrm>
              <a:custGeom>
                <a:avLst/>
                <a:gdLst/>
                <a:ahLst/>
                <a:cxnLst/>
                <a:rect l="l" t="t" r="r" b="b"/>
                <a:pathLst>
                  <a:path w="408589" h="334532">
                    <a:moveTo>
                      <a:pt x="0" y="0"/>
                    </a:moveTo>
                    <a:lnTo>
                      <a:pt x="408588" y="0"/>
                    </a:lnTo>
                    <a:lnTo>
                      <a:pt x="408588" y="334532"/>
                    </a:lnTo>
                    <a:lnTo>
                      <a:pt x="0" y="33453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AU"/>
              </a:p>
            </p:txBody>
          </p:sp>
          <p:sp>
            <p:nvSpPr>
              <p:cNvPr id="54" name="Freeform 48">
                <a:extLst>
                  <a:ext uri="{FF2B5EF4-FFF2-40B4-BE49-F238E27FC236}">
                    <a16:creationId xmlns:a16="http://schemas.microsoft.com/office/drawing/2014/main" id="{D87E9553-F26D-5A0E-E4E4-945743739372}"/>
                  </a:ext>
                </a:extLst>
              </p:cNvPr>
              <p:cNvSpPr/>
              <p:nvPr/>
            </p:nvSpPr>
            <p:spPr>
              <a:xfrm>
                <a:off x="9090722" y="3300273"/>
                <a:ext cx="408589" cy="334532"/>
              </a:xfrm>
              <a:custGeom>
                <a:avLst/>
                <a:gdLst/>
                <a:ahLst/>
                <a:cxnLst/>
                <a:rect l="l" t="t" r="r" b="b"/>
                <a:pathLst>
                  <a:path w="408589" h="334532">
                    <a:moveTo>
                      <a:pt x="0" y="0"/>
                    </a:moveTo>
                    <a:lnTo>
                      <a:pt x="408589" y="0"/>
                    </a:lnTo>
                    <a:lnTo>
                      <a:pt x="408589" y="334532"/>
                    </a:lnTo>
                    <a:lnTo>
                      <a:pt x="0" y="334532"/>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AU"/>
              </a:p>
            </p:txBody>
          </p:sp>
          <p:sp>
            <p:nvSpPr>
              <p:cNvPr id="55" name="Freeform 49">
                <a:extLst>
                  <a:ext uri="{FF2B5EF4-FFF2-40B4-BE49-F238E27FC236}">
                    <a16:creationId xmlns:a16="http://schemas.microsoft.com/office/drawing/2014/main" id="{9FFFFB6E-F83F-D0B2-FA9F-7F70430F33E3}"/>
                  </a:ext>
                </a:extLst>
              </p:cNvPr>
              <p:cNvSpPr/>
              <p:nvPr/>
            </p:nvSpPr>
            <p:spPr>
              <a:xfrm rot="-5400000">
                <a:off x="1506220" y="4262077"/>
                <a:ext cx="4276800" cy="37422"/>
              </a:xfrm>
              <a:custGeom>
                <a:avLst/>
                <a:gdLst/>
                <a:ahLst/>
                <a:cxnLst/>
                <a:rect l="l" t="t" r="r" b="b"/>
                <a:pathLst>
                  <a:path w="4276800" h="37422">
                    <a:moveTo>
                      <a:pt x="0" y="0"/>
                    </a:moveTo>
                    <a:lnTo>
                      <a:pt x="4276800" y="0"/>
                    </a:lnTo>
                    <a:lnTo>
                      <a:pt x="4276800" y="37422"/>
                    </a:lnTo>
                    <a:lnTo>
                      <a:pt x="0" y="37422"/>
                    </a:lnTo>
                    <a:lnTo>
                      <a:pt x="0" y="0"/>
                    </a:lnTo>
                    <a:close/>
                  </a:path>
                </a:pathLst>
              </a:custGeom>
              <a:blipFill>
                <a:blip>
                  <a:extLst>
                    <a:ext uri="{96DAC541-7B7A-43D3-8B79-37D633B846F1}">
                      <asvg:svgBlip xmlns:asvg="http://schemas.microsoft.com/office/drawing/2016/SVG/main" r:embed="rId9"/>
                    </a:ext>
                  </a:extLst>
                </a:blip>
                <a:stretch>
                  <a:fillRect/>
                </a:stretch>
              </a:blipFill>
              <a:ln cap="sq">
                <a:noFill/>
                <a:prstDash val="sysDot"/>
                <a:miter/>
              </a:ln>
            </p:spPr>
            <p:txBody>
              <a:bodyPr/>
              <a:lstStyle/>
              <a:p>
                <a:endParaRPr lang="en-AU"/>
              </a:p>
            </p:txBody>
          </p:sp>
          <p:sp>
            <p:nvSpPr>
              <p:cNvPr id="56" name="Freeform 50">
                <a:extLst>
                  <a:ext uri="{FF2B5EF4-FFF2-40B4-BE49-F238E27FC236}">
                    <a16:creationId xmlns:a16="http://schemas.microsoft.com/office/drawing/2014/main" id="{620B369B-270B-03A0-1783-20CFC40C325B}"/>
                  </a:ext>
                </a:extLst>
              </p:cNvPr>
              <p:cNvSpPr/>
              <p:nvPr/>
            </p:nvSpPr>
            <p:spPr>
              <a:xfrm rot="-5400000">
                <a:off x="2816085" y="4303704"/>
                <a:ext cx="4276800" cy="37422"/>
              </a:xfrm>
              <a:custGeom>
                <a:avLst/>
                <a:gdLst/>
                <a:ahLst/>
                <a:cxnLst/>
                <a:rect l="l" t="t" r="r" b="b"/>
                <a:pathLst>
                  <a:path w="4276800" h="37422">
                    <a:moveTo>
                      <a:pt x="0" y="0"/>
                    </a:moveTo>
                    <a:lnTo>
                      <a:pt x="4276800" y="0"/>
                    </a:lnTo>
                    <a:lnTo>
                      <a:pt x="4276800" y="37422"/>
                    </a:lnTo>
                    <a:lnTo>
                      <a:pt x="0" y="37422"/>
                    </a:lnTo>
                    <a:lnTo>
                      <a:pt x="0" y="0"/>
                    </a:lnTo>
                    <a:close/>
                  </a:path>
                </a:pathLst>
              </a:custGeom>
              <a:blipFill>
                <a:blip>
                  <a:extLst>
                    <a:ext uri="{96DAC541-7B7A-43D3-8B79-37D633B846F1}">
                      <asvg:svgBlip xmlns:asvg="http://schemas.microsoft.com/office/drawing/2016/SVG/main" r:embed="rId9"/>
                    </a:ext>
                  </a:extLst>
                </a:blip>
                <a:stretch>
                  <a:fillRect/>
                </a:stretch>
              </a:blipFill>
              <a:ln cap="sq">
                <a:noFill/>
                <a:prstDash val="sysDot"/>
                <a:miter/>
              </a:ln>
            </p:spPr>
            <p:txBody>
              <a:bodyPr/>
              <a:lstStyle/>
              <a:p>
                <a:endParaRPr lang="en-AU"/>
              </a:p>
            </p:txBody>
          </p:sp>
          <p:sp>
            <p:nvSpPr>
              <p:cNvPr id="57" name="Freeform 51">
                <a:extLst>
                  <a:ext uri="{FF2B5EF4-FFF2-40B4-BE49-F238E27FC236}">
                    <a16:creationId xmlns:a16="http://schemas.microsoft.com/office/drawing/2014/main" id="{5238B26D-EF6A-AF13-83EF-DCBC8F2E867F}"/>
                  </a:ext>
                </a:extLst>
              </p:cNvPr>
              <p:cNvSpPr/>
              <p:nvPr/>
            </p:nvSpPr>
            <p:spPr>
              <a:xfrm rot="-5400000">
                <a:off x="4373955" y="4312403"/>
                <a:ext cx="4276800" cy="37422"/>
              </a:xfrm>
              <a:custGeom>
                <a:avLst/>
                <a:gdLst/>
                <a:ahLst/>
                <a:cxnLst/>
                <a:rect l="l" t="t" r="r" b="b"/>
                <a:pathLst>
                  <a:path w="4276800" h="37422">
                    <a:moveTo>
                      <a:pt x="0" y="0"/>
                    </a:moveTo>
                    <a:lnTo>
                      <a:pt x="4276800" y="0"/>
                    </a:lnTo>
                    <a:lnTo>
                      <a:pt x="4276800" y="37422"/>
                    </a:lnTo>
                    <a:lnTo>
                      <a:pt x="0" y="37422"/>
                    </a:lnTo>
                    <a:lnTo>
                      <a:pt x="0" y="0"/>
                    </a:lnTo>
                    <a:close/>
                  </a:path>
                </a:pathLst>
              </a:custGeom>
              <a:blipFill>
                <a:blip>
                  <a:extLst>
                    <a:ext uri="{96DAC541-7B7A-43D3-8B79-37D633B846F1}">
                      <asvg:svgBlip xmlns:asvg="http://schemas.microsoft.com/office/drawing/2016/SVG/main" r:embed="rId9"/>
                    </a:ext>
                  </a:extLst>
                </a:blip>
                <a:stretch>
                  <a:fillRect/>
                </a:stretch>
              </a:blipFill>
              <a:ln cap="sq">
                <a:noFill/>
                <a:prstDash val="sysDot"/>
                <a:miter/>
              </a:ln>
            </p:spPr>
            <p:txBody>
              <a:bodyPr/>
              <a:lstStyle/>
              <a:p>
                <a:endParaRPr lang="en-AU"/>
              </a:p>
            </p:txBody>
          </p:sp>
          <p:sp>
            <p:nvSpPr>
              <p:cNvPr id="58" name="Freeform 52">
                <a:extLst>
                  <a:ext uri="{FF2B5EF4-FFF2-40B4-BE49-F238E27FC236}">
                    <a16:creationId xmlns:a16="http://schemas.microsoft.com/office/drawing/2014/main" id="{73366AC2-330E-A0C3-8ED6-CC0115FC7EF2}"/>
                  </a:ext>
                </a:extLst>
              </p:cNvPr>
              <p:cNvSpPr/>
              <p:nvPr/>
            </p:nvSpPr>
            <p:spPr>
              <a:xfrm rot="-5400000">
                <a:off x="5856706" y="4303704"/>
                <a:ext cx="4276800" cy="37422"/>
              </a:xfrm>
              <a:custGeom>
                <a:avLst/>
                <a:gdLst/>
                <a:ahLst/>
                <a:cxnLst/>
                <a:rect l="l" t="t" r="r" b="b"/>
                <a:pathLst>
                  <a:path w="4276800" h="37422">
                    <a:moveTo>
                      <a:pt x="0" y="0"/>
                    </a:moveTo>
                    <a:lnTo>
                      <a:pt x="4276800" y="0"/>
                    </a:lnTo>
                    <a:lnTo>
                      <a:pt x="4276800" y="37422"/>
                    </a:lnTo>
                    <a:lnTo>
                      <a:pt x="0" y="37422"/>
                    </a:lnTo>
                    <a:lnTo>
                      <a:pt x="0" y="0"/>
                    </a:lnTo>
                    <a:close/>
                  </a:path>
                </a:pathLst>
              </a:custGeom>
              <a:blipFill>
                <a:blip>
                  <a:extLst>
                    <a:ext uri="{96DAC541-7B7A-43D3-8B79-37D633B846F1}">
                      <asvg:svgBlip xmlns:asvg="http://schemas.microsoft.com/office/drawing/2016/SVG/main" r:embed="rId9"/>
                    </a:ext>
                  </a:extLst>
                </a:blip>
                <a:stretch>
                  <a:fillRect/>
                </a:stretch>
              </a:blipFill>
              <a:ln cap="sq">
                <a:noFill/>
                <a:prstDash val="sysDot"/>
                <a:miter/>
              </a:ln>
            </p:spPr>
            <p:txBody>
              <a:bodyPr/>
              <a:lstStyle/>
              <a:p>
                <a:endParaRPr lang="en-AU"/>
              </a:p>
            </p:txBody>
          </p:sp>
          <p:sp>
            <p:nvSpPr>
              <p:cNvPr id="59" name="TextBox 53">
                <a:extLst>
                  <a:ext uri="{FF2B5EF4-FFF2-40B4-BE49-F238E27FC236}">
                    <a16:creationId xmlns:a16="http://schemas.microsoft.com/office/drawing/2014/main" id="{720DAF27-41DA-7760-CA7D-9ADDFB20BD29}"/>
                  </a:ext>
                </a:extLst>
              </p:cNvPr>
              <p:cNvSpPr txBox="1"/>
              <p:nvPr/>
            </p:nvSpPr>
            <p:spPr>
              <a:xfrm>
                <a:off x="2229197" y="3256359"/>
                <a:ext cx="177403" cy="614553"/>
              </a:xfrm>
              <a:prstGeom prst="rect">
                <a:avLst/>
              </a:prstGeom>
            </p:spPr>
            <p:txBody>
              <a:bodyPr lIns="0" tIns="0" rIns="0" bIns="0" rtlCol="0" anchor="t">
                <a:spAutoFit/>
              </a:bodyPr>
              <a:lstStyle/>
              <a:p>
                <a:pPr algn="ctr">
                  <a:lnSpc>
                    <a:spcPts val="4212"/>
                  </a:lnSpc>
                  <a:spcBef>
                    <a:spcPct val="0"/>
                  </a:spcBef>
                </a:pPr>
                <a:r>
                  <a:rPr lang="en-US" sz="2000">
                    <a:solidFill>
                      <a:srgbClr val="000000"/>
                    </a:solidFill>
                    <a:latin typeface="Edu NSW ACT Foundation" panose="020B0604020202020204" charset="0"/>
                    <a:ea typeface="Canva Student Font"/>
                    <a:cs typeface="Canva Student Font"/>
                    <a:sym typeface="Canva Student Font"/>
                  </a:rPr>
                  <a:t>0</a:t>
                </a:r>
              </a:p>
            </p:txBody>
          </p:sp>
          <p:sp>
            <p:nvSpPr>
              <p:cNvPr id="60" name="TextBox 54">
                <a:extLst>
                  <a:ext uri="{FF2B5EF4-FFF2-40B4-BE49-F238E27FC236}">
                    <a16:creationId xmlns:a16="http://schemas.microsoft.com/office/drawing/2014/main" id="{13AF2F34-C358-04A0-A6FD-FA635932A09B}"/>
                  </a:ext>
                </a:extLst>
              </p:cNvPr>
              <p:cNvSpPr txBox="1"/>
              <p:nvPr/>
            </p:nvSpPr>
            <p:spPr>
              <a:xfrm>
                <a:off x="2060944" y="3695685"/>
                <a:ext cx="496788" cy="614553"/>
              </a:xfrm>
              <a:prstGeom prst="rect">
                <a:avLst/>
              </a:prstGeom>
            </p:spPr>
            <p:txBody>
              <a:bodyPr lIns="0" tIns="0" rIns="0" bIns="0" rtlCol="0" anchor="t">
                <a:spAutoFit/>
              </a:bodyPr>
              <a:lstStyle/>
              <a:p>
                <a:pPr algn="ctr">
                  <a:lnSpc>
                    <a:spcPts val="4212"/>
                  </a:lnSpc>
                  <a:spcBef>
                    <a:spcPct val="0"/>
                  </a:spcBef>
                </a:pPr>
                <a:r>
                  <a:rPr lang="en-US" sz="2000">
                    <a:solidFill>
                      <a:srgbClr val="000000"/>
                    </a:solidFill>
                    <a:latin typeface="Edu NSW ACT Foundation" panose="020B0604020202020204" charset="0"/>
                    <a:ea typeface="Canva Student Font"/>
                    <a:cs typeface="Canva Student Font"/>
                    <a:sym typeface="Canva Student Font"/>
                  </a:rPr>
                  <a:t>-5m</a:t>
                </a:r>
              </a:p>
            </p:txBody>
          </p:sp>
          <p:sp>
            <p:nvSpPr>
              <p:cNvPr id="61" name="TextBox 55">
                <a:extLst>
                  <a:ext uri="{FF2B5EF4-FFF2-40B4-BE49-F238E27FC236}">
                    <a16:creationId xmlns:a16="http://schemas.microsoft.com/office/drawing/2014/main" id="{EDC049A3-436E-9ACE-9C8D-E20C7A70E9BC}"/>
                  </a:ext>
                </a:extLst>
              </p:cNvPr>
              <p:cNvSpPr txBox="1"/>
              <p:nvPr/>
            </p:nvSpPr>
            <p:spPr>
              <a:xfrm>
                <a:off x="2024481" y="4177176"/>
                <a:ext cx="569714" cy="614553"/>
              </a:xfrm>
              <a:prstGeom prst="rect">
                <a:avLst/>
              </a:prstGeom>
            </p:spPr>
            <p:txBody>
              <a:bodyPr lIns="0" tIns="0" rIns="0" bIns="0" rtlCol="0" anchor="t">
                <a:spAutoFit/>
              </a:bodyPr>
              <a:lstStyle/>
              <a:p>
                <a:pPr algn="ctr">
                  <a:lnSpc>
                    <a:spcPts val="4212"/>
                  </a:lnSpc>
                  <a:spcBef>
                    <a:spcPct val="0"/>
                  </a:spcBef>
                </a:pPr>
                <a:r>
                  <a:rPr lang="en-US" sz="2000">
                    <a:solidFill>
                      <a:srgbClr val="000000"/>
                    </a:solidFill>
                    <a:latin typeface="Edu NSW ACT Foundation" panose="020B0604020202020204" charset="0"/>
                    <a:ea typeface="Canva Student Font"/>
                    <a:cs typeface="Canva Student Font"/>
                    <a:sym typeface="Canva Student Font"/>
                  </a:rPr>
                  <a:t>-10m</a:t>
                </a:r>
              </a:p>
            </p:txBody>
          </p:sp>
          <p:sp>
            <p:nvSpPr>
              <p:cNvPr id="62" name="TextBox 56">
                <a:extLst>
                  <a:ext uri="{FF2B5EF4-FFF2-40B4-BE49-F238E27FC236}">
                    <a16:creationId xmlns:a16="http://schemas.microsoft.com/office/drawing/2014/main" id="{5C9BB94E-5DD6-4132-A315-B2422F8F284D}"/>
                  </a:ext>
                </a:extLst>
              </p:cNvPr>
              <p:cNvSpPr txBox="1"/>
              <p:nvPr/>
            </p:nvSpPr>
            <p:spPr>
              <a:xfrm>
                <a:off x="2007848" y="4579792"/>
                <a:ext cx="562421" cy="614553"/>
              </a:xfrm>
              <a:prstGeom prst="rect">
                <a:avLst/>
              </a:prstGeom>
            </p:spPr>
            <p:txBody>
              <a:bodyPr lIns="0" tIns="0" rIns="0" bIns="0" rtlCol="0" anchor="t">
                <a:spAutoFit/>
              </a:bodyPr>
              <a:lstStyle/>
              <a:p>
                <a:pPr algn="ctr">
                  <a:lnSpc>
                    <a:spcPts val="4212"/>
                  </a:lnSpc>
                  <a:spcBef>
                    <a:spcPct val="0"/>
                  </a:spcBef>
                </a:pPr>
                <a:r>
                  <a:rPr lang="en-US" sz="2000">
                    <a:solidFill>
                      <a:srgbClr val="000000"/>
                    </a:solidFill>
                    <a:latin typeface="Edu NSW ACT Foundation" panose="020B0604020202020204" charset="0"/>
                    <a:ea typeface="Canva Student Font"/>
                    <a:cs typeface="Canva Student Font"/>
                    <a:sym typeface="Canva Student Font"/>
                  </a:rPr>
                  <a:t>-15m</a:t>
                </a:r>
              </a:p>
            </p:txBody>
          </p:sp>
          <p:sp>
            <p:nvSpPr>
              <p:cNvPr id="63" name="TextBox 57">
                <a:extLst>
                  <a:ext uri="{FF2B5EF4-FFF2-40B4-BE49-F238E27FC236}">
                    <a16:creationId xmlns:a16="http://schemas.microsoft.com/office/drawing/2014/main" id="{74999B9A-E6C9-55C4-F37B-BAD98B577563}"/>
                  </a:ext>
                </a:extLst>
              </p:cNvPr>
              <p:cNvSpPr txBox="1"/>
              <p:nvPr/>
            </p:nvSpPr>
            <p:spPr>
              <a:xfrm>
                <a:off x="1954910" y="5049264"/>
                <a:ext cx="647998" cy="614553"/>
              </a:xfrm>
              <a:prstGeom prst="rect">
                <a:avLst/>
              </a:prstGeom>
            </p:spPr>
            <p:txBody>
              <a:bodyPr lIns="0" tIns="0" rIns="0" bIns="0" rtlCol="0" anchor="t">
                <a:spAutoFit/>
              </a:bodyPr>
              <a:lstStyle/>
              <a:p>
                <a:pPr algn="ctr">
                  <a:lnSpc>
                    <a:spcPts val="4212"/>
                  </a:lnSpc>
                  <a:spcBef>
                    <a:spcPct val="0"/>
                  </a:spcBef>
                </a:pPr>
                <a:r>
                  <a:rPr lang="en-US" sz="2000">
                    <a:solidFill>
                      <a:srgbClr val="000000"/>
                    </a:solidFill>
                    <a:latin typeface="Edu NSW ACT Foundation" panose="020B0604020202020204" charset="0"/>
                    <a:ea typeface="Canva Student Font"/>
                    <a:cs typeface="Canva Student Font"/>
                    <a:sym typeface="Canva Student Font"/>
                  </a:rPr>
                  <a:t>-20m</a:t>
                </a:r>
              </a:p>
            </p:txBody>
          </p:sp>
          <p:sp>
            <p:nvSpPr>
              <p:cNvPr id="64" name="TextBox 58">
                <a:extLst>
                  <a:ext uri="{FF2B5EF4-FFF2-40B4-BE49-F238E27FC236}">
                    <a16:creationId xmlns:a16="http://schemas.microsoft.com/office/drawing/2014/main" id="{CCD2D7A9-934F-DE17-5579-40F20E301B52}"/>
                  </a:ext>
                </a:extLst>
              </p:cNvPr>
              <p:cNvSpPr txBox="1"/>
              <p:nvPr/>
            </p:nvSpPr>
            <p:spPr>
              <a:xfrm>
                <a:off x="1975846" y="5559170"/>
                <a:ext cx="640705" cy="614553"/>
              </a:xfrm>
              <a:prstGeom prst="rect">
                <a:avLst/>
              </a:prstGeom>
            </p:spPr>
            <p:txBody>
              <a:bodyPr lIns="0" tIns="0" rIns="0" bIns="0" rtlCol="0" anchor="t">
                <a:spAutoFit/>
              </a:bodyPr>
              <a:lstStyle/>
              <a:p>
                <a:pPr algn="ctr">
                  <a:lnSpc>
                    <a:spcPts val="4212"/>
                  </a:lnSpc>
                  <a:spcBef>
                    <a:spcPct val="0"/>
                  </a:spcBef>
                </a:pPr>
                <a:r>
                  <a:rPr lang="en-US" sz="2000">
                    <a:solidFill>
                      <a:srgbClr val="000000"/>
                    </a:solidFill>
                    <a:latin typeface="Edu NSW ACT Foundation" panose="020B0604020202020204" charset="0"/>
                    <a:ea typeface="Canva Student Font"/>
                    <a:cs typeface="Canva Student Font"/>
                    <a:sym typeface="Canva Student Font"/>
                  </a:rPr>
                  <a:t>-25m</a:t>
                </a:r>
              </a:p>
            </p:txBody>
          </p:sp>
          <p:sp>
            <p:nvSpPr>
              <p:cNvPr id="65" name="TextBox 59">
                <a:extLst>
                  <a:ext uri="{FF2B5EF4-FFF2-40B4-BE49-F238E27FC236}">
                    <a16:creationId xmlns:a16="http://schemas.microsoft.com/office/drawing/2014/main" id="{D23E7C8A-F69B-A7D7-9C7F-CDA371CC98FC}"/>
                  </a:ext>
                </a:extLst>
              </p:cNvPr>
              <p:cNvSpPr txBox="1"/>
              <p:nvPr/>
            </p:nvSpPr>
            <p:spPr>
              <a:xfrm>
                <a:off x="1923431" y="5986250"/>
                <a:ext cx="664815" cy="614553"/>
              </a:xfrm>
              <a:prstGeom prst="rect">
                <a:avLst/>
              </a:prstGeom>
            </p:spPr>
            <p:txBody>
              <a:bodyPr lIns="0" tIns="0" rIns="0" bIns="0" rtlCol="0" anchor="t">
                <a:spAutoFit/>
              </a:bodyPr>
              <a:lstStyle/>
              <a:p>
                <a:pPr algn="ctr">
                  <a:lnSpc>
                    <a:spcPts val="4212"/>
                  </a:lnSpc>
                  <a:spcBef>
                    <a:spcPct val="0"/>
                  </a:spcBef>
                </a:pPr>
                <a:r>
                  <a:rPr lang="en-US" sz="2000">
                    <a:solidFill>
                      <a:srgbClr val="000000"/>
                    </a:solidFill>
                    <a:latin typeface="Edu NSW ACT Foundation" panose="020B0604020202020204" charset="0"/>
                    <a:ea typeface="Canva Student Font"/>
                    <a:cs typeface="Canva Student Font"/>
                    <a:sym typeface="Canva Student Font"/>
                  </a:rPr>
                  <a:t>-30m</a:t>
                </a:r>
              </a:p>
            </p:txBody>
          </p:sp>
          <p:sp>
            <p:nvSpPr>
              <p:cNvPr id="66" name="TextBox 61">
                <a:extLst>
                  <a:ext uri="{FF2B5EF4-FFF2-40B4-BE49-F238E27FC236}">
                    <a16:creationId xmlns:a16="http://schemas.microsoft.com/office/drawing/2014/main" id="{4D1A598E-6E36-ADD8-654F-0B0B7F51077D}"/>
                  </a:ext>
                </a:extLst>
              </p:cNvPr>
              <p:cNvSpPr txBox="1"/>
              <p:nvPr/>
            </p:nvSpPr>
            <p:spPr>
              <a:xfrm>
                <a:off x="2080010" y="2732703"/>
                <a:ext cx="496788" cy="614553"/>
              </a:xfrm>
              <a:prstGeom prst="rect">
                <a:avLst/>
              </a:prstGeom>
            </p:spPr>
            <p:txBody>
              <a:bodyPr lIns="0" tIns="0" rIns="0" bIns="0" rtlCol="0" anchor="t">
                <a:spAutoFit/>
              </a:bodyPr>
              <a:lstStyle/>
              <a:p>
                <a:pPr algn="ctr">
                  <a:lnSpc>
                    <a:spcPts val="4212"/>
                  </a:lnSpc>
                  <a:spcBef>
                    <a:spcPct val="0"/>
                  </a:spcBef>
                </a:pPr>
                <a:r>
                  <a:rPr lang="en-US" sz="2000">
                    <a:solidFill>
                      <a:srgbClr val="000000"/>
                    </a:solidFill>
                    <a:latin typeface="Edu NSW ACT Foundation" panose="020B0604020202020204" charset="0"/>
                    <a:ea typeface="Canva Student Font"/>
                    <a:cs typeface="Canva Student Font"/>
                    <a:sym typeface="Canva Student Font"/>
                  </a:rPr>
                  <a:t>5m</a:t>
                </a:r>
              </a:p>
            </p:txBody>
          </p:sp>
          <p:sp>
            <p:nvSpPr>
              <p:cNvPr id="67" name="TextBox 62">
                <a:extLst>
                  <a:ext uri="{FF2B5EF4-FFF2-40B4-BE49-F238E27FC236}">
                    <a16:creationId xmlns:a16="http://schemas.microsoft.com/office/drawing/2014/main" id="{D3ED2B9B-D0A5-4EC7-C694-435C24D02F3D}"/>
                  </a:ext>
                </a:extLst>
              </p:cNvPr>
              <p:cNvSpPr txBox="1"/>
              <p:nvPr/>
            </p:nvSpPr>
            <p:spPr>
              <a:xfrm>
                <a:off x="2080010" y="2251211"/>
                <a:ext cx="496788" cy="614553"/>
              </a:xfrm>
              <a:prstGeom prst="rect">
                <a:avLst/>
              </a:prstGeom>
            </p:spPr>
            <p:txBody>
              <a:bodyPr lIns="0" tIns="0" rIns="0" bIns="0" rtlCol="0" anchor="t">
                <a:spAutoFit/>
              </a:bodyPr>
              <a:lstStyle/>
              <a:p>
                <a:pPr algn="ctr">
                  <a:lnSpc>
                    <a:spcPts val="4212"/>
                  </a:lnSpc>
                  <a:spcBef>
                    <a:spcPct val="0"/>
                  </a:spcBef>
                </a:pPr>
                <a:r>
                  <a:rPr lang="en-US" sz="2000">
                    <a:solidFill>
                      <a:srgbClr val="000000"/>
                    </a:solidFill>
                    <a:latin typeface="Edu NSW ACT Foundation" panose="020B0604020202020204" charset="0"/>
                    <a:ea typeface="Canva Student Font"/>
                    <a:cs typeface="Canva Student Font"/>
                    <a:sym typeface="Canva Student Font"/>
                  </a:rPr>
                  <a:t>10m</a:t>
                </a:r>
              </a:p>
            </p:txBody>
          </p:sp>
          <p:sp>
            <p:nvSpPr>
              <p:cNvPr id="68" name="TextBox 63">
                <a:extLst>
                  <a:ext uri="{FF2B5EF4-FFF2-40B4-BE49-F238E27FC236}">
                    <a16:creationId xmlns:a16="http://schemas.microsoft.com/office/drawing/2014/main" id="{A88939FA-A8CB-ED9E-6340-414C022B9EE7}"/>
                  </a:ext>
                </a:extLst>
              </p:cNvPr>
              <p:cNvSpPr txBox="1"/>
              <p:nvPr/>
            </p:nvSpPr>
            <p:spPr>
              <a:xfrm>
                <a:off x="2126577" y="1769719"/>
                <a:ext cx="496788" cy="614553"/>
              </a:xfrm>
              <a:prstGeom prst="rect">
                <a:avLst/>
              </a:prstGeom>
            </p:spPr>
            <p:txBody>
              <a:bodyPr lIns="0" tIns="0" rIns="0" bIns="0" rtlCol="0" anchor="t">
                <a:spAutoFit/>
              </a:bodyPr>
              <a:lstStyle/>
              <a:p>
                <a:pPr algn="ctr">
                  <a:lnSpc>
                    <a:spcPts val="4212"/>
                  </a:lnSpc>
                  <a:spcBef>
                    <a:spcPct val="0"/>
                  </a:spcBef>
                </a:pPr>
                <a:r>
                  <a:rPr lang="en-US" sz="2000">
                    <a:solidFill>
                      <a:srgbClr val="000000"/>
                    </a:solidFill>
                    <a:latin typeface="Edu NSW ACT Foundation" panose="020B0604020202020204" charset="0"/>
                    <a:ea typeface="Canva Student Font"/>
                    <a:cs typeface="Canva Student Font"/>
                    <a:sym typeface="Canva Student Font"/>
                  </a:rPr>
                  <a:t>15m</a:t>
                </a:r>
              </a:p>
            </p:txBody>
          </p:sp>
          <p:sp>
            <p:nvSpPr>
              <p:cNvPr id="69" name="TextBox 65">
                <a:extLst>
                  <a:ext uri="{FF2B5EF4-FFF2-40B4-BE49-F238E27FC236}">
                    <a16:creationId xmlns:a16="http://schemas.microsoft.com/office/drawing/2014/main" id="{D6399B42-6E70-95D4-E57C-9604011FB7D4}"/>
                  </a:ext>
                </a:extLst>
              </p:cNvPr>
              <p:cNvSpPr txBox="1"/>
              <p:nvPr/>
            </p:nvSpPr>
            <p:spPr>
              <a:xfrm>
                <a:off x="2928716" y="6454275"/>
                <a:ext cx="734616" cy="283647"/>
              </a:xfrm>
              <a:prstGeom prst="rect">
                <a:avLst/>
              </a:prstGeom>
            </p:spPr>
            <p:txBody>
              <a:bodyPr lIns="0" tIns="0" rIns="0" bIns="0" rtlCol="0" anchor="t">
                <a:spAutoFit/>
              </a:bodyPr>
              <a:lstStyle/>
              <a:p>
                <a:pPr algn="ctr">
                  <a:lnSpc>
                    <a:spcPts val="1808"/>
                  </a:lnSpc>
                  <a:spcBef>
                    <a:spcPct val="0"/>
                  </a:spcBef>
                </a:pPr>
                <a:r>
                  <a:rPr lang="en-US" sz="1400">
                    <a:solidFill>
                      <a:srgbClr val="000000"/>
                    </a:solidFill>
                    <a:latin typeface="Arial" panose="020B0604020202020204" pitchFamily="34" charset="0"/>
                    <a:ea typeface="Intro Rust"/>
                    <a:cs typeface="Arial" panose="020B0604020202020204" pitchFamily="34" charset="0"/>
                    <a:sym typeface="Intro Rust"/>
                  </a:rPr>
                  <a:t>Monday</a:t>
                </a:r>
              </a:p>
            </p:txBody>
          </p:sp>
          <p:sp>
            <p:nvSpPr>
              <p:cNvPr id="70" name="TextBox 66">
                <a:extLst>
                  <a:ext uri="{FF2B5EF4-FFF2-40B4-BE49-F238E27FC236}">
                    <a16:creationId xmlns:a16="http://schemas.microsoft.com/office/drawing/2014/main" id="{BA0A38AC-DE6B-9A22-4611-B1D58C802E42}"/>
                  </a:ext>
                </a:extLst>
              </p:cNvPr>
              <p:cNvSpPr txBox="1"/>
              <p:nvPr/>
            </p:nvSpPr>
            <p:spPr>
              <a:xfrm>
                <a:off x="3962795" y="6454275"/>
                <a:ext cx="745778" cy="283647"/>
              </a:xfrm>
              <a:prstGeom prst="rect">
                <a:avLst/>
              </a:prstGeom>
            </p:spPr>
            <p:txBody>
              <a:bodyPr lIns="0" tIns="0" rIns="0" bIns="0" rtlCol="0" anchor="t">
                <a:spAutoFit/>
              </a:bodyPr>
              <a:lstStyle/>
              <a:p>
                <a:pPr algn="ctr">
                  <a:lnSpc>
                    <a:spcPts val="1808"/>
                  </a:lnSpc>
                  <a:spcBef>
                    <a:spcPct val="0"/>
                  </a:spcBef>
                </a:pPr>
                <a:r>
                  <a:rPr lang="en-US" sz="1400">
                    <a:solidFill>
                      <a:srgbClr val="000000"/>
                    </a:solidFill>
                    <a:latin typeface="Arial" panose="020B0604020202020204" pitchFamily="34" charset="0"/>
                    <a:ea typeface="Intro Rust"/>
                    <a:cs typeface="Arial" panose="020B0604020202020204" pitchFamily="34" charset="0"/>
                    <a:sym typeface="Intro Rust"/>
                  </a:rPr>
                  <a:t>Tuesday</a:t>
                </a:r>
              </a:p>
            </p:txBody>
          </p:sp>
          <p:sp>
            <p:nvSpPr>
              <p:cNvPr id="71" name="TextBox 67">
                <a:extLst>
                  <a:ext uri="{FF2B5EF4-FFF2-40B4-BE49-F238E27FC236}">
                    <a16:creationId xmlns:a16="http://schemas.microsoft.com/office/drawing/2014/main" id="{6E0F483C-B79A-8206-3F86-663C72631DB2}"/>
                  </a:ext>
                </a:extLst>
              </p:cNvPr>
              <p:cNvSpPr txBox="1"/>
              <p:nvPr/>
            </p:nvSpPr>
            <p:spPr>
              <a:xfrm>
                <a:off x="5293222" y="6463800"/>
                <a:ext cx="1034057" cy="283732"/>
              </a:xfrm>
              <a:prstGeom prst="rect">
                <a:avLst/>
              </a:prstGeom>
            </p:spPr>
            <p:txBody>
              <a:bodyPr lIns="0" tIns="0" rIns="0" bIns="0" rtlCol="0" anchor="t">
                <a:spAutoFit/>
              </a:bodyPr>
              <a:lstStyle/>
              <a:p>
                <a:pPr algn="ctr">
                  <a:lnSpc>
                    <a:spcPts val="1808"/>
                  </a:lnSpc>
                  <a:spcBef>
                    <a:spcPct val="0"/>
                  </a:spcBef>
                </a:pPr>
                <a:r>
                  <a:rPr lang="en-US" sz="1400">
                    <a:solidFill>
                      <a:srgbClr val="000000"/>
                    </a:solidFill>
                    <a:latin typeface="Arial" panose="020B0604020202020204" pitchFamily="34" charset="0"/>
                    <a:ea typeface="Intro Rust"/>
                    <a:cs typeface="Arial" panose="020B0604020202020204" pitchFamily="34" charset="0"/>
                    <a:sym typeface="Intro Rust"/>
                  </a:rPr>
                  <a:t>Wednesday</a:t>
                </a:r>
              </a:p>
            </p:txBody>
          </p:sp>
          <p:sp>
            <p:nvSpPr>
              <p:cNvPr id="72" name="TextBox 68">
                <a:extLst>
                  <a:ext uri="{FF2B5EF4-FFF2-40B4-BE49-F238E27FC236}">
                    <a16:creationId xmlns:a16="http://schemas.microsoft.com/office/drawing/2014/main" id="{36F9E27D-C6F5-0D28-1B27-F7413628F958}"/>
                  </a:ext>
                </a:extLst>
              </p:cNvPr>
              <p:cNvSpPr txBox="1"/>
              <p:nvPr/>
            </p:nvSpPr>
            <p:spPr>
              <a:xfrm>
                <a:off x="6835811" y="6454275"/>
                <a:ext cx="929878" cy="283647"/>
              </a:xfrm>
              <a:prstGeom prst="rect">
                <a:avLst/>
              </a:prstGeom>
            </p:spPr>
            <p:txBody>
              <a:bodyPr lIns="0" tIns="0" rIns="0" bIns="0" rtlCol="0" anchor="t">
                <a:spAutoFit/>
              </a:bodyPr>
              <a:lstStyle/>
              <a:p>
                <a:pPr algn="ctr">
                  <a:lnSpc>
                    <a:spcPts val="1808"/>
                  </a:lnSpc>
                  <a:spcBef>
                    <a:spcPct val="0"/>
                  </a:spcBef>
                </a:pPr>
                <a:r>
                  <a:rPr lang="en-US" sz="1400">
                    <a:solidFill>
                      <a:srgbClr val="000000"/>
                    </a:solidFill>
                    <a:latin typeface="Arial" panose="020B0604020202020204" pitchFamily="34" charset="0"/>
                    <a:ea typeface="Intro Rust"/>
                    <a:cs typeface="Arial" panose="020B0604020202020204" pitchFamily="34" charset="0"/>
                    <a:sym typeface="Intro Rust"/>
                  </a:rPr>
                  <a:t>Thursday</a:t>
                </a:r>
                <a:r>
                  <a:rPr lang="en-US" sz="1291">
                    <a:solidFill>
                      <a:srgbClr val="000000"/>
                    </a:solidFill>
                    <a:latin typeface="Intro Rust"/>
                    <a:ea typeface="Intro Rust"/>
                    <a:cs typeface="Intro Rust"/>
                    <a:sym typeface="Intro Rust"/>
                  </a:rPr>
                  <a:t> </a:t>
                </a:r>
              </a:p>
            </p:txBody>
          </p:sp>
          <p:sp>
            <p:nvSpPr>
              <p:cNvPr id="73" name="TextBox 69">
                <a:extLst>
                  <a:ext uri="{FF2B5EF4-FFF2-40B4-BE49-F238E27FC236}">
                    <a16:creationId xmlns:a16="http://schemas.microsoft.com/office/drawing/2014/main" id="{1994E8D3-F4BA-E57A-3F7F-B2780DEA701B}"/>
                  </a:ext>
                </a:extLst>
              </p:cNvPr>
              <p:cNvSpPr txBox="1"/>
              <p:nvPr/>
            </p:nvSpPr>
            <p:spPr>
              <a:xfrm>
                <a:off x="8470853" y="6463800"/>
                <a:ext cx="619869" cy="283647"/>
              </a:xfrm>
              <a:prstGeom prst="rect">
                <a:avLst/>
              </a:prstGeom>
            </p:spPr>
            <p:txBody>
              <a:bodyPr lIns="0" tIns="0" rIns="0" bIns="0" rtlCol="0" anchor="t">
                <a:spAutoFit/>
              </a:bodyPr>
              <a:lstStyle/>
              <a:p>
                <a:pPr algn="ctr">
                  <a:lnSpc>
                    <a:spcPts val="1808"/>
                  </a:lnSpc>
                  <a:spcBef>
                    <a:spcPct val="0"/>
                  </a:spcBef>
                </a:pPr>
                <a:r>
                  <a:rPr lang="en-US" sz="1400">
                    <a:solidFill>
                      <a:srgbClr val="000000"/>
                    </a:solidFill>
                    <a:latin typeface="Arial" panose="020B0604020202020204" pitchFamily="34" charset="0"/>
                    <a:ea typeface="Intro Rust"/>
                    <a:cs typeface="Arial" panose="020B0604020202020204" pitchFamily="34" charset="0"/>
                    <a:sym typeface="Intro Rust"/>
                  </a:rPr>
                  <a:t>Friday</a:t>
                </a:r>
              </a:p>
            </p:txBody>
          </p:sp>
        </p:grpSp>
      </p:grpSp>
      <p:sp>
        <p:nvSpPr>
          <p:cNvPr id="74" name="TextBox 64">
            <a:extLst>
              <a:ext uri="{FF2B5EF4-FFF2-40B4-BE49-F238E27FC236}">
                <a16:creationId xmlns:a16="http://schemas.microsoft.com/office/drawing/2014/main" id="{FCA28AE3-1ED2-73BC-2B8C-DDEE8ABB2003}"/>
              </a:ext>
            </a:extLst>
          </p:cNvPr>
          <p:cNvSpPr txBox="1"/>
          <p:nvPr/>
        </p:nvSpPr>
        <p:spPr>
          <a:xfrm>
            <a:off x="702720" y="1773347"/>
            <a:ext cx="11134818" cy="461665"/>
          </a:xfrm>
          <a:prstGeom prst="rect">
            <a:avLst/>
          </a:prstGeom>
        </p:spPr>
        <p:txBody>
          <a:bodyPr wrap="square" lIns="0" tIns="0" rIns="0" bIns="0" rtlCol="0" anchor="t">
            <a:spAutoFit/>
          </a:bodyPr>
          <a:lstStyle/>
          <a:p>
            <a:pPr>
              <a:lnSpc>
                <a:spcPts val="3551"/>
              </a:lnSpc>
              <a:spcBef>
                <a:spcPct val="0"/>
              </a:spcBef>
            </a:pPr>
            <a:r>
              <a:rPr lang="en-US" sz="3200">
                <a:solidFill>
                  <a:srgbClr val="000000"/>
                </a:solidFill>
                <a:latin typeface="Arial" panose="020B0604020202020204" pitchFamily="34" charset="0"/>
                <a:ea typeface="Canva Student Font"/>
                <a:cs typeface="Arial" panose="020B0604020202020204" pitchFamily="34" charset="0"/>
                <a:sym typeface="Canva Student Font"/>
              </a:rPr>
              <a:t>This line graph shows the submarine’s depth over a week.</a:t>
            </a:r>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43D758-EFDD-EFF7-9F6F-60499B8070EF}"/>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a:ln>
            <a:noFill/>
          </a:ln>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360001" y="1091904"/>
            <a:ext cx="11243037" cy="893226"/>
          </a:xfrm>
        </p:spPr>
        <p:txBody>
          <a:bodyPr/>
          <a:lstStyle/>
          <a:p>
            <a:pPr algn="ctr"/>
            <a:r>
              <a:rPr lang="en-AU" sz="4400"/>
              <a:t>The solution to </a:t>
            </a:r>
            <a:r>
              <a:rPr lang="en-AU" sz="4400" b="1"/>
              <a:t>9 – 11  </a:t>
            </a:r>
          </a:p>
          <a:p>
            <a:pPr algn="ctr"/>
            <a:r>
              <a:rPr lang="en-AU" sz="4400"/>
              <a:t>is an </a:t>
            </a:r>
            <a:r>
              <a:rPr lang="en-AU" sz="4400" b="1"/>
              <a:t>even negative integer</a:t>
            </a:r>
            <a:r>
              <a:rPr lang="en-AU" sz="4400"/>
              <a:t>.</a:t>
            </a:r>
          </a:p>
        </p:txBody>
      </p:sp>
      <p:pic>
        <p:nvPicPr>
          <p:cNvPr id="9" name="Picture 8" descr="A number line ranging from -11 to 11 with a paper strip covering the numbers from -7 to 7. The paper strip has a question mark on it. &#10;">
            <a:extLst>
              <a:ext uri="{FF2B5EF4-FFF2-40B4-BE49-F238E27FC236}">
                <a16:creationId xmlns:a16="http://schemas.microsoft.com/office/drawing/2014/main" id="{33805317-9BE9-F945-2D82-4BDE418907C4}"/>
              </a:ext>
            </a:extLst>
          </p:cNvPr>
          <p:cNvPicPr>
            <a:picLocks noChangeAspect="1"/>
          </p:cNvPicPr>
          <p:nvPr/>
        </p:nvPicPr>
        <p:blipFill>
          <a:blip r:embed="rId4"/>
          <a:stretch>
            <a:fillRect/>
          </a:stretch>
        </p:blipFill>
        <p:spPr>
          <a:xfrm>
            <a:off x="1308314" y="3252383"/>
            <a:ext cx="9575372" cy="1722290"/>
          </a:xfrm>
          <a:prstGeom prst="rect">
            <a:avLst/>
          </a:prstGeom>
        </p:spPr>
      </p:pic>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txBox="1">
            <a:spLocks/>
          </p:cNvSpPr>
          <p:nvPr/>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27</a:t>
            </a:fld>
            <a:endParaRPr lang="en-AU"/>
          </a:p>
        </p:txBody>
      </p:sp>
      <p:grpSp>
        <p:nvGrpSpPr>
          <p:cNvPr id="17" name="Group 2" descr="A bag with 3 pink handballs and one blue handball.">
            <a:extLst>
              <a:ext uri="{FF2B5EF4-FFF2-40B4-BE49-F238E27FC236}">
                <a16:creationId xmlns:a16="http://schemas.microsoft.com/office/drawing/2014/main" id="{826CFB79-EE4D-49DC-DF95-6B8963A649A4}"/>
              </a:ext>
            </a:extLst>
          </p:cNvPr>
          <p:cNvGrpSpPr/>
          <p:nvPr/>
        </p:nvGrpSpPr>
        <p:grpSpPr>
          <a:xfrm>
            <a:off x="138440" y="1622844"/>
            <a:ext cx="2416449" cy="2980069"/>
            <a:chOff x="0" y="0"/>
            <a:chExt cx="3734076" cy="4689578"/>
          </a:xfrm>
        </p:grpSpPr>
        <p:grpSp>
          <p:nvGrpSpPr>
            <p:cNvPr id="18" name="Group 3">
              <a:extLst>
                <a:ext uri="{FF2B5EF4-FFF2-40B4-BE49-F238E27FC236}">
                  <a16:creationId xmlns:a16="http://schemas.microsoft.com/office/drawing/2014/main" id="{C789B0F2-28B5-1226-74E5-29E83ECDC575}"/>
                </a:ext>
              </a:extLst>
            </p:cNvPr>
            <p:cNvGrpSpPr/>
            <p:nvPr/>
          </p:nvGrpSpPr>
          <p:grpSpPr>
            <a:xfrm>
              <a:off x="655512" y="3243626"/>
              <a:ext cx="1081807" cy="1081807"/>
              <a:chOff x="0" y="0"/>
              <a:chExt cx="812800" cy="812800"/>
            </a:xfrm>
          </p:grpSpPr>
          <p:sp>
            <p:nvSpPr>
              <p:cNvPr id="29" name="Freeform 4">
                <a:extLst>
                  <a:ext uri="{FF2B5EF4-FFF2-40B4-BE49-F238E27FC236}">
                    <a16:creationId xmlns:a16="http://schemas.microsoft.com/office/drawing/2014/main" id="{6153D065-46B0-4533-82C2-C7CDC3DBB85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8C1"/>
              </a:solidFill>
            </p:spPr>
            <p:txBody>
              <a:bodyPr/>
              <a:lstStyle/>
              <a:p>
                <a:endParaRPr lang="en-AU"/>
              </a:p>
            </p:txBody>
          </p:sp>
          <p:sp>
            <p:nvSpPr>
              <p:cNvPr id="30" name="TextBox 5">
                <a:extLst>
                  <a:ext uri="{FF2B5EF4-FFF2-40B4-BE49-F238E27FC236}">
                    <a16:creationId xmlns:a16="http://schemas.microsoft.com/office/drawing/2014/main" id="{E99F6B89-852A-E78F-5081-511CE89AFD1B}"/>
                  </a:ext>
                </a:extLst>
              </p:cNvPr>
              <p:cNvSpPr txBox="1"/>
              <p:nvPr/>
            </p:nvSpPr>
            <p:spPr>
              <a:xfrm>
                <a:off x="76200" y="38100"/>
                <a:ext cx="660400" cy="698500"/>
              </a:xfrm>
              <a:prstGeom prst="rect">
                <a:avLst/>
              </a:prstGeom>
            </p:spPr>
            <p:txBody>
              <a:bodyPr lIns="50800" tIns="50800" rIns="50800" bIns="50800" rtlCol="0" anchor="ctr"/>
              <a:lstStyle/>
              <a:p>
                <a:pPr algn="ctr">
                  <a:lnSpc>
                    <a:spcPts val="2228"/>
                  </a:lnSpc>
                </a:pPr>
                <a:endParaRPr/>
              </a:p>
            </p:txBody>
          </p:sp>
        </p:grpSp>
        <p:grpSp>
          <p:nvGrpSpPr>
            <p:cNvPr id="19" name="Group 6">
              <a:extLst>
                <a:ext uri="{FF2B5EF4-FFF2-40B4-BE49-F238E27FC236}">
                  <a16:creationId xmlns:a16="http://schemas.microsoft.com/office/drawing/2014/main" id="{0D647D47-AA79-7765-7141-4BA005296E03}"/>
                </a:ext>
              </a:extLst>
            </p:cNvPr>
            <p:cNvGrpSpPr/>
            <p:nvPr/>
          </p:nvGrpSpPr>
          <p:grpSpPr>
            <a:xfrm>
              <a:off x="655512" y="1866569"/>
              <a:ext cx="1081807" cy="1081807"/>
              <a:chOff x="0" y="0"/>
              <a:chExt cx="812800" cy="812800"/>
            </a:xfrm>
          </p:grpSpPr>
          <p:sp>
            <p:nvSpPr>
              <p:cNvPr id="27" name="Freeform 7">
                <a:extLst>
                  <a:ext uri="{FF2B5EF4-FFF2-40B4-BE49-F238E27FC236}">
                    <a16:creationId xmlns:a16="http://schemas.microsoft.com/office/drawing/2014/main" id="{C024CD07-095F-6CD1-CE52-3C809090DD1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664"/>
              </a:solidFill>
            </p:spPr>
            <p:txBody>
              <a:bodyPr/>
              <a:lstStyle/>
              <a:p>
                <a:endParaRPr lang="en-AU"/>
              </a:p>
            </p:txBody>
          </p:sp>
          <p:sp>
            <p:nvSpPr>
              <p:cNvPr id="28" name="TextBox 8">
                <a:extLst>
                  <a:ext uri="{FF2B5EF4-FFF2-40B4-BE49-F238E27FC236}">
                    <a16:creationId xmlns:a16="http://schemas.microsoft.com/office/drawing/2014/main" id="{B3C91022-95DD-B713-95D7-887116A84A3E}"/>
                  </a:ext>
                </a:extLst>
              </p:cNvPr>
              <p:cNvSpPr txBox="1"/>
              <p:nvPr/>
            </p:nvSpPr>
            <p:spPr>
              <a:xfrm>
                <a:off x="76200" y="38100"/>
                <a:ext cx="660400" cy="698500"/>
              </a:xfrm>
              <a:prstGeom prst="rect">
                <a:avLst/>
              </a:prstGeom>
            </p:spPr>
            <p:txBody>
              <a:bodyPr lIns="50800" tIns="50800" rIns="50800" bIns="50800" rtlCol="0" anchor="ctr"/>
              <a:lstStyle/>
              <a:p>
                <a:pPr algn="ctr">
                  <a:lnSpc>
                    <a:spcPts val="2228"/>
                  </a:lnSpc>
                </a:pPr>
                <a:endParaRPr/>
              </a:p>
            </p:txBody>
          </p:sp>
        </p:grpSp>
        <p:grpSp>
          <p:nvGrpSpPr>
            <p:cNvPr id="20" name="Group 9">
              <a:extLst>
                <a:ext uri="{FF2B5EF4-FFF2-40B4-BE49-F238E27FC236}">
                  <a16:creationId xmlns:a16="http://schemas.microsoft.com/office/drawing/2014/main" id="{F3E7A445-73CC-DFE9-7094-123F692CB8DA}"/>
                </a:ext>
              </a:extLst>
            </p:cNvPr>
            <p:cNvGrpSpPr/>
            <p:nvPr/>
          </p:nvGrpSpPr>
          <p:grpSpPr>
            <a:xfrm>
              <a:off x="1996757" y="3232117"/>
              <a:ext cx="1081807" cy="1081807"/>
              <a:chOff x="0" y="0"/>
              <a:chExt cx="812800" cy="812800"/>
            </a:xfrm>
          </p:grpSpPr>
          <p:sp>
            <p:nvSpPr>
              <p:cNvPr id="25" name="Freeform 10">
                <a:extLst>
                  <a:ext uri="{FF2B5EF4-FFF2-40B4-BE49-F238E27FC236}">
                    <a16:creationId xmlns:a16="http://schemas.microsoft.com/office/drawing/2014/main" id="{0C29899C-FDBC-F0FD-4054-DC407424FA7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8C1"/>
              </a:solidFill>
            </p:spPr>
            <p:txBody>
              <a:bodyPr/>
              <a:lstStyle/>
              <a:p>
                <a:endParaRPr lang="en-AU"/>
              </a:p>
            </p:txBody>
          </p:sp>
          <p:sp>
            <p:nvSpPr>
              <p:cNvPr id="26" name="TextBox 11">
                <a:extLst>
                  <a:ext uri="{FF2B5EF4-FFF2-40B4-BE49-F238E27FC236}">
                    <a16:creationId xmlns:a16="http://schemas.microsoft.com/office/drawing/2014/main" id="{A39B1A32-447F-B1CF-C24D-92C3E4EC15ED}"/>
                  </a:ext>
                </a:extLst>
              </p:cNvPr>
              <p:cNvSpPr txBox="1"/>
              <p:nvPr/>
            </p:nvSpPr>
            <p:spPr>
              <a:xfrm>
                <a:off x="76200" y="38100"/>
                <a:ext cx="660400" cy="698500"/>
              </a:xfrm>
              <a:prstGeom prst="rect">
                <a:avLst/>
              </a:prstGeom>
            </p:spPr>
            <p:txBody>
              <a:bodyPr lIns="50800" tIns="50800" rIns="50800" bIns="50800" rtlCol="0" anchor="ctr"/>
              <a:lstStyle/>
              <a:p>
                <a:pPr algn="ctr">
                  <a:lnSpc>
                    <a:spcPts val="2228"/>
                  </a:lnSpc>
                </a:pPr>
                <a:endParaRPr/>
              </a:p>
            </p:txBody>
          </p:sp>
        </p:grpSp>
        <p:grpSp>
          <p:nvGrpSpPr>
            <p:cNvPr id="21" name="Group 12">
              <a:extLst>
                <a:ext uri="{FF2B5EF4-FFF2-40B4-BE49-F238E27FC236}">
                  <a16:creationId xmlns:a16="http://schemas.microsoft.com/office/drawing/2014/main" id="{00DB2524-F567-47F7-F482-070AAA0C48CC}"/>
                </a:ext>
              </a:extLst>
            </p:cNvPr>
            <p:cNvGrpSpPr/>
            <p:nvPr/>
          </p:nvGrpSpPr>
          <p:grpSpPr>
            <a:xfrm>
              <a:off x="1996757" y="1855060"/>
              <a:ext cx="1081807" cy="1081807"/>
              <a:chOff x="0" y="0"/>
              <a:chExt cx="812800" cy="812800"/>
            </a:xfrm>
          </p:grpSpPr>
          <p:sp>
            <p:nvSpPr>
              <p:cNvPr id="23" name="Freeform 13">
                <a:extLst>
                  <a:ext uri="{FF2B5EF4-FFF2-40B4-BE49-F238E27FC236}">
                    <a16:creationId xmlns:a16="http://schemas.microsoft.com/office/drawing/2014/main" id="{5FE0F287-BE7D-A161-8439-8A6A3BDF5BC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8C1"/>
              </a:solidFill>
            </p:spPr>
            <p:txBody>
              <a:bodyPr/>
              <a:lstStyle/>
              <a:p>
                <a:endParaRPr lang="en-AU"/>
              </a:p>
            </p:txBody>
          </p:sp>
          <p:sp>
            <p:nvSpPr>
              <p:cNvPr id="24" name="TextBox 14">
                <a:extLst>
                  <a:ext uri="{FF2B5EF4-FFF2-40B4-BE49-F238E27FC236}">
                    <a16:creationId xmlns:a16="http://schemas.microsoft.com/office/drawing/2014/main" id="{B1CA2AFE-E0BA-7249-85CE-A889295E66E2}"/>
                  </a:ext>
                </a:extLst>
              </p:cNvPr>
              <p:cNvSpPr txBox="1"/>
              <p:nvPr/>
            </p:nvSpPr>
            <p:spPr>
              <a:xfrm>
                <a:off x="76200" y="38100"/>
                <a:ext cx="660400" cy="698500"/>
              </a:xfrm>
              <a:prstGeom prst="rect">
                <a:avLst/>
              </a:prstGeom>
            </p:spPr>
            <p:txBody>
              <a:bodyPr lIns="50800" tIns="50800" rIns="50800" bIns="50800" rtlCol="0" anchor="ctr"/>
              <a:lstStyle/>
              <a:p>
                <a:pPr algn="ctr">
                  <a:lnSpc>
                    <a:spcPts val="2228"/>
                  </a:lnSpc>
                </a:pPr>
                <a:endParaRPr/>
              </a:p>
            </p:txBody>
          </p:sp>
        </p:grpSp>
        <p:sp>
          <p:nvSpPr>
            <p:cNvPr id="22" name="Freeform 15">
              <a:extLst>
                <a:ext uri="{FF2B5EF4-FFF2-40B4-BE49-F238E27FC236}">
                  <a16:creationId xmlns:a16="http://schemas.microsoft.com/office/drawing/2014/main" id="{B810D6CA-70D9-1A00-FC4B-7A0680822BC4}"/>
                </a:ext>
              </a:extLst>
            </p:cNvPr>
            <p:cNvSpPr/>
            <p:nvPr/>
          </p:nvSpPr>
          <p:spPr>
            <a:xfrm>
              <a:off x="0" y="0"/>
              <a:ext cx="3734076" cy="4689578"/>
            </a:xfrm>
            <a:custGeom>
              <a:avLst/>
              <a:gdLst/>
              <a:ahLst/>
              <a:cxnLst/>
              <a:rect l="l" t="t" r="r" b="b"/>
              <a:pathLst>
                <a:path w="3734076" h="4689578">
                  <a:moveTo>
                    <a:pt x="0" y="0"/>
                  </a:moveTo>
                  <a:lnTo>
                    <a:pt x="3734076" y="0"/>
                  </a:lnTo>
                  <a:lnTo>
                    <a:pt x="3734076" y="4689578"/>
                  </a:lnTo>
                  <a:lnTo>
                    <a:pt x="0" y="468957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grpSp>
      <p:grpSp>
        <p:nvGrpSpPr>
          <p:cNvPr id="36" name="Group 35">
            <a:extLst>
              <a:ext uri="{FF2B5EF4-FFF2-40B4-BE49-F238E27FC236}">
                <a16:creationId xmlns:a16="http://schemas.microsoft.com/office/drawing/2014/main" id="{68039A8E-DB3C-CF69-8999-479922D5833D}"/>
              </a:ext>
              <a:ext uri="{C183D7F6-B498-43B3-948B-1728B52AA6E4}">
                <adec:decorative xmlns:adec="http://schemas.microsoft.com/office/drawing/2017/decorative" val="1"/>
              </a:ext>
            </a:extLst>
          </p:cNvPr>
          <p:cNvGrpSpPr/>
          <p:nvPr/>
        </p:nvGrpSpPr>
        <p:grpSpPr>
          <a:xfrm>
            <a:off x="1346665" y="5320156"/>
            <a:ext cx="9617309" cy="1339538"/>
            <a:chOff x="1346665" y="5320156"/>
            <a:chExt cx="9617309" cy="1339538"/>
          </a:xfrm>
        </p:grpSpPr>
        <p:grpSp>
          <p:nvGrpSpPr>
            <p:cNvPr id="8" name="Group 7">
              <a:extLst>
                <a:ext uri="{FF2B5EF4-FFF2-40B4-BE49-F238E27FC236}">
                  <a16:creationId xmlns:a16="http://schemas.microsoft.com/office/drawing/2014/main" id="{E04ECF70-A262-0676-03F1-90DF3F502417}"/>
                </a:ext>
              </a:extLst>
            </p:cNvPr>
            <p:cNvGrpSpPr/>
            <p:nvPr/>
          </p:nvGrpSpPr>
          <p:grpSpPr>
            <a:xfrm>
              <a:off x="1346665" y="5320156"/>
              <a:ext cx="9617309" cy="1339538"/>
              <a:chOff x="1354978" y="4833348"/>
              <a:chExt cx="9617309" cy="1339538"/>
            </a:xfrm>
          </p:grpSpPr>
          <p:grpSp>
            <p:nvGrpSpPr>
              <p:cNvPr id="9" name="Group 8">
                <a:extLst>
                  <a:ext uri="{FF2B5EF4-FFF2-40B4-BE49-F238E27FC236}">
                    <a16:creationId xmlns:a16="http://schemas.microsoft.com/office/drawing/2014/main" id="{266E772B-C5B5-5607-9D95-299158A97830}"/>
                  </a:ext>
                </a:extLst>
              </p:cNvPr>
              <p:cNvGrpSpPr/>
              <p:nvPr/>
            </p:nvGrpSpPr>
            <p:grpSpPr>
              <a:xfrm>
                <a:off x="1354978" y="4833348"/>
                <a:ext cx="9617309" cy="1242671"/>
                <a:chOff x="1354975" y="5015345"/>
                <a:chExt cx="9617309" cy="1242671"/>
              </a:xfrm>
            </p:grpSpPr>
            <p:grpSp>
              <p:nvGrpSpPr>
                <p:cNvPr id="11" name="Group 10">
                  <a:extLst>
                    <a:ext uri="{FF2B5EF4-FFF2-40B4-BE49-F238E27FC236}">
                      <a16:creationId xmlns:a16="http://schemas.microsoft.com/office/drawing/2014/main" id="{BD0890C0-0419-0E68-E453-36D8E762A2EC}"/>
                    </a:ext>
                  </a:extLst>
                </p:cNvPr>
                <p:cNvGrpSpPr/>
                <p:nvPr/>
              </p:nvGrpSpPr>
              <p:grpSpPr>
                <a:xfrm>
                  <a:off x="1571106" y="5015345"/>
                  <a:ext cx="8927869" cy="293716"/>
                  <a:chOff x="1546168" y="3585556"/>
                  <a:chExt cx="8927869" cy="293716"/>
                </a:xfrm>
              </p:grpSpPr>
              <p:cxnSp>
                <p:nvCxnSpPr>
                  <p:cNvPr id="13" name="Straight Connector 12">
                    <a:extLst>
                      <a:ext uri="{FF2B5EF4-FFF2-40B4-BE49-F238E27FC236}">
                        <a16:creationId xmlns:a16="http://schemas.microsoft.com/office/drawing/2014/main" id="{8F84D668-5F19-8366-BE0A-D30D4AD8502A}"/>
                      </a:ext>
                    </a:extLst>
                  </p:cNvPr>
                  <p:cNvCxnSpPr>
                    <a:cxnSpLocks/>
                  </p:cNvCxnSpPr>
                  <p:nvPr/>
                </p:nvCxnSpPr>
                <p:spPr>
                  <a:xfrm>
                    <a:off x="1546168" y="3732414"/>
                    <a:ext cx="892786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980A7D7-E83B-ECAC-AEF3-9827C4FCA9D9}"/>
                      </a:ext>
                    </a:extLst>
                  </p:cNvPr>
                  <p:cNvCxnSpPr>
                    <a:cxnSpLocks/>
                  </p:cNvCxnSpPr>
                  <p:nvPr/>
                </p:nvCxnSpPr>
                <p:spPr>
                  <a:xfrm flipV="1">
                    <a:off x="1546168" y="3585556"/>
                    <a:ext cx="0" cy="2937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C3E9E39-959D-B6FB-B846-252C4B35D212}"/>
                      </a:ext>
                    </a:extLst>
                  </p:cNvPr>
                  <p:cNvCxnSpPr>
                    <a:cxnSpLocks/>
                  </p:cNvCxnSpPr>
                  <p:nvPr/>
                </p:nvCxnSpPr>
                <p:spPr>
                  <a:xfrm flipV="1">
                    <a:off x="10474037" y="3585556"/>
                    <a:ext cx="0" cy="2937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3543DE4-EF44-AF69-9CBB-9E3485D19E99}"/>
                      </a:ext>
                    </a:extLst>
                  </p:cNvPr>
                  <p:cNvCxnSpPr>
                    <a:cxnSpLocks/>
                  </p:cNvCxnSpPr>
                  <p:nvPr/>
                </p:nvCxnSpPr>
                <p:spPr>
                  <a:xfrm flipV="1">
                    <a:off x="6109599" y="3585556"/>
                    <a:ext cx="0" cy="2937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TextBox 11">
                  <a:extLst>
                    <a:ext uri="{FF2B5EF4-FFF2-40B4-BE49-F238E27FC236}">
                      <a16:creationId xmlns:a16="http://schemas.microsoft.com/office/drawing/2014/main" id="{E109987B-E7E1-84E2-A1AE-A1D251A0593C}"/>
                    </a:ext>
                  </a:extLst>
                </p:cNvPr>
                <p:cNvSpPr txBox="1"/>
                <p:nvPr/>
              </p:nvSpPr>
              <p:spPr>
                <a:xfrm>
                  <a:off x="1354975" y="5611685"/>
                  <a:ext cx="9617309" cy="646331"/>
                </a:xfrm>
                <a:prstGeom prst="rect">
                  <a:avLst/>
                </a:prstGeom>
                <a:noFill/>
              </p:spPr>
              <p:txBody>
                <a:bodyPr wrap="square">
                  <a:spAutoFit/>
                </a:bodyPr>
                <a:lstStyle/>
                <a:p>
                  <a:r>
                    <a:rPr lang="en-AU" sz="3600" b="1"/>
                    <a:t>0						 						  		   1</a:t>
                  </a:r>
                </a:p>
              </p:txBody>
            </p:sp>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DBA3824-3E01-896C-2ACE-EEF90D1B5E1F}"/>
                      </a:ext>
                    </a:extLst>
                  </p:cNvPr>
                  <p:cNvSpPr txBox="1"/>
                  <p:nvPr/>
                </p:nvSpPr>
                <p:spPr>
                  <a:xfrm>
                    <a:off x="5740093" y="5273922"/>
                    <a:ext cx="788894" cy="898964"/>
                  </a:xfrm>
                  <a:prstGeom prst="rect">
                    <a:avLst/>
                  </a:prstGeom>
                  <a:noFill/>
                </p:spPr>
                <p:txBody>
                  <a:bodyPr wrap="square">
                    <a:spAutoFit/>
                  </a:bodyPr>
                  <a:lstStyle/>
                  <a:p>
                    <a:pPr/>
                    <a14:m>
                      <m:oMathPara xmlns:m="http://schemas.openxmlformats.org/officeDocument/2006/math">
                        <m:oMath>
                          <m:f>
                            <m:fPr>
                              <m:ctrlPr>
                                <a:rPr lang="en-AU" sz="2800" b="1" i="0" smtClean="0">
                                  <a:effectLst/>
                                  <a:latin typeface="Cambria Math" panose="02040503050406030204" pitchFamily="18" charset="0"/>
                                  <a:ea typeface="Calibri" panose="020F0502020204030204" pitchFamily="34" charset="0"/>
                                </a:rPr>
                              </m:ctrlPr>
                            </m:fPr>
                            <m:num>
                              <m:r>
                                <a:rPr lang="en-AU" sz="2800" b="1" i="0" smtClean="0">
                                  <a:effectLst/>
                                  <a:latin typeface="Cambria Math" panose="02040503050406030204" pitchFamily="18" charset="0"/>
                                  <a:ea typeface="Calibri" panose="020F0502020204030204" pitchFamily="34" charset="0"/>
                                </a:rPr>
                                <m:t>𝟐</m:t>
                              </m:r>
                            </m:num>
                            <m:den>
                              <m:r>
                                <a:rPr lang="en-AU" sz="2800" b="1" i="0" smtClean="0">
                                  <a:effectLst/>
                                  <a:latin typeface="Cambria Math" panose="02040503050406030204" pitchFamily="18" charset="0"/>
                                  <a:ea typeface="Calibri" panose="020F0502020204030204" pitchFamily="34" charset="0"/>
                                </a:rPr>
                                <m:t>𝟒</m:t>
                              </m:r>
                            </m:den>
                          </m:f>
                        </m:oMath>
                      </m:oMathPara>
                    </a14:m>
                    <a:endParaRPr lang="en-AU" sz="1600" b="1"/>
                  </a:p>
                </p:txBody>
              </p:sp>
            </mc:Choice>
            <mc:Fallback xmlns="">
              <p:sp>
                <p:nvSpPr>
                  <p:cNvPr id="10" name="TextBox 9">
                    <a:extLst>
                      <a:ext uri="{FF2B5EF4-FFF2-40B4-BE49-F238E27FC236}">
                        <a16:creationId xmlns:a16="http://schemas.microsoft.com/office/drawing/2014/main" id="{DDBA3824-3E01-896C-2ACE-EEF90D1B5E1F}"/>
                      </a:ext>
                    </a:extLst>
                  </p:cNvPr>
                  <p:cNvSpPr txBox="1">
                    <a:spLocks noRot="1" noChangeAspect="1" noMove="1" noResize="1" noEditPoints="1" noAdjustHandles="1" noChangeArrowheads="1" noChangeShapeType="1" noTextEdit="1"/>
                  </p:cNvSpPr>
                  <p:nvPr/>
                </p:nvSpPr>
                <p:spPr>
                  <a:xfrm>
                    <a:off x="5740093" y="5273922"/>
                    <a:ext cx="788894" cy="898964"/>
                  </a:xfrm>
                  <a:prstGeom prst="rect">
                    <a:avLst/>
                  </a:prstGeom>
                  <a:blipFill>
                    <a:blip r:embed="rId6"/>
                    <a:stretch>
                      <a:fillRect/>
                    </a:stretch>
                  </a:blipFill>
                </p:spPr>
                <p:txBody>
                  <a:bodyPr/>
                  <a:lstStyle/>
                  <a:p>
                    <a:r>
                      <a:rPr lang="en-AU">
                        <a:noFill/>
                      </a:rPr>
                      <a:t> </a:t>
                    </a:r>
                  </a:p>
                </p:txBody>
              </p:sp>
            </mc:Fallback>
          </mc:AlternateContent>
        </p:gr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73BD615D-1972-7BAF-FE7E-6D4D00F20369}"/>
                    </a:ext>
                  </a:extLst>
                </p:cNvPr>
                <p:cNvSpPr txBox="1"/>
                <p:nvPr/>
              </p:nvSpPr>
              <p:spPr>
                <a:xfrm>
                  <a:off x="3460873" y="5760730"/>
                  <a:ext cx="788894" cy="898964"/>
                </a:xfrm>
                <a:prstGeom prst="rect">
                  <a:avLst/>
                </a:prstGeom>
                <a:noFill/>
              </p:spPr>
              <p:txBody>
                <a:bodyPr wrap="square">
                  <a:spAutoFit/>
                </a:bodyPr>
                <a:lstStyle/>
                <a:p>
                  <a:pPr/>
                  <a14:m>
                    <m:oMathPara xmlns:m="http://schemas.openxmlformats.org/officeDocument/2006/math">
                      <m:oMath>
                        <m:f>
                          <m:fPr>
                            <m:ctrlPr>
                              <a:rPr lang="en-AU" sz="2800" b="1" i="1">
                                <a:effectLst/>
                                <a:latin typeface="Cambria Math" panose="02040503050406030204" pitchFamily="18" charset="0"/>
                                <a:ea typeface="Calibri" panose="020F0502020204030204" pitchFamily="34" charset="0"/>
                              </a:rPr>
                            </m:ctrlPr>
                          </m:fPr>
                          <m:num>
                            <m:r>
                              <a:rPr lang="en-AU" sz="2800" b="1" i="1">
                                <a:effectLst/>
                                <a:latin typeface="Cambria Math" panose="02040503050406030204" pitchFamily="18" charset="0"/>
                                <a:ea typeface="Calibri" panose="020F0502020204030204" pitchFamily="34" charset="0"/>
                              </a:rPr>
                              <m:t>𝟏</m:t>
                            </m:r>
                          </m:num>
                          <m:den>
                            <m:r>
                              <a:rPr lang="en-AU" sz="2800" b="1" i="0" smtClean="0">
                                <a:effectLst/>
                                <a:latin typeface="Cambria Math" panose="02040503050406030204" pitchFamily="18" charset="0"/>
                                <a:ea typeface="Calibri" panose="020F0502020204030204" pitchFamily="34" charset="0"/>
                              </a:rPr>
                              <m:t>𝟒</m:t>
                            </m:r>
                          </m:den>
                        </m:f>
                      </m:oMath>
                    </m:oMathPara>
                  </a14:m>
                  <a:endParaRPr lang="en-AU" sz="1600" b="1"/>
                </a:p>
              </p:txBody>
            </p:sp>
          </mc:Choice>
          <mc:Fallback xmlns="">
            <p:sp>
              <p:nvSpPr>
                <p:cNvPr id="31" name="TextBox 30">
                  <a:extLst>
                    <a:ext uri="{FF2B5EF4-FFF2-40B4-BE49-F238E27FC236}">
                      <a16:creationId xmlns:a16="http://schemas.microsoft.com/office/drawing/2014/main" id="{73BD615D-1972-7BAF-FE7E-6D4D00F20369}"/>
                    </a:ext>
                  </a:extLst>
                </p:cNvPr>
                <p:cNvSpPr txBox="1">
                  <a:spLocks noRot="1" noChangeAspect="1" noMove="1" noResize="1" noEditPoints="1" noAdjustHandles="1" noChangeArrowheads="1" noChangeShapeType="1" noTextEdit="1"/>
                </p:cNvSpPr>
                <p:nvPr/>
              </p:nvSpPr>
              <p:spPr>
                <a:xfrm>
                  <a:off x="3460873" y="5760730"/>
                  <a:ext cx="788894" cy="898964"/>
                </a:xfrm>
                <a:prstGeom prst="rect">
                  <a:avLst/>
                </a:prstGeom>
                <a:blipFill>
                  <a:blip r:embed="rId7"/>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7057EB1C-04B4-8651-DAB2-A3A2647EF454}"/>
                    </a:ext>
                  </a:extLst>
                </p:cNvPr>
                <p:cNvSpPr txBox="1"/>
                <p:nvPr/>
              </p:nvSpPr>
              <p:spPr>
                <a:xfrm>
                  <a:off x="7904173" y="5760730"/>
                  <a:ext cx="788894" cy="898964"/>
                </a:xfrm>
                <a:prstGeom prst="rect">
                  <a:avLst/>
                </a:prstGeom>
                <a:noFill/>
              </p:spPr>
              <p:txBody>
                <a:bodyPr wrap="square">
                  <a:spAutoFit/>
                </a:bodyPr>
                <a:lstStyle/>
                <a:p>
                  <a:pPr/>
                  <a14:m>
                    <m:oMathPara xmlns:m="http://schemas.openxmlformats.org/officeDocument/2006/math">
                      <m:oMath>
                        <m:f>
                          <m:fPr>
                            <m:ctrlPr>
                              <a:rPr lang="en-AU" sz="2800" b="1" i="0" smtClean="0">
                                <a:effectLst/>
                                <a:latin typeface="Cambria Math" panose="02040503050406030204" pitchFamily="18" charset="0"/>
                                <a:ea typeface="Calibri" panose="020F0502020204030204" pitchFamily="34" charset="0"/>
                              </a:rPr>
                            </m:ctrlPr>
                          </m:fPr>
                          <m:num>
                            <m:r>
                              <a:rPr lang="en-AU" sz="2800" b="1" i="0" smtClean="0">
                                <a:effectLst/>
                                <a:latin typeface="Cambria Math" panose="02040503050406030204" pitchFamily="18" charset="0"/>
                                <a:ea typeface="Calibri" panose="020F0502020204030204" pitchFamily="34" charset="0"/>
                              </a:rPr>
                              <m:t>𝟑</m:t>
                            </m:r>
                          </m:num>
                          <m:den>
                            <m:r>
                              <a:rPr lang="en-AU" sz="2800" b="1" i="0" smtClean="0">
                                <a:effectLst/>
                                <a:latin typeface="Cambria Math" panose="02040503050406030204" pitchFamily="18" charset="0"/>
                                <a:ea typeface="Calibri" panose="020F0502020204030204" pitchFamily="34" charset="0"/>
                              </a:rPr>
                              <m:t>𝟒</m:t>
                            </m:r>
                          </m:den>
                        </m:f>
                      </m:oMath>
                    </m:oMathPara>
                  </a14:m>
                  <a:endParaRPr lang="en-AU" sz="1600" b="1"/>
                </a:p>
              </p:txBody>
            </p:sp>
          </mc:Choice>
          <mc:Fallback xmlns="">
            <p:sp>
              <p:nvSpPr>
                <p:cNvPr id="32" name="TextBox 31">
                  <a:extLst>
                    <a:ext uri="{FF2B5EF4-FFF2-40B4-BE49-F238E27FC236}">
                      <a16:creationId xmlns:a16="http://schemas.microsoft.com/office/drawing/2014/main" id="{7057EB1C-04B4-8651-DAB2-A3A2647EF454}"/>
                    </a:ext>
                  </a:extLst>
                </p:cNvPr>
                <p:cNvSpPr txBox="1">
                  <a:spLocks noRot="1" noChangeAspect="1" noMove="1" noResize="1" noEditPoints="1" noAdjustHandles="1" noChangeArrowheads="1" noChangeShapeType="1" noTextEdit="1"/>
                </p:cNvSpPr>
                <p:nvPr/>
              </p:nvSpPr>
              <p:spPr>
                <a:xfrm>
                  <a:off x="7904173" y="5760730"/>
                  <a:ext cx="788894" cy="898964"/>
                </a:xfrm>
                <a:prstGeom prst="rect">
                  <a:avLst/>
                </a:prstGeom>
                <a:blipFill>
                  <a:blip r:embed="rId8"/>
                  <a:stretch>
                    <a:fillRect/>
                  </a:stretch>
                </a:blipFill>
              </p:spPr>
              <p:txBody>
                <a:bodyPr/>
                <a:lstStyle/>
                <a:p>
                  <a:r>
                    <a:rPr lang="en-AU">
                      <a:noFill/>
                    </a:rPr>
                    <a:t> </a:t>
                  </a:r>
                </a:p>
              </p:txBody>
            </p:sp>
          </mc:Fallback>
        </mc:AlternateContent>
        <p:cxnSp>
          <p:nvCxnSpPr>
            <p:cNvPr id="33" name="Straight Connector 32">
              <a:extLst>
                <a:ext uri="{FF2B5EF4-FFF2-40B4-BE49-F238E27FC236}">
                  <a16:creationId xmlns:a16="http://schemas.microsoft.com/office/drawing/2014/main" id="{1DEEB5F9-E320-B5E6-FF55-86724F269C48}"/>
                </a:ext>
              </a:extLst>
            </p:cNvPr>
            <p:cNvCxnSpPr>
              <a:cxnSpLocks/>
            </p:cNvCxnSpPr>
            <p:nvPr/>
          </p:nvCxnSpPr>
          <p:spPr>
            <a:xfrm flipV="1">
              <a:off x="8298620" y="5320156"/>
              <a:ext cx="0" cy="2937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E124EA9-C929-7369-C110-18FDA440F492}"/>
                </a:ext>
              </a:extLst>
            </p:cNvPr>
            <p:cNvCxnSpPr>
              <a:cxnSpLocks/>
            </p:cNvCxnSpPr>
            <p:nvPr/>
          </p:nvCxnSpPr>
          <p:spPr>
            <a:xfrm flipV="1">
              <a:off x="3867935" y="5320156"/>
              <a:ext cx="0" cy="29371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5" name="TextBox 34">
            <a:extLst>
              <a:ext uri="{FF2B5EF4-FFF2-40B4-BE49-F238E27FC236}">
                <a16:creationId xmlns:a16="http://schemas.microsoft.com/office/drawing/2014/main" id="{CCC14779-B517-FDD5-3115-833A90EE8E86}"/>
              </a:ext>
            </a:extLst>
          </p:cNvPr>
          <p:cNvSpPr txBox="1"/>
          <p:nvPr/>
        </p:nvSpPr>
        <p:spPr>
          <a:xfrm>
            <a:off x="2700765" y="1157877"/>
            <a:ext cx="8903797" cy="3313664"/>
          </a:xfrm>
          <a:prstGeom prst="rect">
            <a:avLst/>
          </a:prstGeom>
          <a:noFill/>
        </p:spPr>
        <p:txBody>
          <a:bodyPr wrap="square">
            <a:spAutoFit/>
          </a:bodyPr>
          <a:lstStyle/>
          <a:p>
            <a:pPr algn="ctr">
              <a:lnSpc>
                <a:spcPct val="150000"/>
              </a:lnSpc>
            </a:pPr>
            <a:r>
              <a:rPr lang="en-AU" sz="3600"/>
              <a:t>Jen </a:t>
            </a:r>
            <a:r>
              <a:rPr lang="en-AU" sz="3600" b="1"/>
              <a:t>randomly</a:t>
            </a:r>
            <a:r>
              <a:rPr lang="en-AU" sz="3600"/>
              <a:t> gets a handball from the bag. Which </a:t>
            </a:r>
            <a:r>
              <a:rPr lang="en-AU" sz="3600" b="1"/>
              <a:t>fraction</a:t>
            </a:r>
            <a:r>
              <a:rPr lang="en-AU" sz="3600"/>
              <a:t> </a:t>
            </a:r>
            <a:r>
              <a:rPr lang="en-AU" sz="3600" b="1"/>
              <a:t>describes the probability</a:t>
            </a:r>
            <a:r>
              <a:rPr lang="en-AU" sz="3600"/>
              <a:t> of her getting the </a:t>
            </a:r>
          </a:p>
          <a:p>
            <a:pPr algn="ctr">
              <a:lnSpc>
                <a:spcPct val="150000"/>
              </a:lnSpc>
            </a:pPr>
            <a:r>
              <a:rPr lang="en-AU" sz="3600" b="1"/>
              <a:t>blue </a:t>
            </a:r>
            <a:r>
              <a:rPr lang="en-AU" sz="3600"/>
              <a:t>handball? Record your </a:t>
            </a:r>
            <a:r>
              <a:rPr lang="en-AU" sz="3600" b="1"/>
              <a:t>reasoning</a:t>
            </a:r>
            <a:r>
              <a:rPr lang="en-AU" sz="3600"/>
              <a:t>.</a:t>
            </a:r>
            <a:endParaRPr lang="en-AU" sz="4000"/>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4" name="Text Placeholder 17">
            <a:extLst>
              <a:ext uri="{FF2B5EF4-FFF2-40B4-BE49-F238E27FC236}">
                <a16:creationId xmlns:a16="http://schemas.microsoft.com/office/drawing/2014/main" id="{3D25545E-E16C-1D78-57C6-B42FDB72ED3E}"/>
              </a:ext>
            </a:extLst>
          </p:cNvPr>
          <p:cNvSpPr txBox="1">
            <a:spLocks/>
          </p:cNvSpPr>
          <p:nvPr/>
        </p:nvSpPr>
        <p:spPr>
          <a:xfrm>
            <a:off x="3581" y="915270"/>
            <a:ext cx="12189391" cy="930096"/>
          </a:xfrm>
          <a:prstGeom prst="rect">
            <a:avLst/>
          </a:prstGeom>
        </p:spPr>
        <p:txBody>
          <a:bodyPr lIns="91440" tIns="45720" rIns="91440" bIns="45720" anchor="t"/>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latin typeface="Arial"/>
                <a:cs typeface="Arial"/>
              </a:rPr>
              <a:t>Partition</a:t>
            </a:r>
            <a:r>
              <a:rPr lang="en-AU" sz="4400">
                <a:latin typeface="Arial"/>
                <a:cs typeface="Arial"/>
              </a:rPr>
              <a:t> the </a:t>
            </a:r>
            <a:r>
              <a:rPr lang="en-AU" sz="4400" b="1">
                <a:latin typeface="Arial"/>
                <a:cs typeface="Arial"/>
              </a:rPr>
              <a:t>composite shape </a:t>
            </a:r>
            <a:r>
              <a:rPr lang="en-AU" sz="4400">
                <a:latin typeface="Arial"/>
                <a:cs typeface="Arial"/>
              </a:rPr>
              <a:t>to find the </a:t>
            </a:r>
            <a:r>
              <a:rPr lang="en-AU" sz="4400" b="1">
                <a:latin typeface="Arial"/>
                <a:cs typeface="Arial"/>
              </a:rPr>
              <a:t>area </a:t>
            </a:r>
            <a:r>
              <a:rPr lang="en-AU" sz="4400">
                <a:latin typeface="Arial"/>
                <a:cs typeface="Arial"/>
              </a:rPr>
              <a:t>in </a:t>
            </a:r>
            <a:r>
              <a:rPr lang="en-AU" sz="4400" b="1">
                <a:latin typeface="Arial"/>
                <a:cs typeface="Arial"/>
              </a:rPr>
              <a:t>square metres</a:t>
            </a:r>
            <a:r>
              <a:rPr lang="en-AU" sz="4400">
                <a:latin typeface="Arial"/>
                <a:cs typeface="Arial"/>
              </a:rPr>
              <a:t>. Record your </a:t>
            </a:r>
            <a:r>
              <a:rPr lang="en-AU" sz="4400" b="1">
                <a:latin typeface="Arial"/>
                <a:cs typeface="Arial"/>
              </a:rPr>
              <a:t>reasoning</a:t>
            </a:r>
            <a:r>
              <a:rPr lang="en-AU" sz="4400">
                <a:latin typeface="Arial"/>
                <a:cs typeface="Arial"/>
              </a:rPr>
              <a:t>.</a:t>
            </a:r>
            <a:endParaRPr lang="en-US" sz="4400">
              <a:latin typeface="Arial"/>
              <a:cs typeface="Arial"/>
            </a:endParaRPr>
          </a:p>
          <a:p>
            <a:endParaRPr lang="en-US" sz="4400"/>
          </a:p>
        </p:txBody>
      </p:sp>
      <p:pic>
        <p:nvPicPr>
          <p:cNvPr id="5" name="Picture 4" descr="A composite shape with an area of 24 square metres. ">
            <a:extLst>
              <a:ext uri="{FF2B5EF4-FFF2-40B4-BE49-F238E27FC236}">
                <a16:creationId xmlns:a16="http://schemas.microsoft.com/office/drawing/2014/main" id="{DFB532DA-BE62-4B47-0735-285E7A66D01B}"/>
              </a:ext>
            </a:extLst>
          </p:cNvPr>
          <p:cNvPicPr>
            <a:picLocks noChangeAspect="1"/>
          </p:cNvPicPr>
          <p:nvPr/>
        </p:nvPicPr>
        <p:blipFill>
          <a:blip r:embed="rId4"/>
          <a:stretch>
            <a:fillRect/>
          </a:stretch>
        </p:blipFill>
        <p:spPr>
          <a:xfrm>
            <a:off x="2564781" y="3091175"/>
            <a:ext cx="6687206" cy="3424825"/>
          </a:xfrm>
          <a:prstGeom prst="rect">
            <a:avLst/>
          </a:prstGeom>
        </p:spPr>
      </p:pic>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5" name="TextBox 4">
            <a:extLst>
              <a:ext uri="{FF2B5EF4-FFF2-40B4-BE49-F238E27FC236}">
                <a16:creationId xmlns:a16="http://schemas.microsoft.com/office/drawing/2014/main" id="{FB779531-16C4-B977-538F-0E70E8BFC900}"/>
              </a:ext>
            </a:extLst>
          </p:cNvPr>
          <p:cNvSpPr txBox="1"/>
          <p:nvPr/>
        </p:nvSpPr>
        <p:spPr>
          <a:xfrm>
            <a:off x="726141" y="1010814"/>
            <a:ext cx="11117859" cy="5595186"/>
          </a:xfrm>
          <a:prstGeom prst="rect">
            <a:avLst/>
          </a:prstGeom>
          <a:noFill/>
        </p:spPr>
        <p:txBody>
          <a:bodyPr wrap="square" lIns="91440" tIns="45720" rIns="91440" bIns="45720" anchor="t">
            <a:spAutoFit/>
          </a:bodyPr>
          <a:lstStyle/>
          <a:p>
            <a:pPr lvl="0" algn="ctr">
              <a:lnSpc>
                <a:spcPct val="150000"/>
              </a:lnSpc>
              <a:spcBef>
                <a:spcPts val="1200"/>
              </a:spcBef>
              <a:spcAft>
                <a:spcPts val="600"/>
              </a:spcAft>
              <a:tabLst>
                <a:tab pos="408305" algn="l"/>
              </a:tabLst>
            </a:pPr>
            <a:r>
              <a:rPr lang="en-AU" sz="4000">
                <a:effectLst/>
                <a:latin typeface="Arial" panose="020B0604020202020204" pitchFamily="34" charset="0"/>
                <a:ea typeface="Calibri" panose="020F0502020204030204" pitchFamily="34" charset="0"/>
              </a:rPr>
              <a:t>Braxton knows that a </a:t>
            </a:r>
            <a:r>
              <a:rPr lang="en-AU" sz="4000" b="1">
                <a:effectLst/>
                <a:latin typeface="Arial" panose="020B0604020202020204" pitchFamily="34" charset="0"/>
                <a:ea typeface="Calibri" panose="020F0502020204030204" pitchFamily="34" charset="0"/>
              </a:rPr>
              <a:t>10% discount </a:t>
            </a:r>
            <a:r>
              <a:rPr lang="en-AU" sz="4000">
                <a:effectLst/>
                <a:latin typeface="Arial" panose="020B0604020202020204" pitchFamily="34" charset="0"/>
                <a:ea typeface="Calibri" panose="020F0502020204030204" pitchFamily="34" charset="0"/>
              </a:rPr>
              <a:t>off the price </a:t>
            </a:r>
            <a:r>
              <a:rPr lang="en-AU" sz="4000">
                <a:latin typeface="Arial" panose="020B0604020202020204" pitchFamily="34" charset="0"/>
                <a:ea typeface="Calibri" panose="020F0502020204030204" pitchFamily="34" charset="0"/>
              </a:rPr>
              <a:t>of a game for </a:t>
            </a:r>
            <a:r>
              <a:rPr lang="en-AU" sz="4000" b="1">
                <a:effectLst/>
                <a:latin typeface="Arial" panose="020B0604020202020204" pitchFamily="34" charset="0"/>
                <a:ea typeface="Calibri" panose="020F0502020204030204" pitchFamily="34" charset="0"/>
              </a:rPr>
              <a:t>$120</a:t>
            </a:r>
            <a:r>
              <a:rPr lang="en-AU" sz="4000">
                <a:effectLst/>
                <a:latin typeface="Arial" panose="020B0604020202020204" pitchFamily="34" charset="0"/>
                <a:ea typeface="Calibri" panose="020F0502020204030204" pitchFamily="34" charset="0"/>
              </a:rPr>
              <a:t> is </a:t>
            </a:r>
            <a:r>
              <a:rPr lang="en-AU" sz="4000" b="1">
                <a:effectLst/>
                <a:latin typeface="Arial" panose="020B0604020202020204" pitchFamily="34" charset="0"/>
                <a:ea typeface="Calibri" panose="020F0502020204030204" pitchFamily="34" charset="0"/>
              </a:rPr>
              <a:t>$12</a:t>
            </a:r>
            <a:r>
              <a:rPr lang="en-AU" sz="4000">
                <a:effectLst/>
                <a:latin typeface="Arial" panose="020B0604020202020204" pitchFamily="34" charset="0"/>
                <a:ea typeface="Calibri" panose="020F0502020204030204" pitchFamily="34" charset="0"/>
              </a:rPr>
              <a:t>. </a:t>
            </a:r>
            <a:endParaRPr lang="en-US"/>
          </a:p>
          <a:p>
            <a:pPr algn="ctr">
              <a:lnSpc>
                <a:spcPct val="150000"/>
              </a:lnSpc>
            </a:pPr>
            <a:r>
              <a:rPr lang="en-AU" sz="4000">
                <a:effectLst/>
                <a:latin typeface="Arial" panose="020B0604020202020204" pitchFamily="34" charset="0"/>
                <a:ea typeface="Calibri" panose="020F0502020204030204" pitchFamily="34" charset="0"/>
              </a:rPr>
              <a:t>H</a:t>
            </a:r>
            <a:r>
              <a:rPr lang="en-AU" sz="4000">
                <a:latin typeface="Arial" panose="020B0604020202020204" pitchFamily="34" charset="0"/>
                <a:ea typeface="Calibri" panose="020F0502020204030204" pitchFamily="34" charset="0"/>
              </a:rPr>
              <a:t>ow much would he save with discounts of: </a:t>
            </a:r>
            <a:endParaRPr lang="en-AU" sz="4000">
              <a:effectLst/>
              <a:latin typeface="Arial" panose="020B0604020202020204" pitchFamily="34" charset="0"/>
              <a:ea typeface="Calibri" panose="020F0502020204030204" pitchFamily="34" charset="0"/>
              <a:cs typeface="Arial" panose="020B0604020202020204" pitchFamily="34" charset="0"/>
            </a:endParaRPr>
          </a:p>
          <a:p>
            <a:pPr marL="571500" indent="-571500" algn="ctr">
              <a:lnSpc>
                <a:spcPct val="150000"/>
              </a:lnSpc>
              <a:buFont typeface="Arial" panose="020B0604020202020204" pitchFamily="34" charset="0"/>
              <a:buChar char="•"/>
            </a:pPr>
            <a:r>
              <a:rPr lang="en-AU" sz="4000">
                <a:effectLst/>
                <a:latin typeface="Arial" panose="020B0604020202020204" pitchFamily="34" charset="0"/>
                <a:ea typeface="Calibri" panose="020F0502020204030204" pitchFamily="34" charset="0"/>
              </a:rPr>
              <a:t>20%</a:t>
            </a:r>
          </a:p>
          <a:p>
            <a:pPr marL="571500" indent="-571500" algn="ctr">
              <a:lnSpc>
                <a:spcPct val="150000"/>
              </a:lnSpc>
              <a:buFont typeface="Arial" panose="020B0604020202020204" pitchFamily="34" charset="0"/>
              <a:buChar char="•"/>
            </a:pPr>
            <a:r>
              <a:rPr lang="en-AU" sz="4000">
                <a:latin typeface="Arial" panose="020B0604020202020204" pitchFamily="34" charset="0"/>
                <a:ea typeface="Calibri" panose="020F0502020204030204" pitchFamily="34" charset="0"/>
              </a:rPr>
              <a:t>25</a:t>
            </a:r>
            <a:r>
              <a:rPr lang="en-AU" sz="4000">
                <a:effectLst/>
                <a:latin typeface="Arial" panose="020B0604020202020204" pitchFamily="34" charset="0"/>
                <a:ea typeface="Calibri" panose="020F0502020204030204" pitchFamily="34" charset="0"/>
              </a:rPr>
              <a:t>%</a:t>
            </a:r>
          </a:p>
          <a:p>
            <a:pPr marL="571500" indent="-571500" algn="ctr">
              <a:lnSpc>
                <a:spcPct val="150000"/>
              </a:lnSpc>
              <a:buFont typeface="Arial" panose="020B0604020202020204" pitchFamily="34" charset="0"/>
              <a:buChar char="•"/>
            </a:pPr>
            <a:r>
              <a:rPr lang="en-AU" sz="4000">
                <a:latin typeface="Arial" panose="020B0604020202020204" pitchFamily="34" charset="0"/>
                <a:ea typeface="Calibri" panose="020F0502020204030204" pitchFamily="34" charset="0"/>
              </a:rPr>
              <a:t>40%</a:t>
            </a:r>
            <a:endParaRPr lang="en-AU" sz="4000"/>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5" name="TextBox 4">
            <a:extLst>
              <a:ext uri="{FF2B5EF4-FFF2-40B4-BE49-F238E27FC236}">
                <a16:creationId xmlns:a16="http://schemas.microsoft.com/office/drawing/2014/main" id="{1251E3B4-69B3-A347-CFFF-B739CC7270EE}"/>
              </a:ext>
            </a:extLst>
          </p:cNvPr>
          <p:cNvSpPr txBox="1"/>
          <p:nvPr/>
        </p:nvSpPr>
        <p:spPr>
          <a:xfrm>
            <a:off x="1143000" y="1785227"/>
            <a:ext cx="10175447" cy="4154984"/>
          </a:xfrm>
          <a:prstGeom prst="rect">
            <a:avLst/>
          </a:prstGeom>
          <a:noFill/>
        </p:spPr>
        <p:txBody>
          <a:bodyPr wrap="square">
            <a:spAutoFit/>
          </a:bodyPr>
          <a:lstStyle/>
          <a:p>
            <a:pPr algn="ctr"/>
            <a:r>
              <a:rPr lang="en-AU" sz="4400" b="0" i="0">
                <a:effectLst/>
                <a:latin typeface="Public Sans" pitchFamily="2" charset="0"/>
              </a:rPr>
              <a:t>Record </a:t>
            </a:r>
            <a:r>
              <a:rPr lang="en-AU" sz="4400" b="1" i="0">
                <a:effectLst/>
                <a:latin typeface="Public Sans" pitchFamily="2" charset="0"/>
              </a:rPr>
              <a:t>2 other ways </a:t>
            </a:r>
            <a:r>
              <a:rPr lang="en-AU" sz="4400" b="0" i="0">
                <a:effectLst/>
                <a:latin typeface="Public Sans" pitchFamily="2" charset="0"/>
              </a:rPr>
              <a:t>of communicating the </a:t>
            </a:r>
            <a:r>
              <a:rPr lang="en-AU" sz="4400" b="1" i="0">
                <a:effectLst/>
                <a:latin typeface="Public Sans" pitchFamily="2" charset="0"/>
              </a:rPr>
              <a:t>time</a:t>
            </a:r>
            <a:r>
              <a:rPr lang="en-AU" sz="4400" b="0" i="0">
                <a:effectLst/>
                <a:latin typeface="Public Sans" pitchFamily="2" charset="0"/>
              </a:rPr>
              <a:t>:</a:t>
            </a:r>
            <a:br>
              <a:rPr lang="en-AU" sz="4400" b="0" i="0">
                <a:effectLst/>
                <a:latin typeface="Public Sans" pitchFamily="2" charset="0"/>
              </a:rPr>
            </a:br>
            <a:r>
              <a:rPr lang="en-AU" sz="4400" b="0" i="0">
                <a:effectLst/>
                <a:latin typeface="Public Sans" pitchFamily="2" charset="0"/>
              </a:rPr>
              <a:t> </a:t>
            </a:r>
          </a:p>
          <a:p>
            <a:pPr algn="ctr"/>
            <a:r>
              <a:rPr lang="en-AU" sz="4400" b="1" i="0">
                <a:effectLst/>
                <a:latin typeface="Public Sans" pitchFamily="2" charset="0"/>
              </a:rPr>
              <a:t>1800 hours</a:t>
            </a:r>
          </a:p>
          <a:p>
            <a:pPr algn="ctr"/>
            <a:endParaRPr lang="en-AU" sz="4400">
              <a:latin typeface="Public Sans" pitchFamily="2" charset="0"/>
            </a:endParaRPr>
          </a:p>
          <a:p>
            <a:pPr algn="ctr"/>
            <a:r>
              <a:rPr lang="en-AU" sz="4400">
                <a:latin typeface="Public Sans" pitchFamily="2" charset="0"/>
              </a:rPr>
              <a:t>Be prepared to share your responses.</a:t>
            </a:r>
            <a:r>
              <a:rPr lang="en-AU" sz="4400" b="0" i="0">
                <a:effectLst/>
                <a:latin typeface="Public Sans" pitchFamily="2" charset="0"/>
              </a:rPr>
              <a:t> </a:t>
            </a:r>
            <a:endParaRPr lang="en-AU" sz="4400"/>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locate and represent integers on a number line </a:t>
            </a:r>
            <a:r>
              <a:rPr lang="en-AU">
                <a:solidFill>
                  <a:schemeClr val="bg1"/>
                </a:solidFill>
              </a:rPr>
              <a:t>(4)</a:t>
            </a:r>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a:ln>
            <a:noFill/>
          </a:ln>
        </p:spPr>
      </p:pic>
      <p:pic>
        <p:nvPicPr>
          <p:cNvPr id="3" name="Picture 2" descr="A group of 5 temperature gauges lettered A to E. The first two have temperatures shown on the gauge and a blank box for students to write these temperatures. The other gauges have no temperatures on the gauge but have temperatures written underneath. ">
            <a:extLst>
              <a:ext uri="{FF2B5EF4-FFF2-40B4-BE49-F238E27FC236}">
                <a16:creationId xmlns:a16="http://schemas.microsoft.com/office/drawing/2014/main" id="{8BF74C11-71FD-DC01-E163-2251EB53A0AB}"/>
              </a:ext>
            </a:extLst>
          </p:cNvPr>
          <p:cNvPicPr>
            <a:picLocks noChangeAspect="1"/>
          </p:cNvPicPr>
          <p:nvPr/>
        </p:nvPicPr>
        <p:blipFill>
          <a:blip r:embed="rId4"/>
          <a:stretch>
            <a:fillRect/>
          </a:stretch>
        </p:blipFill>
        <p:spPr>
          <a:xfrm>
            <a:off x="1270535" y="1371562"/>
            <a:ext cx="9650930" cy="5324438"/>
          </a:xfrm>
          <a:prstGeom prst="rect">
            <a:avLst/>
          </a:prstGeom>
        </p:spPr>
      </p:pic>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Mathematics-stage 3-unit 18-review of learning" id="{2C5C1D1B-0D88-464E-8FC1-786AFFA922B7}" vid="{22C0C6D4-5B97-4187-B3EB-127AB173F42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2" ma:contentTypeDescription="Create a new document." ma:contentTypeScope="" ma:versionID="05891fa245dabad90296fcda280daeb8">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e7d40734bf85537985a675388facd7f"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element name="MediaServiceBillingMetadata" ma:index="3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e763d47-3c66-4c58-9425-1477fd3ccd1e">
      <Terms xmlns="http://schemas.microsoft.com/office/infopath/2007/PartnerControls"/>
    </lcf76f155ced4ddcb4097134ff3c332f>
    <TaxCatchAll xmlns="60129b06-f64b-40a8-96e2-c5b2f86112b1" xsi:nil="true"/>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SharedWithUsers xmlns="60129b06-f64b-40a8-96e2-c5b2f86112b1">
      <UserInfo>
        <DisplayName/>
        <AccountId xsi:nil="true"/>
        <AccountType/>
      </UserInfo>
    </SharedWithUsers>
  </documentManagement>
</p:properties>
</file>

<file path=customXml/itemProps1.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2.xml><?xml version="1.0" encoding="utf-8"?>
<ds:datastoreItem xmlns:ds="http://schemas.openxmlformats.org/officeDocument/2006/customXml" ds:itemID="{89956A28-2D20-46E1-A857-5FB2223DD9F9}">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E555570-2BD4-426B-AA32-0A79CB6508A8}">
  <ds:schemaRefs>
    <ds:schemaRef ds:uri="http://schemas.microsoft.com/office/infopath/2007/PartnerControls"/>
    <ds:schemaRef ds:uri="http://schemas.microsoft.com/office/2006/documentManagement/types"/>
    <ds:schemaRef ds:uri="http://purl.org/dc/elements/1.1/"/>
    <ds:schemaRef ds:uri="60129b06-f64b-40a8-96e2-c5b2f86112b1"/>
    <ds:schemaRef ds:uri="http://schemas.microsoft.com/office/2006/metadata/properties"/>
    <ds:schemaRef ds:uri="http://www.w3.org/XML/1998/namespace"/>
    <ds:schemaRef ds:uri="http://purl.org/dc/terms/"/>
    <ds:schemaRef ds:uri="http://schemas.openxmlformats.org/package/2006/metadata/core-properties"/>
    <ds:schemaRef ds:uri="7e763d47-3c66-4c58-9425-1477fd3ccd1e"/>
    <ds:schemaRef ds:uri="http://purl.org/dc/dcmitype/"/>
  </ds:schemaRefs>
</ds:datastoreItem>
</file>

<file path=docMetadata/LabelInfo.xml><?xml version="1.0" encoding="utf-8"?>
<clbl:labelList xmlns:clbl="http://schemas.microsoft.com/office/2020/mipLabelMetadata">
  <clbl:label id="{b603dfd7-d93a-4381-a340-2995d8282205}" enabled="1" method="Standard" siteId="{05a0e69a-418a-47c1-9c25-9387261bf991}" removed="0"/>
</clbl:labelList>
</file>

<file path=docProps/app.xml><?xml version="1.0" encoding="utf-8"?>
<Properties xmlns="http://schemas.openxmlformats.org/officeDocument/2006/extended-properties" xmlns:vt="http://schemas.openxmlformats.org/officeDocument/2006/docPropsVTypes">
  <Template>Mathematics-stage 3-unit 18-review of learning (1)</Template>
  <TotalTime>86</TotalTime>
  <Words>3413</Words>
  <Application>Microsoft Office PowerPoint</Application>
  <PresentationFormat>Widescreen</PresentationFormat>
  <Paragraphs>416</Paragraphs>
  <Slides>31</Slides>
  <Notes>31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31</vt:i4>
      </vt:variant>
    </vt:vector>
  </HeadingPairs>
  <TitlesOfParts>
    <vt:vector size="43" baseType="lpstr">
      <vt:lpstr>Public Sans</vt:lpstr>
      <vt:lpstr>Canva Student Font</vt:lpstr>
      <vt:lpstr>Dreaming Outloud Sans</vt:lpstr>
      <vt:lpstr>Edu NSW ACT Foundation</vt:lpstr>
      <vt:lpstr>Public Sans Light</vt:lpstr>
      <vt:lpstr>Intro Rust</vt:lpstr>
      <vt:lpstr>Wingdings</vt:lpstr>
      <vt:lpstr>Times New Roman</vt:lpstr>
      <vt:lpstr>Calibri</vt:lpstr>
      <vt:lpstr>Arial</vt:lpstr>
      <vt:lpstr>Cambria Math</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locate and represent integers on a number line (1)</vt:lpstr>
      <vt:lpstr>Review of learning 2</vt:lpstr>
      <vt:lpstr>True or false (1)</vt:lpstr>
      <vt:lpstr>Short response 1</vt:lpstr>
      <vt:lpstr>Short response (6)</vt:lpstr>
      <vt:lpstr>Short response (7)</vt:lpstr>
      <vt:lpstr>Short response (8)</vt:lpstr>
      <vt:lpstr>Activity 2 – locate and represent integers on a number line (2)</vt:lpstr>
      <vt:lpstr>Review of learning 3</vt:lpstr>
      <vt:lpstr>Multiple choice (2)</vt:lpstr>
      <vt:lpstr>Short response (9)</vt:lpstr>
      <vt:lpstr>Short response (10)</vt:lpstr>
      <vt:lpstr>Short response (11)</vt:lpstr>
      <vt:lpstr>Short response (12)</vt:lpstr>
      <vt:lpstr>Activity 3 – locate and represent integers on a number line (3)</vt:lpstr>
      <vt:lpstr>Review of learning 4</vt:lpstr>
      <vt:lpstr>True or false (2)</vt:lpstr>
      <vt:lpstr>Short response (13)</vt:lpstr>
      <vt:lpstr>Short response (14)</vt:lpstr>
      <vt:lpstr>Short response (15)</vt:lpstr>
      <vt:lpstr>Short response (16)</vt:lpstr>
      <vt:lpstr>Activity 4 – locate and represent integers on a number line (4)</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Phil HOLLINS (Phil Hollins)</dc:creator>
  <cp:keywords/>
  <dc:description/>
  <cp:lastModifiedBy>Jason Fretwell</cp:lastModifiedBy>
  <cp:revision>2</cp:revision>
  <dcterms:created xsi:type="dcterms:W3CDTF">2025-08-14T05:16:09Z</dcterms:created>
  <dcterms:modified xsi:type="dcterms:W3CDTF">2026-10-20T09:13:30Z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Order">
    <vt:r8>2238400</vt:r8>
  </property>
  <property fmtid="{D5CDD505-2E9C-101B-9397-08002B2CF9AE}" pid="11" name="xd_Signature">
    <vt:bool>false</vt:bool>
  </property>
  <property fmtid="{D5CDD505-2E9C-101B-9397-08002B2CF9AE}" pid="12" name="xd_ProgID">
    <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MediaServiceImageTags">
    <vt:lpwstr/>
  </property>
</Properties>
</file>