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ink/ink1.xml" ContentType="application/inkml+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bookmarkIdSeed="2">
  <p:sldMasterIdLst>
    <p:sldMasterId id="2147483660" r:id="rId4"/>
  </p:sldMasterIdLst>
  <p:notesMasterIdLst>
    <p:notesMasterId r:id="rId74"/>
  </p:notesMasterIdLst>
  <p:handoutMasterIdLst>
    <p:handoutMasterId r:id="rId75"/>
  </p:handoutMasterIdLst>
  <p:sldIdLst>
    <p:sldId id="26511" r:id="rId5"/>
    <p:sldId id="26505" r:id="rId6"/>
    <p:sldId id="26359" r:id="rId7"/>
    <p:sldId id="271" r:id="rId8"/>
    <p:sldId id="26510" r:id="rId9"/>
    <p:sldId id="26508" r:id="rId10"/>
    <p:sldId id="26524" r:id="rId11"/>
    <p:sldId id="26525" r:id="rId12"/>
    <p:sldId id="26519" r:id="rId13"/>
    <p:sldId id="26571" r:id="rId14"/>
    <p:sldId id="26512" r:id="rId15"/>
    <p:sldId id="26509" r:id="rId16"/>
    <p:sldId id="26523" r:id="rId17"/>
    <p:sldId id="26529" r:id="rId18"/>
    <p:sldId id="26530" r:id="rId19"/>
    <p:sldId id="26531" r:id="rId20"/>
    <p:sldId id="26405" r:id="rId21"/>
    <p:sldId id="26513" r:id="rId22"/>
    <p:sldId id="26534" r:id="rId23"/>
    <p:sldId id="26535" r:id="rId24"/>
    <p:sldId id="26528" r:id="rId25"/>
    <p:sldId id="26537" r:id="rId26"/>
    <p:sldId id="26536" r:id="rId27"/>
    <p:sldId id="26443" r:id="rId28"/>
    <p:sldId id="26514" r:id="rId29"/>
    <p:sldId id="26539" r:id="rId30"/>
    <p:sldId id="26540" r:id="rId31"/>
    <p:sldId id="26541" r:id="rId32"/>
    <p:sldId id="26542" r:id="rId33"/>
    <p:sldId id="26543" r:id="rId34"/>
    <p:sldId id="26572" r:id="rId35"/>
    <p:sldId id="26515" r:id="rId36"/>
    <p:sldId id="26507" r:id="rId37"/>
    <p:sldId id="26546" r:id="rId38"/>
    <p:sldId id="26547" r:id="rId39"/>
    <p:sldId id="26548" r:id="rId40"/>
    <p:sldId id="26549" r:id="rId41"/>
    <p:sldId id="26425" r:id="rId42"/>
    <p:sldId id="26516" r:id="rId43"/>
    <p:sldId id="26550" r:id="rId44"/>
    <p:sldId id="26553" r:id="rId45"/>
    <p:sldId id="26554" r:id="rId46"/>
    <p:sldId id="26555" r:id="rId47"/>
    <p:sldId id="26556" r:id="rId48"/>
    <p:sldId id="26522" r:id="rId49"/>
    <p:sldId id="26517" r:id="rId50"/>
    <p:sldId id="26574" r:id="rId51"/>
    <p:sldId id="26560" r:id="rId52"/>
    <p:sldId id="26561" r:id="rId53"/>
    <p:sldId id="26562" r:id="rId54"/>
    <p:sldId id="26563" r:id="rId55"/>
    <p:sldId id="26430" r:id="rId56"/>
    <p:sldId id="26518" r:id="rId57"/>
    <p:sldId id="26564" r:id="rId58"/>
    <p:sldId id="26565" r:id="rId59"/>
    <p:sldId id="26567" r:id="rId60"/>
    <p:sldId id="26566" r:id="rId61"/>
    <p:sldId id="26568" r:id="rId62"/>
    <p:sldId id="26573" r:id="rId63"/>
    <p:sldId id="26393" r:id="rId64"/>
    <p:sldId id="26387" r:id="rId65"/>
    <p:sldId id="26395" r:id="rId66"/>
    <p:sldId id="26391" r:id="rId67"/>
    <p:sldId id="26402" r:id="rId68"/>
    <p:sldId id="26527" r:id="rId69"/>
    <p:sldId id="26545" r:id="rId70"/>
    <p:sldId id="26569" r:id="rId71"/>
    <p:sldId id="26570" r:id="rId72"/>
    <p:sldId id="361" r:id="rId73"/>
  </p:sldIdLst>
  <p:sldSz cx="12192000" cy="6858000"/>
  <p:notesSz cx="6858000" cy="9144000"/>
  <p:embeddedFontLst>
    <p:embeddedFont>
      <p:font typeface="Arial Black" panose="020B0A04020102020204" pitchFamily="34" charset="0"/>
      <p:bold r:id="rId76"/>
    </p:embeddedFont>
    <p:embeddedFont>
      <p:font typeface="Cambria Math" panose="02040503050406030204" pitchFamily="18" charset="0"/>
      <p:regular r:id="rId77"/>
    </p:embeddedFont>
    <p:embeddedFont>
      <p:font typeface="Dreaming Outloud Sans" panose="020B0604020202020204" charset="0"/>
      <p:regular r:id="rId78"/>
    </p:embeddedFont>
    <p:embeddedFont>
      <p:font typeface="Edu NSW ACT Foundation" panose="020B0604020202020204" charset="0"/>
      <p:regular r:id="rId79"/>
      <p:bold r:id="rId80"/>
    </p:embeddedFont>
    <p:embeddedFont>
      <p:font typeface="Edu NSW ACT Foundation Medium" panose="020B0604020202020204" charset="0"/>
      <p:regular r:id="rId81"/>
    </p:embeddedFont>
    <p:embeddedFont>
      <p:font typeface="League Spartan" panose="020B0604020202020204" charset="0"/>
      <p:regular r:id="rId82"/>
    </p:embeddedFont>
    <p:embeddedFont>
      <p:font typeface="Montserrat" panose="00000500000000000000" pitchFamily="2" charset="0"/>
      <p:regular r:id="rId83"/>
      <p:bold r:id="rId84"/>
      <p:italic r:id="rId85"/>
      <p:boldItalic r:id="rId86"/>
    </p:embeddedFont>
    <p:embeddedFont>
      <p:font typeface="Public Sans" pitchFamily="2" charset="0"/>
      <p:regular r:id="rId87"/>
      <p:bold r:id="rId88"/>
      <p:italic r:id="rId89"/>
      <p:boldItalic r:id="rId90"/>
    </p:embeddedFont>
    <p:embeddedFont>
      <p:font typeface="Public Sans Light" pitchFamily="2" charset="0"/>
      <p:regular r:id="rId91"/>
      <p:italic r:id="rId92"/>
    </p:embeddedFont>
  </p:embeddedFontLst>
  <p:defaultTex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defaultTextStyle>
  <p:extLst>
    <p:ext uri="{521415D9-36F7-43E2-AB2F-B90AF26B5E84}">
      <p14:sectionLst xmlns:p14="http://schemas.microsoft.com/office/powerpoint/2010/main">
        <p14:section name="Instructions for teachers" id="{E2540145-C446-48E2-9140-9B215E91A42D}">
          <p14:sldIdLst>
            <p14:sldId id="26511"/>
          </p14:sldIdLst>
        </p14:section>
        <p14:section name="Slide templates" id="{D5A8010D-981F-43AA-A0D6-182EC53CAA84}">
          <p14:sldIdLst>
            <p14:sldId id="26505"/>
            <p14:sldId id="26359"/>
            <p14:sldId id="271"/>
            <p14:sldId id="26510"/>
            <p14:sldId id="26508"/>
            <p14:sldId id="26524"/>
            <p14:sldId id="26525"/>
            <p14:sldId id="26519"/>
            <p14:sldId id="26571"/>
            <p14:sldId id="26512"/>
            <p14:sldId id="26509"/>
            <p14:sldId id="26523"/>
            <p14:sldId id="26529"/>
            <p14:sldId id="26530"/>
            <p14:sldId id="26531"/>
            <p14:sldId id="26405"/>
            <p14:sldId id="26513"/>
            <p14:sldId id="26534"/>
            <p14:sldId id="26535"/>
            <p14:sldId id="26528"/>
            <p14:sldId id="26537"/>
            <p14:sldId id="26536"/>
            <p14:sldId id="26443"/>
            <p14:sldId id="26514"/>
            <p14:sldId id="26539"/>
            <p14:sldId id="26540"/>
            <p14:sldId id="26541"/>
            <p14:sldId id="26542"/>
            <p14:sldId id="26543"/>
            <p14:sldId id="26572"/>
            <p14:sldId id="26515"/>
            <p14:sldId id="26507"/>
            <p14:sldId id="26546"/>
            <p14:sldId id="26547"/>
            <p14:sldId id="26548"/>
            <p14:sldId id="26549"/>
            <p14:sldId id="26425"/>
            <p14:sldId id="26516"/>
            <p14:sldId id="26550"/>
            <p14:sldId id="26553"/>
            <p14:sldId id="26554"/>
            <p14:sldId id="26555"/>
            <p14:sldId id="26556"/>
            <p14:sldId id="26522"/>
            <p14:sldId id="26517"/>
            <p14:sldId id="26574"/>
            <p14:sldId id="26560"/>
            <p14:sldId id="26561"/>
            <p14:sldId id="26562"/>
            <p14:sldId id="26563"/>
            <p14:sldId id="26430"/>
            <p14:sldId id="26518"/>
            <p14:sldId id="26564"/>
            <p14:sldId id="26565"/>
            <p14:sldId id="26567"/>
            <p14:sldId id="26566"/>
            <p14:sldId id="26568"/>
            <p14:sldId id="26573"/>
          </p14:sldIdLst>
        </p14:section>
        <p14:section name="Assets for teachers to create own reviews" id="{ACCADEBA-79DB-4F18-8F19-E4DF86159DFB}">
          <p14:sldIdLst>
            <p14:sldId id="26393"/>
            <p14:sldId id="26387"/>
            <p14:sldId id="26395"/>
            <p14:sldId id="26391"/>
            <p14:sldId id="26402"/>
            <p14:sldId id="26527"/>
            <p14:sldId id="26545"/>
          </p14:sldIdLst>
        </p14:section>
        <p14:section name="References &amp; copyright" id="{DBC31484-F5F8-4CB1-8DB4-A562A9780899}">
          <p14:sldIdLst>
            <p14:sldId id="26569"/>
            <p14:sldId id="26570"/>
            <p14:sldId id="361"/>
          </p14:sldIdLst>
        </p14:section>
      </p14:sectionLst>
    </p:ext>
    <p:ext uri="{EFAFB233-063F-42B5-8137-9DF3F51BA10A}">
      <p15:sldGuideLst xmlns:p15="http://schemas.microsoft.com/office/powerpoint/2012/main">
        <p15:guide id="1" orient="horz" pos="2160" userDrawn="1">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 id="{76652228-BA2A-8E0F-B69D-752F252CA8C9}" name="Carolyn Matthews" initials="CM" userId="S::Carolyn.Matthews2@det.nsw.edu.au::7f53049a-bf0f-477a-aa49-60e3a8d71d98" providerId="AD"/>
  <p188:author id="{4021882F-C6B3-C55E-767D-27181BD16F2B}" name="Melinda Ojeda" initials="MO" userId="S::Melinda.Ojeda@det.nsw.edu.au::d90aca96-824c-4874-b48e-bcce1db91155" providerId="AD"/>
  <p188:author id="{38A50444-57C2-0ED5-4EF0-B001B3687B58}" name="Nadia Walker" initials="NW" userId="S::Nadia.Walker2@det.nsw.edu.au::1d1c495c-8f87-451e-994f-64d576866b6d" providerId="AD"/>
  <p188:author id="{117A025F-CECB-7403-D4EE-15F295013070}" name="Carolyn Matthews" initials="CM" userId="S::carolyn.matthews2@det.nsw.edu.au::7f53049a-bf0f-477a-aa49-60e3a8d71d98" providerId="AD"/>
  <p188:author id="{95D16B7D-CADB-F2BF-AC29-D680545C75EE}" name="Carrie Webeck" initials="CW" userId="S::CARRIE-ANN.WEBECK@det.nsw.edu.au::e5c4b697-ca15-4f3a-a906-1289ddc2fc07" providerId="AD"/>
  <p188:author id="{D9FAB2E2-FCDC-C762-1ECD-0FBBF02124FD}" name="Annette Price" initials="AP" userId="S::Annette.Price4@det.nsw.edu.au::c1f433aa-1df1-446c-8140-9fd9ba3c3a08" providerId="AD"/>
  <p188:author id="{FD7747EE-57F8-CAC5-7CAF-C637FBE93789}" name="Ayesha Ali Khan" initials="AA" userId="S::AYESHA.ALIKHAN@det.nsw.edu.au::e002143d-9eb5-42e8-a931-47414acce609"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6CFD"/>
    <a:srgbClr val="000000"/>
    <a:srgbClr val="FFFFFF"/>
    <a:srgbClr val="002664"/>
    <a:srgbClr val="EA9B0C"/>
    <a:srgbClr val="007A8A"/>
    <a:srgbClr val="9B6808"/>
    <a:srgbClr val="427B2D"/>
    <a:srgbClr val="B51458"/>
    <a:srgbClr val="00ACC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43E22FE-CAD1-8EF8-093A-D14E2EA51B4D}" v="3" dt="2025-08-02T03:15:33.124"/>
    <p1510:client id="{212A3736-C739-44DF-9953-55F15597C01D}" v="2085" dt="2025-08-02T03:19:10.419"/>
    <p1510:client id="{C5D4C8E1-449C-5EC1-B458-37D9FB9AE5B5}" v="3" dt="2025-08-02T03:26:12.152"/>
    <p1510:client id="{DA6A9AD7-1459-41FB-9137-7DC684C9DE7B}" v="22" dt="2025-08-01T05:24:46.076"/>
    <p1510:client id="{FA8A8DA0-D1C0-5F99-DAC1-D820DA7D9B68}" v="5" dt="2025-08-02T03:00:32.797"/>
  </p1510:revLst>
</p1510:revInfo>
</file>

<file path=ppt/tableStyles.xml><?xml version="1.0" encoding="utf-8"?>
<a:tblStyleLst xmlns:a="http://schemas.openxmlformats.org/drawingml/2006/main" def="{5A111915-BE36-4E01-A7E5-04B1672EAD32}">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228" y="68"/>
      </p:cViewPr>
      <p:guideLst>
        <p:guide orient="horz" pos="2160"/>
        <p:guide pos="3863"/>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9.fntdata"/><Relationship Id="rId89" Type="http://schemas.openxmlformats.org/officeDocument/2006/relationships/font" Target="fonts/font14.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notesMaster" Target="notesMasters/notesMaster1.xml"/><Relationship Id="rId79" Type="http://schemas.openxmlformats.org/officeDocument/2006/relationships/font" Target="fonts/font4.fntdata"/><Relationship Id="rId5" Type="http://schemas.openxmlformats.org/officeDocument/2006/relationships/slide" Target="slides/slide1.xml"/><Relationship Id="rId90" Type="http://schemas.openxmlformats.org/officeDocument/2006/relationships/font" Target="fonts/font15.fntdata"/><Relationship Id="rId95" Type="http://schemas.openxmlformats.org/officeDocument/2006/relationships/theme" Target="theme/theme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font" Target="fonts/font5.fntdata"/><Relationship Id="rId85" Type="http://schemas.openxmlformats.org/officeDocument/2006/relationships/font" Target="fonts/font10.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handoutMaster" Target="handoutMasters/handoutMaster1.xml"/><Relationship Id="rId83" Type="http://schemas.openxmlformats.org/officeDocument/2006/relationships/font" Target="fonts/font8.fntdata"/><Relationship Id="rId88" Type="http://schemas.openxmlformats.org/officeDocument/2006/relationships/font" Target="fonts/font13.fntdata"/><Relationship Id="rId91" Type="http://schemas.openxmlformats.org/officeDocument/2006/relationships/font" Target="fonts/font16.fntdata"/><Relationship Id="rId96"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3.fntdata"/><Relationship Id="rId81" Type="http://schemas.openxmlformats.org/officeDocument/2006/relationships/font" Target="fonts/font6.fntdata"/><Relationship Id="rId86" Type="http://schemas.openxmlformats.org/officeDocument/2006/relationships/font" Target="fonts/font11.fntdata"/><Relationship Id="rId94"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fntdata"/><Relationship Id="rId97" Type="http://schemas.microsoft.com/office/2015/10/relationships/revisionInfo" Target="revisionInfo.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font" Target="fonts/font17.fntdata"/><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font" Target="fonts/font12.fntdata"/><Relationship Id="rId61" Type="http://schemas.openxmlformats.org/officeDocument/2006/relationships/slide" Target="slides/slide57.xml"/><Relationship Id="rId82" Type="http://schemas.openxmlformats.org/officeDocument/2006/relationships/font" Target="fonts/font7.fntdata"/><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font" Target="fonts/font2.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presProps" Target="presProps.xml"/><Relationship Id="rId98" Type="http://schemas.microsoft.com/office/2018/10/relationships/authors" Targe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43F5A19-4E20-4EDB-9EC8-DF02AC748E7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latin typeface="Public Sans" pitchFamily="2" charset="0"/>
            </a:endParaRPr>
          </a:p>
        </p:txBody>
      </p:sp>
      <p:sp>
        <p:nvSpPr>
          <p:cNvPr id="3" name="Date Placeholder 2">
            <a:extLst>
              <a:ext uri="{FF2B5EF4-FFF2-40B4-BE49-F238E27FC236}">
                <a16:creationId xmlns:a16="http://schemas.microsoft.com/office/drawing/2014/main" id="{6F2B4FC2-E151-470D-9291-01D2A5A6D34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0BF4B7B-ADA4-42BE-A113-1D67CA67812F}" type="datetimeFigureOut">
              <a:rPr lang="en-AU" smtClean="0">
                <a:latin typeface="Public Sans" pitchFamily="2" charset="0"/>
              </a:rPr>
              <a:t>4/08/2025</a:t>
            </a:fld>
            <a:endParaRPr lang="en-AU">
              <a:latin typeface="Public Sans" pitchFamily="2" charset="0"/>
            </a:endParaRPr>
          </a:p>
        </p:txBody>
      </p:sp>
      <p:sp>
        <p:nvSpPr>
          <p:cNvPr id="4" name="Footer Placeholder 3">
            <a:extLst>
              <a:ext uri="{FF2B5EF4-FFF2-40B4-BE49-F238E27FC236}">
                <a16:creationId xmlns:a16="http://schemas.microsoft.com/office/drawing/2014/main" id="{2F07DE46-ED0B-49F3-8199-C129451A46B7}"/>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latin typeface="Public Sans" pitchFamily="2" charset="0"/>
            </a:endParaRPr>
          </a:p>
        </p:txBody>
      </p:sp>
      <p:sp>
        <p:nvSpPr>
          <p:cNvPr id="5" name="Slide Number Placeholder 4">
            <a:extLst>
              <a:ext uri="{FF2B5EF4-FFF2-40B4-BE49-F238E27FC236}">
                <a16:creationId xmlns:a16="http://schemas.microsoft.com/office/drawing/2014/main" id="{56DA6684-5527-4DB9-88B5-C4F66FB5F78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AAF8501-5769-46EC-B8B9-363B75FA9999}" type="slidenum">
              <a:rPr lang="en-AU" smtClean="0">
                <a:latin typeface="Public Sans" pitchFamily="2" charset="0"/>
              </a:rPr>
              <a:t>‹#›</a:t>
            </a:fld>
            <a:endParaRPr lang="en-AU">
              <a:latin typeface="Public Sans" pitchFamily="2" charset="0"/>
            </a:endParaRPr>
          </a:p>
        </p:txBody>
      </p:sp>
    </p:spTree>
    <p:extLst>
      <p:ext uri="{BB962C8B-B14F-4D97-AF65-F5344CB8AC3E}">
        <p14:creationId xmlns:p14="http://schemas.microsoft.com/office/powerpoint/2010/main" val="4144793809"/>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7-20T03:33:59.561"/>
    </inkml:context>
    <inkml:brush xml:id="br0">
      <inkml:brushProperty name="width" value="0.05" units="cm"/>
      <inkml:brushProperty name="height" value="0.05" units="cm"/>
    </inkml:brush>
  </inkml:definitions>
  <inkml:trace contextRef="#ctx0" brushRef="#br0">1 1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Public Sans" pitchFamily="2" charset="0"/>
              </a:defRPr>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Public Sans" pitchFamily="2" charset="0"/>
              </a:defRPr>
            </a:lvl1pPr>
          </a:lstStyle>
          <a:p>
            <a:fld id="{EC6F825C-382E-4C1A-82AB-BCE4AFD21ABE}" type="datetimeFigureOut">
              <a:rPr lang="en-AU" smtClean="0"/>
              <a:pPr/>
              <a:t>4/08/2025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Public Sans" pitchFamily="2" charset="0"/>
              </a:defRPr>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Public Sans" pitchFamily="2" charset="0"/>
              </a:defRPr>
            </a:lvl1pPr>
          </a:lstStyle>
          <a:p>
            <a:fld id="{B07158C4-A119-4B78-9DE8-A50001BC31DC}" type="slidenum">
              <a:rPr lang="en-AU" smtClean="0"/>
              <a:pPr/>
              <a:t>‹#›</a:t>
            </a:fld>
            <a:endParaRPr lang="en-AU"/>
          </a:p>
        </p:txBody>
      </p:sp>
    </p:spTree>
    <p:extLst>
      <p:ext uri="{BB962C8B-B14F-4D97-AF65-F5344CB8AC3E}">
        <p14:creationId xmlns:p14="http://schemas.microsoft.com/office/powerpoint/2010/main" val="3301092027"/>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1pPr>
    <a:lvl2pPr marL="609585"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2pPr>
    <a:lvl3pPr marL="1219170"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3pPr>
    <a:lvl4pPr marL="1828754"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4pPr>
    <a:lvl5pPr marL="2438339" algn="l" defTabSz="1219170" rtl="0" eaLnBrk="1" latinLnBrk="0" hangingPunct="1">
      <a:defRPr sz="1600" kern="1200">
        <a:solidFill>
          <a:schemeClr val="tx1"/>
        </a:solidFill>
        <a:latin typeface="Arial" panose="020B0604020202020204" pitchFamily="34" charset="0"/>
        <a:ea typeface="+mn-ea"/>
        <a:cs typeface="Arial" panose="020B0604020202020204" pitchFamily="34" charset="0"/>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app.education.nsw.gov.au/digital-learning-selector/LearningActivity/Card/645" TargetMode="External"/><Relationship Id="rId2" Type="http://schemas.openxmlformats.org/officeDocument/2006/relationships/slide" Target="../slides/slide10.xml"/><Relationship Id="rId1" Type="http://schemas.openxmlformats.org/officeDocument/2006/relationships/notesMaster" Target="../notesMasters/notesMaster1.xml"/><Relationship Id="rId4" Type="http://schemas.openxmlformats.org/officeDocument/2006/relationships/hyperlink" Target="#_Resource_1_&#8211;"/></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3" Type="http://schemas.openxmlformats.org/officeDocument/2006/relationships/hyperlink" Target="https://education.nsw.gov.au/teaching-and-learning/curriculum/literacy-and-numeracy/teaching-and-learning-resources/numeracy/talk-move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3" Type="http://schemas.openxmlformats.org/officeDocument/2006/relationships/hyperlink" Target="#_Resource_12_&#8211;"/><Relationship Id="rId2" Type="http://schemas.openxmlformats.org/officeDocument/2006/relationships/slide" Target="../slides/slide24.xml"/><Relationship Id="rId1" Type="http://schemas.openxmlformats.org/officeDocument/2006/relationships/notesMaster" Target="../notesMasters/notesMaster1.xml"/><Relationship Id="rId4" Type="http://schemas.openxmlformats.org/officeDocument/2006/relationships/hyperlink" Target="#_Resource_13_&#8211;"/></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3" Type="http://schemas.openxmlformats.org/officeDocument/2006/relationships/hyperlink" Target="https://www.acara.edu.au/assessment/naplan/naplan-2012-2016-test-papers" TargetMode="External"/><Relationship Id="rId2" Type="http://schemas.openxmlformats.org/officeDocument/2006/relationships/slide" Target="../slides/slide52.xml"/><Relationship Id="rId1" Type="http://schemas.openxmlformats.org/officeDocument/2006/relationships/notesMaster" Target="../notesMasters/notesMaster1.xml"/><Relationship Id="rId4" Type="http://schemas.openxmlformats.org/officeDocument/2006/relationships/hyperlink" Target="#_Resource_8_&#8211;"/></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0F47E-49F3-DD1B-1A0A-38A6D0812F3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9B8ADF-60E4-27C7-0C36-E3204D3FCC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808E0A-EAFF-A0D8-E1DD-8375ACF6E114}"/>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EC7E6993-B6BD-36B1-495F-27B66DCA6C6C}"/>
              </a:ext>
            </a:extLst>
          </p:cNvPr>
          <p:cNvSpPr>
            <a:spLocks noGrp="1"/>
          </p:cNvSpPr>
          <p:nvPr>
            <p:ph type="sldNum" sz="quarter" idx="5"/>
          </p:nvPr>
        </p:nvSpPr>
        <p:spPr/>
        <p:txBody>
          <a:bodyPr/>
          <a:lstStyle/>
          <a:p>
            <a:fld id="{B07158C4-A119-4B78-9DE8-A50001BC31DC}" type="slidenum">
              <a:rPr lang="en-AU" smtClean="0"/>
              <a:pPr/>
              <a:t>1</a:t>
            </a:fld>
            <a:endParaRPr lang="en-AU"/>
          </a:p>
        </p:txBody>
      </p:sp>
    </p:spTree>
    <p:extLst>
      <p:ext uri="{BB962C8B-B14F-4D97-AF65-F5344CB8AC3E}">
        <p14:creationId xmlns:p14="http://schemas.microsoft.com/office/powerpoint/2010/main" val="20536364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a:latin typeface="Arial"/>
                <a:cs typeface="Arial"/>
              </a:rPr>
              <a:t>Reviews may include a combination of question types, requiring students to recall facts and key ideas, as well as apply their knowledge to solve problems and answer questions. To support active engagement, a mix of techniques should be employed.” (AERO, 2024).</a:t>
            </a:r>
            <a:endParaRPr lang="en-US">
              <a:solidFill>
                <a:srgbClr val="444444"/>
              </a:solidFill>
              <a:latin typeface="Arial"/>
              <a:cs typeface="Arial"/>
            </a:endParaRPr>
          </a:p>
          <a:p>
            <a:endParaRPr lang="en-AU">
              <a:solidFill>
                <a:srgbClr val="000000"/>
              </a:solidFill>
            </a:endParaRPr>
          </a:p>
          <a:p>
            <a:r>
              <a:rPr lang="en-AU">
                <a:solidFill>
                  <a:srgbClr val="000000"/>
                </a:solidFill>
                <a:latin typeface="Arial"/>
                <a:cs typeface="Arial"/>
              </a:rPr>
              <a:t>This Review of Learning slide deck revisits key concepts from the following units:</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A Unit 16</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A Unit 15</a:t>
            </a:r>
            <a:endParaRPr lang="en-US">
              <a:solidFill>
                <a:srgbClr val="444444"/>
              </a:solidFill>
              <a:latin typeface="Arial"/>
              <a:cs typeface="Arial"/>
            </a:endParaRPr>
          </a:p>
          <a:p>
            <a:pPr marL="285750" indent="-285750">
              <a:buFont typeface="Arial,Sans-Serif"/>
              <a:buChar char="•"/>
            </a:pPr>
            <a:r>
              <a:rPr lang="en-AU">
                <a:solidFill>
                  <a:srgbClr val="000000"/>
                </a:solidFill>
                <a:latin typeface="Arial"/>
                <a:cs typeface="Arial"/>
              </a:rPr>
              <a:t>Stage 2 Year A Unit 14</a:t>
            </a:r>
            <a:endParaRPr lang="en-US">
              <a:solidFill>
                <a:srgbClr val="444444"/>
              </a:solidFill>
              <a:latin typeface="Arial"/>
              <a:cs typeface="Arial"/>
            </a:endParaRPr>
          </a:p>
          <a:p>
            <a:r>
              <a:rPr lang="en-AU">
                <a:solidFill>
                  <a:srgbClr val="000000"/>
                </a:solidFill>
                <a:latin typeface="Arial"/>
                <a:cs typeface="Arial"/>
              </a:rPr>
              <a:t>It also includes opportunities to review prior learning in non-number content, supporting consolidation across focus areas.</a:t>
            </a:r>
            <a:endParaRPr lang="en-US">
              <a:solidFill>
                <a:srgbClr val="444444"/>
              </a:solidFill>
              <a:latin typeface="Arial"/>
              <a:cs typeface="Arial"/>
            </a:endParaRPr>
          </a:p>
          <a:p>
            <a:endParaRPr lang="en-AU">
              <a:solidFill>
                <a:srgbClr val="444444"/>
              </a:solidFill>
            </a:endParaRPr>
          </a:p>
          <a:p>
            <a:r>
              <a:rPr lang="en-AU">
                <a:latin typeface="Arial"/>
                <a:cs typeface="Arial"/>
              </a:rPr>
              <a:t>The review of learning resources include three key task types that support the development of mathematical proficiency through retrieval, spaced practice, and active participation. These practices complement the review phase (activating prior knowledge) embedded within the beginning of each lesson.</a:t>
            </a:r>
            <a:endParaRPr lang="en-US">
              <a:solidFill>
                <a:srgbClr val="444444"/>
              </a:solidFill>
              <a:latin typeface="Arial"/>
              <a:cs typeface="Arial"/>
            </a:endParaRPr>
          </a:p>
          <a:p>
            <a:endParaRPr lang="en-AU">
              <a:solidFill>
                <a:srgbClr val="444444"/>
              </a:solidFill>
            </a:endParaRPr>
          </a:p>
          <a:p>
            <a:pPr>
              <a:defRPr/>
            </a:pPr>
            <a:r>
              <a:rPr lang="en-AU">
                <a:solidFill>
                  <a:srgbClr val="444444"/>
                </a:solidFill>
                <a:latin typeface="Arial"/>
                <a:cs typeface="Arial"/>
              </a:rPr>
              <a:t>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b="1">
                <a:latin typeface="Arial"/>
                <a:cs typeface="Arial"/>
              </a:rPr>
              <a:t>Multiple-choice questions/True or false:</a:t>
            </a:r>
            <a:r>
              <a:rPr lang="en-AU">
                <a:latin typeface="Arial"/>
                <a:cs typeface="Arial"/>
              </a:rPr>
              <a:t> Designed to promote active retrieval of key concepts and identify common misconceptions in number, supporting consolidation, understanding and fluency.</a:t>
            </a:r>
            <a:br>
              <a:rPr lang="en-AU">
                <a:latin typeface="Arial"/>
                <a:cs typeface="Arial"/>
              </a:rPr>
            </a:br>
            <a:r>
              <a:rPr lang="en-AU" sz="1600" b="0" i="0">
                <a:solidFill>
                  <a:schemeClr val="tx1"/>
                </a:solidFill>
                <a:latin typeface="Arial"/>
                <a:cs typeface="Arial"/>
              </a:rPr>
              <a:t>These questions:</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a:buChar char="ü"/>
            </a:pPr>
            <a:r>
              <a:rPr lang="en-AU" sz="1600" b="0" i="0">
                <a:solidFill>
                  <a:schemeClr val="tx1"/>
                </a:solidFill>
                <a:latin typeface="Arial"/>
                <a:cs typeface="Arial"/>
              </a:rPr>
              <a:t>support spaced and interleaved practice</a:t>
            </a:r>
          </a:p>
          <a:p>
            <a:pPr marL="285750" indent="-285750" algn="l">
              <a:buFont typeface="Wingdings"/>
              <a:buChar char="ü"/>
            </a:pPr>
            <a:r>
              <a:rPr lang="en-AU" sz="1600" b="0" i="0">
                <a:solidFill>
                  <a:schemeClr val="tx1"/>
                </a:solidFill>
                <a:latin typeface="Arial"/>
                <a:cs typeface="Arial"/>
              </a:rPr>
              <a:t>help identify and address common misconceptions </a:t>
            </a:r>
          </a:p>
          <a:p>
            <a:pPr marL="285750" indent="-285750" algn="l">
              <a:buFont typeface="Wingdings"/>
              <a:buChar char="ü"/>
            </a:pPr>
            <a:r>
              <a:rPr lang="en-AU" sz="1600" b="0" i="0">
                <a:solidFill>
                  <a:schemeClr val="tx1"/>
                </a:solidFill>
                <a:latin typeface="Arial"/>
                <a:cs typeface="Arial"/>
              </a:rPr>
              <a:t>support active recall and immediate feedback</a:t>
            </a:r>
          </a:p>
          <a:p>
            <a:pPr marL="285750" indent="-285750" algn="l">
              <a:buFont typeface="Wingdings"/>
              <a:buChar char="ü"/>
            </a:pPr>
            <a:r>
              <a:rPr lang="en-AU" sz="1600" b="0" i="0">
                <a:solidFill>
                  <a:schemeClr val="tx1"/>
                </a:solidFill>
                <a:latin typeface="Arial"/>
                <a:cs typeface="Arial"/>
              </a:rPr>
              <a:t>support whole class participation</a:t>
            </a:r>
          </a:p>
          <a:p>
            <a:pPr marL="285750" indent="-285750">
              <a:buFont typeface="Wingdings"/>
              <a:buChar char="ü"/>
            </a:pPr>
            <a:r>
              <a:rPr lang="en-AU" sz="1600" b="0" i="0">
                <a:solidFill>
                  <a:schemeClr val="tx1"/>
                </a:solidFill>
                <a:latin typeface="Arial"/>
                <a:cs typeface="Arial"/>
              </a:rPr>
              <a:t>identify areas requiring reteach</a:t>
            </a:r>
            <a:endParaRPr lang="en-US">
              <a:solidFill>
                <a:srgbClr val="444444"/>
              </a:solidFill>
              <a:latin typeface="Arial"/>
              <a:cs typeface="Arial"/>
            </a:endParaRPr>
          </a:p>
          <a:p>
            <a:endParaRPr lang="en-AU">
              <a:latin typeface="Arial"/>
              <a:cs typeface="Arial"/>
            </a:endParaRPr>
          </a:p>
          <a:p>
            <a:pPr algn="l"/>
            <a:r>
              <a:rPr lang="en-AU">
                <a:latin typeface="Arial"/>
                <a:cs typeface="Arial"/>
              </a:rPr>
              <a:t>2.</a:t>
            </a:r>
            <a:br>
              <a:rPr lang="en-AU">
                <a:latin typeface="Arial"/>
                <a:cs typeface="Arial"/>
              </a:rPr>
            </a:br>
            <a:r>
              <a:rPr lang="en-AU" b="1">
                <a:latin typeface="Arial"/>
                <a:cs typeface="Arial"/>
              </a:rPr>
              <a:t>Short-response question sets:</a:t>
            </a:r>
            <a:r>
              <a:rPr lang="en-AU">
                <a:latin typeface="Arial"/>
                <a:cs typeface="Arial"/>
              </a:rPr>
              <a:t> Carefully grouped questions that encourage spaced and interleaved practice across multiple focus areas, helping students revisit and apply knowledge from different points in time.</a:t>
            </a:r>
            <a:br>
              <a:rPr lang="en-AU">
                <a:latin typeface="Arial"/>
                <a:cs typeface="Arial"/>
              </a:rPr>
            </a:br>
            <a:r>
              <a:rPr lang="en-AU" sz="1600" b="0" i="0">
                <a:solidFill>
                  <a:schemeClr val="tx1"/>
                </a:solidFill>
                <a:latin typeface="Arial"/>
                <a:cs typeface="Arial"/>
              </a:rPr>
              <a:t>These questions:</a:t>
            </a:r>
            <a:endParaRPr lang="en-US" sz="1600" b="0" i="0">
              <a:solidFill>
                <a:srgbClr val="444444"/>
              </a:solidFill>
              <a:latin typeface="Arial"/>
              <a:cs typeface="Arial"/>
            </a:endParaRPr>
          </a:p>
          <a:p>
            <a:pPr marL="0" indent="0" algn="l">
              <a:buFont typeface="Wingdings" panose="05000000000000000000" pitchFamily="2" charset="2"/>
              <a:buNone/>
            </a:pPr>
            <a:endParaRPr lang="en-AU" sz="1600" i="0"/>
          </a:p>
          <a:p>
            <a:pPr marL="285750" indent="-285750" algn="l">
              <a:buFont typeface="Wingdings"/>
              <a:buChar char="ü"/>
            </a:pPr>
            <a:r>
              <a:rPr lang="en-AU" sz="1600" i="0">
                <a:latin typeface="Arial"/>
                <a:cs typeface="Arial"/>
              </a:rPr>
              <a:t>have a combination of question types </a:t>
            </a:r>
          </a:p>
          <a:p>
            <a:pPr marL="285750" indent="-285750" algn="l">
              <a:buFont typeface="Wingdings"/>
              <a:buChar char="ü"/>
            </a:pPr>
            <a:r>
              <a:rPr lang="en-AU" sz="1600" i="0">
                <a:latin typeface="Arial"/>
                <a:cs typeface="Arial"/>
              </a:rPr>
              <a:t>address a range of focus areas</a:t>
            </a:r>
          </a:p>
          <a:p>
            <a:pPr marL="285750" indent="-285750">
              <a:buFont typeface="Wingdings"/>
              <a:buChar char="ü"/>
            </a:pPr>
            <a:r>
              <a:rPr lang="en-AU" sz="1600" i="0">
                <a:latin typeface="Arial"/>
                <a:cs typeface="Arial"/>
              </a:rPr>
              <a:t>build automaticity and fluency</a:t>
            </a:r>
          </a:p>
          <a:p>
            <a:pPr marL="285750" indent="-285750">
              <a:buFont typeface="Wingdings"/>
              <a:buChar char="ü"/>
            </a:pPr>
            <a:r>
              <a:rPr lang="en-AU" sz="1600" i="0">
                <a:latin typeface="Arial"/>
                <a:cs typeface="Arial"/>
              </a:rPr>
              <a:t>support active recall </a:t>
            </a:r>
          </a:p>
          <a:p>
            <a:pPr marL="285750" indent="-285750">
              <a:buFont typeface="Wingdings"/>
              <a:buChar char="ü"/>
            </a:pPr>
            <a:r>
              <a:rPr lang="en-AU" sz="1600" i="0">
                <a:latin typeface="Arial"/>
                <a:cs typeface="Arial"/>
              </a:rPr>
              <a:t>allow for immediate feedback</a:t>
            </a:r>
          </a:p>
          <a:p>
            <a:pPr marL="285750" indent="-285750" algn="l">
              <a:buFont typeface="Wingdings"/>
              <a:buChar char="ü"/>
            </a:pPr>
            <a:r>
              <a:rPr lang="en-AU" sz="1600" i="0">
                <a:latin typeface="Arial"/>
                <a:cs typeface="Arial"/>
              </a:rPr>
              <a:t>identify content requiring reteach</a:t>
            </a:r>
            <a:endParaRPr lang="en-AU">
              <a:latin typeface="Arial"/>
              <a:cs typeface="Arial"/>
            </a:endParaRPr>
          </a:p>
          <a:p>
            <a:pPr marL="285750" indent="-285750">
              <a:buFont typeface="Wingdings"/>
              <a:buChar char="ü"/>
            </a:pPr>
            <a:endParaRPr lang="en-AU">
              <a:latin typeface="Arial"/>
              <a:cs typeface="Arial"/>
            </a:endParaRPr>
          </a:p>
          <a:p>
            <a:r>
              <a:rPr lang="en-AU">
                <a:latin typeface="Arial"/>
                <a:cs typeface="Arial"/>
              </a:rPr>
              <a:t>3.</a:t>
            </a:r>
          </a:p>
          <a:p>
            <a:r>
              <a:rPr lang="en-AU" b="1">
                <a:latin typeface="Arial"/>
                <a:cs typeface="Arial"/>
              </a:rPr>
              <a:t>Developing number sense activities</a:t>
            </a:r>
            <a:r>
              <a:rPr lang="en-AU">
                <a:latin typeface="Arial"/>
                <a:cs typeface="Arial"/>
              </a:rPr>
              <a:t>: A variety of practical, purposeful tasks that reinforce current learning and build on prior knowledge. These activities promote reasoning, problem-solving and conceptual understanding.</a:t>
            </a:r>
            <a:br>
              <a:rPr lang="en-AU">
                <a:latin typeface="Arial"/>
                <a:cs typeface="Arial"/>
              </a:rPr>
            </a:br>
            <a:r>
              <a:rPr lang="en-AU">
                <a:latin typeface="Arial"/>
                <a:cs typeface="Arial"/>
              </a:rPr>
              <a:t>The review of learning resources are designed to work support teaching and learning in mathematics. For the most effective implementation, use the resources flexibly, adapting to meet student learning needs and individual classroom contexts.</a:t>
            </a:r>
            <a:br>
              <a:rPr lang="en-AU">
                <a:latin typeface="Arial"/>
                <a:cs typeface="Arial"/>
              </a:rPr>
            </a:br>
            <a:br>
              <a:rPr lang="en-AU"/>
            </a:br>
            <a:endParaRPr lang="en-AU">
              <a:highlight>
                <a:srgbClr val="FFFF00"/>
              </a:highlight>
            </a:endParaRPr>
          </a:p>
          <a:p>
            <a:endParaRPr lang="en-AU"/>
          </a:p>
          <a:p>
            <a:endParaRPr lang="en-AU"/>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a:t>
            </a:fld>
            <a:endParaRPr lang="en-AU"/>
          </a:p>
        </p:txBody>
      </p:sp>
    </p:spTree>
    <p:extLst>
      <p:ext uri="{BB962C8B-B14F-4D97-AF65-F5344CB8AC3E}">
        <p14:creationId xmlns:p14="http://schemas.microsoft.com/office/powerpoint/2010/main" val="30088131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b="1"/>
              <a:t>Teacher notes:</a:t>
            </a:r>
            <a:endParaRPr lang="en-US"/>
          </a:p>
          <a:p>
            <a:pPr marL="171450" indent="-171450">
              <a:buFont typeface="Arial"/>
              <a:buChar char="•"/>
            </a:pPr>
            <a:r>
              <a:rPr lang="en-AU"/>
              <a:t>Click lesson numbers to go to specific lessons</a:t>
            </a:r>
          </a:p>
          <a:p>
            <a:pPr marL="171450" indent="-171450">
              <a:buFont typeface="Arial"/>
              <a:buChar char="•"/>
            </a:pPr>
            <a:r>
              <a:rPr lang="en-AU">
                <a:cs typeface="Calibri"/>
              </a:rPr>
              <a:t>Interactive features can be viewed in slide show</a:t>
            </a:r>
            <a:endParaRPr lang="en-US">
              <a:cs typeface="Calibri"/>
            </a:endParaRPr>
          </a:p>
          <a:p>
            <a:endParaRPr lang="en-US">
              <a:cs typeface="Calibri"/>
            </a:endParaRPr>
          </a:p>
        </p:txBody>
      </p:sp>
      <p:sp>
        <p:nvSpPr>
          <p:cNvPr id="4" name="Slide Number Placeholder 3"/>
          <p:cNvSpPr>
            <a:spLocks noGrp="1"/>
          </p:cNvSpPr>
          <p:nvPr>
            <p:ph type="sldNum" sz="quarter" idx="5"/>
          </p:nvPr>
        </p:nvSpPr>
        <p:spPr/>
        <p:txBody>
          <a:bodyPr/>
          <a:lstStyle/>
          <a:p>
            <a:fld id="{D09C5488-DD16-4714-9519-7BE21BA11D4E}" type="slidenum">
              <a:rPr lang="en-AU" smtClean="0"/>
              <a:t>3</a:t>
            </a:fld>
            <a:endParaRPr lang="en-AU"/>
          </a:p>
        </p:txBody>
      </p:sp>
    </p:spTree>
    <p:extLst>
      <p:ext uri="{BB962C8B-B14F-4D97-AF65-F5344CB8AC3E}">
        <p14:creationId xmlns:p14="http://schemas.microsoft.com/office/powerpoint/2010/main" val="32427642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4</a:t>
            </a:fld>
            <a:endParaRPr lang="en-AU"/>
          </a:p>
        </p:txBody>
      </p:sp>
    </p:spTree>
    <p:extLst>
      <p:ext uri="{BB962C8B-B14F-4D97-AF65-F5344CB8AC3E}">
        <p14:creationId xmlns:p14="http://schemas.microsoft.com/office/powerpoint/2010/main" val="252961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This question connects to the content in the developing number sense activity (Activity 1)</a:t>
            </a:r>
          </a:p>
          <a:p>
            <a:pPr>
              <a:buFont typeface="Wingdings" panose="05000000000000000000" pitchFamily="2" charset="2"/>
              <a:defRPr/>
            </a:pPr>
            <a:endParaRPr lang="en-AU">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Partitioned fractions A</a:t>
            </a:r>
          </a:p>
          <a:p>
            <a:pPr>
              <a:defRPr/>
            </a:pP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5</a:t>
            </a:fld>
            <a:endParaRPr lang="en-AU"/>
          </a:p>
        </p:txBody>
      </p:sp>
    </p:spTree>
    <p:extLst>
      <p:ext uri="{BB962C8B-B14F-4D97-AF65-F5344CB8AC3E}">
        <p14:creationId xmlns:p14="http://schemas.microsoft.com/office/powerpoint/2010/main" val="40367651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Partitioned fractions A</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6</a:t>
            </a:fld>
            <a:endParaRPr lang="en-AU"/>
          </a:p>
        </p:txBody>
      </p:sp>
    </p:spTree>
    <p:extLst>
      <p:ext uri="{BB962C8B-B14F-4D97-AF65-F5344CB8AC3E}">
        <p14:creationId xmlns:p14="http://schemas.microsoft.com/office/powerpoint/2010/main" val="19878973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AFCC54-B770-C8F7-8C65-C091BB2397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E59B01-AF53-BB9A-E269-C9590389A0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6BA3FF-2E60-3C07-3004-48A94DF0F4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Additive relations A</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FF21F44-6664-5C72-F922-0CAEB37C6F34}"/>
              </a:ext>
            </a:extLst>
          </p:cNvPr>
          <p:cNvSpPr>
            <a:spLocks noGrp="1"/>
          </p:cNvSpPr>
          <p:nvPr>
            <p:ph type="sldNum" sz="quarter" idx="5"/>
          </p:nvPr>
        </p:nvSpPr>
        <p:spPr/>
        <p:txBody>
          <a:bodyPr/>
          <a:lstStyle/>
          <a:p>
            <a:fld id="{B07158C4-A119-4B78-9DE8-A50001BC31DC}" type="slidenum">
              <a:rPr lang="en-AU" smtClean="0"/>
              <a:pPr/>
              <a:t>7</a:t>
            </a:fld>
            <a:endParaRPr lang="en-AU"/>
          </a:p>
        </p:txBody>
      </p:sp>
    </p:spTree>
    <p:extLst>
      <p:ext uri="{BB962C8B-B14F-4D97-AF65-F5344CB8AC3E}">
        <p14:creationId xmlns:p14="http://schemas.microsoft.com/office/powerpoint/2010/main" val="194391448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8107BD-4DAB-F9EA-E8E8-9470171810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9780FB-6A9F-3106-F7BA-13CB4B4DB8B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F551D-9E5D-3133-97EF-743BDEAFDCB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Length</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3E3111F-78D3-2FC9-2E24-14FE0EAF8035}"/>
              </a:ext>
            </a:extLst>
          </p:cNvPr>
          <p:cNvSpPr>
            <a:spLocks noGrp="1"/>
          </p:cNvSpPr>
          <p:nvPr>
            <p:ph type="sldNum" sz="quarter" idx="5"/>
          </p:nvPr>
        </p:nvSpPr>
        <p:spPr/>
        <p:txBody>
          <a:bodyPr/>
          <a:lstStyle/>
          <a:p>
            <a:fld id="{B07158C4-A119-4B78-9DE8-A50001BC31DC}" type="slidenum">
              <a:rPr lang="en-AU" smtClean="0"/>
              <a:pPr/>
              <a:t>8</a:t>
            </a:fld>
            <a:endParaRPr lang="en-AU"/>
          </a:p>
        </p:txBody>
      </p:sp>
    </p:spTree>
    <p:extLst>
      <p:ext uri="{BB962C8B-B14F-4D97-AF65-F5344CB8AC3E}">
        <p14:creationId xmlns:p14="http://schemas.microsoft.com/office/powerpoint/2010/main" val="65369027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E401C1-20DD-2F12-7BF9-F7A45F2408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9F27A2-CD90-5E10-45A2-1D868D9E5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9050F6-FF47-0341-3566-EF6428F1CF3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sz="1600">
                <a:latin typeface="Public Sans"/>
              </a:rPr>
              <a:t>Non-spatial measure A: Time</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b="1"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68BDCB6-F91C-70A2-2397-14040D7F3E2A}"/>
              </a:ext>
            </a:extLst>
          </p:cNvPr>
          <p:cNvSpPr>
            <a:spLocks noGrp="1"/>
          </p:cNvSpPr>
          <p:nvPr>
            <p:ph type="sldNum" sz="quarter" idx="5"/>
          </p:nvPr>
        </p:nvSpPr>
        <p:spPr/>
        <p:txBody>
          <a:bodyPr/>
          <a:lstStyle/>
          <a:p>
            <a:fld id="{B07158C4-A119-4B78-9DE8-A50001BC31DC}" type="slidenum">
              <a:rPr lang="en-AU" smtClean="0"/>
              <a:pPr/>
              <a:t>9</a:t>
            </a:fld>
            <a:endParaRPr lang="en-AU"/>
          </a:p>
        </p:txBody>
      </p:sp>
    </p:spTree>
    <p:extLst>
      <p:ext uri="{BB962C8B-B14F-4D97-AF65-F5344CB8AC3E}">
        <p14:creationId xmlns:p14="http://schemas.microsoft.com/office/powerpoint/2010/main" val="369826771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2000">
                <a:latin typeface="Arial"/>
                <a:cs typeface="Arial"/>
              </a:rPr>
              <a:t>This is a developing number sense activity. </a:t>
            </a:r>
            <a:endParaRPr lang="en-US" sz="2000">
              <a:solidFill>
                <a:srgbClr val="444444"/>
              </a:solidFill>
              <a:latin typeface="Arial"/>
              <a:cs typeface="Arial"/>
            </a:endParaRPr>
          </a:p>
          <a:p>
            <a:pPr>
              <a:lnSpc>
                <a:spcPct val="150000"/>
              </a:lnSpc>
              <a:spcBef>
                <a:spcPts val="1200"/>
              </a:spcBef>
              <a:spcAft>
                <a:spcPts val="600"/>
              </a:spcAft>
            </a:pPr>
            <a:endParaRPr lang="en-AU" sz="2000">
              <a:solidFill>
                <a:srgbClr val="444444"/>
              </a:solidFill>
            </a:endParaRPr>
          </a:p>
          <a:p>
            <a:pPr>
              <a:lnSpc>
                <a:spcPct val="150000"/>
              </a:lnSpc>
              <a:spcBef>
                <a:spcPts val="1200"/>
              </a:spcBef>
              <a:spcAft>
                <a:spcPts val="600"/>
              </a:spcAft>
            </a:pPr>
            <a:r>
              <a:rPr lang="en-AU" sz="20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2000">
              <a:solidFill>
                <a:srgbClr val="444444"/>
              </a:solidFill>
              <a:latin typeface="Arial"/>
              <a:cs typeface="Arial"/>
            </a:endParaRPr>
          </a:p>
          <a:p>
            <a:pPr>
              <a:lnSpc>
                <a:spcPts val="1913"/>
              </a:lnSpc>
            </a:pPr>
            <a:endParaRPr lang="en-AU" sz="2000">
              <a:solidFill>
                <a:srgbClr val="444444"/>
              </a:solidFill>
            </a:endParaRPr>
          </a:p>
          <a:p>
            <a:r>
              <a:rPr lang="en-AU" sz="2000" b="1">
                <a:latin typeface="Arial"/>
                <a:cs typeface="Arial"/>
              </a:rPr>
              <a:t>Syllabus focus area:</a:t>
            </a:r>
            <a:endParaRPr lang="en-US" sz="20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2000"/>
              <a:t>Partitioned fractions A</a:t>
            </a:r>
            <a:br>
              <a:rPr lang="en-AU" sz="2000"/>
            </a:br>
            <a:br>
              <a:rPr lang="en-AU" sz="2000"/>
            </a:br>
            <a:r>
              <a:rPr lang="en-AU" sz="2000"/>
              <a:t>This resource corresponds to </a:t>
            </a:r>
            <a:r>
              <a:rPr lang="en-AU" sz="2000" b="1"/>
              <a:t>Resource 10 – Is it half?</a:t>
            </a:r>
            <a:r>
              <a:rPr lang="en-AU" sz="2000"/>
              <a:t> in Stage 2 Year A Unit 16.</a:t>
            </a:r>
            <a:br>
              <a:rPr lang="en-AU" sz="2000"/>
            </a:br>
            <a:r>
              <a:rPr lang="en-AU" sz="2000"/>
              <a:t> </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effectLst/>
                <a:latin typeface="Arial" panose="020B0604020202020204" pitchFamily="34" charset="0"/>
                <a:ea typeface="Calibri" panose="020F0502020204030204" pitchFamily="34" charset="0"/>
              </a:rPr>
              <a:t>Revise that the term 'half' can be used in everyday language as well as in the mathematics classroom.</a:t>
            </a: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solidFill>
                  <a:srgbClr val="000000"/>
                </a:solidFill>
                <a:effectLst/>
                <a:latin typeface="Arial" panose="020B0604020202020204" pitchFamily="34" charset="0"/>
                <a:ea typeface="Calibri" panose="020F0502020204030204" pitchFamily="34" charset="0"/>
              </a:rPr>
              <a:t>Students </a:t>
            </a:r>
            <a:r>
              <a:rPr lang="en-AU" sz="1800" u="sng">
                <a:solidFill>
                  <a:srgbClr val="2F5496"/>
                </a:solidFill>
                <a:effectLst/>
                <a:latin typeface="Arial" panose="020B0604020202020204" pitchFamily="34" charset="0"/>
                <a:ea typeface="Calibri" panose="020F0502020204030204" pitchFamily="34" charset="0"/>
                <a:hlinkClick r:id="rId3"/>
              </a:rPr>
              <a:t>Think-Pair-Share</a:t>
            </a:r>
            <a:r>
              <a:rPr lang="en-AU" sz="1800">
                <a:solidFill>
                  <a:srgbClr val="000000"/>
                </a:solidFill>
                <a:effectLst/>
                <a:latin typeface="Arial" panose="020B0604020202020204" pitchFamily="34" charset="0"/>
                <a:ea typeface="Calibri" panose="020F0502020204030204" pitchFamily="34" charset="0"/>
              </a:rPr>
              <a:t> to provide examples of the term ‘half’ being used in both contexts. For example, the phrases ‘half a sandwich’ or ‘8-and-a-half years old’ use the term ‘half’ in everyday language. ‘Half a length of wood’, ‘half a cup of flour’ and ‘half a collection of counters’ are precise mathematical terms which describe 2 equal-sized parts.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solidFill>
                  <a:srgbClr val="000000"/>
                </a:solidFill>
                <a:effectLst/>
                <a:latin typeface="Arial" panose="020B0604020202020204" pitchFamily="34" charset="0"/>
                <a:ea typeface="Calibri" panose="020F0502020204030204" pitchFamily="34" charset="0"/>
              </a:rPr>
              <a:t>Remind students that when the word ‘half’ is used in mathematics, it is a precise measurement which requires the creation of </a:t>
            </a:r>
            <a:r>
              <a:rPr lang="en-AU" sz="1800">
                <a:effectLst/>
                <a:latin typeface="Arial" panose="020B0604020202020204" pitchFamily="34" charset="0"/>
                <a:ea typeface="Calibri" panose="020F0502020204030204" pitchFamily="34" charset="0"/>
              </a:rPr>
              <a:t>2 equal-sized parts.</a:t>
            </a: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solidFill>
                  <a:srgbClr val="000000"/>
                </a:solidFill>
                <a:effectLst/>
                <a:latin typeface="Arial" panose="020B0604020202020204" pitchFamily="34" charset="0"/>
                <a:ea typeface="Calibri" panose="020F0502020204030204" pitchFamily="34" charset="0"/>
              </a:rPr>
              <a:t>Display </a:t>
            </a:r>
            <a:r>
              <a:rPr lang="en-AU" sz="1800" u="sng">
                <a:solidFill>
                  <a:srgbClr val="2F5496"/>
                </a:solidFill>
                <a:effectLst/>
                <a:latin typeface="Arial" panose="020B0604020202020204" pitchFamily="34" charset="0"/>
                <a:ea typeface="Calibri" panose="020F0502020204030204" pitchFamily="34" charset="0"/>
                <a:hlinkClick r:id="rId4"/>
              </a:rPr>
              <a:t>Resource 1 – Is it half?</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solidFill>
                  <a:srgbClr val="000000"/>
                </a:solidFill>
                <a:effectLst/>
                <a:latin typeface="Arial" panose="020B0604020202020204" pitchFamily="34" charset="0"/>
                <a:ea typeface="Calibri" panose="020F0502020204030204" pitchFamily="34" charset="0"/>
              </a:rPr>
              <a:t>In pairs, students determine which of the children have provided an example of half, justifying their choices.</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solidFill>
                  <a:srgbClr val="000000"/>
                </a:solidFill>
                <a:effectLst/>
                <a:latin typeface="Arial" panose="020B0604020202020204" pitchFamily="34" charset="0"/>
                <a:ea typeface="Calibri" panose="020F0502020204030204" pitchFamily="34" charset="0"/>
              </a:rPr>
              <a:t>Give each student a strip of paper and ask them to model half.</a:t>
            </a: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solidFill>
                  <a:srgbClr val="000000"/>
                </a:solidFill>
                <a:effectLst/>
                <a:latin typeface="Arial" panose="020B0604020202020204" pitchFamily="34" charset="0"/>
                <a:ea typeface="Calibri" panose="020F0502020204030204" pitchFamily="34" charset="0"/>
              </a:rPr>
              <a:t>Discuss the conditions that need to be present for their folding to be considered half, such as 2 equal parts and accurate folding.</a:t>
            </a:r>
            <a:endParaRPr lang="en-AU" sz="1800">
              <a:effectLst/>
              <a:latin typeface="Arial" panose="020B0604020202020204" pitchFamily="34" charset="0"/>
              <a:ea typeface="Calibri" panose="020F0502020204030204" pitchFamily="34" charset="0"/>
            </a:endParaRP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10</a:t>
            </a:fld>
            <a:endParaRPr lang="en-AU"/>
          </a:p>
        </p:txBody>
      </p:sp>
    </p:spTree>
    <p:extLst>
      <p:ext uri="{BB962C8B-B14F-4D97-AF65-F5344CB8AC3E}">
        <p14:creationId xmlns:p14="http://schemas.microsoft.com/office/powerpoint/2010/main" val="39663814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AA4CC2-DEEC-5F77-9C86-890FAF7AB5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C0BF67-37C8-1541-1492-8D448DE7D8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DAB1-9986-1F2E-81A2-30EAE958276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57B47B81-E22E-B2CC-AE7B-31B102431E3E}"/>
              </a:ext>
            </a:extLst>
          </p:cNvPr>
          <p:cNvSpPr>
            <a:spLocks noGrp="1"/>
          </p:cNvSpPr>
          <p:nvPr>
            <p:ph type="sldNum" sz="quarter" idx="5"/>
          </p:nvPr>
        </p:nvSpPr>
        <p:spPr/>
        <p:txBody>
          <a:bodyPr/>
          <a:lstStyle/>
          <a:p>
            <a:fld id="{B07158C4-A119-4B78-9DE8-A50001BC31DC}" type="slidenum">
              <a:rPr lang="en-AU" smtClean="0"/>
              <a:pPr/>
              <a:t>11</a:t>
            </a:fld>
            <a:endParaRPr lang="en-AU"/>
          </a:p>
        </p:txBody>
      </p:sp>
    </p:spTree>
    <p:extLst>
      <p:ext uri="{BB962C8B-B14F-4D97-AF65-F5344CB8AC3E}">
        <p14:creationId xmlns:p14="http://schemas.microsoft.com/office/powerpoint/2010/main" val="41090008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2)</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Partitioned fractions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5"/>
          </p:nvPr>
        </p:nvSpPr>
        <p:spPr/>
        <p:txBody>
          <a:bodyPr/>
          <a:lstStyle/>
          <a:p>
            <a:fld id="{B07158C4-A119-4B78-9DE8-A50001BC31DC}" type="slidenum">
              <a:rPr lang="en-AU" smtClean="0"/>
              <a:pPr/>
              <a:t>12</a:t>
            </a:fld>
            <a:endParaRPr lang="en-AU"/>
          </a:p>
        </p:txBody>
      </p:sp>
    </p:spTree>
    <p:extLst>
      <p:ext uri="{BB962C8B-B14F-4D97-AF65-F5344CB8AC3E}">
        <p14:creationId xmlns:p14="http://schemas.microsoft.com/office/powerpoint/2010/main" val="334057960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89B41E-DB56-33E1-8F8C-97C551FE004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0EBCA-DA6C-B002-8C5C-EAC6E3AE4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170D96-FCE9-F3CF-05FF-82718BEBCDE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Partitioned fractions A</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FBCE111E-7D61-2D72-81D8-B1B199F66A7E}"/>
              </a:ext>
            </a:extLst>
          </p:cNvPr>
          <p:cNvSpPr>
            <a:spLocks noGrp="1"/>
          </p:cNvSpPr>
          <p:nvPr>
            <p:ph type="sldNum" sz="quarter" idx="5"/>
          </p:nvPr>
        </p:nvSpPr>
        <p:spPr/>
        <p:txBody>
          <a:bodyPr/>
          <a:lstStyle/>
          <a:p>
            <a:fld id="{B07158C4-A119-4B78-9DE8-A50001BC31DC}" type="slidenum">
              <a:rPr lang="en-AU" smtClean="0"/>
              <a:pPr/>
              <a:t>13</a:t>
            </a:fld>
            <a:endParaRPr lang="en-AU"/>
          </a:p>
        </p:txBody>
      </p:sp>
    </p:spTree>
    <p:extLst>
      <p:ext uri="{BB962C8B-B14F-4D97-AF65-F5344CB8AC3E}">
        <p14:creationId xmlns:p14="http://schemas.microsoft.com/office/powerpoint/2010/main" val="87151195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A1D6AC-F967-0167-AD3E-DCFB372487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4FD765-8C68-3ADC-FECB-08095D8D1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86BABE-2AFB-941B-2068-934F2FE07A8B}"/>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CD3028C6-C95F-0CB5-E366-B331D00932F7}"/>
              </a:ext>
            </a:extLst>
          </p:cNvPr>
          <p:cNvSpPr>
            <a:spLocks noGrp="1"/>
          </p:cNvSpPr>
          <p:nvPr>
            <p:ph type="sldNum" sz="quarter" idx="5"/>
          </p:nvPr>
        </p:nvSpPr>
        <p:spPr/>
        <p:txBody>
          <a:bodyPr/>
          <a:lstStyle/>
          <a:p>
            <a:fld id="{B07158C4-A119-4B78-9DE8-A50001BC31DC}" type="slidenum">
              <a:rPr lang="en-AU" smtClean="0"/>
              <a:pPr/>
              <a:t>14</a:t>
            </a:fld>
            <a:endParaRPr lang="en-AU"/>
          </a:p>
        </p:txBody>
      </p:sp>
    </p:spTree>
    <p:extLst>
      <p:ext uri="{BB962C8B-B14F-4D97-AF65-F5344CB8AC3E}">
        <p14:creationId xmlns:p14="http://schemas.microsoft.com/office/powerpoint/2010/main" val="17310167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891C9-DF43-E901-EAD2-C7F87E64E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18C6F5-1426-8B6C-2BFD-911C78A9A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DFA739-98AA-F0FF-4945-C056943A814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Length</a:t>
            </a:r>
            <a:endParaRPr lang="en-AU"/>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627EA6F-685B-7CDD-F781-2EE5BD18F03D}"/>
              </a:ext>
            </a:extLst>
          </p:cNvPr>
          <p:cNvSpPr>
            <a:spLocks noGrp="1"/>
          </p:cNvSpPr>
          <p:nvPr>
            <p:ph type="sldNum" sz="quarter" idx="5"/>
          </p:nvPr>
        </p:nvSpPr>
        <p:spPr/>
        <p:txBody>
          <a:bodyPr/>
          <a:lstStyle/>
          <a:p>
            <a:fld id="{B07158C4-A119-4B78-9DE8-A50001BC31DC}" type="slidenum">
              <a:rPr lang="en-AU" smtClean="0"/>
              <a:pPr/>
              <a:t>15</a:t>
            </a:fld>
            <a:endParaRPr lang="en-AU"/>
          </a:p>
        </p:txBody>
      </p:sp>
    </p:spTree>
    <p:extLst>
      <p:ext uri="{BB962C8B-B14F-4D97-AF65-F5344CB8AC3E}">
        <p14:creationId xmlns:p14="http://schemas.microsoft.com/office/powerpoint/2010/main" val="130760880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FA91D-52C3-9186-2C90-D82B023AB5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8A8E39-7439-AC38-0AC6-B1EDC23527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34AA2-88D5-6FA1-EDA7-40D0FD41289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2D shapes</a:t>
            </a:r>
            <a:endParaRPr lang="en-AU"/>
          </a:p>
          <a:p>
            <a:endParaRPr lang="en-AU">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E2223C7-EC2A-C21B-507C-5AF679EAA1A9}"/>
              </a:ext>
            </a:extLst>
          </p:cNvPr>
          <p:cNvSpPr>
            <a:spLocks noGrp="1"/>
          </p:cNvSpPr>
          <p:nvPr>
            <p:ph type="sldNum" sz="quarter" idx="5"/>
          </p:nvPr>
        </p:nvSpPr>
        <p:spPr/>
        <p:txBody>
          <a:bodyPr/>
          <a:lstStyle/>
          <a:p>
            <a:fld id="{B07158C4-A119-4B78-9DE8-A50001BC31DC}" type="slidenum">
              <a:rPr lang="en-AU" smtClean="0"/>
              <a:pPr/>
              <a:t>16</a:t>
            </a:fld>
            <a:endParaRPr lang="en-AU"/>
          </a:p>
        </p:txBody>
      </p:sp>
    </p:spTree>
    <p:extLst>
      <p:ext uri="{BB962C8B-B14F-4D97-AF65-F5344CB8AC3E}">
        <p14:creationId xmlns:p14="http://schemas.microsoft.com/office/powerpoint/2010/main" val="9403748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defRPr/>
            </a:pPr>
            <a:endParaRPr lang="en-AU" sz="1800">
              <a:solidFill>
                <a:srgbClr val="444444"/>
              </a:solidFill>
            </a:endParaRPr>
          </a:p>
          <a:p>
            <a:pPr>
              <a:defRPr/>
            </a:pPr>
            <a:r>
              <a:rPr lang="en-AU" sz="1800" b="1">
                <a:latin typeface="Arial"/>
                <a:cs typeface="Arial"/>
              </a:rPr>
              <a:t>Syllabus focus area:</a:t>
            </a:r>
            <a:endParaRPr lang="en-US" sz="1800">
              <a:solidFill>
                <a:srgbClr val="444444"/>
              </a:solidFill>
              <a:latin typeface="Arial"/>
              <a:cs typeface="Arial"/>
            </a:endParaRPr>
          </a:p>
          <a:p>
            <a:pPr marL="0" lvl="0" indent="0">
              <a:lnSpc>
                <a:spcPct val="150000"/>
              </a:lnSpc>
              <a:spcBef>
                <a:spcPts val="1200"/>
              </a:spcBef>
              <a:spcAft>
                <a:spcPts val="600"/>
              </a:spcAft>
              <a:buSzPts val="1100"/>
              <a:buFont typeface="Arial" panose="020B0604020202020204" pitchFamily="34" charset="0"/>
              <a:buNone/>
            </a:pPr>
            <a:r>
              <a:rPr lang="en-AU" sz="1800"/>
              <a:t>Partitioned fractions A</a:t>
            </a:r>
          </a:p>
          <a:p>
            <a:pPr marL="0" lvl="0" indent="0">
              <a:lnSpc>
                <a:spcPct val="150000"/>
              </a:lnSpc>
              <a:spcBef>
                <a:spcPts val="1200"/>
              </a:spcBef>
              <a:spcAft>
                <a:spcPts val="600"/>
              </a:spcAft>
              <a:buSzPts val="1100"/>
              <a:buFont typeface="Arial" panose="020B0604020202020204" pitchFamily="34" charset="0"/>
              <a:buNone/>
            </a:pPr>
            <a:endParaRPr lang="en-AU" sz="1800"/>
          </a:p>
          <a:p>
            <a:pPr marL="0" lvl="0" indent="0">
              <a:lnSpc>
                <a:spcPct val="150000"/>
              </a:lnSpc>
              <a:spcBef>
                <a:spcPts val="1200"/>
              </a:spcBef>
              <a:spcAft>
                <a:spcPts val="600"/>
              </a:spcAft>
              <a:buSzPts val="1100"/>
              <a:buFont typeface="Arial" panose="020B0604020202020204" pitchFamily="34" charset="0"/>
              <a:buNone/>
            </a:pPr>
            <a:r>
              <a:rPr lang="en-AU" sz="1800"/>
              <a:t>This resource corresponds to </a:t>
            </a:r>
            <a:r>
              <a:rPr lang="en-AU" sz="1800" b="1"/>
              <a:t>Resource 11 – Is he correct? </a:t>
            </a:r>
            <a:r>
              <a:rPr lang="en-AU" sz="1800"/>
              <a:t>in Stage 2 Year A Unit 16.</a:t>
            </a:r>
            <a:br>
              <a:rPr lang="en-AU" sz="1800"/>
            </a:br>
            <a:endParaRPr lang="en-AU" sz="18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SzPts val="1100"/>
              <a:buFont typeface="Arial" panose="020B0604020202020204" pitchFamily="34" charset="0"/>
              <a:buNone/>
            </a:pPr>
            <a:r>
              <a:rPr lang="en-AU" sz="1800">
                <a:effectLst/>
                <a:latin typeface="Arial" panose="020B0604020202020204" pitchFamily="34" charset="0"/>
                <a:ea typeface="Calibri" panose="020F0502020204030204" pitchFamily="34" charset="0"/>
              </a:rPr>
              <a:t>Ask students to consider:</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Is Kai correct? How do you know?</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What has Kai done incorrectly?</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If he is not correct, what would be the correct answer? How could you work it out?</a:t>
            </a:r>
          </a:p>
          <a:p>
            <a:pPr marL="0" lvl="0" indent="0">
              <a:lnSpc>
                <a:spcPct val="150000"/>
              </a:lnSpc>
              <a:spcBef>
                <a:spcPts val="1200"/>
              </a:spcBef>
              <a:spcAft>
                <a:spcPts val="600"/>
              </a:spcAft>
              <a:buSzPts val="1100"/>
              <a:buFont typeface="Arial" panose="020B0604020202020204" pitchFamily="34" charset="0"/>
              <a:buNone/>
            </a:pPr>
            <a:r>
              <a:rPr lang="en-AU" sz="1800">
                <a:effectLst/>
                <a:latin typeface="Arial" panose="020B0604020202020204" pitchFamily="34" charset="0"/>
                <a:ea typeface="Calibri" panose="020F0502020204030204" pitchFamily="34" charset="0"/>
              </a:rPr>
              <a:t>Students </a:t>
            </a:r>
            <a:r>
              <a:rPr lang="en-AU" sz="1800" u="sng">
                <a:solidFill>
                  <a:srgbClr val="2F5496"/>
                </a:solidFill>
                <a:effectLst/>
                <a:latin typeface="Arial" panose="020B0604020202020204" pitchFamily="34" charset="0"/>
                <a:ea typeface="Calibri" panose="020F0502020204030204" pitchFamily="34" charset="0"/>
                <a:hlinkClick r:id="rId3"/>
              </a:rPr>
              <a:t>turn and talk</a:t>
            </a:r>
            <a:r>
              <a:rPr lang="en-AU" sz="1800">
                <a:effectLst/>
                <a:latin typeface="Arial" panose="020B0604020202020204" pitchFamily="34" charset="0"/>
                <a:ea typeface="Calibri" panose="020F0502020204030204" pitchFamily="34" charset="0"/>
              </a:rPr>
              <a:t> with a partner to compare their thoughts.</a:t>
            </a:r>
          </a:p>
          <a:p>
            <a:pPr marL="0" lvl="0" indent="0">
              <a:lnSpc>
                <a:spcPct val="150000"/>
              </a:lnSpc>
              <a:spcBef>
                <a:spcPts val="1200"/>
              </a:spcBef>
              <a:spcAft>
                <a:spcPts val="600"/>
              </a:spcAft>
              <a:buSzPts val="1100"/>
              <a:buFont typeface="Arial" panose="020B0604020202020204" pitchFamily="34" charset="0"/>
              <a:buNone/>
            </a:pPr>
            <a:r>
              <a:rPr lang="en-AU" sz="1800">
                <a:effectLst/>
                <a:latin typeface="Arial" panose="020B0604020202020204" pitchFamily="34" charset="0"/>
                <a:ea typeface="Calibri" panose="020F0502020204030204" pitchFamily="34" charset="0"/>
              </a:rPr>
              <a:t>As a class, regroup and discuss.</a:t>
            </a:r>
          </a:p>
        </p:txBody>
      </p:sp>
      <p:sp>
        <p:nvSpPr>
          <p:cNvPr id="4" name="Slide Number Placeholder 3"/>
          <p:cNvSpPr>
            <a:spLocks noGrp="1"/>
          </p:cNvSpPr>
          <p:nvPr>
            <p:ph type="sldNum" sz="quarter" idx="5"/>
          </p:nvPr>
        </p:nvSpPr>
        <p:spPr/>
        <p:txBody>
          <a:bodyPr/>
          <a:lstStyle/>
          <a:p>
            <a:fld id="{B07158C4-A119-4B78-9DE8-A50001BC31DC}" type="slidenum">
              <a:rPr lang="en-AU" smtClean="0"/>
              <a:pPr/>
              <a:t>17</a:t>
            </a:fld>
            <a:endParaRPr lang="en-AU"/>
          </a:p>
        </p:txBody>
      </p:sp>
    </p:spTree>
    <p:extLst>
      <p:ext uri="{BB962C8B-B14F-4D97-AF65-F5344CB8AC3E}">
        <p14:creationId xmlns:p14="http://schemas.microsoft.com/office/powerpoint/2010/main" val="23387963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16EE3E-15ED-C876-BD6F-EE43E8170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1EB1A0-9E83-4BB4-FF92-BA6ACF7070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FD46BE-61D8-4DE9-D84A-A90083FA1A19}"/>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9EE24D34-45EC-CE1B-A795-AF8194E586E1}"/>
              </a:ext>
            </a:extLst>
          </p:cNvPr>
          <p:cNvSpPr>
            <a:spLocks noGrp="1"/>
          </p:cNvSpPr>
          <p:nvPr>
            <p:ph type="sldNum" sz="quarter" idx="5"/>
          </p:nvPr>
        </p:nvSpPr>
        <p:spPr/>
        <p:txBody>
          <a:bodyPr/>
          <a:lstStyle/>
          <a:p>
            <a:fld id="{B07158C4-A119-4B78-9DE8-A50001BC31DC}" type="slidenum">
              <a:rPr lang="en-AU" smtClean="0"/>
              <a:pPr/>
              <a:t>18</a:t>
            </a:fld>
            <a:endParaRPr lang="en-AU"/>
          </a:p>
        </p:txBody>
      </p:sp>
    </p:spTree>
    <p:extLst>
      <p:ext uri="{BB962C8B-B14F-4D97-AF65-F5344CB8AC3E}">
        <p14:creationId xmlns:p14="http://schemas.microsoft.com/office/powerpoint/2010/main" val="230101020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42E296-D174-FB8B-35EA-66D72170DD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5FC1EB-654B-1945-6DC6-4F75C008A0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EA8029-49D7-F860-D388-7DB8DFAC341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3</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Partitioned fractions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891F9216-63F2-70E7-9AA0-9B87A3C3F854}"/>
              </a:ext>
            </a:extLst>
          </p:cNvPr>
          <p:cNvSpPr>
            <a:spLocks noGrp="1"/>
          </p:cNvSpPr>
          <p:nvPr>
            <p:ph type="sldNum" sz="quarter" idx="5"/>
          </p:nvPr>
        </p:nvSpPr>
        <p:spPr/>
        <p:txBody>
          <a:bodyPr/>
          <a:lstStyle/>
          <a:p>
            <a:fld id="{B07158C4-A119-4B78-9DE8-A50001BC31DC}" type="slidenum">
              <a:rPr lang="en-AU" smtClean="0"/>
              <a:pPr/>
              <a:t>19</a:t>
            </a:fld>
            <a:endParaRPr lang="en-AU"/>
          </a:p>
        </p:txBody>
      </p:sp>
    </p:spTree>
    <p:extLst>
      <p:ext uri="{BB962C8B-B14F-4D97-AF65-F5344CB8AC3E}">
        <p14:creationId xmlns:p14="http://schemas.microsoft.com/office/powerpoint/2010/main" val="344219565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DD6FB-E969-73B1-8CC4-E9091BE4E5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6797C-8441-B4B8-05B8-02934460E4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26EB87-A7B9-1FF2-2370-3649A84C163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Partitioned fractions A</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C78FEF3-20AE-E997-3B20-C08F3E0F0BC8}"/>
              </a:ext>
            </a:extLst>
          </p:cNvPr>
          <p:cNvSpPr>
            <a:spLocks noGrp="1"/>
          </p:cNvSpPr>
          <p:nvPr>
            <p:ph type="sldNum" sz="quarter" idx="5"/>
          </p:nvPr>
        </p:nvSpPr>
        <p:spPr/>
        <p:txBody>
          <a:bodyPr/>
          <a:lstStyle/>
          <a:p>
            <a:fld id="{B07158C4-A119-4B78-9DE8-A50001BC31DC}" type="slidenum">
              <a:rPr lang="en-AU" smtClean="0"/>
              <a:pPr/>
              <a:t>20</a:t>
            </a:fld>
            <a:endParaRPr lang="en-AU"/>
          </a:p>
        </p:txBody>
      </p:sp>
    </p:spTree>
    <p:extLst>
      <p:ext uri="{BB962C8B-B14F-4D97-AF65-F5344CB8AC3E}">
        <p14:creationId xmlns:p14="http://schemas.microsoft.com/office/powerpoint/2010/main" val="251240987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99025A-464A-1964-87D2-D2B0F402C4E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E00734-83E4-D4FD-7416-6158F127FC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409325-BA4F-C414-3806-6356D5B1F812}"/>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37C977BC-3AE4-8ABC-BA1C-6BCC2480FD2E}"/>
              </a:ext>
            </a:extLst>
          </p:cNvPr>
          <p:cNvSpPr>
            <a:spLocks noGrp="1"/>
          </p:cNvSpPr>
          <p:nvPr>
            <p:ph type="sldNum" sz="quarter" idx="5"/>
          </p:nvPr>
        </p:nvSpPr>
        <p:spPr/>
        <p:txBody>
          <a:bodyPr/>
          <a:lstStyle/>
          <a:p>
            <a:fld id="{B07158C4-A119-4B78-9DE8-A50001BC31DC}" type="slidenum">
              <a:rPr lang="en-AU" smtClean="0"/>
              <a:pPr/>
              <a:t>21</a:t>
            </a:fld>
            <a:endParaRPr lang="en-AU"/>
          </a:p>
        </p:txBody>
      </p:sp>
    </p:spTree>
    <p:extLst>
      <p:ext uri="{BB962C8B-B14F-4D97-AF65-F5344CB8AC3E}">
        <p14:creationId xmlns:p14="http://schemas.microsoft.com/office/powerpoint/2010/main" val="6861682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DDD892-37C1-7E8B-D57D-13BF6E21EC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6D4BA3-81C1-0652-24A7-E708D088E4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B77C95F-17AF-78D0-6712-4C5F6FD6B3DF}"/>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Length</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E1D82EEE-5CCA-87F3-1525-8A772D6341B6}"/>
              </a:ext>
            </a:extLst>
          </p:cNvPr>
          <p:cNvSpPr>
            <a:spLocks noGrp="1"/>
          </p:cNvSpPr>
          <p:nvPr>
            <p:ph type="sldNum" sz="quarter" idx="5"/>
          </p:nvPr>
        </p:nvSpPr>
        <p:spPr/>
        <p:txBody>
          <a:bodyPr/>
          <a:lstStyle/>
          <a:p>
            <a:fld id="{B07158C4-A119-4B78-9DE8-A50001BC31DC}" type="slidenum">
              <a:rPr lang="en-AU" smtClean="0"/>
              <a:pPr/>
              <a:t>22</a:t>
            </a:fld>
            <a:endParaRPr lang="en-AU"/>
          </a:p>
        </p:txBody>
      </p:sp>
    </p:spTree>
    <p:extLst>
      <p:ext uri="{BB962C8B-B14F-4D97-AF65-F5344CB8AC3E}">
        <p14:creationId xmlns:p14="http://schemas.microsoft.com/office/powerpoint/2010/main" val="25048434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AD204-A227-B30B-2145-47BFD44D56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8488E1-2F7F-3385-11D4-705B70E6F82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A4E577-C09A-2075-3C63-4918A4E25CB8}"/>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Three-dimensional spatial structure A: 3DS objects</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0B924AD-6469-BDE4-0792-EA5A41E39712}"/>
              </a:ext>
            </a:extLst>
          </p:cNvPr>
          <p:cNvSpPr>
            <a:spLocks noGrp="1"/>
          </p:cNvSpPr>
          <p:nvPr>
            <p:ph type="sldNum" sz="quarter" idx="5"/>
          </p:nvPr>
        </p:nvSpPr>
        <p:spPr/>
        <p:txBody>
          <a:bodyPr/>
          <a:lstStyle/>
          <a:p>
            <a:fld id="{B07158C4-A119-4B78-9DE8-A50001BC31DC}" type="slidenum">
              <a:rPr lang="en-AU" smtClean="0"/>
              <a:pPr/>
              <a:t>23</a:t>
            </a:fld>
            <a:endParaRPr lang="en-AU"/>
          </a:p>
        </p:txBody>
      </p:sp>
    </p:spTree>
    <p:extLst>
      <p:ext uri="{BB962C8B-B14F-4D97-AF65-F5344CB8AC3E}">
        <p14:creationId xmlns:p14="http://schemas.microsoft.com/office/powerpoint/2010/main" val="3532213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defRPr/>
            </a:pPr>
            <a:r>
              <a:rPr lang="en-AU"/>
              <a:t>This is a developing number sense activity. </a:t>
            </a:r>
            <a:endParaRPr lang="en-US">
              <a:solidFill>
                <a:srgbClr val="444444"/>
              </a:solidFill>
            </a:endParaRPr>
          </a:p>
          <a:p>
            <a:pPr>
              <a:lnSpc>
                <a:spcPct val="150000"/>
              </a:lnSpc>
              <a:spcBef>
                <a:spcPts val="1200"/>
              </a:spcBef>
              <a:spcAft>
                <a:spcPts val="600"/>
              </a:spcAft>
              <a:defRPr/>
            </a:pPr>
            <a:endParaRPr lang="en-AU">
              <a:solidFill>
                <a:srgbClr val="444444"/>
              </a:solidFill>
            </a:endParaRPr>
          </a:p>
          <a:p>
            <a:pPr>
              <a:lnSpc>
                <a:spcPct val="150000"/>
              </a:lnSpc>
              <a:spcBef>
                <a:spcPts val="1200"/>
              </a:spcBef>
              <a:spcAft>
                <a:spcPts val="600"/>
              </a:spcAft>
              <a:defRPr/>
            </a:pPr>
            <a:r>
              <a:rPr lang="en-AU"/>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endParaRPr>
          </a:p>
          <a:p>
            <a:pPr>
              <a:lnSpc>
                <a:spcPts val="1913"/>
              </a:lnSpc>
              <a:defRPr/>
            </a:pPr>
            <a:endParaRPr lang="en-AU">
              <a:solidFill>
                <a:srgbClr val="444444"/>
              </a:solidFill>
            </a:endParaRPr>
          </a:p>
          <a:p>
            <a:pPr>
              <a:defRPr/>
            </a:pPr>
            <a:r>
              <a:rPr lang="en-AU" b="1"/>
              <a:t>Syllabus focus area:</a:t>
            </a:r>
            <a:endParaRPr lang="en-US">
              <a:solidFill>
                <a:srgbClr val="444444"/>
              </a:solidFill>
            </a:endParaRPr>
          </a:p>
          <a:p>
            <a:r>
              <a:rPr lang="en-AU" sz="1600"/>
              <a:t>Partitioned fractions A</a:t>
            </a:r>
          </a:p>
          <a:p>
            <a:endParaRPr lang="en-AU" sz="1600"/>
          </a:p>
          <a:p>
            <a:pPr lvl="0"/>
            <a:r>
              <a:rPr lang="en-AU" sz="1600"/>
              <a:t>This resource corresponds to </a:t>
            </a:r>
            <a:r>
              <a:rPr lang="en-AU" sz="1600" b="1"/>
              <a:t>Resource 12 – fractured fraction wall </a:t>
            </a:r>
            <a:r>
              <a:rPr lang="en-AU" sz="1600"/>
              <a:t>in Stage 2 Year A Unit 16.</a:t>
            </a:r>
            <a:br>
              <a:rPr lang="en-AU" sz="1600"/>
            </a:br>
            <a:br>
              <a:rPr lang="en-AU" sz="1600"/>
            </a:br>
            <a:r>
              <a:rPr lang="en-AU" sz="1600" u="none" strike="noStrike" kern="1200">
                <a:solidFill>
                  <a:schemeClr val="tx1"/>
                </a:solidFill>
                <a:effectLst/>
                <a:latin typeface="Arial" panose="020B0604020202020204" pitchFamily="34" charset="0"/>
                <a:ea typeface="+mn-ea"/>
                <a:cs typeface="Arial" panose="020B0604020202020204" pitchFamily="34" charset="0"/>
              </a:rPr>
              <a:t>Read the scenario: The class had a fraction wall displayed in the classroom. One day, the wind blew some of the fractions off the wall. It is your job to fix the fraction wall, so each row represents one whole.</a:t>
            </a:r>
          </a:p>
          <a:p>
            <a:pPr lvl="0"/>
            <a:r>
              <a:rPr lang="en-AU" sz="1600" u="none" strike="noStrike" kern="1200">
                <a:solidFill>
                  <a:schemeClr val="tx1"/>
                </a:solidFill>
                <a:effectLst/>
                <a:latin typeface="Arial" panose="020B0604020202020204" pitchFamily="34" charset="0"/>
                <a:ea typeface="+mn-ea"/>
                <a:cs typeface="Arial" panose="020B0604020202020204" pitchFamily="34" charset="0"/>
              </a:rPr>
              <a:t>Students turn and talk about how to return the correct fractional parts on the fraction wall.</a:t>
            </a:r>
          </a:p>
          <a:p>
            <a:pPr lvl="0"/>
            <a:endParaRPr lang="en-AU" sz="1600" u="none" strike="noStrike" kern="1200">
              <a:solidFill>
                <a:schemeClr val="tx1"/>
              </a:solidFill>
              <a:effectLst/>
              <a:latin typeface="Arial" panose="020B0604020202020204" pitchFamily="34" charset="0"/>
              <a:ea typeface="+mn-ea"/>
              <a:cs typeface="Arial" panose="020B0604020202020204" pitchFamily="34" charset="0"/>
            </a:endParaRPr>
          </a:p>
          <a:p>
            <a:pPr lvl="0"/>
            <a:r>
              <a:rPr lang="en-AU" sz="1600" u="none" strike="noStrike" kern="1200">
                <a:solidFill>
                  <a:schemeClr val="tx1"/>
                </a:solidFill>
                <a:effectLst/>
                <a:latin typeface="Arial" panose="020B0604020202020204" pitchFamily="34" charset="0"/>
                <a:ea typeface="+mn-ea"/>
                <a:cs typeface="Arial" panose="020B0604020202020204" pitchFamily="34" charset="0"/>
              </a:rPr>
              <a:t>Provide students with a copy of either </a:t>
            </a:r>
            <a:r>
              <a:rPr lang="en-AU" sz="1600" u="none" strike="noStrike" kern="1200">
                <a:solidFill>
                  <a:schemeClr val="tx1"/>
                </a:solidFill>
                <a:effectLst/>
                <a:latin typeface="Arial" panose="020B0604020202020204" pitchFamily="34" charset="0"/>
                <a:ea typeface="+mn-ea"/>
                <a:cs typeface="Arial" panose="020B0604020202020204" pitchFamily="34" charset="0"/>
                <a:hlinkClick r:id="rId3">
                  <a:extLst>
                    <a:ext uri="{A12FA001-AC4F-418D-AE19-62706E023703}">
                      <ahyp:hlinkClr xmlns:ahyp="http://schemas.microsoft.com/office/drawing/2018/hyperlinkcolor" val="tx"/>
                    </a:ext>
                  </a:extLst>
                </a:hlinkClick>
              </a:rPr>
              <a:t>Resource 12 – fractured fraction wall 1</a:t>
            </a:r>
            <a:r>
              <a:rPr lang="en-AU" sz="1600" u="none" strike="noStrike" kern="1200">
                <a:solidFill>
                  <a:schemeClr val="tx1"/>
                </a:solidFill>
                <a:effectLst/>
                <a:latin typeface="Arial" panose="020B0604020202020204" pitchFamily="34" charset="0"/>
                <a:ea typeface="+mn-ea"/>
                <a:cs typeface="Arial" panose="020B0604020202020204" pitchFamily="34" charset="0"/>
              </a:rPr>
              <a:t> or </a:t>
            </a:r>
            <a:r>
              <a:rPr lang="en-AU" sz="1600" u="none" strike="noStrike" kern="1200">
                <a:solidFill>
                  <a:schemeClr val="tx1"/>
                </a:solidFill>
                <a:effectLst/>
                <a:latin typeface="Arial" panose="020B0604020202020204" pitchFamily="34" charset="0"/>
                <a:ea typeface="+mn-ea"/>
                <a:cs typeface="Arial" panose="020B0604020202020204" pitchFamily="34" charset="0"/>
                <a:hlinkClick r:id="rId4">
                  <a:extLst>
                    <a:ext uri="{A12FA001-AC4F-418D-AE19-62706E023703}">
                      <ahyp:hlinkClr xmlns:ahyp="http://schemas.microsoft.com/office/drawing/2018/hyperlinkcolor" val="tx"/>
                    </a:ext>
                  </a:extLst>
                </a:hlinkClick>
              </a:rPr>
              <a:t>Resource 13 – fractured fraction wall 2</a:t>
            </a:r>
            <a:r>
              <a:rPr lang="en-AU" sz="1600" u="none" strike="noStrike" kern="1200">
                <a:solidFill>
                  <a:schemeClr val="tx1"/>
                </a:solidFill>
                <a:effectLst/>
                <a:latin typeface="Arial" panose="020B0604020202020204" pitchFamily="34" charset="0"/>
                <a:ea typeface="+mn-ea"/>
                <a:cs typeface="Arial" panose="020B0604020202020204" pitchFamily="34" charset="0"/>
              </a:rPr>
              <a:t> to complete the fraction wall. Students can cut and paste to complete the fraction wall or draw and colour the fractional parts.</a:t>
            </a:r>
          </a:p>
          <a:p>
            <a:pPr lvl="0"/>
            <a:endParaRPr lang="en-AU" sz="1600" u="none" strike="noStrike" kern="1200">
              <a:solidFill>
                <a:schemeClr val="tx1"/>
              </a:solidFill>
              <a:effectLst/>
              <a:latin typeface="Arial" panose="020B0604020202020204" pitchFamily="34" charset="0"/>
              <a:ea typeface="+mn-ea"/>
              <a:cs typeface="Arial" panose="020B0604020202020204" pitchFamily="34" charset="0"/>
            </a:endParaRPr>
          </a:p>
          <a:p>
            <a:pPr lvl="0"/>
            <a:r>
              <a:rPr lang="en-AU" sz="1600" u="none" strike="noStrike" kern="1200">
                <a:solidFill>
                  <a:schemeClr val="tx1"/>
                </a:solidFill>
                <a:effectLst/>
                <a:latin typeface="Arial" panose="020B0604020202020204" pitchFamily="34" charset="0"/>
                <a:ea typeface="+mn-ea"/>
                <a:cs typeface="Arial" panose="020B0604020202020204" pitchFamily="34" charset="0"/>
              </a:rPr>
              <a:t>Students display their solutions and discuss with the class.</a:t>
            </a:r>
          </a:p>
          <a:p>
            <a:endParaRPr lang="en-AU" sz="1600"/>
          </a:p>
          <a:p>
            <a:endParaRPr lang="en-AU" b="1"/>
          </a:p>
          <a:p>
            <a:r>
              <a:rPr lang="en-AU" b="1"/>
              <a:t>Note: </a:t>
            </a:r>
            <a:r>
              <a:rPr lang="en-AU"/>
              <a:t>The images on the right of the dotted line can be moved to recreate the fraction wall.</a:t>
            </a:r>
          </a:p>
          <a:p>
            <a:endParaRPr lang="en-AU"/>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24</a:t>
            </a:fld>
            <a:endParaRPr lang="en-AU"/>
          </a:p>
        </p:txBody>
      </p:sp>
    </p:spTree>
    <p:extLst>
      <p:ext uri="{BB962C8B-B14F-4D97-AF65-F5344CB8AC3E}">
        <p14:creationId xmlns:p14="http://schemas.microsoft.com/office/powerpoint/2010/main" val="206758348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C35B2-3BE5-0C7B-8CC0-327C56CC35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427FE-E01D-4F4A-5A28-F8619B48D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E2085B-B28F-BC38-03CF-B43254C77996}"/>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8ED36F5-A8A9-0858-1AFE-47876950D19A}"/>
              </a:ext>
            </a:extLst>
          </p:cNvPr>
          <p:cNvSpPr>
            <a:spLocks noGrp="1"/>
          </p:cNvSpPr>
          <p:nvPr>
            <p:ph type="sldNum" sz="quarter" idx="5"/>
          </p:nvPr>
        </p:nvSpPr>
        <p:spPr/>
        <p:txBody>
          <a:bodyPr/>
          <a:lstStyle/>
          <a:p>
            <a:fld id="{B07158C4-A119-4B78-9DE8-A50001BC31DC}" type="slidenum">
              <a:rPr lang="en-AU" smtClean="0"/>
              <a:pPr/>
              <a:t>25</a:t>
            </a:fld>
            <a:endParaRPr lang="en-AU"/>
          </a:p>
        </p:txBody>
      </p:sp>
    </p:spTree>
    <p:extLst>
      <p:ext uri="{BB962C8B-B14F-4D97-AF65-F5344CB8AC3E}">
        <p14:creationId xmlns:p14="http://schemas.microsoft.com/office/powerpoint/2010/main" val="356533839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FF732A-3965-A9F8-148C-46F030796B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8E9F88-151B-E2AD-A9CB-95AB92231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B8B86-2CA6-9346-88FD-0B5094FCDE8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4</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Partitioned fractions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96CD2AA-96FE-F80B-6423-9E54C403B441}"/>
              </a:ext>
            </a:extLst>
          </p:cNvPr>
          <p:cNvSpPr>
            <a:spLocks noGrp="1"/>
          </p:cNvSpPr>
          <p:nvPr>
            <p:ph type="sldNum" sz="quarter" idx="5"/>
          </p:nvPr>
        </p:nvSpPr>
        <p:spPr/>
        <p:txBody>
          <a:bodyPr/>
          <a:lstStyle/>
          <a:p>
            <a:fld id="{B07158C4-A119-4B78-9DE8-A50001BC31DC}" type="slidenum">
              <a:rPr lang="en-AU" smtClean="0"/>
              <a:pPr/>
              <a:t>26</a:t>
            </a:fld>
            <a:endParaRPr lang="en-AU"/>
          </a:p>
        </p:txBody>
      </p:sp>
    </p:spTree>
    <p:extLst>
      <p:ext uri="{BB962C8B-B14F-4D97-AF65-F5344CB8AC3E}">
        <p14:creationId xmlns:p14="http://schemas.microsoft.com/office/powerpoint/2010/main" val="299759993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7CA5-2D7B-1310-B578-68B553A0C9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9249B6-7558-D1B6-6AEA-31B0E2316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2FBEB6-C94C-82A7-FAA9-FF20D034732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Partitioned fractions A</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E5E3C74-BC9E-DA14-B609-0B9E629AE558}"/>
              </a:ext>
            </a:extLst>
          </p:cNvPr>
          <p:cNvSpPr>
            <a:spLocks noGrp="1"/>
          </p:cNvSpPr>
          <p:nvPr>
            <p:ph type="sldNum" sz="quarter" idx="5"/>
          </p:nvPr>
        </p:nvSpPr>
        <p:spPr/>
        <p:txBody>
          <a:bodyPr/>
          <a:lstStyle/>
          <a:p>
            <a:fld id="{B07158C4-A119-4B78-9DE8-A50001BC31DC}" type="slidenum">
              <a:rPr lang="en-AU" smtClean="0"/>
              <a:pPr/>
              <a:t>27</a:t>
            </a:fld>
            <a:endParaRPr lang="en-AU"/>
          </a:p>
        </p:txBody>
      </p:sp>
    </p:spTree>
    <p:extLst>
      <p:ext uri="{BB962C8B-B14F-4D97-AF65-F5344CB8AC3E}">
        <p14:creationId xmlns:p14="http://schemas.microsoft.com/office/powerpoint/2010/main" val="252929108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F1B36-47E4-7D54-B38D-6E3A12D5FA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67441C-B175-9310-62E4-2BDB843439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A007E7-BCD7-BF66-1FD5-F66F83E9A55D}"/>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3B727C7-CC8D-698F-7170-D71A46934120}"/>
              </a:ext>
            </a:extLst>
          </p:cNvPr>
          <p:cNvSpPr>
            <a:spLocks noGrp="1"/>
          </p:cNvSpPr>
          <p:nvPr>
            <p:ph type="sldNum" sz="quarter" idx="5"/>
          </p:nvPr>
        </p:nvSpPr>
        <p:spPr/>
        <p:txBody>
          <a:bodyPr/>
          <a:lstStyle/>
          <a:p>
            <a:fld id="{B07158C4-A119-4B78-9DE8-A50001BC31DC}" type="slidenum">
              <a:rPr lang="en-AU" smtClean="0"/>
              <a:pPr/>
              <a:t>28</a:t>
            </a:fld>
            <a:endParaRPr lang="en-AU"/>
          </a:p>
        </p:txBody>
      </p:sp>
    </p:spTree>
    <p:extLst>
      <p:ext uri="{BB962C8B-B14F-4D97-AF65-F5344CB8AC3E}">
        <p14:creationId xmlns:p14="http://schemas.microsoft.com/office/powerpoint/2010/main" val="264453745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F7A0BB-AA34-0B65-41E4-EF814B84E4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1BEDCB-C7EC-29FC-CD6C-FBF8F9D517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BD923A-BE46-08B3-A42D-B88657583BA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Length</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691AD530-CC72-1CD3-DC22-84CCE8934B30}"/>
              </a:ext>
            </a:extLst>
          </p:cNvPr>
          <p:cNvSpPr>
            <a:spLocks noGrp="1"/>
          </p:cNvSpPr>
          <p:nvPr>
            <p:ph type="sldNum" sz="quarter" idx="5"/>
          </p:nvPr>
        </p:nvSpPr>
        <p:spPr/>
        <p:txBody>
          <a:bodyPr/>
          <a:lstStyle/>
          <a:p>
            <a:fld id="{B07158C4-A119-4B78-9DE8-A50001BC31DC}" type="slidenum">
              <a:rPr lang="en-AU" smtClean="0"/>
              <a:pPr/>
              <a:t>29</a:t>
            </a:fld>
            <a:endParaRPr lang="en-AU"/>
          </a:p>
        </p:txBody>
      </p:sp>
    </p:spTree>
    <p:extLst>
      <p:ext uri="{BB962C8B-B14F-4D97-AF65-F5344CB8AC3E}">
        <p14:creationId xmlns:p14="http://schemas.microsoft.com/office/powerpoint/2010/main" val="119656459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B1A993-7F4F-C93E-0AD2-A9CFA55E8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CAD4581-477B-5E09-01F6-928C1DFA6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ADE64-75C4-CB72-FCCF-8818C0A60230}"/>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Two-dimensional spatial structure A: Area</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8488F882-215A-11D1-B667-F9E4F3218AA0}"/>
              </a:ext>
            </a:extLst>
          </p:cNvPr>
          <p:cNvSpPr>
            <a:spLocks noGrp="1"/>
          </p:cNvSpPr>
          <p:nvPr>
            <p:ph type="sldNum" sz="quarter" idx="5"/>
          </p:nvPr>
        </p:nvSpPr>
        <p:spPr/>
        <p:txBody>
          <a:bodyPr/>
          <a:lstStyle/>
          <a:p>
            <a:fld id="{B07158C4-A119-4B78-9DE8-A50001BC31DC}" type="slidenum">
              <a:rPr lang="en-AU" smtClean="0"/>
              <a:pPr/>
              <a:t>30</a:t>
            </a:fld>
            <a:endParaRPr lang="en-AU"/>
          </a:p>
        </p:txBody>
      </p:sp>
    </p:spTree>
    <p:extLst>
      <p:ext uri="{BB962C8B-B14F-4D97-AF65-F5344CB8AC3E}">
        <p14:creationId xmlns:p14="http://schemas.microsoft.com/office/powerpoint/2010/main" val="298476015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CF788-1815-ED9B-26CD-000879E8816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7AC408-5927-C5E6-6F33-8209D9B42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4AAF5A-8466-6991-3FD2-A3EAD2D42E74}"/>
              </a:ext>
            </a:extLst>
          </p:cNvPr>
          <p:cNvSpPr>
            <a:spLocks noGrp="1"/>
          </p:cNvSpPr>
          <p:nvPr>
            <p:ph type="body" idx="1"/>
          </p:nvPr>
        </p:nvSpPr>
        <p:spPr/>
        <p:txBody>
          <a:bodyPr/>
          <a:lstStyle/>
          <a:p>
            <a:pPr>
              <a:lnSpc>
                <a:spcPct val="150000"/>
              </a:lnSpc>
              <a:spcBef>
                <a:spcPts val="1200"/>
              </a:spcBef>
              <a:spcAft>
                <a:spcPts val="600"/>
              </a:spcAft>
              <a:defRPr/>
            </a:pPr>
            <a:r>
              <a:rPr lang="en-AU" sz="1800">
                <a:solidFill>
                  <a:srgbClr val="000000"/>
                </a:solidFill>
              </a:rPr>
              <a:t>This is a developing number sense activity. </a:t>
            </a:r>
            <a:endParaRPr lang="en-US" sz="1800">
              <a:solidFill>
                <a:srgbClr val="444444"/>
              </a:solidFill>
            </a:endParaRPr>
          </a:p>
          <a:p>
            <a:pPr>
              <a:lnSpc>
                <a:spcPct val="150000"/>
              </a:lnSpc>
              <a:spcBef>
                <a:spcPts val="1200"/>
              </a:spcBef>
              <a:spcAft>
                <a:spcPts val="600"/>
              </a:spcAft>
              <a:defRPr/>
            </a:pPr>
            <a:endParaRPr lang="en-AU" sz="1800">
              <a:solidFill>
                <a:srgbClr val="444444"/>
              </a:solidFill>
            </a:endParaRPr>
          </a:p>
          <a:p>
            <a:pPr>
              <a:lnSpc>
                <a:spcPct val="150000"/>
              </a:lnSpc>
              <a:spcBef>
                <a:spcPts val="1200"/>
              </a:spcBef>
              <a:spcAft>
                <a:spcPts val="600"/>
              </a:spcAft>
              <a:defRPr/>
            </a:pPr>
            <a:r>
              <a:rPr lang="en-AU" sz="1800">
                <a:solidFill>
                  <a:srgbClr val="000000"/>
                </a:solidFil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endParaRPr>
          </a:p>
          <a:p>
            <a:pPr>
              <a:lnSpc>
                <a:spcPts val="1913"/>
              </a:lnSpc>
              <a:defRPr/>
            </a:pPr>
            <a:endParaRPr lang="en-AU" sz="1800">
              <a:solidFill>
                <a:srgbClr val="444444"/>
              </a:solidFill>
            </a:endParaRPr>
          </a:p>
          <a:p>
            <a:pPr>
              <a:defRPr/>
            </a:pPr>
            <a:r>
              <a:rPr lang="en-AU" sz="1800" b="1">
                <a:solidFill>
                  <a:srgbClr val="000000"/>
                </a:solidFill>
              </a:rPr>
              <a:t>Syllabus focus area:</a:t>
            </a:r>
          </a:p>
          <a:p>
            <a:pPr>
              <a:defRPr/>
            </a:pPr>
            <a:r>
              <a:rPr lang="en-AU" sz="1800" b="0">
                <a:solidFill>
                  <a:srgbClr val="000000"/>
                </a:solidFill>
              </a:rPr>
              <a:t>Partitioned fractions A</a:t>
            </a:r>
          </a:p>
          <a:p>
            <a:pPr>
              <a:defRPr/>
            </a:pPr>
            <a:endParaRPr lang="en-AU" sz="1800" b="0">
              <a:solidFill>
                <a:srgbClr val="000000"/>
              </a:solidFil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600" kern="1200">
                <a:solidFill>
                  <a:schemeClr val="tx1"/>
                </a:solidFill>
                <a:effectLst/>
                <a:latin typeface="Arial" panose="020B0604020202020204" pitchFamily="34" charset="0"/>
                <a:ea typeface="+mn-ea"/>
                <a:cs typeface="Arial" panose="020B0604020202020204" pitchFamily="34" charset="0"/>
              </a:rPr>
              <a:t>This activity is an adaptation of ‘Who is winning?’ from </a:t>
            </a:r>
            <a:r>
              <a:rPr lang="en-AU" sz="1600" i="1" kern="1200">
                <a:solidFill>
                  <a:schemeClr val="tx1"/>
                </a:solidFill>
                <a:effectLst/>
                <a:latin typeface="Arial" panose="020B0604020202020204" pitchFamily="34" charset="0"/>
                <a:ea typeface="+mn-ea"/>
                <a:cs typeface="Arial" panose="020B0604020202020204" pitchFamily="34" charset="0"/>
              </a:rPr>
              <a:t>Primary and Middle Years Mathematics: Teaching Developmentally</a:t>
            </a:r>
            <a:r>
              <a:rPr lang="en-AU" sz="1600" kern="1200">
                <a:solidFill>
                  <a:schemeClr val="tx1"/>
                </a:solidFill>
                <a:effectLst/>
                <a:latin typeface="Arial" panose="020B0604020202020204" pitchFamily="34" charset="0"/>
                <a:ea typeface="+mn-ea"/>
                <a:cs typeface="Arial" panose="020B0604020202020204" pitchFamily="34" charset="0"/>
              </a:rPr>
              <a:t>, 1st Australian </a:t>
            </a:r>
            <a:r>
              <a:rPr lang="en-AU" sz="1600" kern="1200" err="1">
                <a:solidFill>
                  <a:schemeClr val="tx1"/>
                </a:solidFill>
                <a:effectLst/>
                <a:latin typeface="Arial" panose="020B0604020202020204" pitchFamily="34" charset="0"/>
                <a:ea typeface="+mn-ea"/>
                <a:cs typeface="Arial" panose="020B0604020202020204" pitchFamily="34" charset="0"/>
              </a:rPr>
              <a:t>edn</a:t>
            </a:r>
            <a:r>
              <a:rPr lang="en-AU" sz="1600" kern="1200">
                <a:solidFill>
                  <a:schemeClr val="tx1"/>
                </a:solidFill>
                <a:effectLst/>
                <a:latin typeface="Arial" panose="020B0604020202020204" pitchFamily="34" charset="0"/>
                <a:ea typeface="+mn-ea"/>
                <a:cs typeface="Arial" panose="020B0604020202020204" pitchFamily="34" charset="0"/>
              </a:rPr>
              <a:t> by Van De Walle et al.</a:t>
            </a:r>
            <a:endParaRPr lang="en-AU" sz="1800" b="0">
              <a:solidFill>
                <a:srgbClr val="000000"/>
              </a:solidFill>
            </a:endParaRPr>
          </a:p>
          <a:p>
            <a:pPr>
              <a:defRPr/>
            </a:pPr>
            <a:endParaRPr lang="en-AU" sz="1800"/>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r>
              <a:rPr lang="en-AU" sz="1800"/>
              <a:t>This resource corresponds to </a:t>
            </a:r>
            <a:r>
              <a:rPr lang="en-AU" sz="1800" b="1"/>
              <a:t>Resource 14 – Who is winning?</a:t>
            </a:r>
            <a:r>
              <a:rPr lang="en-AU" sz="1800"/>
              <a:t> in Stage 2 Year A Unit 16.</a:t>
            </a:r>
          </a:p>
          <a:p>
            <a:pPr marL="0" lvl="0" indent="0">
              <a:lnSpc>
                <a:spcPct val="150000"/>
              </a:lnSpc>
              <a:spcBef>
                <a:spcPts val="1200"/>
              </a:spcBef>
              <a:spcAft>
                <a:spcPts val="600"/>
              </a:spcAft>
              <a:buSzPts val="1100"/>
              <a:buFont typeface="Arial" panose="020B0604020202020204" pitchFamily="34" charset="0"/>
              <a:buNone/>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effectLst/>
                <a:latin typeface="Arial" panose="020B0604020202020204" pitchFamily="34" charset="0"/>
                <a:ea typeface="Calibri" panose="020F0502020204030204" pitchFamily="34" charset="0"/>
              </a:rPr>
              <a:t>Explain that the 6 students are in a race. The fractions show the distance they have already run.</a:t>
            </a: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Provide pairs of students with a paper strip for each runner.</a:t>
            </a: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With their partner, students use a paper strip to mark and represent the fraction distance for each runner. Students then compare the fractional representations for each runner to determine who is winning the race.</a:t>
            </a: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Discuss students' strategies used to identify and represent the position of each fraction.</a:t>
            </a:r>
          </a:p>
        </p:txBody>
      </p:sp>
      <p:sp>
        <p:nvSpPr>
          <p:cNvPr id="4" name="Slide Number Placeholder 3">
            <a:extLst>
              <a:ext uri="{FF2B5EF4-FFF2-40B4-BE49-F238E27FC236}">
                <a16:creationId xmlns:a16="http://schemas.microsoft.com/office/drawing/2014/main" id="{6144088C-9CEB-5B5F-0A1B-323316E046FD}"/>
              </a:ext>
            </a:extLst>
          </p:cNvPr>
          <p:cNvSpPr>
            <a:spLocks noGrp="1"/>
          </p:cNvSpPr>
          <p:nvPr>
            <p:ph type="sldNum" sz="quarter" idx="5"/>
          </p:nvPr>
        </p:nvSpPr>
        <p:spPr/>
        <p:txBody>
          <a:bodyPr/>
          <a:lstStyle/>
          <a:p>
            <a:fld id="{B07158C4-A119-4B78-9DE8-A50001BC31DC}" type="slidenum">
              <a:rPr lang="en-AU" smtClean="0"/>
              <a:pPr/>
              <a:t>31</a:t>
            </a:fld>
            <a:endParaRPr lang="en-AU"/>
          </a:p>
        </p:txBody>
      </p:sp>
    </p:spTree>
    <p:extLst>
      <p:ext uri="{BB962C8B-B14F-4D97-AF65-F5344CB8AC3E}">
        <p14:creationId xmlns:p14="http://schemas.microsoft.com/office/powerpoint/2010/main" val="3682256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3818AF-DDC4-010C-0C3E-226873281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03B7B5-593F-4E30-4201-691EFD621B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4148B8-A5EE-066C-084C-26B252FC0EF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DCAEACBF-48FC-503B-3932-30BDA4DEBD8C}"/>
              </a:ext>
            </a:extLst>
          </p:cNvPr>
          <p:cNvSpPr>
            <a:spLocks noGrp="1"/>
          </p:cNvSpPr>
          <p:nvPr>
            <p:ph type="sldNum" sz="quarter" idx="5"/>
          </p:nvPr>
        </p:nvSpPr>
        <p:spPr/>
        <p:txBody>
          <a:bodyPr/>
          <a:lstStyle/>
          <a:p>
            <a:fld id="{B07158C4-A119-4B78-9DE8-A50001BC31DC}" type="slidenum">
              <a:rPr lang="en-AU" smtClean="0"/>
              <a:pPr/>
              <a:t>32</a:t>
            </a:fld>
            <a:endParaRPr lang="en-AU"/>
          </a:p>
        </p:txBody>
      </p:sp>
    </p:spTree>
    <p:extLst>
      <p:ext uri="{BB962C8B-B14F-4D97-AF65-F5344CB8AC3E}">
        <p14:creationId xmlns:p14="http://schemas.microsoft.com/office/powerpoint/2010/main" val="286370276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a:t>
            </a:r>
            <a:r>
              <a:rPr lang="en-AU">
                <a:latin typeface="Arial"/>
                <a:cs typeface="Arial"/>
              </a:rPr>
              <a:t>5</a:t>
            </a:r>
            <a:r>
              <a:rPr lang="en-AU" sz="1600" b="0" i="0">
                <a:solidFill>
                  <a:schemeClr val="tx1"/>
                </a:solidFill>
                <a:latin typeface="Arial"/>
                <a:cs typeface="Arial"/>
              </a:rPr>
              <a:t>)</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p:cNvSpPr>
            <a:spLocks noGrp="1"/>
          </p:cNvSpPr>
          <p:nvPr>
            <p:ph type="sldNum" sz="quarter" idx="5"/>
          </p:nvPr>
        </p:nvSpPr>
        <p:spPr/>
        <p:txBody>
          <a:bodyPr/>
          <a:lstStyle/>
          <a:p>
            <a:fld id="{B07158C4-A119-4B78-9DE8-A50001BC31DC}" type="slidenum">
              <a:rPr lang="en-AU" smtClean="0"/>
              <a:pPr/>
              <a:t>33</a:t>
            </a:fld>
            <a:endParaRPr lang="en-AU"/>
          </a:p>
        </p:txBody>
      </p:sp>
    </p:spTree>
    <p:extLst>
      <p:ext uri="{BB962C8B-B14F-4D97-AF65-F5344CB8AC3E}">
        <p14:creationId xmlns:p14="http://schemas.microsoft.com/office/powerpoint/2010/main" val="41769920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B86A9-99E2-4149-56C2-0FAD4CDFCD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8F2718-A36C-7497-2EE5-81A240248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EB09EE-3E10-C8AF-9F92-5B1BBAB1078C}"/>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Partitioned fractions A</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BBA043-81EA-77EE-E881-404311353372}"/>
              </a:ext>
            </a:extLst>
          </p:cNvPr>
          <p:cNvSpPr>
            <a:spLocks noGrp="1"/>
          </p:cNvSpPr>
          <p:nvPr>
            <p:ph type="sldNum" sz="quarter" idx="5"/>
          </p:nvPr>
        </p:nvSpPr>
        <p:spPr/>
        <p:txBody>
          <a:bodyPr/>
          <a:lstStyle/>
          <a:p>
            <a:fld id="{B07158C4-A119-4B78-9DE8-A50001BC31DC}" type="slidenum">
              <a:rPr lang="en-AU" smtClean="0"/>
              <a:pPr/>
              <a:t>34</a:t>
            </a:fld>
            <a:endParaRPr lang="en-AU"/>
          </a:p>
        </p:txBody>
      </p:sp>
    </p:spTree>
    <p:extLst>
      <p:ext uri="{BB962C8B-B14F-4D97-AF65-F5344CB8AC3E}">
        <p14:creationId xmlns:p14="http://schemas.microsoft.com/office/powerpoint/2010/main" val="113611601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604360-B294-6875-A777-8E65DF276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95FFA0-8D58-064B-822F-AFE07735A2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7C0922-ADB2-6D09-377E-996CEEE43E3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157227-2E00-F70A-D00B-E66E351F3B92}"/>
              </a:ext>
            </a:extLst>
          </p:cNvPr>
          <p:cNvSpPr>
            <a:spLocks noGrp="1"/>
          </p:cNvSpPr>
          <p:nvPr>
            <p:ph type="sldNum" sz="quarter" idx="5"/>
          </p:nvPr>
        </p:nvSpPr>
        <p:spPr/>
        <p:txBody>
          <a:bodyPr/>
          <a:lstStyle/>
          <a:p>
            <a:fld id="{B07158C4-A119-4B78-9DE8-A50001BC31DC}" type="slidenum">
              <a:rPr lang="en-AU" smtClean="0"/>
              <a:pPr/>
              <a:t>35</a:t>
            </a:fld>
            <a:endParaRPr lang="en-AU"/>
          </a:p>
        </p:txBody>
      </p:sp>
    </p:spTree>
    <p:extLst>
      <p:ext uri="{BB962C8B-B14F-4D97-AF65-F5344CB8AC3E}">
        <p14:creationId xmlns:p14="http://schemas.microsoft.com/office/powerpoint/2010/main" val="31593475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B75FC-45C2-0D96-62F4-2547ACD877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26E951-171E-CEBE-98D0-EAA8C416AD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9FBF-0199-90F9-6207-B8212D2695D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A: Mass</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6675A1E-9728-DFA8-DCB5-8F3400B0B32B}"/>
              </a:ext>
            </a:extLst>
          </p:cNvPr>
          <p:cNvSpPr>
            <a:spLocks noGrp="1"/>
          </p:cNvSpPr>
          <p:nvPr>
            <p:ph type="sldNum" sz="quarter" idx="5"/>
          </p:nvPr>
        </p:nvSpPr>
        <p:spPr/>
        <p:txBody>
          <a:bodyPr/>
          <a:lstStyle/>
          <a:p>
            <a:fld id="{B07158C4-A119-4B78-9DE8-A50001BC31DC}" type="slidenum">
              <a:rPr lang="en-AU" smtClean="0"/>
              <a:pPr/>
              <a:t>36</a:t>
            </a:fld>
            <a:endParaRPr lang="en-AU"/>
          </a:p>
        </p:txBody>
      </p:sp>
    </p:spTree>
    <p:extLst>
      <p:ext uri="{BB962C8B-B14F-4D97-AF65-F5344CB8AC3E}">
        <p14:creationId xmlns:p14="http://schemas.microsoft.com/office/powerpoint/2010/main" val="103751245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F94D49-0FEF-E22C-ADC0-C370548188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F9EBDE-6325-50D3-1D8C-46C2A07207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4CFC79-89C8-8091-6BD4-E413B8EB8F6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Chance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53DCD472-CD43-2531-1524-996ECEDB5DEC}"/>
              </a:ext>
            </a:extLst>
          </p:cNvPr>
          <p:cNvSpPr>
            <a:spLocks noGrp="1"/>
          </p:cNvSpPr>
          <p:nvPr>
            <p:ph type="sldNum" sz="quarter" idx="5"/>
          </p:nvPr>
        </p:nvSpPr>
        <p:spPr/>
        <p:txBody>
          <a:bodyPr/>
          <a:lstStyle/>
          <a:p>
            <a:fld id="{B07158C4-A119-4B78-9DE8-A50001BC31DC}" type="slidenum">
              <a:rPr lang="en-AU" smtClean="0"/>
              <a:pPr/>
              <a:t>37</a:t>
            </a:fld>
            <a:endParaRPr lang="en-AU"/>
          </a:p>
        </p:txBody>
      </p:sp>
    </p:spTree>
    <p:extLst>
      <p:ext uri="{BB962C8B-B14F-4D97-AF65-F5344CB8AC3E}">
        <p14:creationId xmlns:p14="http://schemas.microsoft.com/office/powerpoint/2010/main" val="17101332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a:solidFill>
                  <a:srgbClr val="000000"/>
                </a:solidFill>
                <a:latin typeface="Arial"/>
                <a:cs typeface="Arial"/>
              </a:rPr>
              <a:t>This is a developing number sense activity. </a:t>
            </a:r>
            <a:endParaRPr lang="en-US">
              <a:solidFill>
                <a:srgbClr val="444444"/>
              </a:solidFill>
              <a:latin typeface="Arial"/>
              <a:cs typeface="Arial"/>
            </a:endParaRPr>
          </a:p>
          <a:p>
            <a:pPr>
              <a:lnSpc>
                <a:spcPct val="150000"/>
              </a:lnSpc>
              <a:spcBef>
                <a:spcPts val="1200"/>
              </a:spcBef>
              <a:spcAft>
                <a:spcPts val="600"/>
              </a:spcAft>
            </a:pPr>
            <a:endParaRPr lang="en-AU">
              <a:solidFill>
                <a:srgbClr val="444444"/>
              </a:solidFill>
            </a:endParaRPr>
          </a:p>
          <a:p>
            <a:pPr>
              <a:lnSpc>
                <a:spcPct val="150000"/>
              </a:lnSpc>
              <a:spcBef>
                <a:spcPts val="1200"/>
              </a:spcBef>
              <a:spcAft>
                <a:spcPts val="600"/>
              </a:spcAft>
            </a:pPr>
            <a:r>
              <a:rPr lang="en-AU">
                <a:solidFill>
                  <a:srgbClr val="000000"/>
                </a:solidFill>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a:solidFill>
                <a:srgbClr val="444444"/>
              </a:solidFill>
              <a:latin typeface="Arial"/>
              <a:cs typeface="Arial"/>
            </a:endParaRPr>
          </a:p>
          <a:p>
            <a:pPr>
              <a:lnSpc>
                <a:spcPts val="1913"/>
              </a:lnSpc>
            </a:pPr>
            <a:endParaRPr lang="en-AU">
              <a:solidFill>
                <a:srgbClr val="444444"/>
              </a:solidFill>
            </a:endParaRPr>
          </a:p>
          <a:p>
            <a:r>
              <a:rPr lang="en-AU" b="1">
                <a:solidFill>
                  <a:srgbClr val="000000"/>
                </a:solidFill>
                <a:latin typeface="Arial"/>
                <a:cs typeface="Arial"/>
              </a:rPr>
              <a:t>Syllabus focus area:</a:t>
            </a:r>
            <a:endParaRPr lang="en-US" sz="1600" b="1">
              <a:solidFill>
                <a:srgbClr val="444444"/>
              </a:solidFill>
              <a:latin typeface="Arial"/>
              <a:cs typeface="Arial"/>
            </a:endParaRPr>
          </a:p>
          <a:p>
            <a:r>
              <a:rPr lang="en-US" sz="1600" b="0">
                <a:solidFill>
                  <a:srgbClr val="444444"/>
                </a:solidFill>
                <a:latin typeface="Arial"/>
                <a:cs typeface="Arial"/>
              </a:rPr>
              <a:t>Multiplicative relations A</a:t>
            </a:r>
            <a:br>
              <a:rPr lang="en-AU" sz="1600"/>
            </a:br>
            <a:br>
              <a:rPr lang="en-AU" sz="1600"/>
            </a:br>
            <a:r>
              <a:rPr lang="en-AU" sz="1600"/>
              <a:t>This resource corresponds to </a:t>
            </a:r>
            <a:r>
              <a:rPr lang="en-AU" sz="1600" b="1"/>
              <a:t>Activity 6 – using arrays </a:t>
            </a:r>
            <a:r>
              <a:rPr lang="en-AU" sz="1600"/>
              <a:t>in Stage 2 Year A Unit 16.</a:t>
            </a:r>
            <a:endParaRPr lang="en-AU" b="1"/>
          </a:p>
          <a:p>
            <a:endParaRPr lang="en-AU" b="1"/>
          </a:p>
          <a:p>
            <a:r>
              <a:rPr lang="en-AU" b="1"/>
              <a:t>Note: </a:t>
            </a:r>
            <a:r>
              <a:rPr lang="en-AU"/>
              <a:t>This page can be used to demonstrate how to spin 2 numbers, use them to form an array and then record them a variety of ways.</a:t>
            </a:r>
          </a:p>
          <a:p>
            <a:endParaRPr lang="en-AU"/>
          </a:p>
          <a:p>
            <a:r>
              <a:rPr lang="en-AU" b="0" i="0" u="none" strike="noStrike">
                <a:solidFill>
                  <a:srgbClr val="000000"/>
                </a:solidFill>
                <a:effectLst/>
                <a:highlight>
                  <a:srgbClr val="F5F5F5"/>
                </a:highlight>
                <a:latin typeface="Public Sans" pitchFamily="2" charset="0"/>
              </a:rPr>
              <a:t>The spinner functions in the presentation mode in the desktop app. Click on the ‘Spin’ button to make the spinner spin. Click again on the ‘Spin’ button to make it stop. The spinner and the infinite pile of counters do not work in the same mode.</a:t>
            </a:r>
          </a:p>
          <a:p>
            <a:endParaRPr lang="en-AU" b="0" i="0" u="none" strike="noStrike">
              <a:solidFill>
                <a:srgbClr val="000000"/>
              </a:solidFill>
              <a:effectLst/>
              <a:highlight>
                <a:srgbClr val="F5F5F5"/>
              </a:highlight>
              <a:latin typeface="Public Sans" pitchFamily="2" charset="0"/>
            </a:endParaRP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effectLst/>
                <a:latin typeface="Arial" panose="020B0604020202020204" pitchFamily="34" charset="0"/>
                <a:ea typeface="Calibri" panose="020F0502020204030204" pitchFamily="34" charset="0"/>
              </a:rPr>
              <a:t>Highlight to students:</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the link between multiplication and division</a:t>
            </a:r>
          </a:p>
          <a:p>
            <a:pPr marL="342900" lvl="0" indent="-342900">
              <a:lnSpc>
                <a:spcPct val="150000"/>
              </a:lnSpc>
              <a:spcBef>
                <a:spcPts val="1200"/>
              </a:spcBef>
              <a:spcAft>
                <a:spcPts val="600"/>
              </a:spcAft>
              <a:buFont typeface="Symbol" panose="05050102010706020507" pitchFamily="18" charset="2"/>
              <a:buChar char=""/>
            </a:pPr>
            <a:r>
              <a:rPr lang="en-AU" sz="1800">
                <a:effectLst/>
                <a:latin typeface="Arial" panose="020B0604020202020204" pitchFamily="34" charset="0"/>
                <a:ea typeface="Calibri" panose="020F0502020204030204" pitchFamily="34" charset="0"/>
              </a:rPr>
              <a:t>the commutative property of multiplication.</a:t>
            </a:r>
          </a:p>
          <a:p>
            <a:pPr marL="0" lvl="0" indent="0">
              <a:lnSpc>
                <a:spcPct val="150000"/>
              </a:lnSpc>
              <a:spcBef>
                <a:spcPts val="1200"/>
              </a:spcBef>
              <a:spcAft>
                <a:spcPts val="600"/>
              </a:spcAft>
              <a:buSzPts val="1100"/>
              <a:buFont typeface="Arial" panose="020B0604020202020204" pitchFamily="34" charset="0"/>
              <a:buNone/>
            </a:pPr>
            <a:r>
              <a:rPr lang="en-AU" sz="1800">
                <a:effectLst/>
                <a:latin typeface="Arial" panose="020B0604020202020204" pitchFamily="34" charset="0"/>
                <a:ea typeface="Calibri" panose="020F0502020204030204" pitchFamily="34" charset="0"/>
              </a:rPr>
              <a:t>2. Once students are confident, provide them with two 10-sided dice, counters and their workbooks. Students record the array and their number sentences in their workbook.</a:t>
            </a:r>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r>
              <a:rPr lang="en-AU" sz="1800">
                <a:effectLst/>
                <a:latin typeface="Arial" panose="020B0604020202020204" pitchFamily="34" charset="0"/>
                <a:ea typeface="Calibri" panose="020F0502020204030204" pitchFamily="34" charset="0"/>
              </a:rPr>
              <a:t>3. Select students to share and explain their arrays and number sentences.</a:t>
            </a:r>
          </a:p>
          <a:p>
            <a:pPr marL="0" lvl="0" indent="0">
              <a:lnSpc>
                <a:spcPct val="150000"/>
              </a:lnSpc>
              <a:spcBef>
                <a:spcPts val="1200"/>
              </a:spcBef>
              <a:spcAft>
                <a:spcPts val="600"/>
              </a:spcAft>
              <a:buSzPts val="1100"/>
              <a:buFont typeface="Arial" panose="020B0604020202020204" pitchFamily="34" charset="0"/>
              <a:buNone/>
            </a:pPr>
            <a:endParaRPr lang="en-AU" sz="1800">
              <a:effectLst/>
              <a:latin typeface="Arial" panose="020B0604020202020204" pitchFamily="34" charset="0"/>
              <a:ea typeface="Calibri" panose="020F0502020204030204" pitchFamily="34" charset="0"/>
            </a:endParaRPr>
          </a:p>
          <a:p>
            <a:endParaRPr lang="en-AU"/>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38</a:t>
            </a:fld>
            <a:endParaRPr lang="en-AU"/>
          </a:p>
        </p:txBody>
      </p:sp>
    </p:spTree>
    <p:extLst>
      <p:ext uri="{BB962C8B-B14F-4D97-AF65-F5344CB8AC3E}">
        <p14:creationId xmlns:p14="http://schemas.microsoft.com/office/powerpoint/2010/main" val="409300833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C8C1CE-3D7B-8C22-AFC5-660902D599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E37C5F-4ACE-3DE4-9D05-E15869C1E5C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7D0275-1957-4FCD-4C9F-4F5014D40298}"/>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A0ED9EA0-63F8-DCB3-45D1-47D40D33264E}"/>
              </a:ext>
            </a:extLst>
          </p:cNvPr>
          <p:cNvSpPr>
            <a:spLocks noGrp="1"/>
          </p:cNvSpPr>
          <p:nvPr>
            <p:ph type="sldNum" sz="quarter" idx="5"/>
          </p:nvPr>
        </p:nvSpPr>
        <p:spPr/>
        <p:txBody>
          <a:bodyPr/>
          <a:lstStyle/>
          <a:p>
            <a:fld id="{B07158C4-A119-4B78-9DE8-A50001BC31DC}" type="slidenum">
              <a:rPr lang="en-AU" smtClean="0"/>
              <a:pPr/>
              <a:t>39</a:t>
            </a:fld>
            <a:endParaRPr lang="en-AU"/>
          </a:p>
        </p:txBody>
      </p:sp>
    </p:spTree>
    <p:extLst>
      <p:ext uri="{BB962C8B-B14F-4D97-AF65-F5344CB8AC3E}">
        <p14:creationId xmlns:p14="http://schemas.microsoft.com/office/powerpoint/2010/main" val="167816210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885C66-E87F-8559-1BA9-FC3610A67C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92896-D187-8BC4-AFD2-7703B8D5EA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3077664-AA60-3C7F-EA05-E21A631F224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6</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57CEC59-E004-9475-6C50-843D04984AF6}"/>
              </a:ext>
            </a:extLst>
          </p:cNvPr>
          <p:cNvSpPr>
            <a:spLocks noGrp="1"/>
          </p:cNvSpPr>
          <p:nvPr>
            <p:ph type="sldNum" sz="quarter" idx="5"/>
          </p:nvPr>
        </p:nvSpPr>
        <p:spPr/>
        <p:txBody>
          <a:bodyPr/>
          <a:lstStyle/>
          <a:p>
            <a:fld id="{B07158C4-A119-4B78-9DE8-A50001BC31DC}" type="slidenum">
              <a:rPr lang="en-AU" smtClean="0"/>
              <a:pPr/>
              <a:t>40</a:t>
            </a:fld>
            <a:endParaRPr lang="en-AU"/>
          </a:p>
        </p:txBody>
      </p:sp>
    </p:spTree>
    <p:extLst>
      <p:ext uri="{BB962C8B-B14F-4D97-AF65-F5344CB8AC3E}">
        <p14:creationId xmlns:p14="http://schemas.microsoft.com/office/powerpoint/2010/main" val="41968075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5048-2001-38E7-C6D8-4D56F31393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C8191-A82C-7584-98A7-AB3325A543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5D1080-5AAD-6FC8-34A4-C308FFD0130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Partitioned fractions B</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77AF038-93C9-4742-2CFB-CDB0907916EC}"/>
              </a:ext>
            </a:extLst>
          </p:cNvPr>
          <p:cNvSpPr>
            <a:spLocks noGrp="1"/>
          </p:cNvSpPr>
          <p:nvPr>
            <p:ph type="sldNum" sz="quarter" idx="5"/>
          </p:nvPr>
        </p:nvSpPr>
        <p:spPr/>
        <p:txBody>
          <a:bodyPr/>
          <a:lstStyle/>
          <a:p>
            <a:fld id="{B07158C4-A119-4B78-9DE8-A50001BC31DC}" type="slidenum">
              <a:rPr lang="en-AU" smtClean="0"/>
              <a:pPr/>
              <a:t>41</a:t>
            </a:fld>
            <a:endParaRPr lang="en-AU"/>
          </a:p>
        </p:txBody>
      </p:sp>
    </p:spTree>
    <p:extLst>
      <p:ext uri="{BB962C8B-B14F-4D97-AF65-F5344CB8AC3E}">
        <p14:creationId xmlns:p14="http://schemas.microsoft.com/office/powerpoint/2010/main" val="377185135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76D1B-C30D-914C-D301-04E3D94155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5D6EBE-AC3C-D895-E00D-A6AB845EB2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934EA7-7CE3-4F4E-4C9B-79F74EFA3E1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7B20FF9E-D104-FB31-D6A0-7D894B5152CA}"/>
              </a:ext>
            </a:extLst>
          </p:cNvPr>
          <p:cNvSpPr>
            <a:spLocks noGrp="1"/>
          </p:cNvSpPr>
          <p:nvPr>
            <p:ph type="sldNum" sz="quarter" idx="5"/>
          </p:nvPr>
        </p:nvSpPr>
        <p:spPr/>
        <p:txBody>
          <a:bodyPr/>
          <a:lstStyle/>
          <a:p>
            <a:fld id="{B07158C4-A119-4B78-9DE8-A50001BC31DC}" type="slidenum">
              <a:rPr lang="en-AU" smtClean="0"/>
              <a:pPr/>
              <a:t>42</a:t>
            </a:fld>
            <a:endParaRPr lang="en-AU"/>
          </a:p>
        </p:txBody>
      </p:sp>
    </p:spTree>
    <p:extLst>
      <p:ext uri="{BB962C8B-B14F-4D97-AF65-F5344CB8AC3E}">
        <p14:creationId xmlns:p14="http://schemas.microsoft.com/office/powerpoint/2010/main" val="760212442"/>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C9237A-4851-3D2C-DEBB-BE3972BF4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398C423-A6E6-C5B7-7905-CC0BC5A1EE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E63C889-7CAC-B141-2484-44CF565D2B6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A: Mass</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16C61C20-F4A1-5B16-3DAE-BF102D6A931F}"/>
              </a:ext>
            </a:extLst>
          </p:cNvPr>
          <p:cNvSpPr>
            <a:spLocks noGrp="1"/>
          </p:cNvSpPr>
          <p:nvPr>
            <p:ph type="sldNum" sz="quarter" idx="5"/>
          </p:nvPr>
        </p:nvSpPr>
        <p:spPr/>
        <p:txBody>
          <a:bodyPr/>
          <a:lstStyle/>
          <a:p>
            <a:fld id="{B07158C4-A119-4B78-9DE8-A50001BC31DC}" type="slidenum">
              <a:rPr lang="en-AU" smtClean="0"/>
              <a:pPr/>
              <a:t>43</a:t>
            </a:fld>
            <a:endParaRPr lang="en-AU"/>
          </a:p>
        </p:txBody>
      </p:sp>
    </p:spTree>
    <p:extLst>
      <p:ext uri="{BB962C8B-B14F-4D97-AF65-F5344CB8AC3E}">
        <p14:creationId xmlns:p14="http://schemas.microsoft.com/office/powerpoint/2010/main" val="14826718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88F32-0A67-FA95-4465-407CB7E459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92FD93-170C-A7F6-032B-206207344D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81DDA8-1CA3-B1ED-E0A4-4DA46EACB7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Three-dimensional spatial structure A: Volume</a:t>
            </a:r>
            <a:endParaRPr lang="en-AU" sz="1600">
              <a:latin typeface="Public Sans"/>
            </a:endParaRPr>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3B6ABB5-2F6F-3721-A6D1-DA32621E5284}"/>
              </a:ext>
            </a:extLst>
          </p:cNvPr>
          <p:cNvSpPr>
            <a:spLocks noGrp="1"/>
          </p:cNvSpPr>
          <p:nvPr>
            <p:ph type="sldNum" sz="quarter" idx="5"/>
          </p:nvPr>
        </p:nvSpPr>
        <p:spPr/>
        <p:txBody>
          <a:bodyPr/>
          <a:lstStyle/>
          <a:p>
            <a:fld id="{B07158C4-A119-4B78-9DE8-A50001BC31DC}" type="slidenum">
              <a:rPr lang="en-AU" smtClean="0"/>
              <a:pPr/>
              <a:t>44</a:t>
            </a:fld>
            <a:endParaRPr lang="en-AU"/>
          </a:p>
        </p:txBody>
      </p:sp>
    </p:spTree>
    <p:extLst>
      <p:ext uri="{BB962C8B-B14F-4D97-AF65-F5344CB8AC3E}">
        <p14:creationId xmlns:p14="http://schemas.microsoft.com/office/powerpoint/2010/main" val="247747337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C25EB0-81AA-77FE-B157-2291E59213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9EF29E-D10C-0B81-5014-0414688E14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0F9AB9-45F0-F305-F789-08099CE930CF}"/>
              </a:ext>
            </a:extLst>
          </p:cNvPr>
          <p:cNvSpPr>
            <a:spLocks noGrp="1"/>
          </p:cNvSpPr>
          <p:nvPr>
            <p:ph type="body" idx="1"/>
          </p:nvPr>
        </p:nvSpPr>
        <p:spPr/>
        <p:txBody>
          <a:bodyPr/>
          <a:lstStyle/>
          <a:p>
            <a:pPr defTabSz="914400">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defTabSz="914400">
              <a:lnSpc>
                <a:spcPct val="150000"/>
              </a:lnSpc>
              <a:spcBef>
                <a:spcPts val="1200"/>
              </a:spcBef>
              <a:spcAft>
                <a:spcPts val="600"/>
              </a:spcAft>
            </a:pPr>
            <a:endParaRPr lang="en-AU" sz="1800">
              <a:solidFill>
                <a:srgbClr val="444444"/>
              </a:solidFill>
            </a:endParaRPr>
          </a:p>
          <a:p>
            <a:pPr defTabSz="914400">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defTabSz="914400">
              <a:lnSpc>
                <a:spcPts val="1913"/>
              </a:lnSpc>
            </a:pPr>
            <a:endParaRPr lang="en-AU" sz="1800">
              <a:solidFill>
                <a:srgbClr val="444444"/>
              </a:solidFill>
            </a:endParaRPr>
          </a:p>
          <a:p>
            <a:pPr defTabSz="914400"/>
            <a:r>
              <a:rPr lang="en-AU" sz="1800" b="1">
                <a:latin typeface="Arial"/>
                <a:cs typeface="Arial"/>
              </a:rPr>
              <a:t>Syllabus focus area:</a:t>
            </a:r>
          </a:p>
          <a:p>
            <a:pPr defTabSz="914400"/>
            <a:r>
              <a:rPr lang="en-AU" sz="1800" b="0">
                <a:solidFill>
                  <a:srgbClr val="444444"/>
                </a:solidFill>
                <a:latin typeface="Arial"/>
                <a:cs typeface="Arial"/>
              </a:rPr>
              <a:t>Multiplicative relations A</a:t>
            </a:r>
            <a:endParaRPr lang="en-US" sz="1800" b="0">
              <a:solidFill>
                <a:srgbClr val="444444"/>
              </a:solidFill>
              <a:latin typeface="Arial"/>
              <a:cs typeface="Arial"/>
            </a:endParaRPr>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endParaRPr lang="en-AU" sz="1800"/>
          </a:p>
          <a:p>
            <a:pPr marL="0" marR="0" lvl="0" indent="0" algn="l" defTabSz="1219170" rtl="0" eaLnBrk="1" fontAlgn="auto" latinLnBrk="0" hangingPunct="1">
              <a:lnSpc>
                <a:spcPct val="150000"/>
              </a:lnSpc>
              <a:spcBef>
                <a:spcPts val="1200"/>
              </a:spcBef>
              <a:spcAft>
                <a:spcPts val="600"/>
              </a:spcAft>
              <a:buClrTx/>
              <a:buSzPts val="1100"/>
              <a:buFont typeface="Arial" panose="020B0604020202020204" pitchFamily="34" charset="0"/>
              <a:buNone/>
              <a:tabLst/>
              <a:defRPr/>
            </a:pPr>
            <a:r>
              <a:rPr lang="en-AU" sz="1800"/>
              <a:t>This resource corresponds to </a:t>
            </a:r>
            <a:r>
              <a:rPr lang="en-AU" sz="1800" b="1"/>
              <a:t>Activity 6 – looking for squares</a:t>
            </a:r>
            <a:r>
              <a:rPr lang="en-AU" sz="1800"/>
              <a:t> in Stage 2 Year A Unit 16.</a:t>
            </a:r>
          </a:p>
          <a:p>
            <a:pPr marL="0" lvl="0" indent="0">
              <a:lnSpc>
                <a:spcPct val="150000"/>
              </a:lnSpc>
              <a:spcBef>
                <a:spcPts val="1200"/>
              </a:spcBef>
              <a:spcAft>
                <a:spcPts val="600"/>
              </a:spcAft>
              <a:buSzPts val="1100"/>
              <a:buFont typeface="Arial" panose="020B0604020202020204" pitchFamily="34" charset="0"/>
              <a:buNone/>
            </a:pPr>
            <a:endParaRPr lang="en-AU" sz="1800">
              <a:effectLst/>
              <a:latin typeface="Arial" panose="020B0604020202020204" pitchFamily="34" charset="0"/>
              <a:ea typeface="Calibri" panose="020F0502020204030204" pitchFamily="34" charset="0"/>
            </a:endParaRP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Display 4 circles in a square to represent the square number 4.</a:t>
            </a: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Display the following numbers: 16, 22, 25 and 9. </a:t>
            </a:r>
            <a:r>
              <a:rPr lang="en-AU" sz="1800" b="1">
                <a:effectLst/>
                <a:latin typeface="Arial" panose="020B0604020202020204" pitchFamily="34" charset="0"/>
                <a:ea typeface="Calibri" panose="020F0502020204030204" pitchFamily="34" charset="0"/>
                <a:cs typeface="Arial" panose="020B0604020202020204" pitchFamily="34" charset="0"/>
              </a:rPr>
              <a:t>Ask</a:t>
            </a:r>
            <a:r>
              <a:rPr lang="en-AU" sz="1800">
                <a:effectLst/>
                <a:latin typeface="Arial" panose="020B0604020202020204" pitchFamily="34" charset="0"/>
                <a:ea typeface="Calibri" panose="020F0502020204030204" pitchFamily="34" charset="0"/>
              </a:rPr>
              <a:t> students to prove which number is not a square number.</a:t>
            </a:r>
          </a:p>
          <a:p>
            <a:pPr marL="342900" lvl="0" indent="-342900">
              <a:lnSpc>
                <a:spcPct val="150000"/>
              </a:lnSpc>
              <a:spcBef>
                <a:spcPts val="1200"/>
              </a:spcBef>
              <a:spcAft>
                <a:spcPts val="600"/>
              </a:spcAft>
              <a:buFont typeface="+mj-lt"/>
              <a:buAutoNum type="arabicPeriod"/>
              <a:tabLst>
                <a:tab pos="228600" algn="l"/>
                <a:tab pos="457200" algn="l"/>
              </a:tabLst>
            </a:pPr>
            <a:r>
              <a:rPr lang="en-AU" sz="1800">
                <a:effectLst/>
                <a:latin typeface="Arial" panose="020B0604020202020204" pitchFamily="34" charset="0"/>
                <a:ea typeface="Calibri" panose="020F0502020204030204" pitchFamily="34" charset="0"/>
              </a:rPr>
              <a:t>Students record their responses on individual whiteboards. They including an array and a description linking multiplication and division fact families for each pair.</a:t>
            </a:r>
          </a:p>
          <a:p>
            <a:pPr marL="342900" lvl="0" indent="-342900">
              <a:lnSpc>
                <a:spcPct val="150000"/>
              </a:lnSpc>
              <a:spcBef>
                <a:spcPts val="1200"/>
              </a:spcBef>
              <a:spcAft>
                <a:spcPts val="600"/>
              </a:spcAft>
              <a:buFont typeface="+mj-lt"/>
              <a:buAutoNum type="arabicPeriod"/>
              <a:tabLst>
                <a:tab pos="228600" algn="l"/>
                <a:tab pos="457200" algn="l"/>
              </a:tabLst>
            </a:pPr>
            <a:r>
              <a:rPr lang="en-AU" sz="1800" b="1">
                <a:effectLst/>
                <a:latin typeface="Arial" panose="020B0604020202020204" pitchFamily="34" charset="0"/>
                <a:ea typeface="Calibri" panose="020F0502020204030204" pitchFamily="34" charset="0"/>
                <a:cs typeface="Arial" panose="020B0604020202020204" pitchFamily="34" charset="0"/>
              </a:rPr>
              <a:t>Ask</a:t>
            </a:r>
            <a:r>
              <a:rPr lang="en-AU" sz="1800">
                <a:effectLst/>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Can you provide another example of a square number? Prove it.</a:t>
            </a:r>
          </a:p>
          <a:p>
            <a:pPr marL="342900" lvl="0" indent="-342900">
              <a:lnSpc>
                <a:spcPct val="150000"/>
              </a:lnSpc>
              <a:spcBef>
                <a:spcPts val="1200"/>
              </a:spcBef>
              <a:spcAft>
                <a:spcPts val="600"/>
              </a:spcAft>
              <a:buFont typeface="Courier New" panose="02070309020205020404" pitchFamily="49" charset="0"/>
              <a:buChar char="o"/>
            </a:pPr>
            <a:r>
              <a:rPr lang="en-AU" sz="1800">
                <a:effectLst/>
                <a:latin typeface="Arial" panose="020B0604020202020204" pitchFamily="34" charset="0"/>
                <a:ea typeface="Calibri" panose="020F0502020204030204" pitchFamily="34" charset="0"/>
                <a:cs typeface="Times New Roman" panose="02020603050405020304" pitchFamily="18" charset="0"/>
              </a:rPr>
              <a:t>What patterns do you notice with square numbers?</a:t>
            </a:r>
          </a:p>
        </p:txBody>
      </p:sp>
      <p:sp>
        <p:nvSpPr>
          <p:cNvPr id="4" name="Slide Number Placeholder 3">
            <a:extLst>
              <a:ext uri="{FF2B5EF4-FFF2-40B4-BE49-F238E27FC236}">
                <a16:creationId xmlns:a16="http://schemas.microsoft.com/office/drawing/2014/main" id="{B5C1C296-B50C-ED1C-BC9E-F3ECA1439065}"/>
              </a:ext>
            </a:extLst>
          </p:cNvPr>
          <p:cNvSpPr>
            <a:spLocks noGrp="1"/>
          </p:cNvSpPr>
          <p:nvPr>
            <p:ph type="sldNum" sz="quarter" idx="5"/>
          </p:nvPr>
        </p:nvSpPr>
        <p:spPr/>
        <p:txBody>
          <a:bodyPr/>
          <a:lstStyle/>
          <a:p>
            <a:fld id="{B07158C4-A119-4B78-9DE8-A50001BC31DC}" type="slidenum">
              <a:rPr lang="en-AU" smtClean="0"/>
              <a:pPr/>
              <a:t>45</a:t>
            </a:fld>
            <a:endParaRPr lang="en-AU"/>
          </a:p>
        </p:txBody>
      </p:sp>
    </p:spTree>
    <p:extLst>
      <p:ext uri="{BB962C8B-B14F-4D97-AF65-F5344CB8AC3E}">
        <p14:creationId xmlns:p14="http://schemas.microsoft.com/office/powerpoint/2010/main" val="370797066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7FBFB4-718D-9541-6358-1F66A2F4A1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E09BE8-202A-1EE8-AEE4-9E9DB4B6231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AB54E4-EB56-2205-5728-0E201B3506CD}"/>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12B0FEF8-B0DC-2765-6F13-0A7C1C0229C9}"/>
              </a:ext>
            </a:extLst>
          </p:cNvPr>
          <p:cNvSpPr>
            <a:spLocks noGrp="1"/>
          </p:cNvSpPr>
          <p:nvPr>
            <p:ph type="sldNum" sz="quarter" idx="5"/>
          </p:nvPr>
        </p:nvSpPr>
        <p:spPr/>
        <p:txBody>
          <a:bodyPr/>
          <a:lstStyle/>
          <a:p>
            <a:fld id="{B07158C4-A119-4B78-9DE8-A50001BC31DC}" type="slidenum">
              <a:rPr lang="en-AU" smtClean="0"/>
              <a:pPr/>
              <a:t>46</a:t>
            </a:fld>
            <a:endParaRPr lang="en-AU"/>
          </a:p>
        </p:txBody>
      </p:sp>
    </p:spTree>
    <p:extLst>
      <p:ext uri="{BB962C8B-B14F-4D97-AF65-F5344CB8AC3E}">
        <p14:creationId xmlns:p14="http://schemas.microsoft.com/office/powerpoint/2010/main" val="404329910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93401E-A733-1504-B028-B13200874F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6138FF-A950-5B76-C68D-9BD01FAEF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FAD94C-AE68-F4EB-C719-5FD2B54BE1C2}"/>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7)</a:t>
            </a:r>
            <a:br>
              <a:rPr lang="en-AU">
                <a:latin typeface="Arial"/>
                <a:cs typeface="Arial"/>
              </a:rPr>
            </a:br>
            <a:br>
              <a:rPr lang="en-AU"/>
            </a:b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FCC49D05-E546-7611-8506-8D20FDB127B6}"/>
              </a:ext>
            </a:extLst>
          </p:cNvPr>
          <p:cNvSpPr>
            <a:spLocks noGrp="1"/>
          </p:cNvSpPr>
          <p:nvPr>
            <p:ph type="sldNum" sz="quarter" idx="5"/>
          </p:nvPr>
        </p:nvSpPr>
        <p:spPr/>
        <p:txBody>
          <a:bodyPr/>
          <a:lstStyle/>
          <a:p>
            <a:fld id="{B07158C4-A119-4B78-9DE8-A50001BC31DC}" type="slidenum">
              <a:rPr lang="en-AU" smtClean="0"/>
              <a:pPr/>
              <a:t>47</a:t>
            </a:fld>
            <a:endParaRPr lang="en-AU"/>
          </a:p>
        </p:txBody>
      </p:sp>
    </p:spTree>
    <p:extLst>
      <p:ext uri="{BB962C8B-B14F-4D97-AF65-F5344CB8AC3E}">
        <p14:creationId xmlns:p14="http://schemas.microsoft.com/office/powerpoint/2010/main" val="548865414"/>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0E809-2925-C87D-C957-FA32EC3138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71B097-5E06-8DBA-B5EE-B58B05DC1B0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31A37E-1569-41F2-C23C-502EC4ECAD3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Multiplicative relations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2DBCC9A5-6936-491A-994F-FDC4655C4B18}"/>
              </a:ext>
            </a:extLst>
          </p:cNvPr>
          <p:cNvSpPr>
            <a:spLocks noGrp="1"/>
          </p:cNvSpPr>
          <p:nvPr>
            <p:ph type="sldNum" sz="quarter" idx="5"/>
          </p:nvPr>
        </p:nvSpPr>
        <p:spPr/>
        <p:txBody>
          <a:bodyPr/>
          <a:lstStyle/>
          <a:p>
            <a:fld id="{B07158C4-A119-4B78-9DE8-A50001BC31DC}" type="slidenum">
              <a:rPr lang="en-AU" smtClean="0"/>
              <a:pPr/>
              <a:t>48</a:t>
            </a:fld>
            <a:endParaRPr lang="en-AU"/>
          </a:p>
        </p:txBody>
      </p:sp>
    </p:spTree>
    <p:extLst>
      <p:ext uri="{BB962C8B-B14F-4D97-AF65-F5344CB8AC3E}">
        <p14:creationId xmlns:p14="http://schemas.microsoft.com/office/powerpoint/2010/main" val="1097950046"/>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655F76-E6D2-7B99-F71E-DB1DF916EA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954AB7-E54A-0179-7463-CC032467CD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CE1AFA-BE70-72AC-5BD2-4C54E311BE03}"/>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01420019-49F3-573E-EFF8-02A0493C57F5}"/>
              </a:ext>
            </a:extLst>
          </p:cNvPr>
          <p:cNvSpPr>
            <a:spLocks noGrp="1"/>
          </p:cNvSpPr>
          <p:nvPr>
            <p:ph type="sldNum" sz="quarter" idx="5"/>
          </p:nvPr>
        </p:nvSpPr>
        <p:spPr/>
        <p:txBody>
          <a:bodyPr/>
          <a:lstStyle/>
          <a:p>
            <a:fld id="{B07158C4-A119-4B78-9DE8-A50001BC31DC}" type="slidenum">
              <a:rPr lang="en-AU" smtClean="0"/>
              <a:pPr/>
              <a:t>49</a:t>
            </a:fld>
            <a:endParaRPr lang="en-AU"/>
          </a:p>
        </p:txBody>
      </p:sp>
    </p:spTree>
    <p:extLst>
      <p:ext uri="{BB962C8B-B14F-4D97-AF65-F5344CB8AC3E}">
        <p14:creationId xmlns:p14="http://schemas.microsoft.com/office/powerpoint/2010/main" val="10974901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69749-6644-6D33-6ACB-65D3205596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4CCD5A-639D-4F52-8240-8ACBA29FEB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7C18884-0DB2-8A77-3C87-7EBDCFECB0E5}"/>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Mass</a:t>
            </a:r>
            <a:endParaRPr lang="en-AU" sz="1600">
              <a:latin typeface="Public Sans"/>
            </a:endParaRP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FECC54-4E5C-67BD-9FEF-B1C21BC22612}"/>
              </a:ext>
            </a:extLst>
          </p:cNvPr>
          <p:cNvSpPr>
            <a:spLocks noGrp="1"/>
          </p:cNvSpPr>
          <p:nvPr>
            <p:ph type="sldNum" sz="quarter" idx="5"/>
          </p:nvPr>
        </p:nvSpPr>
        <p:spPr/>
        <p:txBody>
          <a:bodyPr/>
          <a:lstStyle/>
          <a:p>
            <a:fld id="{B07158C4-A119-4B78-9DE8-A50001BC31DC}" type="slidenum">
              <a:rPr lang="en-AU" smtClean="0"/>
              <a:pPr/>
              <a:t>50</a:t>
            </a:fld>
            <a:endParaRPr lang="en-AU"/>
          </a:p>
        </p:txBody>
      </p:sp>
    </p:spTree>
    <p:extLst>
      <p:ext uri="{BB962C8B-B14F-4D97-AF65-F5344CB8AC3E}">
        <p14:creationId xmlns:p14="http://schemas.microsoft.com/office/powerpoint/2010/main" val="246591415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848F21-7A5A-0DB8-830C-E5544F511CC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5E7E3-5F10-879E-2027-47EBFA1BE11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0928398-6724-9761-1EBB-94DC55BDE136}"/>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Geometric measure A: Angles</a:t>
            </a:r>
            <a:endParaRPr lang="en-AU" sz="1600">
              <a:latin typeface="Public Sans"/>
            </a:endParaRPr>
          </a:p>
          <a:p>
            <a:endParaRPr lang="en-AU" sz="1600" b="0" i="0">
              <a:latin typeface="Public Sans"/>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10DDF84-4C7C-EAD7-3908-FD10A1831FE5}"/>
              </a:ext>
            </a:extLst>
          </p:cNvPr>
          <p:cNvSpPr>
            <a:spLocks noGrp="1"/>
          </p:cNvSpPr>
          <p:nvPr>
            <p:ph type="sldNum" sz="quarter" idx="5"/>
          </p:nvPr>
        </p:nvSpPr>
        <p:spPr/>
        <p:txBody>
          <a:bodyPr/>
          <a:lstStyle/>
          <a:p>
            <a:fld id="{B07158C4-A119-4B78-9DE8-A50001BC31DC}" type="slidenum">
              <a:rPr lang="en-AU" smtClean="0"/>
              <a:pPr/>
              <a:t>51</a:t>
            </a:fld>
            <a:endParaRPr lang="en-AU"/>
          </a:p>
        </p:txBody>
      </p:sp>
    </p:spTree>
    <p:extLst>
      <p:ext uri="{BB962C8B-B14F-4D97-AF65-F5344CB8AC3E}">
        <p14:creationId xmlns:p14="http://schemas.microsoft.com/office/powerpoint/2010/main" val="297400969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a:t>Multiplicative relations A</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sz="1800"/>
          </a:p>
          <a:p>
            <a:pPr marL="0" marR="0" lvl="0" indent="0" algn="l" defTabSz="1219170" rtl="0" eaLnBrk="1" fontAlgn="auto" latinLnBrk="0" hangingPunct="1">
              <a:lnSpc>
                <a:spcPct val="100000"/>
              </a:lnSpc>
              <a:spcBef>
                <a:spcPts val="0"/>
              </a:spcBef>
              <a:spcAft>
                <a:spcPts val="0"/>
              </a:spcAft>
              <a:buClrTx/>
              <a:buSzTx/>
              <a:buFontTx/>
              <a:buNone/>
              <a:tabLst/>
              <a:defRPr/>
            </a:pPr>
            <a:r>
              <a:rPr lang="en-AU" sz="1800"/>
              <a:t>This resource corresponds to </a:t>
            </a:r>
            <a:r>
              <a:rPr lang="en-AU" sz="1800" b="1"/>
              <a:t>Resource 15 – word problems </a:t>
            </a:r>
            <a:r>
              <a:rPr lang="en-AU" sz="1800"/>
              <a:t>in Stage 2 Year A Unit 16.</a:t>
            </a:r>
            <a:endParaRPr lang="en-AU" sz="1800" b="1"/>
          </a:p>
          <a:p>
            <a:endParaRPr lang="en-AU" sz="1800" b="0" i="0">
              <a:solidFill>
                <a:srgbClr val="000000"/>
              </a:solidFill>
              <a:effectLst/>
              <a:highlight>
                <a:srgbClr val="FFFFFF"/>
              </a:highlight>
              <a:latin typeface="Arial" panose="020B0604020202020204" pitchFamily="34" charset="0"/>
            </a:endParaRPr>
          </a:p>
          <a:p>
            <a:r>
              <a:rPr lang="en-AU" sz="1800" b="0" i="0">
                <a:solidFill>
                  <a:srgbClr val="000000"/>
                </a:solidFill>
                <a:effectLst/>
                <a:highlight>
                  <a:srgbClr val="FFFFFF"/>
                </a:highlight>
                <a:latin typeface="Arial" panose="020B0604020202020204" pitchFamily="34" charset="0"/>
              </a:rPr>
              <a:t>This activity is an adaptation of the </a:t>
            </a:r>
            <a:r>
              <a:rPr lang="en-AU" sz="1800" b="0" i="0" u="sng" strike="noStrike">
                <a:solidFill>
                  <a:srgbClr val="2F5496"/>
                </a:solidFill>
                <a:effectLst/>
                <a:highlight>
                  <a:srgbClr val="FFFFFF"/>
                </a:highlight>
                <a:latin typeface="Arial" panose="020B0604020202020204" pitchFamily="34" charset="0"/>
                <a:hlinkClick r:id="rId3"/>
              </a:rPr>
              <a:t>National Assessment Program</a:t>
            </a:r>
            <a:r>
              <a:rPr lang="en-AU" sz="1800" b="0" i="0">
                <a:solidFill>
                  <a:srgbClr val="000000"/>
                </a:solidFill>
                <a:effectLst/>
                <a:highlight>
                  <a:srgbClr val="FFFFFF"/>
                </a:highlight>
                <a:latin typeface="Arial" panose="020B0604020202020204" pitchFamily="34" charset="0"/>
              </a:rPr>
              <a:t> by ACARA.</a:t>
            </a:r>
          </a:p>
          <a:p>
            <a:endParaRPr lang="en-AU" sz="1800" b="0" i="0">
              <a:solidFill>
                <a:srgbClr val="000000"/>
              </a:solidFill>
              <a:effectLst/>
              <a:highlight>
                <a:srgbClr val="FFFFFF"/>
              </a:highlight>
              <a:latin typeface="Arial" panose="020B0604020202020204" pitchFamily="34" charset="0"/>
            </a:endParaRP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effectLst/>
                <a:latin typeface="Arial" panose="020B0604020202020204" pitchFamily="34" charset="0"/>
                <a:ea typeface="Calibri" panose="020F0502020204030204" pitchFamily="34" charset="0"/>
              </a:rPr>
              <a:t>Display and read </a:t>
            </a:r>
            <a:r>
              <a:rPr lang="en-AU" sz="1800" u="sng">
                <a:solidFill>
                  <a:srgbClr val="2F5496"/>
                </a:solidFill>
                <a:effectLst/>
                <a:latin typeface="Arial" panose="020B0604020202020204" pitchFamily="34" charset="0"/>
                <a:ea typeface="Calibri" panose="020F0502020204030204" pitchFamily="34" charset="0"/>
                <a:hlinkClick r:id="rId4"/>
              </a:rPr>
              <a:t>Resource 8 – word problems</a:t>
            </a:r>
            <a:r>
              <a:rPr lang="en-AU" sz="1800">
                <a:effectLst/>
                <a:latin typeface="Arial" panose="020B0604020202020204" pitchFamily="34" charset="0"/>
                <a:ea typeface="Calibri" panose="020F0502020204030204" pitchFamily="34" charset="0"/>
              </a:rPr>
              <a:t>.</a:t>
            </a:r>
          </a:p>
          <a:p>
            <a:pPr marL="342900" lvl="0" indent="-342900">
              <a:lnSpc>
                <a:spcPct val="150000"/>
              </a:lnSpc>
              <a:spcBef>
                <a:spcPts val="1200"/>
              </a:spcBef>
              <a:spcAft>
                <a:spcPts val="600"/>
              </a:spcAft>
              <a:buSzPts val="1100"/>
              <a:buFont typeface="Arial" panose="020B0604020202020204" pitchFamily="34" charset="0"/>
              <a:buAutoNum type="arabicPeriod"/>
            </a:pPr>
            <a:r>
              <a:rPr lang="en-AU" sz="1800">
                <a:effectLst/>
                <a:latin typeface="Arial" panose="020B0604020202020204" pitchFamily="34" charset="0"/>
                <a:ea typeface="Calibri" panose="020F0502020204030204" pitchFamily="34" charset="0"/>
              </a:rPr>
              <a:t>In pairs, students solve and record their solutions on a whiteboard.</a:t>
            </a:r>
          </a:p>
          <a:p>
            <a:endParaRPr lang="en-AU" sz="1800" b="0" i="0">
              <a:solidFill>
                <a:srgbClr val="000000"/>
              </a:solidFill>
              <a:effectLst/>
              <a:highlight>
                <a:srgbClr val="FFFFFF"/>
              </a:highlight>
              <a:latin typeface="Arial" panose="020B0604020202020204" pitchFamily="34" charset="0"/>
            </a:endParaRPr>
          </a:p>
          <a:p>
            <a:pPr algn="l" rtl="0" fontAlgn="base">
              <a:buFont typeface="+mj-lt"/>
              <a:buNone/>
            </a:pPr>
            <a:r>
              <a:rPr lang="en-AU" sz="1800" b="0" i="0">
                <a:solidFill>
                  <a:srgbClr val="000000"/>
                </a:solidFill>
                <a:effectLst/>
                <a:highlight>
                  <a:srgbClr val="FFFFFF"/>
                </a:highlight>
                <a:latin typeface="Arial" panose="020B0604020202020204" pitchFamily="34" charset="0"/>
              </a:rPr>
              <a:t>Ask: </a:t>
            </a:r>
          </a:p>
          <a:p>
            <a:pPr marL="285750" indent="-285750" algn="l" rtl="0" fontAlgn="base">
              <a:buFont typeface="Arial" panose="020B0604020202020204" pitchFamily="34" charset="0"/>
              <a:buChar char="•"/>
            </a:pPr>
            <a:r>
              <a:rPr lang="en-AU" sz="1800" b="0" i="0">
                <a:solidFill>
                  <a:srgbClr val="000000"/>
                </a:solidFill>
                <a:effectLst/>
                <a:highlight>
                  <a:srgbClr val="FFFFFF"/>
                </a:highlight>
                <a:latin typeface="Arial" panose="020B0604020202020204" pitchFamily="34" charset="0"/>
              </a:rPr>
              <a:t>How could you represent the problem using a number sentence? </a:t>
            </a:r>
          </a:p>
          <a:p>
            <a:pPr marL="285750" indent="-285750" algn="l" rtl="0" fontAlgn="base">
              <a:buFont typeface="Arial" panose="020B0604020202020204" pitchFamily="34" charset="0"/>
              <a:buChar char="•"/>
            </a:pPr>
            <a:r>
              <a:rPr lang="en-AU" sz="1800" b="0" i="0">
                <a:solidFill>
                  <a:srgbClr val="000000"/>
                </a:solidFill>
                <a:effectLst/>
                <a:highlight>
                  <a:srgbClr val="FFFFFF"/>
                </a:highlight>
                <a:latin typeface="Arial" panose="020B0604020202020204" pitchFamily="34" charset="0"/>
              </a:rPr>
              <a:t>Can you explain the steps you took to solve the problems? </a:t>
            </a:r>
          </a:p>
          <a:p>
            <a:pPr marL="285750" indent="-285750" algn="l" rtl="0" fontAlgn="base">
              <a:buFont typeface="Arial" panose="020B0604020202020204" pitchFamily="34" charset="0"/>
              <a:buChar char="•"/>
            </a:pPr>
            <a:r>
              <a:rPr lang="en-AU" sz="1800" b="0" i="0">
                <a:solidFill>
                  <a:srgbClr val="000000"/>
                </a:solidFill>
                <a:effectLst/>
                <a:highlight>
                  <a:srgbClr val="FFFFFF"/>
                </a:highlight>
                <a:latin typeface="Arial" panose="020B0604020202020204" pitchFamily="34" charset="0"/>
              </a:rPr>
              <a:t>How did your knowledge of fact families help you solve the problems? </a:t>
            </a:r>
          </a:p>
          <a:p>
            <a:pPr marL="285750" indent="-285750" algn="l" rtl="0" fontAlgn="base">
              <a:buFont typeface="Arial" panose="020B0604020202020204" pitchFamily="34" charset="0"/>
              <a:buChar char="•"/>
            </a:pPr>
            <a:r>
              <a:rPr lang="en-AU" sz="1800" b="0" i="0">
                <a:solidFill>
                  <a:srgbClr val="000000"/>
                </a:solidFill>
                <a:effectLst/>
                <a:highlight>
                  <a:srgbClr val="FFFFFF"/>
                </a:highlight>
                <a:latin typeface="Arial" panose="020B0604020202020204" pitchFamily="34" charset="0"/>
              </a:rPr>
              <a:t>Did you find any patterns while working on this activity? </a:t>
            </a:r>
          </a:p>
          <a:p>
            <a:pPr marL="285750" indent="-285750" algn="l" rtl="0" fontAlgn="base">
              <a:buFont typeface="Arial" panose="020B0604020202020204" pitchFamily="34" charset="0"/>
              <a:buChar char="•"/>
            </a:pPr>
            <a:r>
              <a:rPr lang="en-AU" sz="1800" b="0" i="0">
                <a:solidFill>
                  <a:srgbClr val="000000"/>
                </a:solidFill>
                <a:effectLst/>
                <a:highlight>
                  <a:srgbClr val="FFFFFF"/>
                </a:highlight>
                <a:latin typeface="Arial" panose="020B0604020202020204" pitchFamily="34" charset="0"/>
              </a:rPr>
              <a:t>Is there anything you would do differently next time?  </a:t>
            </a:r>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52</a:t>
            </a:fld>
            <a:endParaRPr lang="en-AU"/>
          </a:p>
        </p:txBody>
      </p:sp>
    </p:spTree>
    <p:extLst>
      <p:ext uri="{BB962C8B-B14F-4D97-AF65-F5344CB8AC3E}">
        <p14:creationId xmlns:p14="http://schemas.microsoft.com/office/powerpoint/2010/main" val="13356198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03164-16C6-19AE-E51A-5BA4B3465F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52EBD5-26DA-9FD5-0949-118C9D67EE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2E585D-A265-A795-EB9A-C9041ADE398A}"/>
              </a:ext>
            </a:extLst>
          </p:cNvPr>
          <p:cNvSpPr>
            <a:spLocks noGrp="1"/>
          </p:cNvSpPr>
          <p:nvPr>
            <p:ph type="body" idx="1"/>
          </p:nvPr>
        </p:nvSpPr>
        <p:spPr/>
        <p:txBody>
          <a:bodyPr/>
          <a:lstStyle/>
          <a:p>
            <a:endParaRPr lang="en-AU"/>
          </a:p>
        </p:txBody>
      </p:sp>
      <p:sp>
        <p:nvSpPr>
          <p:cNvPr id="4" name="Slide Number Placeholder 3">
            <a:extLst>
              <a:ext uri="{FF2B5EF4-FFF2-40B4-BE49-F238E27FC236}">
                <a16:creationId xmlns:a16="http://schemas.microsoft.com/office/drawing/2014/main" id="{76747B98-5F7E-AC75-DFE3-6D5FCD89656B}"/>
              </a:ext>
            </a:extLst>
          </p:cNvPr>
          <p:cNvSpPr>
            <a:spLocks noGrp="1"/>
          </p:cNvSpPr>
          <p:nvPr>
            <p:ph type="sldNum" sz="quarter" idx="5"/>
          </p:nvPr>
        </p:nvSpPr>
        <p:spPr/>
        <p:txBody>
          <a:bodyPr/>
          <a:lstStyle/>
          <a:p>
            <a:fld id="{B07158C4-A119-4B78-9DE8-A50001BC31DC}" type="slidenum">
              <a:rPr lang="en-AU" smtClean="0"/>
              <a:pPr/>
              <a:t>53</a:t>
            </a:fld>
            <a:endParaRPr lang="en-AU"/>
          </a:p>
        </p:txBody>
      </p:sp>
    </p:spTree>
    <p:extLst>
      <p:ext uri="{BB962C8B-B14F-4D97-AF65-F5344CB8AC3E}">
        <p14:creationId xmlns:p14="http://schemas.microsoft.com/office/powerpoint/2010/main" val="414812431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C37C3A-DFF4-E87C-0263-2CB64DCC172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727C56C-5609-C780-6C83-DB98BFF089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79062C-1F8B-D341-F9D5-5EE25643251A}"/>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The question on this slide connects to the content being explored in the developing number sense activity (Activity </a:t>
            </a:r>
            <a:r>
              <a:rPr lang="en-AU">
                <a:latin typeface="Arial"/>
                <a:cs typeface="Arial"/>
              </a:rPr>
              <a:t>8</a:t>
            </a:r>
            <a:r>
              <a:rPr lang="en-AU" sz="1600" b="0" i="0">
                <a:solidFill>
                  <a:schemeClr val="tx1"/>
                </a:solidFill>
                <a:latin typeface="Arial"/>
                <a:cs typeface="Arial"/>
              </a:rPr>
              <a:t>)</a:t>
            </a:r>
          </a:p>
          <a:p>
            <a:pPr>
              <a:defRPr/>
            </a:pPr>
            <a:endParaRPr lang="en-AU" b="1">
              <a:latin typeface="Arial"/>
              <a:cs typeface="Arial"/>
            </a:endParaRPr>
          </a:p>
          <a:p>
            <a:pPr>
              <a:defRPr/>
            </a:pPr>
            <a:r>
              <a:rPr lang="en-AU" b="1">
                <a:latin typeface="Arial"/>
                <a:cs typeface="Arial"/>
              </a:rPr>
              <a:t>Syllabus focus area:</a:t>
            </a:r>
            <a:endParaRPr lang="en-US">
              <a:solidFill>
                <a:srgbClr val="444444"/>
              </a:solidFill>
              <a:latin typeface="Arial"/>
              <a:cs typeface="Arial"/>
            </a:endParaRPr>
          </a:p>
          <a:p>
            <a:pPr>
              <a:defRPr/>
            </a:pPr>
            <a:r>
              <a:rPr lang="en-AU">
                <a:latin typeface="Arial"/>
                <a:cs typeface="Arial"/>
              </a:rPr>
              <a:t>Multiplicative relations A</a:t>
            </a:r>
            <a:endParaRPr lang="en-AU"/>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br>
              <a:rPr lang="en-AU" sz="1600" b="0" i="0">
                <a:latin typeface="Arial" panose="020B0604020202020204" pitchFamily="34" charset="0"/>
                <a:cs typeface="Arial" panose="020B0604020202020204" pitchFamily="34" charset="0"/>
              </a:rPr>
            </a:br>
            <a:endParaRPr lang="en-AU" sz="1600" b="0" i="0">
              <a:solidFill>
                <a:schemeClr val="tx1"/>
              </a:solidFill>
              <a:latin typeface="Arial"/>
              <a:cs typeface="Arial"/>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9F9BF44D-0A94-58EC-0CFA-15296355176C}"/>
              </a:ext>
            </a:extLst>
          </p:cNvPr>
          <p:cNvSpPr>
            <a:spLocks noGrp="1"/>
          </p:cNvSpPr>
          <p:nvPr>
            <p:ph type="sldNum" sz="quarter" idx="5"/>
          </p:nvPr>
        </p:nvSpPr>
        <p:spPr/>
        <p:txBody>
          <a:bodyPr/>
          <a:lstStyle/>
          <a:p>
            <a:fld id="{B07158C4-A119-4B78-9DE8-A50001BC31DC}" type="slidenum">
              <a:rPr lang="en-AU" smtClean="0"/>
              <a:pPr/>
              <a:t>54</a:t>
            </a:fld>
            <a:endParaRPr lang="en-AU"/>
          </a:p>
        </p:txBody>
      </p:sp>
    </p:spTree>
    <p:extLst>
      <p:ext uri="{BB962C8B-B14F-4D97-AF65-F5344CB8AC3E}">
        <p14:creationId xmlns:p14="http://schemas.microsoft.com/office/powerpoint/2010/main" val="253000930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19E3-B0F6-7F8F-03D3-6407A21A03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9BA8AD-0665-4AF9-5A1C-332FB12138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972822-3E05-64AA-6A34-FA90BE4748E9}"/>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pPr>
              <a:defRPr/>
            </a:pPr>
            <a:r>
              <a:rPr lang="en-AU">
                <a:latin typeface="Arial"/>
                <a:cs typeface="Arial"/>
              </a:rPr>
              <a:t>Partitioned fractions A</a:t>
            </a:r>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FF6F656-CCC2-ED1F-3E84-53642B1F7B01}"/>
              </a:ext>
            </a:extLst>
          </p:cNvPr>
          <p:cNvSpPr>
            <a:spLocks noGrp="1"/>
          </p:cNvSpPr>
          <p:nvPr>
            <p:ph type="sldNum" sz="quarter" idx="5"/>
          </p:nvPr>
        </p:nvSpPr>
        <p:spPr/>
        <p:txBody>
          <a:bodyPr/>
          <a:lstStyle/>
          <a:p>
            <a:fld id="{B07158C4-A119-4B78-9DE8-A50001BC31DC}" type="slidenum">
              <a:rPr lang="en-AU" smtClean="0"/>
              <a:pPr/>
              <a:t>55</a:t>
            </a:fld>
            <a:endParaRPr lang="en-AU"/>
          </a:p>
        </p:txBody>
      </p:sp>
    </p:spTree>
    <p:extLst>
      <p:ext uri="{BB962C8B-B14F-4D97-AF65-F5344CB8AC3E}">
        <p14:creationId xmlns:p14="http://schemas.microsoft.com/office/powerpoint/2010/main" val="754887317"/>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36DD56-BE1A-23FB-10E3-378D5A007F3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A87B06-2D49-D04C-FEB0-5F2259A470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7C9C7B-0CDE-38B4-67CD-96D952AAD59E}"/>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Additive relations A </a:t>
            </a:r>
            <a:endParaRPr lang="en-AU" sz="1600">
              <a:latin typeface="Public Sans"/>
            </a:endParaRP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E637398-4945-92F8-11C9-21081FF5B415}"/>
              </a:ext>
            </a:extLst>
          </p:cNvPr>
          <p:cNvSpPr>
            <a:spLocks noGrp="1"/>
          </p:cNvSpPr>
          <p:nvPr>
            <p:ph type="sldNum" sz="quarter" idx="5"/>
          </p:nvPr>
        </p:nvSpPr>
        <p:spPr/>
        <p:txBody>
          <a:bodyPr/>
          <a:lstStyle/>
          <a:p>
            <a:fld id="{B07158C4-A119-4B78-9DE8-A50001BC31DC}" type="slidenum">
              <a:rPr lang="en-AU" smtClean="0"/>
              <a:pPr/>
              <a:t>56</a:t>
            </a:fld>
            <a:endParaRPr lang="en-AU"/>
          </a:p>
        </p:txBody>
      </p:sp>
    </p:spTree>
    <p:extLst>
      <p:ext uri="{BB962C8B-B14F-4D97-AF65-F5344CB8AC3E}">
        <p14:creationId xmlns:p14="http://schemas.microsoft.com/office/powerpoint/2010/main" val="370164060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DD993A-B0EC-5958-6F66-C545E0BEBA4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1EA9FF-B123-5F5A-0CCF-31A0BAF3DE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5045E-1C4C-8CA0-E96F-0AF9A3F0ABB4}"/>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B: Mass</a:t>
            </a:r>
            <a:endParaRPr lang="en-AU"/>
          </a:p>
          <a:p>
            <a:endParaRPr lang="en-AU"/>
          </a:p>
          <a:p>
            <a:pPr marL="0" indent="0" algn="l">
              <a:buFont typeface="Wingdings" panose="05000000000000000000" pitchFamily="2" charset="2"/>
              <a:buNone/>
            </a:pP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4868A08A-0379-056A-4ADA-5D3F78B00160}"/>
              </a:ext>
            </a:extLst>
          </p:cNvPr>
          <p:cNvSpPr>
            <a:spLocks noGrp="1"/>
          </p:cNvSpPr>
          <p:nvPr>
            <p:ph type="sldNum" sz="quarter" idx="5"/>
          </p:nvPr>
        </p:nvSpPr>
        <p:spPr/>
        <p:txBody>
          <a:bodyPr/>
          <a:lstStyle/>
          <a:p>
            <a:fld id="{B07158C4-A119-4B78-9DE8-A50001BC31DC}" type="slidenum">
              <a:rPr lang="en-AU" smtClean="0"/>
              <a:pPr/>
              <a:t>57</a:t>
            </a:fld>
            <a:endParaRPr lang="en-AU"/>
          </a:p>
        </p:txBody>
      </p:sp>
    </p:spTree>
    <p:extLst>
      <p:ext uri="{BB962C8B-B14F-4D97-AF65-F5344CB8AC3E}">
        <p14:creationId xmlns:p14="http://schemas.microsoft.com/office/powerpoint/2010/main" val="3550608388"/>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4E264-FD26-1A93-B2BD-52E567F5A8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E50FF-7BD6-9625-55D4-41B34C4346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67923A-C2D1-8735-1567-89B089B0E5F7}"/>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a:cs typeface="Arial"/>
              </a:rPr>
              <a:t>Short response questions provide brisk paced questions focussing on review of current and previous content to support spaced and interleaved practice. </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1" i="0">
                <a:solidFill>
                  <a:schemeClr val="tx1"/>
                </a:solidFill>
                <a:latin typeface="Arial"/>
                <a:cs typeface="Arial"/>
              </a:rPr>
              <a:t>Syllabus focus area:</a:t>
            </a:r>
          </a:p>
          <a:p>
            <a:r>
              <a:rPr lang="en-AU">
                <a:latin typeface="Public Sans"/>
              </a:rPr>
              <a:t>Non-spatial measure A: Time</a:t>
            </a:r>
            <a:endParaRPr lang="en-AU"/>
          </a:p>
          <a:p>
            <a:br>
              <a:rPr lang="en-AU">
                <a:latin typeface="Public Sans"/>
              </a:rPr>
            </a:br>
            <a:endParaRPr lang="en-AU" sz="1600" i="0">
              <a:solidFill>
                <a:schemeClr val="tx1"/>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ABB998A2-AF59-C506-C149-1C00BC7EDBA9}"/>
              </a:ext>
            </a:extLst>
          </p:cNvPr>
          <p:cNvSpPr>
            <a:spLocks noGrp="1"/>
          </p:cNvSpPr>
          <p:nvPr>
            <p:ph type="sldNum" sz="quarter" idx="5"/>
          </p:nvPr>
        </p:nvSpPr>
        <p:spPr/>
        <p:txBody>
          <a:bodyPr/>
          <a:lstStyle/>
          <a:p>
            <a:fld id="{B07158C4-A119-4B78-9DE8-A50001BC31DC}" type="slidenum">
              <a:rPr lang="en-AU" smtClean="0"/>
              <a:pPr/>
              <a:t>58</a:t>
            </a:fld>
            <a:endParaRPr lang="en-AU"/>
          </a:p>
        </p:txBody>
      </p:sp>
    </p:spTree>
    <p:extLst>
      <p:ext uri="{BB962C8B-B14F-4D97-AF65-F5344CB8AC3E}">
        <p14:creationId xmlns:p14="http://schemas.microsoft.com/office/powerpoint/2010/main" val="1237468038"/>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BD8BCB-A604-C3BD-81AA-DEA8113A58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99EE3EE-376A-32CF-2A9E-4340997EA2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15E0EA8-68BF-D025-AEFD-A8B19D8CA9EE}"/>
              </a:ext>
            </a:extLst>
          </p:cNvPr>
          <p:cNvSpPr>
            <a:spLocks noGrp="1"/>
          </p:cNvSpPr>
          <p:nvPr>
            <p:ph type="body" idx="1"/>
          </p:nvPr>
        </p:nvSpPr>
        <p:spPr/>
        <p:txBody>
          <a:bodyPr/>
          <a:lstStyle/>
          <a:p>
            <a:pPr>
              <a:lnSpc>
                <a:spcPct val="150000"/>
              </a:lnSpc>
              <a:spcBef>
                <a:spcPts val="1200"/>
              </a:spcBef>
              <a:spcAft>
                <a:spcPts val="600"/>
              </a:spcAft>
            </a:pPr>
            <a:r>
              <a:rPr lang="en-AU" sz="1800">
                <a:latin typeface="Arial"/>
                <a:cs typeface="Arial"/>
              </a:rPr>
              <a:t>This is a developing number sense activity. </a:t>
            </a:r>
            <a:endParaRPr lang="en-US" sz="1800">
              <a:solidFill>
                <a:srgbClr val="444444"/>
              </a:solidFill>
              <a:latin typeface="Arial"/>
              <a:cs typeface="Arial"/>
            </a:endParaRPr>
          </a:p>
          <a:p>
            <a:pPr>
              <a:lnSpc>
                <a:spcPct val="150000"/>
              </a:lnSpc>
              <a:spcBef>
                <a:spcPts val="1200"/>
              </a:spcBef>
              <a:spcAft>
                <a:spcPts val="600"/>
              </a:spcAft>
            </a:pPr>
            <a:endParaRPr lang="en-AU" sz="1800">
              <a:solidFill>
                <a:srgbClr val="444444"/>
              </a:solidFill>
            </a:endParaRPr>
          </a:p>
          <a:p>
            <a:pPr>
              <a:lnSpc>
                <a:spcPct val="150000"/>
              </a:lnSpc>
              <a:spcBef>
                <a:spcPts val="1200"/>
              </a:spcBef>
              <a:spcAft>
                <a:spcPts val="600"/>
              </a:spcAft>
            </a:pPr>
            <a:r>
              <a:rPr lang="en-AU" sz="1800">
                <a:latin typeface="Arial"/>
                <a:cs typeface="Arial"/>
              </a:rPr>
              <a:t>Number sense refers to a deep understanding of numbers, including their magnitude, relationships, and the effects of operations on them. It supports fluency and understanding, estimation, flexible thinking, and efficient problem-solving. Number sense activities 1–4 ‘activate’ prior number knowledge and support the learning of new content in the unit. Number sense activities 5–8 ‘loop’ back and provide opportunity for spaced practice with concepts and procedures covered in previous units. </a:t>
            </a:r>
            <a:endParaRPr lang="en-US" sz="1800">
              <a:solidFill>
                <a:srgbClr val="444444"/>
              </a:solidFill>
              <a:latin typeface="Arial"/>
              <a:cs typeface="Arial"/>
            </a:endParaRPr>
          </a:p>
          <a:p>
            <a:pPr>
              <a:lnSpc>
                <a:spcPts val="1913"/>
              </a:lnSpc>
            </a:pPr>
            <a:endParaRPr lang="en-AU" sz="1800">
              <a:solidFill>
                <a:srgbClr val="444444"/>
              </a:solidFill>
            </a:endParaRPr>
          </a:p>
          <a:p>
            <a:r>
              <a:rPr lang="en-AU" sz="1800" b="1">
                <a:latin typeface="Arial"/>
                <a:cs typeface="Arial"/>
              </a:rPr>
              <a:t>Syllabus focus area:</a:t>
            </a:r>
            <a:endParaRPr lang="en-US" sz="1800">
              <a:solidFill>
                <a:srgbClr val="444444"/>
              </a:solidFill>
              <a:latin typeface="Arial"/>
              <a:cs typeface="Arial"/>
            </a:endParaRP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r>
              <a:rPr lang="en-AU" sz="1800"/>
              <a:t>Multiplicative relations A </a:t>
            </a: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endParaRPr lang="en-AU" sz="1800"/>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r>
              <a:rPr lang="en-AU" sz="1800"/>
              <a:t>This resource corresponds to </a:t>
            </a:r>
            <a:r>
              <a:rPr lang="en-AU" sz="1800" b="1"/>
              <a:t>Resource 16 – fact families </a:t>
            </a:r>
            <a:r>
              <a:rPr lang="en-AU" sz="1800"/>
              <a:t>in Stage 2 Year A Unit 16.</a:t>
            </a:r>
            <a:endParaRPr lang="en-AU" sz="1800" b="1"/>
          </a:p>
          <a:p>
            <a:pPr marL="0" lvl="0" indent="0">
              <a:lnSpc>
                <a:spcPct val="150000"/>
              </a:lnSpc>
              <a:spcBef>
                <a:spcPts val="1200"/>
              </a:spcBef>
              <a:spcAft>
                <a:spcPts val="600"/>
              </a:spcAft>
              <a:buFont typeface="+mj-lt"/>
              <a:buNone/>
              <a:tabLst>
                <a:tab pos="228600" algn="l"/>
              </a:tabLst>
            </a:pPr>
            <a:endParaRPr lang="en-AU" sz="1800">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Lst>
            </a:pPr>
            <a:r>
              <a:rPr lang="en-AU" sz="1800">
                <a:effectLst/>
                <a:latin typeface="Arial" panose="020B0604020202020204" pitchFamily="34" charset="0"/>
                <a:ea typeface="Calibri" panose="020F0502020204030204" pitchFamily="34" charset="0"/>
              </a:rPr>
              <a:t>Revise fact family triangles.</a:t>
            </a:r>
          </a:p>
          <a:p>
            <a:pPr marL="0" lvl="0" indent="0">
              <a:lnSpc>
                <a:spcPct val="150000"/>
              </a:lnSpc>
              <a:spcBef>
                <a:spcPts val="1200"/>
              </a:spcBef>
              <a:spcAft>
                <a:spcPts val="600"/>
              </a:spcAft>
              <a:buFont typeface="+mj-lt"/>
              <a:buNone/>
              <a:tabLst>
                <a:tab pos="228600" algn="l"/>
              </a:tabLst>
            </a:pPr>
            <a:r>
              <a:rPr lang="en-AU" sz="1800">
                <a:effectLst/>
                <a:latin typeface="Arial" panose="020B0604020202020204" pitchFamily="34" charset="0"/>
                <a:ea typeface="Calibri" panose="020F0502020204030204" pitchFamily="34" charset="0"/>
              </a:rPr>
              <a:t>Model using an array to prove the commutative property of multiplication.</a:t>
            </a:r>
          </a:p>
          <a:p>
            <a:pPr marL="0" lvl="0" indent="0">
              <a:lnSpc>
                <a:spcPct val="150000"/>
              </a:lnSpc>
              <a:spcBef>
                <a:spcPts val="1200"/>
              </a:spcBef>
              <a:spcAft>
                <a:spcPts val="600"/>
              </a:spcAft>
              <a:buFont typeface="+mj-lt"/>
              <a:buNone/>
              <a:tabLst>
                <a:tab pos="228600" algn="l"/>
              </a:tabLst>
            </a:pPr>
            <a:r>
              <a:rPr lang="en-AU" sz="1800">
                <a:effectLst/>
                <a:latin typeface="Arial" panose="020B0604020202020204" pitchFamily="34" charset="0"/>
                <a:ea typeface="Calibri" panose="020F0502020204030204" pitchFamily="34" charset="0"/>
              </a:rPr>
              <a:t>Model how to write multiplication and division sentences.</a:t>
            </a:r>
            <a:endParaRPr lang="en-AU" sz="1800">
              <a:solidFill>
                <a:srgbClr val="002664"/>
              </a:solidFill>
              <a:effectLst/>
              <a:latin typeface="Arial" panose="020B0604020202020204" pitchFamily="34" charset="0"/>
              <a:ea typeface="Calibri" panose="020F0502020204030204" pitchFamily="34" charset="0"/>
            </a:endParaRPr>
          </a:p>
          <a:p>
            <a:pPr marL="0" lvl="0" indent="0">
              <a:lnSpc>
                <a:spcPct val="150000"/>
              </a:lnSpc>
              <a:spcBef>
                <a:spcPts val="1200"/>
              </a:spcBef>
              <a:spcAft>
                <a:spcPts val="600"/>
              </a:spcAft>
              <a:buFont typeface="+mj-lt"/>
              <a:buNone/>
              <a:tabLst>
                <a:tab pos="228600" algn="l"/>
              </a:tabLst>
            </a:pPr>
            <a:r>
              <a:rPr lang="en-AU" sz="1800">
                <a:effectLst/>
                <a:latin typeface="Arial" panose="020B0604020202020204" pitchFamily="34" charset="0"/>
                <a:ea typeface="Calibri" panose="020F0502020204030204" pitchFamily="34" charset="0"/>
              </a:rPr>
              <a:t>Use arrays to prove the commutative property of multiplication.</a:t>
            </a:r>
          </a:p>
          <a:p>
            <a:pPr marL="0" lvl="0" indent="0">
              <a:lnSpc>
                <a:spcPct val="150000"/>
              </a:lnSpc>
              <a:spcBef>
                <a:spcPts val="1200"/>
              </a:spcBef>
              <a:spcAft>
                <a:spcPts val="600"/>
              </a:spcAft>
              <a:buFont typeface="+mj-lt"/>
              <a:buNone/>
              <a:tabLst>
                <a:tab pos="228600" algn="l"/>
              </a:tabLst>
            </a:pPr>
            <a:r>
              <a:rPr lang="en-AU" sz="1800">
                <a:effectLst/>
                <a:latin typeface="Arial" panose="020B0604020202020204" pitchFamily="34" charset="0"/>
                <a:ea typeface="Calibri" panose="020F0502020204030204" pitchFamily="34" charset="0"/>
              </a:rPr>
              <a:t>Students create the fact families for the remaining triangles.</a:t>
            </a:r>
          </a:p>
          <a:p>
            <a:pPr marL="0" lvl="0" indent="0">
              <a:lnSpc>
                <a:spcPct val="150000"/>
              </a:lnSpc>
              <a:spcBef>
                <a:spcPts val="1200"/>
              </a:spcBef>
              <a:spcAft>
                <a:spcPts val="600"/>
              </a:spcAft>
              <a:buFont typeface="+mj-lt"/>
              <a:buNone/>
              <a:tabLst>
                <a:tab pos="228600" algn="l"/>
              </a:tabLst>
            </a:pPr>
            <a:r>
              <a:rPr lang="en-AU" sz="1800">
                <a:effectLst/>
                <a:latin typeface="Arial" panose="020B0604020202020204" pitchFamily="34" charset="0"/>
                <a:ea typeface="Calibri" panose="020F0502020204030204" pitchFamily="34" charset="0"/>
              </a:rPr>
              <a:t>Share student responses and record student ideas.</a:t>
            </a:r>
          </a:p>
          <a:p>
            <a:pPr marL="0" lvl="0" indent="0">
              <a:lnSpc>
                <a:spcPct val="150000"/>
              </a:lnSpc>
              <a:spcBef>
                <a:spcPts val="1200"/>
              </a:spcBef>
              <a:spcAft>
                <a:spcPts val="600"/>
              </a:spcAft>
              <a:buFont typeface="+mj-lt"/>
              <a:buNone/>
              <a:tabLst>
                <a:tab pos="228600" algn="l"/>
              </a:tabLst>
            </a:pPr>
            <a:endParaRPr lang="en-AU" sz="1800">
              <a:effectLst/>
              <a:latin typeface="Arial" panose="020B0604020202020204" pitchFamily="34" charset="0"/>
              <a:ea typeface="Calibri" panose="020F0502020204030204" pitchFamily="34" charset="0"/>
            </a:endParaRPr>
          </a:p>
          <a:p>
            <a:pPr marL="0" marR="0" lvl="0" indent="0" algn="l" defTabSz="1219170" rtl="0" eaLnBrk="1" fontAlgn="auto" latinLnBrk="0" hangingPunct="1">
              <a:lnSpc>
                <a:spcPct val="150000"/>
              </a:lnSpc>
              <a:spcBef>
                <a:spcPts val="1200"/>
              </a:spcBef>
              <a:spcAft>
                <a:spcPts val="600"/>
              </a:spcAft>
              <a:buClrTx/>
              <a:buSzTx/>
              <a:buFont typeface="+mj-lt"/>
              <a:buNone/>
              <a:tabLst>
                <a:tab pos="228600" algn="l"/>
              </a:tabLst>
              <a:defRPr/>
            </a:pPr>
            <a:r>
              <a:rPr lang="en-AU" sz="1800">
                <a:effectLst/>
                <a:latin typeface="Arial" panose="020B0604020202020204" pitchFamily="34" charset="0"/>
                <a:ea typeface="Calibri" panose="020F0502020204030204" pitchFamily="34" charset="0"/>
              </a:rPr>
              <a:t>Note: emphasise that the number at the top of the triangle is the product of the 2 factors at the bottom of the triangle. For division, ensure students understand that the product of the fact family must be at the start of the sentence. Division is not commutative, so 2 ÷ 4 = 8 is not correct.</a:t>
            </a:r>
          </a:p>
          <a:p>
            <a:pPr marL="0" lvl="0" indent="0">
              <a:lnSpc>
                <a:spcPct val="150000"/>
              </a:lnSpc>
              <a:spcBef>
                <a:spcPts val="1200"/>
              </a:spcBef>
              <a:spcAft>
                <a:spcPts val="600"/>
              </a:spcAft>
              <a:buFont typeface="+mj-lt"/>
              <a:buNone/>
              <a:tabLst>
                <a:tab pos="228600" algn="l"/>
              </a:tabLst>
            </a:pPr>
            <a:endParaRPr lang="en-AU" sz="1800" b="1">
              <a:effectLst/>
              <a:latin typeface="Arial" panose="020B0604020202020204" pitchFamily="34" charset="0"/>
              <a:ea typeface="Calibri" panose="020F0502020204030204" pitchFamily="34" charset="0"/>
            </a:endParaRPr>
          </a:p>
        </p:txBody>
      </p:sp>
      <p:sp>
        <p:nvSpPr>
          <p:cNvPr id="4" name="Slide Number Placeholder 3">
            <a:extLst>
              <a:ext uri="{FF2B5EF4-FFF2-40B4-BE49-F238E27FC236}">
                <a16:creationId xmlns:a16="http://schemas.microsoft.com/office/drawing/2014/main" id="{57803316-B6A5-4ADB-4F98-19215837F2B1}"/>
              </a:ext>
            </a:extLst>
          </p:cNvPr>
          <p:cNvSpPr>
            <a:spLocks noGrp="1"/>
          </p:cNvSpPr>
          <p:nvPr>
            <p:ph type="sldNum" sz="quarter" idx="5"/>
          </p:nvPr>
        </p:nvSpPr>
        <p:spPr/>
        <p:txBody>
          <a:bodyPr/>
          <a:lstStyle/>
          <a:p>
            <a:fld id="{B07158C4-A119-4B78-9DE8-A50001BC31DC}" type="slidenum">
              <a:rPr lang="en-AU" smtClean="0"/>
              <a:pPr/>
              <a:t>59</a:t>
            </a:fld>
            <a:endParaRPr lang="en-AU"/>
          </a:p>
        </p:txBody>
      </p:sp>
    </p:spTree>
    <p:extLst>
      <p:ext uri="{BB962C8B-B14F-4D97-AF65-F5344CB8AC3E}">
        <p14:creationId xmlns:p14="http://schemas.microsoft.com/office/powerpoint/2010/main" val="22892327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60</a:t>
            </a:fld>
            <a:endParaRPr lang="en-AU"/>
          </a:p>
        </p:txBody>
      </p:sp>
    </p:spTree>
    <p:extLst>
      <p:ext uri="{BB962C8B-B14F-4D97-AF65-F5344CB8AC3E}">
        <p14:creationId xmlns:p14="http://schemas.microsoft.com/office/powerpoint/2010/main" val="2707158165"/>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61</a:t>
            </a:fld>
            <a:endParaRPr lang="en-AU"/>
          </a:p>
        </p:txBody>
      </p:sp>
    </p:spTree>
    <p:extLst>
      <p:ext uri="{BB962C8B-B14F-4D97-AF65-F5344CB8AC3E}">
        <p14:creationId xmlns:p14="http://schemas.microsoft.com/office/powerpoint/2010/main" val="168877106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62</a:t>
            </a:fld>
            <a:endParaRPr lang="en-AU"/>
          </a:p>
        </p:txBody>
      </p:sp>
    </p:spTree>
    <p:extLst>
      <p:ext uri="{BB962C8B-B14F-4D97-AF65-F5344CB8AC3E}">
        <p14:creationId xmlns:p14="http://schemas.microsoft.com/office/powerpoint/2010/main" val="3711727428"/>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63</a:t>
            </a:fld>
            <a:endParaRPr lang="en-AU"/>
          </a:p>
        </p:txBody>
      </p:sp>
    </p:spTree>
    <p:extLst>
      <p:ext uri="{BB962C8B-B14F-4D97-AF65-F5344CB8AC3E}">
        <p14:creationId xmlns:p14="http://schemas.microsoft.com/office/powerpoint/2010/main" val="233346748"/>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219170" rtl="0" eaLnBrk="1" fontAlgn="auto" latinLnBrk="0" hangingPunct="1">
              <a:lnSpc>
                <a:spcPct val="100000"/>
              </a:lnSpc>
              <a:spcBef>
                <a:spcPts val="0"/>
              </a:spcBef>
              <a:spcAft>
                <a:spcPts val="0"/>
              </a:spcAft>
              <a:buClrTx/>
              <a:buSzTx/>
              <a:buFontTx/>
              <a:buNone/>
              <a:tabLst/>
              <a:defRPr/>
            </a:pPr>
            <a:r>
              <a:rPr lang="en-AU"/>
              <a:t>Use the arrows to navigate between related activities.</a:t>
            </a:r>
          </a:p>
          <a:p>
            <a:pPr marL="0" marR="0" lvl="0" indent="0" algn="l" defTabSz="1219170" rtl="0" eaLnBrk="1" fontAlgn="auto" latinLnBrk="0" hangingPunct="1">
              <a:lnSpc>
                <a:spcPct val="100000"/>
              </a:lnSpc>
              <a:spcBef>
                <a:spcPts val="0"/>
              </a:spcBef>
              <a:spcAft>
                <a:spcPts val="0"/>
              </a:spcAft>
              <a:buClrTx/>
              <a:buSzTx/>
              <a:buFontTx/>
              <a:buNone/>
              <a:tabLst/>
              <a:defRPr/>
            </a:pPr>
            <a:endParaRPr lang="en-AU"/>
          </a:p>
          <a:p>
            <a:pPr marL="0" marR="0" lvl="0" indent="0" algn="l" defTabSz="1219170" rtl="0" eaLnBrk="1" fontAlgn="auto" latinLnBrk="0" hangingPunct="1">
              <a:lnSpc>
                <a:spcPct val="100000"/>
              </a:lnSpc>
              <a:spcBef>
                <a:spcPts val="0"/>
              </a:spcBef>
              <a:spcAft>
                <a:spcPts val="0"/>
              </a:spcAft>
              <a:buClrTx/>
              <a:buSzTx/>
              <a:buFontTx/>
              <a:buNone/>
              <a:tabLst/>
              <a:defRPr/>
            </a:pPr>
            <a:r>
              <a:rPr lang="en-AU"/>
              <a:t>Hyperlink each arrow to compare between related slides.</a:t>
            </a:r>
          </a:p>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64</a:t>
            </a:fld>
            <a:endParaRPr lang="en-AU"/>
          </a:p>
        </p:txBody>
      </p:sp>
    </p:spTree>
    <p:extLst>
      <p:ext uri="{BB962C8B-B14F-4D97-AF65-F5344CB8AC3E}">
        <p14:creationId xmlns:p14="http://schemas.microsoft.com/office/powerpoint/2010/main" val="147458479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A3FC8-7C27-ADA4-A03B-5E48C1C148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3F9E58-3C51-C638-D2A9-0DC09233C53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9681D0-1819-E9EE-FB6C-BDEED94D6951}"/>
              </a:ext>
            </a:extLst>
          </p:cNvPr>
          <p:cNvSpPr>
            <a:spLocks noGrp="1"/>
          </p:cNvSpPr>
          <p:nvPr>
            <p:ph type="body" idx="1"/>
          </p:nvPr>
        </p:nvSpPr>
        <p:spPr/>
        <p:txBody>
          <a:bodyPr/>
          <a:lstStyle/>
          <a:p>
            <a:pPr marL="0" indent="0" algn="l">
              <a:buFont typeface="Wingdings" panose="05000000000000000000" pitchFamily="2" charset="2"/>
              <a:buNone/>
            </a:pPr>
            <a:r>
              <a:rPr lang="en-AU" sz="1600" b="0" i="0">
                <a:solidFill>
                  <a:schemeClr val="tx1"/>
                </a:solidFill>
                <a:latin typeface="Arial" panose="020B0604020202020204" pitchFamily="34" charset="0"/>
                <a:cs typeface="Arial" panose="020B0604020202020204" pitchFamily="34" charset="0"/>
              </a:rPr>
              <a:t>This question connects to the content in the developing number sense activity (Activity 1)</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p>
        </p:txBody>
      </p:sp>
      <p:sp>
        <p:nvSpPr>
          <p:cNvPr id="4" name="Slide Number Placeholder 3">
            <a:extLst>
              <a:ext uri="{FF2B5EF4-FFF2-40B4-BE49-F238E27FC236}">
                <a16:creationId xmlns:a16="http://schemas.microsoft.com/office/drawing/2014/main" id="{53E40460-08D8-1BDD-6B68-F7DFB23337A6}"/>
              </a:ext>
            </a:extLst>
          </p:cNvPr>
          <p:cNvSpPr>
            <a:spLocks noGrp="1"/>
          </p:cNvSpPr>
          <p:nvPr>
            <p:ph type="sldNum" sz="quarter" idx="5"/>
          </p:nvPr>
        </p:nvSpPr>
        <p:spPr/>
        <p:txBody>
          <a:bodyPr/>
          <a:lstStyle/>
          <a:p>
            <a:fld id="{B07158C4-A119-4B78-9DE8-A50001BC31DC}" type="slidenum">
              <a:rPr lang="en-AU" smtClean="0"/>
              <a:pPr/>
              <a:t>65</a:t>
            </a:fld>
            <a:endParaRPr lang="en-AU"/>
          </a:p>
        </p:txBody>
      </p:sp>
    </p:spTree>
    <p:extLst>
      <p:ext uri="{BB962C8B-B14F-4D97-AF65-F5344CB8AC3E}">
        <p14:creationId xmlns:p14="http://schemas.microsoft.com/office/powerpoint/2010/main" val="115444382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737D30-8C3C-1F9B-1235-EED776AA1E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0F2E79-EC8B-85C4-64A1-B9824B577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81569-AF22-80CB-50D8-8C75DD350298}"/>
              </a:ext>
            </a:extLst>
          </p:cNvPr>
          <p:cNvSpPr>
            <a:spLocks noGrp="1"/>
          </p:cNvSpPr>
          <p:nvPr>
            <p:ph type="body" idx="1"/>
          </p:nvPr>
        </p:nvSpPr>
        <p:spPr/>
        <p:txBody>
          <a:bodyPr/>
          <a:lstStyle/>
          <a:p>
            <a:r>
              <a:rPr lang="en-AU" sz="1600" b="0" i="0">
                <a:solidFill>
                  <a:schemeClr val="tx1"/>
                </a:solidFill>
                <a:latin typeface="Arial"/>
                <a:cs typeface="Arial"/>
              </a:rPr>
              <a:t>This question connects to the content in the developing number sense activity (Activity 1)</a:t>
            </a:r>
            <a:br>
              <a:rPr lang="en-AU">
                <a:latin typeface="Arial"/>
                <a:cs typeface="Arial"/>
              </a:rPr>
            </a:br>
            <a:br>
              <a:rPr lang="en-AU"/>
            </a:br>
            <a:r>
              <a:rPr lang="en-AU" b="1"/>
              <a:t>Syllabus focus area:</a:t>
            </a:r>
            <a:endParaRPr lang="en-US">
              <a:solidFill>
                <a:srgbClr val="444444"/>
              </a:solidFill>
            </a:endParaRPr>
          </a:p>
          <a:p>
            <a:r>
              <a:rPr lang="en-AU"/>
              <a:t>Multiplicative relations A</a:t>
            </a: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endParaRPr lang="en-AU" sz="1600" b="0" i="0">
              <a:solidFill>
                <a:schemeClr val="tx1"/>
              </a:solidFill>
              <a:latin typeface="Arial" panose="020B0604020202020204" pitchFamily="34" charset="0"/>
              <a:cs typeface="Arial" panose="020B0604020202020204" pitchFamily="34" charset="0"/>
            </a:endParaRPr>
          </a:p>
          <a:p>
            <a:pPr marL="0" marR="0" lvl="0" indent="0" algn="l" defTabSz="121917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AU" sz="1600" b="0" i="0">
                <a:solidFill>
                  <a:schemeClr val="tx1"/>
                </a:solidFill>
                <a:latin typeface="Arial" panose="020B0604020202020204" pitchFamily="34" charset="0"/>
                <a:cs typeface="Arial" panose="020B0604020202020204" pitchFamily="34" charset="0"/>
              </a:rPr>
              <a:t>This question can:</a:t>
            </a:r>
          </a:p>
          <a:p>
            <a:pPr marL="0" indent="0" algn="l">
              <a:buFont typeface="Wingdings" panose="05000000000000000000" pitchFamily="2" charset="2"/>
              <a:buNone/>
            </a:pPr>
            <a:endParaRPr lang="en-AU" sz="1600" b="0" i="0">
              <a:solidFill>
                <a:schemeClr val="tx1"/>
              </a:solidFill>
              <a:latin typeface="Arial" panose="020B0604020202020204" pitchFamily="34" charset="0"/>
              <a:cs typeface="Arial" panose="020B0604020202020204" pitchFamily="34" charset="0"/>
            </a:endParaRP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spaced and interleaved practice</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help identify and address common misconceptions </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active recall and immediate feedback</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support whole class participation</a:t>
            </a:r>
          </a:p>
          <a:p>
            <a:pPr marL="285750" indent="-285750" algn="l">
              <a:buFont typeface="Wingdings" panose="05000000000000000000" pitchFamily="2" charset="2"/>
              <a:buChar char="ü"/>
            </a:pPr>
            <a:r>
              <a:rPr lang="en-AU" sz="1600" b="0" i="0">
                <a:solidFill>
                  <a:schemeClr val="tx1"/>
                </a:solidFill>
                <a:latin typeface="Arial" panose="020B0604020202020204" pitchFamily="34" charset="0"/>
                <a:cs typeface="Arial" panose="020B0604020202020204" pitchFamily="34" charset="0"/>
              </a:rPr>
              <a:t>identify areas requiring reteach</a:t>
            </a:r>
          </a:p>
          <a:p>
            <a:pPr>
              <a:lnSpc>
                <a:spcPct val="150000"/>
              </a:lnSpc>
              <a:spcBef>
                <a:spcPts val="1200"/>
              </a:spcBef>
              <a:spcAft>
                <a:spcPts val="600"/>
              </a:spcAft>
            </a:pPr>
            <a:endParaRPr lang="en-AU" sz="1600" b="0">
              <a:effectLst/>
              <a:latin typeface="Arial" panose="020B0604020202020204" pitchFamily="34" charset="0"/>
              <a:ea typeface="Calibri" panose="020F0502020204030204" pitchFamily="34" charset="0"/>
              <a:cs typeface="Arial" panose="020B0604020202020204" pitchFamily="34" charset="0"/>
            </a:endParaRPr>
          </a:p>
          <a:p>
            <a:pPr marL="0" marR="0" lvl="0" indent="0" algn="l" defTabSz="1219170" rtl="0" eaLnBrk="1" fontAlgn="auto" latinLnBrk="0" hangingPunct="1">
              <a:lnSpc>
                <a:spcPct val="150000"/>
              </a:lnSpc>
              <a:spcBef>
                <a:spcPts val="1200"/>
              </a:spcBef>
              <a:spcAft>
                <a:spcPts val="600"/>
              </a:spcAft>
              <a:buClrTx/>
              <a:buSzTx/>
              <a:buFontTx/>
              <a:buNone/>
              <a:tabLst/>
              <a:defRPr/>
            </a:pPr>
            <a:r>
              <a:rPr lang="en-AU" sz="1600" b="1" i="0">
                <a:solidFill>
                  <a:schemeClr val="tx1"/>
                </a:solidFill>
                <a:latin typeface="Arial" panose="020B0604020202020204" pitchFamily="34" charset="0"/>
                <a:cs typeface="Arial" panose="020B0604020202020204" pitchFamily="34" charset="0"/>
              </a:rPr>
              <a:t>Teachers are encouraged to adapt and contextualise for their contexts.</a:t>
            </a:r>
            <a:endParaRPr lang="en-AU" b="1">
              <a:effectLst/>
              <a:ea typeface="Calibri" panose="020F0502020204030204" pitchFamily="34" charset="0"/>
              <a:cs typeface="Arial"/>
            </a:endParaRPr>
          </a:p>
          <a:p>
            <a:endParaRPr lang="en-US"/>
          </a:p>
        </p:txBody>
      </p:sp>
      <p:sp>
        <p:nvSpPr>
          <p:cNvPr id="4" name="Slide Number Placeholder 3">
            <a:extLst>
              <a:ext uri="{FF2B5EF4-FFF2-40B4-BE49-F238E27FC236}">
                <a16:creationId xmlns:a16="http://schemas.microsoft.com/office/drawing/2014/main" id="{49558E46-6CF2-2491-6CB7-1B34BC401650}"/>
              </a:ext>
            </a:extLst>
          </p:cNvPr>
          <p:cNvSpPr>
            <a:spLocks noGrp="1"/>
          </p:cNvSpPr>
          <p:nvPr>
            <p:ph type="sldNum" sz="quarter" idx="5"/>
          </p:nvPr>
        </p:nvSpPr>
        <p:spPr/>
        <p:txBody>
          <a:bodyPr/>
          <a:lstStyle/>
          <a:p>
            <a:fld id="{B07158C4-A119-4B78-9DE8-A50001BC31DC}" type="slidenum">
              <a:rPr lang="en-AU" smtClean="0"/>
              <a:pPr/>
              <a:t>66</a:t>
            </a:fld>
            <a:endParaRPr lang="en-AU"/>
          </a:p>
        </p:txBody>
      </p:sp>
    </p:spTree>
    <p:extLst>
      <p:ext uri="{BB962C8B-B14F-4D97-AF65-F5344CB8AC3E}">
        <p14:creationId xmlns:p14="http://schemas.microsoft.com/office/powerpoint/2010/main" val="103638957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5"/>
          </p:nvPr>
        </p:nvSpPr>
        <p:spPr/>
        <p:txBody>
          <a:bodyPr/>
          <a:lstStyle/>
          <a:p>
            <a:fld id="{B07158C4-A119-4B78-9DE8-A50001BC31DC}" type="slidenum">
              <a:rPr lang="en-AU" smtClean="0"/>
              <a:pPr/>
              <a:t>69</a:t>
            </a:fld>
            <a:endParaRPr lang="en-AU"/>
          </a:p>
        </p:txBody>
      </p:sp>
    </p:spTree>
    <p:extLst>
      <p:ext uri="{BB962C8B-B14F-4D97-AF65-F5344CB8AC3E}">
        <p14:creationId xmlns:p14="http://schemas.microsoft.com/office/powerpoint/2010/main" val="308464352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EA17B1F9-1883-FB0F-19DA-8B4A4053535B}"/>
              </a:ext>
            </a:extLst>
          </p:cNvPr>
          <p:cNvSpPr/>
          <p:nvPr userDrawn="1"/>
        </p:nvSpPr>
        <p:spPr>
          <a:xfrm>
            <a:off x="7128000" y="0"/>
            <a:ext cx="5064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6" name="Rectangle 5">
            <a:extLst>
              <a:ext uri="{FF2B5EF4-FFF2-40B4-BE49-F238E27FC236}">
                <a16:creationId xmlns:a16="http://schemas.microsoft.com/office/drawing/2014/main" id="{6E6ACE4A-E374-4533-BE29-9C2AA078581F}"/>
              </a:ext>
              <a:ext uri="{C183D7F6-B498-43B3-948B-1728B52AA6E4}">
                <adec:decorative xmlns:adec="http://schemas.microsoft.com/office/drawing/2017/decorative" val="1"/>
              </a:ext>
            </a:extLst>
          </p:cNvPr>
          <p:cNvSpPr/>
          <p:nvPr userDrawn="1"/>
        </p:nvSpPr>
        <p:spPr>
          <a:xfrm>
            <a:off x="0" y="0"/>
            <a:ext cx="7128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solidFill>
                <a:schemeClr val="bg1"/>
              </a:solidFill>
              <a:latin typeface="Public Sans" pitchFamily="2" charset="0"/>
            </a:endParaRPr>
          </a:p>
        </p:txBody>
      </p:sp>
      <p:cxnSp>
        <p:nvCxnSpPr>
          <p:cNvPr id="8" name="Straight Connector 7">
            <a:extLst>
              <a:ext uri="{FF2B5EF4-FFF2-40B4-BE49-F238E27FC236}">
                <a16:creationId xmlns:a16="http://schemas.microsoft.com/office/drawing/2014/main" id="{1379E5D7-4594-7BEA-DCDE-7C07259A2A00}"/>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itle 1">
            <a:extLst>
              <a:ext uri="{FF2B5EF4-FFF2-40B4-BE49-F238E27FC236}">
                <a16:creationId xmlns:a16="http://schemas.microsoft.com/office/drawing/2014/main" id="{06313123-38FC-0AA8-8313-B587FAEA9FAB}"/>
              </a:ext>
            </a:extLst>
          </p:cNvPr>
          <p:cNvSpPr>
            <a:spLocks noGrp="1"/>
          </p:cNvSpPr>
          <p:nvPr>
            <p:ph type="ctrTitle" hasCustomPrompt="1"/>
          </p:nvPr>
        </p:nvSpPr>
        <p:spPr>
          <a:xfrm>
            <a:off x="539999" y="1530002"/>
            <a:ext cx="6255979" cy="2033997"/>
          </a:xfrm>
          <a:ln>
            <a:noFill/>
          </a:ln>
        </p:spPr>
        <p:txBody>
          <a:bodyPr anchor="b">
            <a:noAutofit/>
          </a:bodyPr>
          <a:lstStyle>
            <a:lvl1pPr algn="l">
              <a:lnSpc>
                <a:spcPct val="100000"/>
              </a:lnSpc>
              <a:defRPr sz="4800">
                <a:solidFill>
                  <a:schemeClr val="bg1"/>
                </a:solidFill>
                <a:latin typeface="Arial" panose="020B0604020202020204" pitchFamily="34" charset="0"/>
                <a:cs typeface="Arial" panose="020B0604020202020204" pitchFamily="34" charset="0"/>
              </a:defRPr>
            </a:lvl1pPr>
          </a:lstStyle>
          <a:p>
            <a:r>
              <a:rPr lang="en-US"/>
              <a:t>Unit title</a:t>
            </a:r>
          </a:p>
        </p:txBody>
      </p:sp>
      <p:sp>
        <p:nvSpPr>
          <p:cNvPr id="11" name="Text Placeholder 10">
            <a:extLst>
              <a:ext uri="{FF2B5EF4-FFF2-40B4-BE49-F238E27FC236}">
                <a16:creationId xmlns:a16="http://schemas.microsoft.com/office/drawing/2014/main" id="{1ECD7A7F-13F8-9E9F-94FF-03D42EEEF0A8}"/>
              </a:ext>
            </a:extLst>
          </p:cNvPr>
          <p:cNvSpPr>
            <a:spLocks noGrp="1"/>
          </p:cNvSpPr>
          <p:nvPr>
            <p:ph type="body" sz="quarter" idx="10" hasCustomPrompt="1"/>
          </p:nvPr>
        </p:nvSpPr>
        <p:spPr>
          <a:xfrm>
            <a:off x="539999" y="3624180"/>
            <a:ext cx="6255977" cy="1188000"/>
          </a:xfrm>
        </p:spPr>
        <p:txBody>
          <a:bodyPr anchor="t">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Stage</a:t>
            </a:r>
          </a:p>
        </p:txBody>
      </p:sp>
      <p:sp>
        <p:nvSpPr>
          <p:cNvPr id="12" name="Text Placeholder 14">
            <a:extLst>
              <a:ext uri="{FF2B5EF4-FFF2-40B4-BE49-F238E27FC236}">
                <a16:creationId xmlns:a16="http://schemas.microsoft.com/office/drawing/2014/main" id="{1F1B4A2E-693D-413E-6506-E51D3453E154}"/>
              </a:ext>
            </a:extLst>
          </p:cNvPr>
          <p:cNvSpPr>
            <a:spLocks noGrp="1"/>
          </p:cNvSpPr>
          <p:nvPr>
            <p:ph type="body" sz="quarter" idx="16" hasCustomPrompt="1"/>
          </p:nvPr>
        </p:nvSpPr>
        <p:spPr>
          <a:xfrm>
            <a:off x="540000" y="4925698"/>
            <a:ext cx="6255975" cy="360000"/>
          </a:xfrm>
        </p:spPr>
        <p:txBody>
          <a:bodyPr>
            <a:noAutofit/>
          </a:bodyPr>
          <a:lstStyle>
            <a:lvl1pPr>
              <a:spcAft>
                <a:spcPts val="0"/>
              </a:spcAft>
              <a:defRPr sz="1800" b="1">
                <a:solidFill>
                  <a:schemeClr val="bg1"/>
                </a:solidFill>
                <a:latin typeface="Arial" panose="020B0604020202020204" pitchFamily="34" charset="0"/>
                <a:cs typeface="Arial" panose="020B0604020202020204" pitchFamily="34" charset="0"/>
              </a:defRPr>
            </a:lvl1pPr>
            <a:lvl2pPr>
              <a:spcAft>
                <a:spcPts val="0"/>
              </a:spcAft>
              <a:defRPr sz="1800" b="0">
                <a:solidFill>
                  <a:schemeClr val="bg1"/>
                </a:solidFill>
                <a:latin typeface="+mj-lt"/>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Module</a:t>
            </a:r>
          </a:p>
        </p:txBody>
      </p:sp>
      <p:sp>
        <p:nvSpPr>
          <p:cNvPr id="13" name="Text Placeholder 7">
            <a:extLst>
              <a:ext uri="{FF2B5EF4-FFF2-40B4-BE49-F238E27FC236}">
                <a16:creationId xmlns:a16="http://schemas.microsoft.com/office/drawing/2014/main" id="{0C245AE8-A9B0-AE21-616C-11D22901313C}"/>
              </a:ext>
            </a:extLst>
          </p:cNvPr>
          <p:cNvSpPr>
            <a:spLocks noGrp="1"/>
          </p:cNvSpPr>
          <p:nvPr>
            <p:ph type="body" sz="quarter" idx="14" hasCustomPrompt="1"/>
          </p:nvPr>
        </p:nvSpPr>
        <p:spPr>
          <a:xfrm>
            <a:off x="540000" y="5327998"/>
            <a:ext cx="6255971" cy="792000"/>
          </a:xfrm>
        </p:spPr>
        <p:txBody>
          <a:bodyPr/>
          <a:lstStyle>
            <a:lvl1pPr>
              <a:defRPr sz="1800">
                <a:solidFill>
                  <a:schemeClr val="bg1"/>
                </a:solidFill>
                <a:latin typeface="Arial" panose="020B0604020202020204" pitchFamily="34" charset="0"/>
                <a:cs typeface="Arial" panose="020B0604020202020204" pitchFamily="34" charset="0"/>
              </a:defRPr>
            </a:lvl1pPr>
          </a:lstStyle>
          <a:p>
            <a:pPr lvl="0"/>
            <a:r>
              <a:rPr lang="en-US"/>
              <a:t>Presenter name</a:t>
            </a:r>
            <a:endParaRPr lang="en-AU"/>
          </a:p>
        </p:txBody>
      </p:sp>
      <p:sp>
        <p:nvSpPr>
          <p:cNvPr id="15" name="Text Placeholder 14">
            <a:extLst>
              <a:ext uri="{FF2B5EF4-FFF2-40B4-BE49-F238E27FC236}">
                <a16:creationId xmlns:a16="http://schemas.microsoft.com/office/drawing/2014/main" id="{5C2AC99F-F6FA-4B77-DD09-207FFF07B242}"/>
              </a:ext>
            </a:extLst>
          </p:cNvPr>
          <p:cNvSpPr>
            <a:spLocks noGrp="1"/>
          </p:cNvSpPr>
          <p:nvPr>
            <p:ph type="body" sz="quarter" idx="15" hasCustomPrompt="1"/>
          </p:nvPr>
        </p:nvSpPr>
        <p:spPr>
          <a:xfrm>
            <a:off x="540000" y="6192000"/>
            <a:ext cx="6255975" cy="360000"/>
          </a:xfrm>
        </p:spPr>
        <p:txBody>
          <a:bodyPr anchor="b" anchorCtr="0">
            <a:noAutofit/>
          </a:bodyPr>
          <a:lstStyle>
            <a:lvl1pPr algn="l">
              <a:defRPr sz="1800" b="0">
                <a:solidFill>
                  <a:schemeClr val="bg1"/>
                </a:solidFill>
                <a:latin typeface="Arial" panose="020B0604020202020204" pitchFamily="34" charset="0"/>
                <a:cs typeface="Arial" panose="020B0604020202020204" pitchFamily="34" charset="0"/>
              </a:defRPr>
            </a:lvl1pPr>
            <a:lvl2pPr>
              <a:defRPr sz="1600">
                <a:solidFill>
                  <a:schemeClr val="bg1"/>
                </a:solidFill>
              </a:defRPr>
            </a:lvl2pPr>
            <a:lvl3pPr marL="0" indent="0">
              <a:buNone/>
              <a:defRPr sz="2000">
                <a:solidFill>
                  <a:schemeClr val="bg1"/>
                </a:solidFill>
              </a:defRPr>
            </a:lvl3pPr>
            <a:lvl4pPr>
              <a:defRPr sz="2000">
                <a:solidFill>
                  <a:schemeClr val="bg1"/>
                </a:solidFill>
              </a:defRPr>
            </a:lvl4pPr>
            <a:lvl5pPr>
              <a:defRPr sz="2000">
                <a:solidFill>
                  <a:schemeClr val="bg1"/>
                </a:solidFill>
              </a:defRPr>
            </a:lvl5pPr>
          </a:lstStyle>
          <a:p>
            <a:pPr lvl="0"/>
            <a:r>
              <a:rPr lang="en-US"/>
              <a:t>00 Month YYYY</a:t>
            </a:r>
          </a:p>
        </p:txBody>
      </p:sp>
      <p:pic>
        <p:nvPicPr>
          <p:cNvPr id="17" name="Picture 16">
            <a:extLst>
              <a:ext uri="{FF2B5EF4-FFF2-40B4-BE49-F238E27FC236}">
                <a16:creationId xmlns:a16="http://schemas.microsoft.com/office/drawing/2014/main" id="{1B2918F2-2A15-B218-B84D-C469AD3B60D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6135329" y="360000"/>
            <a:ext cx="660650" cy="715199"/>
          </a:xfrm>
          <a:prstGeom prst="rect">
            <a:avLst/>
          </a:prstGeom>
        </p:spPr>
      </p:pic>
      <p:sp>
        <p:nvSpPr>
          <p:cNvPr id="2" name="Picture Placeholder 4">
            <a:extLst>
              <a:ext uri="{FF2B5EF4-FFF2-40B4-BE49-F238E27FC236}">
                <a16:creationId xmlns:a16="http://schemas.microsoft.com/office/drawing/2014/main" id="{206B55C3-1914-D3B1-73B3-69F5509A4B69}"/>
              </a:ext>
              <a:ext uri="{C183D7F6-B498-43B3-948B-1728B52AA6E4}">
                <adec:decorative xmlns:adec="http://schemas.microsoft.com/office/drawing/2017/decorative" val="1"/>
              </a:ext>
            </a:extLst>
          </p:cNvPr>
          <p:cNvSpPr>
            <a:spLocks noGrp="1"/>
          </p:cNvSpPr>
          <p:nvPr>
            <p:ph type="pic" sz="quarter" idx="13"/>
          </p:nvPr>
        </p:nvSpPr>
        <p:spPr>
          <a:xfrm>
            <a:off x="7128000" y="0"/>
            <a:ext cx="5064000" cy="6858000"/>
          </a:xfrm>
        </p:spPr>
        <p:txBody>
          <a:bodyPr/>
          <a:lstStyle/>
          <a:p>
            <a:r>
              <a:rPr lang="en-US"/>
              <a:t>Click icon to add picture</a:t>
            </a:r>
            <a:endParaRPr lang="en-AU"/>
          </a:p>
        </p:txBody>
      </p:sp>
    </p:spTree>
    <p:extLst>
      <p:ext uri="{BB962C8B-B14F-4D97-AF65-F5344CB8AC3E}">
        <p14:creationId xmlns:p14="http://schemas.microsoft.com/office/powerpoint/2010/main" val="1578408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11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Divider">
    <p:bg>
      <p:bgPr>
        <a:solidFill>
          <a:schemeClr val="accent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5C261660-AF47-818D-7C30-D254D989CACE}"/>
              </a:ext>
              <a:ext uri="{C183D7F6-B498-43B3-948B-1728B52AA6E4}">
                <adec:decorative xmlns:adec="http://schemas.microsoft.com/office/drawing/2017/decorative" val="1"/>
              </a:ext>
            </a:extLst>
          </p:cNvPr>
          <p:cNvCxnSpPr>
            <a:cxnSpLocks/>
          </p:cNvCxnSpPr>
          <p:nvPr userDrawn="1"/>
        </p:nvCxnSpPr>
        <p:spPr>
          <a:xfrm>
            <a:off x="360000" y="360000"/>
            <a:ext cx="0" cy="6192000"/>
          </a:xfrm>
          <a:prstGeom prst="line">
            <a:avLst/>
          </a:prstGeom>
          <a:ln w="9525">
            <a:solidFill>
              <a:schemeClr val="bg1"/>
            </a:solidFill>
          </a:ln>
        </p:spPr>
        <p:style>
          <a:lnRef idx="1">
            <a:schemeClr val="accent1"/>
          </a:lnRef>
          <a:fillRef idx="0">
            <a:schemeClr val="accent1"/>
          </a:fillRef>
          <a:effectRef idx="0">
            <a:schemeClr val="accent1"/>
          </a:effectRef>
          <a:fontRef idx="minor">
            <a:schemeClr val="tx1"/>
          </a:fontRef>
        </p:style>
      </p:cxnSp>
      <p:sp>
        <p:nvSpPr>
          <p:cNvPr id="3" name="Title 1">
            <a:extLst>
              <a:ext uri="{FF2B5EF4-FFF2-40B4-BE49-F238E27FC236}">
                <a16:creationId xmlns:a16="http://schemas.microsoft.com/office/drawing/2014/main" id="{8AD8A72A-7327-BEF4-2507-0522B8614AE9}"/>
              </a:ext>
            </a:extLst>
          </p:cNvPr>
          <p:cNvSpPr>
            <a:spLocks noGrp="1"/>
          </p:cNvSpPr>
          <p:nvPr>
            <p:ph type="ctrTitle" hasCustomPrompt="1"/>
          </p:nvPr>
        </p:nvSpPr>
        <p:spPr>
          <a:xfrm>
            <a:off x="540000" y="4067881"/>
            <a:ext cx="11291998" cy="800681"/>
          </a:xfrm>
          <a:ln>
            <a:noFill/>
          </a:ln>
        </p:spPr>
        <p:txBody>
          <a:bodyPr anchor="t">
            <a:noAutofit/>
          </a:bodyPr>
          <a:lstStyle>
            <a:lvl1pPr algn="l">
              <a:lnSpc>
                <a:spcPct val="110000"/>
              </a:lnSpc>
              <a:defRPr sz="4800">
                <a:solidFill>
                  <a:schemeClr val="bg1"/>
                </a:solidFill>
                <a:latin typeface="Arial" panose="020B0604020202020204" pitchFamily="34" charset="0"/>
                <a:cs typeface="Arial" panose="020B0604020202020204" pitchFamily="34" charset="0"/>
              </a:defRPr>
            </a:lvl1pPr>
          </a:lstStyle>
          <a:p>
            <a:pPr>
              <a:lnSpc>
                <a:spcPct val="100000"/>
              </a:lnSpc>
            </a:pPr>
            <a:r>
              <a:rPr lang="en-AU"/>
              <a:t>Lesson title</a:t>
            </a:r>
          </a:p>
        </p:txBody>
      </p:sp>
      <p:sp>
        <p:nvSpPr>
          <p:cNvPr id="6" name="Oval 5">
            <a:extLst>
              <a:ext uri="{FF2B5EF4-FFF2-40B4-BE49-F238E27FC236}">
                <a16:creationId xmlns:a16="http://schemas.microsoft.com/office/drawing/2014/main" id="{5EBAE78F-1A35-0A2C-DBF4-48477CA8F3A7}"/>
              </a:ext>
            </a:extLst>
          </p:cNvPr>
          <p:cNvSpPr>
            <a:spLocks noGrp="1" noRot="1" noMove="1" noResize="1" noEditPoints="1" noAdjustHandles="1" noChangeArrowheads="1" noChangeShapeType="1"/>
          </p:cNvSpPr>
          <p:nvPr userDrawn="1"/>
        </p:nvSpPr>
        <p:spPr>
          <a:xfrm>
            <a:off x="11056620" y="289560"/>
            <a:ext cx="906780" cy="800681"/>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2" name="Picture 1">
            <a:extLst>
              <a:ext uri="{FF2B5EF4-FFF2-40B4-BE49-F238E27FC236}">
                <a16:creationId xmlns:a16="http://schemas.microsoft.com/office/drawing/2014/main" id="{1DE675F6-B3E6-7651-8B0E-50E39CE29B9F}"/>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1171348" y="360000"/>
            <a:ext cx="660650" cy="715199"/>
          </a:xfrm>
          <a:prstGeom prst="rect">
            <a:avLst/>
          </a:prstGeom>
        </p:spPr>
      </p:pic>
    </p:spTree>
    <p:extLst>
      <p:ext uri="{BB962C8B-B14F-4D97-AF65-F5344CB8AC3E}">
        <p14:creationId xmlns:p14="http://schemas.microsoft.com/office/powerpoint/2010/main" val="2864672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LISC">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Picture Placeholder 4">
            <a:extLst>
              <a:ext uri="{FF2B5EF4-FFF2-40B4-BE49-F238E27FC236}">
                <a16:creationId xmlns:a16="http://schemas.microsoft.com/office/drawing/2014/main" id="{8AB6FE45-2247-43AE-AFB0-3C1EC574D8FA}"/>
              </a:ext>
              <a:ext uri="{C183D7F6-B498-43B3-948B-1728B52AA6E4}">
                <adec:decorative xmlns:adec="http://schemas.microsoft.com/office/drawing/2017/decorative" val="1"/>
              </a:ext>
            </a:extLst>
          </p:cNvPr>
          <p:cNvSpPr>
            <a:spLocks noGrp="1"/>
          </p:cNvSpPr>
          <p:nvPr>
            <p:ph type="pic" sz="quarter" idx="13"/>
          </p:nvPr>
        </p:nvSpPr>
        <p:spPr>
          <a:xfrm>
            <a:off x="359998" y="1909282"/>
            <a:ext cx="11483999" cy="4210718"/>
          </a:xfrm>
        </p:spPr>
        <p:txBody>
          <a:bodyPr/>
          <a:lstStyle/>
          <a:p>
            <a:r>
              <a:rPr lang="en-US"/>
              <a:t>Click icon to add picture</a:t>
            </a: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p:nvPr>
        </p:nvSpPr>
        <p:spPr>
          <a:xfrm>
            <a:off x="359997" y="360000"/>
            <a:ext cx="11483999" cy="522000"/>
          </a:xfrm>
        </p:spPr>
        <p:txBody>
          <a:bodyPr/>
          <a:lstStyle>
            <a:lvl1pPr>
              <a:defRPr>
                <a:solidFill>
                  <a:schemeClr val="accent1"/>
                </a:solidFill>
              </a:defRPr>
            </a:lvl1pPr>
          </a:lstStyle>
          <a:p>
            <a:r>
              <a:rPr lang="en-US"/>
              <a:t>Click to edit Master title style</a:t>
            </a:r>
            <a:endParaRPr lang="en-AU"/>
          </a:p>
        </p:txBody>
      </p:sp>
      <p:sp>
        <p:nvSpPr>
          <p:cNvPr id="11" name="Text Placeholder 10">
            <a:extLst>
              <a:ext uri="{FF2B5EF4-FFF2-40B4-BE49-F238E27FC236}">
                <a16:creationId xmlns:a16="http://schemas.microsoft.com/office/drawing/2014/main" id="{4A905C52-CF4B-447B-B93D-A86FD209402A}"/>
              </a:ext>
            </a:extLst>
          </p:cNvPr>
          <p:cNvSpPr>
            <a:spLocks noGrp="1"/>
          </p:cNvSpPr>
          <p:nvPr>
            <p:ph type="body" sz="quarter" idx="18" hasCustomPrompt="1"/>
          </p:nvPr>
        </p:nvSpPr>
        <p:spPr>
          <a:xfrm>
            <a:off x="360000" y="1016704"/>
            <a:ext cx="11483996"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22972229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59999" y="360000"/>
            <a:ext cx="11483999"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399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Text Placeholder 3">
            <a:extLst>
              <a:ext uri="{FF2B5EF4-FFF2-40B4-BE49-F238E27FC236}">
                <a16:creationId xmlns:a16="http://schemas.microsoft.com/office/drawing/2014/main" id="{7A679F83-4A45-8E00-A9A4-2E8DE35C1BB0}"/>
              </a:ext>
            </a:extLst>
          </p:cNvPr>
          <p:cNvSpPr>
            <a:spLocks noGrp="1"/>
          </p:cNvSpPr>
          <p:nvPr>
            <p:ph type="body" sz="quarter" idx="17" hasCustomPrompt="1"/>
          </p:nvPr>
        </p:nvSpPr>
        <p:spPr>
          <a:xfrm>
            <a:off x="360000" y="1567086"/>
            <a:ext cx="11484000" cy="4807835"/>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9472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8" name="Picture Placeholder 7">
            <a:extLst>
              <a:ext uri="{FF2B5EF4-FFF2-40B4-BE49-F238E27FC236}">
                <a16:creationId xmlns:a16="http://schemas.microsoft.com/office/drawing/2014/main" id="{F0C3D212-D9E6-5651-0336-B3898E36FBA5}"/>
              </a:ext>
            </a:extLst>
          </p:cNvPr>
          <p:cNvSpPr>
            <a:spLocks noGrp="1"/>
          </p:cNvSpPr>
          <p:nvPr>
            <p:ph type="pic" sz="quarter" idx="20"/>
          </p:nvPr>
        </p:nvSpPr>
        <p:spPr>
          <a:xfrm>
            <a:off x="360000" y="2765028"/>
            <a:ext cx="2240960" cy="2649349"/>
          </a:xfrm>
        </p:spPr>
        <p:txBody>
          <a:bodyPr/>
          <a:lstStyle>
            <a:lvl1pPr>
              <a:defRPr sz="1600"/>
            </a:lvl1pPr>
          </a:lstStyle>
          <a:p>
            <a:r>
              <a:rPr lang="en-US"/>
              <a:t>Click icon to add picture</a:t>
            </a:r>
            <a:endParaRPr lang="en-AU"/>
          </a:p>
        </p:txBody>
      </p:sp>
      <p:sp>
        <p:nvSpPr>
          <p:cNvPr id="13" name="Picture Placeholder 7">
            <a:extLst>
              <a:ext uri="{FF2B5EF4-FFF2-40B4-BE49-F238E27FC236}">
                <a16:creationId xmlns:a16="http://schemas.microsoft.com/office/drawing/2014/main" id="{B4B450DC-5728-768F-26C0-12B026741DA4}"/>
              </a:ext>
            </a:extLst>
          </p:cNvPr>
          <p:cNvSpPr>
            <a:spLocks noGrp="1"/>
          </p:cNvSpPr>
          <p:nvPr>
            <p:ph type="pic" sz="quarter" idx="21"/>
          </p:nvPr>
        </p:nvSpPr>
        <p:spPr>
          <a:xfrm>
            <a:off x="3363973" y="2765028"/>
            <a:ext cx="2240960" cy="2649349"/>
          </a:xfrm>
        </p:spPr>
        <p:txBody>
          <a:bodyPr/>
          <a:lstStyle>
            <a:lvl1pPr>
              <a:defRPr sz="1600"/>
            </a:lvl1pPr>
          </a:lstStyle>
          <a:p>
            <a:r>
              <a:rPr lang="en-US"/>
              <a:t>Click icon to add picture</a:t>
            </a:r>
            <a:endParaRPr lang="en-AU"/>
          </a:p>
        </p:txBody>
      </p:sp>
      <p:sp>
        <p:nvSpPr>
          <p:cNvPr id="15" name="Picture Placeholder 7">
            <a:extLst>
              <a:ext uri="{FF2B5EF4-FFF2-40B4-BE49-F238E27FC236}">
                <a16:creationId xmlns:a16="http://schemas.microsoft.com/office/drawing/2014/main" id="{6C3CDCFB-025E-3885-F074-73ADECE44C9E}"/>
              </a:ext>
            </a:extLst>
          </p:cNvPr>
          <p:cNvSpPr>
            <a:spLocks noGrp="1"/>
          </p:cNvSpPr>
          <p:nvPr>
            <p:ph type="pic" sz="quarter" idx="22"/>
          </p:nvPr>
        </p:nvSpPr>
        <p:spPr>
          <a:xfrm>
            <a:off x="9371920" y="2765028"/>
            <a:ext cx="2240960" cy="2649349"/>
          </a:xfrm>
        </p:spPr>
        <p:txBody>
          <a:bodyPr/>
          <a:lstStyle>
            <a:lvl1pPr>
              <a:defRPr sz="1600"/>
            </a:lvl1pPr>
          </a:lstStyle>
          <a:p>
            <a:r>
              <a:rPr lang="en-US"/>
              <a:t>Click icon to add picture</a:t>
            </a:r>
            <a:endParaRPr lang="en-AU"/>
          </a:p>
        </p:txBody>
      </p:sp>
      <p:sp>
        <p:nvSpPr>
          <p:cNvPr id="17" name="Picture Placeholder 7">
            <a:extLst>
              <a:ext uri="{FF2B5EF4-FFF2-40B4-BE49-F238E27FC236}">
                <a16:creationId xmlns:a16="http://schemas.microsoft.com/office/drawing/2014/main" id="{CCABCD24-7B7B-0554-1934-9DC04D3EBBF4}"/>
              </a:ext>
            </a:extLst>
          </p:cNvPr>
          <p:cNvSpPr>
            <a:spLocks noGrp="1"/>
          </p:cNvSpPr>
          <p:nvPr>
            <p:ph type="pic" sz="quarter" idx="23"/>
          </p:nvPr>
        </p:nvSpPr>
        <p:spPr>
          <a:xfrm>
            <a:off x="6367946" y="2765028"/>
            <a:ext cx="2240960" cy="2649349"/>
          </a:xfrm>
        </p:spPr>
        <p:txBody>
          <a:bodyPr/>
          <a:lstStyle>
            <a:lvl1pPr>
              <a:defRPr sz="1600"/>
            </a:lvl1pPr>
          </a:lstStyle>
          <a:p>
            <a:r>
              <a:rPr lang="en-US"/>
              <a:t>Click icon to add picture</a:t>
            </a:r>
            <a:endParaRPr lang="en-AU"/>
          </a:p>
        </p:txBody>
      </p:sp>
      <p:sp>
        <p:nvSpPr>
          <p:cNvPr id="2" name="Text Placeholder 5">
            <a:extLst>
              <a:ext uri="{FF2B5EF4-FFF2-40B4-BE49-F238E27FC236}">
                <a16:creationId xmlns:a16="http://schemas.microsoft.com/office/drawing/2014/main" id="{1DFCC6A7-827F-6E36-F159-837EA4EBC3D3}"/>
              </a:ext>
            </a:extLst>
          </p:cNvPr>
          <p:cNvSpPr>
            <a:spLocks noGrp="1"/>
          </p:cNvSpPr>
          <p:nvPr>
            <p:ph type="body" sz="quarter" idx="24" hasCustomPrompt="1"/>
          </p:nvPr>
        </p:nvSpPr>
        <p:spPr>
          <a:xfrm>
            <a:off x="360000" y="1625946"/>
            <a:ext cx="11243037" cy="893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5008929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Multiple choic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11" name="Text Placeholder 2">
            <a:extLst>
              <a:ext uri="{FF2B5EF4-FFF2-40B4-BE49-F238E27FC236}">
                <a16:creationId xmlns:a16="http://schemas.microsoft.com/office/drawing/2014/main" id="{09AE21FE-7E6F-A034-F036-612FA37CA8BC}"/>
              </a:ext>
            </a:extLst>
          </p:cNvPr>
          <p:cNvSpPr>
            <a:spLocks noGrp="1"/>
          </p:cNvSpPr>
          <p:nvPr>
            <p:ph type="body" sz="quarter" idx="27" hasCustomPrompt="1"/>
          </p:nvPr>
        </p:nvSpPr>
        <p:spPr>
          <a:xfrm>
            <a:off x="1345520" y="547435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2" name="Text Placeholder 5">
            <a:extLst>
              <a:ext uri="{FF2B5EF4-FFF2-40B4-BE49-F238E27FC236}">
                <a16:creationId xmlns:a16="http://schemas.microsoft.com/office/drawing/2014/main" id="{0C45F7D3-A319-C117-165D-6FAF332E7124}"/>
              </a:ext>
            </a:extLst>
          </p:cNvPr>
          <p:cNvSpPr>
            <a:spLocks noGrp="1"/>
          </p:cNvSpPr>
          <p:nvPr>
            <p:ph type="body" sz="quarter" idx="28" hasCustomPrompt="1"/>
          </p:nvPr>
        </p:nvSpPr>
        <p:spPr>
          <a:xfrm>
            <a:off x="360000" y="1625946"/>
            <a:ext cx="11243037" cy="527974"/>
          </a:xfrm>
        </p:spPr>
        <p:txBody>
          <a:bodyPr/>
          <a:lstStyle>
            <a:lvl1pPr>
              <a:spcAft>
                <a:spcPts val="600"/>
              </a:spcAft>
              <a:defRPr sz="1800"/>
            </a:lvl1pPr>
          </a:lstStyle>
          <a:p>
            <a:pPr lvl="0"/>
            <a:r>
              <a:rPr lang="en-GB"/>
              <a:t>Insert text</a:t>
            </a:r>
          </a:p>
        </p:txBody>
      </p:sp>
      <p:sp>
        <p:nvSpPr>
          <p:cNvPr id="13" name="Text Placeholder 2">
            <a:extLst>
              <a:ext uri="{FF2B5EF4-FFF2-40B4-BE49-F238E27FC236}">
                <a16:creationId xmlns:a16="http://schemas.microsoft.com/office/drawing/2014/main" id="{5F81E50E-5FDF-87FB-F284-468C0D7FADB8}"/>
              </a:ext>
            </a:extLst>
          </p:cNvPr>
          <p:cNvSpPr>
            <a:spLocks noGrp="1"/>
          </p:cNvSpPr>
          <p:nvPr>
            <p:ph type="body" sz="quarter" idx="29" hasCustomPrompt="1"/>
          </p:nvPr>
        </p:nvSpPr>
        <p:spPr>
          <a:xfrm>
            <a:off x="1345520" y="4624304"/>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4" name="Text Placeholder 2">
            <a:extLst>
              <a:ext uri="{FF2B5EF4-FFF2-40B4-BE49-F238E27FC236}">
                <a16:creationId xmlns:a16="http://schemas.microsoft.com/office/drawing/2014/main" id="{9A44A122-DD69-F174-2E08-3A0257CA52FB}"/>
              </a:ext>
            </a:extLst>
          </p:cNvPr>
          <p:cNvSpPr>
            <a:spLocks noGrp="1"/>
          </p:cNvSpPr>
          <p:nvPr>
            <p:ph type="body" sz="quarter" idx="30" hasCustomPrompt="1"/>
          </p:nvPr>
        </p:nvSpPr>
        <p:spPr>
          <a:xfrm>
            <a:off x="1345520" y="3774251"/>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
        <p:nvSpPr>
          <p:cNvPr id="15" name="Text Placeholder 2">
            <a:extLst>
              <a:ext uri="{FF2B5EF4-FFF2-40B4-BE49-F238E27FC236}">
                <a16:creationId xmlns:a16="http://schemas.microsoft.com/office/drawing/2014/main" id="{FC304F2C-9B61-A905-CA27-E6F31881426D}"/>
              </a:ext>
            </a:extLst>
          </p:cNvPr>
          <p:cNvSpPr>
            <a:spLocks noGrp="1"/>
          </p:cNvSpPr>
          <p:nvPr>
            <p:ph type="body" sz="quarter" idx="31" hasCustomPrompt="1"/>
          </p:nvPr>
        </p:nvSpPr>
        <p:spPr>
          <a:xfrm>
            <a:off x="1345520" y="2924198"/>
            <a:ext cx="10175920" cy="641396"/>
          </a:xfrm>
        </p:spPr>
        <p:txBody>
          <a:bodyPr/>
          <a:lstStyle>
            <a:lvl1pPr>
              <a:defRPr sz="1800">
                <a:latin typeface="+mn-lt"/>
              </a:defRPr>
            </a:lvl1pPr>
            <a:lvl2pPr>
              <a:defRPr sz="1800">
                <a:latin typeface="+mn-lt"/>
              </a:defRPr>
            </a:lvl2pPr>
            <a:lvl3pPr>
              <a:defRPr sz="1800">
                <a:latin typeface="+mn-lt"/>
              </a:defRPr>
            </a:lvl3pPr>
            <a:lvl4pPr>
              <a:defRPr sz="1800">
                <a:latin typeface="+mn-lt"/>
              </a:defRPr>
            </a:lvl4pPr>
            <a:lvl5pPr>
              <a:defRPr sz="1800">
                <a:latin typeface="+mn-lt"/>
              </a:defRPr>
            </a:lvl5pPr>
          </a:lstStyle>
          <a:p>
            <a:pPr lvl="0"/>
            <a:r>
              <a:rPr lang="en-GB"/>
              <a:t>Insert text</a:t>
            </a:r>
          </a:p>
        </p:txBody>
      </p:sp>
    </p:spTree>
    <p:extLst>
      <p:ext uri="{BB962C8B-B14F-4D97-AF65-F5344CB8AC3E}">
        <p14:creationId xmlns:p14="http://schemas.microsoft.com/office/powerpoint/2010/main" val="2560421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icture and content">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59999" y="1677281"/>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1381125" y="5049838"/>
            <a:ext cx="8901113" cy="1341437"/>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22995502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rue or Fals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243038"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243038"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
        <p:nvSpPr>
          <p:cNvPr id="2" name="Picture Placeholder 5">
            <a:extLst>
              <a:ext uri="{FF2B5EF4-FFF2-40B4-BE49-F238E27FC236}">
                <a16:creationId xmlns:a16="http://schemas.microsoft.com/office/drawing/2014/main" id="{AB74AD91-1458-4106-CAEE-62E884E33298}"/>
              </a:ext>
            </a:extLst>
          </p:cNvPr>
          <p:cNvSpPr>
            <a:spLocks noGrp="1"/>
          </p:cNvSpPr>
          <p:nvPr>
            <p:ph type="pic" sz="quarter" idx="21" hasCustomPrompt="1"/>
          </p:nvPr>
        </p:nvSpPr>
        <p:spPr>
          <a:xfrm>
            <a:off x="349840" y="2726105"/>
            <a:ext cx="11243037" cy="3056398"/>
          </a:xfrm>
        </p:spPr>
        <p:txBody>
          <a:bodyPr/>
          <a:lstStyle>
            <a:lvl1pPr>
              <a:defRPr sz="1800"/>
            </a:lvl1pPr>
          </a:lstStyle>
          <a:p>
            <a:r>
              <a:rPr lang="en-US"/>
              <a:t>Insert picture</a:t>
            </a:r>
          </a:p>
        </p:txBody>
      </p:sp>
      <p:sp>
        <p:nvSpPr>
          <p:cNvPr id="6" name="Text Placeholder 5">
            <a:extLst>
              <a:ext uri="{FF2B5EF4-FFF2-40B4-BE49-F238E27FC236}">
                <a16:creationId xmlns:a16="http://schemas.microsoft.com/office/drawing/2014/main" id="{3A20CE62-5C28-8298-BB9C-49E4007BACAB}"/>
              </a:ext>
            </a:extLst>
          </p:cNvPr>
          <p:cNvSpPr>
            <a:spLocks noGrp="1"/>
          </p:cNvSpPr>
          <p:nvPr>
            <p:ph type="body" sz="quarter" idx="22" hasCustomPrompt="1"/>
          </p:nvPr>
        </p:nvSpPr>
        <p:spPr>
          <a:xfrm>
            <a:off x="360000" y="1625946"/>
            <a:ext cx="11243037" cy="893226"/>
          </a:xfrm>
        </p:spPr>
        <p:txBody>
          <a:bodyPr/>
          <a:lstStyle>
            <a:lvl1pPr>
              <a:spcAft>
                <a:spcPts val="600"/>
              </a:spcAft>
              <a:defRPr sz="1800"/>
            </a:lvl1pPr>
          </a:lstStyle>
          <a:p>
            <a:pPr lvl="0"/>
            <a:r>
              <a:rPr lang="en-GB"/>
              <a:t>Insert text</a:t>
            </a:r>
          </a:p>
        </p:txBody>
      </p:sp>
      <p:sp>
        <p:nvSpPr>
          <p:cNvPr id="3" name="Text Placeholder 5">
            <a:extLst>
              <a:ext uri="{FF2B5EF4-FFF2-40B4-BE49-F238E27FC236}">
                <a16:creationId xmlns:a16="http://schemas.microsoft.com/office/drawing/2014/main" id="{4AD4AB7C-8A21-E4EB-AA93-807A148152FD}"/>
              </a:ext>
            </a:extLst>
          </p:cNvPr>
          <p:cNvSpPr>
            <a:spLocks noGrp="1"/>
          </p:cNvSpPr>
          <p:nvPr>
            <p:ph type="body" sz="quarter" idx="23" hasCustomPrompt="1"/>
          </p:nvPr>
        </p:nvSpPr>
        <p:spPr>
          <a:xfrm>
            <a:off x="1973601" y="5964774"/>
            <a:ext cx="2567920" cy="731226"/>
          </a:xfrm>
        </p:spPr>
        <p:txBody>
          <a:bodyPr/>
          <a:lstStyle>
            <a:lvl1pPr>
              <a:spcAft>
                <a:spcPts val="600"/>
              </a:spcAft>
              <a:defRPr sz="1800"/>
            </a:lvl1pPr>
          </a:lstStyle>
          <a:p>
            <a:pPr lvl="0"/>
            <a:r>
              <a:rPr lang="en-GB"/>
              <a:t>Insert text</a:t>
            </a:r>
          </a:p>
        </p:txBody>
      </p:sp>
      <p:sp>
        <p:nvSpPr>
          <p:cNvPr id="8" name="Text Placeholder 5">
            <a:extLst>
              <a:ext uri="{FF2B5EF4-FFF2-40B4-BE49-F238E27FC236}">
                <a16:creationId xmlns:a16="http://schemas.microsoft.com/office/drawing/2014/main" id="{6FF1592D-1B12-201B-A9BD-5B5B908ECC65}"/>
              </a:ext>
            </a:extLst>
          </p:cNvPr>
          <p:cNvSpPr>
            <a:spLocks noGrp="1"/>
          </p:cNvSpPr>
          <p:nvPr>
            <p:ph type="body" sz="quarter" idx="24" hasCustomPrompt="1"/>
          </p:nvPr>
        </p:nvSpPr>
        <p:spPr>
          <a:xfrm>
            <a:off x="8161041" y="5964774"/>
            <a:ext cx="2567920" cy="731226"/>
          </a:xfrm>
        </p:spPr>
        <p:txBody>
          <a:bodyPr/>
          <a:lstStyle>
            <a:lvl1pPr>
              <a:spcAft>
                <a:spcPts val="600"/>
              </a:spcAft>
              <a:defRPr sz="1800"/>
            </a:lvl1pPr>
          </a:lstStyle>
          <a:p>
            <a:pPr lvl="0"/>
            <a:r>
              <a:rPr lang="en-GB"/>
              <a:t>Insert text</a:t>
            </a:r>
          </a:p>
        </p:txBody>
      </p:sp>
    </p:spTree>
    <p:extLst>
      <p:ext uri="{BB962C8B-B14F-4D97-AF65-F5344CB8AC3E}">
        <p14:creationId xmlns:p14="http://schemas.microsoft.com/office/powerpoint/2010/main" val="3798147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Feature image">
    <p:spTree>
      <p:nvGrpSpPr>
        <p:cNvPr id="1" name=""/>
        <p:cNvGrpSpPr/>
        <p:nvPr/>
      </p:nvGrpSpPr>
      <p:grpSpPr>
        <a:xfrm>
          <a:off x="0" y="0"/>
          <a:ext cx="0" cy="0"/>
          <a:chOff x="0" y="0"/>
          <a:chExt cx="0" cy="0"/>
        </a:xfrm>
      </p:grpSpPr>
      <p:sp>
        <p:nvSpPr>
          <p:cNvPr id="2" name="Picture Placeholder 8">
            <a:extLst>
              <a:ext uri="{FF2B5EF4-FFF2-40B4-BE49-F238E27FC236}">
                <a16:creationId xmlns:a16="http://schemas.microsoft.com/office/drawing/2014/main" id="{91FCC384-7450-516C-24D0-7D029ED3855A}"/>
              </a:ext>
              <a:ext uri="{C183D7F6-B498-43B3-948B-1728B52AA6E4}">
                <adec:decorative xmlns:adec="http://schemas.microsoft.com/office/drawing/2017/decorative" val="1"/>
              </a:ext>
            </a:extLst>
          </p:cNvPr>
          <p:cNvSpPr>
            <a:spLocks noGrp="1"/>
          </p:cNvSpPr>
          <p:nvPr>
            <p:ph type="pic" sz="quarter" idx="13"/>
          </p:nvPr>
        </p:nvSpPr>
        <p:spPr>
          <a:xfrm>
            <a:off x="0" y="0"/>
            <a:ext cx="5040000" cy="6858000"/>
          </a:xfrm>
        </p:spPr>
        <p:txBody>
          <a:bodyPr/>
          <a:lstStyle/>
          <a:p>
            <a:r>
              <a:rPr lang="en-US"/>
              <a:t>Click icon to add picture</a:t>
            </a:r>
            <a:endParaRPr lang="en-AU"/>
          </a:p>
        </p:txBody>
      </p:sp>
      <p:sp>
        <p:nvSpPr>
          <p:cNvPr id="4" name="Title 1">
            <a:extLst>
              <a:ext uri="{FF2B5EF4-FFF2-40B4-BE49-F238E27FC236}">
                <a16:creationId xmlns:a16="http://schemas.microsoft.com/office/drawing/2014/main" id="{46E61F09-1856-72E7-5C79-31B4A856E7AD}"/>
              </a:ext>
            </a:extLst>
          </p:cNvPr>
          <p:cNvSpPr>
            <a:spLocks noGrp="1"/>
          </p:cNvSpPr>
          <p:nvPr>
            <p:ph type="title" hasCustomPrompt="1"/>
          </p:nvPr>
        </p:nvSpPr>
        <p:spPr>
          <a:xfrm>
            <a:off x="5400000" y="360000"/>
            <a:ext cx="6407148" cy="554400"/>
          </a:xfrm>
        </p:spPr>
        <p:txBody>
          <a:bodyPr/>
          <a:lstStyle>
            <a:lvl1pPr>
              <a:defRPr>
                <a:solidFill>
                  <a:schemeClr val="accent1"/>
                </a:solidFill>
              </a:defRPr>
            </a:lvl1pPr>
          </a:lstStyle>
          <a:p>
            <a:r>
              <a:rPr lang="en-US"/>
              <a:t>Title</a:t>
            </a:r>
          </a:p>
        </p:txBody>
      </p:sp>
      <p:cxnSp>
        <p:nvCxnSpPr>
          <p:cNvPr id="6" name="Straight Connector 5">
            <a:extLst>
              <a:ext uri="{FF2B5EF4-FFF2-40B4-BE49-F238E27FC236}">
                <a16:creationId xmlns:a16="http://schemas.microsoft.com/office/drawing/2014/main" id="{52576981-5B08-29E1-CBD0-60B20605F583}"/>
              </a:ext>
              <a:ext uri="{C183D7F6-B498-43B3-948B-1728B52AA6E4}">
                <adec:decorative xmlns:adec="http://schemas.microsoft.com/office/drawing/2017/decorative" val="1"/>
              </a:ext>
            </a:extLst>
          </p:cNvPr>
          <p:cNvCxnSpPr>
            <a:cxnSpLocks/>
          </p:cNvCxnSpPr>
          <p:nvPr userDrawn="1"/>
        </p:nvCxnSpPr>
        <p:spPr>
          <a:xfrm>
            <a:off x="5220000" y="1800000"/>
            <a:ext cx="0" cy="4536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 name="Slide Number Placeholder 1">
            <a:extLst>
              <a:ext uri="{FF2B5EF4-FFF2-40B4-BE49-F238E27FC236}">
                <a16:creationId xmlns:a16="http://schemas.microsoft.com/office/drawing/2014/main" id="{AC754ADD-23A8-B626-EF2D-A89E9897C22E}"/>
              </a:ext>
            </a:extLst>
          </p:cNvPr>
          <p:cNvSpPr>
            <a:spLocks noGrp="1"/>
          </p:cNvSpPr>
          <p:nvPr>
            <p:ph type="sldNum" sz="quarter" idx="16"/>
          </p:nvPr>
        </p:nvSpPr>
        <p:spPr>
          <a:xfrm>
            <a:off x="11124000" y="6516000"/>
            <a:ext cx="720000" cy="180000"/>
          </a:xfrm>
        </p:spPr>
        <p:txBody>
          <a:bodyPr/>
          <a:lstStyle/>
          <a:p>
            <a:fld id="{10A01DC5-1685-4615-8240-15192985C6A2}" type="slidenum">
              <a:rPr lang="en-AU" smtClean="0"/>
              <a:pPr/>
              <a:t>‹#›</a:t>
            </a:fld>
            <a:endParaRPr lang="en-AU"/>
          </a:p>
        </p:txBody>
      </p:sp>
      <p:sp>
        <p:nvSpPr>
          <p:cNvPr id="10" name="Text Placeholder 3">
            <a:extLst>
              <a:ext uri="{FF2B5EF4-FFF2-40B4-BE49-F238E27FC236}">
                <a16:creationId xmlns:a16="http://schemas.microsoft.com/office/drawing/2014/main" id="{DE31FF8A-F945-2755-C01F-A984129CCFE4}"/>
              </a:ext>
            </a:extLst>
          </p:cNvPr>
          <p:cNvSpPr>
            <a:spLocks noGrp="1"/>
          </p:cNvSpPr>
          <p:nvPr>
            <p:ph type="body" sz="quarter" idx="17" hasCustomPrompt="1"/>
          </p:nvPr>
        </p:nvSpPr>
        <p:spPr>
          <a:xfrm>
            <a:off x="5400675" y="1800000"/>
            <a:ext cx="6407150" cy="4536000"/>
          </a:xfrm>
        </p:spPr>
        <p:txBody>
          <a:bodyPr/>
          <a:lstStyle>
            <a:lvl1pPr>
              <a:defRPr/>
            </a:lvl1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
        <p:nvSpPr>
          <p:cNvPr id="13" name="Text Placeholder 10">
            <a:extLst>
              <a:ext uri="{FF2B5EF4-FFF2-40B4-BE49-F238E27FC236}">
                <a16:creationId xmlns:a16="http://schemas.microsoft.com/office/drawing/2014/main" id="{5222D209-0CF8-F581-20B2-402482319282}"/>
              </a:ext>
            </a:extLst>
          </p:cNvPr>
          <p:cNvSpPr>
            <a:spLocks noGrp="1"/>
          </p:cNvSpPr>
          <p:nvPr>
            <p:ph type="body" sz="quarter" idx="18" hasCustomPrompt="1"/>
          </p:nvPr>
        </p:nvSpPr>
        <p:spPr>
          <a:xfrm>
            <a:off x="5399998" y="982520"/>
            <a:ext cx="6407150" cy="294189"/>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17219981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tudent devised examp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8F6E96-99E3-4F1D-3A20-E08B77215476}"/>
              </a:ext>
            </a:extLst>
          </p:cNvPr>
          <p:cNvSpPr/>
          <p:nvPr userDrawn="1"/>
        </p:nvSpPr>
        <p:spPr>
          <a:xfrm>
            <a:off x="0" y="0"/>
            <a:ext cx="12192000" cy="1616364"/>
          </a:xfrm>
          <a:prstGeom prst="rect">
            <a:avLst/>
          </a:prstGeom>
          <a:solidFill>
            <a:schemeClr val="accent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535382"/>
            <a:ext cx="9920073"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1743837"/>
            <a:ext cx="9920073" cy="471554"/>
          </a:xfrm>
        </p:spPr>
        <p:txBody>
          <a:bodyPr anchor="b">
            <a:noAutofit/>
          </a:bodyPr>
          <a:lstStyle>
            <a:lvl1pPr>
              <a:defRPr sz="28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pic>
        <p:nvPicPr>
          <p:cNvPr id="3" name="Picture 2" descr="A blue circle with a piece of a puzzle&#10;&#10;Description automatically generated">
            <a:extLst>
              <a:ext uri="{FF2B5EF4-FFF2-40B4-BE49-F238E27FC236}">
                <a16:creationId xmlns:a16="http://schemas.microsoft.com/office/drawing/2014/main" id="{F96725C5-9C99-B330-D0AA-938DE6B59F4D}"/>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682417" y="134354"/>
            <a:ext cx="1347657" cy="1347657"/>
          </a:xfrm>
          <a:prstGeom prst="rect">
            <a:avLst/>
          </a:prstGeom>
          <a:noFill/>
          <a:extLst>
            <a:ext uri="{909E8E84-426E-40DD-AFC4-6F175D3DCCD1}">
              <a14:hiddenFill xmlns:a14="http://schemas.microsoft.com/office/drawing/2010/main">
                <a:solidFill>
                  <a:srgbClr val="FFFFFF"/>
                </a:solidFill>
              </a14:hiddenFill>
            </a:ext>
          </a:extLst>
        </p:spPr>
      </p:pic>
      <p:sp>
        <p:nvSpPr>
          <p:cNvPr id="8" name="Picture Placeholder 7">
            <a:extLst>
              <a:ext uri="{FF2B5EF4-FFF2-40B4-BE49-F238E27FC236}">
                <a16:creationId xmlns:a16="http://schemas.microsoft.com/office/drawing/2014/main" id="{0A1CAFC3-176E-0DAD-ACB1-AD56FA16962A}"/>
              </a:ext>
            </a:extLst>
          </p:cNvPr>
          <p:cNvSpPr>
            <a:spLocks noGrp="1"/>
          </p:cNvSpPr>
          <p:nvPr>
            <p:ph type="pic" sz="quarter" idx="19"/>
          </p:nvPr>
        </p:nvSpPr>
        <p:spPr>
          <a:xfrm>
            <a:off x="360363" y="2317750"/>
            <a:ext cx="11483637" cy="2060575"/>
          </a:xfrm>
        </p:spPr>
        <p:txBody>
          <a:bodyPr/>
          <a:lstStyle/>
          <a:p>
            <a:r>
              <a:rPr lang="en-US"/>
              <a:t>Click icon to add picture</a:t>
            </a:r>
            <a:endParaRPr lang="en-AU"/>
          </a:p>
        </p:txBody>
      </p:sp>
      <p:sp>
        <p:nvSpPr>
          <p:cNvPr id="10" name="Text Placeholder 9">
            <a:extLst>
              <a:ext uri="{FF2B5EF4-FFF2-40B4-BE49-F238E27FC236}">
                <a16:creationId xmlns:a16="http://schemas.microsoft.com/office/drawing/2014/main" id="{3C17158F-8305-9FAD-5D27-F260E3A45E51}"/>
              </a:ext>
            </a:extLst>
          </p:cNvPr>
          <p:cNvSpPr>
            <a:spLocks noGrp="1"/>
          </p:cNvSpPr>
          <p:nvPr>
            <p:ph type="body" sz="quarter" idx="20"/>
          </p:nvPr>
        </p:nvSpPr>
        <p:spPr>
          <a:xfrm>
            <a:off x="360363" y="4579938"/>
            <a:ext cx="11483975" cy="1743075"/>
          </a:xfrm>
        </p:spPr>
        <p:txBody>
          <a:bodyPr/>
          <a:lstStyle>
            <a:lvl1pPr>
              <a:spcAft>
                <a:spcPts val="1200"/>
              </a:spcAft>
              <a:defRPr sz="1800"/>
            </a:lvl1pPr>
            <a:lvl2pPr>
              <a:spcAft>
                <a:spcPts val="1200"/>
              </a:spcAft>
              <a:defRPr sz="1800"/>
            </a:lvl2pPr>
            <a:lvl3pPr>
              <a:spcAft>
                <a:spcPts val="1200"/>
              </a:spcAft>
              <a:defRPr sz="1800"/>
            </a:lvl3pPr>
            <a:lvl4pPr>
              <a:spcAft>
                <a:spcPts val="1200"/>
              </a:spcAft>
              <a:defRPr sz="1800"/>
            </a:lvl4pPr>
            <a:lvl5pPr>
              <a:spcAft>
                <a:spcPts val="1200"/>
              </a:spcAft>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3295526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10A01DC5-1685-4615-8240-15192985C6A2}" type="slidenum">
              <a:rPr lang="en-AU" smtClean="0"/>
              <a:t>‹#›</a:t>
            </a:fld>
            <a:endParaRPr lang="en-AU"/>
          </a:p>
        </p:txBody>
      </p:sp>
      <p:sp>
        <p:nvSpPr>
          <p:cNvPr id="4" name="Title 3">
            <a:extLst>
              <a:ext uri="{FF2B5EF4-FFF2-40B4-BE49-F238E27FC236}">
                <a16:creationId xmlns:a16="http://schemas.microsoft.com/office/drawing/2014/main" id="{7CF8C2E4-E0FA-4F11-9270-098EDFE8B41D}"/>
              </a:ext>
            </a:extLst>
          </p:cNvPr>
          <p:cNvSpPr>
            <a:spLocks noGrp="1"/>
          </p:cNvSpPr>
          <p:nvPr>
            <p:ph type="title" hasCustomPrompt="1"/>
          </p:nvPr>
        </p:nvSpPr>
        <p:spPr>
          <a:xfrm>
            <a:off x="360000" y="360000"/>
            <a:ext cx="11484000" cy="545601"/>
          </a:xfrm>
        </p:spPr>
        <p:txBody>
          <a:bodyPr/>
          <a:lstStyle>
            <a:lvl1pPr>
              <a:defRPr>
                <a:solidFill>
                  <a:schemeClr val="accent1"/>
                </a:solidFill>
              </a:defRPr>
            </a:lvl1pPr>
          </a:lstStyle>
          <a:p>
            <a:r>
              <a:rPr lang="en-US"/>
              <a:t>Title</a:t>
            </a:r>
            <a:endParaRPr lang="en-AU"/>
          </a:p>
        </p:txBody>
      </p:sp>
      <p:sp>
        <p:nvSpPr>
          <p:cNvPr id="7" name="Text Placeholder 10">
            <a:extLst>
              <a:ext uri="{FF2B5EF4-FFF2-40B4-BE49-F238E27FC236}">
                <a16:creationId xmlns:a16="http://schemas.microsoft.com/office/drawing/2014/main" id="{C65DF8EF-3190-4490-9931-2111E9229317}"/>
              </a:ext>
            </a:extLst>
          </p:cNvPr>
          <p:cNvSpPr>
            <a:spLocks noGrp="1"/>
          </p:cNvSpPr>
          <p:nvPr>
            <p:ph type="body" sz="quarter" idx="18" hasCustomPrompt="1"/>
          </p:nvPr>
        </p:nvSpPr>
        <p:spPr>
          <a:xfrm>
            <a:off x="360000" y="982520"/>
            <a:ext cx="11484000" cy="310015"/>
          </a:xfrm>
        </p:spPr>
        <p:txBody>
          <a:bodyPr anchor="b">
            <a:noAutofit/>
          </a:bodyPr>
          <a:lstStyle>
            <a:lvl1pPr>
              <a:defRPr sz="2000">
                <a:solidFill>
                  <a:schemeClr val="accent2"/>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7814771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10A01DC5-1685-4615-8240-15192985C6A2}" type="slidenum">
              <a:rPr lang="en-AU" smtClean="0"/>
              <a:t>‹#›</a:t>
            </a:fld>
            <a:endParaRPr lang="en-AU"/>
          </a:p>
        </p:txBody>
      </p:sp>
    </p:spTree>
    <p:extLst>
      <p:ext uri="{BB962C8B-B14F-4D97-AF65-F5344CB8AC3E}">
        <p14:creationId xmlns:p14="http://schemas.microsoft.com/office/powerpoint/2010/main" val="2586807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References">
    <p:bg>
      <p:bgPr>
        <a:solidFill>
          <a:schemeClr val="accent4"/>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3C69E21-27A4-4448-A8A5-3DF6A41F3B28}"/>
              </a:ext>
            </a:extLst>
          </p:cNvPr>
          <p:cNvSpPr/>
          <p:nvPr userDrawn="1"/>
        </p:nvSpPr>
        <p:spPr>
          <a:xfrm>
            <a:off x="0" y="1265616"/>
            <a:ext cx="12192000" cy="190116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7" name="Straight Connector 6">
            <a:extLst>
              <a:ext uri="{FF2B5EF4-FFF2-40B4-BE49-F238E27FC236}">
                <a16:creationId xmlns:a16="http://schemas.microsoft.com/office/drawing/2014/main" id="{FDEA8E5D-F9A7-48AC-AF91-6754515E9D1B}"/>
              </a:ext>
              <a:ext uri="{C183D7F6-B498-43B3-948B-1728B52AA6E4}">
                <adec:decorative xmlns:adec="http://schemas.microsoft.com/office/drawing/2017/decorative" val="1"/>
              </a:ext>
            </a:extLst>
          </p:cNvPr>
          <p:cNvCxnSpPr>
            <a:cxnSpLocks/>
          </p:cNvCxnSpPr>
          <p:nvPr userDrawn="1"/>
        </p:nvCxnSpPr>
        <p:spPr>
          <a:xfrm>
            <a:off x="0" y="1265616"/>
            <a:ext cx="12192000"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5" name="Slide Number Placeholder 4">
            <a:extLst>
              <a:ext uri="{FF2B5EF4-FFF2-40B4-BE49-F238E27FC236}">
                <a16:creationId xmlns:a16="http://schemas.microsoft.com/office/drawing/2014/main" id="{81B646BC-5BB3-E31B-1A9E-AD82558D7FE8}"/>
              </a:ext>
            </a:extLst>
          </p:cNvPr>
          <p:cNvSpPr>
            <a:spLocks noGrp="1"/>
          </p:cNvSpPr>
          <p:nvPr>
            <p:ph type="sldNum" sz="quarter" idx="10"/>
          </p:nvPr>
        </p:nvSpPr>
        <p:spPr/>
        <p:txBody>
          <a:bodyPr/>
          <a:lstStyle/>
          <a:p>
            <a:fld id="{10A01DC5-1685-4615-8240-15192985C6A2}" type="slidenum">
              <a:rPr lang="en-AU" smtClean="0"/>
              <a:pPr/>
              <a:t>‹#›</a:t>
            </a:fld>
            <a:endParaRPr lang="en-AU"/>
          </a:p>
        </p:txBody>
      </p:sp>
      <p:sp>
        <p:nvSpPr>
          <p:cNvPr id="8" name="Title 3">
            <a:extLst>
              <a:ext uri="{FF2B5EF4-FFF2-40B4-BE49-F238E27FC236}">
                <a16:creationId xmlns:a16="http://schemas.microsoft.com/office/drawing/2014/main" id="{2245FC77-E959-4B3D-936D-71858DF4D065}"/>
              </a:ext>
            </a:extLst>
          </p:cNvPr>
          <p:cNvSpPr>
            <a:spLocks noGrp="1"/>
          </p:cNvSpPr>
          <p:nvPr>
            <p:ph type="title" hasCustomPrompt="1"/>
          </p:nvPr>
        </p:nvSpPr>
        <p:spPr>
          <a:xfrm>
            <a:off x="360000" y="360001"/>
            <a:ext cx="10080000" cy="521412"/>
          </a:xfrm>
        </p:spPr>
        <p:txBody>
          <a:bodyPr/>
          <a:lstStyle>
            <a:lvl1pPr>
              <a:defRPr>
                <a:solidFill>
                  <a:schemeClr val="accent1"/>
                </a:solidFill>
              </a:defRPr>
            </a:lvl1pPr>
          </a:lstStyle>
          <a:p>
            <a:r>
              <a:rPr lang="en-US"/>
              <a:t>References</a:t>
            </a:r>
            <a:endParaRPr lang="en-AU"/>
          </a:p>
        </p:txBody>
      </p:sp>
      <p:sp>
        <p:nvSpPr>
          <p:cNvPr id="2" name="Content Placeholder 2">
            <a:extLst>
              <a:ext uri="{FF2B5EF4-FFF2-40B4-BE49-F238E27FC236}">
                <a16:creationId xmlns:a16="http://schemas.microsoft.com/office/drawing/2014/main" id="{27905181-B8A1-3C65-36D9-EB3FF362FF6C}"/>
              </a:ext>
            </a:extLst>
          </p:cNvPr>
          <p:cNvSpPr>
            <a:spLocks noGrp="1"/>
          </p:cNvSpPr>
          <p:nvPr>
            <p:ph idx="1" hasCustomPrompt="1"/>
          </p:nvPr>
        </p:nvSpPr>
        <p:spPr>
          <a:xfrm>
            <a:off x="360000" y="3428999"/>
            <a:ext cx="11484000" cy="2927351"/>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05930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4224">
          <p15:clr>
            <a:srgbClr val="FBAE40"/>
          </p15:clr>
        </p15:guide>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References co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5165CECD-C00D-4560-9C97-AE28A8535867}"/>
              </a:ext>
              <a:ext uri="{C183D7F6-B498-43B3-948B-1728B52AA6E4}">
                <adec:decorative xmlns:adec="http://schemas.microsoft.com/office/drawing/2017/decorative" val="1"/>
              </a:ext>
            </a:extLst>
          </p:cNvPr>
          <p:cNvSpPr/>
          <p:nvPr userDrawn="1"/>
        </p:nvSpPr>
        <p:spPr>
          <a:xfrm>
            <a:off x="0" y="1620000"/>
            <a:ext cx="12192000" cy="523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 name="Slide Number Placeholder 6"/>
          <p:cNvSpPr>
            <a:spLocks noGrp="1"/>
          </p:cNvSpPr>
          <p:nvPr>
            <p:ph type="sldNum" sz="quarter" idx="12"/>
          </p:nvPr>
        </p:nvSpPr>
        <p:spPr/>
        <p:txBody>
          <a:bodyPr/>
          <a:lstStyle/>
          <a:p>
            <a:fld id="{10A01DC5-1685-4615-8240-15192985C6A2}" type="slidenum">
              <a:rPr lang="en-AU" smtClean="0"/>
              <a:t>‹#›</a:t>
            </a:fld>
            <a:endParaRPr lang="en-AU"/>
          </a:p>
        </p:txBody>
      </p:sp>
      <p:sp>
        <p:nvSpPr>
          <p:cNvPr id="10" name="Title 4">
            <a:extLst>
              <a:ext uri="{FF2B5EF4-FFF2-40B4-BE49-F238E27FC236}">
                <a16:creationId xmlns:a16="http://schemas.microsoft.com/office/drawing/2014/main" id="{4B69FB63-5913-44B0-9BCA-4B6E66CE48BF}"/>
              </a:ext>
            </a:extLst>
          </p:cNvPr>
          <p:cNvSpPr>
            <a:spLocks noGrp="1"/>
          </p:cNvSpPr>
          <p:nvPr>
            <p:ph type="title" hasCustomPrompt="1"/>
          </p:nvPr>
        </p:nvSpPr>
        <p:spPr>
          <a:xfrm>
            <a:off x="359997" y="360000"/>
            <a:ext cx="11483999" cy="522000"/>
          </a:xfrm>
        </p:spPr>
        <p:txBody>
          <a:bodyPr/>
          <a:lstStyle>
            <a:lvl1pPr>
              <a:defRPr>
                <a:solidFill>
                  <a:schemeClr val="accent1"/>
                </a:solidFill>
              </a:defRPr>
            </a:lvl1pPr>
          </a:lstStyle>
          <a:p>
            <a:r>
              <a:rPr lang="en-GB"/>
              <a:t>References (x)</a:t>
            </a:r>
            <a:endParaRPr lang="en-AU"/>
          </a:p>
        </p:txBody>
      </p:sp>
      <p:sp>
        <p:nvSpPr>
          <p:cNvPr id="2" name="Content Placeholder 2">
            <a:extLst>
              <a:ext uri="{FF2B5EF4-FFF2-40B4-BE49-F238E27FC236}">
                <a16:creationId xmlns:a16="http://schemas.microsoft.com/office/drawing/2014/main" id="{75109CEB-FEE9-3C82-2F10-45F8173A4BD3}"/>
              </a:ext>
            </a:extLst>
          </p:cNvPr>
          <p:cNvSpPr>
            <a:spLocks noGrp="1"/>
          </p:cNvSpPr>
          <p:nvPr>
            <p:ph idx="1" hasCustomPrompt="1"/>
          </p:nvPr>
        </p:nvSpPr>
        <p:spPr>
          <a:xfrm>
            <a:off x="360000" y="1971041"/>
            <a:ext cx="11484000" cy="4385310"/>
          </a:xfrm>
        </p:spPr>
        <p:txBody>
          <a:bodyPr/>
          <a:lstStyle>
            <a:lvl1pPr>
              <a:lnSpc>
                <a:spcPct val="150000"/>
              </a:lnSpc>
              <a:defRPr sz="1200">
                <a:latin typeface="+mn-lt"/>
              </a:defRPr>
            </a:lvl1pPr>
            <a:lvl2pPr>
              <a:lnSpc>
                <a:spcPct val="150000"/>
              </a:lnSpc>
              <a:defRPr sz="1200"/>
            </a:lvl2pPr>
            <a:lvl3pPr>
              <a:lnSpc>
                <a:spcPct val="150000"/>
              </a:lnSpc>
              <a:defRPr/>
            </a:lvl3pPr>
            <a:lvl4pPr>
              <a:lnSpc>
                <a:spcPct val="150000"/>
              </a:lnSpc>
              <a:defRPr sz="1200"/>
            </a:lvl4pPr>
            <a:lvl5pPr>
              <a:lnSpc>
                <a:spcPct val="150000"/>
              </a:lnSpc>
              <a:defRPr sz="1200"/>
            </a:lvl5pPr>
          </a:lstStyle>
          <a:p>
            <a:pPr lvl="0"/>
            <a:r>
              <a:rPr lang="en-US"/>
              <a:t>Click to add text</a:t>
            </a:r>
          </a:p>
          <a:p>
            <a:pPr lvl="1"/>
            <a:r>
              <a:rPr lang="en-US"/>
              <a:t>Second level</a:t>
            </a:r>
          </a:p>
          <a:p>
            <a:pPr lvl="4"/>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205340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Copyright">
    <p:bg>
      <p:bgPr>
        <a:solidFill>
          <a:schemeClr val="accent1"/>
        </a:solidFill>
        <a:effectLst/>
      </p:bgPr>
    </p:bg>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lvl1pPr>
              <a:defRPr>
                <a:solidFill>
                  <a:schemeClr val="bg1"/>
                </a:solidFill>
              </a:defRPr>
            </a:lvl1pPr>
          </a:lstStyle>
          <a:p>
            <a:fld id="{10A01DC5-1685-4615-8240-15192985C6A2}" type="slidenum">
              <a:rPr lang="en-AU" smtClean="0"/>
              <a:pPr/>
              <a:t>‹#›</a:t>
            </a:fld>
            <a:endParaRPr lang="en-AU"/>
          </a:p>
        </p:txBody>
      </p:sp>
      <p:sp>
        <p:nvSpPr>
          <p:cNvPr id="2" name="Title 1">
            <a:extLst>
              <a:ext uri="{FF2B5EF4-FFF2-40B4-BE49-F238E27FC236}">
                <a16:creationId xmlns:a16="http://schemas.microsoft.com/office/drawing/2014/main" id="{34BE5FFA-C863-5F63-2574-4F650BA4588D}"/>
              </a:ext>
            </a:extLst>
          </p:cNvPr>
          <p:cNvSpPr>
            <a:spLocks noGrp="1"/>
          </p:cNvSpPr>
          <p:nvPr>
            <p:ph type="title" hasCustomPrompt="1"/>
          </p:nvPr>
        </p:nvSpPr>
        <p:spPr>
          <a:xfrm>
            <a:off x="360000" y="360000"/>
            <a:ext cx="10080000" cy="537467"/>
          </a:xfrm>
        </p:spPr>
        <p:txBody>
          <a:bodyPr/>
          <a:lstStyle>
            <a:lvl1pPr>
              <a:defRPr>
                <a:solidFill>
                  <a:schemeClr val="bg1"/>
                </a:solidFill>
              </a:defRPr>
            </a:lvl1pPr>
          </a:lstStyle>
          <a:p>
            <a:r>
              <a:rPr lang="en-US"/>
              <a:t>Copyright</a:t>
            </a:r>
          </a:p>
        </p:txBody>
      </p:sp>
      <p:sp>
        <p:nvSpPr>
          <p:cNvPr id="3" name="Slide Number Placeholder 4">
            <a:extLst>
              <a:ext uri="{FF2B5EF4-FFF2-40B4-BE49-F238E27FC236}">
                <a16:creationId xmlns:a16="http://schemas.microsoft.com/office/drawing/2014/main" id="{CAF241D3-718F-F3B9-95BA-7ED78B1B5BDD}"/>
              </a:ext>
            </a:extLst>
          </p:cNvPr>
          <p:cNvSpPr txBox="1">
            <a:spLocks/>
          </p:cNvSpPr>
          <p:nvPr userDrawn="1"/>
        </p:nvSpPr>
        <p:spPr>
          <a:xfrm>
            <a:off x="11124000" y="6516000"/>
            <a:ext cx="720000" cy="180000"/>
          </a:xfrm>
          <a:prstGeom prst="rect">
            <a:avLst/>
          </a:prstGeom>
        </p:spPr>
        <p:txBody>
          <a:bodyPr vert="horz" lIns="0" tIns="0" rIns="0" bIns="0" rtlCol="0" anchor="t"/>
          <a:lstStyle>
            <a:defPPr>
              <a:defRPr lang="en-US"/>
            </a:defPPr>
            <a:lvl1pPr marL="0" algn="r" defTabSz="609585" rtl="0" eaLnBrk="1" latinLnBrk="0" hangingPunct="1">
              <a:defRPr sz="1200" kern="1200">
                <a:solidFill>
                  <a:schemeClr val="bg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fld id="{10A01DC5-1685-4615-8240-15192985C6A2}" type="slidenum">
              <a:rPr lang="en-AU" smtClean="0"/>
              <a:pPr/>
              <a:t>‹#›</a:t>
            </a:fld>
            <a:endParaRPr lang="en-AU"/>
          </a:p>
        </p:txBody>
      </p:sp>
      <p:sp>
        <p:nvSpPr>
          <p:cNvPr id="5" name="Rectangle 4">
            <a:extLst>
              <a:ext uri="{FF2B5EF4-FFF2-40B4-BE49-F238E27FC236}">
                <a16:creationId xmlns:a16="http://schemas.microsoft.com/office/drawing/2014/main" id="{147A10EB-69B5-E036-369C-033BAFE6DB18}"/>
              </a:ext>
            </a:extLst>
          </p:cNvPr>
          <p:cNvSpPr/>
          <p:nvPr userDrawn="1"/>
        </p:nvSpPr>
        <p:spPr>
          <a:xfrm>
            <a:off x="10915048" y="231006"/>
            <a:ext cx="1039529" cy="110099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pic>
        <p:nvPicPr>
          <p:cNvPr id="6" name="Picture 5" descr="A red flower with white text&#10;&#10;Description automatically generated with low confidence">
            <a:extLst>
              <a:ext uri="{FF2B5EF4-FFF2-40B4-BE49-F238E27FC236}">
                <a16:creationId xmlns:a16="http://schemas.microsoft.com/office/drawing/2014/main" id="{F5F3CD7E-F06C-6B47-6A3E-198A7C0DC313}"/>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195216" y="360000"/>
            <a:ext cx="660785" cy="717587"/>
          </a:xfrm>
          <a:prstGeom prst="rect">
            <a:avLst/>
          </a:prstGeom>
        </p:spPr>
      </p:pic>
      <p:pic>
        <p:nvPicPr>
          <p:cNvPr id="7" name="Picture 12" descr="Creative Commons Attribution licence logo">
            <a:extLst>
              <a:ext uri="{FF2B5EF4-FFF2-40B4-BE49-F238E27FC236}">
                <a16:creationId xmlns:a16="http://schemas.microsoft.com/office/drawing/2014/main" id="{7948A98C-F758-2F9B-44F6-E4FEA77CAA7A}"/>
              </a:ext>
            </a:extLst>
          </p:cNvPr>
          <p:cNvPicPr>
            <a:picLocks noChangeAspect="1"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244972" y="2967486"/>
            <a:ext cx="1406523" cy="489432"/>
          </a:xfrm>
          <a:prstGeom prst="rect">
            <a:avLst/>
          </a:prstGeom>
          <a:noFill/>
          <a:extLst>
            <a:ext uri="{909E8E84-426E-40DD-AFC4-6F175D3DCCD1}">
              <a14:hiddenFill xmlns:a14="http://schemas.microsoft.com/office/drawing/2010/main">
                <a:solidFill>
                  <a:srgbClr val="FFFFFF"/>
                </a:solidFill>
              </a14:hiddenFill>
            </a:ext>
          </a:extLst>
        </p:spPr>
      </p:pic>
      <p:sp>
        <p:nvSpPr>
          <p:cNvPr id="8" name="Text Placeholder 10">
            <a:extLst>
              <a:ext uri="{FF2B5EF4-FFF2-40B4-BE49-F238E27FC236}">
                <a16:creationId xmlns:a16="http://schemas.microsoft.com/office/drawing/2014/main" id="{CD8E711E-20C4-EB65-95D8-4E4BB3686546}"/>
              </a:ext>
            </a:extLst>
          </p:cNvPr>
          <p:cNvSpPr>
            <a:spLocks noGrp="1"/>
          </p:cNvSpPr>
          <p:nvPr>
            <p:ph type="body" sz="quarter" idx="18" hasCustomPrompt="1"/>
          </p:nvPr>
        </p:nvSpPr>
        <p:spPr>
          <a:xfrm>
            <a:off x="360000" y="981264"/>
            <a:ext cx="10080000" cy="310015"/>
          </a:xfrm>
        </p:spPr>
        <p:txBody>
          <a:bodyPr anchor="b">
            <a:noAutofit/>
          </a:bodyPr>
          <a:lstStyle>
            <a:lvl1pPr>
              <a:defRPr sz="2000">
                <a:solidFill>
                  <a:schemeClr val="accent4"/>
                </a:solidFill>
                <a:latin typeface="Arial" panose="020B0604020202020204" pitchFamily="34" charset="0"/>
                <a:cs typeface="Arial" panose="020B0604020202020204" pitchFamily="34" charset="0"/>
              </a:defRPr>
            </a:lvl1pPr>
            <a:lvl2pPr>
              <a:defRPr sz="2000">
                <a:solidFill>
                  <a:schemeClr val="bg1"/>
                </a:solidFill>
              </a:defRPr>
            </a:lvl2pPr>
            <a:lvl3pPr>
              <a:defRPr sz="2000">
                <a:solidFill>
                  <a:schemeClr val="bg1"/>
                </a:solidFill>
              </a:defRPr>
            </a:lvl3pPr>
            <a:lvl4pPr>
              <a:defRPr sz="2000">
                <a:solidFill>
                  <a:schemeClr val="bg1"/>
                </a:solidFill>
              </a:defRPr>
            </a:lvl4pPr>
            <a:lvl5pPr>
              <a:defRPr sz="2000">
                <a:solidFill>
                  <a:schemeClr val="bg1"/>
                </a:solidFill>
              </a:defRPr>
            </a:lvl5pPr>
          </a:lstStyle>
          <a:p>
            <a:pPr lvl="0"/>
            <a:r>
              <a:rPr lang="en-US"/>
              <a:t>Subtitle</a:t>
            </a:r>
          </a:p>
        </p:txBody>
      </p:sp>
    </p:spTree>
    <p:extLst>
      <p:ext uri="{BB962C8B-B14F-4D97-AF65-F5344CB8AC3E}">
        <p14:creationId xmlns:p14="http://schemas.microsoft.com/office/powerpoint/2010/main" val="30760375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60000" y="360000"/>
            <a:ext cx="10080000" cy="10080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60000" y="1620000"/>
            <a:ext cx="11484000" cy="4536000"/>
          </a:xfrm>
          <a:prstGeom prst="rect">
            <a:avLst/>
          </a:prstGeom>
        </p:spPr>
        <p:txBody>
          <a:bodyPr vert="horz" lIns="0" tIns="0" rIns="0" bIns="0" rtlCol="0">
            <a:noAutofit/>
          </a:bodyPr>
          <a:lstStyle/>
          <a:p>
            <a:pPr marL="0" marR="0" lvl="0"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Click to edit Master text styles</a:t>
            </a:r>
          </a:p>
          <a:p>
            <a:pPr marL="0" marR="0" lvl="1"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Second level</a:t>
            </a:r>
          </a:p>
          <a:p>
            <a:pPr marL="0" marR="0" lvl="2"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Third level</a:t>
            </a:r>
          </a:p>
          <a:p>
            <a:pPr marL="0" marR="0" lvl="3"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Fourth level</a:t>
            </a:r>
          </a:p>
          <a:p>
            <a:pPr marL="0" marR="0" lvl="4" indent="0" algn="l" defTabSz="914377" rtl="0" eaLnBrk="1" fontAlgn="auto" latinLnBrk="0" hangingPunct="1">
              <a:lnSpc>
                <a:spcPct val="150000"/>
              </a:lnSpc>
              <a:spcBef>
                <a:spcPts val="0"/>
              </a:spcBef>
              <a:spcAft>
                <a:spcPts val="1200"/>
              </a:spcAft>
              <a:buClrTx/>
              <a:buSzTx/>
              <a:buFont typeface="Arial" panose="020B0604020202020204" pitchFamily="34" charset="0"/>
              <a:buNone/>
              <a:tabLst/>
              <a:defRPr/>
            </a:pPr>
            <a:r>
              <a:rPr kumimoji="0" lang="en-US" sz="1800" b="0" i="0" u="none" strike="noStrike" kern="1200" cap="none" spc="0" normalizeH="0" baseline="0" noProof="0">
                <a:ln>
                  <a:noFill/>
                </a:ln>
                <a:solidFill>
                  <a:srgbClr val="22272B"/>
                </a:solidFill>
                <a:effectLst/>
                <a:uLnTx/>
                <a:uFillTx/>
                <a:latin typeface="Public Sans Light"/>
                <a:ea typeface="+mn-ea"/>
                <a:cs typeface="+mn-cs"/>
              </a:rPr>
              <a:t>Fifth level</a:t>
            </a:r>
          </a:p>
        </p:txBody>
      </p:sp>
      <p:sp>
        <p:nvSpPr>
          <p:cNvPr id="6" name="Slide Number Placeholder 5"/>
          <p:cNvSpPr>
            <a:spLocks noGrp="1"/>
          </p:cNvSpPr>
          <p:nvPr>
            <p:ph type="sldNum" sz="quarter" idx="4"/>
          </p:nvPr>
        </p:nvSpPr>
        <p:spPr>
          <a:xfrm>
            <a:off x="11124000" y="6516000"/>
            <a:ext cx="720000" cy="180000"/>
          </a:xfrm>
          <a:prstGeom prst="rect">
            <a:avLst/>
          </a:prstGeom>
        </p:spPr>
        <p:txBody>
          <a:bodyPr vert="horz" lIns="0" tIns="0" rIns="0" bIns="0" rtlCol="0" anchor="t"/>
          <a:lstStyle>
            <a:lvl1pPr algn="r">
              <a:defRPr sz="1200">
                <a:solidFill>
                  <a:schemeClr val="tx1"/>
                </a:solidFill>
                <a:latin typeface="+mn-lt"/>
              </a:defRPr>
            </a:lvl1pPr>
          </a:lstStyle>
          <a:p>
            <a:fld id="{10A01DC5-1685-4615-8240-15192985C6A2}" type="slidenum">
              <a:rPr lang="en-AU" smtClean="0"/>
              <a:pPr/>
              <a:t>‹#›</a:t>
            </a:fld>
            <a:endParaRPr lang="en-AU"/>
          </a:p>
        </p:txBody>
      </p:sp>
    </p:spTree>
    <p:extLst>
      <p:ext uri="{BB962C8B-B14F-4D97-AF65-F5344CB8AC3E}">
        <p14:creationId xmlns:p14="http://schemas.microsoft.com/office/powerpoint/2010/main" val="4123316428"/>
      </p:ext>
    </p:extLst>
  </p:cSld>
  <p:clrMap bg1="lt1" tx1="dk1" bg2="lt2" tx2="dk2" accent1="accent1" accent2="accent2" accent3="accent3" accent4="accent4" accent5="accent5" accent6="accent6" hlink="hlink" folHlink="folHlink"/>
  <p:sldLayoutIdLst>
    <p:sldLayoutId id="2147483728" r:id="rId1"/>
    <p:sldLayoutId id="2147483731" r:id="rId2"/>
    <p:sldLayoutId id="2147483747" r:id="rId3"/>
    <p:sldLayoutId id="2147483724" r:id="rId4"/>
    <p:sldLayoutId id="2147483751" r:id="rId5"/>
    <p:sldLayoutId id="2147483754" r:id="rId6"/>
    <p:sldLayoutId id="2147483752" r:id="rId7"/>
    <p:sldLayoutId id="2147483753" r:id="rId8"/>
    <p:sldLayoutId id="2147483723" r:id="rId9"/>
    <p:sldLayoutId id="2147483749" r:id="rId10"/>
    <p:sldLayoutId id="2147483746" r:id="rId11"/>
    <p:sldLayoutId id="2147483725" r:id="rId12"/>
    <p:sldLayoutId id="2147483743" r:id="rId13"/>
    <p:sldLayoutId id="2147483750" r:id="rId14"/>
    <p:sldLayoutId id="2147483744" r:id="rId15"/>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algn="l" defTabSz="914377" rtl="0" eaLnBrk="1" latinLnBrk="0" hangingPunct="1">
        <a:lnSpc>
          <a:spcPct val="90000"/>
        </a:lnSpc>
        <a:spcBef>
          <a:spcPct val="0"/>
        </a:spcBef>
        <a:buNone/>
        <a:defRPr sz="3600" kern="1200">
          <a:solidFill>
            <a:schemeClr val="tx1"/>
          </a:solidFill>
          <a:latin typeface="Arial" panose="020B0604020202020204" pitchFamily="34" charset="0"/>
          <a:ea typeface="+mj-ea"/>
          <a:cs typeface="Arial" panose="020B0604020202020204" pitchFamily="34" charset="0"/>
        </a:defRPr>
      </a:lvl1pPr>
    </p:titleStyle>
    <p:bodyStyle>
      <a:lvl1pPr marL="0" indent="0" algn="l" defTabSz="914377" rtl="0" eaLnBrk="1" latinLnBrk="0" hangingPunct="1">
        <a:lnSpc>
          <a:spcPct val="150000"/>
        </a:lnSpc>
        <a:spcBef>
          <a:spcPts val="0"/>
        </a:spcBef>
        <a:spcAft>
          <a:spcPts val="1200"/>
        </a:spcAft>
        <a:buFont typeface="Arial" panose="020B0604020202020204" pitchFamily="34" charset="0"/>
        <a:buNone/>
        <a:defRPr sz="20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slide" Target="slide4.xml"/><Relationship Id="rId7" Type="http://schemas.openxmlformats.org/officeDocument/2006/relationships/slide" Target="slide39.xml"/><Relationship Id="rId2" Type="http://schemas.openxmlformats.org/officeDocument/2006/relationships/notesSlide" Target="../notesSlides/notesSlide3.xml"/><Relationship Id="rId1" Type="http://schemas.openxmlformats.org/officeDocument/2006/relationships/slideLayout" Target="../slideLayouts/slideLayout11.xml"/><Relationship Id="rId6" Type="http://schemas.openxmlformats.org/officeDocument/2006/relationships/slide" Target="slide25.xml"/><Relationship Id="rId5" Type="http://schemas.openxmlformats.org/officeDocument/2006/relationships/slide" Target="slide18.xml"/><Relationship Id="rId10" Type="http://schemas.openxmlformats.org/officeDocument/2006/relationships/slide" Target="slide32.xml"/><Relationship Id="rId4" Type="http://schemas.openxmlformats.org/officeDocument/2006/relationships/slide" Target="slide11.xml"/><Relationship Id="rId9" Type="http://schemas.openxmlformats.org/officeDocument/2006/relationships/slide" Target="slide5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10" Type="http://schemas.openxmlformats.org/officeDocument/2006/relationships/image" Target="../media/image15.png"/><Relationship Id="rId4" Type="http://schemas.openxmlformats.org/officeDocument/2006/relationships/image" Target="../media/image9.svg"/><Relationship Id="rId9" Type="http://schemas.openxmlformats.org/officeDocument/2006/relationships/image" Target="../media/image14.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4.xml"/><Relationship Id="rId5" Type="http://schemas.openxmlformats.org/officeDocument/2006/relationships/image" Target="../media/image15.png"/><Relationship Id="rId4" Type="http://schemas.openxmlformats.org/officeDocument/2006/relationships/image" Target="../media/image18.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3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31.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3.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8.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41.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4.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47.xml"/><Relationship Id="rId1" Type="http://schemas.openxmlformats.org/officeDocument/2006/relationships/slideLayout" Target="../slideLayouts/slideLayout5.xml"/><Relationship Id="rId4" Type="http://schemas.openxmlformats.org/officeDocument/2006/relationships/image" Target="../media/image6.png"/></Relationships>
</file>

<file path=ppt/slides/_rels/slide4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41.png"/><Relationship Id="rId18" Type="http://schemas.openxmlformats.org/officeDocument/2006/relationships/image" Target="../media/image46.png"/><Relationship Id="rId3" Type="http://schemas.openxmlformats.org/officeDocument/2006/relationships/image" Target="../media/image31.png"/><Relationship Id="rId21" Type="http://schemas.openxmlformats.org/officeDocument/2006/relationships/image" Target="../media/image49.png"/><Relationship Id="rId7" Type="http://schemas.openxmlformats.org/officeDocument/2006/relationships/image" Target="../media/image35.png"/><Relationship Id="rId12" Type="http://schemas.openxmlformats.org/officeDocument/2006/relationships/image" Target="../media/image40.png"/><Relationship Id="rId17" Type="http://schemas.openxmlformats.org/officeDocument/2006/relationships/image" Target="../media/image45.png"/><Relationship Id="rId2" Type="http://schemas.openxmlformats.org/officeDocument/2006/relationships/notesSlide" Target="../notesSlides/notesSlide52.xml"/><Relationship Id="rId16" Type="http://schemas.openxmlformats.org/officeDocument/2006/relationships/image" Target="../media/image44.png"/><Relationship Id="rId20" Type="http://schemas.openxmlformats.org/officeDocument/2006/relationships/image" Target="../media/image48.png"/><Relationship Id="rId1" Type="http://schemas.openxmlformats.org/officeDocument/2006/relationships/slideLayout" Target="../slideLayouts/slideLayout4.xml"/><Relationship Id="rId6" Type="http://schemas.openxmlformats.org/officeDocument/2006/relationships/image" Target="../media/image34.svg"/><Relationship Id="rId11" Type="http://schemas.openxmlformats.org/officeDocument/2006/relationships/image" Target="../media/image39.png"/><Relationship Id="rId5" Type="http://schemas.openxmlformats.org/officeDocument/2006/relationships/image" Target="../media/image33.png"/><Relationship Id="rId15" Type="http://schemas.openxmlformats.org/officeDocument/2006/relationships/image" Target="../media/image43.png"/><Relationship Id="rId23" Type="http://schemas.openxmlformats.org/officeDocument/2006/relationships/image" Target="../media/image15.png"/><Relationship Id="rId10" Type="http://schemas.openxmlformats.org/officeDocument/2006/relationships/image" Target="../media/image38.png"/><Relationship Id="rId19" Type="http://schemas.openxmlformats.org/officeDocument/2006/relationships/image" Target="../media/image47.png"/><Relationship Id="rId4" Type="http://schemas.openxmlformats.org/officeDocument/2006/relationships/image" Target="../media/image32.svg"/><Relationship Id="rId9" Type="http://schemas.openxmlformats.org/officeDocument/2006/relationships/image" Target="../media/image37.png"/><Relationship Id="rId14" Type="http://schemas.openxmlformats.org/officeDocument/2006/relationships/image" Target="../media/image42.png"/><Relationship Id="rId22" Type="http://schemas.openxmlformats.org/officeDocument/2006/relationships/image" Target="../media/image50.png"/></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7.png"/><Relationship Id="rId7" Type="http://schemas.openxmlformats.org/officeDocument/2006/relationships/image" Target="../media/image54.svg"/><Relationship Id="rId2" Type="http://schemas.openxmlformats.org/officeDocument/2006/relationships/notesSlide" Target="../notesSlides/notesSlide55.xml"/><Relationship Id="rId1" Type="http://schemas.openxmlformats.org/officeDocument/2006/relationships/slideLayout" Target="../slideLayouts/slideLayout7.xml"/><Relationship Id="rId6" Type="http://schemas.openxmlformats.org/officeDocument/2006/relationships/image" Target="../media/image53.png"/><Relationship Id="rId11" Type="http://schemas.openxmlformats.org/officeDocument/2006/relationships/image" Target="../media/image58.svg"/><Relationship Id="rId5" Type="http://schemas.openxmlformats.org/officeDocument/2006/relationships/image" Target="../media/image52.svg"/><Relationship Id="rId10" Type="http://schemas.openxmlformats.org/officeDocument/2006/relationships/image" Target="../media/image57.png"/><Relationship Id="rId4" Type="http://schemas.openxmlformats.org/officeDocument/2006/relationships/image" Target="../media/image51.png"/><Relationship Id="rId9" Type="http://schemas.openxmlformats.org/officeDocument/2006/relationships/image" Target="../media/image56.svg"/></Relationships>
</file>

<file path=ppt/slides/_rels/slide5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8.xml"/><Relationship Id="rId1" Type="http://schemas.openxmlformats.org/officeDocument/2006/relationships/slideLayout" Target="../slideLayouts/slideLayout7.xml"/><Relationship Id="rId4" Type="http://schemas.openxmlformats.org/officeDocument/2006/relationships/image" Target="../media/image59.png"/></Relationships>
</file>

<file path=ppt/slides/_rels/slide59.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59.xml"/><Relationship Id="rId1" Type="http://schemas.openxmlformats.org/officeDocument/2006/relationships/slideLayout" Target="../slideLayouts/slideLayout4.xml"/><Relationship Id="rId4" Type="http://schemas.openxmlformats.org/officeDocument/2006/relationships/image" Target="../media/image15.png"/></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1.xml"/></Relationships>
</file>

<file path=ppt/slides/_rels/slide64.xml.rels><?xml version="1.0" encoding="UTF-8" standalone="yes"?>
<Relationships xmlns="http://schemas.openxmlformats.org/package/2006/relationships"><Relationship Id="rId3" Type="http://schemas.openxmlformats.org/officeDocument/2006/relationships/slide" Target="slide2.xml"/><Relationship Id="rId2" Type="http://schemas.openxmlformats.org/officeDocument/2006/relationships/notesSlide" Target="../notesSlides/notesSlide64.xml"/><Relationship Id="rId1" Type="http://schemas.openxmlformats.org/officeDocument/2006/relationships/slideLayout" Target="../slideLayouts/slideLayout11.xml"/><Relationship Id="rId6" Type="http://schemas.openxmlformats.org/officeDocument/2006/relationships/image" Target="../media/image62.svg"/><Relationship Id="rId5" Type="http://schemas.openxmlformats.org/officeDocument/2006/relationships/image" Target="../media/image61.png"/><Relationship Id="rId4" Type="http://schemas.openxmlformats.org/officeDocument/2006/relationships/slide" Target="slide59.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8" Type="http://schemas.openxmlformats.org/officeDocument/2006/relationships/hyperlink" Target="https://acaraweb.blob.core.windows.net/acaraweb/docs/default-source/assessment-and-reporting-publications/naplan-2014-final-test---numeracy-year-3.pdf?sfvrsn=2" TargetMode="External"/><Relationship Id="rId3" Type="http://schemas.openxmlformats.org/officeDocument/2006/relationships/hyperlink" Target="https://educationstandards.nsw.edu.au/wps/portal/nesa/home" TargetMode="External"/><Relationship Id="rId7" Type="http://schemas.openxmlformats.org/officeDocument/2006/relationships/hyperlink" Target="http://www.australiancurriculum.edu.au/"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education.nsw.gov.au/teaching-and-learning/curriculum/literacy-and-numeracy/resources-for-schools/learning-progressions" TargetMode="External"/><Relationship Id="rId5" Type="http://schemas.openxmlformats.org/officeDocument/2006/relationships/hyperlink" Target="https://curriculum.nsw.edu.au/learning-areas/mathematics/mathematics-k-10-2022/overview" TargetMode="External"/><Relationship Id="rId10" Type="http://schemas.openxmlformats.org/officeDocument/2006/relationships/hyperlink" Target="https://polypad.amplify.com/p" TargetMode="External"/><Relationship Id="rId4" Type="http://schemas.openxmlformats.org/officeDocument/2006/relationships/hyperlink" Target="https://curriculum.nsw.edu.au/" TargetMode="External"/><Relationship Id="rId9" Type="http://schemas.openxmlformats.org/officeDocument/2006/relationships/hyperlink" Target="https://acaraweb.blob.core.windows.net/acaraweb/docs/default-source/assessment-and-reporting-publications/naplan-2015-final-test---numeracy-year-3.pdf?sfvrsn=2" TargetMode="External"/></Relationships>
</file>

<file path=ppt/slides/_rels/slide68.xml.rels><?xml version="1.0" encoding="UTF-8" standalone="yes"?>
<Relationships xmlns="http://schemas.openxmlformats.org/package/2006/relationships"><Relationship Id="rId3" Type="http://schemas.openxmlformats.org/officeDocument/2006/relationships/hyperlink" Target="https://educationstandards.nsw.edu.au/wps/portal/nesa/home" TargetMode="External"/><Relationship Id="rId2" Type="http://schemas.openxmlformats.org/officeDocument/2006/relationships/hyperlink" Target="https://educationstandards.nsw.edu.au/wps/portal/nesa/mini-footer/copyright" TargetMode="External"/><Relationship Id="rId1" Type="http://schemas.openxmlformats.org/officeDocument/2006/relationships/slideLayout" Target="../slideLayouts/slideLayout13.xml"/><Relationship Id="rId6" Type="http://schemas.openxmlformats.org/officeDocument/2006/relationships/hyperlink" Target="https://teaching.betterlesson.com/lesson/551878/fractions-on-a-number-line-beyond-one-whole?from=master_teacher_curriculum" TargetMode="External"/><Relationship Id="rId5" Type="http://schemas.openxmlformats.org/officeDocument/2006/relationships/hyperlink" Target="https://www.didax.com/apps/fraction-number-line/" TargetMode="External"/><Relationship Id="rId4" Type="http://schemas.openxmlformats.org/officeDocument/2006/relationships/hyperlink" Target="https://curriculum.nsw.edu.au/" TargetMode="External"/></Relationships>
</file>

<file path=ppt/slides/_rels/slide69.xml.rels><?xml version="1.0" encoding="UTF-8" standalone="yes"?>
<Relationships xmlns="http://schemas.openxmlformats.org/package/2006/relationships"><Relationship Id="rId3" Type="http://schemas.openxmlformats.org/officeDocument/2006/relationships/hyperlink" Target="https://creativecommons.org/licenses/by/4.0/" TargetMode="External"/><Relationship Id="rId2" Type="http://schemas.openxmlformats.org/officeDocument/2006/relationships/notesSlide" Target="../notesSlides/notesSlide67.xml"/><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F6095-1EC4-AF1D-D63E-D59E13EB8A7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9529C7B9-C360-81F1-3033-970F881863DA}"/>
              </a:ext>
            </a:extLst>
          </p:cNvPr>
          <p:cNvSpPr>
            <a:spLocks noGrp="1"/>
          </p:cNvSpPr>
          <p:nvPr>
            <p:ph type="title"/>
          </p:nvPr>
        </p:nvSpPr>
        <p:spPr/>
        <p:txBody>
          <a:bodyPr/>
          <a:lstStyle/>
          <a:p>
            <a:r>
              <a:rPr lang="en-AU">
                <a:latin typeface="+mj-lt"/>
              </a:rPr>
              <a:t>Instructions for use</a:t>
            </a:r>
          </a:p>
        </p:txBody>
      </p:sp>
      <p:sp>
        <p:nvSpPr>
          <p:cNvPr id="7" name="Picture Placeholder 6">
            <a:extLst>
              <a:ext uri="{FF2B5EF4-FFF2-40B4-BE49-F238E27FC236}">
                <a16:creationId xmlns:a16="http://schemas.microsoft.com/office/drawing/2014/main" id="{EDCC1CBD-2D5B-E7F2-8E17-B400FEB5419F}"/>
              </a:ext>
            </a:extLst>
          </p:cNvPr>
          <p:cNvSpPr>
            <a:spLocks noGrp="1"/>
          </p:cNvSpPr>
          <p:nvPr>
            <p:ph type="pic" sz="quarter" idx="13"/>
          </p:nvPr>
        </p:nvSpPr>
        <p:spPr>
          <a:xfrm>
            <a:off x="354000" y="1931625"/>
            <a:ext cx="11483999" cy="4498641"/>
          </a:xfrm>
        </p:spPr>
        <p:txBody>
          <a:bodyPr/>
          <a:lstStyle/>
          <a:p>
            <a:pPr marL="342900" indent="-342900">
              <a:buFont typeface="Arial"/>
              <a:buChar char="•"/>
            </a:pPr>
            <a:r>
              <a:rPr lang="en-AU" sz="1800">
                <a:latin typeface="Arial"/>
                <a:cs typeface="Arial"/>
              </a:rPr>
              <a:t>This resource aligns to the learning in Stage 2 Year A Unit 16 and revisits content from earlier sample units.</a:t>
            </a:r>
          </a:p>
          <a:p>
            <a:pPr marL="342900" indent="-342900">
              <a:buFont typeface="Arial"/>
              <a:buChar char="•"/>
            </a:pPr>
            <a:r>
              <a:rPr lang="en-AU" sz="1800">
                <a:solidFill>
                  <a:srgbClr val="22272B"/>
                </a:solidFill>
                <a:latin typeface="+mn-lt"/>
                <a:cs typeface="Arial"/>
              </a:rPr>
              <a:t>Classroom teachers are encouraged to </a:t>
            </a:r>
            <a:r>
              <a:rPr lang="en-AU" sz="1800" b="1">
                <a:solidFill>
                  <a:srgbClr val="22272B"/>
                </a:solidFill>
                <a:latin typeface="+mn-lt"/>
                <a:cs typeface="Arial"/>
              </a:rPr>
              <a:t>add, edit and adapt</a:t>
            </a:r>
            <a:r>
              <a:rPr lang="en-AU" sz="1800">
                <a:solidFill>
                  <a:srgbClr val="22272B"/>
                </a:solidFill>
                <a:latin typeface="+mn-lt"/>
                <a:cs typeface="Arial"/>
              </a:rPr>
              <a:t> to meet the needs of their students.</a:t>
            </a:r>
          </a:p>
          <a:p>
            <a:pPr marL="342900" indent="-342900">
              <a:lnSpc>
                <a:spcPct val="150000"/>
              </a:lnSpc>
              <a:buFont typeface="Arial"/>
              <a:buChar char="•"/>
            </a:pPr>
            <a:r>
              <a:rPr lang="en-AU" sz="1800">
                <a:solidFill>
                  <a:srgbClr val="22272B"/>
                </a:solidFill>
                <a:latin typeface="+mn-lt"/>
                <a:cs typeface="Arial"/>
              </a:rPr>
              <a:t>Save a copy of the file to make changes to the slide deck. Go to File &gt; Download a Copy (this downloads a copy to the computer to edit in the PowerPoint app).</a:t>
            </a:r>
          </a:p>
          <a:p>
            <a:pPr marL="342900" indent="-342900">
              <a:lnSpc>
                <a:spcPct val="150000"/>
              </a:lnSpc>
              <a:buFont typeface="Arial"/>
              <a:buChar char="•"/>
            </a:pPr>
            <a:r>
              <a:rPr lang="en-AU" sz="1800">
                <a:solidFill>
                  <a:srgbClr val="22272B"/>
                </a:solidFill>
                <a:latin typeface="+mn-lt"/>
                <a:cs typeface="Arial"/>
              </a:rPr>
              <a:t>To convert the PowerPoint to Google Slides:</a:t>
            </a:r>
          </a:p>
          <a:p>
            <a:pPr marL="913765" lvl="1" indent="-457200">
              <a:lnSpc>
                <a:spcPct val="150000"/>
              </a:lnSpc>
              <a:buFont typeface="+mj-lt"/>
              <a:buAutoNum type="arabicPeriod"/>
            </a:pPr>
            <a:r>
              <a:rPr lang="en-AU">
                <a:solidFill>
                  <a:srgbClr val="22272B"/>
                </a:solidFill>
                <a:latin typeface="+mn-lt"/>
                <a:cs typeface="Arial"/>
              </a:rPr>
              <a:t>Upload the file into Google Drive and open it.</a:t>
            </a:r>
          </a:p>
          <a:p>
            <a:pPr marL="913765" lvl="1" indent="-457200">
              <a:lnSpc>
                <a:spcPct val="150000"/>
              </a:lnSpc>
              <a:buFont typeface="+mj-lt"/>
              <a:buAutoNum type="arabicPeriod"/>
            </a:pPr>
            <a:r>
              <a:rPr lang="en-AU">
                <a:solidFill>
                  <a:srgbClr val="22272B"/>
                </a:solidFill>
                <a:latin typeface="+mn-lt"/>
                <a:cs typeface="Arial"/>
              </a:rPr>
              <a:t>Go to File &gt; Save as Google Slides.</a:t>
            </a:r>
          </a:p>
          <a:p>
            <a:pPr marL="456565" lvl="1">
              <a:lnSpc>
                <a:spcPct val="150000"/>
              </a:lnSpc>
            </a:pPr>
            <a:r>
              <a:rPr lang="en-AU">
                <a:solidFill>
                  <a:srgbClr val="22272B"/>
                </a:solidFill>
                <a:latin typeface="+mn-lt"/>
                <a:cs typeface="Arial"/>
              </a:rPr>
              <a:t>(Note – conversion may cause formatting changes in the slides.)</a:t>
            </a:r>
          </a:p>
        </p:txBody>
      </p:sp>
      <p:sp>
        <p:nvSpPr>
          <p:cNvPr id="2" name="Slide Number Placeholder 1">
            <a:extLst>
              <a:ext uri="{FF2B5EF4-FFF2-40B4-BE49-F238E27FC236}">
                <a16:creationId xmlns:a16="http://schemas.microsoft.com/office/drawing/2014/main" id="{5054FBAE-1B2A-91CD-091C-35061078D291}"/>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1</a:t>
            </a:fld>
            <a:endParaRPr lang="en-AU"/>
          </a:p>
        </p:txBody>
      </p:sp>
    </p:spTree>
    <p:extLst>
      <p:ext uri="{BB962C8B-B14F-4D97-AF65-F5344CB8AC3E}">
        <p14:creationId xmlns:p14="http://schemas.microsoft.com/office/powerpoint/2010/main" val="3330546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2EF38185-B00A-9878-8E80-7D55E5647711}"/>
              </a:ext>
            </a:extLst>
          </p:cNvPr>
          <p:cNvSpPr>
            <a:spLocks noGrp="1"/>
          </p:cNvSpPr>
          <p:nvPr>
            <p:ph type="ctrTitle"/>
          </p:nvPr>
        </p:nvSpPr>
        <p:spPr/>
        <p:txBody>
          <a:bodyPr/>
          <a:lstStyle/>
          <a:p>
            <a:r>
              <a:rPr lang="en-AU">
                <a:latin typeface="+mj-lt"/>
                <a:cs typeface="Arial"/>
              </a:rPr>
              <a:t>Review of Learning </a:t>
            </a:r>
            <a:endParaRPr lang="en-AU">
              <a:latin typeface="+mj-lt"/>
            </a:endParaRPr>
          </a:p>
        </p:txBody>
      </p:sp>
      <p:sp>
        <p:nvSpPr>
          <p:cNvPr id="11" name="Text Placeholder 10">
            <a:extLst>
              <a:ext uri="{FF2B5EF4-FFF2-40B4-BE49-F238E27FC236}">
                <a16:creationId xmlns:a16="http://schemas.microsoft.com/office/drawing/2014/main" id="{3D12AD43-6748-1D46-1B69-DCBF45A45856}"/>
              </a:ext>
            </a:extLst>
          </p:cNvPr>
          <p:cNvSpPr>
            <a:spLocks noGrp="1"/>
          </p:cNvSpPr>
          <p:nvPr>
            <p:ph type="body" sz="quarter" idx="10"/>
          </p:nvPr>
        </p:nvSpPr>
        <p:spPr/>
        <p:txBody>
          <a:bodyPr/>
          <a:lstStyle/>
          <a:p>
            <a:r>
              <a:rPr lang="en-AU" sz="2400">
                <a:latin typeface="+mj-lt"/>
                <a:cs typeface="Arial"/>
              </a:rPr>
              <a:t>Mathematics Stage 2 </a:t>
            </a:r>
            <a:r>
              <a:rPr lang="en-AU" sz="2400">
                <a:solidFill>
                  <a:srgbClr val="FFFFFF"/>
                </a:solidFill>
                <a:latin typeface="+mj-lt"/>
                <a:cs typeface="Arial"/>
              </a:rPr>
              <a:t>–</a:t>
            </a:r>
            <a:r>
              <a:rPr lang="en-AU" sz="2400">
                <a:latin typeface="+mj-lt"/>
                <a:cs typeface="Arial"/>
              </a:rPr>
              <a:t> Unit 16</a:t>
            </a:r>
          </a:p>
        </p:txBody>
      </p:sp>
      <p:pic>
        <p:nvPicPr>
          <p:cNvPr id="1026" name="Picture 2" descr="A group of dice on an orange surface&#10;&#10;Description automatically generated">
            <a:extLst>
              <a:ext uri="{FF2B5EF4-FFF2-40B4-BE49-F238E27FC236}">
                <a16:creationId xmlns:a16="http://schemas.microsoft.com/office/drawing/2014/main" id="{4C45AFD8-1A65-DE91-574E-A3BA8B7840B0}"/>
              </a:ext>
            </a:extLst>
          </p:cNvPr>
          <p:cNvPicPr>
            <a:picLocks noGrp="1" noChangeAspect="1" noChangeArrowheads="1"/>
          </p:cNvPicPr>
          <p:nvPr>
            <p:ph type="pic" sz="quarter" idx="13"/>
          </p:nvPr>
        </p:nvPicPr>
        <p:blipFill>
          <a:blip r:embed="rId3">
            <a:extLst>
              <a:ext uri="{28A0092B-C50C-407E-A947-70E740481C1C}">
                <a14:useLocalDpi xmlns:a14="http://schemas.microsoft.com/office/drawing/2010/main" val="0"/>
              </a:ext>
            </a:extLst>
          </a:blip>
          <a:srcRect l="1799" r="1799"/>
          <a:stretch>
            <a:fillRect/>
          </a:stretch>
        </p:blipFill>
        <p:spPr bwMode="auto">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1965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346830-A0C7-9D95-31DC-A77B445F770B}"/>
              </a:ext>
            </a:extLst>
          </p:cNvPr>
          <p:cNvSpPr>
            <a:spLocks noGrp="1"/>
          </p:cNvSpPr>
          <p:nvPr>
            <p:ph type="title"/>
          </p:nvPr>
        </p:nvSpPr>
        <p:spPr>
          <a:xfrm>
            <a:off x="360000" y="360000"/>
            <a:ext cx="11484000" cy="545601"/>
          </a:xfrm>
        </p:spPr>
        <p:txBody>
          <a:bodyPr/>
          <a:lstStyle/>
          <a:p>
            <a:r>
              <a:rPr lang="en-GB">
                <a:latin typeface="+mj-lt"/>
              </a:rPr>
              <a:t>Lessons</a:t>
            </a:r>
          </a:p>
        </p:txBody>
      </p:sp>
      <p:grpSp>
        <p:nvGrpSpPr>
          <p:cNvPr id="6" name="Group 5">
            <a:extLst>
              <a:ext uri="{FF2B5EF4-FFF2-40B4-BE49-F238E27FC236}">
                <a16:creationId xmlns:a16="http://schemas.microsoft.com/office/drawing/2014/main" id="{1B4FCA10-C38C-7EB1-6B3D-6210A414C65B}"/>
              </a:ext>
            </a:extLst>
          </p:cNvPr>
          <p:cNvGrpSpPr/>
          <p:nvPr/>
        </p:nvGrpSpPr>
        <p:grpSpPr>
          <a:xfrm>
            <a:off x="360000" y="1266959"/>
            <a:ext cx="4775638" cy="1045440"/>
            <a:chOff x="360000" y="1266959"/>
            <a:chExt cx="4775638" cy="1045440"/>
          </a:xfrm>
        </p:grpSpPr>
        <p:sp>
          <p:nvSpPr>
            <p:cNvPr id="2" name="Rectangle: Rounded Corners 1">
              <a:extLst>
                <a:ext uri="{FF2B5EF4-FFF2-40B4-BE49-F238E27FC236}">
                  <a16:creationId xmlns:a16="http://schemas.microsoft.com/office/drawing/2014/main" id="{935D5059-5790-C707-5987-84856AF04ADB}"/>
                </a:ext>
                <a:ext uri="{C183D7F6-B498-43B3-948B-1728B52AA6E4}">
                  <adec:decorative xmlns:adec="http://schemas.microsoft.com/office/drawing/2017/decorative" val="1"/>
                </a:ext>
              </a:extLst>
            </p:cNvPr>
            <p:cNvSpPr/>
            <p:nvPr/>
          </p:nvSpPr>
          <p:spPr>
            <a:xfrm>
              <a:off x="1037782" y="13309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1</a:t>
              </a:r>
            </a:p>
          </p:txBody>
        </p:sp>
        <p:sp>
          <p:nvSpPr>
            <p:cNvPr id="5" name="Oval 4">
              <a:hlinkClick r:id="rId3" action="ppaction://hlinksldjump"/>
              <a:extLst>
                <a:ext uri="{FF2B5EF4-FFF2-40B4-BE49-F238E27FC236}">
                  <a16:creationId xmlns:a16="http://schemas.microsoft.com/office/drawing/2014/main" id="{56ACB92F-8289-CC4B-BE5A-A661A0C94E17}"/>
                </a:ext>
              </a:extLst>
            </p:cNvPr>
            <p:cNvSpPr/>
            <p:nvPr/>
          </p:nvSpPr>
          <p:spPr>
            <a:xfrm>
              <a:off x="360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1</a:t>
              </a:r>
            </a:p>
          </p:txBody>
        </p:sp>
      </p:grpSp>
      <p:grpSp>
        <p:nvGrpSpPr>
          <p:cNvPr id="7" name="Group 6">
            <a:extLst>
              <a:ext uri="{FF2B5EF4-FFF2-40B4-BE49-F238E27FC236}">
                <a16:creationId xmlns:a16="http://schemas.microsoft.com/office/drawing/2014/main" id="{AF7A23A4-F1DB-31F7-E62C-F1BFA9349F64}"/>
              </a:ext>
            </a:extLst>
          </p:cNvPr>
          <p:cNvGrpSpPr/>
          <p:nvPr/>
        </p:nvGrpSpPr>
        <p:grpSpPr>
          <a:xfrm>
            <a:off x="360000" y="2362859"/>
            <a:ext cx="4775638" cy="1045440"/>
            <a:chOff x="360000" y="2362859"/>
            <a:chExt cx="4775638" cy="1045440"/>
          </a:xfrm>
        </p:grpSpPr>
        <p:sp>
          <p:nvSpPr>
            <p:cNvPr id="20" name="Rectangle: Rounded Corners 19">
              <a:extLst>
                <a:ext uri="{FF2B5EF4-FFF2-40B4-BE49-F238E27FC236}">
                  <a16:creationId xmlns:a16="http://schemas.microsoft.com/office/drawing/2014/main" id="{C3D97F66-221B-C853-0EA8-66E5F684D86A}"/>
                </a:ext>
                <a:ext uri="{C183D7F6-B498-43B3-948B-1728B52AA6E4}">
                  <adec:decorative xmlns:adec="http://schemas.microsoft.com/office/drawing/2017/decorative" val="1"/>
                </a:ext>
              </a:extLst>
            </p:cNvPr>
            <p:cNvSpPr/>
            <p:nvPr/>
          </p:nvSpPr>
          <p:spPr>
            <a:xfrm>
              <a:off x="1037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2</a:t>
              </a:r>
              <a:endParaRPr lang="en-US">
                <a:solidFill>
                  <a:schemeClr val="accent1"/>
                </a:solidFill>
                <a:latin typeface="+mj-lt"/>
                <a:cs typeface="Arial"/>
              </a:endParaRPr>
            </a:p>
          </p:txBody>
        </p:sp>
        <p:sp>
          <p:nvSpPr>
            <p:cNvPr id="21" name="Oval 20">
              <a:hlinkClick r:id="rId4" action="ppaction://hlinksldjump"/>
              <a:extLst>
                <a:ext uri="{FF2B5EF4-FFF2-40B4-BE49-F238E27FC236}">
                  <a16:creationId xmlns:a16="http://schemas.microsoft.com/office/drawing/2014/main" id="{D0A190BE-2B0B-2729-4549-D63712793CC2}"/>
                </a:ext>
              </a:extLst>
            </p:cNvPr>
            <p:cNvSpPr/>
            <p:nvPr/>
          </p:nvSpPr>
          <p:spPr>
            <a:xfrm>
              <a:off x="360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2</a:t>
              </a:r>
            </a:p>
          </p:txBody>
        </p:sp>
      </p:grpSp>
      <p:grpSp>
        <p:nvGrpSpPr>
          <p:cNvPr id="8" name="Group 7">
            <a:extLst>
              <a:ext uri="{FF2B5EF4-FFF2-40B4-BE49-F238E27FC236}">
                <a16:creationId xmlns:a16="http://schemas.microsoft.com/office/drawing/2014/main" id="{DF37B4A1-413C-FC0F-E0B4-307A5BFA5855}"/>
              </a:ext>
            </a:extLst>
          </p:cNvPr>
          <p:cNvGrpSpPr/>
          <p:nvPr/>
        </p:nvGrpSpPr>
        <p:grpSpPr>
          <a:xfrm>
            <a:off x="360000" y="3458759"/>
            <a:ext cx="4775638" cy="1045440"/>
            <a:chOff x="360000" y="3458759"/>
            <a:chExt cx="4775638" cy="1045440"/>
          </a:xfrm>
        </p:grpSpPr>
        <p:sp>
          <p:nvSpPr>
            <p:cNvPr id="23" name="Rectangle: Rounded Corners 22">
              <a:extLst>
                <a:ext uri="{FF2B5EF4-FFF2-40B4-BE49-F238E27FC236}">
                  <a16:creationId xmlns:a16="http://schemas.microsoft.com/office/drawing/2014/main" id="{8EDEF762-D4E6-C43E-E98A-95D6A0AE4FC9}"/>
                </a:ext>
                <a:ext uri="{C183D7F6-B498-43B3-948B-1728B52AA6E4}">
                  <adec:decorative xmlns:adec="http://schemas.microsoft.com/office/drawing/2017/decorative" val="1"/>
                </a:ext>
              </a:extLst>
            </p:cNvPr>
            <p:cNvSpPr/>
            <p:nvPr/>
          </p:nvSpPr>
          <p:spPr>
            <a:xfrm>
              <a:off x="1037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3 </a:t>
              </a:r>
            </a:p>
          </p:txBody>
        </p:sp>
        <p:sp>
          <p:nvSpPr>
            <p:cNvPr id="24" name="Oval 23">
              <a:hlinkClick r:id="rId5" action="ppaction://hlinksldjump"/>
              <a:extLst>
                <a:ext uri="{FF2B5EF4-FFF2-40B4-BE49-F238E27FC236}">
                  <a16:creationId xmlns:a16="http://schemas.microsoft.com/office/drawing/2014/main" id="{A6DDAD40-805E-049F-39FC-55094C6BA103}"/>
                </a:ext>
              </a:extLst>
            </p:cNvPr>
            <p:cNvSpPr/>
            <p:nvPr/>
          </p:nvSpPr>
          <p:spPr>
            <a:xfrm>
              <a:off x="360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3</a:t>
              </a:r>
            </a:p>
          </p:txBody>
        </p:sp>
      </p:grpSp>
      <p:grpSp>
        <p:nvGrpSpPr>
          <p:cNvPr id="9" name="Group 8">
            <a:extLst>
              <a:ext uri="{FF2B5EF4-FFF2-40B4-BE49-F238E27FC236}">
                <a16:creationId xmlns:a16="http://schemas.microsoft.com/office/drawing/2014/main" id="{C989DA6E-4839-1BBD-77AB-6F9CC520B670}"/>
              </a:ext>
            </a:extLst>
          </p:cNvPr>
          <p:cNvGrpSpPr/>
          <p:nvPr/>
        </p:nvGrpSpPr>
        <p:grpSpPr>
          <a:xfrm>
            <a:off x="360000" y="4554659"/>
            <a:ext cx="4775638" cy="1045440"/>
            <a:chOff x="360000" y="4554659"/>
            <a:chExt cx="4775638" cy="1045440"/>
          </a:xfrm>
        </p:grpSpPr>
        <p:sp>
          <p:nvSpPr>
            <p:cNvPr id="26" name="Rectangle: Rounded Corners 25">
              <a:extLst>
                <a:ext uri="{FF2B5EF4-FFF2-40B4-BE49-F238E27FC236}">
                  <a16:creationId xmlns:a16="http://schemas.microsoft.com/office/drawing/2014/main" id="{B1BC8FAB-0C07-84FE-204A-47391BBEAF64}"/>
                </a:ext>
                <a:ext uri="{C183D7F6-B498-43B3-948B-1728B52AA6E4}">
                  <adec:decorative xmlns:adec="http://schemas.microsoft.com/office/drawing/2017/decorative" val="1"/>
                </a:ext>
              </a:extLst>
            </p:cNvPr>
            <p:cNvSpPr/>
            <p:nvPr/>
          </p:nvSpPr>
          <p:spPr>
            <a:xfrm>
              <a:off x="1037782" y="46186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4</a:t>
              </a:r>
              <a:endParaRPr lang="en-US">
                <a:solidFill>
                  <a:schemeClr val="accent1"/>
                </a:solidFill>
                <a:latin typeface="+mj-lt"/>
                <a:cs typeface="Arial" panose="020B0604020202020204"/>
              </a:endParaRPr>
            </a:p>
          </p:txBody>
        </p:sp>
        <p:sp>
          <p:nvSpPr>
            <p:cNvPr id="27" name="Oval 26">
              <a:hlinkClick r:id="rId6" action="ppaction://hlinksldjump"/>
              <a:extLst>
                <a:ext uri="{FF2B5EF4-FFF2-40B4-BE49-F238E27FC236}">
                  <a16:creationId xmlns:a16="http://schemas.microsoft.com/office/drawing/2014/main" id="{30E4BF03-C9A7-EAE3-FC01-51CE829A6E7A}"/>
                </a:ext>
              </a:extLst>
            </p:cNvPr>
            <p:cNvSpPr/>
            <p:nvPr/>
          </p:nvSpPr>
          <p:spPr>
            <a:xfrm>
              <a:off x="360000" y="45546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4</a:t>
              </a:r>
            </a:p>
          </p:txBody>
        </p:sp>
      </p:grpSp>
      <p:grpSp>
        <p:nvGrpSpPr>
          <p:cNvPr id="11" name="Group 10">
            <a:extLst>
              <a:ext uri="{FF2B5EF4-FFF2-40B4-BE49-F238E27FC236}">
                <a16:creationId xmlns:a16="http://schemas.microsoft.com/office/drawing/2014/main" id="{98348D52-CA50-F15C-B472-B152337D805F}"/>
              </a:ext>
            </a:extLst>
          </p:cNvPr>
          <p:cNvGrpSpPr/>
          <p:nvPr/>
        </p:nvGrpSpPr>
        <p:grpSpPr>
          <a:xfrm>
            <a:off x="6096000" y="2362859"/>
            <a:ext cx="4775638" cy="1045440"/>
            <a:chOff x="6096000" y="1266959"/>
            <a:chExt cx="4775638" cy="1045440"/>
          </a:xfrm>
        </p:grpSpPr>
        <p:sp>
          <p:nvSpPr>
            <p:cNvPr id="44" name="Rectangle: Rounded Corners 43">
              <a:extLst>
                <a:ext uri="{FF2B5EF4-FFF2-40B4-BE49-F238E27FC236}">
                  <a16:creationId xmlns:a16="http://schemas.microsoft.com/office/drawing/2014/main" id="{872B6A74-D5FE-A9C3-5036-DA39A3F3AAA9}"/>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6</a:t>
              </a:r>
              <a:endParaRPr lang="en-US">
                <a:solidFill>
                  <a:schemeClr val="accent1"/>
                </a:solidFill>
              </a:endParaRPr>
            </a:p>
          </p:txBody>
        </p:sp>
        <p:sp>
          <p:nvSpPr>
            <p:cNvPr id="45" name="Oval 44">
              <a:hlinkClick r:id="rId7" action="ppaction://hlinksldjump"/>
              <a:extLst>
                <a:ext uri="{FF2B5EF4-FFF2-40B4-BE49-F238E27FC236}">
                  <a16:creationId xmlns:a16="http://schemas.microsoft.com/office/drawing/2014/main" id="{440E2C2A-513E-2146-E110-A5C05774C27F}"/>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6</a:t>
              </a:r>
            </a:p>
          </p:txBody>
        </p:sp>
      </p:grpSp>
      <p:grpSp>
        <p:nvGrpSpPr>
          <p:cNvPr id="12" name="Group 11">
            <a:extLst>
              <a:ext uri="{FF2B5EF4-FFF2-40B4-BE49-F238E27FC236}">
                <a16:creationId xmlns:a16="http://schemas.microsoft.com/office/drawing/2014/main" id="{E73741F1-615E-A4A4-088D-E0A9187F983E}"/>
              </a:ext>
            </a:extLst>
          </p:cNvPr>
          <p:cNvGrpSpPr/>
          <p:nvPr/>
        </p:nvGrpSpPr>
        <p:grpSpPr>
          <a:xfrm>
            <a:off x="6096000" y="3458759"/>
            <a:ext cx="4775638" cy="1045440"/>
            <a:chOff x="6096000" y="2362859"/>
            <a:chExt cx="4775638" cy="1045440"/>
          </a:xfrm>
        </p:grpSpPr>
        <p:sp>
          <p:nvSpPr>
            <p:cNvPr id="41" name="Rectangle: Rounded Corners 40">
              <a:extLst>
                <a:ext uri="{FF2B5EF4-FFF2-40B4-BE49-F238E27FC236}">
                  <a16:creationId xmlns:a16="http://schemas.microsoft.com/office/drawing/2014/main" id="{D868B1C9-B182-2727-4865-6D5AC1780BED}"/>
                </a:ext>
                <a:ext uri="{C183D7F6-B498-43B3-948B-1728B52AA6E4}">
                  <adec:decorative xmlns:adec="http://schemas.microsoft.com/office/drawing/2017/decorative" val="1"/>
                </a:ext>
              </a:extLst>
            </p:cNvPr>
            <p:cNvSpPr/>
            <p:nvPr/>
          </p:nvSpPr>
          <p:spPr>
            <a:xfrm>
              <a:off x="6773782" y="24268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panose="020B0604020202020204"/>
                </a:rPr>
                <a:t>Review of learning 7</a:t>
              </a:r>
              <a:endParaRPr lang="en-US">
                <a:solidFill>
                  <a:schemeClr val="accent1"/>
                </a:solidFill>
              </a:endParaRPr>
            </a:p>
          </p:txBody>
        </p:sp>
        <p:sp>
          <p:nvSpPr>
            <p:cNvPr id="42" name="Oval 41">
              <a:hlinkClick r:id="rId8" action="ppaction://hlinksldjump"/>
              <a:extLst>
                <a:ext uri="{FF2B5EF4-FFF2-40B4-BE49-F238E27FC236}">
                  <a16:creationId xmlns:a16="http://schemas.microsoft.com/office/drawing/2014/main" id="{193FCBC3-0E7A-2B7F-C738-F5F9ECEE27FE}"/>
                </a:ext>
              </a:extLst>
            </p:cNvPr>
            <p:cNvSpPr/>
            <p:nvPr/>
          </p:nvSpPr>
          <p:spPr>
            <a:xfrm>
              <a:off x="6096000" y="23628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7</a:t>
              </a:r>
            </a:p>
          </p:txBody>
        </p:sp>
      </p:grpSp>
      <p:grpSp>
        <p:nvGrpSpPr>
          <p:cNvPr id="13" name="Group 12">
            <a:extLst>
              <a:ext uri="{FF2B5EF4-FFF2-40B4-BE49-F238E27FC236}">
                <a16:creationId xmlns:a16="http://schemas.microsoft.com/office/drawing/2014/main" id="{8E45D1B3-369A-D013-FFE7-B91D37B811F7}"/>
              </a:ext>
            </a:extLst>
          </p:cNvPr>
          <p:cNvGrpSpPr/>
          <p:nvPr/>
        </p:nvGrpSpPr>
        <p:grpSpPr>
          <a:xfrm>
            <a:off x="6096000" y="4554659"/>
            <a:ext cx="4775638" cy="1045440"/>
            <a:chOff x="6096000" y="3458759"/>
            <a:chExt cx="4775638" cy="1045440"/>
          </a:xfrm>
        </p:grpSpPr>
        <p:sp>
          <p:nvSpPr>
            <p:cNvPr id="38" name="Rectangle: Rounded Corners 37">
              <a:extLst>
                <a:ext uri="{FF2B5EF4-FFF2-40B4-BE49-F238E27FC236}">
                  <a16:creationId xmlns:a16="http://schemas.microsoft.com/office/drawing/2014/main" id="{22AE8CE5-94FD-CF39-4100-9EA79119BE34}"/>
                </a:ext>
                <a:ext uri="{C183D7F6-B498-43B3-948B-1728B52AA6E4}">
                  <adec:decorative xmlns:adec="http://schemas.microsoft.com/office/drawing/2017/decorative" val="1"/>
                </a:ext>
              </a:extLst>
            </p:cNvPr>
            <p:cNvSpPr/>
            <p:nvPr/>
          </p:nvSpPr>
          <p:spPr>
            <a:xfrm>
              <a:off x="6773782" y="3522782"/>
              <a:ext cx="4097856" cy="917394"/>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cs typeface="Arial"/>
                </a:rPr>
                <a:t>Review of learning 8</a:t>
              </a:r>
              <a:endParaRPr lang="en-US">
                <a:solidFill>
                  <a:schemeClr val="accent1"/>
                </a:solidFill>
              </a:endParaRPr>
            </a:p>
          </p:txBody>
        </p:sp>
        <p:sp>
          <p:nvSpPr>
            <p:cNvPr id="39" name="Oval 38">
              <a:hlinkClick r:id="rId9" action="ppaction://hlinksldjump"/>
              <a:extLst>
                <a:ext uri="{FF2B5EF4-FFF2-40B4-BE49-F238E27FC236}">
                  <a16:creationId xmlns:a16="http://schemas.microsoft.com/office/drawing/2014/main" id="{EF49910F-1BBC-C179-B3E7-5FA3AE36CDDD}"/>
                </a:ext>
              </a:extLst>
            </p:cNvPr>
            <p:cNvSpPr/>
            <p:nvPr/>
          </p:nvSpPr>
          <p:spPr>
            <a:xfrm>
              <a:off x="6096000" y="34587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8</a:t>
              </a:r>
            </a:p>
          </p:txBody>
        </p:sp>
      </p:grpSp>
      <p:sp>
        <p:nvSpPr>
          <p:cNvPr id="3" name="Slide Number Placeholder 2">
            <a:extLst>
              <a:ext uri="{FF2B5EF4-FFF2-40B4-BE49-F238E27FC236}">
                <a16:creationId xmlns:a16="http://schemas.microsoft.com/office/drawing/2014/main" id="{ECB95D0D-4DB2-95D7-03B3-689505E4E1BC}"/>
              </a:ext>
              <a:ext uri="{C183D7F6-B498-43B3-948B-1728B52AA6E4}">
                <adec:decorative xmlns:adec="http://schemas.microsoft.com/office/drawing/2017/decorative" val="1"/>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3</a:t>
            </a:fld>
            <a:endParaRPr lang="en-AU"/>
          </a:p>
        </p:txBody>
      </p:sp>
      <p:grpSp>
        <p:nvGrpSpPr>
          <p:cNvPr id="17" name="Group 16">
            <a:extLst>
              <a:ext uri="{FF2B5EF4-FFF2-40B4-BE49-F238E27FC236}">
                <a16:creationId xmlns:a16="http://schemas.microsoft.com/office/drawing/2014/main" id="{5CA7685F-33D7-262A-AE71-7F572C4FD60A}"/>
              </a:ext>
            </a:extLst>
          </p:cNvPr>
          <p:cNvGrpSpPr/>
          <p:nvPr/>
        </p:nvGrpSpPr>
        <p:grpSpPr>
          <a:xfrm>
            <a:off x="6096000" y="1200486"/>
            <a:ext cx="4775638" cy="1045440"/>
            <a:chOff x="6096000" y="1266959"/>
            <a:chExt cx="4775638" cy="1045440"/>
          </a:xfrm>
        </p:grpSpPr>
        <p:sp>
          <p:nvSpPr>
            <p:cNvPr id="18" name="Rectangle: Rounded Corners 43">
              <a:extLst>
                <a:ext uri="{FF2B5EF4-FFF2-40B4-BE49-F238E27FC236}">
                  <a16:creationId xmlns:a16="http://schemas.microsoft.com/office/drawing/2014/main" id="{3DAA1A61-85C8-F828-1EC5-45BA7CAB872F}"/>
                </a:ext>
                <a:ext uri="{C183D7F6-B498-43B3-948B-1728B52AA6E4}">
                  <adec:decorative xmlns:adec="http://schemas.microsoft.com/office/drawing/2017/decorative" val="1"/>
                </a:ext>
              </a:extLst>
            </p:cNvPr>
            <p:cNvSpPr/>
            <p:nvPr/>
          </p:nvSpPr>
          <p:spPr>
            <a:xfrm>
              <a:off x="6773782" y="1330679"/>
              <a:ext cx="4097856" cy="918000"/>
            </a:xfrm>
            <a:prstGeom prst="roundRect">
              <a:avLst>
                <a:gd name="adj" fmla="val 17256"/>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marL="359410"/>
              <a:r>
                <a:rPr lang="en-US">
                  <a:solidFill>
                    <a:schemeClr val="accent1"/>
                  </a:solidFill>
                  <a:latin typeface="+mj-lt"/>
                </a:rPr>
                <a:t>Review of learning 5</a:t>
              </a:r>
              <a:endParaRPr lang="en-US">
                <a:solidFill>
                  <a:schemeClr val="accent1"/>
                </a:solidFill>
              </a:endParaRPr>
            </a:p>
          </p:txBody>
        </p:sp>
        <p:sp>
          <p:nvSpPr>
            <p:cNvPr id="19" name="Oval 18">
              <a:hlinkClick r:id="rId10" action="ppaction://hlinksldjump"/>
              <a:extLst>
                <a:ext uri="{FF2B5EF4-FFF2-40B4-BE49-F238E27FC236}">
                  <a16:creationId xmlns:a16="http://schemas.microsoft.com/office/drawing/2014/main" id="{C7441057-962E-1AEF-726B-DFC965D5E0B5}"/>
                </a:ext>
              </a:extLst>
            </p:cNvPr>
            <p:cNvSpPr/>
            <p:nvPr/>
          </p:nvSpPr>
          <p:spPr>
            <a:xfrm>
              <a:off x="6096000" y="1266959"/>
              <a:ext cx="1045441" cy="1045440"/>
            </a:xfrm>
            <a:prstGeom prst="ellipse">
              <a:avLst/>
            </a:prstGeom>
            <a:solidFill>
              <a:schemeClr val="accent1"/>
            </a:solidFill>
            <a:ln w="762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r>
                <a:rPr lang="en-AU" sz="3000" b="1">
                  <a:solidFill>
                    <a:schemeClr val="bg1"/>
                  </a:solidFill>
                  <a:latin typeface="+mj-lt"/>
                  <a:cs typeface="Arial" panose="020B0604020202020204" pitchFamily="34" charset="0"/>
                </a:rPr>
                <a:t>5</a:t>
              </a:r>
            </a:p>
          </p:txBody>
        </p:sp>
      </p:grpSp>
    </p:spTree>
    <p:extLst>
      <p:ext uri="{BB962C8B-B14F-4D97-AF65-F5344CB8AC3E}">
        <p14:creationId xmlns:p14="http://schemas.microsoft.com/office/powerpoint/2010/main" val="8861623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49800255-62C7-52FC-7626-3B3FEBADF4CA}"/>
              </a:ext>
            </a:extLst>
          </p:cNvPr>
          <p:cNvSpPr>
            <a:spLocks noGrp="1"/>
          </p:cNvSpPr>
          <p:nvPr>
            <p:ph type="ctrTitle"/>
          </p:nvPr>
        </p:nvSpPr>
        <p:spPr/>
        <p:txBody>
          <a:bodyPr/>
          <a:lstStyle/>
          <a:p>
            <a:r>
              <a:rPr lang="en-AU">
                <a:latin typeface="+mj-lt"/>
                <a:cs typeface="Arial"/>
              </a:rPr>
              <a:t>Review of learning 1</a:t>
            </a:r>
            <a:endParaRPr lang="en-AU">
              <a:latin typeface="+mj-lt"/>
            </a:endParaRPr>
          </a:p>
        </p:txBody>
      </p:sp>
    </p:spTree>
    <p:extLst>
      <p:ext uri="{BB962C8B-B14F-4D97-AF65-F5344CB8AC3E}">
        <p14:creationId xmlns:p14="http://schemas.microsoft.com/office/powerpoint/2010/main" val="2028193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FE470CA-37B9-5866-8D09-298FF55EE989}"/>
              </a:ext>
            </a:extLst>
          </p:cNvPr>
          <p:cNvSpPr>
            <a:spLocks noGrp="1"/>
          </p:cNvSpPr>
          <p:nvPr>
            <p:ph type="sldNum" sz="quarter" idx="12"/>
          </p:nvPr>
        </p:nvSpPr>
        <p:spPr/>
        <p:txBody>
          <a:bodyPr/>
          <a:lstStyle/>
          <a:p>
            <a:fld id="{10A01DC5-1685-4615-8240-15192985C6A2}" type="slidenum">
              <a:rPr lang="en-AU" smtClean="0"/>
              <a:t>5</a:t>
            </a:fld>
            <a:endParaRPr lang="en-AU"/>
          </a:p>
        </p:txBody>
      </p:sp>
      <p:sp>
        <p:nvSpPr>
          <p:cNvPr id="3" name="Title 2">
            <a:extLst>
              <a:ext uri="{FF2B5EF4-FFF2-40B4-BE49-F238E27FC236}">
                <a16:creationId xmlns:a16="http://schemas.microsoft.com/office/drawing/2014/main" id="{293E9645-0D96-A57E-C0D8-3B2B5635236C}"/>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(1)</a:t>
            </a:r>
          </a:p>
        </p:txBody>
      </p:sp>
      <p:sp>
        <p:nvSpPr>
          <p:cNvPr id="15" name="Text Placeholder 14">
            <a:extLst>
              <a:ext uri="{FF2B5EF4-FFF2-40B4-BE49-F238E27FC236}">
                <a16:creationId xmlns:a16="http://schemas.microsoft.com/office/drawing/2014/main" id="{6B9A183C-33B3-4568-C43F-096BAC3A3E3A}"/>
              </a:ext>
            </a:extLst>
          </p:cNvPr>
          <p:cNvSpPr>
            <a:spLocks noGrp="1"/>
          </p:cNvSpPr>
          <p:nvPr>
            <p:ph type="body" sz="quarter" idx="28"/>
          </p:nvPr>
        </p:nvSpPr>
        <p:spPr>
          <a:xfrm>
            <a:off x="360000" y="967577"/>
            <a:ext cx="11358861" cy="754243"/>
          </a:xfrm>
        </p:spPr>
        <p:txBody>
          <a:bodyPr vert="horz" lIns="0" tIns="0" rIns="0" bIns="0" rtlCol="0" anchor="t">
            <a:noAutofit/>
          </a:bodyPr>
          <a:lstStyle/>
          <a:p>
            <a:r>
              <a:rPr lang="en-US" sz="3600">
                <a:latin typeface="Arial"/>
                <a:cs typeface="Arial"/>
              </a:rPr>
              <a:t>Which image shows a </a:t>
            </a:r>
            <a:r>
              <a:rPr lang="en-US" sz="3600" b="1">
                <a:latin typeface="Arial"/>
                <a:cs typeface="Arial"/>
              </a:rPr>
              <a:t>half</a:t>
            </a:r>
            <a:r>
              <a:rPr lang="en-US" sz="3600">
                <a:latin typeface="Arial"/>
                <a:cs typeface="Arial"/>
              </a:rPr>
              <a:t>?</a:t>
            </a:r>
          </a:p>
        </p:txBody>
      </p:sp>
      <p:sp>
        <p:nvSpPr>
          <p:cNvPr id="9" name="TextBox 8">
            <a:extLst>
              <a:ext uri="{FF2B5EF4-FFF2-40B4-BE49-F238E27FC236}">
                <a16:creationId xmlns:a16="http://schemas.microsoft.com/office/drawing/2014/main" id="{17539DAC-4E92-AFE5-86E8-50C88518EFAD}"/>
              </a:ext>
            </a:extLst>
          </p:cNvPr>
          <p:cNvSpPr txBox="1"/>
          <p:nvPr/>
        </p:nvSpPr>
        <p:spPr>
          <a:xfrm>
            <a:off x="679889" y="228416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33B1A6-4106-9E75-7645-88335BABE19D}"/>
              </a:ext>
            </a:extLst>
          </p:cNvPr>
          <p:cNvSpPr txBox="1"/>
          <p:nvPr/>
        </p:nvSpPr>
        <p:spPr>
          <a:xfrm>
            <a:off x="689607" y="336334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8ADB1A3-D5FD-9EC3-BED8-5982F1544E0E}"/>
              </a:ext>
            </a:extLst>
          </p:cNvPr>
          <p:cNvSpPr txBox="1"/>
          <p:nvPr/>
        </p:nvSpPr>
        <p:spPr>
          <a:xfrm>
            <a:off x="699132"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7E4BDDCB-88AF-EC45-6F07-05B50A0060D2}"/>
              </a:ext>
            </a:extLst>
          </p:cNvPr>
          <p:cNvSpPr txBox="1"/>
          <p:nvPr/>
        </p:nvSpPr>
        <p:spPr>
          <a:xfrm>
            <a:off x="689609" y="4297903"/>
            <a:ext cx="529428"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pic>
        <p:nvPicPr>
          <p:cNvPr id="4" name="Picture 3" descr="image of a finger selecting an option for a multiple choice or true and false">
            <a:extLst>
              <a:ext uri="{FF2B5EF4-FFF2-40B4-BE49-F238E27FC236}">
                <a16:creationId xmlns:a16="http://schemas.microsoft.com/office/drawing/2014/main" id="{213BF0C3-EA70-69CD-39F5-736545693249}"/>
              </a:ext>
            </a:extLst>
          </p:cNvPr>
          <p:cNvPicPr>
            <a:picLocks noChangeAspect="1"/>
          </p:cNvPicPr>
          <p:nvPr/>
        </p:nvPicPr>
        <p:blipFill>
          <a:blip r:embed="rId3"/>
          <a:stretch>
            <a:fillRect/>
          </a:stretch>
        </p:blipFill>
        <p:spPr>
          <a:xfrm>
            <a:off x="10807908" y="43303"/>
            <a:ext cx="1165786" cy="1140716"/>
          </a:xfrm>
          <a:prstGeom prst="rect">
            <a:avLst/>
          </a:prstGeom>
        </p:spPr>
      </p:pic>
      <p:grpSp>
        <p:nvGrpSpPr>
          <p:cNvPr id="16" name="Group 3" descr="4 fractions bars&#10;A. 1/2&#10;B. 2/2&#10;C. 1/3&#10;D. 1.4">
            <a:extLst>
              <a:ext uri="{FF2B5EF4-FFF2-40B4-BE49-F238E27FC236}">
                <a16:creationId xmlns:a16="http://schemas.microsoft.com/office/drawing/2014/main" id="{EDF7EF00-C110-BFD2-51E4-72CB9A4DBFFD}"/>
              </a:ext>
            </a:extLst>
          </p:cNvPr>
          <p:cNvGrpSpPr/>
          <p:nvPr/>
        </p:nvGrpSpPr>
        <p:grpSpPr>
          <a:xfrm>
            <a:off x="1704679" y="2373017"/>
            <a:ext cx="5347629" cy="563061"/>
            <a:chOff x="0" y="0"/>
            <a:chExt cx="3155591" cy="334679"/>
          </a:xfrm>
        </p:grpSpPr>
        <p:sp>
          <p:nvSpPr>
            <p:cNvPr id="52" name="Freeform 4">
              <a:extLst>
                <a:ext uri="{FF2B5EF4-FFF2-40B4-BE49-F238E27FC236}">
                  <a16:creationId xmlns:a16="http://schemas.microsoft.com/office/drawing/2014/main" id="{F6803C8B-BA1F-0AB9-A261-CDE086C82D0E}"/>
                </a:ext>
              </a:extLst>
            </p:cNvPr>
            <p:cNvSpPr/>
            <p:nvPr/>
          </p:nvSpPr>
          <p:spPr>
            <a:xfrm>
              <a:off x="0" y="0"/>
              <a:ext cx="3155591" cy="334679"/>
            </a:xfrm>
            <a:custGeom>
              <a:avLst/>
              <a:gdLst/>
              <a:ahLst/>
              <a:cxnLst/>
              <a:rect l="l" t="t" r="r" b="b"/>
              <a:pathLst>
                <a:path w="3155591" h="334679">
                  <a:moveTo>
                    <a:pt x="0" y="0"/>
                  </a:moveTo>
                  <a:lnTo>
                    <a:pt x="3155591" y="0"/>
                  </a:lnTo>
                  <a:lnTo>
                    <a:pt x="3155591" y="334679"/>
                  </a:lnTo>
                  <a:lnTo>
                    <a:pt x="0" y="334679"/>
                  </a:lnTo>
                  <a:close/>
                </a:path>
              </a:pathLst>
            </a:custGeom>
            <a:solidFill>
              <a:srgbClr val="000000">
                <a:alpha val="0"/>
              </a:srgbClr>
            </a:solidFill>
            <a:ln w="38100" cap="sq">
              <a:solidFill>
                <a:srgbClr val="000000"/>
              </a:solidFill>
              <a:prstDash val="solid"/>
              <a:miter/>
            </a:ln>
          </p:spPr>
          <p:txBody>
            <a:bodyPr/>
            <a:lstStyle/>
            <a:p>
              <a:endParaRPr lang="en-AU"/>
            </a:p>
          </p:txBody>
        </p:sp>
        <p:sp>
          <p:nvSpPr>
            <p:cNvPr id="53" name="TextBox 5">
              <a:extLst>
                <a:ext uri="{FF2B5EF4-FFF2-40B4-BE49-F238E27FC236}">
                  <a16:creationId xmlns:a16="http://schemas.microsoft.com/office/drawing/2014/main" id="{B24B22D1-3DF3-160B-AC1A-673F899ED312}"/>
                </a:ext>
              </a:extLst>
            </p:cNvPr>
            <p:cNvSpPr txBox="1"/>
            <p:nvPr/>
          </p:nvSpPr>
          <p:spPr>
            <a:xfrm>
              <a:off x="0" y="-38100"/>
              <a:ext cx="3155591" cy="372779"/>
            </a:xfrm>
            <a:prstGeom prst="rect">
              <a:avLst/>
            </a:prstGeom>
          </p:spPr>
          <p:txBody>
            <a:bodyPr lIns="65426" tIns="65426" rIns="65426" bIns="65426" rtlCol="0" anchor="ctr"/>
            <a:lstStyle/>
            <a:p>
              <a:pPr algn="ctr">
                <a:lnSpc>
                  <a:spcPts val="2433"/>
                </a:lnSpc>
              </a:pPr>
              <a:endParaRPr/>
            </a:p>
          </p:txBody>
        </p:sp>
      </p:grpSp>
      <p:grpSp>
        <p:nvGrpSpPr>
          <p:cNvPr id="17" name="Group 6" descr="4 fractions bars&#10;A. 1/2&#10;B. 2/2&#10;C. 1/3&#10;D. 1.4">
            <a:extLst>
              <a:ext uri="{FF2B5EF4-FFF2-40B4-BE49-F238E27FC236}">
                <a16:creationId xmlns:a16="http://schemas.microsoft.com/office/drawing/2014/main" id="{B762122F-E594-C5C8-4D44-44638959C8FB}"/>
              </a:ext>
            </a:extLst>
          </p:cNvPr>
          <p:cNvGrpSpPr/>
          <p:nvPr/>
        </p:nvGrpSpPr>
        <p:grpSpPr>
          <a:xfrm>
            <a:off x="1704679" y="3330692"/>
            <a:ext cx="5339724" cy="626232"/>
            <a:chOff x="0" y="-38100"/>
            <a:chExt cx="3155591" cy="372779"/>
          </a:xfrm>
        </p:grpSpPr>
        <p:sp>
          <p:nvSpPr>
            <p:cNvPr id="50" name="Freeform 7">
              <a:extLst>
                <a:ext uri="{FF2B5EF4-FFF2-40B4-BE49-F238E27FC236}">
                  <a16:creationId xmlns:a16="http://schemas.microsoft.com/office/drawing/2014/main" id="{E0DB4E43-DE15-EE84-F70C-DF02F78783E9}"/>
                </a:ext>
              </a:extLst>
            </p:cNvPr>
            <p:cNvSpPr/>
            <p:nvPr/>
          </p:nvSpPr>
          <p:spPr>
            <a:xfrm>
              <a:off x="0" y="-11951"/>
              <a:ext cx="3155591" cy="334679"/>
            </a:xfrm>
            <a:custGeom>
              <a:avLst/>
              <a:gdLst/>
              <a:ahLst/>
              <a:cxnLst/>
              <a:rect l="l" t="t" r="r" b="b"/>
              <a:pathLst>
                <a:path w="3155591" h="334679">
                  <a:moveTo>
                    <a:pt x="0" y="0"/>
                  </a:moveTo>
                  <a:lnTo>
                    <a:pt x="3155591" y="0"/>
                  </a:lnTo>
                  <a:lnTo>
                    <a:pt x="3155591" y="334679"/>
                  </a:lnTo>
                  <a:lnTo>
                    <a:pt x="0" y="334679"/>
                  </a:lnTo>
                  <a:close/>
                </a:path>
              </a:pathLst>
            </a:custGeom>
            <a:solidFill>
              <a:srgbClr val="000000">
                <a:alpha val="0"/>
              </a:srgbClr>
            </a:solidFill>
            <a:ln w="38100" cap="sq">
              <a:solidFill>
                <a:srgbClr val="000000"/>
              </a:solidFill>
              <a:prstDash val="solid"/>
              <a:miter/>
            </a:ln>
          </p:spPr>
          <p:txBody>
            <a:bodyPr/>
            <a:lstStyle/>
            <a:p>
              <a:endParaRPr lang="en-AU"/>
            </a:p>
          </p:txBody>
        </p:sp>
        <p:sp>
          <p:nvSpPr>
            <p:cNvPr id="51" name="TextBox 8">
              <a:extLst>
                <a:ext uri="{FF2B5EF4-FFF2-40B4-BE49-F238E27FC236}">
                  <a16:creationId xmlns:a16="http://schemas.microsoft.com/office/drawing/2014/main" id="{EB44341D-6B9F-BF05-32D8-5971121FA426}"/>
                </a:ext>
              </a:extLst>
            </p:cNvPr>
            <p:cNvSpPr txBox="1"/>
            <p:nvPr/>
          </p:nvSpPr>
          <p:spPr>
            <a:xfrm>
              <a:off x="0" y="-38100"/>
              <a:ext cx="3155591" cy="372779"/>
            </a:xfrm>
            <a:prstGeom prst="rect">
              <a:avLst/>
            </a:prstGeom>
          </p:spPr>
          <p:txBody>
            <a:bodyPr lIns="50800" tIns="50800" rIns="50800" bIns="50800" rtlCol="0" anchor="ctr"/>
            <a:lstStyle/>
            <a:p>
              <a:pPr algn="ctr">
                <a:lnSpc>
                  <a:spcPts val="2433"/>
                </a:lnSpc>
              </a:pPr>
              <a:endParaRPr/>
            </a:p>
          </p:txBody>
        </p:sp>
      </p:grpSp>
      <p:sp>
        <p:nvSpPr>
          <p:cNvPr id="18" name="AutoShape 9" descr="4 fractions bars&#10;A. 1/2&#10;B. 2/2&#10;C. 1/3&#10;D. 1.4">
            <a:extLst>
              <a:ext uri="{FF2B5EF4-FFF2-40B4-BE49-F238E27FC236}">
                <a16:creationId xmlns:a16="http://schemas.microsoft.com/office/drawing/2014/main" id="{AADDDB8F-07FB-178C-D91D-6ADD996554C5}"/>
              </a:ext>
            </a:extLst>
          </p:cNvPr>
          <p:cNvSpPr/>
          <p:nvPr/>
        </p:nvSpPr>
        <p:spPr>
          <a:xfrm>
            <a:off x="4360509" y="3361983"/>
            <a:ext cx="0" cy="563650"/>
          </a:xfrm>
          <a:prstGeom prst="line">
            <a:avLst/>
          </a:prstGeom>
          <a:ln w="33750" cap="flat">
            <a:solidFill>
              <a:srgbClr val="000000"/>
            </a:solidFill>
            <a:prstDash val="solid"/>
            <a:headEnd type="none" w="sm" len="sm"/>
            <a:tailEnd type="none" w="sm" len="sm"/>
          </a:ln>
        </p:spPr>
        <p:txBody>
          <a:bodyPr/>
          <a:lstStyle/>
          <a:p>
            <a:endParaRPr lang="en-AU"/>
          </a:p>
        </p:txBody>
      </p:sp>
      <p:grpSp>
        <p:nvGrpSpPr>
          <p:cNvPr id="54" name="Group 53" descr="4 fractions bars&#10;A. 1/2&#10;B. 2/2&#10;C. 1/3&#10;D. 1.4">
            <a:extLst>
              <a:ext uri="{FF2B5EF4-FFF2-40B4-BE49-F238E27FC236}">
                <a16:creationId xmlns:a16="http://schemas.microsoft.com/office/drawing/2014/main" id="{D68F7AA9-E162-D410-316D-694F077997AB}"/>
              </a:ext>
            </a:extLst>
          </p:cNvPr>
          <p:cNvGrpSpPr/>
          <p:nvPr/>
        </p:nvGrpSpPr>
        <p:grpSpPr>
          <a:xfrm>
            <a:off x="1690647" y="5463884"/>
            <a:ext cx="5339724" cy="565073"/>
            <a:chOff x="1712584" y="5657716"/>
            <a:chExt cx="5339724" cy="565073"/>
          </a:xfrm>
        </p:grpSpPr>
        <p:grpSp>
          <p:nvGrpSpPr>
            <p:cNvPr id="22" name="Group 10">
              <a:extLst>
                <a:ext uri="{FF2B5EF4-FFF2-40B4-BE49-F238E27FC236}">
                  <a16:creationId xmlns:a16="http://schemas.microsoft.com/office/drawing/2014/main" id="{C8DA042C-446C-B7D9-B4D1-120614A98E8C}"/>
                </a:ext>
              </a:extLst>
            </p:cNvPr>
            <p:cNvGrpSpPr/>
            <p:nvPr/>
          </p:nvGrpSpPr>
          <p:grpSpPr>
            <a:xfrm>
              <a:off x="1712584" y="5659139"/>
              <a:ext cx="5339724" cy="562228"/>
              <a:chOff x="0" y="0"/>
              <a:chExt cx="3155591" cy="334679"/>
            </a:xfrm>
          </p:grpSpPr>
          <p:sp>
            <p:nvSpPr>
              <p:cNvPr id="47" name="Freeform 11">
                <a:extLst>
                  <a:ext uri="{FF2B5EF4-FFF2-40B4-BE49-F238E27FC236}">
                    <a16:creationId xmlns:a16="http://schemas.microsoft.com/office/drawing/2014/main" id="{3244E554-1590-1A53-17CC-9E459A6370A9}"/>
                  </a:ext>
                </a:extLst>
              </p:cNvPr>
              <p:cNvSpPr/>
              <p:nvPr/>
            </p:nvSpPr>
            <p:spPr>
              <a:xfrm>
                <a:off x="0" y="0"/>
                <a:ext cx="3155591" cy="334679"/>
              </a:xfrm>
              <a:custGeom>
                <a:avLst/>
                <a:gdLst/>
                <a:ahLst/>
                <a:cxnLst/>
                <a:rect l="l" t="t" r="r" b="b"/>
                <a:pathLst>
                  <a:path w="3155591" h="334679">
                    <a:moveTo>
                      <a:pt x="0" y="0"/>
                    </a:moveTo>
                    <a:lnTo>
                      <a:pt x="3155591" y="0"/>
                    </a:lnTo>
                    <a:lnTo>
                      <a:pt x="3155591" y="334679"/>
                    </a:lnTo>
                    <a:lnTo>
                      <a:pt x="0" y="334679"/>
                    </a:lnTo>
                    <a:close/>
                  </a:path>
                </a:pathLst>
              </a:custGeom>
              <a:solidFill>
                <a:srgbClr val="000000">
                  <a:alpha val="0"/>
                </a:srgbClr>
              </a:solidFill>
              <a:ln w="38100" cap="sq">
                <a:solidFill>
                  <a:srgbClr val="000000"/>
                </a:solidFill>
                <a:prstDash val="solid"/>
                <a:miter/>
              </a:ln>
            </p:spPr>
            <p:txBody>
              <a:bodyPr/>
              <a:lstStyle/>
              <a:p>
                <a:endParaRPr lang="en-AU"/>
              </a:p>
            </p:txBody>
          </p:sp>
          <p:sp>
            <p:nvSpPr>
              <p:cNvPr id="49" name="TextBox 12">
                <a:extLst>
                  <a:ext uri="{FF2B5EF4-FFF2-40B4-BE49-F238E27FC236}">
                    <a16:creationId xmlns:a16="http://schemas.microsoft.com/office/drawing/2014/main" id="{085210C2-C3EE-50C9-4753-FD7A77092E91}"/>
                  </a:ext>
                </a:extLst>
              </p:cNvPr>
              <p:cNvSpPr txBox="1"/>
              <p:nvPr/>
            </p:nvSpPr>
            <p:spPr>
              <a:xfrm>
                <a:off x="0" y="-38100"/>
                <a:ext cx="3155591" cy="372779"/>
              </a:xfrm>
              <a:prstGeom prst="rect">
                <a:avLst/>
              </a:prstGeom>
            </p:spPr>
            <p:txBody>
              <a:bodyPr lIns="50800" tIns="50800" rIns="50800" bIns="50800" rtlCol="0" anchor="ctr"/>
              <a:lstStyle/>
              <a:p>
                <a:pPr algn="ctr">
                  <a:lnSpc>
                    <a:spcPts val="2433"/>
                  </a:lnSpc>
                </a:pPr>
                <a:endParaRPr/>
              </a:p>
            </p:txBody>
          </p:sp>
        </p:grpSp>
        <p:sp>
          <p:nvSpPr>
            <p:cNvPr id="23" name="AutoShape 13">
              <a:extLst>
                <a:ext uri="{FF2B5EF4-FFF2-40B4-BE49-F238E27FC236}">
                  <a16:creationId xmlns:a16="http://schemas.microsoft.com/office/drawing/2014/main" id="{81804977-8976-4AA5-2CC7-764BDA0D2176}"/>
                </a:ext>
              </a:extLst>
            </p:cNvPr>
            <p:cNvSpPr/>
            <p:nvPr/>
          </p:nvSpPr>
          <p:spPr>
            <a:xfrm>
              <a:off x="4442876" y="5659139"/>
              <a:ext cx="0" cy="563650"/>
            </a:xfrm>
            <a:prstGeom prst="line">
              <a:avLst/>
            </a:prstGeom>
            <a:ln w="50626" cap="flat">
              <a:solidFill>
                <a:srgbClr val="000000"/>
              </a:solidFill>
              <a:prstDash val="solid"/>
              <a:headEnd type="none" w="sm" len="sm"/>
              <a:tailEnd type="none" w="sm" len="sm"/>
            </a:ln>
          </p:spPr>
          <p:txBody>
            <a:bodyPr/>
            <a:lstStyle/>
            <a:p>
              <a:endParaRPr lang="en-AU"/>
            </a:p>
          </p:txBody>
        </p:sp>
        <p:sp>
          <p:nvSpPr>
            <p:cNvPr id="28" name="AutoShape 14">
              <a:extLst>
                <a:ext uri="{FF2B5EF4-FFF2-40B4-BE49-F238E27FC236}">
                  <a16:creationId xmlns:a16="http://schemas.microsoft.com/office/drawing/2014/main" id="{B7D646DA-8677-5076-7F5A-29DF1C4F6ADC}"/>
                </a:ext>
              </a:extLst>
            </p:cNvPr>
            <p:cNvSpPr/>
            <p:nvPr/>
          </p:nvSpPr>
          <p:spPr>
            <a:xfrm>
              <a:off x="3092058" y="5657716"/>
              <a:ext cx="0" cy="563650"/>
            </a:xfrm>
            <a:prstGeom prst="line">
              <a:avLst/>
            </a:prstGeom>
            <a:ln w="50626" cap="flat">
              <a:solidFill>
                <a:srgbClr val="000000"/>
              </a:solidFill>
              <a:prstDash val="solid"/>
              <a:headEnd type="none" w="sm" len="sm"/>
              <a:tailEnd type="none" w="sm" len="sm"/>
            </a:ln>
          </p:spPr>
          <p:txBody>
            <a:bodyPr/>
            <a:lstStyle/>
            <a:p>
              <a:endParaRPr lang="en-AU"/>
            </a:p>
          </p:txBody>
        </p:sp>
        <p:sp>
          <p:nvSpPr>
            <p:cNvPr id="30" name="AutoShape 15">
              <a:extLst>
                <a:ext uri="{FF2B5EF4-FFF2-40B4-BE49-F238E27FC236}">
                  <a16:creationId xmlns:a16="http://schemas.microsoft.com/office/drawing/2014/main" id="{25192D46-327B-F3C9-E136-B10100B9D822}"/>
                </a:ext>
              </a:extLst>
            </p:cNvPr>
            <p:cNvSpPr/>
            <p:nvPr/>
          </p:nvSpPr>
          <p:spPr>
            <a:xfrm>
              <a:off x="5824732" y="5657716"/>
              <a:ext cx="0" cy="563650"/>
            </a:xfrm>
            <a:prstGeom prst="line">
              <a:avLst/>
            </a:prstGeom>
            <a:ln w="50626" cap="flat">
              <a:solidFill>
                <a:srgbClr val="000000"/>
              </a:solidFill>
              <a:prstDash val="solid"/>
              <a:headEnd type="none" w="sm" len="sm"/>
              <a:tailEnd type="none" w="sm" len="sm"/>
            </a:ln>
          </p:spPr>
          <p:txBody>
            <a:bodyPr/>
            <a:lstStyle/>
            <a:p>
              <a:endParaRPr lang="en-AU"/>
            </a:p>
          </p:txBody>
        </p:sp>
      </p:grpSp>
      <p:grpSp>
        <p:nvGrpSpPr>
          <p:cNvPr id="32" name="Group 16" descr="4 fractions bars&#10;A. 1/2&#10;B. 2/2&#10;C. 1/3&#10;D. 1.4">
            <a:extLst>
              <a:ext uri="{FF2B5EF4-FFF2-40B4-BE49-F238E27FC236}">
                <a16:creationId xmlns:a16="http://schemas.microsoft.com/office/drawing/2014/main" id="{0881A532-D28A-5A99-C07B-75BCA1633812}"/>
              </a:ext>
            </a:extLst>
          </p:cNvPr>
          <p:cNvGrpSpPr/>
          <p:nvPr/>
        </p:nvGrpSpPr>
        <p:grpSpPr>
          <a:xfrm>
            <a:off x="1690648" y="4351538"/>
            <a:ext cx="5353755" cy="717733"/>
            <a:chOff x="-8292" y="-92568"/>
            <a:chExt cx="3163883" cy="427247"/>
          </a:xfrm>
        </p:grpSpPr>
        <p:sp>
          <p:nvSpPr>
            <p:cNvPr id="45" name="Freeform 17">
              <a:extLst>
                <a:ext uri="{FF2B5EF4-FFF2-40B4-BE49-F238E27FC236}">
                  <a16:creationId xmlns:a16="http://schemas.microsoft.com/office/drawing/2014/main" id="{EBA084FC-BE06-EA3F-2472-6A350737A92E}"/>
                </a:ext>
              </a:extLst>
            </p:cNvPr>
            <p:cNvSpPr/>
            <p:nvPr/>
          </p:nvSpPr>
          <p:spPr>
            <a:xfrm>
              <a:off x="-8292" y="-92568"/>
              <a:ext cx="3155591" cy="334679"/>
            </a:xfrm>
            <a:custGeom>
              <a:avLst/>
              <a:gdLst/>
              <a:ahLst/>
              <a:cxnLst/>
              <a:rect l="l" t="t" r="r" b="b"/>
              <a:pathLst>
                <a:path w="3155591" h="334679">
                  <a:moveTo>
                    <a:pt x="0" y="0"/>
                  </a:moveTo>
                  <a:lnTo>
                    <a:pt x="3155591" y="0"/>
                  </a:lnTo>
                  <a:lnTo>
                    <a:pt x="3155591" y="334679"/>
                  </a:lnTo>
                  <a:lnTo>
                    <a:pt x="0" y="334679"/>
                  </a:lnTo>
                  <a:close/>
                </a:path>
              </a:pathLst>
            </a:custGeom>
            <a:solidFill>
              <a:srgbClr val="000000">
                <a:alpha val="0"/>
              </a:srgbClr>
            </a:solidFill>
            <a:ln w="38100" cap="sq">
              <a:solidFill>
                <a:srgbClr val="000000"/>
              </a:solidFill>
              <a:prstDash val="solid"/>
              <a:miter/>
            </a:ln>
          </p:spPr>
          <p:txBody>
            <a:bodyPr/>
            <a:lstStyle/>
            <a:p>
              <a:endParaRPr lang="en-AU"/>
            </a:p>
          </p:txBody>
        </p:sp>
        <p:sp>
          <p:nvSpPr>
            <p:cNvPr id="46" name="TextBox 18">
              <a:extLst>
                <a:ext uri="{FF2B5EF4-FFF2-40B4-BE49-F238E27FC236}">
                  <a16:creationId xmlns:a16="http://schemas.microsoft.com/office/drawing/2014/main" id="{25B0D8A7-742B-0AAD-9972-4B5557B3119E}"/>
                </a:ext>
              </a:extLst>
            </p:cNvPr>
            <p:cNvSpPr txBox="1"/>
            <p:nvPr/>
          </p:nvSpPr>
          <p:spPr>
            <a:xfrm>
              <a:off x="0" y="-38100"/>
              <a:ext cx="3155591" cy="372779"/>
            </a:xfrm>
            <a:prstGeom prst="rect">
              <a:avLst/>
            </a:prstGeom>
          </p:spPr>
          <p:txBody>
            <a:bodyPr lIns="50800" tIns="50800" rIns="50800" bIns="50800" rtlCol="0" anchor="ctr"/>
            <a:lstStyle/>
            <a:p>
              <a:pPr algn="ctr">
                <a:lnSpc>
                  <a:spcPts val="2433"/>
                </a:lnSpc>
              </a:pPr>
              <a:endParaRPr/>
            </a:p>
          </p:txBody>
        </p:sp>
      </p:grpSp>
      <p:sp>
        <p:nvSpPr>
          <p:cNvPr id="35" name="AutoShape 19" descr="4 fractions bars&#10;A. 1/2&#10;B. 2/2&#10;C. 1/3&#10;D. 1.4">
            <a:extLst>
              <a:ext uri="{FF2B5EF4-FFF2-40B4-BE49-F238E27FC236}">
                <a16:creationId xmlns:a16="http://schemas.microsoft.com/office/drawing/2014/main" id="{0EF98488-756B-6AEA-8A5B-881F240D2676}"/>
              </a:ext>
            </a:extLst>
          </p:cNvPr>
          <p:cNvSpPr/>
          <p:nvPr/>
        </p:nvSpPr>
        <p:spPr>
          <a:xfrm>
            <a:off x="5269620" y="4365607"/>
            <a:ext cx="0" cy="563650"/>
          </a:xfrm>
          <a:prstGeom prst="line">
            <a:avLst/>
          </a:prstGeom>
          <a:ln w="50626" cap="flat">
            <a:solidFill>
              <a:srgbClr val="000000"/>
            </a:solidFill>
            <a:prstDash val="solid"/>
            <a:headEnd type="none" w="sm" len="sm"/>
            <a:tailEnd type="none" w="sm" len="sm"/>
          </a:ln>
        </p:spPr>
        <p:txBody>
          <a:bodyPr/>
          <a:lstStyle/>
          <a:p>
            <a:endParaRPr lang="en-AU"/>
          </a:p>
        </p:txBody>
      </p:sp>
      <p:sp>
        <p:nvSpPr>
          <p:cNvPr id="38" name="AutoShape 20" descr="4 fractions bars&#10;A. 1/2&#10;B. 2/2&#10;C. 1/3&#10;D. 1.4">
            <a:extLst>
              <a:ext uri="{FF2B5EF4-FFF2-40B4-BE49-F238E27FC236}">
                <a16:creationId xmlns:a16="http://schemas.microsoft.com/office/drawing/2014/main" id="{0169C0CE-30E9-D48E-90DD-7DCC5210B189}"/>
              </a:ext>
            </a:extLst>
          </p:cNvPr>
          <p:cNvSpPr/>
          <p:nvPr/>
        </p:nvSpPr>
        <p:spPr>
          <a:xfrm>
            <a:off x="3502323" y="4365607"/>
            <a:ext cx="0" cy="563650"/>
          </a:xfrm>
          <a:prstGeom prst="line">
            <a:avLst/>
          </a:prstGeom>
          <a:ln w="50626" cap="flat">
            <a:solidFill>
              <a:srgbClr val="000000"/>
            </a:solidFill>
            <a:prstDash val="solid"/>
            <a:headEnd type="none" w="sm" len="sm"/>
            <a:tailEnd type="none" w="sm" len="sm"/>
          </a:ln>
        </p:spPr>
        <p:txBody>
          <a:bodyPr/>
          <a:lstStyle/>
          <a:p>
            <a:endParaRPr lang="en-AU"/>
          </a:p>
        </p:txBody>
      </p:sp>
      <p:sp>
        <p:nvSpPr>
          <p:cNvPr id="55" name="AutoShape 9" descr="4 fractions bars&#10;A. 1/2&#10;B. 2/2&#10;C. 1/3&#10;D. 1.4">
            <a:extLst>
              <a:ext uri="{FF2B5EF4-FFF2-40B4-BE49-F238E27FC236}">
                <a16:creationId xmlns:a16="http://schemas.microsoft.com/office/drawing/2014/main" id="{B408C3F8-129E-2F25-824A-D7E77ED1EED0}"/>
              </a:ext>
            </a:extLst>
          </p:cNvPr>
          <p:cNvSpPr/>
          <p:nvPr/>
        </p:nvSpPr>
        <p:spPr>
          <a:xfrm>
            <a:off x="4347138" y="2373017"/>
            <a:ext cx="0" cy="563650"/>
          </a:xfrm>
          <a:prstGeom prst="line">
            <a:avLst/>
          </a:prstGeom>
          <a:ln w="33750" cap="flat">
            <a:solidFill>
              <a:srgbClr val="000000"/>
            </a:solidFill>
            <a:prstDash val="solid"/>
            <a:headEnd type="none" w="sm" len="sm"/>
            <a:tailEnd type="none" w="sm" len="sm"/>
          </a:ln>
        </p:spPr>
        <p:txBody>
          <a:bodyPr/>
          <a:lstStyle/>
          <a:p>
            <a:endParaRPr lang="en-AU"/>
          </a:p>
        </p:txBody>
      </p:sp>
      <p:sp>
        <p:nvSpPr>
          <p:cNvPr id="56" name="Rectangle 55" descr="4 fractions bars&#10;A. 1/2&#10;B. 2/2&#10;C. 1/3&#10;D. 1.4">
            <a:extLst>
              <a:ext uri="{FF2B5EF4-FFF2-40B4-BE49-F238E27FC236}">
                <a16:creationId xmlns:a16="http://schemas.microsoft.com/office/drawing/2014/main" id="{88786851-4557-C0C0-A4F1-0383981EC3D6}"/>
              </a:ext>
            </a:extLst>
          </p:cNvPr>
          <p:cNvSpPr/>
          <p:nvPr/>
        </p:nvSpPr>
        <p:spPr>
          <a:xfrm>
            <a:off x="1690647" y="2373017"/>
            <a:ext cx="2669862" cy="575698"/>
          </a:xfrm>
          <a:prstGeom prst="rect">
            <a:avLst/>
          </a:prstGeom>
          <a:solidFill>
            <a:srgbClr val="92D050">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92D050"/>
              </a:solidFill>
            </a:endParaRPr>
          </a:p>
        </p:txBody>
      </p:sp>
      <p:sp>
        <p:nvSpPr>
          <p:cNvPr id="57" name="Rectangle 56" descr="4 fractions bars&#10;A. 1/2&#10;B. 2/2&#10;C. 1/3&#10;D. 1.4">
            <a:extLst>
              <a:ext uri="{FF2B5EF4-FFF2-40B4-BE49-F238E27FC236}">
                <a16:creationId xmlns:a16="http://schemas.microsoft.com/office/drawing/2014/main" id="{B07E4E70-08B5-5903-D704-FF1D15D43749}"/>
              </a:ext>
            </a:extLst>
          </p:cNvPr>
          <p:cNvSpPr/>
          <p:nvPr/>
        </p:nvSpPr>
        <p:spPr>
          <a:xfrm>
            <a:off x="1690646" y="3359933"/>
            <a:ext cx="5339723" cy="575698"/>
          </a:xfrm>
          <a:prstGeom prst="rect">
            <a:avLst/>
          </a:prstGeom>
          <a:solidFill>
            <a:srgbClr val="92D050">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92D050"/>
              </a:solidFill>
            </a:endParaRPr>
          </a:p>
        </p:txBody>
      </p:sp>
      <p:sp>
        <p:nvSpPr>
          <p:cNvPr id="58" name="Rectangle 57" descr="4 fractions bars&#10;A. 1/2&#10;B. 2/2&#10;C. 1/3&#10;D. 1.4">
            <a:extLst>
              <a:ext uri="{FF2B5EF4-FFF2-40B4-BE49-F238E27FC236}">
                <a16:creationId xmlns:a16="http://schemas.microsoft.com/office/drawing/2014/main" id="{08C01A37-98ED-915E-54A9-AE588F9680FE}"/>
              </a:ext>
            </a:extLst>
          </p:cNvPr>
          <p:cNvSpPr/>
          <p:nvPr/>
        </p:nvSpPr>
        <p:spPr>
          <a:xfrm>
            <a:off x="1716110" y="4353559"/>
            <a:ext cx="1778728" cy="575698"/>
          </a:xfrm>
          <a:prstGeom prst="rect">
            <a:avLst/>
          </a:prstGeom>
          <a:solidFill>
            <a:srgbClr val="92D050">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92D050"/>
              </a:solidFill>
            </a:endParaRPr>
          </a:p>
        </p:txBody>
      </p:sp>
      <p:sp>
        <p:nvSpPr>
          <p:cNvPr id="59" name="Rectangle 58" descr="4 fractions bars&#10;A. 1/2&#10;B. 2/2&#10;C. 1/3&#10;D. 1.4">
            <a:extLst>
              <a:ext uri="{FF2B5EF4-FFF2-40B4-BE49-F238E27FC236}">
                <a16:creationId xmlns:a16="http://schemas.microsoft.com/office/drawing/2014/main" id="{2C04A985-AD9F-82E3-FECF-9D896E3405BC}"/>
              </a:ext>
            </a:extLst>
          </p:cNvPr>
          <p:cNvSpPr/>
          <p:nvPr/>
        </p:nvSpPr>
        <p:spPr>
          <a:xfrm>
            <a:off x="1704679" y="5451836"/>
            <a:ext cx="1365440" cy="575698"/>
          </a:xfrm>
          <a:prstGeom prst="rect">
            <a:avLst/>
          </a:prstGeom>
          <a:solidFill>
            <a:srgbClr val="92D050">
              <a:alpha val="6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solidFill>
                <a:srgbClr val="92D050"/>
              </a:solidFill>
            </a:endParaRPr>
          </a:p>
        </p:txBody>
      </p:sp>
    </p:spTree>
    <p:extLst>
      <p:ext uri="{BB962C8B-B14F-4D97-AF65-F5344CB8AC3E}">
        <p14:creationId xmlns:p14="http://schemas.microsoft.com/office/powerpoint/2010/main" val="10196368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9D6B60-D9E0-EC2E-C5BB-DF4DD3655BFD}"/>
              </a:ext>
            </a:extLst>
          </p:cNvPr>
          <p:cNvSpPr>
            <a:spLocks noGrp="1"/>
          </p:cNvSpPr>
          <p:nvPr>
            <p:ph type="sldNum" sz="quarter" idx="12"/>
          </p:nvPr>
        </p:nvSpPr>
        <p:spPr/>
        <p:txBody>
          <a:bodyPr/>
          <a:lstStyle/>
          <a:p>
            <a:fld id="{10A01DC5-1685-4615-8240-15192985C6A2}" type="slidenum">
              <a:rPr lang="en-AU" smtClean="0"/>
              <a:t>6</a:t>
            </a:fld>
            <a:endParaRPr lang="en-AU"/>
          </a:p>
        </p:txBody>
      </p:sp>
      <p:sp>
        <p:nvSpPr>
          <p:cNvPr id="3" name="Title 2">
            <a:extLst>
              <a:ext uri="{FF2B5EF4-FFF2-40B4-BE49-F238E27FC236}">
                <a16:creationId xmlns:a16="http://schemas.microsoft.com/office/drawing/2014/main" id="{A7292A2D-79DC-853F-A2F3-AFB9D75909BD}"/>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a:t>
            </a:r>
          </a:p>
        </p:txBody>
      </p:sp>
      <p:sp>
        <p:nvSpPr>
          <p:cNvPr id="11" name="Picture Placeholder 10">
            <a:extLst>
              <a:ext uri="{FF2B5EF4-FFF2-40B4-BE49-F238E27FC236}">
                <a16:creationId xmlns:a16="http://schemas.microsoft.com/office/drawing/2014/main" id="{4F3FEFD7-8600-F68D-84BD-680FA1695628}"/>
              </a:ext>
            </a:extLst>
          </p:cNvPr>
          <p:cNvSpPr>
            <a:spLocks noGrp="1"/>
          </p:cNvSpPr>
          <p:nvPr>
            <p:ph type="pic" sz="quarter" idx="21"/>
          </p:nvPr>
        </p:nvSpPr>
        <p:spPr>
          <a:xfrm>
            <a:off x="359999" y="1689473"/>
            <a:ext cx="11200365" cy="4092718"/>
          </a:xfrm>
        </p:spPr>
        <p:txBody>
          <a:bodyPr/>
          <a:lstStyle/>
          <a:p>
            <a:pPr algn="ctr"/>
            <a:r>
              <a:rPr lang="en-US" sz="4400" b="1">
                <a:latin typeface="Arial"/>
                <a:cs typeface="Arial"/>
              </a:rPr>
              <a:t>How many to make a whole</a:t>
            </a:r>
            <a:r>
              <a:rPr lang="en-US" sz="4400">
                <a:latin typeface="Arial"/>
                <a:cs typeface="Arial"/>
              </a:rPr>
              <a:t>:</a:t>
            </a:r>
            <a:br>
              <a:rPr lang="en-US" sz="4400">
                <a:latin typeface="Arial"/>
                <a:cs typeface="Arial"/>
              </a:rPr>
            </a:br>
            <a:r>
              <a:rPr lang="en-US" sz="4400">
                <a:latin typeface="Arial"/>
                <a:cs typeface="Arial"/>
              </a:rPr>
              <a:t>eighths</a:t>
            </a:r>
            <a:endParaRPr lang="en-US" sz="4400"/>
          </a:p>
          <a:p>
            <a:pPr algn="ctr"/>
            <a:r>
              <a:rPr lang="en-US" sz="4400">
                <a:latin typeface="Arial"/>
                <a:cs typeface="Arial"/>
              </a:rPr>
              <a:t>quarters</a:t>
            </a:r>
          </a:p>
          <a:p>
            <a:pPr algn="ctr"/>
            <a:r>
              <a:rPr lang="en-US" sz="4400">
                <a:latin typeface="Arial"/>
                <a:cs typeface="Arial"/>
              </a:rPr>
              <a:t>halves</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CD9E655-ACD9-A77F-AC24-CF29796A2798}"/>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689208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04D29-3F5A-CA10-3A4C-1106A0EFFEF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7694136-0ABE-6565-8E70-C408D71197A0}"/>
              </a:ext>
            </a:extLst>
          </p:cNvPr>
          <p:cNvSpPr>
            <a:spLocks noGrp="1"/>
          </p:cNvSpPr>
          <p:nvPr>
            <p:ph type="sldNum" sz="quarter" idx="12"/>
          </p:nvPr>
        </p:nvSpPr>
        <p:spPr/>
        <p:txBody>
          <a:bodyPr/>
          <a:lstStyle/>
          <a:p>
            <a:fld id="{10A01DC5-1685-4615-8240-15192985C6A2}" type="slidenum">
              <a:rPr lang="en-AU" smtClean="0"/>
              <a:t>7</a:t>
            </a:fld>
            <a:endParaRPr lang="en-AU"/>
          </a:p>
        </p:txBody>
      </p:sp>
      <p:sp>
        <p:nvSpPr>
          <p:cNvPr id="3" name="Title 2">
            <a:extLst>
              <a:ext uri="{FF2B5EF4-FFF2-40B4-BE49-F238E27FC236}">
                <a16:creationId xmlns:a16="http://schemas.microsoft.com/office/drawing/2014/main" id="{BB5BAC30-6BD8-C081-77BC-D2B9575F71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a:t>
            </a:r>
          </a:p>
        </p:txBody>
      </p:sp>
      <p:sp>
        <p:nvSpPr>
          <p:cNvPr id="11" name="Picture Placeholder 10">
            <a:extLst>
              <a:ext uri="{FF2B5EF4-FFF2-40B4-BE49-F238E27FC236}">
                <a16:creationId xmlns:a16="http://schemas.microsoft.com/office/drawing/2014/main" id="{7157F9C0-C1ED-7744-16B0-EF203AF569DC}"/>
              </a:ext>
            </a:extLst>
          </p:cNvPr>
          <p:cNvSpPr>
            <a:spLocks noGrp="1"/>
          </p:cNvSpPr>
          <p:nvPr>
            <p:ph type="pic" sz="quarter" idx="21"/>
          </p:nvPr>
        </p:nvSpPr>
        <p:spPr>
          <a:xfrm>
            <a:off x="242496" y="2518616"/>
            <a:ext cx="11243037" cy="3979384"/>
          </a:xfrm>
        </p:spPr>
        <p:txBody>
          <a:bodyPr/>
          <a:lstStyle/>
          <a:p>
            <a:pPr algn="ctr"/>
            <a:r>
              <a:rPr lang="en-US" sz="4400">
                <a:latin typeface="Arial"/>
                <a:cs typeface="Arial"/>
              </a:rPr>
              <a:t>Write 3 </a:t>
            </a:r>
            <a:r>
              <a:rPr lang="en-US" sz="4400" b="1">
                <a:latin typeface="Arial"/>
                <a:cs typeface="Arial"/>
              </a:rPr>
              <a:t>equivalent number sentences</a:t>
            </a:r>
            <a:r>
              <a:rPr lang="en-US" sz="4400">
                <a:latin typeface="Arial"/>
                <a:cs typeface="Arial"/>
              </a:rPr>
              <a:t> for </a:t>
            </a:r>
            <a:endParaRPr lang="en-US" sz="4400" b="1">
              <a:latin typeface="Arial"/>
              <a:cs typeface="Arial"/>
            </a:endParaRPr>
          </a:p>
          <a:p>
            <a:pPr algn="ctr"/>
            <a:r>
              <a:rPr lang="en-US" sz="4400">
                <a:latin typeface="Arial"/>
                <a:cs typeface="Arial"/>
              </a:rPr>
              <a:t>45 - 17</a:t>
            </a:r>
            <a:endParaRPr lang="en-US" sz="4400"/>
          </a:p>
          <a:p>
            <a:pPr algn="ctr"/>
            <a:endParaRPr lang="en-US" sz="4400">
              <a:solidFill>
                <a:srgbClr val="22272B"/>
              </a:solidFil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A8AD6B3-D377-CD0C-D55B-8F006C042486}"/>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71408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C73FA9-B3B4-3714-FC45-47F2D01CCFD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DBE3B1A-BD2A-49DE-A752-21D7297BB0E0}"/>
              </a:ext>
            </a:extLst>
          </p:cNvPr>
          <p:cNvSpPr>
            <a:spLocks noGrp="1"/>
          </p:cNvSpPr>
          <p:nvPr>
            <p:ph type="sldNum" sz="quarter" idx="12"/>
          </p:nvPr>
        </p:nvSpPr>
        <p:spPr/>
        <p:txBody>
          <a:bodyPr/>
          <a:lstStyle/>
          <a:p>
            <a:fld id="{10A01DC5-1685-4615-8240-15192985C6A2}" type="slidenum">
              <a:rPr lang="en-AU" smtClean="0"/>
              <a:t>8</a:t>
            </a:fld>
            <a:endParaRPr lang="en-AU"/>
          </a:p>
        </p:txBody>
      </p:sp>
      <p:sp>
        <p:nvSpPr>
          <p:cNvPr id="3" name="Title 2">
            <a:extLst>
              <a:ext uri="{FF2B5EF4-FFF2-40B4-BE49-F238E27FC236}">
                <a16:creationId xmlns:a16="http://schemas.microsoft.com/office/drawing/2014/main" id="{98F05DE5-C379-717B-6C87-B9DC7632F6A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a:t>
            </a:r>
          </a:p>
        </p:txBody>
      </p:sp>
      <p:sp>
        <p:nvSpPr>
          <p:cNvPr id="11" name="Picture Placeholder 10">
            <a:extLst>
              <a:ext uri="{FF2B5EF4-FFF2-40B4-BE49-F238E27FC236}">
                <a16:creationId xmlns:a16="http://schemas.microsoft.com/office/drawing/2014/main" id="{8B598472-9720-A705-623A-487E3FF7A7C8}"/>
              </a:ext>
            </a:extLst>
          </p:cNvPr>
          <p:cNvSpPr>
            <a:spLocks noGrp="1"/>
          </p:cNvSpPr>
          <p:nvPr>
            <p:ph type="pic" sz="quarter" idx="21"/>
          </p:nvPr>
        </p:nvSpPr>
        <p:spPr>
          <a:xfrm>
            <a:off x="596063" y="1471011"/>
            <a:ext cx="11243037" cy="3982731"/>
          </a:xfrm>
        </p:spPr>
        <p:txBody>
          <a:bodyPr/>
          <a:lstStyle/>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6" name="Picture Placeholder 10">
            <a:extLst>
              <a:ext uri="{FF2B5EF4-FFF2-40B4-BE49-F238E27FC236}">
                <a16:creationId xmlns:a16="http://schemas.microsoft.com/office/drawing/2014/main" id="{84B27F89-4220-CBB0-A2BD-DF8B45274182}"/>
              </a:ext>
            </a:extLst>
          </p:cNvPr>
          <p:cNvSpPr txBox="1">
            <a:spLocks/>
          </p:cNvSpPr>
          <p:nvPr/>
        </p:nvSpPr>
        <p:spPr>
          <a:xfrm>
            <a:off x="358319" y="1934308"/>
            <a:ext cx="11243037" cy="195911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br>
              <a:rPr lang="en-US" sz="4400">
                <a:latin typeface="Arial"/>
                <a:cs typeface="Arial"/>
              </a:rPr>
            </a:br>
            <a:endParaRPr lang="en-US" sz="4400">
              <a:solidFill>
                <a:srgbClr val="22272B"/>
              </a:solidFill>
            </a:endParaRPr>
          </a:p>
          <a:p>
            <a:endParaRPr lang="en-US">
              <a:latin typeface="Arial"/>
              <a:cs typeface="Arial"/>
            </a:endParaRPr>
          </a:p>
        </p:txBody>
      </p:sp>
      <p:sp>
        <p:nvSpPr>
          <p:cNvPr id="8" name="Picture Placeholder 10">
            <a:extLst>
              <a:ext uri="{FF2B5EF4-FFF2-40B4-BE49-F238E27FC236}">
                <a16:creationId xmlns:a16="http://schemas.microsoft.com/office/drawing/2014/main" id="{C71FA276-C5C1-DB90-3082-41EDC65E643E}"/>
              </a:ext>
            </a:extLst>
          </p:cNvPr>
          <p:cNvSpPr txBox="1">
            <a:spLocks/>
          </p:cNvSpPr>
          <p:nvPr/>
        </p:nvSpPr>
        <p:spPr>
          <a:xfrm>
            <a:off x="759154" y="946515"/>
            <a:ext cx="10271322" cy="5551486"/>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b="1">
                <a:latin typeface="+mn-lt"/>
                <a:cs typeface="Arial"/>
              </a:rPr>
              <a:t>Order </a:t>
            </a:r>
            <a:r>
              <a:rPr lang="en-US" sz="4400">
                <a:latin typeface="+mn-lt"/>
                <a:cs typeface="Arial"/>
              </a:rPr>
              <a:t>the following </a:t>
            </a:r>
            <a:r>
              <a:rPr lang="en-US" sz="4400" b="1">
                <a:latin typeface="+mn-lt"/>
                <a:cs typeface="Arial"/>
              </a:rPr>
              <a:t>lengths</a:t>
            </a:r>
            <a:r>
              <a:rPr lang="en-US" sz="4400">
                <a:latin typeface="+mn-lt"/>
                <a:cs typeface="Arial"/>
              </a:rPr>
              <a:t> from shortest to longest:</a:t>
            </a:r>
          </a:p>
          <a:p>
            <a:pPr marL="571500" indent="-571500" algn="ctr">
              <a:buFont typeface="Arial" panose="020B0604020202020204" pitchFamily="34" charset="0"/>
              <a:buChar char="•"/>
            </a:pPr>
            <a:r>
              <a:rPr lang="en-US" sz="3600">
                <a:latin typeface="+mn-lt"/>
                <a:cs typeface="Arial"/>
              </a:rPr>
              <a:t>1020 cm</a:t>
            </a:r>
          </a:p>
          <a:p>
            <a:pPr marL="571500" indent="-571500" algn="ctr">
              <a:buFont typeface="Arial" panose="020B0604020202020204" pitchFamily="34" charset="0"/>
              <a:buChar char="•"/>
            </a:pPr>
            <a:r>
              <a:rPr lang="en-US" sz="3600">
                <a:latin typeface="+mn-lt"/>
                <a:cs typeface="Arial"/>
              </a:rPr>
              <a:t>1 m 25 cm</a:t>
            </a:r>
          </a:p>
          <a:p>
            <a:pPr marL="571500" indent="-571500" algn="ctr">
              <a:buFont typeface="Arial" panose="020B0604020202020204" pitchFamily="34" charset="0"/>
              <a:buChar char="•"/>
            </a:pPr>
            <a:r>
              <a:rPr lang="en-US" sz="3600">
                <a:latin typeface="+mn-lt"/>
                <a:cs typeface="Arial"/>
              </a:rPr>
              <a:t>300 cm</a:t>
            </a:r>
          </a:p>
          <a:p>
            <a:pPr marL="571500" indent="-571500" algn="ctr">
              <a:buFont typeface="Arial" panose="020B0604020202020204" pitchFamily="34" charset="0"/>
              <a:buChar char="•"/>
            </a:pPr>
            <a:r>
              <a:rPr lang="en-US" sz="3600">
                <a:latin typeface="+mn-lt"/>
                <a:cs typeface="Arial"/>
              </a:rPr>
              <a:t>2 m 85 cm</a:t>
            </a:r>
          </a:p>
          <a:p>
            <a:pPr algn="ctr"/>
            <a:br>
              <a:rPr lang="en-US" sz="4400">
                <a:latin typeface="Arial"/>
                <a:cs typeface="Arial"/>
              </a:rPr>
            </a:br>
            <a:endParaRPr lang="en-US" sz="4400">
              <a:solidFill>
                <a:srgbClr val="22272B"/>
              </a:solidFil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68EA503-53FA-A948-785F-ED4A432D9FB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59326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86DCB-E9CB-B576-D914-C2FA7FAE9312}"/>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C32FB6E-2A90-1CC2-721F-898CF92613A0}"/>
              </a:ext>
            </a:extLst>
          </p:cNvPr>
          <p:cNvSpPr>
            <a:spLocks noGrp="1"/>
          </p:cNvSpPr>
          <p:nvPr>
            <p:ph type="sldNum" sz="quarter" idx="12"/>
          </p:nvPr>
        </p:nvSpPr>
        <p:spPr/>
        <p:txBody>
          <a:bodyPr/>
          <a:lstStyle/>
          <a:p>
            <a:fld id="{10A01DC5-1685-4615-8240-15192985C6A2}" type="slidenum">
              <a:rPr lang="en-AU" smtClean="0"/>
              <a:t>9</a:t>
            </a:fld>
            <a:endParaRPr lang="en-AU"/>
          </a:p>
        </p:txBody>
      </p:sp>
      <p:sp>
        <p:nvSpPr>
          <p:cNvPr id="3" name="Title 2">
            <a:extLst>
              <a:ext uri="{FF2B5EF4-FFF2-40B4-BE49-F238E27FC236}">
                <a16:creationId xmlns:a16="http://schemas.microsoft.com/office/drawing/2014/main" id="{2A3EF466-F3BA-38A9-63CB-DD80F64CB1BC}"/>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(4)</a:t>
            </a:r>
          </a:p>
        </p:txBody>
      </p:sp>
      <p:sp>
        <p:nvSpPr>
          <p:cNvPr id="4" name="TextBox 3">
            <a:extLst>
              <a:ext uri="{FF2B5EF4-FFF2-40B4-BE49-F238E27FC236}">
                <a16:creationId xmlns:a16="http://schemas.microsoft.com/office/drawing/2014/main" id="{ACE368C0-314C-A403-7607-31BE895B3C86}"/>
              </a:ext>
            </a:extLst>
          </p:cNvPr>
          <p:cNvSpPr txBox="1"/>
          <p:nvPr/>
        </p:nvSpPr>
        <p:spPr>
          <a:xfrm>
            <a:off x="669471" y="1089422"/>
            <a:ext cx="10933567" cy="5242757"/>
          </a:xfrm>
          <a:prstGeom prst="rect">
            <a:avLst/>
          </a:prstGeom>
          <a:noFill/>
        </p:spPr>
        <p:txBody>
          <a:bodyPr wrap="square" lIns="0" tIns="0" rIns="0" bIns="0" rtlCol="0" anchor="t">
            <a:noAutofit/>
          </a:bodyPr>
          <a:lstStyle/>
          <a:p>
            <a:pPr algn="ctr"/>
            <a:r>
              <a:rPr lang="en-AU" sz="4400" b="1"/>
              <a:t>Estimate in minutes </a:t>
            </a:r>
            <a:r>
              <a:rPr lang="en-AU" sz="4400"/>
              <a:t>how long the following events take:</a:t>
            </a:r>
          </a:p>
          <a:p>
            <a:pPr algn="ctr"/>
            <a:endParaRPr lang="en-AU" sz="4400" b="1"/>
          </a:p>
          <a:p>
            <a:pPr marL="571500" indent="-571500" algn="ctr">
              <a:buFont typeface="Arial" panose="020B0604020202020204" pitchFamily="34" charset="0"/>
              <a:buChar char="•"/>
            </a:pPr>
            <a:r>
              <a:rPr lang="en-AU" sz="4400"/>
              <a:t>recess</a:t>
            </a:r>
          </a:p>
          <a:p>
            <a:pPr marL="571500" indent="-571500" algn="ctr">
              <a:buFont typeface="Arial" panose="020B0604020202020204" pitchFamily="34" charset="0"/>
              <a:buChar char="•"/>
            </a:pPr>
            <a:r>
              <a:rPr lang="en-AU" sz="4400"/>
              <a:t>brushing your teeth</a:t>
            </a:r>
          </a:p>
          <a:p>
            <a:pPr marL="571500" indent="-571500" algn="ctr">
              <a:buFont typeface="Arial" panose="020B0604020202020204" pitchFamily="34" charset="0"/>
              <a:buChar char="•"/>
            </a:pPr>
            <a:r>
              <a:rPr lang="en-AU" sz="4400"/>
              <a:t>travelling to school</a:t>
            </a:r>
          </a:p>
          <a:p>
            <a:pPr marL="571500" indent="-571500" algn="ctr">
              <a:buFont typeface="Arial" panose="020B0604020202020204" pitchFamily="34" charset="0"/>
              <a:buChar char="•"/>
            </a:pPr>
            <a:r>
              <a:rPr lang="en-AU" sz="4400"/>
              <a:t>eating breakfast</a:t>
            </a:r>
          </a:p>
          <a:p>
            <a:pPr algn="ctr"/>
            <a:endParaRPr lang="en-AU" sz="4400"/>
          </a:p>
        </p:txBody>
      </p:sp>
      <p:pic>
        <p:nvPicPr>
          <p:cNvPr id="5" name="Picture 4" descr="image of a clipboard with a pencil recording short answer responses">
            <a:extLst>
              <a:ext uri="{FF2B5EF4-FFF2-40B4-BE49-F238E27FC236}">
                <a16:creationId xmlns:a16="http://schemas.microsoft.com/office/drawing/2014/main" id="{67A30562-E1FE-0A17-E004-1B27CE78EE7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72658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10</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408985"/>
            <a:ext cx="11484000" cy="545601"/>
          </a:xfrm>
        </p:spPr>
        <p:txBody>
          <a:bodyPr/>
          <a:lstStyle/>
          <a:p>
            <a:r>
              <a:rPr lang="en-AU"/>
              <a:t>Activity 1 – Is it half?</a:t>
            </a:r>
          </a:p>
        </p:txBody>
      </p:sp>
      <p:sp>
        <p:nvSpPr>
          <p:cNvPr id="5" name="Freeform 3" descr="Four students around a table with different items. Above is the text: The teacher asked the students to find something that shows half. Here's what they found.  &#10;Student 1: 1/2 an apple. &#10;Student 2: a strip of paper with a horizontal line showing half. One half is green and the other is white. &#10;Student 3: a sandwich cut into halves. &#10;Student 4: a strip of paper, from zero to 6, against a ruler measuring from zero to 12.  &#10;A question is below the image: Which students are correct? How do you know?">
            <a:extLst>
              <a:ext uri="{FF2B5EF4-FFF2-40B4-BE49-F238E27FC236}">
                <a16:creationId xmlns:a16="http://schemas.microsoft.com/office/drawing/2014/main" id="{298A42B3-B08D-BA0D-4A17-EE7B9329066D}"/>
              </a:ext>
            </a:extLst>
          </p:cNvPr>
          <p:cNvSpPr/>
          <p:nvPr/>
        </p:nvSpPr>
        <p:spPr>
          <a:xfrm>
            <a:off x="696543" y="2214321"/>
            <a:ext cx="10551327" cy="2025184"/>
          </a:xfrm>
          <a:custGeom>
            <a:avLst/>
            <a:gdLst/>
            <a:ahLst/>
            <a:cxnLst/>
            <a:rect l="l" t="t" r="r" b="b"/>
            <a:pathLst>
              <a:path w="10211530" h="1575054">
                <a:moveTo>
                  <a:pt x="0" y="0"/>
                </a:moveTo>
                <a:lnTo>
                  <a:pt x="10211530" y="0"/>
                </a:lnTo>
                <a:lnTo>
                  <a:pt x="10211530" y="1575053"/>
                </a:lnTo>
                <a:lnTo>
                  <a:pt x="0" y="1575053"/>
                </a:lnTo>
                <a:lnTo>
                  <a:pt x="0" y="0"/>
                </a:lnTo>
                <a:close/>
              </a:path>
            </a:pathLst>
          </a:custGeom>
          <a:blipFill>
            <a:blip r:embed="rId3">
              <a:extLst>
                <a:ext uri="{96DAC541-7B7A-43D3-8B79-37D633B846F1}">
                  <asvg:svgBlip xmlns:asvg="http://schemas.microsoft.com/office/drawing/2016/SVG/main" r:embed="rId4"/>
                </a:ext>
              </a:extLst>
            </a:blip>
            <a:stretch>
              <a:fillRect l="-843" r="-1513" b="-404344"/>
            </a:stretch>
          </a:blipFill>
        </p:spPr>
        <p:txBody>
          <a:bodyPr/>
          <a:lstStyle/>
          <a:p>
            <a:endParaRPr lang="en-AU"/>
          </a:p>
        </p:txBody>
      </p:sp>
      <p:sp>
        <p:nvSpPr>
          <p:cNvPr id="6" name="Freeform 4" descr="Four students around a table with different items. Above is the text: The teacher asked the students to find something that shows half. Here's what they found.  &#10;Student 1: 1/2 an apple. &#10;Student 2: a strip of paper with a horizontal line showing half. One half is green and the other is white. &#10;Student 3: a sandwich cut into halves. &#10;Student 4: a strip of paper, from zero to 6, against a ruler measuring from zero to 12.  &#10;A question is below the image: Which students are correct? How do you know?">
            <a:extLst>
              <a:ext uri="{FF2B5EF4-FFF2-40B4-BE49-F238E27FC236}">
                <a16:creationId xmlns:a16="http://schemas.microsoft.com/office/drawing/2014/main" id="{00C2B77F-F74B-1584-06CB-A3B211963B12}"/>
              </a:ext>
            </a:extLst>
          </p:cNvPr>
          <p:cNvSpPr/>
          <p:nvPr/>
        </p:nvSpPr>
        <p:spPr>
          <a:xfrm>
            <a:off x="2579040" y="2744210"/>
            <a:ext cx="903747" cy="1066548"/>
          </a:xfrm>
          <a:custGeom>
            <a:avLst/>
            <a:gdLst/>
            <a:ahLst/>
            <a:cxnLst/>
            <a:rect l="l" t="t" r="r" b="b"/>
            <a:pathLst>
              <a:path w="903747" h="1066548">
                <a:moveTo>
                  <a:pt x="0" y="0"/>
                </a:moveTo>
                <a:lnTo>
                  <a:pt x="903747" y="0"/>
                </a:lnTo>
                <a:lnTo>
                  <a:pt x="903747" y="1066548"/>
                </a:lnTo>
                <a:lnTo>
                  <a:pt x="0" y="1066548"/>
                </a:lnTo>
                <a:lnTo>
                  <a:pt x="0" y="0"/>
                </a:lnTo>
                <a:close/>
              </a:path>
            </a:pathLst>
          </a:custGeom>
          <a:blipFill>
            <a:blip r:embed="rId5"/>
            <a:stretch>
              <a:fillRect l="-9094" t="-20399" r="-11234" b="-32639"/>
            </a:stretch>
          </a:blipFill>
        </p:spPr>
        <p:txBody>
          <a:bodyPr/>
          <a:lstStyle/>
          <a:p>
            <a:endParaRPr lang="en-AU"/>
          </a:p>
        </p:txBody>
      </p:sp>
      <p:sp>
        <p:nvSpPr>
          <p:cNvPr id="7" name="Freeform 5" descr="Four students around a table with different items. Above is the text: The teacher asked the students to find something that shows half. Here's what they found.  &#10;Student 1: 1/2 an apple. &#10;Student 2: a strip of paper with a horizontal line showing half. One half is green and the other is white. &#10;Student 3: a sandwich cut into halves. &#10;Student 4: a strip of paper, from zero to 6, against a ruler measuring from zero to 12.  &#10;A question is below the image: Which students are correct? How do you know?">
            <a:extLst>
              <a:ext uri="{FF2B5EF4-FFF2-40B4-BE49-F238E27FC236}">
                <a16:creationId xmlns:a16="http://schemas.microsoft.com/office/drawing/2014/main" id="{C1747F02-A9E4-A80E-82FA-5F0047F542B5}"/>
              </a:ext>
            </a:extLst>
          </p:cNvPr>
          <p:cNvSpPr/>
          <p:nvPr/>
        </p:nvSpPr>
        <p:spPr>
          <a:xfrm>
            <a:off x="5670871" y="2734761"/>
            <a:ext cx="1419995" cy="984305"/>
          </a:xfrm>
          <a:custGeom>
            <a:avLst/>
            <a:gdLst/>
            <a:ahLst/>
            <a:cxnLst/>
            <a:rect l="l" t="t" r="r" b="b"/>
            <a:pathLst>
              <a:path w="1419995" h="984305">
                <a:moveTo>
                  <a:pt x="0" y="0"/>
                </a:moveTo>
                <a:lnTo>
                  <a:pt x="1419995" y="0"/>
                </a:lnTo>
                <a:lnTo>
                  <a:pt x="1419995" y="984305"/>
                </a:lnTo>
                <a:lnTo>
                  <a:pt x="0" y="984305"/>
                </a:lnTo>
                <a:lnTo>
                  <a:pt x="0" y="0"/>
                </a:lnTo>
                <a:close/>
              </a:path>
            </a:pathLst>
          </a:custGeom>
          <a:blipFill>
            <a:blip r:embed="rId6"/>
            <a:stretch>
              <a:fillRect l="-9442" t="-5735" r="-8575" b="-3654"/>
            </a:stretch>
          </a:blipFill>
        </p:spPr>
        <p:txBody>
          <a:bodyPr/>
          <a:lstStyle/>
          <a:p>
            <a:endParaRPr lang="en-AU"/>
          </a:p>
        </p:txBody>
      </p:sp>
      <p:sp>
        <p:nvSpPr>
          <p:cNvPr id="8" name="Freeform 6" descr="Four students around a table with different items. Above is the text: The teacher asked the students to find something that shows half. Here's what they found.  &#10;Student 1: 1/2 an apple. &#10;Student 2: a strip of paper with a horizontal line showing half. One half is green and the other is white. &#10;Student 3: a sandwich cut into halves. &#10;Student 4: a strip of paper, from zero to 6, against a ruler measuring from zero to 12.  &#10;A question is below the image: Which students are correct? How do you know?">
            <a:extLst>
              <a:ext uri="{FF2B5EF4-FFF2-40B4-BE49-F238E27FC236}">
                <a16:creationId xmlns:a16="http://schemas.microsoft.com/office/drawing/2014/main" id="{18327633-9536-1627-FB81-A2253EA6F75C}"/>
              </a:ext>
            </a:extLst>
          </p:cNvPr>
          <p:cNvSpPr/>
          <p:nvPr/>
        </p:nvSpPr>
        <p:spPr>
          <a:xfrm rot="5400000">
            <a:off x="4149554" y="3123902"/>
            <a:ext cx="1053199" cy="534259"/>
          </a:xfrm>
          <a:custGeom>
            <a:avLst/>
            <a:gdLst/>
            <a:ahLst/>
            <a:cxnLst/>
            <a:rect l="l" t="t" r="r" b="b"/>
            <a:pathLst>
              <a:path w="1053199" h="534259">
                <a:moveTo>
                  <a:pt x="0" y="0"/>
                </a:moveTo>
                <a:lnTo>
                  <a:pt x="1053199" y="0"/>
                </a:lnTo>
                <a:lnTo>
                  <a:pt x="1053199" y="534259"/>
                </a:lnTo>
                <a:lnTo>
                  <a:pt x="0" y="534259"/>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10" name="TextBox 8" descr="Four students around a table with different items. Above is the text: The teacher asked the students to find something that shows half. Here's what they found.  &#10;Student 1: 1/2 an apple. &#10;Student 2: a strip of paper with a horizontal line showing half. One half is green and the other is white. &#10;Student 3: a sandwich cut into halves. &#10;Student 4: a strip of paper, from zero to 6, against a ruler measuring from zero to 12.  &#10;A question is below the image: Which students are correct? How do you know?">
            <a:extLst>
              <a:ext uri="{FF2B5EF4-FFF2-40B4-BE49-F238E27FC236}">
                <a16:creationId xmlns:a16="http://schemas.microsoft.com/office/drawing/2014/main" id="{18C01D48-E7F2-58BD-4E4C-766D05D5D8DC}"/>
              </a:ext>
            </a:extLst>
          </p:cNvPr>
          <p:cNvSpPr txBox="1"/>
          <p:nvPr/>
        </p:nvSpPr>
        <p:spPr>
          <a:xfrm>
            <a:off x="2193559" y="4997649"/>
            <a:ext cx="7557294" cy="397032"/>
          </a:xfrm>
          <a:prstGeom prst="rect">
            <a:avLst/>
          </a:prstGeom>
        </p:spPr>
        <p:txBody>
          <a:bodyPr lIns="0" tIns="0" rIns="0" bIns="0" rtlCol="0" anchor="t">
            <a:spAutoFit/>
          </a:bodyPr>
          <a:lstStyle/>
          <a:p>
            <a:pPr algn="ctr">
              <a:lnSpc>
                <a:spcPts val="3360"/>
              </a:lnSpc>
              <a:spcBef>
                <a:spcPct val="0"/>
              </a:spcBef>
            </a:pPr>
            <a:r>
              <a:rPr lang="en-AU" b="1">
                <a:solidFill>
                  <a:srgbClr val="000000"/>
                </a:solidFill>
                <a:latin typeface="Arial" panose="020B0604020202020204" pitchFamily="34" charset="0"/>
                <a:cs typeface="Arial" panose="020B0604020202020204" pitchFamily="34" charset="0"/>
                <a:sym typeface="League Spartan"/>
              </a:rPr>
              <a:t>Which items are correct? How do you know?</a:t>
            </a:r>
          </a:p>
        </p:txBody>
      </p:sp>
      <p:grpSp>
        <p:nvGrpSpPr>
          <p:cNvPr id="11" name="Group 9" descr="Four students around a table with different items. Above is the text: The teacher asked the students to find something that shows half. Here's what they found.  &#10;Student 1: 1/2 an apple. &#10;Student 2: a strip of paper with a horizontal line showing half. One half is green and the other is white. &#10;Student 3: a sandwich cut into halves. &#10;Student 4: a strip of paper, from zero to 6, against a ruler measuring from zero to 12.  &#10;A question is below the image: Which students are correct? How do you know?">
            <a:extLst>
              <a:ext uri="{FF2B5EF4-FFF2-40B4-BE49-F238E27FC236}">
                <a16:creationId xmlns:a16="http://schemas.microsoft.com/office/drawing/2014/main" id="{DC36608F-7AEE-5784-F187-B24165B286FE}"/>
              </a:ext>
            </a:extLst>
          </p:cNvPr>
          <p:cNvGrpSpPr/>
          <p:nvPr/>
        </p:nvGrpSpPr>
        <p:grpSpPr>
          <a:xfrm>
            <a:off x="7186368" y="2943890"/>
            <a:ext cx="2870275" cy="333594"/>
            <a:chOff x="0" y="0"/>
            <a:chExt cx="3827033" cy="444791"/>
          </a:xfrm>
        </p:grpSpPr>
        <p:sp>
          <p:nvSpPr>
            <p:cNvPr id="12" name="Freeform 10">
              <a:extLst>
                <a:ext uri="{FF2B5EF4-FFF2-40B4-BE49-F238E27FC236}">
                  <a16:creationId xmlns:a16="http://schemas.microsoft.com/office/drawing/2014/main" id="{5B99136F-BF45-09DE-D5FE-6790FF51B3D5}"/>
                </a:ext>
              </a:extLst>
            </p:cNvPr>
            <p:cNvSpPr/>
            <p:nvPr/>
          </p:nvSpPr>
          <p:spPr>
            <a:xfrm>
              <a:off x="0" y="63500"/>
              <a:ext cx="3827033" cy="381291"/>
            </a:xfrm>
            <a:custGeom>
              <a:avLst/>
              <a:gdLst/>
              <a:ahLst/>
              <a:cxnLst/>
              <a:rect l="l" t="t" r="r" b="b"/>
              <a:pathLst>
                <a:path w="3827033" h="381291">
                  <a:moveTo>
                    <a:pt x="0" y="0"/>
                  </a:moveTo>
                  <a:lnTo>
                    <a:pt x="3827033" y="0"/>
                  </a:lnTo>
                  <a:lnTo>
                    <a:pt x="3827033" y="381291"/>
                  </a:lnTo>
                  <a:lnTo>
                    <a:pt x="0" y="381291"/>
                  </a:lnTo>
                  <a:lnTo>
                    <a:pt x="0" y="0"/>
                  </a:lnTo>
                  <a:close/>
                </a:path>
              </a:pathLst>
            </a:custGeom>
            <a:blipFill>
              <a:blip r:embed="rId9"/>
              <a:stretch>
                <a:fillRect l="-4797" t="-54432" r="-2085" b="-62807"/>
              </a:stretch>
            </a:blipFill>
          </p:spPr>
          <p:txBody>
            <a:bodyPr/>
            <a:lstStyle/>
            <a:p>
              <a:endParaRPr lang="en-AU"/>
            </a:p>
          </p:txBody>
        </p:sp>
        <p:sp>
          <p:nvSpPr>
            <p:cNvPr id="13" name="AutoShape 11">
              <a:extLst>
                <a:ext uri="{FF2B5EF4-FFF2-40B4-BE49-F238E27FC236}">
                  <a16:creationId xmlns:a16="http://schemas.microsoft.com/office/drawing/2014/main" id="{8164FDB2-6A79-0D09-238A-E31927143831}"/>
                </a:ext>
              </a:extLst>
            </p:cNvPr>
            <p:cNvSpPr/>
            <p:nvPr/>
          </p:nvSpPr>
          <p:spPr>
            <a:xfrm>
              <a:off x="103621" y="38100"/>
              <a:ext cx="1809895" cy="0"/>
            </a:xfrm>
            <a:prstGeom prst="line">
              <a:avLst/>
            </a:prstGeom>
            <a:ln w="76200" cap="flat">
              <a:solidFill>
                <a:srgbClr val="000000"/>
              </a:solidFill>
              <a:prstDash val="solid"/>
              <a:headEnd type="none" w="sm" len="sm"/>
              <a:tailEnd type="none" w="sm" len="sm"/>
            </a:ln>
          </p:spPr>
          <p:txBody>
            <a:bodyPr/>
            <a:lstStyle/>
            <a:p>
              <a:endParaRPr lang="en-AU"/>
            </a:p>
          </p:txBody>
        </p:sp>
      </p:grpSp>
      <p:sp>
        <p:nvSpPr>
          <p:cNvPr id="9" name="TextBox 8" descr="Four students around a table with different items. Above is the text: The teacher asked the students to find something that shows half. Here's what they found.  &#10;Student 1: 1/2 an apple. &#10;Student 2: a strip of paper with a horizontal line showing half. One half is green and the other is white. &#10;Student 3: a sandwich cut into halves. &#10;Student 4: a strip of paper, from zero to 6, against a ruler measuring from zero to 12.  &#10;A question is below the image: Which students are correct? How do you know?">
            <a:extLst>
              <a:ext uri="{FF2B5EF4-FFF2-40B4-BE49-F238E27FC236}">
                <a16:creationId xmlns:a16="http://schemas.microsoft.com/office/drawing/2014/main" id="{87EDD31A-8675-6117-9B9B-EBB56719F6AF}"/>
              </a:ext>
            </a:extLst>
          </p:cNvPr>
          <p:cNvSpPr txBox="1"/>
          <p:nvPr/>
        </p:nvSpPr>
        <p:spPr>
          <a:xfrm>
            <a:off x="2317353" y="1120163"/>
            <a:ext cx="7557294" cy="833049"/>
          </a:xfrm>
          <a:prstGeom prst="rect">
            <a:avLst/>
          </a:prstGeom>
        </p:spPr>
        <p:txBody>
          <a:bodyPr lIns="0" tIns="0" rIns="0" bIns="0" rtlCol="0" anchor="t">
            <a:spAutoFit/>
          </a:bodyPr>
          <a:lstStyle/>
          <a:p>
            <a:pPr algn="ctr">
              <a:lnSpc>
                <a:spcPts val="3360"/>
              </a:lnSpc>
              <a:spcBef>
                <a:spcPct val="0"/>
              </a:spcBef>
            </a:pPr>
            <a:r>
              <a:rPr lang="en-AU" b="1">
                <a:solidFill>
                  <a:srgbClr val="000000"/>
                </a:solidFill>
                <a:latin typeface="Arial" panose="020B0604020202020204" pitchFamily="34" charset="0"/>
                <a:cs typeface="Arial" panose="020B0604020202020204" pitchFamily="34" charset="0"/>
                <a:sym typeface="League Spartan"/>
              </a:rPr>
              <a:t>The teacher asked the students to find something that shows half. Here's what they found. </a:t>
            </a:r>
          </a:p>
        </p:txBody>
      </p:sp>
      <p:pic>
        <p:nvPicPr>
          <p:cNvPr id="4" name="Picture 3" descr="image of a head with cogs turning inside">
            <a:extLst>
              <a:ext uri="{FF2B5EF4-FFF2-40B4-BE49-F238E27FC236}">
                <a16:creationId xmlns:a16="http://schemas.microsoft.com/office/drawing/2014/main" id="{EA7C190E-81B5-C9DA-F92E-7CB00CD847FE}"/>
              </a:ext>
            </a:extLst>
          </p:cNvPr>
          <p:cNvPicPr>
            <a:picLocks noChangeAspect="1"/>
          </p:cNvPicPr>
          <p:nvPr/>
        </p:nvPicPr>
        <p:blipFill>
          <a:blip r:embed="rId10"/>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27026059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3D668B-2570-AD54-B728-912F7A13E93E}"/>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9F5EB3C2-B8E5-B5DD-ECAA-CB559EC904F7}"/>
              </a:ext>
            </a:extLst>
          </p:cNvPr>
          <p:cNvSpPr>
            <a:spLocks noGrp="1"/>
          </p:cNvSpPr>
          <p:nvPr>
            <p:ph type="ctrTitle"/>
          </p:nvPr>
        </p:nvSpPr>
        <p:spPr/>
        <p:txBody>
          <a:bodyPr/>
          <a:lstStyle/>
          <a:p>
            <a:r>
              <a:rPr lang="en-AU">
                <a:latin typeface="+mj-lt"/>
                <a:cs typeface="Arial"/>
              </a:rPr>
              <a:t>Review of learning  2</a:t>
            </a:r>
            <a:endParaRPr lang="en-AU">
              <a:latin typeface="+mj-lt"/>
            </a:endParaRPr>
          </a:p>
        </p:txBody>
      </p:sp>
    </p:spTree>
    <p:extLst>
      <p:ext uri="{BB962C8B-B14F-4D97-AF65-F5344CB8AC3E}">
        <p14:creationId xmlns:p14="http://schemas.microsoft.com/office/powerpoint/2010/main" val="3134920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E39087-8482-8C93-7654-8161E158814C}"/>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8527CEC-B9B9-C681-7B54-933A5FB66107}"/>
              </a:ext>
            </a:extLst>
          </p:cNvPr>
          <p:cNvSpPr>
            <a:spLocks noGrp="1"/>
          </p:cNvSpPr>
          <p:nvPr>
            <p:ph type="sldNum" sz="quarter" idx="12"/>
          </p:nvPr>
        </p:nvSpPr>
        <p:spPr/>
        <p:txBody>
          <a:bodyPr/>
          <a:lstStyle/>
          <a:p>
            <a:fld id="{10A01DC5-1685-4615-8240-15192985C6A2}" type="slidenum">
              <a:rPr lang="en-AU" smtClean="0"/>
              <a:t>12</a:t>
            </a:fld>
            <a:endParaRPr lang="en-AU"/>
          </a:p>
        </p:txBody>
      </p:sp>
      <p:sp>
        <p:nvSpPr>
          <p:cNvPr id="3" name="Title 2">
            <a:extLst>
              <a:ext uri="{FF2B5EF4-FFF2-40B4-BE49-F238E27FC236}">
                <a16:creationId xmlns:a16="http://schemas.microsoft.com/office/drawing/2014/main" id="{0D18FB72-95E4-7D60-C7EB-497F6F0C4C41}"/>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(1)</a:t>
            </a:r>
          </a:p>
        </p:txBody>
      </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A26C78AF-8B76-8BE5-6FD1-C3122BE06605}"/>
                  </a:ext>
                </a:extLst>
              </p:cNvPr>
              <p:cNvSpPr>
                <a:spLocks noGrp="1"/>
              </p:cNvSpPr>
              <p:nvPr>
                <p:ph type="body" sz="quarter" idx="22"/>
              </p:nvPr>
            </p:nvSpPr>
            <p:spPr>
              <a:xfrm>
                <a:off x="900531" y="1409273"/>
                <a:ext cx="10161976" cy="2703738"/>
              </a:xfrm>
            </p:spPr>
            <p:txBody>
              <a:bodyPr vert="horz" lIns="0" tIns="0" rIns="0" bIns="0" rtlCol="0" anchor="t">
                <a:noAutofit/>
              </a:bodyPr>
              <a:lstStyle/>
              <a:p>
                <a:pPr algn="ctr"/>
                <a:r>
                  <a:rPr lang="en-US" sz="4400">
                    <a:latin typeface="+mj-lt"/>
                    <a:cs typeface="Arial"/>
                  </a:rPr>
                  <a:t>If </a:t>
                </a:r>
                <a14:m>
                  <m:oMath xmlns:m="http://schemas.openxmlformats.org/officeDocument/2006/math">
                    <m:f>
                      <m:fPr>
                        <m:ctrlPr>
                          <a:rPr lang="en-AU" sz="4400" i="1">
                            <a:latin typeface="Cambria Math" panose="02040503050406030204" pitchFamily="18" charset="0"/>
                            <a:cs typeface="Arial"/>
                          </a:rPr>
                        </m:ctrlPr>
                      </m:fPr>
                      <m:num>
                        <m:r>
                          <a:rPr lang="en-AU" sz="4400" i="1">
                            <a:latin typeface="Cambria Math" panose="02040503050406030204" pitchFamily="18" charset="0"/>
                            <a:cs typeface="Arial"/>
                          </a:rPr>
                          <m:t>1</m:t>
                        </m:r>
                      </m:num>
                      <m:den>
                        <m:r>
                          <a:rPr lang="en-AU" sz="4400" b="0" i="1" smtClean="0">
                            <a:latin typeface="Cambria Math" panose="02040503050406030204" pitchFamily="18" charset="0"/>
                            <a:cs typeface="Arial"/>
                          </a:rPr>
                          <m:t>4</m:t>
                        </m:r>
                      </m:den>
                    </m:f>
                    <m:r>
                      <a:rPr lang="en-AU" sz="4400" i="1">
                        <a:latin typeface="Cambria Math" panose="02040503050406030204" pitchFamily="18" charset="0"/>
                        <a:cs typeface="Arial"/>
                      </a:rPr>
                      <m:t> </m:t>
                    </m:r>
                  </m:oMath>
                </a14:m>
                <a:r>
                  <a:rPr lang="en-US" sz="4400">
                    <a:latin typeface="+mj-lt"/>
                    <a:cs typeface="Arial"/>
                  </a:rPr>
                  <a:t>of a length is shaded, then shading another  </a:t>
                </a:r>
                <a14:m>
                  <m:oMath xmlns:m="http://schemas.openxmlformats.org/officeDocument/2006/math">
                    <m:f>
                      <m:fPr>
                        <m:ctrlPr>
                          <a:rPr lang="en-AU" sz="4400" i="1">
                            <a:latin typeface="Cambria Math" panose="02040503050406030204" pitchFamily="18" charset="0"/>
                            <a:cs typeface="Arial"/>
                          </a:rPr>
                        </m:ctrlPr>
                      </m:fPr>
                      <m:num>
                        <m:r>
                          <a:rPr lang="en-AU" sz="4400" b="0" i="1" smtClean="0">
                            <a:latin typeface="Cambria Math" panose="02040503050406030204" pitchFamily="18" charset="0"/>
                            <a:cs typeface="Arial"/>
                          </a:rPr>
                          <m:t>2</m:t>
                        </m:r>
                      </m:num>
                      <m:den>
                        <m:r>
                          <a:rPr lang="en-AU" sz="4400" b="0" i="1" smtClean="0">
                            <a:latin typeface="Cambria Math" panose="02040503050406030204" pitchFamily="18" charset="0"/>
                            <a:cs typeface="Arial"/>
                          </a:rPr>
                          <m:t>4</m:t>
                        </m:r>
                      </m:den>
                    </m:f>
                    <m:r>
                      <a:rPr lang="en-AU" sz="4400" i="1">
                        <a:latin typeface="Cambria Math" panose="02040503050406030204" pitchFamily="18" charset="0"/>
                        <a:cs typeface="Arial"/>
                      </a:rPr>
                      <m:t> </m:t>
                    </m:r>
                  </m:oMath>
                </a14:m>
                <a:r>
                  <a:rPr lang="en-US" sz="4400">
                    <a:latin typeface="+mj-lt"/>
                    <a:cs typeface="Arial"/>
                  </a:rPr>
                  <a:t>will make the whole length.</a:t>
                </a:r>
                <a:endParaRPr lang="en-US" sz="4400">
                  <a:latin typeface="+mj-lt"/>
                </a:endParaRPr>
              </a:p>
            </p:txBody>
          </p:sp>
        </mc:Choice>
        <mc:Fallback xmlns="">
          <p:sp>
            <p:nvSpPr>
              <p:cNvPr id="7" name="Text Placeholder 6">
                <a:extLst>
                  <a:ext uri="{FF2B5EF4-FFF2-40B4-BE49-F238E27FC236}">
                    <a16:creationId xmlns:a16="http://schemas.microsoft.com/office/drawing/2014/main" id="{A26C78AF-8B76-8BE5-6FD1-C3122BE06605}"/>
                  </a:ext>
                </a:extLst>
              </p:cNvPr>
              <p:cNvSpPr>
                <a:spLocks noGrp="1" noRot="1" noChangeAspect="1" noMove="1" noResize="1" noEditPoints="1" noAdjustHandles="1" noChangeArrowheads="1" noChangeShapeType="1" noTextEdit="1"/>
              </p:cNvSpPr>
              <p:nvPr>
                <p:ph type="body" sz="quarter" idx="22"/>
              </p:nvPr>
            </p:nvSpPr>
            <p:spPr>
              <a:xfrm>
                <a:off x="900531" y="1409273"/>
                <a:ext cx="10161976" cy="2703738"/>
              </a:xfrm>
              <a:blipFill>
                <a:blip r:embed="rId3"/>
                <a:stretch>
                  <a:fillRect l="-180" r="-1560" b="-7432"/>
                </a:stretch>
              </a:blipFill>
            </p:spPr>
            <p:txBody>
              <a:bodyPr/>
              <a:lstStyle/>
              <a:p>
                <a:r>
                  <a:rPr lang="en-US">
                    <a:noFill/>
                  </a:rPr>
                  <a:t> </a:t>
                </a:r>
              </a:p>
            </p:txBody>
          </p:sp>
        </mc:Fallback>
      </mc:AlternateContent>
      <p:graphicFrame>
        <p:nvGraphicFramePr>
          <p:cNvPr id="12" name="Table 11">
            <a:extLst>
              <a:ext uri="{FF2B5EF4-FFF2-40B4-BE49-F238E27FC236}">
                <a16:creationId xmlns:a16="http://schemas.microsoft.com/office/drawing/2014/main" id="{9FB43ECC-6198-CAD9-D35A-4745C2C73040}"/>
              </a:ext>
            </a:extLst>
          </p:cNvPr>
          <p:cNvGraphicFramePr>
            <a:graphicFrameLocks noGrp="1"/>
          </p:cNvGraphicFramePr>
          <p:nvPr>
            <p:extLst>
              <p:ext uri="{D42A27DB-BD31-4B8C-83A1-F6EECF244321}">
                <p14:modId xmlns:p14="http://schemas.microsoft.com/office/powerpoint/2010/main" val="2175894309"/>
              </p:ext>
            </p:extLst>
          </p:nvPr>
        </p:nvGraphicFramePr>
        <p:xfrm>
          <a:off x="1955964" y="5332482"/>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4" name="Picture 3" descr="image of a finger selecting an option for a multiple choice or true and false">
            <a:extLst>
              <a:ext uri="{FF2B5EF4-FFF2-40B4-BE49-F238E27FC236}">
                <a16:creationId xmlns:a16="http://schemas.microsoft.com/office/drawing/2014/main" id="{655E7DA3-5BC4-03A6-88A8-5BE8009F98DB}"/>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0900656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286458-B3DC-1B5B-CAB0-67289592938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59C605-2915-EBC8-907B-0379999694C3}"/>
              </a:ext>
            </a:extLst>
          </p:cNvPr>
          <p:cNvSpPr>
            <a:spLocks noGrp="1"/>
          </p:cNvSpPr>
          <p:nvPr>
            <p:ph type="sldNum" sz="quarter" idx="12"/>
          </p:nvPr>
        </p:nvSpPr>
        <p:spPr/>
        <p:txBody>
          <a:bodyPr/>
          <a:lstStyle/>
          <a:p>
            <a:fld id="{10A01DC5-1685-4615-8240-15192985C6A2}" type="slidenum">
              <a:rPr lang="en-AU" smtClean="0"/>
              <a:t>13</a:t>
            </a:fld>
            <a:endParaRPr lang="en-AU"/>
          </a:p>
        </p:txBody>
      </p:sp>
      <p:sp>
        <p:nvSpPr>
          <p:cNvPr id="3" name="Title 2">
            <a:extLst>
              <a:ext uri="{FF2B5EF4-FFF2-40B4-BE49-F238E27FC236}">
                <a16:creationId xmlns:a16="http://schemas.microsoft.com/office/drawing/2014/main" id="{F9E0F587-1932-6389-F8B8-958D63E6AFE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(5)</a:t>
            </a:r>
          </a:p>
        </p:txBody>
      </p:sp>
      <p:sp>
        <p:nvSpPr>
          <p:cNvPr id="11" name="Picture Placeholder 10">
            <a:extLst>
              <a:ext uri="{FF2B5EF4-FFF2-40B4-BE49-F238E27FC236}">
                <a16:creationId xmlns:a16="http://schemas.microsoft.com/office/drawing/2014/main" id="{777805AA-3000-4F7B-AF76-0FB0E2B466BE}"/>
              </a:ext>
            </a:extLst>
          </p:cNvPr>
          <p:cNvSpPr>
            <a:spLocks noGrp="1"/>
          </p:cNvSpPr>
          <p:nvPr>
            <p:ph type="pic" sz="quarter" idx="21"/>
          </p:nvPr>
        </p:nvSpPr>
        <p:spPr>
          <a:xfrm>
            <a:off x="1362075" y="2030849"/>
            <a:ext cx="9761925" cy="3056398"/>
          </a:xfrm>
        </p:spPr>
        <p:txBody>
          <a:bodyPr/>
          <a:lstStyle/>
          <a:p>
            <a:pPr algn="ctr"/>
            <a:r>
              <a:rPr lang="en-US" sz="4400">
                <a:latin typeface="Arial"/>
                <a:cs typeface="Arial"/>
              </a:rPr>
              <a:t>What do you know about </a:t>
            </a:r>
            <a:r>
              <a:rPr lang="en-US" sz="4400" b="1">
                <a:latin typeface="Arial"/>
                <a:cs typeface="Arial"/>
              </a:rPr>
              <a:t>folding halves</a:t>
            </a:r>
            <a:r>
              <a:rPr lang="en-US" sz="4400">
                <a:latin typeface="Arial"/>
                <a:cs typeface="Arial"/>
              </a:rPr>
              <a:t> that can help you when folding </a:t>
            </a:r>
            <a:r>
              <a:rPr lang="en-US" sz="4400" b="1">
                <a:latin typeface="Arial"/>
                <a:cs typeface="Arial"/>
              </a:rPr>
              <a:t>quarters</a:t>
            </a:r>
            <a:r>
              <a:rPr lang="en-US" sz="4400">
                <a:latin typeface="Arial"/>
                <a:cs typeface="Arial"/>
              </a:rPr>
              <a:t> and </a:t>
            </a:r>
            <a:r>
              <a:rPr lang="en-US" sz="4400" b="1">
                <a:latin typeface="Arial"/>
                <a:cs typeface="Arial"/>
              </a:rPr>
              <a:t>eighths</a:t>
            </a:r>
            <a:r>
              <a:rPr lang="en-US" sz="4400">
                <a:latin typeface="Arial"/>
                <a:cs typeface="Arial"/>
              </a:rPr>
              <a:t>?</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132CE01C-F128-827F-0720-032C31FF573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861443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5EB60A-DB53-A5B7-8B1E-B76E42DF201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8C3A20D-F8A7-870F-024C-C73BED4F0723}"/>
              </a:ext>
            </a:extLst>
          </p:cNvPr>
          <p:cNvSpPr>
            <a:spLocks noGrp="1"/>
          </p:cNvSpPr>
          <p:nvPr>
            <p:ph type="sldNum" sz="quarter" idx="12"/>
          </p:nvPr>
        </p:nvSpPr>
        <p:spPr/>
        <p:txBody>
          <a:bodyPr/>
          <a:lstStyle/>
          <a:p>
            <a:fld id="{10A01DC5-1685-4615-8240-15192985C6A2}" type="slidenum">
              <a:rPr lang="en-AU" smtClean="0"/>
              <a:t>14</a:t>
            </a:fld>
            <a:endParaRPr lang="en-AU"/>
          </a:p>
        </p:txBody>
      </p:sp>
      <p:sp>
        <p:nvSpPr>
          <p:cNvPr id="3" name="Title 2">
            <a:extLst>
              <a:ext uri="{FF2B5EF4-FFF2-40B4-BE49-F238E27FC236}">
                <a16:creationId xmlns:a16="http://schemas.microsoft.com/office/drawing/2014/main" id="{4658F565-BC0F-A638-D187-0FE9F8DCFE2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(6)</a:t>
            </a:r>
          </a:p>
        </p:txBody>
      </p:sp>
      <p:sp>
        <p:nvSpPr>
          <p:cNvPr id="11" name="Picture Placeholder 10">
            <a:extLst>
              <a:ext uri="{FF2B5EF4-FFF2-40B4-BE49-F238E27FC236}">
                <a16:creationId xmlns:a16="http://schemas.microsoft.com/office/drawing/2014/main" id="{1FAEB63C-05D7-629C-93E0-6E9FD7090D30}"/>
              </a:ext>
            </a:extLst>
          </p:cNvPr>
          <p:cNvSpPr>
            <a:spLocks noGrp="1"/>
          </p:cNvSpPr>
          <p:nvPr>
            <p:ph type="pic" sz="quarter" idx="21"/>
          </p:nvPr>
        </p:nvSpPr>
        <p:spPr>
          <a:xfrm>
            <a:off x="240963" y="2182601"/>
            <a:ext cx="11243037" cy="3056398"/>
          </a:xfrm>
        </p:spPr>
        <p:txBody>
          <a:bodyPr/>
          <a:lstStyle/>
          <a:p>
            <a:pPr algn="ctr"/>
            <a:r>
              <a:rPr lang="en-US" sz="4400">
                <a:latin typeface="Arial"/>
                <a:cs typeface="Arial"/>
              </a:rPr>
              <a:t>Apply the </a:t>
            </a:r>
            <a:r>
              <a:rPr lang="en-US" sz="4400" b="1">
                <a:latin typeface="Arial"/>
                <a:cs typeface="Arial"/>
              </a:rPr>
              <a:t>compensation </a:t>
            </a:r>
            <a:r>
              <a:rPr lang="en-US" sz="4400">
                <a:latin typeface="Arial"/>
                <a:cs typeface="Arial"/>
              </a:rPr>
              <a:t>strategy to solve</a:t>
            </a:r>
          </a:p>
          <a:p>
            <a:pPr algn="ctr"/>
            <a:r>
              <a:rPr lang="en-US" sz="4400">
                <a:latin typeface="Arial"/>
                <a:cs typeface="Arial"/>
              </a:rPr>
              <a:t>76 – 48 </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C26EDB88-E75C-9C64-B0FE-F9E4BF5A700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2065144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5F66E2-F0C5-5138-CAEC-E3751681CC9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65C0EE6-AA77-F601-9124-C2AB88FE1BA4}"/>
              </a:ext>
            </a:extLst>
          </p:cNvPr>
          <p:cNvSpPr>
            <a:spLocks noGrp="1"/>
          </p:cNvSpPr>
          <p:nvPr>
            <p:ph type="sldNum" sz="quarter" idx="12"/>
          </p:nvPr>
        </p:nvSpPr>
        <p:spPr/>
        <p:txBody>
          <a:bodyPr/>
          <a:lstStyle/>
          <a:p>
            <a:fld id="{10A01DC5-1685-4615-8240-15192985C6A2}" type="slidenum">
              <a:rPr lang="en-AU" smtClean="0"/>
              <a:t>15</a:t>
            </a:fld>
            <a:endParaRPr lang="en-AU"/>
          </a:p>
        </p:txBody>
      </p:sp>
      <p:sp>
        <p:nvSpPr>
          <p:cNvPr id="3" name="Title 2">
            <a:extLst>
              <a:ext uri="{FF2B5EF4-FFF2-40B4-BE49-F238E27FC236}">
                <a16:creationId xmlns:a16="http://schemas.microsoft.com/office/drawing/2014/main" id="{97207C71-565C-F655-DA13-564DFCF88FF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(7)</a:t>
            </a:r>
          </a:p>
        </p:txBody>
      </p:sp>
      <p:sp>
        <p:nvSpPr>
          <p:cNvPr id="11" name="Picture Placeholder 10">
            <a:extLst>
              <a:ext uri="{FF2B5EF4-FFF2-40B4-BE49-F238E27FC236}">
                <a16:creationId xmlns:a16="http://schemas.microsoft.com/office/drawing/2014/main" id="{E83C9D2F-076B-25AC-741C-C56ACEF8B118}"/>
              </a:ext>
            </a:extLst>
          </p:cNvPr>
          <p:cNvSpPr>
            <a:spLocks noGrp="1"/>
          </p:cNvSpPr>
          <p:nvPr>
            <p:ph type="pic" sz="quarter" idx="21"/>
          </p:nvPr>
        </p:nvSpPr>
        <p:spPr>
          <a:xfrm>
            <a:off x="1176575" y="2182601"/>
            <a:ext cx="9609887" cy="3056398"/>
          </a:xfrm>
        </p:spPr>
        <p:txBody>
          <a:bodyPr/>
          <a:lstStyle/>
          <a:p>
            <a:pPr algn="ctr"/>
            <a:r>
              <a:rPr lang="en-US" sz="4400">
                <a:latin typeface="Arial"/>
                <a:cs typeface="Arial"/>
              </a:rPr>
              <a:t>Name </a:t>
            </a:r>
            <a:r>
              <a:rPr lang="en-US" sz="4400" b="1">
                <a:latin typeface="Arial"/>
                <a:cs typeface="Arial"/>
              </a:rPr>
              <a:t>3 lengths</a:t>
            </a:r>
            <a:r>
              <a:rPr lang="en-US" sz="4400">
                <a:latin typeface="Arial"/>
                <a:cs typeface="Arial"/>
              </a:rPr>
              <a:t> that could be recorded using </a:t>
            </a:r>
            <a:r>
              <a:rPr lang="en-US" sz="4400" b="1" err="1">
                <a:latin typeface="Arial"/>
                <a:cs typeface="Arial"/>
              </a:rPr>
              <a:t>millimetres</a:t>
            </a:r>
            <a:r>
              <a:rPr lang="en-US" sz="4400">
                <a:latin typeface="Arial"/>
                <a:cs typeface="Arial"/>
              </a:rPr>
              <a:t>.</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D740BC3B-2A7E-9512-84CA-DEBB92EFECD0}"/>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098002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754AA-2C66-0C25-B9E8-7186573B43F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3FEC2D-FBC9-6ADC-655C-61AE188BF640}"/>
              </a:ext>
            </a:extLst>
          </p:cNvPr>
          <p:cNvSpPr>
            <a:spLocks noGrp="1"/>
          </p:cNvSpPr>
          <p:nvPr>
            <p:ph type="sldNum" sz="quarter" idx="12"/>
          </p:nvPr>
        </p:nvSpPr>
        <p:spPr>
          <a:xfrm>
            <a:off x="11124000" y="6516000"/>
            <a:ext cx="720000" cy="180000"/>
          </a:xfrm>
        </p:spPr>
        <p:txBody>
          <a:bodyPr/>
          <a:lstStyle/>
          <a:p>
            <a:fld id="{10A01DC5-1685-4615-8240-15192985C6A2}" type="slidenum">
              <a:rPr lang="en-AU" smtClean="0"/>
              <a:pPr/>
              <a:t>16</a:t>
            </a:fld>
            <a:endParaRPr lang="en-AU"/>
          </a:p>
        </p:txBody>
      </p:sp>
      <p:sp>
        <p:nvSpPr>
          <p:cNvPr id="3" name="Title 2">
            <a:extLst>
              <a:ext uri="{FF2B5EF4-FFF2-40B4-BE49-F238E27FC236}">
                <a16:creationId xmlns:a16="http://schemas.microsoft.com/office/drawing/2014/main" id="{4665DAF2-1A41-F192-2D01-F9D2CDB43416}"/>
              </a:ext>
            </a:extLst>
          </p:cNvPr>
          <p:cNvSpPr>
            <a:spLocks noGrp="1"/>
          </p:cNvSpPr>
          <p:nvPr>
            <p:ph type="title"/>
          </p:nvPr>
        </p:nvSpPr>
        <p:spPr>
          <a:xfrm>
            <a:off x="360000" y="360000"/>
            <a:ext cx="11243038" cy="545601"/>
          </a:xfrm>
        </p:spPr>
        <p:txBody>
          <a:bodyPr/>
          <a:lstStyle/>
          <a:p>
            <a:r>
              <a:rPr lang="en-US">
                <a:latin typeface="Arial"/>
                <a:cs typeface="Arial"/>
              </a:rPr>
              <a:t>Short response</a:t>
            </a:r>
            <a:r>
              <a:rPr lang="en-US">
                <a:solidFill>
                  <a:schemeClr val="bg1"/>
                </a:solidFill>
                <a:latin typeface="Arial"/>
                <a:cs typeface="Arial"/>
              </a:rPr>
              <a:t> (8)</a:t>
            </a:r>
          </a:p>
        </p:txBody>
      </p:sp>
      <p:sp>
        <p:nvSpPr>
          <p:cNvPr id="4" name="TextBox 3">
            <a:extLst>
              <a:ext uri="{FF2B5EF4-FFF2-40B4-BE49-F238E27FC236}">
                <a16:creationId xmlns:a16="http://schemas.microsoft.com/office/drawing/2014/main" id="{37743E66-387B-D4F6-72FE-0CCB9557C3B3}"/>
              </a:ext>
            </a:extLst>
          </p:cNvPr>
          <p:cNvSpPr txBox="1"/>
          <p:nvPr/>
        </p:nvSpPr>
        <p:spPr>
          <a:xfrm>
            <a:off x="531064" y="1731355"/>
            <a:ext cx="10900909" cy="3716314"/>
          </a:xfrm>
          <a:prstGeom prst="rect">
            <a:avLst/>
          </a:prstGeom>
          <a:noFill/>
        </p:spPr>
        <p:txBody>
          <a:bodyPr wrap="square" lIns="0" tIns="0" rIns="0" bIns="0" rtlCol="0" anchor="t">
            <a:noAutofit/>
          </a:bodyPr>
          <a:lstStyle/>
          <a:p>
            <a:pPr algn="ctr"/>
            <a:r>
              <a:rPr lang="en-AU" sz="4400"/>
              <a:t>A </a:t>
            </a:r>
            <a:r>
              <a:rPr lang="en-AU" sz="4400" b="1"/>
              <a:t>quadrilateral</a:t>
            </a:r>
            <a:r>
              <a:rPr lang="en-AU" sz="4400"/>
              <a:t> has four sides, two pairs of parallel sides and all angles are equal. </a:t>
            </a:r>
          </a:p>
          <a:p>
            <a:pPr algn="ctr"/>
            <a:endParaRPr lang="en-AU" sz="4400"/>
          </a:p>
          <a:p>
            <a:pPr algn="ctr"/>
            <a:r>
              <a:rPr lang="en-AU" sz="4400"/>
              <a:t>What is the name of the quadrilateral and how do you know?</a:t>
            </a:r>
            <a:br>
              <a:rPr lang="en-AU" sz="4400"/>
            </a:br>
            <a:br>
              <a:rPr lang="en-AU" sz="4400"/>
            </a:br>
            <a:endParaRPr lang="en-AU" sz="4400"/>
          </a:p>
          <a:p>
            <a:pPr algn="l"/>
            <a:endParaRPr lang="en-AU" sz="4400"/>
          </a:p>
        </p:txBody>
      </p:sp>
      <p:pic>
        <p:nvPicPr>
          <p:cNvPr id="5" name="Picture 4" descr="image of a clipboard with a pencil recording short answer responses">
            <a:extLst>
              <a:ext uri="{FF2B5EF4-FFF2-40B4-BE49-F238E27FC236}">
                <a16:creationId xmlns:a16="http://schemas.microsoft.com/office/drawing/2014/main" id="{3BEDD50C-91A1-3FFB-CBDD-0B6084F047A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9239109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17</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2 – Is he correct?</a:t>
            </a:r>
          </a:p>
        </p:txBody>
      </p:sp>
      <p:sp>
        <p:nvSpPr>
          <p:cNvPr id="4" name="Freeform 2" descr="Text reads: Fred was given a strip of paper and told this was one-half of the whole length. Fred drew a diagram to show how big the whole would be. Is Fred correct? &#10;There is an image of a boy writing on a whiteboard with an arrow pointing to his response. The strip above the whole looks to be about a quarter of the whole on the whiteboard.">
            <a:extLst>
              <a:ext uri="{FF2B5EF4-FFF2-40B4-BE49-F238E27FC236}">
                <a16:creationId xmlns:a16="http://schemas.microsoft.com/office/drawing/2014/main" id="{F8A4FD06-7D85-F680-525D-506D838A3118}"/>
              </a:ext>
            </a:extLst>
          </p:cNvPr>
          <p:cNvSpPr/>
          <p:nvPr/>
        </p:nvSpPr>
        <p:spPr>
          <a:xfrm>
            <a:off x="3829383" y="2411263"/>
            <a:ext cx="3627142" cy="2025871"/>
          </a:xfrm>
          <a:custGeom>
            <a:avLst/>
            <a:gdLst/>
            <a:ahLst/>
            <a:cxnLst/>
            <a:rect l="l" t="t" r="r" b="b"/>
            <a:pathLst>
              <a:path w="4276800" h="2940300">
                <a:moveTo>
                  <a:pt x="0" y="0"/>
                </a:moveTo>
                <a:lnTo>
                  <a:pt x="4276800" y="0"/>
                </a:lnTo>
                <a:lnTo>
                  <a:pt x="4276800" y="2940300"/>
                </a:lnTo>
                <a:lnTo>
                  <a:pt x="0" y="294030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grpSp>
        <p:nvGrpSpPr>
          <p:cNvPr id="8" name="Group 6" descr="Text reads: Fred was given a strip of paper and told this was one-half of the whole length. Fred drew a diagram to show how big the whole would be. Is Fred correct? &#10;There is an image of a boy writing on a whiteboard with an arrow pointing to his response. The strip above the whole looks to be about a quarter of the whole on the whiteboard.">
            <a:extLst>
              <a:ext uri="{FF2B5EF4-FFF2-40B4-BE49-F238E27FC236}">
                <a16:creationId xmlns:a16="http://schemas.microsoft.com/office/drawing/2014/main" id="{38A2139E-81EB-3AFC-F35B-D5275440D6E1}"/>
              </a:ext>
            </a:extLst>
          </p:cNvPr>
          <p:cNvGrpSpPr/>
          <p:nvPr/>
        </p:nvGrpSpPr>
        <p:grpSpPr>
          <a:xfrm>
            <a:off x="4183497" y="2860034"/>
            <a:ext cx="786146" cy="244195"/>
            <a:chOff x="0" y="0"/>
            <a:chExt cx="281737" cy="87514"/>
          </a:xfrm>
        </p:grpSpPr>
        <p:sp>
          <p:nvSpPr>
            <p:cNvPr id="9" name="Freeform 7">
              <a:extLst>
                <a:ext uri="{FF2B5EF4-FFF2-40B4-BE49-F238E27FC236}">
                  <a16:creationId xmlns:a16="http://schemas.microsoft.com/office/drawing/2014/main" id="{A917294A-0C71-57E4-9AC6-7BED216ACD5F}"/>
                </a:ext>
              </a:extLst>
            </p:cNvPr>
            <p:cNvSpPr/>
            <p:nvPr/>
          </p:nvSpPr>
          <p:spPr>
            <a:xfrm>
              <a:off x="0" y="0"/>
              <a:ext cx="281737" cy="87514"/>
            </a:xfrm>
            <a:custGeom>
              <a:avLst/>
              <a:gdLst/>
              <a:ahLst/>
              <a:cxnLst/>
              <a:rect l="l" t="t" r="r" b="b"/>
              <a:pathLst>
                <a:path w="281737" h="87514">
                  <a:moveTo>
                    <a:pt x="0" y="0"/>
                  </a:moveTo>
                  <a:lnTo>
                    <a:pt x="281737" y="0"/>
                  </a:lnTo>
                  <a:lnTo>
                    <a:pt x="281737" y="87514"/>
                  </a:lnTo>
                  <a:lnTo>
                    <a:pt x="0" y="87514"/>
                  </a:lnTo>
                  <a:close/>
                </a:path>
              </a:pathLst>
            </a:custGeom>
            <a:solidFill>
              <a:srgbClr val="004AAD"/>
            </a:solidFill>
          </p:spPr>
          <p:txBody>
            <a:bodyPr/>
            <a:lstStyle/>
            <a:p>
              <a:endParaRPr lang="en-AU"/>
            </a:p>
          </p:txBody>
        </p:sp>
        <p:sp>
          <p:nvSpPr>
            <p:cNvPr id="10" name="TextBox 8">
              <a:extLst>
                <a:ext uri="{FF2B5EF4-FFF2-40B4-BE49-F238E27FC236}">
                  <a16:creationId xmlns:a16="http://schemas.microsoft.com/office/drawing/2014/main" id="{CEAECB1D-DB5F-0518-1361-A5C0A0B67AE7}"/>
                </a:ext>
              </a:extLst>
            </p:cNvPr>
            <p:cNvSpPr txBox="1"/>
            <p:nvPr/>
          </p:nvSpPr>
          <p:spPr>
            <a:xfrm>
              <a:off x="0" y="-38100"/>
              <a:ext cx="281737" cy="125614"/>
            </a:xfrm>
            <a:prstGeom prst="rect">
              <a:avLst/>
            </a:prstGeom>
          </p:spPr>
          <p:txBody>
            <a:bodyPr lIns="50800" tIns="50800" rIns="50800" bIns="50800" rtlCol="0" anchor="ctr"/>
            <a:lstStyle/>
            <a:p>
              <a:pPr algn="ctr">
                <a:lnSpc>
                  <a:spcPts val="1552"/>
                </a:lnSpc>
              </a:pPr>
              <a:endParaRPr/>
            </a:p>
          </p:txBody>
        </p:sp>
      </p:grpSp>
      <p:sp>
        <p:nvSpPr>
          <p:cNvPr id="11" name="TextBox 9" descr="Text reads: Fred was given a strip of paper and told this was one-half of the whole length. Fred drew a diagram to show how big the whole would be. Is Fred correct? &#10;There is an image of a boy writing on a whiteboard with an arrow pointing to his response. The strip above the whole looks to be about a quarter of the whole on the whiteboard.">
            <a:extLst>
              <a:ext uri="{FF2B5EF4-FFF2-40B4-BE49-F238E27FC236}">
                <a16:creationId xmlns:a16="http://schemas.microsoft.com/office/drawing/2014/main" id="{120A8B7B-1774-EC6E-2ED3-EDD5055B11C7}"/>
              </a:ext>
            </a:extLst>
          </p:cNvPr>
          <p:cNvSpPr txBox="1"/>
          <p:nvPr/>
        </p:nvSpPr>
        <p:spPr>
          <a:xfrm>
            <a:off x="896199" y="1203241"/>
            <a:ext cx="10399601" cy="833177"/>
          </a:xfrm>
          <a:prstGeom prst="rect">
            <a:avLst/>
          </a:prstGeom>
        </p:spPr>
        <p:txBody>
          <a:bodyPr lIns="0" tIns="0" rIns="0" bIns="0" rtlCol="0" anchor="t">
            <a:spAutoFit/>
          </a:bodyPr>
          <a:lstStyle/>
          <a:p>
            <a:pPr algn="ctr">
              <a:lnSpc>
                <a:spcPts val="3360"/>
              </a:lnSpc>
            </a:pPr>
            <a:r>
              <a:rPr lang="en-US">
                <a:solidFill>
                  <a:srgbClr val="000000"/>
                </a:solidFill>
                <a:latin typeface="Arial" panose="020B0604020202020204" pitchFamily="34" charset="0"/>
                <a:cs typeface="Arial" panose="020B0604020202020204" pitchFamily="34" charset="0"/>
                <a:sym typeface="League Spartan"/>
              </a:rPr>
              <a:t>Kai was given a strip of paper and told this was one-half of the whole length. He drew a diagram to show how big the whole would be.</a:t>
            </a:r>
          </a:p>
        </p:txBody>
      </p:sp>
      <p:sp>
        <p:nvSpPr>
          <p:cNvPr id="12" name="TextBox 10" descr="Text reads: Fred was given a strip of paper and told this was one-half of the whole length. Fred drew a diagram to show how big the whole would be. Is Fred correct? &#10;There is an image of a boy writing on a whiteboard with an arrow pointing to his response. The strip above the whole looks to be about a quarter of the whole on the whiteboard.">
            <a:extLst>
              <a:ext uri="{FF2B5EF4-FFF2-40B4-BE49-F238E27FC236}">
                <a16:creationId xmlns:a16="http://schemas.microsoft.com/office/drawing/2014/main" id="{C82BB6B1-2AE6-34C4-2707-EC289A36A96B}"/>
              </a:ext>
            </a:extLst>
          </p:cNvPr>
          <p:cNvSpPr txBox="1"/>
          <p:nvPr/>
        </p:nvSpPr>
        <p:spPr>
          <a:xfrm>
            <a:off x="185575" y="4555016"/>
            <a:ext cx="10938425" cy="2705356"/>
          </a:xfrm>
          <a:prstGeom prst="rect">
            <a:avLst/>
          </a:prstGeom>
        </p:spPr>
        <p:txBody>
          <a:bodyPr wrap="square" lIns="0" tIns="0" rIns="0" bIns="0" rtlCol="0" anchor="t">
            <a:spAutoFit/>
          </a:bodyPr>
          <a:lstStyle/>
          <a:p>
            <a:pPr algn="ctr">
              <a:lnSpc>
                <a:spcPct val="150000"/>
              </a:lnSpc>
              <a:spcBef>
                <a:spcPct val="0"/>
              </a:spcBef>
            </a:pPr>
            <a:r>
              <a:rPr lang="en-US" sz="2000" b="1">
                <a:solidFill>
                  <a:srgbClr val="000000"/>
                </a:solidFill>
                <a:latin typeface="Arial" panose="020B0604020202020204" pitchFamily="34" charset="0"/>
                <a:cs typeface="Arial" panose="020B0604020202020204" pitchFamily="34" charset="0"/>
                <a:sym typeface="League Spartan"/>
              </a:rPr>
              <a:t>Is Kai correct? </a:t>
            </a:r>
          </a:p>
          <a:p>
            <a:pPr algn="ctr">
              <a:lnSpc>
                <a:spcPct val="150000"/>
              </a:lnSpc>
              <a:spcBef>
                <a:spcPct val="0"/>
              </a:spcBef>
            </a:pPr>
            <a:r>
              <a:rPr lang="en-US" sz="2000" b="1">
                <a:solidFill>
                  <a:srgbClr val="000000"/>
                </a:solidFill>
                <a:latin typeface="Arial" panose="020B0604020202020204" pitchFamily="34" charset="0"/>
                <a:cs typeface="Arial" panose="020B0604020202020204" pitchFamily="34" charset="0"/>
                <a:sym typeface="League Spartan"/>
              </a:rPr>
              <a:t>How do you know?</a:t>
            </a:r>
          </a:p>
          <a:p>
            <a:pPr lvl="0" algn="ctr">
              <a:lnSpc>
                <a:spcPct val="150000"/>
              </a:lnSpc>
              <a:spcBef>
                <a:spcPts val="1200"/>
              </a:spcBef>
              <a:spcAft>
                <a:spcPts val="600"/>
              </a:spcAft>
            </a:pPr>
            <a:r>
              <a:rPr lang="en-AU" sz="2000" b="1">
                <a:effectLst/>
                <a:latin typeface="Arial" panose="020B0604020202020204" pitchFamily="34" charset="0"/>
                <a:ea typeface="Calibri" panose="020F0502020204030204" pitchFamily="34" charset="0"/>
              </a:rPr>
              <a:t>What has Kai done incorrectly?</a:t>
            </a:r>
          </a:p>
          <a:p>
            <a:pPr lvl="0" algn="ctr">
              <a:lnSpc>
                <a:spcPct val="150000"/>
              </a:lnSpc>
              <a:spcBef>
                <a:spcPts val="1200"/>
              </a:spcBef>
              <a:spcAft>
                <a:spcPts val="600"/>
              </a:spcAft>
            </a:pPr>
            <a:r>
              <a:rPr lang="en-AU" sz="2000" b="1">
                <a:effectLst/>
                <a:latin typeface="Arial" panose="020B0604020202020204" pitchFamily="34" charset="0"/>
                <a:ea typeface="Calibri" panose="020F0502020204030204" pitchFamily="34" charset="0"/>
              </a:rPr>
              <a:t>If he is not correct, what would be the correct answer? How could you work it out?</a:t>
            </a:r>
          </a:p>
          <a:p>
            <a:pPr algn="ctr">
              <a:lnSpc>
                <a:spcPts val="3360"/>
              </a:lnSpc>
              <a:spcBef>
                <a:spcPct val="0"/>
              </a:spcBef>
            </a:pPr>
            <a:endParaRPr lang="en-US" b="1">
              <a:solidFill>
                <a:srgbClr val="000000"/>
              </a:solidFill>
              <a:latin typeface="Arial" panose="020B0604020202020204" pitchFamily="34" charset="0"/>
              <a:cs typeface="Arial" panose="020B0604020202020204" pitchFamily="34" charset="0"/>
              <a:sym typeface="League Spartan"/>
            </a:endParaRPr>
          </a:p>
        </p:txBody>
      </p:sp>
      <p:sp>
        <p:nvSpPr>
          <p:cNvPr id="13" name="TextBox 11" descr="Text reads: Fred was given a strip of paper and told this was one-half of the whole length. Fred drew a diagram to show how big the whole would be. Is Fred correct? &#10;There is an image of a boy writing on a whiteboard with an arrow pointing to his response. The strip above the whole looks to be about a quarter of the whole on the whiteboard.">
            <a:extLst>
              <a:ext uri="{FF2B5EF4-FFF2-40B4-BE49-F238E27FC236}">
                <a16:creationId xmlns:a16="http://schemas.microsoft.com/office/drawing/2014/main" id="{A4883CE9-730D-B0C5-18B8-233039B41946}"/>
              </a:ext>
            </a:extLst>
          </p:cNvPr>
          <p:cNvSpPr txBox="1"/>
          <p:nvPr/>
        </p:nvSpPr>
        <p:spPr>
          <a:xfrm>
            <a:off x="4183497" y="3676962"/>
            <a:ext cx="2202656" cy="396215"/>
          </a:xfrm>
          <a:prstGeom prst="rect">
            <a:avLst/>
          </a:prstGeom>
        </p:spPr>
        <p:txBody>
          <a:bodyPr lIns="0" tIns="0" rIns="0" bIns="0" rtlCol="0" anchor="t">
            <a:spAutoFit/>
          </a:bodyPr>
          <a:lstStyle/>
          <a:p>
            <a:pPr algn="l">
              <a:lnSpc>
                <a:spcPts val="3360"/>
              </a:lnSpc>
              <a:spcBef>
                <a:spcPct val="0"/>
              </a:spcBef>
            </a:pPr>
            <a:r>
              <a:rPr lang="en-US" sz="2400">
                <a:solidFill>
                  <a:srgbClr val="146CFD"/>
                </a:solidFill>
                <a:latin typeface="Edu NSW ACT Foundation Medium" pitchFamily="2" charset="0"/>
                <a:ea typeface="Dreaming Outloud Sans"/>
                <a:cs typeface="Dreaming Outloud Sans"/>
                <a:sym typeface="Dreaming Outloud Sans"/>
              </a:rPr>
              <a:t>This is the whole </a:t>
            </a:r>
          </a:p>
        </p:txBody>
      </p:sp>
      <p:grpSp>
        <p:nvGrpSpPr>
          <p:cNvPr id="14" name="Group 12" descr="Text reads: Fred was given a strip of paper and told this was one-half of the whole length. Fred drew a diagram to show how big the whole would be. Is Fred correct? &#10;There is an image of a boy writing on a whiteboard with an arrow pointing to his response. The strip above the whole looks to be about a quarter of the whole on the whiteboard.">
            <a:extLst>
              <a:ext uri="{FF2B5EF4-FFF2-40B4-BE49-F238E27FC236}">
                <a16:creationId xmlns:a16="http://schemas.microsoft.com/office/drawing/2014/main" id="{E48A998E-E41A-2778-46E7-AAA16EA14563}"/>
              </a:ext>
            </a:extLst>
          </p:cNvPr>
          <p:cNvGrpSpPr/>
          <p:nvPr/>
        </p:nvGrpSpPr>
        <p:grpSpPr>
          <a:xfrm>
            <a:off x="4183497" y="3210541"/>
            <a:ext cx="3095896" cy="244195"/>
            <a:chOff x="0" y="0"/>
            <a:chExt cx="1109499" cy="87514"/>
          </a:xfrm>
        </p:grpSpPr>
        <p:sp>
          <p:nvSpPr>
            <p:cNvPr id="15" name="Freeform 13">
              <a:extLst>
                <a:ext uri="{FF2B5EF4-FFF2-40B4-BE49-F238E27FC236}">
                  <a16:creationId xmlns:a16="http://schemas.microsoft.com/office/drawing/2014/main" id="{B1309A00-7F7F-8BE0-19F4-3F4F77EB48D5}"/>
                </a:ext>
              </a:extLst>
            </p:cNvPr>
            <p:cNvSpPr/>
            <p:nvPr/>
          </p:nvSpPr>
          <p:spPr>
            <a:xfrm>
              <a:off x="0" y="0"/>
              <a:ext cx="1109499" cy="87514"/>
            </a:xfrm>
            <a:custGeom>
              <a:avLst/>
              <a:gdLst/>
              <a:ahLst/>
              <a:cxnLst/>
              <a:rect l="l" t="t" r="r" b="b"/>
              <a:pathLst>
                <a:path w="1109499" h="87514">
                  <a:moveTo>
                    <a:pt x="0" y="0"/>
                  </a:moveTo>
                  <a:lnTo>
                    <a:pt x="1109499" y="0"/>
                  </a:lnTo>
                  <a:lnTo>
                    <a:pt x="1109499" y="87514"/>
                  </a:lnTo>
                  <a:lnTo>
                    <a:pt x="0" y="87514"/>
                  </a:lnTo>
                  <a:close/>
                </a:path>
              </a:pathLst>
            </a:custGeom>
            <a:solidFill>
              <a:srgbClr val="004AAD"/>
            </a:solidFill>
          </p:spPr>
          <p:txBody>
            <a:bodyPr/>
            <a:lstStyle/>
            <a:p>
              <a:endParaRPr lang="en-AU"/>
            </a:p>
          </p:txBody>
        </p:sp>
        <p:sp>
          <p:nvSpPr>
            <p:cNvPr id="16" name="TextBox 14">
              <a:extLst>
                <a:ext uri="{FF2B5EF4-FFF2-40B4-BE49-F238E27FC236}">
                  <a16:creationId xmlns:a16="http://schemas.microsoft.com/office/drawing/2014/main" id="{164FD049-3841-71CE-FE6E-DCDB85689B1B}"/>
                </a:ext>
              </a:extLst>
            </p:cNvPr>
            <p:cNvSpPr txBox="1"/>
            <p:nvPr/>
          </p:nvSpPr>
          <p:spPr>
            <a:xfrm>
              <a:off x="0" y="-38100"/>
              <a:ext cx="1109499" cy="125614"/>
            </a:xfrm>
            <a:prstGeom prst="rect">
              <a:avLst/>
            </a:prstGeom>
          </p:spPr>
          <p:txBody>
            <a:bodyPr lIns="50800" tIns="50800" rIns="50800" bIns="50800" rtlCol="0" anchor="ctr"/>
            <a:lstStyle/>
            <a:p>
              <a:pPr algn="ctr">
                <a:lnSpc>
                  <a:spcPts val="1552"/>
                </a:lnSpc>
              </a:pPr>
              <a:endParaRPr/>
            </a:p>
          </p:txBody>
        </p:sp>
      </p:grpSp>
      <p:pic>
        <p:nvPicPr>
          <p:cNvPr id="5" name="Picture 4" descr="image of a head with cogs turning inside">
            <a:extLst>
              <a:ext uri="{FF2B5EF4-FFF2-40B4-BE49-F238E27FC236}">
                <a16:creationId xmlns:a16="http://schemas.microsoft.com/office/drawing/2014/main" id="{BEBFB52C-2919-BE32-9EB9-3F3347AD63B4}"/>
              </a:ext>
            </a:extLst>
          </p:cNvPr>
          <p:cNvPicPr>
            <a:picLocks noChangeAspect="1"/>
          </p:cNvPicPr>
          <p:nvPr/>
        </p:nvPicPr>
        <p:blipFill>
          <a:blip r:embed="rId5"/>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972997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F9F5E-9F20-A840-C8DD-9ED062B9C6E8}"/>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30C29BB1-E8E0-F23D-E9E0-8AB0443FBBAF}"/>
              </a:ext>
            </a:extLst>
          </p:cNvPr>
          <p:cNvSpPr>
            <a:spLocks noGrp="1"/>
          </p:cNvSpPr>
          <p:nvPr>
            <p:ph type="ctrTitle"/>
          </p:nvPr>
        </p:nvSpPr>
        <p:spPr/>
        <p:txBody>
          <a:bodyPr/>
          <a:lstStyle/>
          <a:p>
            <a:r>
              <a:rPr lang="en-AU">
                <a:latin typeface="+mj-lt"/>
                <a:cs typeface="Arial"/>
              </a:rPr>
              <a:t>Review of learning 3</a:t>
            </a:r>
            <a:endParaRPr lang="en-AU">
              <a:latin typeface="+mj-lt"/>
            </a:endParaRPr>
          </a:p>
        </p:txBody>
      </p:sp>
    </p:spTree>
    <p:extLst>
      <p:ext uri="{BB962C8B-B14F-4D97-AF65-F5344CB8AC3E}">
        <p14:creationId xmlns:p14="http://schemas.microsoft.com/office/powerpoint/2010/main" val="122646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A861B1-6A34-35AF-C8F8-98FFF9B6C75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3EE77A7-FE1B-9394-E3D8-9905BF492C48}"/>
              </a:ext>
            </a:extLst>
          </p:cNvPr>
          <p:cNvSpPr>
            <a:spLocks noGrp="1"/>
          </p:cNvSpPr>
          <p:nvPr>
            <p:ph type="sldNum" sz="quarter" idx="12"/>
          </p:nvPr>
        </p:nvSpPr>
        <p:spPr/>
        <p:txBody>
          <a:bodyPr/>
          <a:lstStyle/>
          <a:p>
            <a:fld id="{10A01DC5-1685-4615-8240-15192985C6A2}" type="slidenum">
              <a:rPr lang="en-AU" smtClean="0"/>
              <a:t>19</a:t>
            </a:fld>
            <a:endParaRPr lang="en-AU"/>
          </a:p>
        </p:txBody>
      </p:sp>
      <p:sp>
        <p:nvSpPr>
          <p:cNvPr id="3" name="Title 2">
            <a:extLst>
              <a:ext uri="{FF2B5EF4-FFF2-40B4-BE49-F238E27FC236}">
                <a16:creationId xmlns:a16="http://schemas.microsoft.com/office/drawing/2014/main" id="{0237A4AD-5902-0B45-1C0F-CD463740134A}"/>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(2)</a:t>
            </a:r>
            <a:r>
              <a:rPr lang="en-US">
                <a:latin typeface="Arial"/>
                <a:cs typeface="Arial"/>
              </a:rPr>
              <a:t> </a:t>
            </a:r>
            <a:endParaRPr lang="en-US">
              <a:solidFill>
                <a:schemeClr val="bg1"/>
              </a:solidFill>
              <a:latin typeface="Arial"/>
              <a:cs typeface="Arial"/>
            </a:endParaRPr>
          </a:p>
        </p:txBody>
      </p:sp>
      <p:sp>
        <p:nvSpPr>
          <p:cNvPr id="18" name="Text Placeholder 17">
            <a:extLst>
              <a:ext uri="{FF2B5EF4-FFF2-40B4-BE49-F238E27FC236}">
                <a16:creationId xmlns:a16="http://schemas.microsoft.com/office/drawing/2014/main" id="{56364F73-E229-E283-75C8-9CCFC763AB34}"/>
              </a:ext>
            </a:extLst>
          </p:cNvPr>
          <p:cNvSpPr>
            <a:spLocks noGrp="1"/>
          </p:cNvSpPr>
          <p:nvPr>
            <p:ph type="body" sz="quarter" idx="24"/>
          </p:nvPr>
        </p:nvSpPr>
        <p:spPr>
          <a:xfrm>
            <a:off x="360000" y="1032208"/>
            <a:ext cx="11249133" cy="2828987"/>
          </a:xfrm>
        </p:spPr>
        <p:txBody>
          <a:bodyPr vert="horz" lIns="0" tIns="0" rIns="0" bIns="0" rtlCol="0" anchor="t">
            <a:noAutofit/>
          </a:bodyPr>
          <a:lstStyle/>
          <a:p>
            <a:pPr algn="ctr"/>
            <a:r>
              <a:rPr lang="en-US" sz="4400">
                <a:latin typeface="Arial"/>
                <a:cs typeface="Arial"/>
              </a:rPr>
              <a:t>How many </a:t>
            </a:r>
            <a:r>
              <a:rPr lang="en-US" sz="4400" b="1">
                <a:latin typeface="Arial"/>
                <a:cs typeface="Arial"/>
              </a:rPr>
              <a:t>more fifths</a:t>
            </a:r>
            <a:r>
              <a:rPr lang="en-US" sz="4400">
                <a:latin typeface="Arial"/>
                <a:cs typeface="Arial"/>
              </a:rPr>
              <a:t> are needed to make the </a:t>
            </a:r>
            <a:r>
              <a:rPr lang="en-US" sz="4400" b="1">
                <a:latin typeface="Arial"/>
                <a:cs typeface="Arial"/>
              </a:rPr>
              <a:t>whole</a:t>
            </a:r>
            <a:r>
              <a:rPr lang="en-US" sz="4400">
                <a:latin typeface="Arial"/>
                <a:cs typeface="Arial"/>
              </a:rPr>
              <a:t> length?</a:t>
            </a:r>
            <a:endParaRPr lang="en-US" sz="4400"/>
          </a:p>
        </p:txBody>
      </p:sp>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913935508"/>
                  </p:ext>
                </p:extLst>
              </p:nvPr>
            </p:nvGraphicFramePr>
            <p:xfrm>
              <a:off x="572708" y="4426598"/>
              <a:ext cx="10551292" cy="2059686"/>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dirty="0" smtClean="0">
                                        <a:latin typeface="Cambria Math" panose="02040503050406030204" pitchFamily="18" charset="0"/>
                                        <a:cs typeface="Arial"/>
                                      </a:rPr>
                                    </m:ctrlPr>
                                  </m:fPr>
                                  <m:num>
                                    <m:r>
                                      <a:rPr lang="en-AU" sz="4000" b="0" i="1" dirty="0" smtClean="0">
                                        <a:latin typeface="Cambria Math" panose="02040503050406030204" pitchFamily="18" charset="0"/>
                                        <a:cs typeface="Arial"/>
                                      </a:rPr>
                                      <m:t>4</m:t>
                                    </m:r>
                                  </m:num>
                                  <m:den>
                                    <m:r>
                                      <a:rPr lang="en-AU" sz="4000" b="0" i="1" dirty="0" smtClean="0">
                                        <a:latin typeface="Cambria Math" panose="02040503050406030204" pitchFamily="18" charset="0"/>
                                        <a:cs typeface="Arial"/>
                                      </a:rPr>
                                      <m:t>5</m:t>
                                    </m:r>
                                  </m:den>
                                </m:f>
                              </m:oMath>
                            </m:oMathPara>
                          </a14:m>
                          <a:endParaRPr lang="en-AU" sz="4000"/>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1</m:t>
                                    </m:r>
                                  </m:num>
                                  <m:den>
                                    <m:r>
                                      <a:rPr lang="en-AU" sz="4000" b="0" i="1" smtClean="0">
                                        <a:latin typeface="Cambria Math" panose="02040503050406030204" pitchFamily="18" charset="0"/>
                                        <a:cs typeface="Arial"/>
                                      </a:rPr>
                                      <m:t>5</m:t>
                                    </m:r>
                                  </m:den>
                                </m:f>
                              </m:oMath>
                            </m:oMathPara>
                          </a14:m>
                          <a:endParaRPr lang="en-AU" sz="40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
                              </m:oMathParaPr>
                              <m:oMath xmlns:m="http://schemas.openxmlformats.org/officeDocument/2006/math">
                                <m:f>
                                  <m:fPr>
                                    <m:ctrlPr>
                                      <a:rPr lang="en-AU"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3</m:t>
                                    </m:r>
                                  </m:num>
                                  <m:den>
                                    <m:r>
                                      <a:rPr lang="en-AU" sz="4000" b="0" i="1" smtClean="0">
                                        <a:latin typeface="Cambria Math" panose="02040503050406030204" pitchFamily="18" charset="0"/>
                                        <a:cs typeface="Arial"/>
                                      </a:rPr>
                                      <m:t>5</m:t>
                                    </m:r>
                                  </m:den>
                                </m:f>
                              </m:oMath>
                            </m:oMathPara>
                          </a14:m>
                          <a:endParaRPr lang="en-AU" sz="4000">
                            <a:latin typeface="+mn-lt"/>
                            <a:cs typeface="Arial"/>
                          </a:endParaRP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lang="en-AU" sz="4000" i="1" smtClean="0">
                                        <a:latin typeface="Cambria Math" panose="02040503050406030204" pitchFamily="18" charset="0"/>
                                        <a:cs typeface="Arial"/>
                                      </a:rPr>
                                    </m:ctrlPr>
                                  </m:fPr>
                                  <m:num>
                                    <m:r>
                                      <a:rPr lang="en-AU" sz="4000" b="0" i="1" smtClean="0">
                                        <a:latin typeface="Cambria Math" panose="02040503050406030204" pitchFamily="18" charset="0"/>
                                        <a:cs typeface="Arial"/>
                                      </a:rPr>
                                      <m:t>2</m:t>
                                    </m:r>
                                  </m:num>
                                  <m:den>
                                    <m:r>
                                      <a:rPr lang="en-AU" sz="4000" b="0" i="1" smtClean="0">
                                        <a:latin typeface="Cambria Math" panose="02040503050406030204" pitchFamily="18" charset="0"/>
                                        <a:cs typeface="Arial"/>
                                      </a:rPr>
                                      <m:t>5</m:t>
                                    </m:r>
                                  </m:den>
                                </m:f>
                              </m:oMath>
                            </m:oMathPara>
                          </a14:m>
                          <a:endParaRPr lang="en-AU" sz="4000">
                            <a:latin typeface="+mn-lt"/>
                            <a:cs typeface="Arial"/>
                          </a:endParaRP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7" name="Table 6">
                <a:extLst>
                  <a:ext uri="{FF2B5EF4-FFF2-40B4-BE49-F238E27FC236}">
                    <a16:creationId xmlns:a16="http://schemas.microsoft.com/office/drawing/2014/main" id="{D0D37505-C50A-E6B5-3A37-A9BF025A532A}"/>
                  </a:ext>
                </a:extLst>
              </p:cNvPr>
              <p:cNvGraphicFramePr>
                <a:graphicFrameLocks noGrp="1"/>
              </p:cNvGraphicFramePr>
              <p:nvPr>
                <p:extLst>
                  <p:ext uri="{D42A27DB-BD31-4B8C-83A1-F6EECF244321}">
                    <p14:modId xmlns:p14="http://schemas.microsoft.com/office/powerpoint/2010/main" val="913935508"/>
                  </p:ext>
                </p:extLst>
              </p:nvPr>
            </p:nvGraphicFramePr>
            <p:xfrm>
              <a:off x="572708" y="4426598"/>
              <a:ext cx="10551292" cy="2059686"/>
            </p:xfrm>
            <a:graphic>
              <a:graphicData uri="http://schemas.openxmlformats.org/drawingml/2006/table">
                <a:tbl>
                  <a:tblPr firstRow="1" bandRow="1">
                    <a:tableStyleId>{5A111915-BE36-4E01-A7E5-04B1672EAD32}</a:tableStyleId>
                  </a:tblPr>
                  <a:tblGrid>
                    <a:gridCol w="2637823">
                      <a:extLst>
                        <a:ext uri="{9D8B030D-6E8A-4147-A177-3AD203B41FA5}">
                          <a16:colId xmlns:a16="http://schemas.microsoft.com/office/drawing/2014/main" val="1764535638"/>
                        </a:ext>
                      </a:extLst>
                    </a:gridCol>
                    <a:gridCol w="2637823">
                      <a:extLst>
                        <a:ext uri="{9D8B030D-6E8A-4147-A177-3AD203B41FA5}">
                          <a16:colId xmlns:a16="http://schemas.microsoft.com/office/drawing/2014/main" val="1542929608"/>
                        </a:ext>
                      </a:extLst>
                    </a:gridCol>
                    <a:gridCol w="2637823">
                      <a:extLst>
                        <a:ext uri="{9D8B030D-6E8A-4147-A177-3AD203B41FA5}">
                          <a16:colId xmlns:a16="http://schemas.microsoft.com/office/drawing/2014/main" val="4128396063"/>
                        </a:ext>
                      </a:extLst>
                    </a:gridCol>
                    <a:gridCol w="2637823">
                      <a:extLst>
                        <a:ext uri="{9D8B030D-6E8A-4147-A177-3AD203B41FA5}">
                          <a16:colId xmlns:a16="http://schemas.microsoft.com/office/drawing/2014/main" val="684268156"/>
                        </a:ext>
                      </a:extLst>
                    </a:gridCol>
                  </a:tblGrid>
                  <a:tr h="822960">
                    <a:tc>
                      <a:txBody>
                        <a:bodyPr/>
                        <a:lstStyle/>
                        <a:p>
                          <a:pPr algn="ctr"/>
                          <a:r>
                            <a:rPr lang="en-US" sz="4800" b="1">
                              <a:solidFill>
                                <a:schemeClr val="tx1"/>
                              </a:solidFill>
                            </a:rPr>
                            <a:t>A</a:t>
                          </a:r>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1236726">
                    <a:tc>
                      <a:txBody>
                        <a:bodyPr/>
                        <a:lstStyle/>
                        <a:p>
                          <a:endParaRPr lang="en-US"/>
                        </a:p>
                      </a:txBody>
                      <a:tcP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3"/>
                          <a:stretch>
                            <a:fillRect t="-77941" r="-3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3"/>
                          <a:stretch>
                            <a:fillRect l="-100000" t="-77941" r="-200000"/>
                          </a:stretch>
                        </a:blipFill>
                      </a:tcPr>
                    </a:tc>
                    <a:tc>
                      <a:txBody>
                        <a:bodyPr/>
                        <a:lstStyle/>
                        <a:p>
                          <a:endParaRPr lang="en-US"/>
                        </a:p>
                      </a:txBody>
                      <a:tcPr>
                        <a:lnL>
                          <a:noFill/>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3"/>
                          <a:stretch>
                            <a:fillRect l="-200000" t="-77941" r="-100000"/>
                          </a:stretch>
                        </a:blipFill>
                      </a:tcPr>
                    </a:tc>
                    <a:tc>
                      <a:txBody>
                        <a:bodyPr/>
                        <a:lstStyle/>
                        <a:p>
                          <a:endParaRPr lang="en-US"/>
                        </a:p>
                      </a:txBody>
                      <a:tcP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blipFill>
                          <a:blip r:embed="rId3"/>
                          <a:stretch>
                            <a:fillRect l="-300000" t="-77941"/>
                          </a:stretch>
                        </a:blipFill>
                      </a:tcPr>
                    </a:tc>
                    <a:extLst>
                      <a:ext uri="{0D108BD9-81ED-4DB2-BD59-A6C34878D82A}">
                        <a16:rowId xmlns:a16="http://schemas.microsoft.com/office/drawing/2014/main" val="505300166"/>
                      </a:ext>
                    </a:extLst>
                  </a:tr>
                </a:tbl>
              </a:graphicData>
            </a:graphic>
          </p:graphicFrame>
        </mc:Fallback>
      </mc:AlternateContent>
      <p:grpSp>
        <p:nvGrpSpPr>
          <p:cNvPr id="4" name="Group 153"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1E6B5846-0EB7-93EC-2118-4943B99EDED0}"/>
              </a:ext>
            </a:extLst>
          </p:cNvPr>
          <p:cNvGrpSpPr/>
          <p:nvPr/>
        </p:nvGrpSpPr>
        <p:grpSpPr>
          <a:xfrm>
            <a:off x="3886264" y="3185042"/>
            <a:ext cx="1089497" cy="676153"/>
            <a:chOff x="0" y="-47625"/>
            <a:chExt cx="1452663" cy="962616"/>
          </a:xfrm>
        </p:grpSpPr>
        <p:grpSp>
          <p:nvGrpSpPr>
            <p:cNvPr id="5" name="Group 154">
              <a:extLst>
                <a:ext uri="{FF2B5EF4-FFF2-40B4-BE49-F238E27FC236}">
                  <a16:creationId xmlns:a16="http://schemas.microsoft.com/office/drawing/2014/main" id="{ABB453A3-C956-52A2-5D01-02A917001D62}"/>
                </a:ext>
              </a:extLst>
            </p:cNvPr>
            <p:cNvGrpSpPr/>
            <p:nvPr/>
          </p:nvGrpSpPr>
          <p:grpSpPr>
            <a:xfrm>
              <a:off x="0" y="0"/>
              <a:ext cx="1452663" cy="914991"/>
              <a:chOff x="0" y="0"/>
              <a:chExt cx="472722" cy="297754"/>
            </a:xfrm>
          </p:grpSpPr>
          <p:sp>
            <p:nvSpPr>
              <p:cNvPr id="9" name="Freeform 155">
                <a:extLst>
                  <a:ext uri="{FF2B5EF4-FFF2-40B4-BE49-F238E27FC236}">
                    <a16:creationId xmlns:a16="http://schemas.microsoft.com/office/drawing/2014/main" id="{FA1E01FB-0ED9-174C-43DC-92101A995BF0}"/>
                  </a:ext>
                </a:extLst>
              </p:cNvPr>
              <p:cNvSpPr/>
              <p:nvPr/>
            </p:nvSpPr>
            <p:spPr>
              <a:xfrm>
                <a:off x="0" y="0"/>
                <a:ext cx="472722" cy="297754"/>
              </a:xfrm>
              <a:custGeom>
                <a:avLst/>
                <a:gdLst/>
                <a:ahLst/>
                <a:cxnLst/>
                <a:rect l="l" t="t" r="r" b="b"/>
                <a:pathLst>
                  <a:path w="472722" h="297754">
                    <a:moveTo>
                      <a:pt x="0" y="0"/>
                    </a:moveTo>
                    <a:lnTo>
                      <a:pt x="472722" y="0"/>
                    </a:lnTo>
                    <a:lnTo>
                      <a:pt x="472722" y="297754"/>
                    </a:lnTo>
                    <a:lnTo>
                      <a:pt x="0" y="297754"/>
                    </a:lnTo>
                    <a:close/>
                  </a:path>
                </a:pathLst>
              </a:custGeom>
              <a:solidFill>
                <a:srgbClr val="FFD699"/>
              </a:solidFill>
            </p:spPr>
            <p:txBody>
              <a:bodyPr/>
              <a:lstStyle/>
              <a:p>
                <a:endParaRPr lang="en-AU" sz="1600"/>
              </a:p>
            </p:txBody>
          </p:sp>
          <p:sp>
            <p:nvSpPr>
              <p:cNvPr id="10" name="TextBox 156">
                <a:extLst>
                  <a:ext uri="{FF2B5EF4-FFF2-40B4-BE49-F238E27FC236}">
                    <a16:creationId xmlns:a16="http://schemas.microsoft.com/office/drawing/2014/main" id="{65172DAF-D221-485B-7D86-C90B8A94473D}"/>
                  </a:ext>
                </a:extLst>
              </p:cNvPr>
              <p:cNvSpPr txBox="1"/>
              <p:nvPr/>
            </p:nvSpPr>
            <p:spPr>
              <a:xfrm>
                <a:off x="0" y="-38100"/>
                <a:ext cx="472722" cy="335854"/>
              </a:xfrm>
              <a:prstGeom prst="rect">
                <a:avLst/>
              </a:prstGeom>
            </p:spPr>
            <p:txBody>
              <a:bodyPr lIns="41959" tIns="41959" rIns="41959" bIns="41959" rtlCol="0" anchor="ctr"/>
              <a:lstStyle/>
              <a:p>
                <a:pPr algn="ctr">
                  <a:lnSpc>
                    <a:spcPts val="1552"/>
                  </a:lnSpc>
                </a:pPr>
                <a:endParaRPr sz="1600"/>
              </a:p>
            </p:txBody>
          </p:sp>
        </p:grpSp>
        <p:sp>
          <p:nvSpPr>
            <p:cNvPr id="6" name="TextBox 157">
              <a:extLst>
                <a:ext uri="{FF2B5EF4-FFF2-40B4-BE49-F238E27FC236}">
                  <a16:creationId xmlns:a16="http://schemas.microsoft.com/office/drawing/2014/main" id="{BBAFE008-933E-D084-7619-78812A441463}"/>
                </a:ext>
              </a:extLst>
            </p:cNvPr>
            <p:cNvSpPr txBox="1"/>
            <p:nvPr/>
          </p:nvSpPr>
          <p:spPr>
            <a:xfrm>
              <a:off x="609196" y="-47625"/>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8" name="AutoShape 158">
              <a:extLst>
                <a:ext uri="{FF2B5EF4-FFF2-40B4-BE49-F238E27FC236}">
                  <a16:creationId xmlns:a16="http://schemas.microsoft.com/office/drawing/2014/main" id="{3CF845D1-44DC-BF74-EDBE-23A411399F66}"/>
                </a:ext>
              </a:extLst>
            </p:cNvPr>
            <p:cNvSpPr/>
            <p:nvPr/>
          </p:nvSpPr>
          <p:spPr>
            <a:xfrm flipH="1">
              <a:off x="511197" y="462772"/>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11" name="Group 201"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43B06412-33BC-0C3D-65DB-A53567855C3E}"/>
              </a:ext>
            </a:extLst>
          </p:cNvPr>
          <p:cNvGrpSpPr/>
          <p:nvPr/>
        </p:nvGrpSpPr>
        <p:grpSpPr>
          <a:xfrm>
            <a:off x="5049260" y="3185042"/>
            <a:ext cx="1089497" cy="676153"/>
            <a:chOff x="0" y="-47625"/>
            <a:chExt cx="1452663" cy="962616"/>
          </a:xfrm>
        </p:grpSpPr>
        <p:grpSp>
          <p:nvGrpSpPr>
            <p:cNvPr id="12" name="Group 202">
              <a:extLst>
                <a:ext uri="{FF2B5EF4-FFF2-40B4-BE49-F238E27FC236}">
                  <a16:creationId xmlns:a16="http://schemas.microsoft.com/office/drawing/2014/main" id="{8F50E776-5EFB-5EAF-74E6-CAB43627E8F0}"/>
                </a:ext>
              </a:extLst>
            </p:cNvPr>
            <p:cNvGrpSpPr/>
            <p:nvPr/>
          </p:nvGrpSpPr>
          <p:grpSpPr>
            <a:xfrm>
              <a:off x="0" y="0"/>
              <a:ext cx="1452663" cy="914991"/>
              <a:chOff x="0" y="0"/>
              <a:chExt cx="472722" cy="297754"/>
            </a:xfrm>
          </p:grpSpPr>
          <p:sp>
            <p:nvSpPr>
              <p:cNvPr id="15" name="Freeform 203">
                <a:extLst>
                  <a:ext uri="{FF2B5EF4-FFF2-40B4-BE49-F238E27FC236}">
                    <a16:creationId xmlns:a16="http://schemas.microsoft.com/office/drawing/2014/main" id="{46228155-D3F2-C8FB-9EC7-AD1D3AD164EE}"/>
                  </a:ext>
                </a:extLst>
              </p:cNvPr>
              <p:cNvSpPr/>
              <p:nvPr/>
            </p:nvSpPr>
            <p:spPr>
              <a:xfrm>
                <a:off x="0" y="0"/>
                <a:ext cx="472722" cy="297754"/>
              </a:xfrm>
              <a:custGeom>
                <a:avLst/>
                <a:gdLst/>
                <a:ahLst/>
                <a:cxnLst/>
                <a:rect l="l" t="t" r="r" b="b"/>
                <a:pathLst>
                  <a:path w="472722" h="297754">
                    <a:moveTo>
                      <a:pt x="0" y="0"/>
                    </a:moveTo>
                    <a:lnTo>
                      <a:pt x="472722" y="0"/>
                    </a:lnTo>
                    <a:lnTo>
                      <a:pt x="472722" y="297754"/>
                    </a:lnTo>
                    <a:lnTo>
                      <a:pt x="0" y="297754"/>
                    </a:lnTo>
                    <a:close/>
                  </a:path>
                </a:pathLst>
              </a:custGeom>
              <a:solidFill>
                <a:srgbClr val="FFD699"/>
              </a:solidFill>
            </p:spPr>
            <p:txBody>
              <a:bodyPr/>
              <a:lstStyle/>
              <a:p>
                <a:endParaRPr lang="en-AU" sz="1600"/>
              </a:p>
            </p:txBody>
          </p:sp>
          <p:sp>
            <p:nvSpPr>
              <p:cNvPr id="16" name="TextBox 204">
                <a:extLst>
                  <a:ext uri="{FF2B5EF4-FFF2-40B4-BE49-F238E27FC236}">
                    <a16:creationId xmlns:a16="http://schemas.microsoft.com/office/drawing/2014/main" id="{142D9A0F-BF86-604B-8DAF-8536B71E1EE1}"/>
                  </a:ext>
                </a:extLst>
              </p:cNvPr>
              <p:cNvSpPr txBox="1"/>
              <p:nvPr/>
            </p:nvSpPr>
            <p:spPr>
              <a:xfrm>
                <a:off x="0" y="-38100"/>
                <a:ext cx="472722" cy="335854"/>
              </a:xfrm>
              <a:prstGeom prst="rect">
                <a:avLst/>
              </a:prstGeom>
            </p:spPr>
            <p:txBody>
              <a:bodyPr lIns="41959" tIns="41959" rIns="41959" bIns="41959" rtlCol="0" anchor="ctr"/>
              <a:lstStyle/>
              <a:p>
                <a:pPr algn="ctr">
                  <a:lnSpc>
                    <a:spcPts val="1552"/>
                  </a:lnSpc>
                </a:pPr>
                <a:endParaRPr sz="1600"/>
              </a:p>
            </p:txBody>
          </p:sp>
        </p:grpSp>
        <p:sp>
          <p:nvSpPr>
            <p:cNvPr id="13" name="TextBox 205">
              <a:extLst>
                <a:ext uri="{FF2B5EF4-FFF2-40B4-BE49-F238E27FC236}">
                  <a16:creationId xmlns:a16="http://schemas.microsoft.com/office/drawing/2014/main" id="{B3D1BE14-7332-0EEE-23B2-275288B9804B}"/>
                </a:ext>
              </a:extLst>
            </p:cNvPr>
            <p:cNvSpPr txBox="1"/>
            <p:nvPr/>
          </p:nvSpPr>
          <p:spPr>
            <a:xfrm>
              <a:off x="609196" y="-47625"/>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14" name="AutoShape 206">
              <a:extLst>
                <a:ext uri="{FF2B5EF4-FFF2-40B4-BE49-F238E27FC236}">
                  <a16:creationId xmlns:a16="http://schemas.microsoft.com/office/drawing/2014/main" id="{09DF2CD1-DFC7-D14B-56D0-9D43D0F6A50C}"/>
                </a:ext>
              </a:extLst>
            </p:cNvPr>
            <p:cNvSpPr/>
            <p:nvPr/>
          </p:nvSpPr>
          <p:spPr>
            <a:xfrm flipH="1">
              <a:off x="511197" y="474825"/>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pic>
        <p:nvPicPr>
          <p:cNvPr id="17" name="Picture 16" descr="image of a finger selecting an option for a multiple choice or true and false">
            <a:extLst>
              <a:ext uri="{FF2B5EF4-FFF2-40B4-BE49-F238E27FC236}">
                <a16:creationId xmlns:a16="http://schemas.microsoft.com/office/drawing/2014/main" id="{E2BDE449-3DCA-653F-E490-6D7A3736BB5C}"/>
              </a:ext>
            </a:extLst>
          </p:cNvPr>
          <p:cNvPicPr>
            <a:picLocks noChangeAspect="1"/>
          </p:cNvPicPr>
          <p:nvPr/>
        </p:nvPicPr>
        <p:blipFill>
          <a:blip r:embed="rId4"/>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85618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91311-E2CA-3AC5-05C9-E03DA9A2845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DB77910-F56A-4A66-771A-69EA4515CFC6}"/>
              </a:ext>
            </a:extLst>
          </p:cNvPr>
          <p:cNvSpPr>
            <a:spLocks noGrp="1"/>
          </p:cNvSpPr>
          <p:nvPr>
            <p:ph type="sldNum" sz="quarter" idx="12"/>
          </p:nvPr>
        </p:nvSpPr>
        <p:spPr/>
        <p:txBody>
          <a:bodyPr/>
          <a:lstStyle/>
          <a:p>
            <a:fld id="{10A01DC5-1685-4615-8240-15192985C6A2}" type="slidenum">
              <a:rPr lang="en-AU" smtClean="0"/>
              <a:t>20</a:t>
            </a:fld>
            <a:endParaRPr lang="en-AU"/>
          </a:p>
        </p:txBody>
      </p:sp>
      <p:sp>
        <p:nvSpPr>
          <p:cNvPr id="3" name="Title 2">
            <a:extLst>
              <a:ext uri="{FF2B5EF4-FFF2-40B4-BE49-F238E27FC236}">
                <a16:creationId xmlns:a16="http://schemas.microsoft.com/office/drawing/2014/main" id="{D12184FE-E6F1-A3C6-01CD-68612E2B257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(9)</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615793BF-4D97-0D6A-FB17-D26939AF18A8}"/>
                  </a:ext>
                </a:extLst>
              </p:cNvPr>
              <p:cNvSpPr>
                <a:spLocks noGrp="1"/>
              </p:cNvSpPr>
              <p:nvPr>
                <p:ph type="pic" sz="quarter" idx="21"/>
              </p:nvPr>
            </p:nvSpPr>
            <p:spPr>
              <a:xfrm>
                <a:off x="474481" y="1186424"/>
                <a:ext cx="11243037" cy="4485151"/>
              </a:xfrm>
            </p:spPr>
            <p:txBody>
              <a:bodyPr/>
              <a:lstStyle/>
              <a:p>
                <a:pPr algn="ctr"/>
                <a:r>
                  <a:rPr lang="en-US" sz="4400">
                    <a:latin typeface="Arial"/>
                    <a:cs typeface="Arial"/>
                  </a:rPr>
                  <a:t>Answer the following true or false:</a:t>
                </a:r>
              </a:p>
              <a:p>
                <a:pPr marL="571500" lvl="3" indent="-571500" algn="ct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3</m:t>
                        </m:r>
                      </m:den>
                    </m:f>
                  </m:oMath>
                </a14:m>
                <a:r>
                  <a:rPr lang="en-US" sz="4400">
                    <a:latin typeface="Arial"/>
                    <a:cs typeface="Arial"/>
                  </a:rPr>
                  <a:t> is less than </a:t>
                </a: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2</m:t>
                        </m:r>
                      </m:den>
                    </m:f>
                  </m:oMath>
                </a14:m>
                <a:endParaRPr lang="en-US" sz="4400">
                  <a:latin typeface="Arial"/>
                  <a:cs typeface="Arial"/>
                </a:endParaRPr>
              </a:p>
              <a:p>
                <a:pPr marL="571500" lvl="3" indent="-571500" algn="ct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2</m:t>
                        </m:r>
                      </m:num>
                      <m:den>
                        <m:r>
                          <a:rPr lang="en-AU" sz="4400" b="0" i="1" smtClean="0">
                            <a:latin typeface="Cambria Math" panose="02040503050406030204" pitchFamily="18" charset="0"/>
                            <a:cs typeface="Arial"/>
                          </a:rPr>
                          <m:t>3</m:t>
                        </m:r>
                      </m:den>
                    </m:f>
                  </m:oMath>
                </a14:m>
                <a:r>
                  <a:rPr lang="en-US" sz="4400">
                    <a:latin typeface="Arial"/>
                    <a:cs typeface="Arial"/>
                  </a:rPr>
                  <a:t> is closer to 1 than </a:t>
                </a: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3</m:t>
                        </m:r>
                      </m:den>
                    </m:f>
                  </m:oMath>
                </a14:m>
                <a:endParaRPr lang="en-US" sz="4400" baseline="-25000">
                  <a:latin typeface="Arial"/>
                  <a:cs typeface="Arial"/>
                </a:endParaRPr>
              </a:p>
              <a:p>
                <a:pPr marL="571500" lvl="3" indent="-571500" algn="ctr"/>
                <a14:m>
                  <m:oMath xmlns:m="http://schemas.openxmlformats.org/officeDocument/2006/math">
                    <m:f>
                      <m:fPr>
                        <m:ctrlPr>
                          <a:rPr lang="en-AU" sz="4400" b="0" i="1" dirty="0" smtClean="0">
                            <a:latin typeface="Cambria Math" panose="02040503050406030204" pitchFamily="18" charset="0"/>
                            <a:cs typeface="Arial"/>
                          </a:rPr>
                        </m:ctrlPr>
                      </m:fPr>
                      <m:num>
                        <m:r>
                          <a:rPr lang="en-AU" sz="4400" b="0" i="1" dirty="0" smtClean="0">
                            <a:latin typeface="Cambria Math" panose="02040503050406030204" pitchFamily="18" charset="0"/>
                            <a:cs typeface="Arial"/>
                          </a:rPr>
                          <m:t>2</m:t>
                        </m:r>
                      </m:num>
                      <m:den>
                        <m:r>
                          <a:rPr lang="en-AU" sz="4400" b="0" i="1" dirty="0" smtClean="0">
                            <a:latin typeface="Cambria Math" panose="02040503050406030204" pitchFamily="18" charset="0"/>
                            <a:cs typeface="Arial"/>
                          </a:rPr>
                          <m:t>3</m:t>
                        </m:r>
                      </m:den>
                    </m:f>
                  </m:oMath>
                </a14:m>
                <a:r>
                  <a:rPr lang="en-US" sz="4400">
                    <a:latin typeface="Arial"/>
                    <a:cs typeface="Arial"/>
                  </a:rPr>
                  <a:t> is larger than </a:t>
                </a:r>
                <a14:m>
                  <m:oMath xmlns:m="http://schemas.openxmlformats.org/officeDocument/2006/math">
                    <m:f>
                      <m:fPr>
                        <m:ctrlPr>
                          <a:rPr lang="en-AU" sz="4400" b="0" i="1" dirty="0" smtClean="0">
                            <a:latin typeface="Cambria Math" panose="02040503050406030204" pitchFamily="18" charset="0"/>
                            <a:cs typeface="Arial"/>
                          </a:rPr>
                        </m:ctrlPr>
                      </m:fPr>
                      <m:num>
                        <m:r>
                          <a:rPr lang="en-AU" sz="4400" b="0" i="1" dirty="0" smtClean="0">
                            <a:latin typeface="Cambria Math" panose="02040503050406030204" pitchFamily="18" charset="0"/>
                            <a:cs typeface="Arial"/>
                          </a:rPr>
                          <m:t>1</m:t>
                        </m:r>
                      </m:num>
                      <m:den>
                        <m:r>
                          <a:rPr lang="en-AU" sz="4400" b="0" i="1" dirty="0" smtClean="0">
                            <a:latin typeface="Cambria Math" panose="02040503050406030204" pitchFamily="18" charset="0"/>
                            <a:cs typeface="Arial"/>
                          </a:rPr>
                          <m:t>2</m:t>
                        </m:r>
                      </m:den>
                    </m:f>
                  </m:oMath>
                </a14:m>
                <a:endParaRPr lang="en-AU" sz="4400" b="0">
                  <a:latin typeface="Arial"/>
                  <a:cs typeface="Arial"/>
                </a:endParaRPr>
              </a:p>
              <a:p>
                <a:pPr marL="571500" indent="-571500" algn="ctr">
                  <a:buFont typeface="Arial" panose="020B0604020202020204" pitchFamily="34" charset="0"/>
                  <a:buChar char="•"/>
                </a:pPr>
                <a:endParaRPr lang="en-US">
                  <a:latin typeface="Arial"/>
                  <a:cs typeface="Arial"/>
                </a:endParaRPr>
              </a:p>
            </p:txBody>
          </p:sp>
        </mc:Choice>
        <mc:Fallback xmlns="">
          <p:sp>
            <p:nvSpPr>
              <p:cNvPr id="11" name="Picture Placeholder 10">
                <a:extLst>
                  <a:ext uri="{FF2B5EF4-FFF2-40B4-BE49-F238E27FC236}">
                    <a16:creationId xmlns:a16="http://schemas.microsoft.com/office/drawing/2014/main" id="{615793BF-4D97-0D6A-FB17-D26939AF18A8}"/>
                  </a:ext>
                </a:extLst>
              </p:cNvPr>
              <p:cNvSpPr>
                <a:spLocks noGrp="1" noRot="1" noChangeAspect="1" noMove="1" noResize="1" noEditPoints="1" noAdjustHandles="1" noChangeArrowheads="1" noChangeShapeType="1" noTextEdit="1"/>
              </p:cNvSpPr>
              <p:nvPr>
                <p:ph type="pic" sz="quarter" idx="21"/>
              </p:nvPr>
            </p:nvSpPr>
            <p:spPr>
              <a:xfrm>
                <a:off x="474481" y="1186424"/>
                <a:ext cx="11243037" cy="4485151"/>
              </a:xfrm>
              <a:blipFill>
                <a:blip r:embed="rId3"/>
                <a:stretch>
                  <a:fillRect b="-25986"/>
                </a:stretch>
              </a:blipFill>
            </p:spPr>
            <p:txBody>
              <a:bodyPr/>
              <a:lstStyle/>
              <a:p>
                <a:r>
                  <a:rPr lang="en-US">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A7928AD0-FB0D-320D-A01E-AB930E8E6C3D}"/>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777370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3BD7D5-E3D8-3EA4-002E-040D80D173B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2D34442-A9BE-0442-A29E-FA970CD892F8}"/>
              </a:ext>
            </a:extLst>
          </p:cNvPr>
          <p:cNvSpPr>
            <a:spLocks noGrp="1"/>
          </p:cNvSpPr>
          <p:nvPr>
            <p:ph type="sldNum" sz="quarter" idx="12"/>
          </p:nvPr>
        </p:nvSpPr>
        <p:spPr/>
        <p:txBody>
          <a:bodyPr/>
          <a:lstStyle/>
          <a:p>
            <a:fld id="{10A01DC5-1685-4615-8240-15192985C6A2}" type="slidenum">
              <a:rPr lang="en-AU" smtClean="0"/>
              <a:t>21</a:t>
            </a:fld>
            <a:endParaRPr lang="en-AU"/>
          </a:p>
        </p:txBody>
      </p:sp>
      <p:sp>
        <p:nvSpPr>
          <p:cNvPr id="3" name="Title 2">
            <a:extLst>
              <a:ext uri="{FF2B5EF4-FFF2-40B4-BE49-F238E27FC236}">
                <a16:creationId xmlns:a16="http://schemas.microsoft.com/office/drawing/2014/main" id="{2DCC67C6-6231-F53A-D387-99ECE9B2DACA}"/>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(10)</a:t>
            </a:r>
          </a:p>
        </p:txBody>
      </p:sp>
      <p:sp>
        <p:nvSpPr>
          <p:cNvPr id="11" name="Picture Placeholder 10">
            <a:extLst>
              <a:ext uri="{FF2B5EF4-FFF2-40B4-BE49-F238E27FC236}">
                <a16:creationId xmlns:a16="http://schemas.microsoft.com/office/drawing/2014/main" id="{D0E0EC4F-A97F-1AC0-49C2-238243DB79CE}"/>
              </a:ext>
            </a:extLst>
          </p:cNvPr>
          <p:cNvSpPr>
            <a:spLocks noGrp="1"/>
          </p:cNvSpPr>
          <p:nvPr>
            <p:ph type="pic" sz="quarter" idx="21"/>
          </p:nvPr>
        </p:nvSpPr>
        <p:spPr>
          <a:xfrm>
            <a:off x="603839" y="2030849"/>
            <a:ext cx="11243037" cy="3056398"/>
          </a:xfrm>
        </p:spPr>
        <p:txBody>
          <a:bodyPr/>
          <a:lstStyle/>
          <a:p>
            <a:pPr algn="ctr"/>
            <a:r>
              <a:rPr lang="en-US" sz="4400">
                <a:latin typeface="Arial"/>
                <a:cs typeface="Arial"/>
              </a:rPr>
              <a:t>Using a </a:t>
            </a:r>
            <a:r>
              <a:rPr lang="en-US" sz="4400" b="1">
                <a:latin typeface="Arial"/>
                <a:cs typeface="Arial"/>
              </a:rPr>
              <a:t>number line</a:t>
            </a:r>
            <a:r>
              <a:rPr lang="en-US" sz="4400">
                <a:latin typeface="Arial"/>
                <a:cs typeface="Arial"/>
              </a:rPr>
              <a:t> solve</a:t>
            </a:r>
          </a:p>
          <a:p>
            <a:pPr algn="ctr"/>
            <a:r>
              <a:rPr lang="en-US" sz="4400">
                <a:latin typeface="Arial"/>
                <a:cs typeface="Arial"/>
              </a:rPr>
              <a:t>109 + 87</a:t>
            </a: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3E03FFC0-6E0A-A05F-B9DA-60172F35794C}"/>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446672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1BD45-44FF-11A5-FE27-5FEEB2BCBA9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5D520E-CA22-0FDB-E276-04CB5533BA58}"/>
              </a:ext>
            </a:extLst>
          </p:cNvPr>
          <p:cNvSpPr>
            <a:spLocks noGrp="1"/>
          </p:cNvSpPr>
          <p:nvPr>
            <p:ph type="sldNum" sz="quarter" idx="12"/>
          </p:nvPr>
        </p:nvSpPr>
        <p:spPr/>
        <p:txBody>
          <a:bodyPr/>
          <a:lstStyle/>
          <a:p>
            <a:fld id="{10A01DC5-1685-4615-8240-15192985C6A2}" type="slidenum">
              <a:rPr lang="en-AU" smtClean="0"/>
              <a:t>22</a:t>
            </a:fld>
            <a:endParaRPr lang="en-AU"/>
          </a:p>
        </p:txBody>
      </p:sp>
      <p:sp>
        <p:nvSpPr>
          <p:cNvPr id="3" name="Title 2">
            <a:extLst>
              <a:ext uri="{FF2B5EF4-FFF2-40B4-BE49-F238E27FC236}">
                <a16:creationId xmlns:a16="http://schemas.microsoft.com/office/drawing/2014/main" id="{3018A579-B085-1F5A-BA99-7348214BE83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(11)</a:t>
            </a:r>
          </a:p>
        </p:txBody>
      </p:sp>
      <p:sp>
        <p:nvSpPr>
          <p:cNvPr id="11" name="Picture Placeholder 10">
            <a:extLst>
              <a:ext uri="{FF2B5EF4-FFF2-40B4-BE49-F238E27FC236}">
                <a16:creationId xmlns:a16="http://schemas.microsoft.com/office/drawing/2014/main" id="{BA99C24B-2D22-028D-AEA8-8D8B48CB4938}"/>
              </a:ext>
            </a:extLst>
          </p:cNvPr>
          <p:cNvSpPr>
            <a:spLocks noGrp="1"/>
          </p:cNvSpPr>
          <p:nvPr>
            <p:ph type="pic" sz="quarter" idx="21"/>
          </p:nvPr>
        </p:nvSpPr>
        <p:spPr>
          <a:xfrm>
            <a:off x="732584" y="1671341"/>
            <a:ext cx="10391416" cy="3932979"/>
          </a:xfrm>
        </p:spPr>
        <p:txBody>
          <a:bodyPr/>
          <a:lstStyle/>
          <a:p>
            <a:pPr algn="ctr"/>
            <a:r>
              <a:rPr lang="en-US" sz="4400">
                <a:latin typeface="Arial"/>
                <a:cs typeface="Arial"/>
              </a:rPr>
              <a:t>How many </a:t>
            </a:r>
            <a:r>
              <a:rPr lang="en-US" sz="4400" b="1" err="1">
                <a:latin typeface="Arial"/>
                <a:cs typeface="Arial"/>
              </a:rPr>
              <a:t>millimetres</a:t>
            </a:r>
            <a:r>
              <a:rPr lang="en-US" sz="4400">
                <a:latin typeface="Arial"/>
                <a:cs typeface="Arial"/>
              </a:rPr>
              <a:t> in a </a:t>
            </a:r>
            <a:r>
              <a:rPr lang="en-US" sz="4400" b="1" err="1">
                <a:latin typeface="Arial"/>
                <a:cs typeface="Arial"/>
              </a:rPr>
              <a:t>centimetre</a:t>
            </a:r>
            <a:r>
              <a:rPr lang="en-US" sz="4400">
                <a:latin typeface="Arial"/>
                <a:cs typeface="Arial"/>
              </a:rPr>
              <a:t>?</a:t>
            </a:r>
            <a:br>
              <a:rPr lang="en-US" sz="4400">
                <a:latin typeface="Arial"/>
                <a:cs typeface="Arial"/>
              </a:rPr>
            </a:br>
            <a:br>
              <a:rPr lang="en-US" sz="4400">
                <a:latin typeface="Arial"/>
                <a:cs typeface="Arial"/>
              </a:rPr>
            </a:br>
            <a:r>
              <a:rPr lang="en-US" sz="4400">
                <a:latin typeface="Arial"/>
                <a:cs typeface="Arial"/>
              </a:rPr>
              <a:t>How many </a:t>
            </a:r>
            <a:r>
              <a:rPr lang="en-US" sz="4400" b="1" err="1">
                <a:latin typeface="Arial"/>
                <a:cs typeface="Arial"/>
              </a:rPr>
              <a:t>centimetres</a:t>
            </a:r>
            <a:r>
              <a:rPr lang="en-US" sz="4400">
                <a:latin typeface="Arial"/>
                <a:cs typeface="Arial"/>
              </a:rPr>
              <a:t> in a </a:t>
            </a:r>
            <a:r>
              <a:rPr lang="en-US" sz="4400" b="1" err="1">
                <a:latin typeface="Arial"/>
                <a:cs typeface="Arial"/>
              </a:rPr>
              <a:t>metre</a:t>
            </a:r>
            <a:r>
              <a:rPr lang="en-US" sz="4400">
                <a:latin typeface="Arial"/>
                <a:cs typeface="Arial"/>
              </a:rPr>
              <a:t>?</a:t>
            </a:r>
            <a:endParaRPr lang="en-US" sz="4400"/>
          </a:p>
          <a:p>
            <a:endParaRPr lang="en-US">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33" name="Ink 32">
                <a:extLst>
                  <a:ext uri="{FF2B5EF4-FFF2-40B4-BE49-F238E27FC236}">
                    <a16:creationId xmlns:a16="http://schemas.microsoft.com/office/drawing/2014/main" id="{E60B0C86-0733-1B31-4597-1B280BD36A63}"/>
                  </a:ext>
                </a:extLst>
              </p14:cNvPr>
              <p14:cNvContentPartPr/>
              <p14:nvPr/>
            </p14:nvContentPartPr>
            <p14:xfrm>
              <a:off x="1860686" y="5812817"/>
              <a:ext cx="360" cy="360"/>
            </p14:xfrm>
          </p:contentPart>
        </mc:Choice>
        <mc:Fallback xmlns="">
          <p:pic>
            <p:nvPicPr>
              <p:cNvPr id="33" name="Ink 32">
                <a:extLst>
                  <a:ext uri="{FF2B5EF4-FFF2-40B4-BE49-F238E27FC236}">
                    <a16:creationId xmlns:a16="http://schemas.microsoft.com/office/drawing/2014/main" id="{E60B0C86-0733-1B31-4597-1B280BD36A63}"/>
                  </a:ext>
                </a:extLst>
              </p:cNvPr>
              <p:cNvPicPr/>
              <p:nvPr/>
            </p:nvPicPr>
            <p:blipFill>
              <a:blip r:embed="rId4"/>
              <a:stretch>
                <a:fillRect/>
              </a:stretch>
            </p:blipFill>
            <p:spPr>
              <a:xfrm>
                <a:off x="1851686" y="5803817"/>
                <a:ext cx="18000" cy="18000"/>
              </a:xfrm>
              <a:prstGeom prst="rect">
                <a:avLst/>
              </a:prstGeom>
            </p:spPr>
          </p:pic>
        </mc:Fallback>
      </mc:AlternateContent>
      <p:pic>
        <p:nvPicPr>
          <p:cNvPr id="4" name="Picture 3" descr="image of a clipboard with a pencil recording short answer responses">
            <a:extLst>
              <a:ext uri="{FF2B5EF4-FFF2-40B4-BE49-F238E27FC236}">
                <a16:creationId xmlns:a16="http://schemas.microsoft.com/office/drawing/2014/main" id="{C3B14898-BBF9-1AEA-328E-B3919ABCA8CA}"/>
              </a:ext>
            </a:extLst>
          </p:cNvPr>
          <p:cNvPicPr>
            <a:picLocks noChangeAspect="1"/>
          </p:cNvPicPr>
          <p:nvPr/>
        </p:nvPicPr>
        <p:blipFill>
          <a:blip r:embed="rId5"/>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87615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C73F8-9FD6-0ECE-3ECF-73C36B28CAE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C171D71-9E03-59C1-3888-D6A2F0BA0FB7}"/>
              </a:ext>
            </a:extLst>
          </p:cNvPr>
          <p:cNvSpPr>
            <a:spLocks noGrp="1"/>
          </p:cNvSpPr>
          <p:nvPr>
            <p:ph type="sldNum" sz="quarter" idx="12"/>
          </p:nvPr>
        </p:nvSpPr>
        <p:spPr/>
        <p:txBody>
          <a:bodyPr/>
          <a:lstStyle/>
          <a:p>
            <a:fld id="{10A01DC5-1685-4615-8240-15192985C6A2}" type="slidenum">
              <a:rPr lang="en-AU" smtClean="0"/>
              <a:t>23</a:t>
            </a:fld>
            <a:endParaRPr lang="en-AU"/>
          </a:p>
        </p:txBody>
      </p:sp>
      <p:sp>
        <p:nvSpPr>
          <p:cNvPr id="3" name="Title 2">
            <a:extLst>
              <a:ext uri="{FF2B5EF4-FFF2-40B4-BE49-F238E27FC236}">
                <a16:creationId xmlns:a16="http://schemas.microsoft.com/office/drawing/2014/main" id="{8A83EBBF-04B8-9A2C-ED9F-A19E882F3DC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(12)</a:t>
            </a:r>
          </a:p>
        </p:txBody>
      </p:sp>
      <p:sp>
        <p:nvSpPr>
          <p:cNvPr id="11" name="Picture Placeholder 10">
            <a:extLst>
              <a:ext uri="{FF2B5EF4-FFF2-40B4-BE49-F238E27FC236}">
                <a16:creationId xmlns:a16="http://schemas.microsoft.com/office/drawing/2014/main" id="{0BBCDB05-A139-44A3-EA5D-6556ADCA3BC0}"/>
              </a:ext>
            </a:extLst>
          </p:cNvPr>
          <p:cNvSpPr>
            <a:spLocks noGrp="1"/>
          </p:cNvSpPr>
          <p:nvPr>
            <p:ph type="pic" sz="quarter" idx="21"/>
          </p:nvPr>
        </p:nvSpPr>
        <p:spPr>
          <a:xfrm>
            <a:off x="600963" y="1686425"/>
            <a:ext cx="11243037" cy="3659902"/>
          </a:xfrm>
        </p:spPr>
        <p:txBody>
          <a:bodyPr/>
          <a:lstStyle/>
          <a:p>
            <a:pPr algn="ctr"/>
            <a:r>
              <a:rPr lang="en-US" sz="4400" b="1">
                <a:latin typeface="Arial"/>
                <a:cs typeface="Arial"/>
              </a:rPr>
              <a:t>Sketch</a:t>
            </a:r>
            <a:r>
              <a:rPr lang="en-US" sz="4400">
                <a:latin typeface="Arial"/>
                <a:cs typeface="Arial"/>
              </a:rPr>
              <a:t> the </a:t>
            </a:r>
            <a:r>
              <a:rPr lang="en-US" sz="4400" b="1">
                <a:latin typeface="Arial"/>
                <a:cs typeface="Arial"/>
              </a:rPr>
              <a:t>net </a:t>
            </a:r>
            <a:r>
              <a:rPr lang="en-US" sz="4400">
                <a:latin typeface="Arial"/>
                <a:cs typeface="Arial"/>
              </a:rPr>
              <a:t>of this prism.</a:t>
            </a:r>
          </a:p>
          <a:p>
            <a:endParaRPr lang="en-US">
              <a:latin typeface="Arial"/>
              <a:cs typeface="Arial"/>
            </a:endParaRPr>
          </a:p>
        </p:txBody>
      </p:sp>
      <p:pic>
        <p:nvPicPr>
          <p:cNvPr id="5" name="Picture 4">
            <a:extLst>
              <a:ext uri="{FF2B5EF4-FFF2-40B4-BE49-F238E27FC236}">
                <a16:creationId xmlns:a16="http://schemas.microsoft.com/office/drawing/2014/main" id="{AA501504-4FC1-C430-B7EF-373AB05F501E}"/>
              </a:ext>
            </a:extLst>
          </p:cNvPr>
          <p:cNvPicPr>
            <a:picLocks noChangeAspect="1"/>
          </p:cNvPicPr>
          <p:nvPr/>
        </p:nvPicPr>
        <p:blipFill>
          <a:blip r:embed="rId3"/>
          <a:stretch>
            <a:fillRect/>
          </a:stretch>
        </p:blipFill>
        <p:spPr>
          <a:xfrm>
            <a:off x="3608432" y="2860518"/>
            <a:ext cx="4461976" cy="2940062"/>
          </a:xfrm>
          <a:prstGeom prst="rect">
            <a:avLst/>
          </a:prstGeom>
        </p:spPr>
      </p:pic>
      <p:pic>
        <p:nvPicPr>
          <p:cNvPr id="4" name="Picture 3" descr="image of a clipboard with a pencil recording short answer responses">
            <a:extLst>
              <a:ext uri="{FF2B5EF4-FFF2-40B4-BE49-F238E27FC236}">
                <a16:creationId xmlns:a16="http://schemas.microsoft.com/office/drawing/2014/main" id="{F6524755-11ED-9461-3FEF-45D126D2CF84}"/>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40646262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24</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3 – fractured fraction wall </a:t>
            </a:r>
          </a:p>
        </p:txBody>
      </p:sp>
      <p:grpSp>
        <p:nvGrpSpPr>
          <p:cNvPr id="337" name="Group 336"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11D5328F-57DB-A7EA-E884-0E9744C17F23}"/>
              </a:ext>
            </a:extLst>
          </p:cNvPr>
          <p:cNvGrpSpPr/>
          <p:nvPr/>
        </p:nvGrpSpPr>
        <p:grpSpPr>
          <a:xfrm>
            <a:off x="6044408" y="988657"/>
            <a:ext cx="2745976" cy="667112"/>
            <a:chOff x="6044408" y="988657"/>
            <a:chExt cx="2745976" cy="667112"/>
          </a:xfrm>
        </p:grpSpPr>
        <p:grpSp>
          <p:nvGrpSpPr>
            <p:cNvPr id="141" name="Group 136">
              <a:extLst>
                <a:ext uri="{FF2B5EF4-FFF2-40B4-BE49-F238E27FC236}">
                  <a16:creationId xmlns:a16="http://schemas.microsoft.com/office/drawing/2014/main" id="{891DA57E-CD68-D6DF-5995-6066250D5C2E}"/>
                </a:ext>
              </a:extLst>
            </p:cNvPr>
            <p:cNvGrpSpPr/>
            <p:nvPr/>
          </p:nvGrpSpPr>
          <p:grpSpPr>
            <a:xfrm>
              <a:off x="6044408" y="1013068"/>
              <a:ext cx="2745976" cy="642701"/>
              <a:chOff x="0" y="0"/>
              <a:chExt cx="1191451" cy="297754"/>
            </a:xfrm>
          </p:grpSpPr>
          <p:sp>
            <p:nvSpPr>
              <p:cNvPr id="144" name="Freeform 137">
                <a:extLst>
                  <a:ext uri="{FF2B5EF4-FFF2-40B4-BE49-F238E27FC236}">
                    <a16:creationId xmlns:a16="http://schemas.microsoft.com/office/drawing/2014/main" id="{ACB8013E-97D8-E300-3EDA-3EBEB3F14A0C}"/>
                  </a:ext>
                </a:extLst>
              </p:cNvPr>
              <p:cNvSpPr/>
              <p:nvPr/>
            </p:nvSpPr>
            <p:spPr>
              <a:xfrm>
                <a:off x="0" y="0"/>
                <a:ext cx="1191451" cy="297754"/>
              </a:xfrm>
              <a:custGeom>
                <a:avLst/>
                <a:gdLst/>
                <a:ahLst/>
                <a:cxnLst/>
                <a:rect l="l" t="t" r="r" b="b"/>
                <a:pathLst>
                  <a:path w="1191451" h="297754">
                    <a:moveTo>
                      <a:pt x="0" y="0"/>
                    </a:moveTo>
                    <a:lnTo>
                      <a:pt x="1191451" y="0"/>
                    </a:lnTo>
                    <a:lnTo>
                      <a:pt x="1191451" y="297754"/>
                    </a:lnTo>
                    <a:lnTo>
                      <a:pt x="0" y="297754"/>
                    </a:lnTo>
                    <a:close/>
                  </a:path>
                </a:pathLst>
              </a:custGeom>
              <a:solidFill>
                <a:srgbClr val="74A5F6"/>
              </a:solidFill>
            </p:spPr>
            <p:txBody>
              <a:bodyPr/>
              <a:lstStyle/>
              <a:p>
                <a:endParaRPr lang="en-AU" sz="1600"/>
              </a:p>
            </p:txBody>
          </p:sp>
          <p:sp>
            <p:nvSpPr>
              <p:cNvPr id="145" name="TextBox 138">
                <a:extLst>
                  <a:ext uri="{FF2B5EF4-FFF2-40B4-BE49-F238E27FC236}">
                    <a16:creationId xmlns:a16="http://schemas.microsoft.com/office/drawing/2014/main" id="{6970186A-4FDE-0CE0-2DE5-F286EC71D6A0}"/>
                  </a:ext>
                </a:extLst>
              </p:cNvPr>
              <p:cNvSpPr txBox="1"/>
              <p:nvPr/>
            </p:nvSpPr>
            <p:spPr>
              <a:xfrm>
                <a:off x="0" y="-38100"/>
                <a:ext cx="1191451" cy="335854"/>
              </a:xfrm>
              <a:prstGeom prst="rect">
                <a:avLst/>
              </a:prstGeom>
            </p:spPr>
            <p:txBody>
              <a:bodyPr lIns="41959" tIns="41959" rIns="41959" bIns="41959" rtlCol="0" anchor="ctr"/>
              <a:lstStyle/>
              <a:p>
                <a:pPr algn="ctr">
                  <a:lnSpc>
                    <a:spcPts val="1552"/>
                  </a:lnSpc>
                </a:pPr>
                <a:endParaRPr sz="1600"/>
              </a:p>
            </p:txBody>
          </p:sp>
        </p:grpSp>
        <p:sp>
          <p:nvSpPr>
            <p:cNvPr id="142" name="TextBox 139">
              <a:extLst>
                <a:ext uri="{FF2B5EF4-FFF2-40B4-BE49-F238E27FC236}">
                  <a16:creationId xmlns:a16="http://schemas.microsoft.com/office/drawing/2014/main" id="{F8A6EAAD-EFEF-B9DF-C43D-3D30F43374D2}"/>
                </a:ext>
              </a:extLst>
            </p:cNvPr>
            <p:cNvSpPr txBox="1"/>
            <p:nvPr/>
          </p:nvSpPr>
          <p:spPr>
            <a:xfrm>
              <a:off x="7329544" y="988657"/>
              <a:ext cx="175703" cy="594151"/>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2</a:t>
              </a:r>
            </a:p>
          </p:txBody>
        </p:sp>
        <p:sp>
          <p:nvSpPr>
            <p:cNvPr id="143" name="AutoShape 140">
              <a:extLst>
                <a:ext uri="{FF2B5EF4-FFF2-40B4-BE49-F238E27FC236}">
                  <a16:creationId xmlns:a16="http://schemas.microsoft.com/office/drawing/2014/main" id="{3E969D33-A9D5-3E3E-F2CC-820CC5FC004B}"/>
                </a:ext>
              </a:extLst>
            </p:cNvPr>
            <p:cNvSpPr/>
            <p:nvPr/>
          </p:nvSpPr>
          <p:spPr>
            <a:xfrm flipH="1">
              <a:off x="7256045" y="1351402"/>
              <a:ext cx="322702"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146" name="Group 141"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35C49763-0780-B74A-0A43-068609B48F23}"/>
              </a:ext>
            </a:extLst>
          </p:cNvPr>
          <p:cNvGrpSpPr/>
          <p:nvPr/>
        </p:nvGrpSpPr>
        <p:grpSpPr>
          <a:xfrm>
            <a:off x="9096074" y="1207832"/>
            <a:ext cx="2745976" cy="667112"/>
            <a:chOff x="0" y="-34753"/>
            <a:chExt cx="3661301" cy="949744"/>
          </a:xfrm>
        </p:grpSpPr>
        <p:grpSp>
          <p:nvGrpSpPr>
            <p:cNvPr id="147" name="Group 142">
              <a:extLst>
                <a:ext uri="{FF2B5EF4-FFF2-40B4-BE49-F238E27FC236}">
                  <a16:creationId xmlns:a16="http://schemas.microsoft.com/office/drawing/2014/main" id="{48A75FE3-A427-996D-6BDA-1C1F12C701FB}"/>
                </a:ext>
              </a:extLst>
            </p:cNvPr>
            <p:cNvGrpSpPr/>
            <p:nvPr/>
          </p:nvGrpSpPr>
          <p:grpSpPr>
            <a:xfrm>
              <a:off x="0" y="0"/>
              <a:ext cx="3661301" cy="914991"/>
              <a:chOff x="0" y="0"/>
              <a:chExt cx="1191451" cy="297754"/>
            </a:xfrm>
          </p:grpSpPr>
          <p:sp>
            <p:nvSpPr>
              <p:cNvPr id="150" name="Freeform 143">
                <a:extLst>
                  <a:ext uri="{FF2B5EF4-FFF2-40B4-BE49-F238E27FC236}">
                    <a16:creationId xmlns:a16="http://schemas.microsoft.com/office/drawing/2014/main" id="{5434DCBD-0BA8-00F9-8013-674849F22406}"/>
                  </a:ext>
                </a:extLst>
              </p:cNvPr>
              <p:cNvSpPr/>
              <p:nvPr/>
            </p:nvSpPr>
            <p:spPr>
              <a:xfrm>
                <a:off x="0" y="0"/>
                <a:ext cx="1191451" cy="297754"/>
              </a:xfrm>
              <a:custGeom>
                <a:avLst/>
                <a:gdLst/>
                <a:ahLst/>
                <a:cxnLst/>
                <a:rect l="l" t="t" r="r" b="b"/>
                <a:pathLst>
                  <a:path w="1191451" h="297754">
                    <a:moveTo>
                      <a:pt x="0" y="0"/>
                    </a:moveTo>
                    <a:lnTo>
                      <a:pt x="1191451" y="0"/>
                    </a:lnTo>
                    <a:lnTo>
                      <a:pt x="1191451" y="297754"/>
                    </a:lnTo>
                    <a:lnTo>
                      <a:pt x="0" y="297754"/>
                    </a:lnTo>
                    <a:close/>
                  </a:path>
                </a:pathLst>
              </a:custGeom>
              <a:solidFill>
                <a:srgbClr val="74A5F6"/>
              </a:solidFill>
            </p:spPr>
            <p:txBody>
              <a:bodyPr/>
              <a:lstStyle/>
              <a:p>
                <a:endParaRPr lang="en-AU" sz="1600"/>
              </a:p>
            </p:txBody>
          </p:sp>
          <p:sp>
            <p:nvSpPr>
              <p:cNvPr id="151" name="TextBox 144">
                <a:extLst>
                  <a:ext uri="{FF2B5EF4-FFF2-40B4-BE49-F238E27FC236}">
                    <a16:creationId xmlns:a16="http://schemas.microsoft.com/office/drawing/2014/main" id="{7A1F7D3D-5A63-B9F4-619B-667F801B66BB}"/>
                  </a:ext>
                </a:extLst>
              </p:cNvPr>
              <p:cNvSpPr txBox="1"/>
              <p:nvPr/>
            </p:nvSpPr>
            <p:spPr>
              <a:xfrm>
                <a:off x="0" y="-38100"/>
                <a:ext cx="1191451" cy="335854"/>
              </a:xfrm>
              <a:prstGeom prst="rect">
                <a:avLst/>
              </a:prstGeom>
            </p:spPr>
            <p:txBody>
              <a:bodyPr lIns="41959" tIns="41959" rIns="41959" bIns="41959" rtlCol="0" anchor="ctr"/>
              <a:lstStyle/>
              <a:p>
                <a:pPr algn="ctr">
                  <a:lnSpc>
                    <a:spcPts val="1552"/>
                  </a:lnSpc>
                </a:pPr>
                <a:endParaRPr sz="1600"/>
              </a:p>
            </p:txBody>
          </p:sp>
        </p:grpSp>
        <p:sp>
          <p:nvSpPr>
            <p:cNvPr id="148" name="TextBox 145">
              <a:extLst>
                <a:ext uri="{FF2B5EF4-FFF2-40B4-BE49-F238E27FC236}">
                  <a16:creationId xmlns:a16="http://schemas.microsoft.com/office/drawing/2014/main" id="{D109BCF1-1E07-93B1-009B-A8B432512BEC}"/>
                </a:ext>
              </a:extLst>
            </p:cNvPr>
            <p:cNvSpPr txBox="1"/>
            <p:nvPr/>
          </p:nvSpPr>
          <p:spPr>
            <a:xfrm>
              <a:off x="1713515"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2</a:t>
              </a:r>
            </a:p>
          </p:txBody>
        </p:sp>
        <p:sp>
          <p:nvSpPr>
            <p:cNvPr id="149" name="AutoShape 146">
              <a:extLst>
                <a:ext uri="{FF2B5EF4-FFF2-40B4-BE49-F238E27FC236}">
                  <a16:creationId xmlns:a16="http://schemas.microsoft.com/office/drawing/2014/main" id="{026DF5CB-AC8D-A380-2A07-58CD82E81901}"/>
                </a:ext>
              </a:extLst>
            </p:cNvPr>
            <p:cNvSpPr/>
            <p:nvPr/>
          </p:nvSpPr>
          <p:spPr>
            <a:xfrm flipH="1">
              <a:off x="1615516" y="475645"/>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152" name="Group 147"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792140CA-D8AB-1C18-63A7-1B596945B11E}"/>
              </a:ext>
            </a:extLst>
          </p:cNvPr>
          <p:cNvGrpSpPr/>
          <p:nvPr/>
        </p:nvGrpSpPr>
        <p:grpSpPr>
          <a:xfrm>
            <a:off x="6392796" y="2548547"/>
            <a:ext cx="1365890" cy="667112"/>
            <a:chOff x="0" y="-34753"/>
            <a:chExt cx="1821187" cy="949744"/>
          </a:xfrm>
        </p:grpSpPr>
        <p:grpSp>
          <p:nvGrpSpPr>
            <p:cNvPr id="153" name="Group 148">
              <a:extLst>
                <a:ext uri="{FF2B5EF4-FFF2-40B4-BE49-F238E27FC236}">
                  <a16:creationId xmlns:a16="http://schemas.microsoft.com/office/drawing/2014/main" id="{0A294C6C-8D3F-2197-443C-8D438D778BD0}"/>
                </a:ext>
              </a:extLst>
            </p:cNvPr>
            <p:cNvGrpSpPr/>
            <p:nvPr/>
          </p:nvGrpSpPr>
          <p:grpSpPr>
            <a:xfrm>
              <a:off x="0" y="0"/>
              <a:ext cx="1821187" cy="914991"/>
              <a:chOff x="0" y="0"/>
              <a:chExt cx="592646" cy="297754"/>
            </a:xfrm>
          </p:grpSpPr>
          <p:sp>
            <p:nvSpPr>
              <p:cNvPr id="156" name="Freeform 149">
                <a:extLst>
                  <a:ext uri="{FF2B5EF4-FFF2-40B4-BE49-F238E27FC236}">
                    <a16:creationId xmlns:a16="http://schemas.microsoft.com/office/drawing/2014/main" id="{BB8A031F-F001-8FFA-39ED-768A5EA764B1}"/>
                  </a:ext>
                </a:extLst>
              </p:cNvPr>
              <p:cNvSpPr/>
              <p:nvPr/>
            </p:nvSpPr>
            <p:spPr>
              <a:xfrm>
                <a:off x="0" y="0"/>
                <a:ext cx="592646" cy="297754"/>
              </a:xfrm>
              <a:custGeom>
                <a:avLst/>
                <a:gdLst/>
                <a:ahLst/>
                <a:cxnLst/>
                <a:rect l="l" t="t" r="r" b="b"/>
                <a:pathLst>
                  <a:path w="592646" h="297754">
                    <a:moveTo>
                      <a:pt x="0" y="0"/>
                    </a:moveTo>
                    <a:lnTo>
                      <a:pt x="592646" y="0"/>
                    </a:lnTo>
                    <a:lnTo>
                      <a:pt x="592646" y="297754"/>
                    </a:lnTo>
                    <a:lnTo>
                      <a:pt x="0" y="297754"/>
                    </a:lnTo>
                    <a:close/>
                  </a:path>
                </a:pathLst>
              </a:custGeom>
              <a:solidFill>
                <a:srgbClr val="90E4BC"/>
              </a:solidFill>
            </p:spPr>
            <p:txBody>
              <a:bodyPr/>
              <a:lstStyle/>
              <a:p>
                <a:endParaRPr lang="en-AU" sz="1600"/>
              </a:p>
            </p:txBody>
          </p:sp>
          <p:sp>
            <p:nvSpPr>
              <p:cNvPr id="157" name="TextBox 150">
                <a:extLst>
                  <a:ext uri="{FF2B5EF4-FFF2-40B4-BE49-F238E27FC236}">
                    <a16:creationId xmlns:a16="http://schemas.microsoft.com/office/drawing/2014/main" id="{12FE5260-E785-FDCF-620A-68317E0FE282}"/>
                  </a:ext>
                </a:extLst>
              </p:cNvPr>
              <p:cNvSpPr txBox="1"/>
              <p:nvPr/>
            </p:nvSpPr>
            <p:spPr>
              <a:xfrm>
                <a:off x="0" y="-38100"/>
                <a:ext cx="592646" cy="335854"/>
              </a:xfrm>
              <a:prstGeom prst="rect">
                <a:avLst/>
              </a:prstGeom>
            </p:spPr>
            <p:txBody>
              <a:bodyPr lIns="41959" tIns="41959" rIns="41959" bIns="41959" rtlCol="0" anchor="ctr"/>
              <a:lstStyle/>
              <a:p>
                <a:pPr algn="ctr">
                  <a:lnSpc>
                    <a:spcPts val="1552"/>
                  </a:lnSpc>
                </a:pPr>
                <a:endParaRPr sz="1600"/>
              </a:p>
            </p:txBody>
          </p:sp>
        </p:grpSp>
        <p:sp>
          <p:nvSpPr>
            <p:cNvPr id="154" name="TextBox 151">
              <a:extLst>
                <a:ext uri="{FF2B5EF4-FFF2-40B4-BE49-F238E27FC236}">
                  <a16:creationId xmlns:a16="http://schemas.microsoft.com/office/drawing/2014/main" id="{4D5AF591-DAE0-3541-2653-849015E7CE4D}"/>
                </a:ext>
              </a:extLst>
            </p:cNvPr>
            <p:cNvSpPr txBox="1"/>
            <p:nvPr/>
          </p:nvSpPr>
          <p:spPr>
            <a:xfrm>
              <a:off x="793457"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4</a:t>
              </a:r>
            </a:p>
          </p:txBody>
        </p:sp>
        <p:sp>
          <p:nvSpPr>
            <p:cNvPr id="155" name="AutoShape 152">
              <a:extLst>
                <a:ext uri="{FF2B5EF4-FFF2-40B4-BE49-F238E27FC236}">
                  <a16:creationId xmlns:a16="http://schemas.microsoft.com/office/drawing/2014/main" id="{975CA651-34C8-F29B-1719-12ACC0924C44}"/>
                </a:ext>
              </a:extLst>
            </p:cNvPr>
            <p:cNvSpPr/>
            <p:nvPr/>
          </p:nvSpPr>
          <p:spPr>
            <a:xfrm flipH="1">
              <a:off x="695459" y="481672"/>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158" name="Group 153"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D83E0D57-35A8-BB70-0CE9-3F14D51A5BA7}"/>
              </a:ext>
            </a:extLst>
          </p:cNvPr>
          <p:cNvGrpSpPr/>
          <p:nvPr/>
        </p:nvGrpSpPr>
        <p:grpSpPr>
          <a:xfrm>
            <a:off x="6272277" y="3341124"/>
            <a:ext cx="1089497" cy="676153"/>
            <a:chOff x="0" y="-47625"/>
            <a:chExt cx="1452663" cy="962616"/>
          </a:xfrm>
        </p:grpSpPr>
        <p:grpSp>
          <p:nvGrpSpPr>
            <p:cNvPr id="159" name="Group 154">
              <a:extLst>
                <a:ext uri="{FF2B5EF4-FFF2-40B4-BE49-F238E27FC236}">
                  <a16:creationId xmlns:a16="http://schemas.microsoft.com/office/drawing/2014/main" id="{00CA8DF6-EE8B-549A-028A-C0CBEFB174D1}"/>
                </a:ext>
              </a:extLst>
            </p:cNvPr>
            <p:cNvGrpSpPr/>
            <p:nvPr/>
          </p:nvGrpSpPr>
          <p:grpSpPr>
            <a:xfrm>
              <a:off x="0" y="0"/>
              <a:ext cx="1452663" cy="914991"/>
              <a:chOff x="0" y="0"/>
              <a:chExt cx="472722" cy="297754"/>
            </a:xfrm>
          </p:grpSpPr>
          <p:sp>
            <p:nvSpPr>
              <p:cNvPr id="162" name="Freeform 155">
                <a:extLst>
                  <a:ext uri="{FF2B5EF4-FFF2-40B4-BE49-F238E27FC236}">
                    <a16:creationId xmlns:a16="http://schemas.microsoft.com/office/drawing/2014/main" id="{761E2658-22B7-81F2-6B4C-C26F0DA88466}"/>
                  </a:ext>
                </a:extLst>
              </p:cNvPr>
              <p:cNvSpPr/>
              <p:nvPr/>
            </p:nvSpPr>
            <p:spPr>
              <a:xfrm>
                <a:off x="0" y="0"/>
                <a:ext cx="472722" cy="297754"/>
              </a:xfrm>
              <a:custGeom>
                <a:avLst/>
                <a:gdLst/>
                <a:ahLst/>
                <a:cxnLst/>
                <a:rect l="l" t="t" r="r" b="b"/>
                <a:pathLst>
                  <a:path w="472722" h="297754">
                    <a:moveTo>
                      <a:pt x="0" y="0"/>
                    </a:moveTo>
                    <a:lnTo>
                      <a:pt x="472722" y="0"/>
                    </a:lnTo>
                    <a:lnTo>
                      <a:pt x="472722" y="297754"/>
                    </a:lnTo>
                    <a:lnTo>
                      <a:pt x="0" y="297754"/>
                    </a:lnTo>
                    <a:close/>
                  </a:path>
                </a:pathLst>
              </a:custGeom>
              <a:solidFill>
                <a:srgbClr val="FFD699"/>
              </a:solidFill>
            </p:spPr>
            <p:txBody>
              <a:bodyPr/>
              <a:lstStyle/>
              <a:p>
                <a:endParaRPr lang="en-AU" sz="1600"/>
              </a:p>
            </p:txBody>
          </p:sp>
          <p:sp>
            <p:nvSpPr>
              <p:cNvPr id="163" name="TextBox 156">
                <a:extLst>
                  <a:ext uri="{FF2B5EF4-FFF2-40B4-BE49-F238E27FC236}">
                    <a16:creationId xmlns:a16="http://schemas.microsoft.com/office/drawing/2014/main" id="{E82AB368-C2C1-7BEF-7C65-2061BC0C1C16}"/>
                  </a:ext>
                </a:extLst>
              </p:cNvPr>
              <p:cNvSpPr txBox="1"/>
              <p:nvPr/>
            </p:nvSpPr>
            <p:spPr>
              <a:xfrm>
                <a:off x="0" y="-38100"/>
                <a:ext cx="472722" cy="335854"/>
              </a:xfrm>
              <a:prstGeom prst="rect">
                <a:avLst/>
              </a:prstGeom>
            </p:spPr>
            <p:txBody>
              <a:bodyPr lIns="41959" tIns="41959" rIns="41959" bIns="41959" rtlCol="0" anchor="ctr"/>
              <a:lstStyle/>
              <a:p>
                <a:pPr algn="ctr">
                  <a:lnSpc>
                    <a:spcPts val="1552"/>
                  </a:lnSpc>
                </a:pPr>
                <a:endParaRPr sz="1600"/>
              </a:p>
            </p:txBody>
          </p:sp>
        </p:grpSp>
        <p:sp>
          <p:nvSpPr>
            <p:cNvPr id="160" name="TextBox 157">
              <a:extLst>
                <a:ext uri="{FF2B5EF4-FFF2-40B4-BE49-F238E27FC236}">
                  <a16:creationId xmlns:a16="http://schemas.microsoft.com/office/drawing/2014/main" id="{29DE565F-BA7E-BD85-B233-4F3D1BE1ADFB}"/>
                </a:ext>
              </a:extLst>
            </p:cNvPr>
            <p:cNvSpPr txBox="1"/>
            <p:nvPr/>
          </p:nvSpPr>
          <p:spPr>
            <a:xfrm>
              <a:off x="609196" y="-47625"/>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161" name="AutoShape 158">
              <a:extLst>
                <a:ext uri="{FF2B5EF4-FFF2-40B4-BE49-F238E27FC236}">
                  <a16:creationId xmlns:a16="http://schemas.microsoft.com/office/drawing/2014/main" id="{E4057EC8-935C-4A45-E022-6693F91E976D}"/>
                </a:ext>
              </a:extLst>
            </p:cNvPr>
            <p:cNvSpPr/>
            <p:nvPr/>
          </p:nvSpPr>
          <p:spPr>
            <a:xfrm flipH="1">
              <a:off x="511197" y="462772"/>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164" name="Group 159"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39BEB2B2-6A27-558C-8A90-672045D07E27}"/>
              </a:ext>
            </a:extLst>
          </p:cNvPr>
          <p:cNvGrpSpPr/>
          <p:nvPr/>
        </p:nvGrpSpPr>
        <p:grpSpPr>
          <a:xfrm>
            <a:off x="6671759" y="1792444"/>
            <a:ext cx="1826006" cy="676684"/>
            <a:chOff x="0" y="-47625"/>
            <a:chExt cx="2434675" cy="963372"/>
          </a:xfrm>
        </p:grpSpPr>
        <p:grpSp>
          <p:nvGrpSpPr>
            <p:cNvPr id="165" name="Group 160">
              <a:extLst>
                <a:ext uri="{FF2B5EF4-FFF2-40B4-BE49-F238E27FC236}">
                  <a16:creationId xmlns:a16="http://schemas.microsoft.com/office/drawing/2014/main" id="{682110A6-8E76-613F-C639-CF5A92926DCE}"/>
                </a:ext>
              </a:extLst>
            </p:cNvPr>
            <p:cNvGrpSpPr/>
            <p:nvPr/>
          </p:nvGrpSpPr>
          <p:grpSpPr>
            <a:xfrm>
              <a:off x="0" y="756"/>
              <a:ext cx="2434675" cy="914991"/>
              <a:chOff x="0" y="0"/>
              <a:chExt cx="792286" cy="297754"/>
            </a:xfrm>
          </p:grpSpPr>
          <p:sp>
            <p:nvSpPr>
              <p:cNvPr id="168" name="Freeform 161">
                <a:extLst>
                  <a:ext uri="{FF2B5EF4-FFF2-40B4-BE49-F238E27FC236}">
                    <a16:creationId xmlns:a16="http://schemas.microsoft.com/office/drawing/2014/main" id="{3D0C3AC7-C508-2EA2-9F88-FF5835004B12}"/>
                  </a:ext>
                </a:extLst>
              </p:cNvPr>
              <p:cNvSpPr/>
              <p:nvPr/>
            </p:nvSpPr>
            <p:spPr>
              <a:xfrm>
                <a:off x="0" y="0"/>
                <a:ext cx="792286" cy="297754"/>
              </a:xfrm>
              <a:custGeom>
                <a:avLst/>
                <a:gdLst/>
                <a:ahLst/>
                <a:cxnLst/>
                <a:rect l="l" t="t" r="r" b="b"/>
                <a:pathLst>
                  <a:path w="792286" h="297754">
                    <a:moveTo>
                      <a:pt x="0" y="0"/>
                    </a:moveTo>
                    <a:lnTo>
                      <a:pt x="792286" y="0"/>
                    </a:lnTo>
                    <a:lnTo>
                      <a:pt x="792286" y="297754"/>
                    </a:lnTo>
                    <a:lnTo>
                      <a:pt x="0" y="297754"/>
                    </a:lnTo>
                    <a:close/>
                  </a:path>
                </a:pathLst>
              </a:custGeom>
              <a:solidFill>
                <a:srgbClr val="FFCFED"/>
              </a:solidFill>
            </p:spPr>
            <p:txBody>
              <a:bodyPr/>
              <a:lstStyle/>
              <a:p>
                <a:endParaRPr lang="en-AU" sz="1600"/>
              </a:p>
            </p:txBody>
          </p:sp>
          <p:sp>
            <p:nvSpPr>
              <p:cNvPr id="169" name="TextBox 162">
                <a:extLst>
                  <a:ext uri="{FF2B5EF4-FFF2-40B4-BE49-F238E27FC236}">
                    <a16:creationId xmlns:a16="http://schemas.microsoft.com/office/drawing/2014/main" id="{F7147EF1-EB43-68CB-E76D-D239CD6B1FC5}"/>
                  </a:ext>
                </a:extLst>
              </p:cNvPr>
              <p:cNvSpPr txBox="1"/>
              <p:nvPr/>
            </p:nvSpPr>
            <p:spPr>
              <a:xfrm>
                <a:off x="0" y="-38100"/>
                <a:ext cx="792286" cy="335854"/>
              </a:xfrm>
              <a:prstGeom prst="rect">
                <a:avLst/>
              </a:prstGeom>
            </p:spPr>
            <p:txBody>
              <a:bodyPr lIns="41959" tIns="41959" rIns="41959" bIns="41959" rtlCol="0" anchor="ctr"/>
              <a:lstStyle/>
              <a:p>
                <a:pPr algn="ctr">
                  <a:lnSpc>
                    <a:spcPts val="1552"/>
                  </a:lnSpc>
                </a:pPr>
                <a:endParaRPr sz="1600"/>
              </a:p>
            </p:txBody>
          </p:sp>
        </p:grpSp>
        <p:sp>
          <p:nvSpPr>
            <p:cNvPr id="166" name="TextBox 163">
              <a:extLst>
                <a:ext uri="{FF2B5EF4-FFF2-40B4-BE49-F238E27FC236}">
                  <a16:creationId xmlns:a16="http://schemas.microsoft.com/office/drawing/2014/main" id="{EA09CE27-CB99-AAC2-304F-7C8042369420}"/>
                </a:ext>
              </a:extLst>
            </p:cNvPr>
            <p:cNvSpPr txBox="1"/>
            <p:nvPr/>
          </p:nvSpPr>
          <p:spPr>
            <a:xfrm>
              <a:off x="1100201" y="-47625"/>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3</a:t>
              </a:r>
            </a:p>
          </p:txBody>
        </p:sp>
        <p:sp>
          <p:nvSpPr>
            <p:cNvPr id="167" name="AutoShape 164">
              <a:extLst>
                <a:ext uri="{FF2B5EF4-FFF2-40B4-BE49-F238E27FC236}">
                  <a16:creationId xmlns:a16="http://schemas.microsoft.com/office/drawing/2014/main" id="{0B8957AC-60BA-D909-4A22-8FAFC8CF6E70}"/>
                </a:ext>
              </a:extLst>
            </p:cNvPr>
            <p:cNvSpPr/>
            <p:nvPr/>
          </p:nvSpPr>
          <p:spPr>
            <a:xfrm flipH="1">
              <a:off x="1002203" y="468798"/>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170" name="Group 165"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0DB3C399-E51C-6446-3A15-A73256B17123}"/>
              </a:ext>
            </a:extLst>
          </p:cNvPr>
          <p:cNvGrpSpPr/>
          <p:nvPr/>
        </p:nvGrpSpPr>
        <p:grpSpPr>
          <a:xfrm>
            <a:off x="9809841" y="1984657"/>
            <a:ext cx="1826006" cy="676684"/>
            <a:chOff x="0" y="-47625"/>
            <a:chExt cx="2434675" cy="963372"/>
          </a:xfrm>
        </p:grpSpPr>
        <p:grpSp>
          <p:nvGrpSpPr>
            <p:cNvPr id="171" name="Group 166">
              <a:extLst>
                <a:ext uri="{FF2B5EF4-FFF2-40B4-BE49-F238E27FC236}">
                  <a16:creationId xmlns:a16="http://schemas.microsoft.com/office/drawing/2014/main" id="{A5EE0689-3316-4F82-D25A-EA8CB4940149}"/>
                </a:ext>
              </a:extLst>
            </p:cNvPr>
            <p:cNvGrpSpPr/>
            <p:nvPr/>
          </p:nvGrpSpPr>
          <p:grpSpPr>
            <a:xfrm>
              <a:off x="0" y="756"/>
              <a:ext cx="2434675" cy="914991"/>
              <a:chOff x="0" y="0"/>
              <a:chExt cx="792286" cy="297754"/>
            </a:xfrm>
          </p:grpSpPr>
          <p:sp>
            <p:nvSpPr>
              <p:cNvPr id="174" name="Freeform 167">
                <a:extLst>
                  <a:ext uri="{FF2B5EF4-FFF2-40B4-BE49-F238E27FC236}">
                    <a16:creationId xmlns:a16="http://schemas.microsoft.com/office/drawing/2014/main" id="{DD6918D4-9658-3778-3C66-0AB7BB4BD79F}"/>
                  </a:ext>
                </a:extLst>
              </p:cNvPr>
              <p:cNvSpPr/>
              <p:nvPr/>
            </p:nvSpPr>
            <p:spPr>
              <a:xfrm>
                <a:off x="0" y="0"/>
                <a:ext cx="792286" cy="297754"/>
              </a:xfrm>
              <a:custGeom>
                <a:avLst/>
                <a:gdLst/>
                <a:ahLst/>
                <a:cxnLst/>
                <a:rect l="l" t="t" r="r" b="b"/>
                <a:pathLst>
                  <a:path w="792286" h="297754">
                    <a:moveTo>
                      <a:pt x="0" y="0"/>
                    </a:moveTo>
                    <a:lnTo>
                      <a:pt x="792286" y="0"/>
                    </a:lnTo>
                    <a:lnTo>
                      <a:pt x="792286" y="297754"/>
                    </a:lnTo>
                    <a:lnTo>
                      <a:pt x="0" y="297754"/>
                    </a:lnTo>
                    <a:close/>
                  </a:path>
                </a:pathLst>
              </a:custGeom>
              <a:solidFill>
                <a:srgbClr val="FFCFED"/>
              </a:solidFill>
            </p:spPr>
            <p:txBody>
              <a:bodyPr/>
              <a:lstStyle/>
              <a:p>
                <a:endParaRPr lang="en-AU" sz="1600"/>
              </a:p>
            </p:txBody>
          </p:sp>
          <p:sp>
            <p:nvSpPr>
              <p:cNvPr id="175" name="TextBox 168">
                <a:extLst>
                  <a:ext uri="{FF2B5EF4-FFF2-40B4-BE49-F238E27FC236}">
                    <a16:creationId xmlns:a16="http://schemas.microsoft.com/office/drawing/2014/main" id="{2BE71A71-1382-DEF0-09E9-8D16B43D16E4}"/>
                  </a:ext>
                </a:extLst>
              </p:cNvPr>
              <p:cNvSpPr txBox="1"/>
              <p:nvPr/>
            </p:nvSpPr>
            <p:spPr>
              <a:xfrm>
                <a:off x="0" y="-38100"/>
                <a:ext cx="792286" cy="335854"/>
              </a:xfrm>
              <a:prstGeom prst="rect">
                <a:avLst/>
              </a:prstGeom>
            </p:spPr>
            <p:txBody>
              <a:bodyPr lIns="41959" tIns="41959" rIns="41959" bIns="41959" rtlCol="0" anchor="ctr"/>
              <a:lstStyle/>
              <a:p>
                <a:pPr algn="ctr">
                  <a:lnSpc>
                    <a:spcPts val="1552"/>
                  </a:lnSpc>
                </a:pPr>
                <a:endParaRPr sz="1600"/>
              </a:p>
            </p:txBody>
          </p:sp>
        </p:grpSp>
        <p:sp>
          <p:nvSpPr>
            <p:cNvPr id="172" name="TextBox 169">
              <a:extLst>
                <a:ext uri="{FF2B5EF4-FFF2-40B4-BE49-F238E27FC236}">
                  <a16:creationId xmlns:a16="http://schemas.microsoft.com/office/drawing/2014/main" id="{8B34C380-0C00-D85E-A090-A2DCA2D36C27}"/>
                </a:ext>
              </a:extLst>
            </p:cNvPr>
            <p:cNvSpPr txBox="1"/>
            <p:nvPr/>
          </p:nvSpPr>
          <p:spPr>
            <a:xfrm>
              <a:off x="1100201" y="-47625"/>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3</a:t>
              </a:r>
            </a:p>
          </p:txBody>
        </p:sp>
        <p:sp>
          <p:nvSpPr>
            <p:cNvPr id="173" name="AutoShape 170">
              <a:extLst>
                <a:ext uri="{FF2B5EF4-FFF2-40B4-BE49-F238E27FC236}">
                  <a16:creationId xmlns:a16="http://schemas.microsoft.com/office/drawing/2014/main" id="{29D0DD1B-55C5-9E9F-3025-4CBD5FB1A523}"/>
                </a:ext>
              </a:extLst>
            </p:cNvPr>
            <p:cNvSpPr/>
            <p:nvPr/>
          </p:nvSpPr>
          <p:spPr>
            <a:xfrm flipH="1">
              <a:off x="1002203" y="468798"/>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176" name="Group 171"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87A3AED8-B917-6760-1303-3B817610E286}"/>
              </a:ext>
            </a:extLst>
          </p:cNvPr>
          <p:cNvGrpSpPr/>
          <p:nvPr/>
        </p:nvGrpSpPr>
        <p:grpSpPr>
          <a:xfrm>
            <a:off x="6874402" y="4121963"/>
            <a:ext cx="913003" cy="667112"/>
            <a:chOff x="0" y="-34753"/>
            <a:chExt cx="1217337" cy="949744"/>
          </a:xfrm>
        </p:grpSpPr>
        <p:grpSp>
          <p:nvGrpSpPr>
            <p:cNvPr id="177" name="Group 172">
              <a:extLst>
                <a:ext uri="{FF2B5EF4-FFF2-40B4-BE49-F238E27FC236}">
                  <a16:creationId xmlns:a16="http://schemas.microsoft.com/office/drawing/2014/main" id="{7084361F-3E6D-ED10-2CD8-C95937C0EA5E}"/>
                </a:ext>
              </a:extLst>
            </p:cNvPr>
            <p:cNvGrpSpPr/>
            <p:nvPr/>
          </p:nvGrpSpPr>
          <p:grpSpPr>
            <a:xfrm>
              <a:off x="0" y="0"/>
              <a:ext cx="1217337" cy="914991"/>
              <a:chOff x="0" y="0"/>
              <a:chExt cx="396143" cy="297754"/>
            </a:xfrm>
          </p:grpSpPr>
          <p:sp>
            <p:nvSpPr>
              <p:cNvPr id="180" name="Freeform 173">
                <a:extLst>
                  <a:ext uri="{FF2B5EF4-FFF2-40B4-BE49-F238E27FC236}">
                    <a16:creationId xmlns:a16="http://schemas.microsoft.com/office/drawing/2014/main" id="{74F1F8F8-5C6E-F280-46E3-B31EBA83674E}"/>
                  </a:ext>
                </a:extLst>
              </p:cNvPr>
              <p:cNvSpPr/>
              <p:nvPr/>
            </p:nvSpPr>
            <p:spPr>
              <a:xfrm>
                <a:off x="0" y="0"/>
                <a:ext cx="396143" cy="297754"/>
              </a:xfrm>
              <a:custGeom>
                <a:avLst/>
                <a:gdLst/>
                <a:ahLst/>
                <a:cxnLst/>
                <a:rect l="l" t="t" r="r" b="b"/>
                <a:pathLst>
                  <a:path w="396143" h="297754">
                    <a:moveTo>
                      <a:pt x="0" y="0"/>
                    </a:moveTo>
                    <a:lnTo>
                      <a:pt x="396143" y="0"/>
                    </a:lnTo>
                    <a:lnTo>
                      <a:pt x="396143" y="297754"/>
                    </a:lnTo>
                    <a:lnTo>
                      <a:pt x="0" y="297754"/>
                    </a:lnTo>
                    <a:close/>
                  </a:path>
                </a:pathLst>
              </a:custGeom>
              <a:solidFill>
                <a:srgbClr val="FD87CF"/>
              </a:solidFill>
            </p:spPr>
            <p:txBody>
              <a:bodyPr/>
              <a:lstStyle/>
              <a:p>
                <a:endParaRPr lang="en-AU" sz="1600"/>
              </a:p>
            </p:txBody>
          </p:sp>
          <p:sp>
            <p:nvSpPr>
              <p:cNvPr id="181" name="TextBox 174">
                <a:extLst>
                  <a:ext uri="{FF2B5EF4-FFF2-40B4-BE49-F238E27FC236}">
                    <a16:creationId xmlns:a16="http://schemas.microsoft.com/office/drawing/2014/main" id="{B39890AC-AEB3-73F9-161C-EA27587B9BDE}"/>
                  </a:ext>
                </a:extLst>
              </p:cNvPr>
              <p:cNvSpPr txBox="1"/>
              <p:nvPr/>
            </p:nvSpPr>
            <p:spPr>
              <a:xfrm>
                <a:off x="0" y="-38100"/>
                <a:ext cx="396143" cy="335854"/>
              </a:xfrm>
              <a:prstGeom prst="rect">
                <a:avLst/>
              </a:prstGeom>
            </p:spPr>
            <p:txBody>
              <a:bodyPr lIns="41959" tIns="41959" rIns="41959" bIns="41959" rtlCol="0" anchor="ctr"/>
              <a:lstStyle/>
              <a:p>
                <a:pPr algn="ctr">
                  <a:lnSpc>
                    <a:spcPts val="1552"/>
                  </a:lnSpc>
                </a:pPr>
                <a:endParaRPr sz="1600"/>
              </a:p>
            </p:txBody>
          </p:sp>
        </p:grpSp>
        <p:sp>
          <p:nvSpPr>
            <p:cNvPr id="178" name="TextBox 175">
              <a:extLst>
                <a:ext uri="{FF2B5EF4-FFF2-40B4-BE49-F238E27FC236}">
                  <a16:creationId xmlns:a16="http://schemas.microsoft.com/office/drawing/2014/main" id="{F020735F-E412-42DA-37AD-3ABCEE0E6345}"/>
                </a:ext>
              </a:extLst>
            </p:cNvPr>
            <p:cNvSpPr txBox="1"/>
            <p:nvPr/>
          </p:nvSpPr>
          <p:spPr>
            <a:xfrm>
              <a:off x="491533"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6</a:t>
              </a:r>
            </a:p>
          </p:txBody>
        </p:sp>
        <p:sp>
          <p:nvSpPr>
            <p:cNvPr id="179" name="AutoShape 176">
              <a:extLst>
                <a:ext uri="{FF2B5EF4-FFF2-40B4-BE49-F238E27FC236}">
                  <a16:creationId xmlns:a16="http://schemas.microsoft.com/office/drawing/2014/main" id="{34690D96-7EF7-6B53-C2ED-7732EAA027CD}"/>
                </a:ext>
              </a:extLst>
            </p:cNvPr>
            <p:cNvSpPr/>
            <p:nvPr/>
          </p:nvSpPr>
          <p:spPr>
            <a:xfrm flipH="1">
              <a:off x="393535" y="481672"/>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182" name="Group 177"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84E763CA-C4A0-517C-F24A-83E8147BD12D}"/>
              </a:ext>
            </a:extLst>
          </p:cNvPr>
          <p:cNvGrpSpPr/>
          <p:nvPr/>
        </p:nvGrpSpPr>
        <p:grpSpPr>
          <a:xfrm>
            <a:off x="6132620" y="4902421"/>
            <a:ext cx="680827" cy="667112"/>
            <a:chOff x="0" y="-34753"/>
            <a:chExt cx="907770" cy="949744"/>
          </a:xfrm>
        </p:grpSpPr>
        <p:grpSp>
          <p:nvGrpSpPr>
            <p:cNvPr id="183" name="Group 178">
              <a:extLst>
                <a:ext uri="{FF2B5EF4-FFF2-40B4-BE49-F238E27FC236}">
                  <a16:creationId xmlns:a16="http://schemas.microsoft.com/office/drawing/2014/main" id="{39E69DFA-43F4-857F-83F2-6C0643EE953C}"/>
                </a:ext>
              </a:extLst>
            </p:cNvPr>
            <p:cNvGrpSpPr/>
            <p:nvPr/>
          </p:nvGrpSpPr>
          <p:grpSpPr>
            <a:xfrm>
              <a:off x="0" y="0"/>
              <a:ext cx="907770" cy="914991"/>
              <a:chOff x="0" y="0"/>
              <a:chExt cx="295404" cy="297754"/>
            </a:xfrm>
          </p:grpSpPr>
          <p:sp>
            <p:nvSpPr>
              <p:cNvPr id="186" name="Freeform 179">
                <a:extLst>
                  <a:ext uri="{FF2B5EF4-FFF2-40B4-BE49-F238E27FC236}">
                    <a16:creationId xmlns:a16="http://schemas.microsoft.com/office/drawing/2014/main" id="{16C365CC-374D-0A36-5C3A-F8587223999D}"/>
                  </a:ext>
                </a:extLst>
              </p:cNvPr>
              <p:cNvSpPr/>
              <p:nvPr/>
            </p:nvSpPr>
            <p:spPr>
              <a:xfrm>
                <a:off x="0" y="0"/>
                <a:ext cx="295404" cy="297754"/>
              </a:xfrm>
              <a:custGeom>
                <a:avLst/>
                <a:gdLst/>
                <a:ahLst/>
                <a:cxnLst/>
                <a:rect l="l" t="t" r="r" b="b"/>
                <a:pathLst>
                  <a:path w="295404" h="297754">
                    <a:moveTo>
                      <a:pt x="0" y="0"/>
                    </a:moveTo>
                    <a:lnTo>
                      <a:pt x="295404" y="0"/>
                    </a:lnTo>
                    <a:lnTo>
                      <a:pt x="295404" y="297754"/>
                    </a:lnTo>
                    <a:lnTo>
                      <a:pt x="0" y="297754"/>
                    </a:lnTo>
                    <a:close/>
                  </a:path>
                </a:pathLst>
              </a:custGeom>
              <a:solidFill>
                <a:srgbClr val="D1BDFA"/>
              </a:solidFill>
            </p:spPr>
            <p:txBody>
              <a:bodyPr/>
              <a:lstStyle/>
              <a:p>
                <a:endParaRPr lang="en-AU" sz="1600"/>
              </a:p>
            </p:txBody>
          </p:sp>
          <p:sp>
            <p:nvSpPr>
              <p:cNvPr id="187" name="TextBox 180">
                <a:extLst>
                  <a:ext uri="{FF2B5EF4-FFF2-40B4-BE49-F238E27FC236}">
                    <a16:creationId xmlns:a16="http://schemas.microsoft.com/office/drawing/2014/main" id="{9CC514B3-BEDE-8CC8-AC70-F1711CC4D908}"/>
                  </a:ext>
                </a:extLst>
              </p:cNvPr>
              <p:cNvSpPr txBox="1"/>
              <p:nvPr/>
            </p:nvSpPr>
            <p:spPr>
              <a:xfrm>
                <a:off x="0" y="-38100"/>
                <a:ext cx="295404" cy="335854"/>
              </a:xfrm>
              <a:prstGeom prst="rect">
                <a:avLst/>
              </a:prstGeom>
            </p:spPr>
            <p:txBody>
              <a:bodyPr lIns="41959" tIns="41959" rIns="41959" bIns="41959" rtlCol="0" anchor="ctr"/>
              <a:lstStyle/>
              <a:p>
                <a:pPr algn="ctr">
                  <a:lnSpc>
                    <a:spcPts val="1552"/>
                  </a:lnSpc>
                </a:pPr>
                <a:endParaRPr sz="1600"/>
              </a:p>
            </p:txBody>
          </p:sp>
        </p:grpSp>
        <p:sp>
          <p:nvSpPr>
            <p:cNvPr id="184" name="TextBox 181">
              <a:extLst>
                <a:ext uri="{FF2B5EF4-FFF2-40B4-BE49-F238E27FC236}">
                  <a16:creationId xmlns:a16="http://schemas.microsoft.com/office/drawing/2014/main" id="{73177F52-626E-BA82-B0A3-18AB77468AB5}"/>
                </a:ext>
              </a:extLst>
            </p:cNvPr>
            <p:cNvSpPr txBox="1"/>
            <p:nvPr/>
          </p:nvSpPr>
          <p:spPr>
            <a:xfrm>
              <a:off x="336750"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185" name="AutoShape 182">
              <a:extLst>
                <a:ext uri="{FF2B5EF4-FFF2-40B4-BE49-F238E27FC236}">
                  <a16:creationId xmlns:a16="http://schemas.microsoft.com/office/drawing/2014/main" id="{E53ADCC7-FB64-02AD-8E57-C9AF9DC8A180}"/>
                </a:ext>
              </a:extLst>
            </p:cNvPr>
            <p:cNvSpPr/>
            <p:nvPr/>
          </p:nvSpPr>
          <p:spPr>
            <a:xfrm flipH="1">
              <a:off x="238750" y="481672"/>
              <a:ext cx="430270"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188" name="Group 183"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0236C3FB-AB10-018F-980E-EE7086AEDF31}"/>
              </a:ext>
            </a:extLst>
          </p:cNvPr>
          <p:cNvGrpSpPr/>
          <p:nvPr/>
        </p:nvGrpSpPr>
        <p:grpSpPr>
          <a:xfrm>
            <a:off x="6110850" y="6066406"/>
            <a:ext cx="546554" cy="676153"/>
            <a:chOff x="0" y="-47625"/>
            <a:chExt cx="728738" cy="962616"/>
          </a:xfrm>
        </p:grpSpPr>
        <p:grpSp>
          <p:nvGrpSpPr>
            <p:cNvPr id="189" name="Group 184">
              <a:extLst>
                <a:ext uri="{FF2B5EF4-FFF2-40B4-BE49-F238E27FC236}">
                  <a16:creationId xmlns:a16="http://schemas.microsoft.com/office/drawing/2014/main" id="{D91A8FA8-D5DE-7758-5ABC-237AE0CD5678}"/>
                </a:ext>
              </a:extLst>
            </p:cNvPr>
            <p:cNvGrpSpPr/>
            <p:nvPr/>
          </p:nvGrpSpPr>
          <p:grpSpPr>
            <a:xfrm>
              <a:off x="0" y="0"/>
              <a:ext cx="728738" cy="914991"/>
              <a:chOff x="0" y="0"/>
              <a:chExt cx="237144" cy="297754"/>
            </a:xfrm>
          </p:grpSpPr>
          <p:sp>
            <p:nvSpPr>
              <p:cNvPr id="192" name="Freeform 185">
                <a:extLst>
                  <a:ext uri="{FF2B5EF4-FFF2-40B4-BE49-F238E27FC236}">
                    <a16:creationId xmlns:a16="http://schemas.microsoft.com/office/drawing/2014/main" id="{DCB08B7A-CCA6-F094-104B-54A5DE9CE085}"/>
                  </a:ext>
                </a:extLst>
              </p:cNvPr>
              <p:cNvSpPr/>
              <p:nvPr/>
            </p:nvSpPr>
            <p:spPr>
              <a:xfrm>
                <a:off x="0" y="0"/>
                <a:ext cx="237144" cy="297754"/>
              </a:xfrm>
              <a:custGeom>
                <a:avLst/>
                <a:gdLst/>
                <a:ahLst/>
                <a:cxnLst/>
                <a:rect l="l" t="t" r="r" b="b"/>
                <a:pathLst>
                  <a:path w="237144" h="297754">
                    <a:moveTo>
                      <a:pt x="0" y="0"/>
                    </a:moveTo>
                    <a:lnTo>
                      <a:pt x="237144" y="0"/>
                    </a:lnTo>
                    <a:lnTo>
                      <a:pt x="237144" y="297754"/>
                    </a:lnTo>
                    <a:lnTo>
                      <a:pt x="0" y="297754"/>
                    </a:lnTo>
                    <a:close/>
                  </a:path>
                </a:pathLst>
              </a:custGeom>
              <a:solidFill>
                <a:srgbClr val="FDB851"/>
              </a:solidFill>
            </p:spPr>
            <p:txBody>
              <a:bodyPr/>
              <a:lstStyle/>
              <a:p>
                <a:endParaRPr lang="en-AU" sz="1600"/>
              </a:p>
            </p:txBody>
          </p:sp>
          <p:sp>
            <p:nvSpPr>
              <p:cNvPr id="193" name="TextBox 186">
                <a:extLst>
                  <a:ext uri="{FF2B5EF4-FFF2-40B4-BE49-F238E27FC236}">
                    <a16:creationId xmlns:a16="http://schemas.microsoft.com/office/drawing/2014/main" id="{15C79A61-82EB-4481-BD26-FAF63CD0ADDF}"/>
                  </a:ext>
                </a:extLst>
              </p:cNvPr>
              <p:cNvSpPr txBox="1"/>
              <p:nvPr/>
            </p:nvSpPr>
            <p:spPr>
              <a:xfrm>
                <a:off x="0" y="-38100"/>
                <a:ext cx="237144" cy="335854"/>
              </a:xfrm>
              <a:prstGeom prst="rect">
                <a:avLst/>
              </a:prstGeom>
            </p:spPr>
            <p:txBody>
              <a:bodyPr lIns="41959" tIns="41959" rIns="41959" bIns="41959" rtlCol="0" anchor="ctr"/>
              <a:lstStyle/>
              <a:p>
                <a:pPr algn="ctr">
                  <a:lnSpc>
                    <a:spcPts val="1552"/>
                  </a:lnSpc>
                </a:pPr>
                <a:endParaRPr sz="1600"/>
              </a:p>
            </p:txBody>
          </p:sp>
        </p:grpSp>
        <p:sp>
          <p:nvSpPr>
            <p:cNvPr id="190" name="TextBox 187">
              <a:extLst>
                <a:ext uri="{FF2B5EF4-FFF2-40B4-BE49-F238E27FC236}">
                  <a16:creationId xmlns:a16="http://schemas.microsoft.com/office/drawing/2014/main" id="{72839EDD-4758-C3AB-4E4E-59CB4E49CE52}"/>
                </a:ext>
              </a:extLst>
            </p:cNvPr>
            <p:cNvSpPr txBox="1"/>
            <p:nvPr/>
          </p:nvSpPr>
          <p:spPr>
            <a:xfrm>
              <a:off x="164092" y="-47625"/>
              <a:ext cx="400556" cy="830229"/>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191" name="AutoShape 188">
              <a:extLst>
                <a:ext uri="{FF2B5EF4-FFF2-40B4-BE49-F238E27FC236}">
                  <a16:creationId xmlns:a16="http://schemas.microsoft.com/office/drawing/2014/main" id="{71FC6AE6-50FF-D26C-6836-91E584783107}"/>
                </a:ext>
              </a:extLst>
            </p:cNvPr>
            <p:cNvSpPr/>
            <p:nvPr/>
          </p:nvSpPr>
          <p:spPr>
            <a:xfrm flipH="1">
              <a:off x="81769" y="462772"/>
              <a:ext cx="56519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194" name="Group 189"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D49FFA05-FF79-F2BD-B4E7-85FB2B7CBB00}"/>
              </a:ext>
            </a:extLst>
          </p:cNvPr>
          <p:cNvGrpSpPr/>
          <p:nvPr/>
        </p:nvGrpSpPr>
        <p:grpSpPr>
          <a:xfrm>
            <a:off x="8298709" y="2562297"/>
            <a:ext cx="1365890" cy="667112"/>
            <a:chOff x="0" y="-34753"/>
            <a:chExt cx="1821187" cy="949744"/>
          </a:xfrm>
        </p:grpSpPr>
        <p:grpSp>
          <p:nvGrpSpPr>
            <p:cNvPr id="195" name="Group 190">
              <a:extLst>
                <a:ext uri="{FF2B5EF4-FFF2-40B4-BE49-F238E27FC236}">
                  <a16:creationId xmlns:a16="http://schemas.microsoft.com/office/drawing/2014/main" id="{C9D8D4D9-EBD8-429B-0499-867F9875A3D3}"/>
                </a:ext>
              </a:extLst>
            </p:cNvPr>
            <p:cNvGrpSpPr/>
            <p:nvPr/>
          </p:nvGrpSpPr>
          <p:grpSpPr>
            <a:xfrm>
              <a:off x="0" y="0"/>
              <a:ext cx="1821187" cy="914991"/>
              <a:chOff x="0" y="0"/>
              <a:chExt cx="592646" cy="297754"/>
            </a:xfrm>
          </p:grpSpPr>
          <p:sp>
            <p:nvSpPr>
              <p:cNvPr id="198" name="Freeform 191">
                <a:extLst>
                  <a:ext uri="{FF2B5EF4-FFF2-40B4-BE49-F238E27FC236}">
                    <a16:creationId xmlns:a16="http://schemas.microsoft.com/office/drawing/2014/main" id="{E1B18EA8-9216-4887-F9AB-C3009B158D8A}"/>
                  </a:ext>
                </a:extLst>
              </p:cNvPr>
              <p:cNvSpPr/>
              <p:nvPr/>
            </p:nvSpPr>
            <p:spPr>
              <a:xfrm>
                <a:off x="0" y="0"/>
                <a:ext cx="592646" cy="297754"/>
              </a:xfrm>
              <a:custGeom>
                <a:avLst/>
                <a:gdLst/>
                <a:ahLst/>
                <a:cxnLst/>
                <a:rect l="l" t="t" r="r" b="b"/>
                <a:pathLst>
                  <a:path w="592646" h="297754">
                    <a:moveTo>
                      <a:pt x="0" y="0"/>
                    </a:moveTo>
                    <a:lnTo>
                      <a:pt x="592646" y="0"/>
                    </a:lnTo>
                    <a:lnTo>
                      <a:pt x="592646" y="297754"/>
                    </a:lnTo>
                    <a:lnTo>
                      <a:pt x="0" y="297754"/>
                    </a:lnTo>
                    <a:close/>
                  </a:path>
                </a:pathLst>
              </a:custGeom>
              <a:solidFill>
                <a:srgbClr val="90E4BC"/>
              </a:solidFill>
            </p:spPr>
            <p:txBody>
              <a:bodyPr/>
              <a:lstStyle/>
              <a:p>
                <a:endParaRPr lang="en-AU" sz="1600"/>
              </a:p>
            </p:txBody>
          </p:sp>
          <p:sp>
            <p:nvSpPr>
              <p:cNvPr id="199" name="TextBox 192">
                <a:extLst>
                  <a:ext uri="{FF2B5EF4-FFF2-40B4-BE49-F238E27FC236}">
                    <a16:creationId xmlns:a16="http://schemas.microsoft.com/office/drawing/2014/main" id="{1C7ABB67-2ACB-82D2-99EC-86C334610517}"/>
                  </a:ext>
                </a:extLst>
              </p:cNvPr>
              <p:cNvSpPr txBox="1"/>
              <p:nvPr/>
            </p:nvSpPr>
            <p:spPr>
              <a:xfrm>
                <a:off x="0" y="-38100"/>
                <a:ext cx="592646" cy="335854"/>
              </a:xfrm>
              <a:prstGeom prst="rect">
                <a:avLst/>
              </a:prstGeom>
            </p:spPr>
            <p:txBody>
              <a:bodyPr lIns="41959" tIns="41959" rIns="41959" bIns="41959" rtlCol="0" anchor="ctr"/>
              <a:lstStyle/>
              <a:p>
                <a:pPr algn="ctr">
                  <a:lnSpc>
                    <a:spcPts val="1552"/>
                  </a:lnSpc>
                </a:pPr>
                <a:endParaRPr sz="1600"/>
              </a:p>
            </p:txBody>
          </p:sp>
        </p:grpSp>
        <p:sp>
          <p:nvSpPr>
            <p:cNvPr id="196" name="TextBox 193">
              <a:extLst>
                <a:ext uri="{FF2B5EF4-FFF2-40B4-BE49-F238E27FC236}">
                  <a16:creationId xmlns:a16="http://schemas.microsoft.com/office/drawing/2014/main" id="{B9E7E02B-245E-98CB-B3EC-C55C60258A9A}"/>
                </a:ext>
              </a:extLst>
            </p:cNvPr>
            <p:cNvSpPr txBox="1"/>
            <p:nvPr/>
          </p:nvSpPr>
          <p:spPr>
            <a:xfrm>
              <a:off x="793457"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4</a:t>
              </a:r>
            </a:p>
          </p:txBody>
        </p:sp>
        <p:sp>
          <p:nvSpPr>
            <p:cNvPr id="197" name="AutoShape 194">
              <a:extLst>
                <a:ext uri="{FF2B5EF4-FFF2-40B4-BE49-F238E27FC236}">
                  <a16:creationId xmlns:a16="http://schemas.microsoft.com/office/drawing/2014/main" id="{14C1AD79-D69A-F575-D8F7-4534F45B07E0}"/>
                </a:ext>
              </a:extLst>
            </p:cNvPr>
            <p:cNvSpPr/>
            <p:nvPr/>
          </p:nvSpPr>
          <p:spPr>
            <a:xfrm flipH="1">
              <a:off x="695459" y="481672"/>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00" name="Group 195"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66942277-C034-6A9D-347F-37B0510F6E5B}"/>
              </a:ext>
            </a:extLst>
          </p:cNvPr>
          <p:cNvGrpSpPr/>
          <p:nvPr/>
        </p:nvGrpSpPr>
        <p:grpSpPr>
          <a:xfrm>
            <a:off x="10406440" y="2753195"/>
            <a:ext cx="1365890" cy="667112"/>
            <a:chOff x="0" y="-34753"/>
            <a:chExt cx="1821187" cy="949744"/>
          </a:xfrm>
        </p:grpSpPr>
        <p:grpSp>
          <p:nvGrpSpPr>
            <p:cNvPr id="201" name="Group 196">
              <a:extLst>
                <a:ext uri="{FF2B5EF4-FFF2-40B4-BE49-F238E27FC236}">
                  <a16:creationId xmlns:a16="http://schemas.microsoft.com/office/drawing/2014/main" id="{D2C404F1-D31B-4C48-7E7B-574B8C545C5C}"/>
                </a:ext>
              </a:extLst>
            </p:cNvPr>
            <p:cNvGrpSpPr/>
            <p:nvPr/>
          </p:nvGrpSpPr>
          <p:grpSpPr>
            <a:xfrm>
              <a:off x="0" y="0"/>
              <a:ext cx="1821187" cy="914991"/>
              <a:chOff x="0" y="0"/>
              <a:chExt cx="592646" cy="297754"/>
            </a:xfrm>
          </p:grpSpPr>
          <p:sp>
            <p:nvSpPr>
              <p:cNvPr id="204" name="Freeform 197">
                <a:extLst>
                  <a:ext uri="{FF2B5EF4-FFF2-40B4-BE49-F238E27FC236}">
                    <a16:creationId xmlns:a16="http://schemas.microsoft.com/office/drawing/2014/main" id="{88EED68A-72AC-504C-ED25-A22E9D508B3C}"/>
                  </a:ext>
                </a:extLst>
              </p:cNvPr>
              <p:cNvSpPr/>
              <p:nvPr/>
            </p:nvSpPr>
            <p:spPr>
              <a:xfrm>
                <a:off x="0" y="0"/>
                <a:ext cx="592646" cy="297754"/>
              </a:xfrm>
              <a:custGeom>
                <a:avLst/>
                <a:gdLst/>
                <a:ahLst/>
                <a:cxnLst/>
                <a:rect l="l" t="t" r="r" b="b"/>
                <a:pathLst>
                  <a:path w="592646" h="297754">
                    <a:moveTo>
                      <a:pt x="0" y="0"/>
                    </a:moveTo>
                    <a:lnTo>
                      <a:pt x="592646" y="0"/>
                    </a:lnTo>
                    <a:lnTo>
                      <a:pt x="592646" y="297754"/>
                    </a:lnTo>
                    <a:lnTo>
                      <a:pt x="0" y="297754"/>
                    </a:lnTo>
                    <a:close/>
                  </a:path>
                </a:pathLst>
              </a:custGeom>
              <a:solidFill>
                <a:srgbClr val="90E4BC"/>
              </a:solidFill>
            </p:spPr>
            <p:txBody>
              <a:bodyPr/>
              <a:lstStyle/>
              <a:p>
                <a:endParaRPr lang="en-AU" sz="1600"/>
              </a:p>
            </p:txBody>
          </p:sp>
          <p:sp>
            <p:nvSpPr>
              <p:cNvPr id="205" name="TextBox 198">
                <a:extLst>
                  <a:ext uri="{FF2B5EF4-FFF2-40B4-BE49-F238E27FC236}">
                    <a16:creationId xmlns:a16="http://schemas.microsoft.com/office/drawing/2014/main" id="{6F177DEC-0B7E-2580-4304-39CE4C2A5F3B}"/>
                  </a:ext>
                </a:extLst>
              </p:cNvPr>
              <p:cNvSpPr txBox="1"/>
              <p:nvPr/>
            </p:nvSpPr>
            <p:spPr>
              <a:xfrm>
                <a:off x="0" y="-38100"/>
                <a:ext cx="592646" cy="335854"/>
              </a:xfrm>
              <a:prstGeom prst="rect">
                <a:avLst/>
              </a:prstGeom>
            </p:spPr>
            <p:txBody>
              <a:bodyPr lIns="41959" tIns="41959" rIns="41959" bIns="41959" rtlCol="0" anchor="ctr"/>
              <a:lstStyle/>
              <a:p>
                <a:pPr algn="ctr">
                  <a:lnSpc>
                    <a:spcPts val="1552"/>
                  </a:lnSpc>
                </a:pPr>
                <a:endParaRPr sz="1600"/>
              </a:p>
            </p:txBody>
          </p:sp>
        </p:grpSp>
        <p:sp>
          <p:nvSpPr>
            <p:cNvPr id="202" name="TextBox 199">
              <a:extLst>
                <a:ext uri="{FF2B5EF4-FFF2-40B4-BE49-F238E27FC236}">
                  <a16:creationId xmlns:a16="http://schemas.microsoft.com/office/drawing/2014/main" id="{570AAE06-5BA2-4412-BB6B-09EA5331D441}"/>
                </a:ext>
              </a:extLst>
            </p:cNvPr>
            <p:cNvSpPr txBox="1"/>
            <p:nvPr/>
          </p:nvSpPr>
          <p:spPr>
            <a:xfrm>
              <a:off x="793457"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4</a:t>
              </a:r>
            </a:p>
          </p:txBody>
        </p:sp>
        <p:sp>
          <p:nvSpPr>
            <p:cNvPr id="203" name="AutoShape 200">
              <a:extLst>
                <a:ext uri="{FF2B5EF4-FFF2-40B4-BE49-F238E27FC236}">
                  <a16:creationId xmlns:a16="http://schemas.microsoft.com/office/drawing/2014/main" id="{912C6F31-AF81-1D8A-CB59-56E3739D9510}"/>
                </a:ext>
              </a:extLst>
            </p:cNvPr>
            <p:cNvSpPr/>
            <p:nvPr/>
          </p:nvSpPr>
          <p:spPr>
            <a:xfrm flipH="1">
              <a:off x="695459" y="475645"/>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06" name="Group 201"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CB4A0430-39BA-1DEB-5561-B5CAC2DDFFC1}"/>
              </a:ext>
            </a:extLst>
          </p:cNvPr>
          <p:cNvGrpSpPr/>
          <p:nvPr/>
        </p:nvGrpSpPr>
        <p:grpSpPr>
          <a:xfrm>
            <a:off x="7809686" y="3287237"/>
            <a:ext cx="1089497" cy="676153"/>
            <a:chOff x="0" y="-47625"/>
            <a:chExt cx="1452663" cy="962616"/>
          </a:xfrm>
        </p:grpSpPr>
        <p:grpSp>
          <p:nvGrpSpPr>
            <p:cNvPr id="207" name="Group 202">
              <a:extLst>
                <a:ext uri="{FF2B5EF4-FFF2-40B4-BE49-F238E27FC236}">
                  <a16:creationId xmlns:a16="http://schemas.microsoft.com/office/drawing/2014/main" id="{007A3EDF-A1A1-3C5F-7ABD-D56F437B8411}"/>
                </a:ext>
              </a:extLst>
            </p:cNvPr>
            <p:cNvGrpSpPr/>
            <p:nvPr/>
          </p:nvGrpSpPr>
          <p:grpSpPr>
            <a:xfrm>
              <a:off x="0" y="0"/>
              <a:ext cx="1452663" cy="914991"/>
              <a:chOff x="0" y="0"/>
              <a:chExt cx="472722" cy="297754"/>
            </a:xfrm>
          </p:grpSpPr>
          <p:sp>
            <p:nvSpPr>
              <p:cNvPr id="210" name="Freeform 203">
                <a:extLst>
                  <a:ext uri="{FF2B5EF4-FFF2-40B4-BE49-F238E27FC236}">
                    <a16:creationId xmlns:a16="http://schemas.microsoft.com/office/drawing/2014/main" id="{2FA9C115-8B5E-B5EE-9EEC-6C32EE74A0AC}"/>
                  </a:ext>
                </a:extLst>
              </p:cNvPr>
              <p:cNvSpPr/>
              <p:nvPr/>
            </p:nvSpPr>
            <p:spPr>
              <a:xfrm>
                <a:off x="0" y="0"/>
                <a:ext cx="472722" cy="297754"/>
              </a:xfrm>
              <a:custGeom>
                <a:avLst/>
                <a:gdLst/>
                <a:ahLst/>
                <a:cxnLst/>
                <a:rect l="l" t="t" r="r" b="b"/>
                <a:pathLst>
                  <a:path w="472722" h="297754">
                    <a:moveTo>
                      <a:pt x="0" y="0"/>
                    </a:moveTo>
                    <a:lnTo>
                      <a:pt x="472722" y="0"/>
                    </a:lnTo>
                    <a:lnTo>
                      <a:pt x="472722" y="297754"/>
                    </a:lnTo>
                    <a:lnTo>
                      <a:pt x="0" y="297754"/>
                    </a:lnTo>
                    <a:close/>
                  </a:path>
                </a:pathLst>
              </a:custGeom>
              <a:solidFill>
                <a:srgbClr val="FFD699"/>
              </a:solidFill>
            </p:spPr>
            <p:txBody>
              <a:bodyPr/>
              <a:lstStyle/>
              <a:p>
                <a:endParaRPr lang="en-AU" sz="1600"/>
              </a:p>
            </p:txBody>
          </p:sp>
          <p:sp>
            <p:nvSpPr>
              <p:cNvPr id="211" name="TextBox 204">
                <a:extLst>
                  <a:ext uri="{FF2B5EF4-FFF2-40B4-BE49-F238E27FC236}">
                    <a16:creationId xmlns:a16="http://schemas.microsoft.com/office/drawing/2014/main" id="{1F120387-B576-3C9B-947D-BE70C6361FAB}"/>
                  </a:ext>
                </a:extLst>
              </p:cNvPr>
              <p:cNvSpPr txBox="1"/>
              <p:nvPr/>
            </p:nvSpPr>
            <p:spPr>
              <a:xfrm>
                <a:off x="0" y="-38100"/>
                <a:ext cx="472722" cy="335854"/>
              </a:xfrm>
              <a:prstGeom prst="rect">
                <a:avLst/>
              </a:prstGeom>
            </p:spPr>
            <p:txBody>
              <a:bodyPr lIns="41959" tIns="41959" rIns="41959" bIns="41959" rtlCol="0" anchor="ctr"/>
              <a:lstStyle/>
              <a:p>
                <a:pPr algn="ctr">
                  <a:lnSpc>
                    <a:spcPts val="1552"/>
                  </a:lnSpc>
                </a:pPr>
                <a:endParaRPr sz="1600"/>
              </a:p>
            </p:txBody>
          </p:sp>
        </p:grpSp>
        <p:sp>
          <p:nvSpPr>
            <p:cNvPr id="208" name="TextBox 205">
              <a:extLst>
                <a:ext uri="{FF2B5EF4-FFF2-40B4-BE49-F238E27FC236}">
                  <a16:creationId xmlns:a16="http://schemas.microsoft.com/office/drawing/2014/main" id="{9C7E9CE7-E40F-F6C6-5C9A-CD6E3E4F8107}"/>
                </a:ext>
              </a:extLst>
            </p:cNvPr>
            <p:cNvSpPr txBox="1"/>
            <p:nvPr/>
          </p:nvSpPr>
          <p:spPr>
            <a:xfrm>
              <a:off x="609196" y="-47625"/>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209" name="AutoShape 206">
              <a:extLst>
                <a:ext uri="{FF2B5EF4-FFF2-40B4-BE49-F238E27FC236}">
                  <a16:creationId xmlns:a16="http://schemas.microsoft.com/office/drawing/2014/main" id="{B560A822-F992-CFEE-3592-7C97A04C8280}"/>
                </a:ext>
              </a:extLst>
            </p:cNvPr>
            <p:cNvSpPr/>
            <p:nvPr/>
          </p:nvSpPr>
          <p:spPr>
            <a:xfrm flipH="1">
              <a:off x="511197" y="474825"/>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12" name="Group 207"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85D2B022-11FB-218E-03FC-DB43A369755C}"/>
              </a:ext>
            </a:extLst>
          </p:cNvPr>
          <p:cNvGrpSpPr/>
          <p:nvPr/>
        </p:nvGrpSpPr>
        <p:grpSpPr>
          <a:xfrm>
            <a:off x="9202358" y="3314320"/>
            <a:ext cx="1089497" cy="676153"/>
            <a:chOff x="0" y="-47625"/>
            <a:chExt cx="1452663" cy="962616"/>
          </a:xfrm>
        </p:grpSpPr>
        <p:grpSp>
          <p:nvGrpSpPr>
            <p:cNvPr id="213" name="Group 208">
              <a:extLst>
                <a:ext uri="{FF2B5EF4-FFF2-40B4-BE49-F238E27FC236}">
                  <a16:creationId xmlns:a16="http://schemas.microsoft.com/office/drawing/2014/main" id="{BE53CB81-B80C-821E-6D47-8213EF4EF222}"/>
                </a:ext>
              </a:extLst>
            </p:cNvPr>
            <p:cNvGrpSpPr/>
            <p:nvPr/>
          </p:nvGrpSpPr>
          <p:grpSpPr>
            <a:xfrm>
              <a:off x="0" y="0"/>
              <a:ext cx="1452663" cy="914991"/>
              <a:chOff x="0" y="0"/>
              <a:chExt cx="472722" cy="297754"/>
            </a:xfrm>
          </p:grpSpPr>
          <p:sp>
            <p:nvSpPr>
              <p:cNvPr id="216" name="Freeform 209">
                <a:extLst>
                  <a:ext uri="{FF2B5EF4-FFF2-40B4-BE49-F238E27FC236}">
                    <a16:creationId xmlns:a16="http://schemas.microsoft.com/office/drawing/2014/main" id="{179E52CD-07FB-52CF-58ED-4F20B20E983B}"/>
                  </a:ext>
                </a:extLst>
              </p:cNvPr>
              <p:cNvSpPr/>
              <p:nvPr/>
            </p:nvSpPr>
            <p:spPr>
              <a:xfrm>
                <a:off x="0" y="0"/>
                <a:ext cx="472722" cy="297754"/>
              </a:xfrm>
              <a:custGeom>
                <a:avLst/>
                <a:gdLst/>
                <a:ahLst/>
                <a:cxnLst/>
                <a:rect l="l" t="t" r="r" b="b"/>
                <a:pathLst>
                  <a:path w="472722" h="297754">
                    <a:moveTo>
                      <a:pt x="0" y="0"/>
                    </a:moveTo>
                    <a:lnTo>
                      <a:pt x="472722" y="0"/>
                    </a:lnTo>
                    <a:lnTo>
                      <a:pt x="472722" y="297754"/>
                    </a:lnTo>
                    <a:lnTo>
                      <a:pt x="0" y="297754"/>
                    </a:lnTo>
                    <a:close/>
                  </a:path>
                </a:pathLst>
              </a:custGeom>
              <a:solidFill>
                <a:srgbClr val="FFD699"/>
              </a:solidFill>
            </p:spPr>
            <p:txBody>
              <a:bodyPr/>
              <a:lstStyle/>
              <a:p>
                <a:endParaRPr lang="en-AU" sz="1600"/>
              </a:p>
            </p:txBody>
          </p:sp>
          <p:sp>
            <p:nvSpPr>
              <p:cNvPr id="217" name="TextBox 210">
                <a:extLst>
                  <a:ext uri="{FF2B5EF4-FFF2-40B4-BE49-F238E27FC236}">
                    <a16:creationId xmlns:a16="http://schemas.microsoft.com/office/drawing/2014/main" id="{E79E3928-6B6E-7508-120F-BCCDC85419B1}"/>
                  </a:ext>
                </a:extLst>
              </p:cNvPr>
              <p:cNvSpPr txBox="1"/>
              <p:nvPr/>
            </p:nvSpPr>
            <p:spPr>
              <a:xfrm>
                <a:off x="0" y="-38100"/>
                <a:ext cx="472722" cy="335854"/>
              </a:xfrm>
              <a:prstGeom prst="rect">
                <a:avLst/>
              </a:prstGeom>
            </p:spPr>
            <p:txBody>
              <a:bodyPr lIns="41959" tIns="41959" rIns="41959" bIns="41959" rtlCol="0" anchor="ctr"/>
              <a:lstStyle/>
              <a:p>
                <a:pPr algn="ctr">
                  <a:lnSpc>
                    <a:spcPts val="1552"/>
                  </a:lnSpc>
                </a:pPr>
                <a:endParaRPr sz="1600"/>
              </a:p>
            </p:txBody>
          </p:sp>
        </p:grpSp>
        <p:sp>
          <p:nvSpPr>
            <p:cNvPr id="214" name="TextBox 211">
              <a:extLst>
                <a:ext uri="{FF2B5EF4-FFF2-40B4-BE49-F238E27FC236}">
                  <a16:creationId xmlns:a16="http://schemas.microsoft.com/office/drawing/2014/main" id="{0037C192-1E04-CA49-7787-0C4D8A8E9D26}"/>
                </a:ext>
              </a:extLst>
            </p:cNvPr>
            <p:cNvSpPr txBox="1"/>
            <p:nvPr/>
          </p:nvSpPr>
          <p:spPr>
            <a:xfrm>
              <a:off x="609196" y="-47625"/>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215" name="AutoShape 212">
              <a:extLst>
                <a:ext uri="{FF2B5EF4-FFF2-40B4-BE49-F238E27FC236}">
                  <a16:creationId xmlns:a16="http://schemas.microsoft.com/office/drawing/2014/main" id="{19FF854F-DA3B-9225-E5F3-25425D8FE28A}"/>
                </a:ext>
              </a:extLst>
            </p:cNvPr>
            <p:cNvSpPr/>
            <p:nvPr/>
          </p:nvSpPr>
          <p:spPr>
            <a:xfrm flipH="1">
              <a:off x="511197" y="462772"/>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18" name="Group 213"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CA9B3F1D-4E41-4B46-4322-4B2888172750}"/>
              </a:ext>
            </a:extLst>
          </p:cNvPr>
          <p:cNvGrpSpPr/>
          <p:nvPr/>
        </p:nvGrpSpPr>
        <p:grpSpPr>
          <a:xfrm>
            <a:off x="10752553" y="3529342"/>
            <a:ext cx="1089497" cy="676153"/>
            <a:chOff x="0" y="-47625"/>
            <a:chExt cx="1452663" cy="962616"/>
          </a:xfrm>
        </p:grpSpPr>
        <p:grpSp>
          <p:nvGrpSpPr>
            <p:cNvPr id="219" name="Group 214">
              <a:extLst>
                <a:ext uri="{FF2B5EF4-FFF2-40B4-BE49-F238E27FC236}">
                  <a16:creationId xmlns:a16="http://schemas.microsoft.com/office/drawing/2014/main" id="{3A3E56C2-792A-91EA-16B2-55C47D3C499B}"/>
                </a:ext>
              </a:extLst>
            </p:cNvPr>
            <p:cNvGrpSpPr/>
            <p:nvPr/>
          </p:nvGrpSpPr>
          <p:grpSpPr>
            <a:xfrm>
              <a:off x="0" y="0"/>
              <a:ext cx="1452663" cy="914991"/>
              <a:chOff x="0" y="0"/>
              <a:chExt cx="472722" cy="297754"/>
            </a:xfrm>
          </p:grpSpPr>
          <p:sp>
            <p:nvSpPr>
              <p:cNvPr id="222" name="Freeform 215">
                <a:extLst>
                  <a:ext uri="{FF2B5EF4-FFF2-40B4-BE49-F238E27FC236}">
                    <a16:creationId xmlns:a16="http://schemas.microsoft.com/office/drawing/2014/main" id="{EFF74A19-96AA-5449-664E-0453BEDDE323}"/>
                  </a:ext>
                </a:extLst>
              </p:cNvPr>
              <p:cNvSpPr/>
              <p:nvPr/>
            </p:nvSpPr>
            <p:spPr>
              <a:xfrm>
                <a:off x="0" y="0"/>
                <a:ext cx="472722" cy="297754"/>
              </a:xfrm>
              <a:custGeom>
                <a:avLst/>
                <a:gdLst/>
                <a:ahLst/>
                <a:cxnLst/>
                <a:rect l="l" t="t" r="r" b="b"/>
                <a:pathLst>
                  <a:path w="472722" h="297754">
                    <a:moveTo>
                      <a:pt x="0" y="0"/>
                    </a:moveTo>
                    <a:lnTo>
                      <a:pt x="472722" y="0"/>
                    </a:lnTo>
                    <a:lnTo>
                      <a:pt x="472722" y="297754"/>
                    </a:lnTo>
                    <a:lnTo>
                      <a:pt x="0" y="297754"/>
                    </a:lnTo>
                    <a:close/>
                  </a:path>
                </a:pathLst>
              </a:custGeom>
              <a:solidFill>
                <a:srgbClr val="FFD699"/>
              </a:solidFill>
            </p:spPr>
            <p:txBody>
              <a:bodyPr/>
              <a:lstStyle/>
              <a:p>
                <a:endParaRPr lang="en-AU" sz="1600"/>
              </a:p>
            </p:txBody>
          </p:sp>
          <p:sp>
            <p:nvSpPr>
              <p:cNvPr id="223" name="TextBox 216">
                <a:extLst>
                  <a:ext uri="{FF2B5EF4-FFF2-40B4-BE49-F238E27FC236}">
                    <a16:creationId xmlns:a16="http://schemas.microsoft.com/office/drawing/2014/main" id="{6BC57285-FBB6-F1F2-1D8C-127B1D1502BB}"/>
                  </a:ext>
                </a:extLst>
              </p:cNvPr>
              <p:cNvSpPr txBox="1"/>
              <p:nvPr/>
            </p:nvSpPr>
            <p:spPr>
              <a:xfrm>
                <a:off x="0" y="-38100"/>
                <a:ext cx="472722" cy="335854"/>
              </a:xfrm>
              <a:prstGeom prst="rect">
                <a:avLst/>
              </a:prstGeom>
            </p:spPr>
            <p:txBody>
              <a:bodyPr lIns="41959" tIns="41959" rIns="41959" bIns="41959" rtlCol="0" anchor="ctr"/>
              <a:lstStyle/>
              <a:p>
                <a:pPr algn="ctr">
                  <a:lnSpc>
                    <a:spcPts val="1552"/>
                  </a:lnSpc>
                </a:pPr>
                <a:endParaRPr sz="1600"/>
              </a:p>
            </p:txBody>
          </p:sp>
        </p:grpSp>
        <p:sp>
          <p:nvSpPr>
            <p:cNvPr id="220" name="TextBox 217">
              <a:extLst>
                <a:ext uri="{FF2B5EF4-FFF2-40B4-BE49-F238E27FC236}">
                  <a16:creationId xmlns:a16="http://schemas.microsoft.com/office/drawing/2014/main" id="{9F835223-8DF1-04A1-C6A0-CDF491EAC33E}"/>
                </a:ext>
              </a:extLst>
            </p:cNvPr>
            <p:cNvSpPr txBox="1"/>
            <p:nvPr/>
          </p:nvSpPr>
          <p:spPr>
            <a:xfrm>
              <a:off x="609196" y="-47625"/>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221" name="AutoShape 218">
              <a:extLst>
                <a:ext uri="{FF2B5EF4-FFF2-40B4-BE49-F238E27FC236}">
                  <a16:creationId xmlns:a16="http://schemas.microsoft.com/office/drawing/2014/main" id="{B4BDFD92-AC3F-85F1-54BB-149966D4B384}"/>
                </a:ext>
              </a:extLst>
            </p:cNvPr>
            <p:cNvSpPr/>
            <p:nvPr/>
          </p:nvSpPr>
          <p:spPr>
            <a:xfrm flipH="1">
              <a:off x="511197" y="468798"/>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24" name="Group 219"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B8FF8670-AD13-BEA1-CAA9-74DE6F31965E}"/>
              </a:ext>
            </a:extLst>
          </p:cNvPr>
          <p:cNvGrpSpPr/>
          <p:nvPr/>
        </p:nvGrpSpPr>
        <p:grpSpPr>
          <a:xfrm>
            <a:off x="8546564" y="4092802"/>
            <a:ext cx="913003" cy="667112"/>
            <a:chOff x="0" y="-34753"/>
            <a:chExt cx="1217337" cy="949744"/>
          </a:xfrm>
        </p:grpSpPr>
        <p:grpSp>
          <p:nvGrpSpPr>
            <p:cNvPr id="225" name="Group 220">
              <a:extLst>
                <a:ext uri="{FF2B5EF4-FFF2-40B4-BE49-F238E27FC236}">
                  <a16:creationId xmlns:a16="http://schemas.microsoft.com/office/drawing/2014/main" id="{67D1051B-CF51-A8AA-AFC8-CBA6458037BE}"/>
                </a:ext>
              </a:extLst>
            </p:cNvPr>
            <p:cNvGrpSpPr/>
            <p:nvPr/>
          </p:nvGrpSpPr>
          <p:grpSpPr>
            <a:xfrm>
              <a:off x="0" y="0"/>
              <a:ext cx="1217337" cy="914991"/>
              <a:chOff x="0" y="0"/>
              <a:chExt cx="396143" cy="297754"/>
            </a:xfrm>
          </p:grpSpPr>
          <p:sp>
            <p:nvSpPr>
              <p:cNvPr id="228" name="Freeform 221">
                <a:extLst>
                  <a:ext uri="{FF2B5EF4-FFF2-40B4-BE49-F238E27FC236}">
                    <a16:creationId xmlns:a16="http://schemas.microsoft.com/office/drawing/2014/main" id="{18C4DE45-6628-E28E-695E-CCE60A5A3D0C}"/>
                  </a:ext>
                </a:extLst>
              </p:cNvPr>
              <p:cNvSpPr/>
              <p:nvPr/>
            </p:nvSpPr>
            <p:spPr>
              <a:xfrm>
                <a:off x="0" y="0"/>
                <a:ext cx="396143" cy="297754"/>
              </a:xfrm>
              <a:custGeom>
                <a:avLst/>
                <a:gdLst/>
                <a:ahLst/>
                <a:cxnLst/>
                <a:rect l="l" t="t" r="r" b="b"/>
                <a:pathLst>
                  <a:path w="396143" h="297754">
                    <a:moveTo>
                      <a:pt x="0" y="0"/>
                    </a:moveTo>
                    <a:lnTo>
                      <a:pt x="396143" y="0"/>
                    </a:lnTo>
                    <a:lnTo>
                      <a:pt x="396143" y="297754"/>
                    </a:lnTo>
                    <a:lnTo>
                      <a:pt x="0" y="297754"/>
                    </a:lnTo>
                    <a:close/>
                  </a:path>
                </a:pathLst>
              </a:custGeom>
              <a:solidFill>
                <a:srgbClr val="FD87CF"/>
              </a:solidFill>
            </p:spPr>
            <p:txBody>
              <a:bodyPr/>
              <a:lstStyle/>
              <a:p>
                <a:endParaRPr lang="en-AU" sz="1600"/>
              </a:p>
            </p:txBody>
          </p:sp>
          <p:sp>
            <p:nvSpPr>
              <p:cNvPr id="229" name="TextBox 222">
                <a:extLst>
                  <a:ext uri="{FF2B5EF4-FFF2-40B4-BE49-F238E27FC236}">
                    <a16:creationId xmlns:a16="http://schemas.microsoft.com/office/drawing/2014/main" id="{BCC4238B-C237-4E2F-D616-A8E55090C9EF}"/>
                  </a:ext>
                </a:extLst>
              </p:cNvPr>
              <p:cNvSpPr txBox="1"/>
              <p:nvPr/>
            </p:nvSpPr>
            <p:spPr>
              <a:xfrm>
                <a:off x="0" y="-38100"/>
                <a:ext cx="396143" cy="335854"/>
              </a:xfrm>
              <a:prstGeom prst="rect">
                <a:avLst/>
              </a:prstGeom>
            </p:spPr>
            <p:txBody>
              <a:bodyPr lIns="41959" tIns="41959" rIns="41959" bIns="41959" rtlCol="0" anchor="ctr"/>
              <a:lstStyle/>
              <a:p>
                <a:pPr algn="ctr">
                  <a:lnSpc>
                    <a:spcPts val="1552"/>
                  </a:lnSpc>
                </a:pPr>
                <a:endParaRPr sz="1600"/>
              </a:p>
            </p:txBody>
          </p:sp>
        </p:grpSp>
        <p:sp>
          <p:nvSpPr>
            <p:cNvPr id="226" name="TextBox 223">
              <a:extLst>
                <a:ext uri="{FF2B5EF4-FFF2-40B4-BE49-F238E27FC236}">
                  <a16:creationId xmlns:a16="http://schemas.microsoft.com/office/drawing/2014/main" id="{A3F4FE0E-DCEF-C63E-2C5B-48C2F819A3BB}"/>
                </a:ext>
              </a:extLst>
            </p:cNvPr>
            <p:cNvSpPr txBox="1"/>
            <p:nvPr/>
          </p:nvSpPr>
          <p:spPr>
            <a:xfrm>
              <a:off x="491533"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6</a:t>
              </a:r>
            </a:p>
          </p:txBody>
        </p:sp>
        <p:sp>
          <p:nvSpPr>
            <p:cNvPr id="227" name="AutoShape 224">
              <a:extLst>
                <a:ext uri="{FF2B5EF4-FFF2-40B4-BE49-F238E27FC236}">
                  <a16:creationId xmlns:a16="http://schemas.microsoft.com/office/drawing/2014/main" id="{2CB3326E-F680-4C8B-1D5D-A77670F7FE4B}"/>
                </a:ext>
              </a:extLst>
            </p:cNvPr>
            <p:cNvSpPr/>
            <p:nvPr/>
          </p:nvSpPr>
          <p:spPr>
            <a:xfrm flipH="1">
              <a:off x="393535" y="481672"/>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30" name="Group 225"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5D0200AE-59B9-DC2A-84DE-F1A50279CD15}"/>
              </a:ext>
            </a:extLst>
          </p:cNvPr>
          <p:cNvGrpSpPr/>
          <p:nvPr/>
        </p:nvGrpSpPr>
        <p:grpSpPr>
          <a:xfrm>
            <a:off x="9751516" y="4288046"/>
            <a:ext cx="913003" cy="667112"/>
            <a:chOff x="0" y="-34753"/>
            <a:chExt cx="1217337" cy="949744"/>
          </a:xfrm>
        </p:grpSpPr>
        <p:grpSp>
          <p:nvGrpSpPr>
            <p:cNvPr id="231" name="Group 226">
              <a:extLst>
                <a:ext uri="{FF2B5EF4-FFF2-40B4-BE49-F238E27FC236}">
                  <a16:creationId xmlns:a16="http://schemas.microsoft.com/office/drawing/2014/main" id="{65A9689B-DDCB-6165-F43A-83E0D3406F95}"/>
                </a:ext>
              </a:extLst>
            </p:cNvPr>
            <p:cNvGrpSpPr/>
            <p:nvPr/>
          </p:nvGrpSpPr>
          <p:grpSpPr>
            <a:xfrm>
              <a:off x="0" y="0"/>
              <a:ext cx="1217337" cy="914991"/>
              <a:chOff x="0" y="0"/>
              <a:chExt cx="396143" cy="297754"/>
            </a:xfrm>
          </p:grpSpPr>
          <p:sp>
            <p:nvSpPr>
              <p:cNvPr id="234" name="Freeform 227">
                <a:extLst>
                  <a:ext uri="{FF2B5EF4-FFF2-40B4-BE49-F238E27FC236}">
                    <a16:creationId xmlns:a16="http://schemas.microsoft.com/office/drawing/2014/main" id="{9F23A184-56D0-BFF2-38E1-306DE3DE0222}"/>
                  </a:ext>
                </a:extLst>
              </p:cNvPr>
              <p:cNvSpPr/>
              <p:nvPr/>
            </p:nvSpPr>
            <p:spPr>
              <a:xfrm>
                <a:off x="0" y="0"/>
                <a:ext cx="396143" cy="297754"/>
              </a:xfrm>
              <a:custGeom>
                <a:avLst/>
                <a:gdLst/>
                <a:ahLst/>
                <a:cxnLst/>
                <a:rect l="l" t="t" r="r" b="b"/>
                <a:pathLst>
                  <a:path w="396143" h="297754">
                    <a:moveTo>
                      <a:pt x="0" y="0"/>
                    </a:moveTo>
                    <a:lnTo>
                      <a:pt x="396143" y="0"/>
                    </a:lnTo>
                    <a:lnTo>
                      <a:pt x="396143" y="297754"/>
                    </a:lnTo>
                    <a:lnTo>
                      <a:pt x="0" y="297754"/>
                    </a:lnTo>
                    <a:close/>
                  </a:path>
                </a:pathLst>
              </a:custGeom>
              <a:solidFill>
                <a:srgbClr val="FD87CF"/>
              </a:solidFill>
            </p:spPr>
            <p:txBody>
              <a:bodyPr/>
              <a:lstStyle/>
              <a:p>
                <a:endParaRPr lang="en-AU" sz="1600"/>
              </a:p>
            </p:txBody>
          </p:sp>
          <p:sp>
            <p:nvSpPr>
              <p:cNvPr id="235" name="TextBox 228">
                <a:extLst>
                  <a:ext uri="{FF2B5EF4-FFF2-40B4-BE49-F238E27FC236}">
                    <a16:creationId xmlns:a16="http://schemas.microsoft.com/office/drawing/2014/main" id="{8882EF04-F5EB-3F84-0A3D-1D8F51BBCA37}"/>
                  </a:ext>
                </a:extLst>
              </p:cNvPr>
              <p:cNvSpPr txBox="1"/>
              <p:nvPr/>
            </p:nvSpPr>
            <p:spPr>
              <a:xfrm>
                <a:off x="0" y="-38100"/>
                <a:ext cx="396143" cy="335854"/>
              </a:xfrm>
              <a:prstGeom prst="rect">
                <a:avLst/>
              </a:prstGeom>
            </p:spPr>
            <p:txBody>
              <a:bodyPr lIns="41959" tIns="41959" rIns="41959" bIns="41959" rtlCol="0" anchor="ctr"/>
              <a:lstStyle/>
              <a:p>
                <a:pPr algn="ctr">
                  <a:lnSpc>
                    <a:spcPts val="1552"/>
                  </a:lnSpc>
                </a:pPr>
                <a:endParaRPr sz="1600"/>
              </a:p>
            </p:txBody>
          </p:sp>
        </p:grpSp>
        <p:sp>
          <p:nvSpPr>
            <p:cNvPr id="232" name="TextBox 229">
              <a:extLst>
                <a:ext uri="{FF2B5EF4-FFF2-40B4-BE49-F238E27FC236}">
                  <a16:creationId xmlns:a16="http://schemas.microsoft.com/office/drawing/2014/main" id="{A1AC62F9-9DE0-253D-EC26-F157FDA0725D}"/>
                </a:ext>
              </a:extLst>
            </p:cNvPr>
            <p:cNvSpPr txBox="1"/>
            <p:nvPr/>
          </p:nvSpPr>
          <p:spPr>
            <a:xfrm>
              <a:off x="491533"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6</a:t>
              </a:r>
            </a:p>
          </p:txBody>
        </p:sp>
        <p:sp>
          <p:nvSpPr>
            <p:cNvPr id="233" name="AutoShape 230">
              <a:extLst>
                <a:ext uri="{FF2B5EF4-FFF2-40B4-BE49-F238E27FC236}">
                  <a16:creationId xmlns:a16="http://schemas.microsoft.com/office/drawing/2014/main" id="{1B8F48FF-CD58-5C5A-74CD-30CCD9A9CAE4}"/>
                </a:ext>
              </a:extLst>
            </p:cNvPr>
            <p:cNvSpPr/>
            <p:nvPr/>
          </p:nvSpPr>
          <p:spPr>
            <a:xfrm flipH="1">
              <a:off x="393535" y="481672"/>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36" name="Group 231"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1D9C1C16-D9EB-3106-85E8-423E4556406B}"/>
              </a:ext>
            </a:extLst>
          </p:cNvPr>
          <p:cNvGrpSpPr/>
          <p:nvPr/>
        </p:nvGrpSpPr>
        <p:grpSpPr>
          <a:xfrm>
            <a:off x="10928034" y="4388967"/>
            <a:ext cx="913003" cy="667112"/>
            <a:chOff x="0" y="-34753"/>
            <a:chExt cx="1217337" cy="949744"/>
          </a:xfrm>
        </p:grpSpPr>
        <p:grpSp>
          <p:nvGrpSpPr>
            <p:cNvPr id="237" name="Group 232">
              <a:extLst>
                <a:ext uri="{FF2B5EF4-FFF2-40B4-BE49-F238E27FC236}">
                  <a16:creationId xmlns:a16="http://schemas.microsoft.com/office/drawing/2014/main" id="{06A10EB8-4134-57E4-94C6-ED27C40EE8C4}"/>
                </a:ext>
              </a:extLst>
            </p:cNvPr>
            <p:cNvGrpSpPr/>
            <p:nvPr/>
          </p:nvGrpSpPr>
          <p:grpSpPr>
            <a:xfrm>
              <a:off x="0" y="0"/>
              <a:ext cx="1217337" cy="914991"/>
              <a:chOff x="0" y="0"/>
              <a:chExt cx="396143" cy="297754"/>
            </a:xfrm>
          </p:grpSpPr>
          <p:sp>
            <p:nvSpPr>
              <p:cNvPr id="240" name="Freeform 233">
                <a:extLst>
                  <a:ext uri="{FF2B5EF4-FFF2-40B4-BE49-F238E27FC236}">
                    <a16:creationId xmlns:a16="http://schemas.microsoft.com/office/drawing/2014/main" id="{00E9DCE1-EA66-2B64-B6D0-09AE82D5E898}"/>
                  </a:ext>
                </a:extLst>
              </p:cNvPr>
              <p:cNvSpPr/>
              <p:nvPr/>
            </p:nvSpPr>
            <p:spPr>
              <a:xfrm>
                <a:off x="0" y="0"/>
                <a:ext cx="396143" cy="297754"/>
              </a:xfrm>
              <a:custGeom>
                <a:avLst/>
                <a:gdLst/>
                <a:ahLst/>
                <a:cxnLst/>
                <a:rect l="l" t="t" r="r" b="b"/>
                <a:pathLst>
                  <a:path w="396143" h="297754">
                    <a:moveTo>
                      <a:pt x="0" y="0"/>
                    </a:moveTo>
                    <a:lnTo>
                      <a:pt x="396143" y="0"/>
                    </a:lnTo>
                    <a:lnTo>
                      <a:pt x="396143" y="297754"/>
                    </a:lnTo>
                    <a:lnTo>
                      <a:pt x="0" y="297754"/>
                    </a:lnTo>
                    <a:close/>
                  </a:path>
                </a:pathLst>
              </a:custGeom>
              <a:solidFill>
                <a:srgbClr val="FD87CF"/>
              </a:solidFill>
            </p:spPr>
            <p:txBody>
              <a:bodyPr/>
              <a:lstStyle/>
              <a:p>
                <a:endParaRPr lang="en-AU" sz="1600"/>
              </a:p>
            </p:txBody>
          </p:sp>
          <p:sp>
            <p:nvSpPr>
              <p:cNvPr id="241" name="TextBox 234">
                <a:extLst>
                  <a:ext uri="{FF2B5EF4-FFF2-40B4-BE49-F238E27FC236}">
                    <a16:creationId xmlns:a16="http://schemas.microsoft.com/office/drawing/2014/main" id="{402EF8BF-EA6B-A65B-354F-FADFD2B90226}"/>
                  </a:ext>
                </a:extLst>
              </p:cNvPr>
              <p:cNvSpPr txBox="1"/>
              <p:nvPr/>
            </p:nvSpPr>
            <p:spPr>
              <a:xfrm>
                <a:off x="0" y="-38100"/>
                <a:ext cx="396143" cy="335854"/>
              </a:xfrm>
              <a:prstGeom prst="rect">
                <a:avLst/>
              </a:prstGeom>
            </p:spPr>
            <p:txBody>
              <a:bodyPr lIns="41959" tIns="41959" rIns="41959" bIns="41959" rtlCol="0" anchor="ctr"/>
              <a:lstStyle/>
              <a:p>
                <a:pPr algn="ctr">
                  <a:lnSpc>
                    <a:spcPts val="1552"/>
                  </a:lnSpc>
                </a:pPr>
                <a:endParaRPr sz="1600"/>
              </a:p>
            </p:txBody>
          </p:sp>
        </p:grpSp>
        <p:sp>
          <p:nvSpPr>
            <p:cNvPr id="238" name="TextBox 235">
              <a:extLst>
                <a:ext uri="{FF2B5EF4-FFF2-40B4-BE49-F238E27FC236}">
                  <a16:creationId xmlns:a16="http://schemas.microsoft.com/office/drawing/2014/main" id="{7AF5B9C9-9C0B-1FDA-C508-627DFB286CE8}"/>
                </a:ext>
              </a:extLst>
            </p:cNvPr>
            <p:cNvSpPr txBox="1"/>
            <p:nvPr/>
          </p:nvSpPr>
          <p:spPr>
            <a:xfrm>
              <a:off x="491533"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6</a:t>
              </a:r>
            </a:p>
          </p:txBody>
        </p:sp>
        <p:sp>
          <p:nvSpPr>
            <p:cNvPr id="239" name="AutoShape 236">
              <a:extLst>
                <a:ext uri="{FF2B5EF4-FFF2-40B4-BE49-F238E27FC236}">
                  <a16:creationId xmlns:a16="http://schemas.microsoft.com/office/drawing/2014/main" id="{447576B0-F182-ABA3-C83E-B85D5A479839}"/>
                </a:ext>
              </a:extLst>
            </p:cNvPr>
            <p:cNvSpPr/>
            <p:nvPr/>
          </p:nvSpPr>
          <p:spPr>
            <a:xfrm flipH="1">
              <a:off x="393535" y="481672"/>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42" name="Group 237"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77A23E3E-1ADB-DE1D-1F9C-7F44CF5CC270}"/>
              </a:ext>
            </a:extLst>
          </p:cNvPr>
          <p:cNvGrpSpPr/>
          <p:nvPr/>
        </p:nvGrpSpPr>
        <p:grpSpPr>
          <a:xfrm>
            <a:off x="7147560" y="5050034"/>
            <a:ext cx="680827" cy="667112"/>
            <a:chOff x="0" y="-34753"/>
            <a:chExt cx="907770" cy="949744"/>
          </a:xfrm>
        </p:grpSpPr>
        <p:grpSp>
          <p:nvGrpSpPr>
            <p:cNvPr id="243" name="Group 238">
              <a:extLst>
                <a:ext uri="{FF2B5EF4-FFF2-40B4-BE49-F238E27FC236}">
                  <a16:creationId xmlns:a16="http://schemas.microsoft.com/office/drawing/2014/main" id="{17794970-92F7-82E6-66E4-2713409DCCC3}"/>
                </a:ext>
              </a:extLst>
            </p:cNvPr>
            <p:cNvGrpSpPr/>
            <p:nvPr/>
          </p:nvGrpSpPr>
          <p:grpSpPr>
            <a:xfrm>
              <a:off x="0" y="0"/>
              <a:ext cx="907770" cy="914991"/>
              <a:chOff x="0" y="0"/>
              <a:chExt cx="295404" cy="297754"/>
            </a:xfrm>
          </p:grpSpPr>
          <p:sp>
            <p:nvSpPr>
              <p:cNvPr id="246" name="Freeform 239">
                <a:extLst>
                  <a:ext uri="{FF2B5EF4-FFF2-40B4-BE49-F238E27FC236}">
                    <a16:creationId xmlns:a16="http://schemas.microsoft.com/office/drawing/2014/main" id="{3857492B-2C88-0423-DF95-0A5A7625D436}"/>
                  </a:ext>
                </a:extLst>
              </p:cNvPr>
              <p:cNvSpPr/>
              <p:nvPr/>
            </p:nvSpPr>
            <p:spPr>
              <a:xfrm>
                <a:off x="0" y="0"/>
                <a:ext cx="295404" cy="297754"/>
              </a:xfrm>
              <a:custGeom>
                <a:avLst/>
                <a:gdLst/>
                <a:ahLst/>
                <a:cxnLst/>
                <a:rect l="l" t="t" r="r" b="b"/>
                <a:pathLst>
                  <a:path w="295404" h="297754">
                    <a:moveTo>
                      <a:pt x="0" y="0"/>
                    </a:moveTo>
                    <a:lnTo>
                      <a:pt x="295404" y="0"/>
                    </a:lnTo>
                    <a:lnTo>
                      <a:pt x="295404" y="297754"/>
                    </a:lnTo>
                    <a:lnTo>
                      <a:pt x="0" y="297754"/>
                    </a:lnTo>
                    <a:close/>
                  </a:path>
                </a:pathLst>
              </a:custGeom>
              <a:solidFill>
                <a:srgbClr val="D1BDFA"/>
              </a:solidFill>
            </p:spPr>
            <p:txBody>
              <a:bodyPr/>
              <a:lstStyle/>
              <a:p>
                <a:endParaRPr lang="en-AU" sz="1600"/>
              </a:p>
            </p:txBody>
          </p:sp>
          <p:sp>
            <p:nvSpPr>
              <p:cNvPr id="247" name="TextBox 240">
                <a:extLst>
                  <a:ext uri="{FF2B5EF4-FFF2-40B4-BE49-F238E27FC236}">
                    <a16:creationId xmlns:a16="http://schemas.microsoft.com/office/drawing/2014/main" id="{038C5B0E-853E-49C8-58AB-6103771012BF}"/>
                  </a:ext>
                </a:extLst>
              </p:cNvPr>
              <p:cNvSpPr txBox="1"/>
              <p:nvPr/>
            </p:nvSpPr>
            <p:spPr>
              <a:xfrm>
                <a:off x="0" y="-38100"/>
                <a:ext cx="295404" cy="335854"/>
              </a:xfrm>
              <a:prstGeom prst="rect">
                <a:avLst/>
              </a:prstGeom>
            </p:spPr>
            <p:txBody>
              <a:bodyPr lIns="41959" tIns="41959" rIns="41959" bIns="41959" rtlCol="0" anchor="ctr"/>
              <a:lstStyle/>
              <a:p>
                <a:pPr algn="ctr">
                  <a:lnSpc>
                    <a:spcPts val="1552"/>
                  </a:lnSpc>
                </a:pPr>
                <a:endParaRPr sz="1600"/>
              </a:p>
            </p:txBody>
          </p:sp>
        </p:grpSp>
        <p:sp>
          <p:nvSpPr>
            <p:cNvPr id="244" name="TextBox 241">
              <a:extLst>
                <a:ext uri="{FF2B5EF4-FFF2-40B4-BE49-F238E27FC236}">
                  <a16:creationId xmlns:a16="http://schemas.microsoft.com/office/drawing/2014/main" id="{6C2C2052-FD02-29E8-8711-BC3C133BB098}"/>
                </a:ext>
              </a:extLst>
            </p:cNvPr>
            <p:cNvSpPr txBox="1"/>
            <p:nvPr/>
          </p:nvSpPr>
          <p:spPr>
            <a:xfrm>
              <a:off x="336750"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245" name="AutoShape 242">
              <a:extLst>
                <a:ext uri="{FF2B5EF4-FFF2-40B4-BE49-F238E27FC236}">
                  <a16:creationId xmlns:a16="http://schemas.microsoft.com/office/drawing/2014/main" id="{1B4D378F-2CFC-3A2C-CE85-257FBF70DC9A}"/>
                </a:ext>
              </a:extLst>
            </p:cNvPr>
            <p:cNvSpPr/>
            <p:nvPr/>
          </p:nvSpPr>
          <p:spPr>
            <a:xfrm flipH="1">
              <a:off x="238750" y="481672"/>
              <a:ext cx="430270"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48" name="Group 243"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D4E8058D-DF59-A5B0-0E06-5F347D5249EE}"/>
              </a:ext>
            </a:extLst>
          </p:cNvPr>
          <p:cNvGrpSpPr/>
          <p:nvPr/>
        </p:nvGrpSpPr>
        <p:grpSpPr>
          <a:xfrm>
            <a:off x="8101872" y="4871218"/>
            <a:ext cx="680827" cy="667112"/>
            <a:chOff x="0" y="-34753"/>
            <a:chExt cx="907770" cy="949744"/>
          </a:xfrm>
        </p:grpSpPr>
        <p:grpSp>
          <p:nvGrpSpPr>
            <p:cNvPr id="249" name="Group 244">
              <a:extLst>
                <a:ext uri="{FF2B5EF4-FFF2-40B4-BE49-F238E27FC236}">
                  <a16:creationId xmlns:a16="http://schemas.microsoft.com/office/drawing/2014/main" id="{2D616253-5E91-2757-21DF-B771B0E211B4}"/>
                </a:ext>
              </a:extLst>
            </p:cNvPr>
            <p:cNvGrpSpPr/>
            <p:nvPr/>
          </p:nvGrpSpPr>
          <p:grpSpPr>
            <a:xfrm>
              <a:off x="0" y="0"/>
              <a:ext cx="907770" cy="914991"/>
              <a:chOff x="0" y="0"/>
              <a:chExt cx="295404" cy="297754"/>
            </a:xfrm>
          </p:grpSpPr>
          <p:sp>
            <p:nvSpPr>
              <p:cNvPr id="252" name="Freeform 245">
                <a:extLst>
                  <a:ext uri="{FF2B5EF4-FFF2-40B4-BE49-F238E27FC236}">
                    <a16:creationId xmlns:a16="http://schemas.microsoft.com/office/drawing/2014/main" id="{042EAA7D-FE9A-A1DF-6DAD-AAB7AC9DBC97}"/>
                  </a:ext>
                </a:extLst>
              </p:cNvPr>
              <p:cNvSpPr/>
              <p:nvPr/>
            </p:nvSpPr>
            <p:spPr>
              <a:xfrm>
                <a:off x="0" y="0"/>
                <a:ext cx="295404" cy="297754"/>
              </a:xfrm>
              <a:custGeom>
                <a:avLst/>
                <a:gdLst/>
                <a:ahLst/>
                <a:cxnLst/>
                <a:rect l="l" t="t" r="r" b="b"/>
                <a:pathLst>
                  <a:path w="295404" h="297754">
                    <a:moveTo>
                      <a:pt x="0" y="0"/>
                    </a:moveTo>
                    <a:lnTo>
                      <a:pt x="295404" y="0"/>
                    </a:lnTo>
                    <a:lnTo>
                      <a:pt x="295404" y="297754"/>
                    </a:lnTo>
                    <a:lnTo>
                      <a:pt x="0" y="297754"/>
                    </a:lnTo>
                    <a:close/>
                  </a:path>
                </a:pathLst>
              </a:custGeom>
              <a:solidFill>
                <a:srgbClr val="D1BDFA"/>
              </a:solidFill>
            </p:spPr>
            <p:txBody>
              <a:bodyPr/>
              <a:lstStyle/>
              <a:p>
                <a:endParaRPr lang="en-AU" sz="1600"/>
              </a:p>
            </p:txBody>
          </p:sp>
          <p:sp>
            <p:nvSpPr>
              <p:cNvPr id="253" name="TextBox 246">
                <a:extLst>
                  <a:ext uri="{FF2B5EF4-FFF2-40B4-BE49-F238E27FC236}">
                    <a16:creationId xmlns:a16="http://schemas.microsoft.com/office/drawing/2014/main" id="{E2A1E5FC-B03A-6DD3-838B-F266BEC1DCF3}"/>
                  </a:ext>
                </a:extLst>
              </p:cNvPr>
              <p:cNvSpPr txBox="1"/>
              <p:nvPr/>
            </p:nvSpPr>
            <p:spPr>
              <a:xfrm>
                <a:off x="0" y="-38100"/>
                <a:ext cx="295404" cy="335854"/>
              </a:xfrm>
              <a:prstGeom prst="rect">
                <a:avLst/>
              </a:prstGeom>
            </p:spPr>
            <p:txBody>
              <a:bodyPr lIns="41959" tIns="41959" rIns="41959" bIns="41959" rtlCol="0" anchor="ctr"/>
              <a:lstStyle/>
              <a:p>
                <a:pPr algn="ctr">
                  <a:lnSpc>
                    <a:spcPts val="1552"/>
                  </a:lnSpc>
                </a:pPr>
                <a:endParaRPr sz="1600"/>
              </a:p>
            </p:txBody>
          </p:sp>
        </p:grpSp>
        <p:sp>
          <p:nvSpPr>
            <p:cNvPr id="250" name="TextBox 247">
              <a:extLst>
                <a:ext uri="{FF2B5EF4-FFF2-40B4-BE49-F238E27FC236}">
                  <a16:creationId xmlns:a16="http://schemas.microsoft.com/office/drawing/2014/main" id="{7413CAD7-494F-AF1E-ED3D-968B153763FA}"/>
                </a:ext>
              </a:extLst>
            </p:cNvPr>
            <p:cNvSpPr txBox="1"/>
            <p:nvPr/>
          </p:nvSpPr>
          <p:spPr>
            <a:xfrm>
              <a:off x="336750"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251" name="AutoShape 248">
              <a:extLst>
                <a:ext uri="{FF2B5EF4-FFF2-40B4-BE49-F238E27FC236}">
                  <a16:creationId xmlns:a16="http://schemas.microsoft.com/office/drawing/2014/main" id="{477B362E-1FD8-A5EA-8C99-63BF08B94887}"/>
                </a:ext>
              </a:extLst>
            </p:cNvPr>
            <p:cNvSpPr/>
            <p:nvPr/>
          </p:nvSpPr>
          <p:spPr>
            <a:xfrm flipH="1">
              <a:off x="238750" y="487698"/>
              <a:ext cx="430270"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54" name="Group 249"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D01F130E-0F56-62FD-9C1C-219BD4D51BDE}"/>
              </a:ext>
            </a:extLst>
          </p:cNvPr>
          <p:cNvGrpSpPr/>
          <p:nvPr/>
        </p:nvGrpSpPr>
        <p:grpSpPr>
          <a:xfrm>
            <a:off x="9084845" y="5011629"/>
            <a:ext cx="680827" cy="667112"/>
            <a:chOff x="0" y="-34753"/>
            <a:chExt cx="907770" cy="949744"/>
          </a:xfrm>
        </p:grpSpPr>
        <p:grpSp>
          <p:nvGrpSpPr>
            <p:cNvPr id="255" name="Group 250">
              <a:extLst>
                <a:ext uri="{FF2B5EF4-FFF2-40B4-BE49-F238E27FC236}">
                  <a16:creationId xmlns:a16="http://schemas.microsoft.com/office/drawing/2014/main" id="{943725A0-0DAC-C203-FB55-A1EF6C56AAF2}"/>
                </a:ext>
              </a:extLst>
            </p:cNvPr>
            <p:cNvGrpSpPr/>
            <p:nvPr/>
          </p:nvGrpSpPr>
          <p:grpSpPr>
            <a:xfrm>
              <a:off x="0" y="0"/>
              <a:ext cx="907770" cy="914991"/>
              <a:chOff x="0" y="0"/>
              <a:chExt cx="295404" cy="297754"/>
            </a:xfrm>
          </p:grpSpPr>
          <p:sp>
            <p:nvSpPr>
              <p:cNvPr id="258" name="Freeform 251">
                <a:extLst>
                  <a:ext uri="{FF2B5EF4-FFF2-40B4-BE49-F238E27FC236}">
                    <a16:creationId xmlns:a16="http://schemas.microsoft.com/office/drawing/2014/main" id="{EC2FB230-0525-2A8C-002B-DFF13003390D}"/>
                  </a:ext>
                </a:extLst>
              </p:cNvPr>
              <p:cNvSpPr/>
              <p:nvPr/>
            </p:nvSpPr>
            <p:spPr>
              <a:xfrm>
                <a:off x="0" y="0"/>
                <a:ext cx="295404" cy="297754"/>
              </a:xfrm>
              <a:custGeom>
                <a:avLst/>
                <a:gdLst/>
                <a:ahLst/>
                <a:cxnLst/>
                <a:rect l="l" t="t" r="r" b="b"/>
                <a:pathLst>
                  <a:path w="295404" h="297754">
                    <a:moveTo>
                      <a:pt x="0" y="0"/>
                    </a:moveTo>
                    <a:lnTo>
                      <a:pt x="295404" y="0"/>
                    </a:lnTo>
                    <a:lnTo>
                      <a:pt x="295404" y="297754"/>
                    </a:lnTo>
                    <a:lnTo>
                      <a:pt x="0" y="297754"/>
                    </a:lnTo>
                    <a:close/>
                  </a:path>
                </a:pathLst>
              </a:custGeom>
              <a:solidFill>
                <a:srgbClr val="D1BDFA"/>
              </a:solidFill>
            </p:spPr>
            <p:txBody>
              <a:bodyPr/>
              <a:lstStyle/>
              <a:p>
                <a:endParaRPr lang="en-AU" sz="1600"/>
              </a:p>
            </p:txBody>
          </p:sp>
          <p:sp>
            <p:nvSpPr>
              <p:cNvPr id="259" name="TextBox 252">
                <a:extLst>
                  <a:ext uri="{FF2B5EF4-FFF2-40B4-BE49-F238E27FC236}">
                    <a16:creationId xmlns:a16="http://schemas.microsoft.com/office/drawing/2014/main" id="{99A6A1AD-CB13-67E6-6235-B5256C51D7EA}"/>
                  </a:ext>
                </a:extLst>
              </p:cNvPr>
              <p:cNvSpPr txBox="1"/>
              <p:nvPr/>
            </p:nvSpPr>
            <p:spPr>
              <a:xfrm>
                <a:off x="0" y="-38100"/>
                <a:ext cx="295404" cy="335854"/>
              </a:xfrm>
              <a:prstGeom prst="rect">
                <a:avLst/>
              </a:prstGeom>
            </p:spPr>
            <p:txBody>
              <a:bodyPr lIns="41959" tIns="41959" rIns="41959" bIns="41959" rtlCol="0" anchor="ctr"/>
              <a:lstStyle/>
              <a:p>
                <a:pPr algn="ctr">
                  <a:lnSpc>
                    <a:spcPts val="1552"/>
                  </a:lnSpc>
                </a:pPr>
                <a:endParaRPr sz="1600"/>
              </a:p>
            </p:txBody>
          </p:sp>
        </p:grpSp>
        <p:sp>
          <p:nvSpPr>
            <p:cNvPr id="256" name="TextBox 253">
              <a:extLst>
                <a:ext uri="{FF2B5EF4-FFF2-40B4-BE49-F238E27FC236}">
                  <a16:creationId xmlns:a16="http://schemas.microsoft.com/office/drawing/2014/main" id="{3647015C-4899-E392-594C-57FDAD7ACAC7}"/>
                </a:ext>
              </a:extLst>
            </p:cNvPr>
            <p:cNvSpPr txBox="1"/>
            <p:nvPr/>
          </p:nvSpPr>
          <p:spPr>
            <a:xfrm>
              <a:off x="336750"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257" name="AutoShape 254">
              <a:extLst>
                <a:ext uri="{FF2B5EF4-FFF2-40B4-BE49-F238E27FC236}">
                  <a16:creationId xmlns:a16="http://schemas.microsoft.com/office/drawing/2014/main" id="{974B7390-C856-8155-F2FD-D9571D7299CF}"/>
                </a:ext>
              </a:extLst>
            </p:cNvPr>
            <p:cNvSpPr/>
            <p:nvPr/>
          </p:nvSpPr>
          <p:spPr>
            <a:xfrm flipH="1">
              <a:off x="238750" y="481672"/>
              <a:ext cx="430270"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60" name="Group 255"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0EB3649B-8435-6405-9377-6F78B17DCA7C}"/>
              </a:ext>
            </a:extLst>
          </p:cNvPr>
          <p:cNvGrpSpPr/>
          <p:nvPr/>
        </p:nvGrpSpPr>
        <p:grpSpPr>
          <a:xfrm>
            <a:off x="10252579" y="5152128"/>
            <a:ext cx="680827" cy="667112"/>
            <a:chOff x="0" y="-34753"/>
            <a:chExt cx="907770" cy="949744"/>
          </a:xfrm>
        </p:grpSpPr>
        <p:grpSp>
          <p:nvGrpSpPr>
            <p:cNvPr id="261" name="Group 256">
              <a:extLst>
                <a:ext uri="{FF2B5EF4-FFF2-40B4-BE49-F238E27FC236}">
                  <a16:creationId xmlns:a16="http://schemas.microsoft.com/office/drawing/2014/main" id="{10F6D174-3E80-5574-ABAB-5CD64D0BFDB1}"/>
                </a:ext>
              </a:extLst>
            </p:cNvPr>
            <p:cNvGrpSpPr/>
            <p:nvPr/>
          </p:nvGrpSpPr>
          <p:grpSpPr>
            <a:xfrm>
              <a:off x="0" y="0"/>
              <a:ext cx="907770" cy="914991"/>
              <a:chOff x="0" y="0"/>
              <a:chExt cx="295404" cy="297754"/>
            </a:xfrm>
          </p:grpSpPr>
          <p:sp>
            <p:nvSpPr>
              <p:cNvPr id="264" name="Freeform 257">
                <a:extLst>
                  <a:ext uri="{FF2B5EF4-FFF2-40B4-BE49-F238E27FC236}">
                    <a16:creationId xmlns:a16="http://schemas.microsoft.com/office/drawing/2014/main" id="{8C35841B-BA00-7F34-4BFA-800C54750809}"/>
                  </a:ext>
                </a:extLst>
              </p:cNvPr>
              <p:cNvSpPr/>
              <p:nvPr/>
            </p:nvSpPr>
            <p:spPr>
              <a:xfrm>
                <a:off x="0" y="0"/>
                <a:ext cx="295404" cy="297754"/>
              </a:xfrm>
              <a:custGeom>
                <a:avLst/>
                <a:gdLst/>
                <a:ahLst/>
                <a:cxnLst/>
                <a:rect l="l" t="t" r="r" b="b"/>
                <a:pathLst>
                  <a:path w="295404" h="297754">
                    <a:moveTo>
                      <a:pt x="0" y="0"/>
                    </a:moveTo>
                    <a:lnTo>
                      <a:pt x="295404" y="0"/>
                    </a:lnTo>
                    <a:lnTo>
                      <a:pt x="295404" y="297754"/>
                    </a:lnTo>
                    <a:lnTo>
                      <a:pt x="0" y="297754"/>
                    </a:lnTo>
                    <a:close/>
                  </a:path>
                </a:pathLst>
              </a:custGeom>
              <a:solidFill>
                <a:srgbClr val="D1BDFA"/>
              </a:solidFill>
            </p:spPr>
            <p:txBody>
              <a:bodyPr/>
              <a:lstStyle/>
              <a:p>
                <a:endParaRPr lang="en-AU" sz="1600"/>
              </a:p>
            </p:txBody>
          </p:sp>
          <p:sp>
            <p:nvSpPr>
              <p:cNvPr id="265" name="TextBox 258">
                <a:extLst>
                  <a:ext uri="{FF2B5EF4-FFF2-40B4-BE49-F238E27FC236}">
                    <a16:creationId xmlns:a16="http://schemas.microsoft.com/office/drawing/2014/main" id="{75A536EA-AEE8-0260-BC66-4E25B758B7CA}"/>
                  </a:ext>
                </a:extLst>
              </p:cNvPr>
              <p:cNvSpPr txBox="1"/>
              <p:nvPr/>
            </p:nvSpPr>
            <p:spPr>
              <a:xfrm>
                <a:off x="0" y="-38100"/>
                <a:ext cx="295404" cy="335854"/>
              </a:xfrm>
              <a:prstGeom prst="rect">
                <a:avLst/>
              </a:prstGeom>
            </p:spPr>
            <p:txBody>
              <a:bodyPr lIns="41959" tIns="41959" rIns="41959" bIns="41959" rtlCol="0" anchor="ctr"/>
              <a:lstStyle/>
              <a:p>
                <a:pPr algn="ctr">
                  <a:lnSpc>
                    <a:spcPts val="1552"/>
                  </a:lnSpc>
                </a:pPr>
                <a:endParaRPr sz="1600"/>
              </a:p>
            </p:txBody>
          </p:sp>
        </p:grpSp>
        <p:sp>
          <p:nvSpPr>
            <p:cNvPr id="262" name="TextBox 259">
              <a:extLst>
                <a:ext uri="{FF2B5EF4-FFF2-40B4-BE49-F238E27FC236}">
                  <a16:creationId xmlns:a16="http://schemas.microsoft.com/office/drawing/2014/main" id="{61313ED0-EECB-F977-7667-B74CF4D5FB4F}"/>
                </a:ext>
              </a:extLst>
            </p:cNvPr>
            <p:cNvSpPr txBox="1"/>
            <p:nvPr/>
          </p:nvSpPr>
          <p:spPr>
            <a:xfrm>
              <a:off x="336750"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263" name="AutoShape 260">
              <a:extLst>
                <a:ext uri="{FF2B5EF4-FFF2-40B4-BE49-F238E27FC236}">
                  <a16:creationId xmlns:a16="http://schemas.microsoft.com/office/drawing/2014/main" id="{785F6DA5-2AEE-0C72-2388-9ECFC7BB4DAB}"/>
                </a:ext>
              </a:extLst>
            </p:cNvPr>
            <p:cNvSpPr/>
            <p:nvPr/>
          </p:nvSpPr>
          <p:spPr>
            <a:xfrm flipH="1">
              <a:off x="238750" y="481672"/>
              <a:ext cx="430270"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66" name="Group 261"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AD3DE3F8-0FE2-DD38-A361-4789727621C5}"/>
              </a:ext>
            </a:extLst>
          </p:cNvPr>
          <p:cNvGrpSpPr/>
          <p:nvPr/>
        </p:nvGrpSpPr>
        <p:grpSpPr>
          <a:xfrm>
            <a:off x="11250736" y="5235977"/>
            <a:ext cx="680827" cy="667112"/>
            <a:chOff x="0" y="-34753"/>
            <a:chExt cx="907770" cy="949744"/>
          </a:xfrm>
        </p:grpSpPr>
        <p:grpSp>
          <p:nvGrpSpPr>
            <p:cNvPr id="267" name="Group 262">
              <a:extLst>
                <a:ext uri="{FF2B5EF4-FFF2-40B4-BE49-F238E27FC236}">
                  <a16:creationId xmlns:a16="http://schemas.microsoft.com/office/drawing/2014/main" id="{D5F0ABDA-049F-2ECF-71B9-739081EBDE23}"/>
                </a:ext>
              </a:extLst>
            </p:cNvPr>
            <p:cNvGrpSpPr/>
            <p:nvPr/>
          </p:nvGrpSpPr>
          <p:grpSpPr>
            <a:xfrm>
              <a:off x="0" y="0"/>
              <a:ext cx="907770" cy="914991"/>
              <a:chOff x="0" y="0"/>
              <a:chExt cx="295404" cy="297754"/>
            </a:xfrm>
          </p:grpSpPr>
          <p:sp>
            <p:nvSpPr>
              <p:cNvPr id="270" name="Freeform 263">
                <a:extLst>
                  <a:ext uri="{FF2B5EF4-FFF2-40B4-BE49-F238E27FC236}">
                    <a16:creationId xmlns:a16="http://schemas.microsoft.com/office/drawing/2014/main" id="{AFD3D83A-B4AE-A995-59A1-9AF7C531C7A7}"/>
                  </a:ext>
                </a:extLst>
              </p:cNvPr>
              <p:cNvSpPr/>
              <p:nvPr/>
            </p:nvSpPr>
            <p:spPr>
              <a:xfrm>
                <a:off x="0" y="0"/>
                <a:ext cx="295404" cy="297754"/>
              </a:xfrm>
              <a:custGeom>
                <a:avLst/>
                <a:gdLst/>
                <a:ahLst/>
                <a:cxnLst/>
                <a:rect l="l" t="t" r="r" b="b"/>
                <a:pathLst>
                  <a:path w="295404" h="297754">
                    <a:moveTo>
                      <a:pt x="0" y="0"/>
                    </a:moveTo>
                    <a:lnTo>
                      <a:pt x="295404" y="0"/>
                    </a:lnTo>
                    <a:lnTo>
                      <a:pt x="295404" y="297754"/>
                    </a:lnTo>
                    <a:lnTo>
                      <a:pt x="0" y="297754"/>
                    </a:lnTo>
                    <a:close/>
                  </a:path>
                </a:pathLst>
              </a:custGeom>
              <a:solidFill>
                <a:srgbClr val="D1BDFA"/>
              </a:solidFill>
            </p:spPr>
            <p:txBody>
              <a:bodyPr/>
              <a:lstStyle/>
              <a:p>
                <a:endParaRPr lang="en-AU" sz="1600"/>
              </a:p>
            </p:txBody>
          </p:sp>
          <p:sp>
            <p:nvSpPr>
              <p:cNvPr id="271" name="TextBox 264">
                <a:extLst>
                  <a:ext uri="{FF2B5EF4-FFF2-40B4-BE49-F238E27FC236}">
                    <a16:creationId xmlns:a16="http://schemas.microsoft.com/office/drawing/2014/main" id="{D62F4726-9555-0796-52C2-EFE18F1B46B9}"/>
                  </a:ext>
                </a:extLst>
              </p:cNvPr>
              <p:cNvSpPr txBox="1"/>
              <p:nvPr/>
            </p:nvSpPr>
            <p:spPr>
              <a:xfrm>
                <a:off x="0" y="-38100"/>
                <a:ext cx="295404" cy="335854"/>
              </a:xfrm>
              <a:prstGeom prst="rect">
                <a:avLst/>
              </a:prstGeom>
            </p:spPr>
            <p:txBody>
              <a:bodyPr lIns="41959" tIns="41959" rIns="41959" bIns="41959" rtlCol="0" anchor="ctr"/>
              <a:lstStyle/>
              <a:p>
                <a:pPr algn="ctr">
                  <a:lnSpc>
                    <a:spcPts val="1552"/>
                  </a:lnSpc>
                </a:pPr>
                <a:endParaRPr sz="1600"/>
              </a:p>
            </p:txBody>
          </p:sp>
        </p:grpSp>
        <p:sp>
          <p:nvSpPr>
            <p:cNvPr id="268" name="TextBox 265">
              <a:extLst>
                <a:ext uri="{FF2B5EF4-FFF2-40B4-BE49-F238E27FC236}">
                  <a16:creationId xmlns:a16="http://schemas.microsoft.com/office/drawing/2014/main" id="{A3AE9DB8-7877-90EB-4205-34281485D2F4}"/>
                </a:ext>
              </a:extLst>
            </p:cNvPr>
            <p:cNvSpPr txBox="1"/>
            <p:nvPr/>
          </p:nvSpPr>
          <p:spPr>
            <a:xfrm>
              <a:off x="336750" y="-3475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269" name="AutoShape 266">
              <a:extLst>
                <a:ext uri="{FF2B5EF4-FFF2-40B4-BE49-F238E27FC236}">
                  <a16:creationId xmlns:a16="http://schemas.microsoft.com/office/drawing/2014/main" id="{E790A253-9C19-D0AE-2C1E-25F726480BBD}"/>
                </a:ext>
              </a:extLst>
            </p:cNvPr>
            <p:cNvSpPr/>
            <p:nvPr/>
          </p:nvSpPr>
          <p:spPr>
            <a:xfrm flipH="1">
              <a:off x="238750" y="475645"/>
              <a:ext cx="430270"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72" name="Group 267"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A8BDDE87-968B-2236-0277-844BADFEB4EE}"/>
              </a:ext>
            </a:extLst>
          </p:cNvPr>
          <p:cNvGrpSpPr/>
          <p:nvPr/>
        </p:nvGrpSpPr>
        <p:grpSpPr>
          <a:xfrm>
            <a:off x="6800408" y="5874681"/>
            <a:ext cx="546554" cy="676153"/>
            <a:chOff x="0" y="-47625"/>
            <a:chExt cx="728738" cy="962616"/>
          </a:xfrm>
        </p:grpSpPr>
        <p:grpSp>
          <p:nvGrpSpPr>
            <p:cNvPr id="273" name="Group 268">
              <a:extLst>
                <a:ext uri="{FF2B5EF4-FFF2-40B4-BE49-F238E27FC236}">
                  <a16:creationId xmlns:a16="http://schemas.microsoft.com/office/drawing/2014/main" id="{27EFB9A4-4D4B-B75D-A0ED-59E9377C9EB0}"/>
                </a:ext>
              </a:extLst>
            </p:cNvPr>
            <p:cNvGrpSpPr/>
            <p:nvPr/>
          </p:nvGrpSpPr>
          <p:grpSpPr>
            <a:xfrm>
              <a:off x="0" y="0"/>
              <a:ext cx="728738" cy="914991"/>
              <a:chOff x="0" y="0"/>
              <a:chExt cx="237144" cy="297754"/>
            </a:xfrm>
          </p:grpSpPr>
          <p:sp>
            <p:nvSpPr>
              <p:cNvPr id="276" name="Freeform 269">
                <a:extLst>
                  <a:ext uri="{FF2B5EF4-FFF2-40B4-BE49-F238E27FC236}">
                    <a16:creationId xmlns:a16="http://schemas.microsoft.com/office/drawing/2014/main" id="{6E9DFB93-9595-C75E-4170-2F56AEADC577}"/>
                  </a:ext>
                </a:extLst>
              </p:cNvPr>
              <p:cNvSpPr/>
              <p:nvPr/>
            </p:nvSpPr>
            <p:spPr>
              <a:xfrm>
                <a:off x="0" y="0"/>
                <a:ext cx="237144" cy="297754"/>
              </a:xfrm>
              <a:custGeom>
                <a:avLst/>
                <a:gdLst/>
                <a:ahLst/>
                <a:cxnLst/>
                <a:rect l="l" t="t" r="r" b="b"/>
                <a:pathLst>
                  <a:path w="237144" h="297754">
                    <a:moveTo>
                      <a:pt x="0" y="0"/>
                    </a:moveTo>
                    <a:lnTo>
                      <a:pt x="237144" y="0"/>
                    </a:lnTo>
                    <a:lnTo>
                      <a:pt x="237144" y="297754"/>
                    </a:lnTo>
                    <a:lnTo>
                      <a:pt x="0" y="297754"/>
                    </a:lnTo>
                    <a:close/>
                  </a:path>
                </a:pathLst>
              </a:custGeom>
              <a:solidFill>
                <a:srgbClr val="FDB851"/>
              </a:solidFill>
            </p:spPr>
            <p:txBody>
              <a:bodyPr/>
              <a:lstStyle/>
              <a:p>
                <a:endParaRPr lang="en-AU" sz="1600"/>
              </a:p>
            </p:txBody>
          </p:sp>
          <p:sp>
            <p:nvSpPr>
              <p:cNvPr id="277" name="TextBox 270">
                <a:extLst>
                  <a:ext uri="{FF2B5EF4-FFF2-40B4-BE49-F238E27FC236}">
                    <a16:creationId xmlns:a16="http://schemas.microsoft.com/office/drawing/2014/main" id="{74C04422-2B5A-803C-7705-5E2109037CEC}"/>
                  </a:ext>
                </a:extLst>
              </p:cNvPr>
              <p:cNvSpPr txBox="1"/>
              <p:nvPr/>
            </p:nvSpPr>
            <p:spPr>
              <a:xfrm>
                <a:off x="0" y="-38100"/>
                <a:ext cx="237144" cy="335854"/>
              </a:xfrm>
              <a:prstGeom prst="rect">
                <a:avLst/>
              </a:prstGeom>
            </p:spPr>
            <p:txBody>
              <a:bodyPr lIns="41959" tIns="41959" rIns="41959" bIns="41959" rtlCol="0" anchor="ctr"/>
              <a:lstStyle/>
              <a:p>
                <a:pPr algn="ctr">
                  <a:lnSpc>
                    <a:spcPts val="1552"/>
                  </a:lnSpc>
                </a:pPr>
                <a:endParaRPr sz="1600"/>
              </a:p>
            </p:txBody>
          </p:sp>
        </p:grpSp>
        <p:sp>
          <p:nvSpPr>
            <p:cNvPr id="274" name="TextBox 271">
              <a:extLst>
                <a:ext uri="{FF2B5EF4-FFF2-40B4-BE49-F238E27FC236}">
                  <a16:creationId xmlns:a16="http://schemas.microsoft.com/office/drawing/2014/main" id="{806C6111-F32E-092E-E8B8-B0D99AA0FBC8}"/>
                </a:ext>
              </a:extLst>
            </p:cNvPr>
            <p:cNvSpPr txBox="1"/>
            <p:nvPr/>
          </p:nvSpPr>
          <p:spPr>
            <a:xfrm>
              <a:off x="164092" y="-47625"/>
              <a:ext cx="400556" cy="830229"/>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275" name="AutoShape 272">
              <a:extLst>
                <a:ext uri="{FF2B5EF4-FFF2-40B4-BE49-F238E27FC236}">
                  <a16:creationId xmlns:a16="http://schemas.microsoft.com/office/drawing/2014/main" id="{AD894C09-9A37-C1D1-8E5F-DCE4DE5B43D0}"/>
                </a:ext>
              </a:extLst>
            </p:cNvPr>
            <p:cNvSpPr/>
            <p:nvPr/>
          </p:nvSpPr>
          <p:spPr>
            <a:xfrm flipH="1">
              <a:off x="81769" y="468798"/>
              <a:ext cx="56519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78" name="Group 273"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ACA15CD8-77AF-ECA4-F0F8-E955F3B7F76E}"/>
              </a:ext>
            </a:extLst>
          </p:cNvPr>
          <p:cNvGrpSpPr/>
          <p:nvPr/>
        </p:nvGrpSpPr>
        <p:grpSpPr>
          <a:xfrm>
            <a:off x="7530663" y="6013037"/>
            <a:ext cx="546554" cy="676153"/>
            <a:chOff x="0" y="-47625"/>
            <a:chExt cx="728738" cy="962616"/>
          </a:xfrm>
        </p:grpSpPr>
        <p:grpSp>
          <p:nvGrpSpPr>
            <p:cNvPr id="279" name="Group 274">
              <a:extLst>
                <a:ext uri="{FF2B5EF4-FFF2-40B4-BE49-F238E27FC236}">
                  <a16:creationId xmlns:a16="http://schemas.microsoft.com/office/drawing/2014/main" id="{91C5F230-9D5C-4CB0-0171-A9D5267BA9AD}"/>
                </a:ext>
              </a:extLst>
            </p:cNvPr>
            <p:cNvGrpSpPr/>
            <p:nvPr/>
          </p:nvGrpSpPr>
          <p:grpSpPr>
            <a:xfrm>
              <a:off x="0" y="0"/>
              <a:ext cx="728738" cy="914991"/>
              <a:chOff x="0" y="0"/>
              <a:chExt cx="237144" cy="297754"/>
            </a:xfrm>
          </p:grpSpPr>
          <p:sp>
            <p:nvSpPr>
              <p:cNvPr id="282" name="Freeform 275">
                <a:extLst>
                  <a:ext uri="{FF2B5EF4-FFF2-40B4-BE49-F238E27FC236}">
                    <a16:creationId xmlns:a16="http://schemas.microsoft.com/office/drawing/2014/main" id="{8E785EBF-90C2-333D-F596-2047FBC3A8ED}"/>
                  </a:ext>
                </a:extLst>
              </p:cNvPr>
              <p:cNvSpPr/>
              <p:nvPr/>
            </p:nvSpPr>
            <p:spPr>
              <a:xfrm>
                <a:off x="0" y="0"/>
                <a:ext cx="237144" cy="297754"/>
              </a:xfrm>
              <a:custGeom>
                <a:avLst/>
                <a:gdLst/>
                <a:ahLst/>
                <a:cxnLst/>
                <a:rect l="l" t="t" r="r" b="b"/>
                <a:pathLst>
                  <a:path w="237144" h="297754">
                    <a:moveTo>
                      <a:pt x="0" y="0"/>
                    </a:moveTo>
                    <a:lnTo>
                      <a:pt x="237144" y="0"/>
                    </a:lnTo>
                    <a:lnTo>
                      <a:pt x="237144" y="297754"/>
                    </a:lnTo>
                    <a:lnTo>
                      <a:pt x="0" y="297754"/>
                    </a:lnTo>
                    <a:close/>
                  </a:path>
                </a:pathLst>
              </a:custGeom>
              <a:solidFill>
                <a:srgbClr val="FDB851"/>
              </a:solidFill>
            </p:spPr>
            <p:txBody>
              <a:bodyPr/>
              <a:lstStyle/>
              <a:p>
                <a:endParaRPr lang="en-AU" sz="1600"/>
              </a:p>
            </p:txBody>
          </p:sp>
          <p:sp>
            <p:nvSpPr>
              <p:cNvPr id="283" name="TextBox 276">
                <a:extLst>
                  <a:ext uri="{FF2B5EF4-FFF2-40B4-BE49-F238E27FC236}">
                    <a16:creationId xmlns:a16="http://schemas.microsoft.com/office/drawing/2014/main" id="{2D5A6C18-47F3-5518-051D-12BF934DEC9D}"/>
                  </a:ext>
                </a:extLst>
              </p:cNvPr>
              <p:cNvSpPr txBox="1"/>
              <p:nvPr/>
            </p:nvSpPr>
            <p:spPr>
              <a:xfrm>
                <a:off x="0" y="-38100"/>
                <a:ext cx="237144" cy="335854"/>
              </a:xfrm>
              <a:prstGeom prst="rect">
                <a:avLst/>
              </a:prstGeom>
            </p:spPr>
            <p:txBody>
              <a:bodyPr lIns="41959" tIns="41959" rIns="41959" bIns="41959" rtlCol="0" anchor="ctr"/>
              <a:lstStyle/>
              <a:p>
                <a:pPr algn="ctr">
                  <a:lnSpc>
                    <a:spcPts val="1552"/>
                  </a:lnSpc>
                </a:pPr>
                <a:endParaRPr sz="1600"/>
              </a:p>
            </p:txBody>
          </p:sp>
        </p:grpSp>
        <p:sp>
          <p:nvSpPr>
            <p:cNvPr id="280" name="TextBox 277">
              <a:extLst>
                <a:ext uri="{FF2B5EF4-FFF2-40B4-BE49-F238E27FC236}">
                  <a16:creationId xmlns:a16="http://schemas.microsoft.com/office/drawing/2014/main" id="{CE79628D-0D7D-1177-E196-B850DB9F7F03}"/>
                </a:ext>
              </a:extLst>
            </p:cNvPr>
            <p:cNvSpPr txBox="1"/>
            <p:nvPr/>
          </p:nvSpPr>
          <p:spPr>
            <a:xfrm>
              <a:off x="164092" y="-47625"/>
              <a:ext cx="400556" cy="830229"/>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281" name="AutoShape 278">
              <a:extLst>
                <a:ext uri="{FF2B5EF4-FFF2-40B4-BE49-F238E27FC236}">
                  <a16:creationId xmlns:a16="http://schemas.microsoft.com/office/drawing/2014/main" id="{3FC909B8-F801-9E59-4E50-0C9071F939BD}"/>
                </a:ext>
              </a:extLst>
            </p:cNvPr>
            <p:cNvSpPr/>
            <p:nvPr/>
          </p:nvSpPr>
          <p:spPr>
            <a:xfrm flipH="1">
              <a:off x="81769" y="462772"/>
              <a:ext cx="56519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84" name="Group 279"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EC1D5D1F-E9AC-62EB-7B62-D5ADA6127B87}"/>
              </a:ext>
            </a:extLst>
          </p:cNvPr>
          <p:cNvGrpSpPr/>
          <p:nvPr/>
        </p:nvGrpSpPr>
        <p:grpSpPr>
          <a:xfrm>
            <a:off x="8203515" y="5850201"/>
            <a:ext cx="546554" cy="676153"/>
            <a:chOff x="0" y="-47625"/>
            <a:chExt cx="728738" cy="962616"/>
          </a:xfrm>
        </p:grpSpPr>
        <p:grpSp>
          <p:nvGrpSpPr>
            <p:cNvPr id="285" name="Group 280">
              <a:extLst>
                <a:ext uri="{FF2B5EF4-FFF2-40B4-BE49-F238E27FC236}">
                  <a16:creationId xmlns:a16="http://schemas.microsoft.com/office/drawing/2014/main" id="{87F965A8-6C4F-5A8D-69C6-B0F662EE01AF}"/>
                </a:ext>
              </a:extLst>
            </p:cNvPr>
            <p:cNvGrpSpPr/>
            <p:nvPr/>
          </p:nvGrpSpPr>
          <p:grpSpPr>
            <a:xfrm>
              <a:off x="0" y="0"/>
              <a:ext cx="728738" cy="914991"/>
              <a:chOff x="0" y="0"/>
              <a:chExt cx="237144" cy="297754"/>
            </a:xfrm>
          </p:grpSpPr>
          <p:sp>
            <p:nvSpPr>
              <p:cNvPr id="288" name="Freeform 281">
                <a:extLst>
                  <a:ext uri="{FF2B5EF4-FFF2-40B4-BE49-F238E27FC236}">
                    <a16:creationId xmlns:a16="http://schemas.microsoft.com/office/drawing/2014/main" id="{9648A393-9A9D-7838-760D-49E7B50FFF75}"/>
                  </a:ext>
                </a:extLst>
              </p:cNvPr>
              <p:cNvSpPr/>
              <p:nvPr/>
            </p:nvSpPr>
            <p:spPr>
              <a:xfrm>
                <a:off x="0" y="0"/>
                <a:ext cx="237144" cy="297754"/>
              </a:xfrm>
              <a:custGeom>
                <a:avLst/>
                <a:gdLst/>
                <a:ahLst/>
                <a:cxnLst/>
                <a:rect l="l" t="t" r="r" b="b"/>
                <a:pathLst>
                  <a:path w="237144" h="297754">
                    <a:moveTo>
                      <a:pt x="0" y="0"/>
                    </a:moveTo>
                    <a:lnTo>
                      <a:pt x="237144" y="0"/>
                    </a:lnTo>
                    <a:lnTo>
                      <a:pt x="237144" y="297754"/>
                    </a:lnTo>
                    <a:lnTo>
                      <a:pt x="0" y="297754"/>
                    </a:lnTo>
                    <a:close/>
                  </a:path>
                </a:pathLst>
              </a:custGeom>
              <a:solidFill>
                <a:srgbClr val="FDB851"/>
              </a:solidFill>
            </p:spPr>
            <p:txBody>
              <a:bodyPr/>
              <a:lstStyle/>
              <a:p>
                <a:endParaRPr lang="en-AU" sz="1600"/>
              </a:p>
            </p:txBody>
          </p:sp>
          <p:sp>
            <p:nvSpPr>
              <p:cNvPr id="289" name="TextBox 282">
                <a:extLst>
                  <a:ext uri="{FF2B5EF4-FFF2-40B4-BE49-F238E27FC236}">
                    <a16:creationId xmlns:a16="http://schemas.microsoft.com/office/drawing/2014/main" id="{1BB54CA9-9F6A-99D9-1D1D-326B8A93920B}"/>
                  </a:ext>
                </a:extLst>
              </p:cNvPr>
              <p:cNvSpPr txBox="1"/>
              <p:nvPr/>
            </p:nvSpPr>
            <p:spPr>
              <a:xfrm>
                <a:off x="0" y="-38100"/>
                <a:ext cx="237144" cy="335854"/>
              </a:xfrm>
              <a:prstGeom prst="rect">
                <a:avLst/>
              </a:prstGeom>
            </p:spPr>
            <p:txBody>
              <a:bodyPr lIns="41959" tIns="41959" rIns="41959" bIns="41959" rtlCol="0" anchor="ctr"/>
              <a:lstStyle/>
              <a:p>
                <a:pPr algn="ctr">
                  <a:lnSpc>
                    <a:spcPts val="1552"/>
                  </a:lnSpc>
                </a:pPr>
                <a:endParaRPr sz="1600"/>
              </a:p>
            </p:txBody>
          </p:sp>
        </p:grpSp>
        <p:sp>
          <p:nvSpPr>
            <p:cNvPr id="286" name="TextBox 283">
              <a:extLst>
                <a:ext uri="{FF2B5EF4-FFF2-40B4-BE49-F238E27FC236}">
                  <a16:creationId xmlns:a16="http://schemas.microsoft.com/office/drawing/2014/main" id="{16B716A4-8981-ACD1-49B7-53FD5B270C05}"/>
                </a:ext>
              </a:extLst>
            </p:cNvPr>
            <p:cNvSpPr txBox="1"/>
            <p:nvPr/>
          </p:nvSpPr>
          <p:spPr>
            <a:xfrm>
              <a:off x="164092" y="-47625"/>
              <a:ext cx="400556" cy="830229"/>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287" name="AutoShape 284">
              <a:extLst>
                <a:ext uri="{FF2B5EF4-FFF2-40B4-BE49-F238E27FC236}">
                  <a16:creationId xmlns:a16="http://schemas.microsoft.com/office/drawing/2014/main" id="{FC5C1B20-2981-92AE-D279-FF46738EE13C}"/>
                </a:ext>
              </a:extLst>
            </p:cNvPr>
            <p:cNvSpPr/>
            <p:nvPr/>
          </p:nvSpPr>
          <p:spPr>
            <a:xfrm flipH="1">
              <a:off x="81769" y="462772"/>
              <a:ext cx="56519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90" name="Group 285"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37567892-CA54-1F23-C01E-172A4F5A57D4}"/>
              </a:ext>
            </a:extLst>
          </p:cNvPr>
          <p:cNvGrpSpPr/>
          <p:nvPr/>
        </p:nvGrpSpPr>
        <p:grpSpPr>
          <a:xfrm>
            <a:off x="8973444" y="5863077"/>
            <a:ext cx="546554" cy="676153"/>
            <a:chOff x="0" y="-47625"/>
            <a:chExt cx="728738" cy="962616"/>
          </a:xfrm>
        </p:grpSpPr>
        <p:grpSp>
          <p:nvGrpSpPr>
            <p:cNvPr id="291" name="Group 286">
              <a:extLst>
                <a:ext uri="{FF2B5EF4-FFF2-40B4-BE49-F238E27FC236}">
                  <a16:creationId xmlns:a16="http://schemas.microsoft.com/office/drawing/2014/main" id="{0B30F0AE-8376-F235-8ABC-490C98784AE6}"/>
                </a:ext>
              </a:extLst>
            </p:cNvPr>
            <p:cNvGrpSpPr/>
            <p:nvPr/>
          </p:nvGrpSpPr>
          <p:grpSpPr>
            <a:xfrm>
              <a:off x="0" y="0"/>
              <a:ext cx="728738" cy="914991"/>
              <a:chOff x="0" y="0"/>
              <a:chExt cx="237144" cy="297754"/>
            </a:xfrm>
          </p:grpSpPr>
          <p:sp>
            <p:nvSpPr>
              <p:cNvPr id="294" name="Freeform 287">
                <a:extLst>
                  <a:ext uri="{FF2B5EF4-FFF2-40B4-BE49-F238E27FC236}">
                    <a16:creationId xmlns:a16="http://schemas.microsoft.com/office/drawing/2014/main" id="{FC83AFF5-40AD-B2BD-645E-E6D730CEBA55}"/>
                  </a:ext>
                </a:extLst>
              </p:cNvPr>
              <p:cNvSpPr/>
              <p:nvPr/>
            </p:nvSpPr>
            <p:spPr>
              <a:xfrm>
                <a:off x="0" y="0"/>
                <a:ext cx="237144" cy="297754"/>
              </a:xfrm>
              <a:custGeom>
                <a:avLst/>
                <a:gdLst/>
                <a:ahLst/>
                <a:cxnLst/>
                <a:rect l="l" t="t" r="r" b="b"/>
                <a:pathLst>
                  <a:path w="237144" h="297754">
                    <a:moveTo>
                      <a:pt x="0" y="0"/>
                    </a:moveTo>
                    <a:lnTo>
                      <a:pt x="237144" y="0"/>
                    </a:lnTo>
                    <a:lnTo>
                      <a:pt x="237144" y="297754"/>
                    </a:lnTo>
                    <a:lnTo>
                      <a:pt x="0" y="297754"/>
                    </a:lnTo>
                    <a:close/>
                  </a:path>
                </a:pathLst>
              </a:custGeom>
              <a:solidFill>
                <a:srgbClr val="FDB851"/>
              </a:solidFill>
            </p:spPr>
            <p:txBody>
              <a:bodyPr/>
              <a:lstStyle/>
              <a:p>
                <a:endParaRPr lang="en-AU" sz="1600"/>
              </a:p>
            </p:txBody>
          </p:sp>
          <p:sp>
            <p:nvSpPr>
              <p:cNvPr id="295" name="TextBox 288">
                <a:extLst>
                  <a:ext uri="{FF2B5EF4-FFF2-40B4-BE49-F238E27FC236}">
                    <a16:creationId xmlns:a16="http://schemas.microsoft.com/office/drawing/2014/main" id="{679085D2-BAAA-D963-CB77-1DAF0BD42A9C}"/>
                  </a:ext>
                </a:extLst>
              </p:cNvPr>
              <p:cNvSpPr txBox="1"/>
              <p:nvPr/>
            </p:nvSpPr>
            <p:spPr>
              <a:xfrm>
                <a:off x="0" y="-38100"/>
                <a:ext cx="237144" cy="335854"/>
              </a:xfrm>
              <a:prstGeom prst="rect">
                <a:avLst/>
              </a:prstGeom>
            </p:spPr>
            <p:txBody>
              <a:bodyPr lIns="41959" tIns="41959" rIns="41959" bIns="41959" rtlCol="0" anchor="ctr"/>
              <a:lstStyle/>
              <a:p>
                <a:pPr algn="ctr">
                  <a:lnSpc>
                    <a:spcPts val="1552"/>
                  </a:lnSpc>
                </a:pPr>
                <a:endParaRPr sz="1600"/>
              </a:p>
            </p:txBody>
          </p:sp>
        </p:grpSp>
        <p:sp>
          <p:nvSpPr>
            <p:cNvPr id="292" name="TextBox 289">
              <a:extLst>
                <a:ext uri="{FF2B5EF4-FFF2-40B4-BE49-F238E27FC236}">
                  <a16:creationId xmlns:a16="http://schemas.microsoft.com/office/drawing/2014/main" id="{4DA2AD54-8A0D-705A-9B18-77F9D0B235DA}"/>
                </a:ext>
              </a:extLst>
            </p:cNvPr>
            <p:cNvSpPr txBox="1"/>
            <p:nvPr/>
          </p:nvSpPr>
          <p:spPr>
            <a:xfrm>
              <a:off x="164092" y="-47625"/>
              <a:ext cx="400556" cy="830229"/>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293" name="AutoShape 290">
              <a:extLst>
                <a:ext uri="{FF2B5EF4-FFF2-40B4-BE49-F238E27FC236}">
                  <a16:creationId xmlns:a16="http://schemas.microsoft.com/office/drawing/2014/main" id="{E0E5A4ED-E09D-994F-6B25-78E89D4EEAB7}"/>
                </a:ext>
              </a:extLst>
            </p:cNvPr>
            <p:cNvSpPr/>
            <p:nvPr/>
          </p:nvSpPr>
          <p:spPr>
            <a:xfrm flipH="1">
              <a:off x="81769" y="462772"/>
              <a:ext cx="56519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296" name="Group 291"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74F0FE1F-464E-82AD-6E8A-CA70292C03D0}"/>
              </a:ext>
            </a:extLst>
          </p:cNvPr>
          <p:cNvGrpSpPr/>
          <p:nvPr/>
        </p:nvGrpSpPr>
        <p:grpSpPr>
          <a:xfrm>
            <a:off x="9814773" y="5924877"/>
            <a:ext cx="546554" cy="676153"/>
            <a:chOff x="0" y="-47625"/>
            <a:chExt cx="728738" cy="962616"/>
          </a:xfrm>
        </p:grpSpPr>
        <p:grpSp>
          <p:nvGrpSpPr>
            <p:cNvPr id="297" name="Group 292">
              <a:extLst>
                <a:ext uri="{FF2B5EF4-FFF2-40B4-BE49-F238E27FC236}">
                  <a16:creationId xmlns:a16="http://schemas.microsoft.com/office/drawing/2014/main" id="{BC71374C-BC15-7464-292D-41B22D5B90FC}"/>
                </a:ext>
              </a:extLst>
            </p:cNvPr>
            <p:cNvGrpSpPr/>
            <p:nvPr/>
          </p:nvGrpSpPr>
          <p:grpSpPr>
            <a:xfrm>
              <a:off x="0" y="0"/>
              <a:ext cx="728738" cy="914991"/>
              <a:chOff x="0" y="0"/>
              <a:chExt cx="237144" cy="297754"/>
            </a:xfrm>
          </p:grpSpPr>
          <p:sp>
            <p:nvSpPr>
              <p:cNvPr id="300" name="Freeform 293">
                <a:extLst>
                  <a:ext uri="{FF2B5EF4-FFF2-40B4-BE49-F238E27FC236}">
                    <a16:creationId xmlns:a16="http://schemas.microsoft.com/office/drawing/2014/main" id="{D02677D3-5B7A-D57F-4468-8C6032BD3D2C}"/>
                  </a:ext>
                </a:extLst>
              </p:cNvPr>
              <p:cNvSpPr/>
              <p:nvPr/>
            </p:nvSpPr>
            <p:spPr>
              <a:xfrm>
                <a:off x="0" y="0"/>
                <a:ext cx="237144" cy="297754"/>
              </a:xfrm>
              <a:custGeom>
                <a:avLst/>
                <a:gdLst/>
                <a:ahLst/>
                <a:cxnLst/>
                <a:rect l="l" t="t" r="r" b="b"/>
                <a:pathLst>
                  <a:path w="237144" h="297754">
                    <a:moveTo>
                      <a:pt x="0" y="0"/>
                    </a:moveTo>
                    <a:lnTo>
                      <a:pt x="237144" y="0"/>
                    </a:lnTo>
                    <a:lnTo>
                      <a:pt x="237144" y="297754"/>
                    </a:lnTo>
                    <a:lnTo>
                      <a:pt x="0" y="297754"/>
                    </a:lnTo>
                    <a:close/>
                  </a:path>
                </a:pathLst>
              </a:custGeom>
              <a:solidFill>
                <a:srgbClr val="FDB851"/>
              </a:solidFill>
            </p:spPr>
            <p:txBody>
              <a:bodyPr/>
              <a:lstStyle/>
              <a:p>
                <a:endParaRPr lang="en-AU" sz="1600"/>
              </a:p>
            </p:txBody>
          </p:sp>
          <p:sp>
            <p:nvSpPr>
              <p:cNvPr id="301" name="TextBox 294">
                <a:extLst>
                  <a:ext uri="{FF2B5EF4-FFF2-40B4-BE49-F238E27FC236}">
                    <a16:creationId xmlns:a16="http://schemas.microsoft.com/office/drawing/2014/main" id="{9F286201-F832-0CDC-C718-2C4AE7CD5707}"/>
                  </a:ext>
                </a:extLst>
              </p:cNvPr>
              <p:cNvSpPr txBox="1"/>
              <p:nvPr/>
            </p:nvSpPr>
            <p:spPr>
              <a:xfrm>
                <a:off x="0" y="-38100"/>
                <a:ext cx="237144" cy="335854"/>
              </a:xfrm>
              <a:prstGeom prst="rect">
                <a:avLst/>
              </a:prstGeom>
            </p:spPr>
            <p:txBody>
              <a:bodyPr lIns="41959" tIns="41959" rIns="41959" bIns="41959" rtlCol="0" anchor="ctr"/>
              <a:lstStyle/>
              <a:p>
                <a:pPr algn="ctr">
                  <a:lnSpc>
                    <a:spcPts val="1552"/>
                  </a:lnSpc>
                </a:pPr>
                <a:endParaRPr sz="1600"/>
              </a:p>
            </p:txBody>
          </p:sp>
        </p:grpSp>
        <p:sp>
          <p:nvSpPr>
            <p:cNvPr id="298" name="TextBox 295">
              <a:extLst>
                <a:ext uri="{FF2B5EF4-FFF2-40B4-BE49-F238E27FC236}">
                  <a16:creationId xmlns:a16="http://schemas.microsoft.com/office/drawing/2014/main" id="{29B0949D-D8A1-9131-9C4E-EF5A6B25771C}"/>
                </a:ext>
              </a:extLst>
            </p:cNvPr>
            <p:cNvSpPr txBox="1"/>
            <p:nvPr/>
          </p:nvSpPr>
          <p:spPr>
            <a:xfrm>
              <a:off x="164092" y="-47625"/>
              <a:ext cx="400556" cy="830229"/>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299" name="AutoShape 296">
              <a:extLst>
                <a:ext uri="{FF2B5EF4-FFF2-40B4-BE49-F238E27FC236}">
                  <a16:creationId xmlns:a16="http://schemas.microsoft.com/office/drawing/2014/main" id="{0B0B0765-2558-6D36-F8C4-A48C0BE56BD4}"/>
                </a:ext>
              </a:extLst>
            </p:cNvPr>
            <p:cNvSpPr/>
            <p:nvPr/>
          </p:nvSpPr>
          <p:spPr>
            <a:xfrm flipH="1">
              <a:off x="81769" y="468798"/>
              <a:ext cx="565199"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302" name="Group 297"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ECBE1066-4F37-CBBE-647D-84450B486324}"/>
              </a:ext>
            </a:extLst>
          </p:cNvPr>
          <p:cNvGrpSpPr/>
          <p:nvPr/>
        </p:nvGrpSpPr>
        <p:grpSpPr>
          <a:xfrm>
            <a:off x="10838935" y="5996312"/>
            <a:ext cx="546554" cy="676153"/>
            <a:chOff x="0" y="-47625"/>
            <a:chExt cx="728738" cy="962616"/>
          </a:xfrm>
        </p:grpSpPr>
        <p:grpSp>
          <p:nvGrpSpPr>
            <p:cNvPr id="303" name="Group 298">
              <a:extLst>
                <a:ext uri="{FF2B5EF4-FFF2-40B4-BE49-F238E27FC236}">
                  <a16:creationId xmlns:a16="http://schemas.microsoft.com/office/drawing/2014/main" id="{AE044040-2549-5D52-57FE-28F0DFC8FBE0}"/>
                </a:ext>
              </a:extLst>
            </p:cNvPr>
            <p:cNvGrpSpPr/>
            <p:nvPr/>
          </p:nvGrpSpPr>
          <p:grpSpPr>
            <a:xfrm>
              <a:off x="0" y="0"/>
              <a:ext cx="728738" cy="914991"/>
              <a:chOff x="0" y="0"/>
              <a:chExt cx="237144" cy="297754"/>
            </a:xfrm>
          </p:grpSpPr>
          <p:sp>
            <p:nvSpPr>
              <p:cNvPr id="306" name="Freeform 299">
                <a:extLst>
                  <a:ext uri="{FF2B5EF4-FFF2-40B4-BE49-F238E27FC236}">
                    <a16:creationId xmlns:a16="http://schemas.microsoft.com/office/drawing/2014/main" id="{565E8DD9-8AC2-8232-DF4B-9A710FDDF8E9}"/>
                  </a:ext>
                </a:extLst>
              </p:cNvPr>
              <p:cNvSpPr/>
              <p:nvPr/>
            </p:nvSpPr>
            <p:spPr>
              <a:xfrm>
                <a:off x="0" y="0"/>
                <a:ext cx="237144" cy="297754"/>
              </a:xfrm>
              <a:custGeom>
                <a:avLst/>
                <a:gdLst/>
                <a:ahLst/>
                <a:cxnLst/>
                <a:rect l="l" t="t" r="r" b="b"/>
                <a:pathLst>
                  <a:path w="237144" h="297754">
                    <a:moveTo>
                      <a:pt x="0" y="0"/>
                    </a:moveTo>
                    <a:lnTo>
                      <a:pt x="237144" y="0"/>
                    </a:lnTo>
                    <a:lnTo>
                      <a:pt x="237144" y="297754"/>
                    </a:lnTo>
                    <a:lnTo>
                      <a:pt x="0" y="297754"/>
                    </a:lnTo>
                    <a:close/>
                  </a:path>
                </a:pathLst>
              </a:custGeom>
              <a:solidFill>
                <a:srgbClr val="FDB851"/>
              </a:solidFill>
            </p:spPr>
            <p:txBody>
              <a:bodyPr/>
              <a:lstStyle/>
              <a:p>
                <a:endParaRPr lang="en-AU" sz="1600"/>
              </a:p>
            </p:txBody>
          </p:sp>
          <p:sp>
            <p:nvSpPr>
              <p:cNvPr id="307" name="TextBox 300">
                <a:extLst>
                  <a:ext uri="{FF2B5EF4-FFF2-40B4-BE49-F238E27FC236}">
                    <a16:creationId xmlns:a16="http://schemas.microsoft.com/office/drawing/2014/main" id="{1902139D-AE66-BA04-0BAA-18200FD8A081}"/>
                  </a:ext>
                </a:extLst>
              </p:cNvPr>
              <p:cNvSpPr txBox="1"/>
              <p:nvPr/>
            </p:nvSpPr>
            <p:spPr>
              <a:xfrm>
                <a:off x="0" y="-38100"/>
                <a:ext cx="237144" cy="335854"/>
              </a:xfrm>
              <a:prstGeom prst="rect">
                <a:avLst/>
              </a:prstGeom>
            </p:spPr>
            <p:txBody>
              <a:bodyPr lIns="41959" tIns="41959" rIns="41959" bIns="41959" rtlCol="0" anchor="ctr"/>
              <a:lstStyle/>
              <a:p>
                <a:pPr algn="ctr">
                  <a:lnSpc>
                    <a:spcPts val="1552"/>
                  </a:lnSpc>
                </a:pPr>
                <a:endParaRPr sz="1600"/>
              </a:p>
            </p:txBody>
          </p:sp>
        </p:grpSp>
        <p:sp>
          <p:nvSpPr>
            <p:cNvPr id="304" name="TextBox 301">
              <a:extLst>
                <a:ext uri="{FF2B5EF4-FFF2-40B4-BE49-F238E27FC236}">
                  <a16:creationId xmlns:a16="http://schemas.microsoft.com/office/drawing/2014/main" id="{97EE2061-5126-E428-9A36-7E423E7230B6}"/>
                </a:ext>
              </a:extLst>
            </p:cNvPr>
            <p:cNvSpPr txBox="1"/>
            <p:nvPr/>
          </p:nvSpPr>
          <p:spPr>
            <a:xfrm>
              <a:off x="164092" y="-47625"/>
              <a:ext cx="400556" cy="830229"/>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305" name="AutoShape 302">
              <a:extLst>
                <a:ext uri="{FF2B5EF4-FFF2-40B4-BE49-F238E27FC236}">
                  <a16:creationId xmlns:a16="http://schemas.microsoft.com/office/drawing/2014/main" id="{AD85A077-723F-998D-7FEA-C0F96B0B8210}"/>
                </a:ext>
              </a:extLst>
            </p:cNvPr>
            <p:cNvSpPr/>
            <p:nvPr/>
          </p:nvSpPr>
          <p:spPr>
            <a:xfrm flipH="1">
              <a:off x="81769" y="462772"/>
              <a:ext cx="565199" cy="0"/>
            </a:xfrm>
            <a:prstGeom prst="line">
              <a:avLst/>
            </a:prstGeom>
            <a:ln w="12700" cap="flat">
              <a:solidFill>
                <a:srgbClr val="000000"/>
              </a:solidFill>
              <a:prstDash val="solid"/>
              <a:headEnd type="none" w="sm" len="sm"/>
              <a:tailEnd type="none" w="sm" len="sm"/>
            </a:ln>
          </p:spPr>
          <p:txBody>
            <a:bodyPr/>
            <a:lstStyle/>
            <a:p>
              <a:endParaRPr lang="en-AU" sz="1600"/>
            </a:p>
          </p:txBody>
        </p:sp>
      </p:grpSp>
      <p:sp>
        <p:nvSpPr>
          <p:cNvPr id="308" name="AutoShape 303"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AEB46F44-1137-CA80-4474-C066935AF003}"/>
              </a:ext>
            </a:extLst>
          </p:cNvPr>
          <p:cNvSpPr>
            <a:spLocks noGrp="1" noRot="1" noMove="1" noResize="1" noEditPoints="1" noAdjustHandles="1" noChangeArrowheads="1" noChangeShapeType="1"/>
          </p:cNvSpPr>
          <p:nvPr/>
        </p:nvSpPr>
        <p:spPr>
          <a:xfrm flipH="1">
            <a:off x="5889546" y="924118"/>
            <a:ext cx="0" cy="5798901"/>
          </a:xfrm>
          <a:prstGeom prst="line">
            <a:avLst/>
          </a:prstGeom>
          <a:ln w="19050" cap="flat">
            <a:solidFill>
              <a:srgbClr val="000000"/>
            </a:solidFill>
            <a:prstDash val="lgDash"/>
            <a:headEnd type="none" w="sm" len="sm"/>
            <a:tailEnd type="none" w="sm" len="sm"/>
          </a:ln>
        </p:spPr>
        <p:txBody>
          <a:bodyPr/>
          <a:lstStyle/>
          <a:p>
            <a:endParaRPr lang="en-AU" sz="1600"/>
          </a:p>
        </p:txBody>
      </p:sp>
      <p:grpSp>
        <p:nvGrpSpPr>
          <p:cNvPr id="321" name="Group 316"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E48B660F-6125-BFC2-3551-4DFDF2EC3660}"/>
              </a:ext>
            </a:extLst>
          </p:cNvPr>
          <p:cNvGrpSpPr/>
          <p:nvPr/>
        </p:nvGrpSpPr>
        <p:grpSpPr>
          <a:xfrm>
            <a:off x="4591491" y="3763787"/>
            <a:ext cx="1159237" cy="700715"/>
            <a:chOff x="0" y="0"/>
            <a:chExt cx="528958" cy="324631"/>
          </a:xfrm>
        </p:grpSpPr>
        <p:sp>
          <p:nvSpPr>
            <p:cNvPr id="322" name="Freeform 317">
              <a:extLst>
                <a:ext uri="{FF2B5EF4-FFF2-40B4-BE49-F238E27FC236}">
                  <a16:creationId xmlns:a16="http://schemas.microsoft.com/office/drawing/2014/main" id="{D4B2BF65-DCE0-AD14-CB8F-21A1D470E200}"/>
                </a:ext>
              </a:extLst>
            </p:cNvPr>
            <p:cNvSpPr/>
            <p:nvPr/>
          </p:nvSpPr>
          <p:spPr>
            <a:xfrm>
              <a:off x="0" y="0"/>
              <a:ext cx="528958" cy="324631"/>
            </a:xfrm>
            <a:custGeom>
              <a:avLst/>
              <a:gdLst/>
              <a:ahLst/>
              <a:cxnLst/>
              <a:rect l="l" t="t" r="r" b="b"/>
              <a:pathLst>
                <a:path w="528958" h="324631">
                  <a:moveTo>
                    <a:pt x="0" y="0"/>
                  </a:moveTo>
                  <a:lnTo>
                    <a:pt x="528958" y="0"/>
                  </a:lnTo>
                  <a:lnTo>
                    <a:pt x="528958" y="324631"/>
                  </a:lnTo>
                  <a:lnTo>
                    <a:pt x="0" y="324631"/>
                  </a:lnTo>
                  <a:close/>
                </a:path>
              </a:pathLst>
            </a:custGeom>
            <a:solidFill>
              <a:srgbClr val="FFFFFF"/>
            </a:solidFill>
          </p:spPr>
          <p:txBody>
            <a:bodyPr/>
            <a:lstStyle/>
            <a:p>
              <a:endParaRPr lang="en-AU" sz="1600"/>
            </a:p>
          </p:txBody>
        </p:sp>
        <p:sp>
          <p:nvSpPr>
            <p:cNvPr id="323" name="TextBox 318">
              <a:extLst>
                <a:ext uri="{FF2B5EF4-FFF2-40B4-BE49-F238E27FC236}">
                  <a16:creationId xmlns:a16="http://schemas.microsoft.com/office/drawing/2014/main" id="{DFC36263-EEDE-4AB9-D740-97D29DD32029}"/>
                </a:ext>
              </a:extLst>
            </p:cNvPr>
            <p:cNvSpPr txBox="1"/>
            <p:nvPr/>
          </p:nvSpPr>
          <p:spPr>
            <a:xfrm>
              <a:off x="0" y="-38100"/>
              <a:ext cx="528958" cy="362731"/>
            </a:xfrm>
            <a:prstGeom prst="rect">
              <a:avLst/>
            </a:prstGeom>
          </p:spPr>
          <p:txBody>
            <a:bodyPr lIns="41959" tIns="41959" rIns="41959" bIns="41959" rtlCol="0" anchor="ctr"/>
            <a:lstStyle/>
            <a:p>
              <a:pPr algn="ctr">
                <a:lnSpc>
                  <a:spcPts val="1552"/>
                </a:lnSpc>
              </a:pPr>
              <a:endParaRPr sz="1600"/>
            </a:p>
          </p:txBody>
        </p:sp>
      </p:grpSp>
      <p:grpSp>
        <p:nvGrpSpPr>
          <p:cNvPr id="338" name="Group 337" descr="A fractured coloured fraction wall. Half the wall displays fractions cut up into pieces and put out in random pieces. Displayed are halves, thirds, quarters, fifths, sixths, eighths and tenths. Second part of the page has parts that can be cut out to fill in the missing fractions on the fraction wall.  &#10;The fraction wall on the left displays the following:&#10;A blue strip labelled 1.&#10;A dark blue strip labelled 1/2.&#10;Two pink strips each labelled 1/3.&#10;Two green strips each labelled 1/4.&#10;Two yellow strips each labelled 1/5.&#10;Three dark pink strips each labelled 1/6.&#10;Four purple strips each labelled 1/8.&#10;Five orange strips each labelled 1/10.&#10;The section on the right contains enough fractions to complete the missing sections, with surplus fractions left over.">
            <a:extLst>
              <a:ext uri="{FF2B5EF4-FFF2-40B4-BE49-F238E27FC236}">
                <a16:creationId xmlns:a16="http://schemas.microsoft.com/office/drawing/2014/main" id="{C5923E5E-0DDC-8D62-E822-98F3174F60A0}"/>
              </a:ext>
            </a:extLst>
          </p:cNvPr>
          <p:cNvGrpSpPr>
            <a:grpSpLocks noGrp="1" noUngrp="1" noRot="1" noMove="1" noResize="1"/>
          </p:cNvGrpSpPr>
          <p:nvPr/>
        </p:nvGrpSpPr>
        <p:grpSpPr>
          <a:xfrm>
            <a:off x="137136" y="956470"/>
            <a:ext cx="5560211" cy="5668312"/>
            <a:chOff x="137136" y="956470"/>
            <a:chExt cx="5560211" cy="5668312"/>
          </a:xfrm>
        </p:grpSpPr>
        <p:grpSp>
          <p:nvGrpSpPr>
            <p:cNvPr id="7" name="Group 2">
              <a:extLst>
                <a:ext uri="{FF2B5EF4-FFF2-40B4-BE49-F238E27FC236}">
                  <a16:creationId xmlns:a16="http://schemas.microsoft.com/office/drawing/2014/main" id="{8D7C7B81-960A-BE4B-8C17-3D7E0DB1203E}"/>
                </a:ext>
              </a:extLst>
            </p:cNvPr>
            <p:cNvGrpSpPr>
              <a:grpSpLocks noGrp="1" noUngrp="1" noRot="1" noMove="1" noResize="1"/>
            </p:cNvGrpSpPr>
            <p:nvPr/>
          </p:nvGrpSpPr>
          <p:grpSpPr>
            <a:xfrm>
              <a:off x="186043" y="956470"/>
              <a:ext cx="5497429" cy="5615620"/>
              <a:chOff x="0" y="0"/>
              <a:chExt cx="7329906" cy="7994767"/>
            </a:xfrm>
          </p:grpSpPr>
          <p:grpSp>
            <p:nvGrpSpPr>
              <p:cNvPr id="8" name="Group 3">
                <a:extLst>
                  <a:ext uri="{FF2B5EF4-FFF2-40B4-BE49-F238E27FC236}">
                    <a16:creationId xmlns:a16="http://schemas.microsoft.com/office/drawing/2014/main" id="{23A0B495-5EAE-6806-16B9-B5D11C17BE65}"/>
                  </a:ext>
                </a:extLst>
              </p:cNvPr>
              <p:cNvGrpSpPr>
                <a:grpSpLocks noGrp="1" noUngrp="1" noRot="1" noMove="1" noResize="1"/>
              </p:cNvGrpSpPr>
              <p:nvPr/>
            </p:nvGrpSpPr>
            <p:grpSpPr>
              <a:xfrm>
                <a:off x="0" y="1011563"/>
                <a:ext cx="7329906" cy="914991"/>
                <a:chOff x="0" y="0"/>
                <a:chExt cx="2385279" cy="297754"/>
              </a:xfrm>
            </p:grpSpPr>
            <p:sp>
              <p:nvSpPr>
                <p:cNvPr id="138" name="Freeform 4">
                  <a:extLst>
                    <a:ext uri="{FF2B5EF4-FFF2-40B4-BE49-F238E27FC236}">
                      <a16:creationId xmlns:a16="http://schemas.microsoft.com/office/drawing/2014/main" id="{B036F20B-D872-EE12-291B-43D5646C17EB}"/>
                    </a:ext>
                  </a:extLst>
                </p:cNvPr>
                <p:cNvSpPr>
                  <a:spLocks noGrp="1" noRot="1" noMove="1" noResize="1" noEditPoints="1" noAdjustHandles="1" noChangeArrowheads="1" noChangeShapeType="1"/>
                </p:cNvSpPr>
                <p:nvPr/>
              </p:nvSpPr>
              <p:spPr>
                <a:xfrm>
                  <a:off x="0" y="0"/>
                  <a:ext cx="2385279" cy="297754"/>
                </a:xfrm>
                <a:custGeom>
                  <a:avLst/>
                  <a:gdLst/>
                  <a:ahLst/>
                  <a:cxnLst/>
                  <a:rect l="l" t="t" r="r" b="b"/>
                  <a:pathLst>
                    <a:path w="2385279" h="297754">
                      <a:moveTo>
                        <a:pt x="0" y="0"/>
                      </a:moveTo>
                      <a:lnTo>
                        <a:pt x="2385279" y="0"/>
                      </a:lnTo>
                      <a:lnTo>
                        <a:pt x="2385279" y="297754"/>
                      </a:lnTo>
                      <a:lnTo>
                        <a:pt x="0" y="297754"/>
                      </a:lnTo>
                      <a:close/>
                    </a:path>
                  </a:pathLst>
                </a:custGeom>
                <a:solidFill>
                  <a:srgbClr val="74A5F6"/>
                </a:solidFill>
              </p:spPr>
              <p:txBody>
                <a:bodyPr/>
                <a:lstStyle/>
                <a:p>
                  <a:endParaRPr lang="en-AU" sz="1600"/>
                </a:p>
              </p:txBody>
            </p:sp>
            <p:sp>
              <p:nvSpPr>
                <p:cNvPr id="139" name="TextBox 5">
                  <a:extLst>
                    <a:ext uri="{FF2B5EF4-FFF2-40B4-BE49-F238E27FC236}">
                      <a16:creationId xmlns:a16="http://schemas.microsoft.com/office/drawing/2014/main" id="{D43140E4-9512-0079-2D14-A348E8C37804}"/>
                    </a:ext>
                  </a:extLst>
                </p:cNvPr>
                <p:cNvSpPr txBox="1">
                  <a:spLocks noGrp="1" noRot="1" noMove="1" noResize="1" noEditPoints="1" noAdjustHandles="1" noChangeArrowheads="1" noChangeShapeType="1"/>
                </p:cNvSpPr>
                <p:nvPr/>
              </p:nvSpPr>
              <p:spPr>
                <a:xfrm>
                  <a:off x="0" y="-38100"/>
                  <a:ext cx="2385279" cy="335854"/>
                </a:xfrm>
                <a:prstGeom prst="rect">
                  <a:avLst/>
                </a:prstGeom>
              </p:spPr>
              <p:txBody>
                <a:bodyPr lIns="41959" tIns="41959" rIns="41959" bIns="41959" rtlCol="0" anchor="ctr"/>
                <a:lstStyle/>
                <a:p>
                  <a:pPr algn="ctr">
                    <a:lnSpc>
                      <a:spcPts val="1552"/>
                    </a:lnSpc>
                  </a:pPr>
                  <a:endParaRPr sz="1600"/>
                </a:p>
              </p:txBody>
            </p:sp>
          </p:grpSp>
          <p:sp>
            <p:nvSpPr>
              <p:cNvPr id="9" name="AutoShape 6">
                <a:extLst>
                  <a:ext uri="{FF2B5EF4-FFF2-40B4-BE49-F238E27FC236}">
                    <a16:creationId xmlns:a16="http://schemas.microsoft.com/office/drawing/2014/main" id="{C31D0FEB-1B2D-A058-12B0-2EE55C5C556D}"/>
                  </a:ext>
                </a:extLst>
              </p:cNvPr>
              <p:cNvSpPr>
                <a:spLocks noGrp="1" noRot="1" noMove="1" noResize="1" noEditPoints="1" noAdjustHandles="1" noChangeArrowheads="1" noChangeShapeType="1"/>
              </p:cNvSpPr>
              <p:nvPr/>
            </p:nvSpPr>
            <p:spPr>
              <a:xfrm>
                <a:off x="3668605" y="1061888"/>
                <a:ext cx="0" cy="858229"/>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10" name="TextBox 7">
                <a:extLst>
                  <a:ext uri="{FF2B5EF4-FFF2-40B4-BE49-F238E27FC236}">
                    <a16:creationId xmlns:a16="http://schemas.microsoft.com/office/drawing/2014/main" id="{2D9E0A60-55D0-9B5E-227D-4B7EF3E05FB2}"/>
                  </a:ext>
                </a:extLst>
              </p:cNvPr>
              <p:cNvSpPr txBox="1">
                <a:spLocks noGrp="1" noRot="1" noMove="1" noResize="1" noEditPoints="1" noAdjustHandles="1" noChangeArrowheads="1" noChangeShapeType="1"/>
              </p:cNvSpPr>
              <p:nvPr/>
            </p:nvSpPr>
            <p:spPr>
              <a:xfrm>
                <a:off x="1710817" y="97037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2</a:t>
                </a:r>
              </a:p>
            </p:txBody>
          </p:sp>
          <p:sp>
            <p:nvSpPr>
              <p:cNvPr id="11" name="AutoShape 8">
                <a:extLst>
                  <a:ext uri="{FF2B5EF4-FFF2-40B4-BE49-F238E27FC236}">
                    <a16:creationId xmlns:a16="http://schemas.microsoft.com/office/drawing/2014/main" id="{3C4BC8DA-2BC3-56E5-6E62-4012BCF779B3}"/>
                  </a:ext>
                </a:extLst>
              </p:cNvPr>
              <p:cNvSpPr>
                <a:spLocks noGrp="1" noRot="1" noMove="1" noResize="1" noEditPoints="1" noAdjustHandles="1" noChangeArrowheads="1" noChangeShapeType="1"/>
              </p:cNvSpPr>
              <p:nvPr/>
            </p:nvSpPr>
            <p:spPr>
              <a:xfrm flipH="1">
                <a:off x="1612817" y="1480771"/>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12" name="TextBox 9">
                <a:extLst>
                  <a:ext uri="{FF2B5EF4-FFF2-40B4-BE49-F238E27FC236}">
                    <a16:creationId xmlns:a16="http://schemas.microsoft.com/office/drawing/2014/main" id="{C95EBF9D-D2C8-F38C-DD6D-553038A7669E}"/>
                  </a:ext>
                </a:extLst>
              </p:cNvPr>
              <p:cNvSpPr txBox="1">
                <a:spLocks noGrp="1" noRot="1" noMove="1" noResize="1" noEditPoints="1" noAdjustHandles="1" noChangeArrowheads="1" noChangeShapeType="1"/>
              </p:cNvSpPr>
              <p:nvPr/>
            </p:nvSpPr>
            <p:spPr>
              <a:xfrm>
                <a:off x="5388470" y="976809"/>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2</a:t>
                </a:r>
              </a:p>
            </p:txBody>
          </p:sp>
          <p:sp>
            <p:nvSpPr>
              <p:cNvPr id="13" name="AutoShape 10">
                <a:extLst>
                  <a:ext uri="{FF2B5EF4-FFF2-40B4-BE49-F238E27FC236}">
                    <a16:creationId xmlns:a16="http://schemas.microsoft.com/office/drawing/2014/main" id="{966703B0-9BD9-21A9-5422-CD65ACFADB5F}"/>
                  </a:ext>
                </a:extLst>
              </p:cNvPr>
              <p:cNvSpPr>
                <a:spLocks noGrp="1" noRot="1" noMove="1" noResize="1" noEditPoints="1" noAdjustHandles="1" noChangeArrowheads="1" noChangeShapeType="1"/>
              </p:cNvSpPr>
              <p:nvPr/>
            </p:nvSpPr>
            <p:spPr>
              <a:xfrm flipH="1">
                <a:off x="5290471" y="1457075"/>
                <a:ext cx="430269" cy="0"/>
              </a:xfrm>
              <a:prstGeom prst="line">
                <a:avLst/>
              </a:prstGeom>
              <a:ln w="25400" cap="flat">
                <a:solidFill>
                  <a:srgbClr val="000000"/>
                </a:solidFill>
                <a:prstDash val="solid"/>
                <a:headEnd type="none" w="sm" len="sm"/>
                <a:tailEnd type="none" w="sm" len="sm"/>
              </a:ln>
            </p:spPr>
            <p:txBody>
              <a:bodyPr/>
              <a:lstStyle/>
              <a:p>
                <a:endParaRPr lang="en-AU" sz="1600"/>
              </a:p>
            </p:txBody>
          </p:sp>
          <p:grpSp>
            <p:nvGrpSpPr>
              <p:cNvPr id="14" name="Group 11">
                <a:extLst>
                  <a:ext uri="{FF2B5EF4-FFF2-40B4-BE49-F238E27FC236}">
                    <a16:creationId xmlns:a16="http://schemas.microsoft.com/office/drawing/2014/main" id="{70E4109C-A809-89BB-B321-2F9F15D573C5}"/>
                  </a:ext>
                </a:extLst>
              </p:cNvPr>
              <p:cNvGrpSpPr>
                <a:grpSpLocks noGrp="1" noUngrp="1" noRot="1" noMove="1" noResize="1"/>
              </p:cNvGrpSpPr>
              <p:nvPr/>
            </p:nvGrpSpPr>
            <p:grpSpPr>
              <a:xfrm>
                <a:off x="0" y="6070378"/>
                <a:ext cx="7329906" cy="914991"/>
                <a:chOff x="0" y="0"/>
                <a:chExt cx="2385279" cy="297754"/>
              </a:xfrm>
            </p:grpSpPr>
            <p:sp>
              <p:nvSpPr>
                <p:cNvPr id="136" name="Freeform 12">
                  <a:extLst>
                    <a:ext uri="{FF2B5EF4-FFF2-40B4-BE49-F238E27FC236}">
                      <a16:creationId xmlns:a16="http://schemas.microsoft.com/office/drawing/2014/main" id="{480B859C-CFFE-C831-16C6-5674B2A148AC}"/>
                    </a:ext>
                  </a:extLst>
                </p:cNvPr>
                <p:cNvSpPr>
                  <a:spLocks noGrp="1" noRot="1" noMove="1" noResize="1" noEditPoints="1" noAdjustHandles="1" noChangeArrowheads="1" noChangeShapeType="1"/>
                </p:cNvSpPr>
                <p:nvPr/>
              </p:nvSpPr>
              <p:spPr>
                <a:xfrm>
                  <a:off x="0" y="0"/>
                  <a:ext cx="2385279" cy="297754"/>
                </a:xfrm>
                <a:custGeom>
                  <a:avLst/>
                  <a:gdLst/>
                  <a:ahLst/>
                  <a:cxnLst/>
                  <a:rect l="l" t="t" r="r" b="b"/>
                  <a:pathLst>
                    <a:path w="2385279" h="297754">
                      <a:moveTo>
                        <a:pt x="0" y="0"/>
                      </a:moveTo>
                      <a:lnTo>
                        <a:pt x="2385279" y="0"/>
                      </a:lnTo>
                      <a:lnTo>
                        <a:pt x="2385279" y="297754"/>
                      </a:lnTo>
                      <a:lnTo>
                        <a:pt x="0" y="297754"/>
                      </a:lnTo>
                      <a:close/>
                    </a:path>
                  </a:pathLst>
                </a:custGeom>
                <a:solidFill>
                  <a:srgbClr val="D1BDFA"/>
                </a:solidFill>
              </p:spPr>
              <p:txBody>
                <a:bodyPr/>
                <a:lstStyle/>
                <a:p>
                  <a:endParaRPr lang="en-AU" sz="1600"/>
                </a:p>
              </p:txBody>
            </p:sp>
            <p:sp>
              <p:nvSpPr>
                <p:cNvPr id="137" name="TextBox 13">
                  <a:extLst>
                    <a:ext uri="{FF2B5EF4-FFF2-40B4-BE49-F238E27FC236}">
                      <a16:creationId xmlns:a16="http://schemas.microsoft.com/office/drawing/2014/main" id="{4526420F-CD68-68E5-52AF-130421F54FDE}"/>
                    </a:ext>
                  </a:extLst>
                </p:cNvPr>
                <p:cNvSpPr txBox="1">
                  <a:spLocks noGrp="1" noRot="1" noMove="1" noResize="1" noEditPoints="1" noAdjustHandles="1" noChangeArrowheads="1" noChangeShapeType="1"/>
                </p:cNvSpPr>
                <p:nvPr/>
              </p:nvSpPr>
              <p:spPr>
                <a:xfrm>
                  <a:off x="0" y="-38100"/>
                  <a:ext cx="2385279" cy="335854"/>
                </a:xfrm>
                <a:prstGeom prst="rect">
                  <a:avLst/>
                </a:prstGeom>
              </p:spPr>
              <p:txBody>
                <a:bodyPr lIns="41959" tIns="41959" rIns="41959" bIns="41959" rtlCol="0" anchor="ctr"/>
                <a:lstStyle/>
                <a:p>
                  <a:pPr algn="ctr">
                    <a:lnSpc>
                      <a:spcPts val="1552"/>
                    </a:lnSpc>
                  </a:pPr>
                  <a:endParaRPr sz="1600"/>
                </a:p>
              </p:txBody>
            </p:sp>
          </p:grpSp>
          <p:sp>
            <p:nvSpPr>
              <p:cNvPr id="15" name="AutoShape 14">
                <a:extLst>
                  <a:ext uri="{FF2B5EF4-FFF2-40B4-BE49-F238E27FC236}">
                    <a16:creationId xmlns:a16="http://schemas.microsoft.com/office/drawing/2014/main" id="{00E08C9D-ECDD-3E81-81E9-E6999E57D2EC}"/>
                  </a:ext>
                </a:extLst>
              </p:cNvPr>
              <p:cNvSpPr>
                <a:spLocks noGrp="1" noRot="1" noMove="1" noResize="1" noEditPoints="1" noAdjustHandles="1" noChangeArrowheads="1" noChangeShapeType="1"/>
              </p:cNvSpPr>
              <p:nvPr/>
            </p:nvSpPr>
            <p:spPr>
              <a:xfrm>
                <a:off x="3658710" y="6108809"/>
                <a:ext cx="0" cy="858229"/>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16" name="TextBox 15">
                <a:extLst>
                  <a:ext uri="{FF2B5EF4-FFF2-40B4-BE49-F238E27FC236}">
                    <a16:creationId xmlns:a16="http://schemas.microsoft.com/office/drawing/2014/main" id="{E93F6261-C859-1AAE-0084-80BFD1212ECD}"/>
                  </a:ext>
                </a:extLst>
              </p:cNvPr>
              <p:cNvSpPr txBox="1">
                <a:spLocks noGrp="1" noRot="1" noMove="1" noResize="1" noEditPoints="1" noAdjustHandles="1" noChangeArrowheads="1" noChangeShapeType="1"/>
              </p:cNvSpPr>
              <p:nvPr/>
            </p:nvSpPr>
            <p:spPr>
              <a:xfrm>
                <a:off x="324216" y="6029190"/>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17" name="AutoShape 16">
                <a:extLst>
                  <a:ext uri="{FF2B5EF4-FFF2-40B4-BE49-F238E27FC236}">
                    <a16:creationId xmlns:a16="http://schemas.microsoft.com/office/drawing/2014/main" id="{5F76FF18-CC13-E0FB-E763-FD63A31DD54D}"/>
                  </a:ext>
                </a:extLst>
              </p:cNvPr>
              <p:cNvSpPr>
                <a:spLocks noGrp="1" noRot="1" noMove="1" noResize="1" noEditPoints="1" noAdjustHandles="1" noChangeArrowheads="1" noChangeShapeType="1"/>
              </p:cNvSpPr>
              <p:nvPr/>
            </p:nvSpPr>
            <p:spPr>
              <a:xfrm flipH="1">
                <a:off x="226217" y="6509454"/>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18" name="AutoShape 17">
                <a:extLst>
                  <a:ext uri="{FF2B5EF4-FFF2-40B4-BE49-F238E27FC236}">
                    <a16:creationId xmlns:a16="http://schemas.microsoft.com/office/drawing/2014/main" id="{E6DF6936-DC31-5BC1-DCA6-59CD36531D1A}"/>
                  </a:ext>
                </a:extLst>
              </p:cNvPr>
              <p:cNvSpPr>
                <a:spLocks noGrp="1" noRot="1" noMove="1" noResize="1" noEditPoints="1" noAdjustHandles="1" noChangeArrowheads="1" noChangeShapeType="1"/>
              </p:cNvSpPr>
              <p:nvPr/>
            </p:nvSpPr>
            <p:spPr>
              <a:xfrm>
                <a:off x="5489792" y="6108809"/>
                <a:ext cx="0" cy="858229"/>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19" name="AutoShape 18">
                <a:extLst>
                  <a:ext uri="{FF2B5EF4-FFF2-40B4-BE49-F238E27FC236}">
                    <a16:creationId xmlns:a16="http://schemas.microsoft.com/office/drawing/2014/main" id="{D45870A4-6F28-04BC-2FDE-12DF5B4C72C0}"/>
                  </a:ext>
                </a:extLst>
              </p:cNvPr>
              <p:cNvSpPr>
                <a:spLocks noGrp="1" noRot="1" noMove="1" noResize="1" noEditPoints="1" noAdjustHandles="1" noChangeArrowheads="1" noChangeShapeType="1"/>
              </p:cNvSpPr>
              <p:nvPr/>
            </p:nvSpPr>
            <p:spPr>
              <a:xfrm>
                <a:off x="1828938" y="6108809"/>
                <a:ext cx="0" cy="858229"/>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20" name="AutoShape 19">
                <a:extLst>
                  <a:ext uri="{FF2B5EF4-FFF2-40B4-BE49-F238E27FC236}">
                    <a16:creationId xmlns:a16="http://schemas.microsoft.com/office/drawing/2014/main" id="{F9CDC481-BF7E-22FE-06AA-41A25193C534}"/>
                  </a:ext>
                </a:extLst>
              </p:cNvPr>
              <p:cNvSpPr>
                <a:spLocks noGrp="1" noRot="1" noMove="1" noResize="1" noEditPoints="1" noAdjustHandles="1" noChangeArrowheads="1" noChangeShapeType="1"/>
              </p:cNvSpPr>
              <p:nvPr/>
            </p:nvSpPr>
            <p:spPr>
              <a:xfrm>
                <a:off x="4569368" y="6108809"/>
                <a:ext cx="0" cy="858229"/>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21" name="AutoShape 20">
                <a:extLst>
                  <a:ext uri="{FF2B5EF4-FFF2-40B4-BE49-F238E27FC236}">
                    <a16:creationId xmlns:a16="http://schemas.microsoft.com/office/drawing/2014/main" id="{9F34E1E2-56B4-518C-B217-A009F8C672D7}"/>
                  </a:ext>
                </a:extLst>
              </p:cNvPr>
              <p:cNvSpPr>
                <a:spLocks noGrp="1" noRot="1" noMove="1" noResize="1" noEditPoints="1" noAdjustHandles="1" noChangeArrowheads="1" noChangeShapeType="1"/>
              </p:cNvSpPr>
              <p:nvPr/>
            </p:nvSpPr>
            <p:spPr>
              <a:xfrm>
                <a:off x="6396277" y="6108809"/>
                <a:ext cx="0" cy="858229"/>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22" name="AutoShape 21">
                <a:extLst>
                  <a:ext uri="{FF2B5EF4-FFF2-40B4-BE49-F238E27FC236}">
                    <a16:creationId xmlns:a16="http://schemas.microsoft.com/office/drawing/2014/main" id="{F309267D-25C2-2C8C-DAD6-2B6A9BD0D873}"/>
                  </a:ext>
                </a:extLst>
              </p:cNvPr>
              <p:cNvSpPr>
                <a:spLocks noGrp="1" noRot="1" noMove="1" noResize="1" noEditPoints="1" noAdjustHandles="1" noChangeArrowheads="1" noChangeShapeType="1"/>
              </p:cNvSpPr>
              <p:nvPr/>
            </p:nvSpPr>
            <p:spPr>
              <a:xfrm>
                <a:off x="2739596" y="6108809"/>
                <a:ext cx="0" cy="858229"/>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23" name="AutoShape 22">
                <a:extLst>
                  <a:ext uri="{FF2B5EF4-FFF2-40B4-BE49-F238E27FC236}">
                    <a16:creationId xmlns:a16="http://schemas.microsoft.com/office/drawing/2014/main" id="{189772CC-723A-4C3D-908B-348C367BED98}"/>
                  </a:ext>
                </a:extLst>
              </p:cNvPr>
              <p:cNvSpPr>
                <a:spLocks noGrp="1" noRot="1" noMove="1" noResize="1" noEditPoints="1" noAdjustHandles="1" noChangeArrowheads="1" noChangeShapeType="1"/>
              </p:cNvSpPr>
              <p:nvPr/>
            </p:nvSpPr>
            <p:spPr>
              <a:xfrm>
                <a:off x="908515" y="6108809"/>
                <a:ext cx="0" cy="858229"/>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24" name="TextBox 23">
                <a:extLst>
                  <a:ext uri="{FF2B5EF4-FFF2-40B4-BE49-F238E27FC236}">
                    <a16:creationId xmlns:a16="http://schemas.microsoft.com/office/drawing/2014/main" id="{F0F79C58-0007-8664-143A-B62FB19099C4}"/>
                  </a:ext>
                </a:extLst>
              </p:cNvPr>
              <p:cNvSpPr txBox="1">
                <a:spLocks noGrp="1" noRot="1" noMove="1" noResize="1" noEditPoints="1" noAdjustHandles="1" noChangeArrowheads="1" noChangeShapeType="1"/>
              </p:cNvSpPr>
              <p:nvPr/>
            </p:nvSpPr>
            <p:spPr>
              <a:xfrm>
                <a:off x="1244477" y="6029190"/>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25" name="AutoShape 24">
                <a:extLst>
                  <a:ext uri="{FF2B5EF4-FFF2-40B4-BE49-F238E27FC236}">
                    <a16:creationId xmlns:a16="http://schemas.microsoft.com/office/drawing/2014/main" id="{40781423-15FA-EF2D-8A2D-85B71AE84F89}"/>
                  </a:ext>
                </a:extLst>
              </p:cNvPr>
              <p:cNvSpPr>
                <a:spLocks noGrp="1" noRot="1" noMove="1" noResize="1" noEditPoints="1" noAdjustHandles="1" noChangeArrowheads="1" noChangeShapeType="1"/>
              </p:cNvSpPr>
              <p:nvPr/>
            </p:nvSpPr>
            <p:spPr>
              <a:xfrm flipH="1">
                <a:off x="1146479" y="6509454"/>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26" name="TextBox 25">
                <a:extLst>
                  <a:ext uri="{FF2B5EF4-FFF2-40B4-BE49-F238E27FC236}">
                    <a16:creationId xmlns:a16="http://schemas.microsoft.com/office/drawing/2014/main" id="{8D3D7188-21C0-5B1F-95CA-52C051F211DB}"/>
                  </a:ext>
                </a:extLst>
              </p:cNvPr>
              <p:cNvSpPr txBox="1">
                <a:spLocks noGrp="1" noRot="1" noMove="1" noResize="1" noEditPoints="1" noAdjustHandles="1" noChangeArrowheads="1" noChangeShapeType="1"/>
              </p:cNvSpPr>
              <p:nvPr/>
            </p:nvSpPr>
            <p:spPr>
              <a:xfrm>
                <a:off x="2164740" y="6029190"/>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27" name="AutoShape 26">
                <a:extLst>
                  <a:ext uri="{FF2B5EF4-FFF2-40B4-BE49-F238E27FC236}">
                    <a16:creationId xmlns:a16="http://schemas.microsoft.com/office/drawing/2014/main" id="{49001220-CB5A-73CB-8C4F-481AE0975AFA}"/>
                  </a:ext>
                </a:extLst>
              </p:cNvPr>
              <p:cNvSpPr>
                <a:spLocks noGrp="1" noRot="1" noMove="1" noResize="1" noEditPoints="1" noAdjustHandles="1" noChangeArrowheads="1" noChangeShapeType="1"/>
              </p:cNvSpPr>
              <p:nvPr/>
            </p:nvSpPr>
            <p:spPr>
              <a:xfrm flipH="1">
                <a:off x="2066741" y="6509454"/>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28" name="TextBox 27">
                <a:extLst>
                  <a:ext uri="{FF2B5EF4-FFF2-40B4-BE49-F238E27FC236}">
                    <a16:creationId xmlns:a16="http://schemas.microsoft.com/office/drawing/2014/main" id="{88BB3656-2F9A-969A-73D7-8C2F4D3F7EE5}"/>
                  </a:ext>
                </a:extLst>
              </p:cNvPr>
              <p:cNvSpPr txBox="1">
                <a:spLocks noGrp="1" noRot="1" noMove="1" noResize="1" noEditPoints="1" noAdjustHandles="1" noChangeArrowheads="1" noChangeShapeType="1"/>
              </p:cNvSpPr>
              <p:nvPr/>
            </p:nvSpPr>
            <p:spPr>
              <a:xfrm>
                <a:off x="3085002" y="6029190"/>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29" name="AutoShape 28">
                <a:extLst>
                  <a:ext uri="{FF2B5EF4-FFF2-40B4-BE49-F238E27FC236}">
                    <a16:creationId xmlns:a16="http://schemas.microsoft.com/office/drawing/2014/main" id="{AF7BD6A9-F3A2-6E7A-5982-1440A8E435F2}"/>
                  </a:ext>
                </a:extLst>
              </p:cNvPr>
              <p:cNvSpPr>
                <a:spLocks noGrp="1" noRot="1" noMove="1" noResize="1" noEditPoints="1" noAdjustHandles="1" noChangeArrowheads="1" noChangeShapeType="1"/>
              </p:cNvSpPr>
              <p:nvPr/>
            </p:nvSpPr>
            <p:spPr>
              <a:xfrm flipH="1">
                <a:off x="2987003" y="6509454"/>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30" name="TextBox 29">
                <a:extLst>
                  <a:ext uri="{FF2B5EF4-FFF2-40B4-BE49-F238E27FC236}">
                    <a16:creationId xmlns:a16="http://schemas.microsoft.com/office/drawing/2014/main" id="{33C5BC66-261D-45B9-E3B8-421FAB910E73}"/>
                  </a:ext>
                </a:extLst>
              </p:cNvPr>
              <p:cNvSpPr txBox="1">
                <a:spLocks noGrp="1" noRot="1" noMove="1" noResize="1" noEditPoints="1" noAdjustHandles="1" noChangeArrowheads="1" noChangeShapeType="1"/>
              </p:cNvSpPr>
              <p:nvPr/>
            </p:nvSpPr>
            <p:spPr>
              <a:xfrm>
                <a:off x="4005263" y="6029190"/>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31" name="AutoShape 30">
                <a:extLst>
                  <a:ext uri="{FF2B5EF4-FFF2-40B4-BE49-F238E27FC236}">
                    <a16:creationId xmlns:a16="http://schemas.microsoft.com/office/drawing/2014/main" id="{41DEE1C6-68D9-806B-DA31-9E6B403A325E}"/>
                  </a:ext>
                </a:extLst>
              </p:cNvPr>
              <p:cNvSpPr>
                <a:spLocks noGrp="1" noRot="1" noMove="1" noResize="1" noEditPoints="1" noAdjustHandles="1" noChangeArrowheads="1" noChangeShapeType="1"/>
              </p:cNvSpPr>
              <p:nvPr/>
            </p:nvSpPr>
            <p:spPr>
              <a:xfrm flipH="1">
                <a:off x="3907264" y="6539585"/>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32" name="TextBox 31">
                <a:extLst>
                  <a:ext uri="{FF2B5EF4-FFF2-40B4-BE49-F238E27FC236}">
                    <a16:creationId xmlns:a16="http://schemas.microsoft.com/office/drawing/2014/main" id="{43EA30BF-3DFF-54F4-439F-67E8D0637F80}"/>
                  </a:ext>
                </a:extLst>
              </p:cNvPr>
              <p:cNvSpPr txBox="1">
                <a:spLocks noGrp="1" noRot="1" noMove="1" noResize="1" noEditPoints="1" noAdjustHandles="1" noChangeArrowheads="1" noChangeShapeType="1"/>
              </p:cNvSpPr>
              <p:nvPr/>
            </p:nvSpPr>
            <p:spPr>
              <a:xfrm>
                <a:off x="4925524" y="6029190"/>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33" name="AutoShape 32">
                <a:extLst>
                  <a:ext uri="{FF2B5EF4-FFF2-40B4-BE49-F238E27FC236}">
                    <a16:creationId xmlns:a16="http://schemas.microsoft.com/office/drawing/2014/main" id="{1167B8EA-86E9-4BA8-6ABE-24A2783477AC}"/>
                  </a:ext>
                </a:extLst>
              </p:cNvPr>
              <p:cNvSpPr>
                <a:spLocks noGrp="1" noRot="1" noMove="1" noResize="1" noEditPoints="1" noAdjustHandles="1" noChangeArrowheads="1" noChangeShapeType="1"/>
              </p:cNvSpPr>
              <p:nvPr/>
            </p:nvSpPr>
            <p:spPr>
              <a:xfrm flipH="1">
                <a:off x="4827526" y="6539585"/>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34" name="TextBox 33">
                <a:extLst>
                  <a:ext uri="{FF2B5EF4-FFF2-40B4-BE49-F238E27FC236}">
                    <a16:creationId xmlns:a16="http://schemas.microsoft.com/office/drawing/2014/main" id="{0C9F2129-D284-2871-BC51-8907765D9B2F}"/>
                  </a:ext>
                </a:extLst>
              </p:cNvPr>
              <p:cNvSpPr txBox="1">
                <a:spLocks noGrp="1" noRot="1" noMove="1" noResize="1" noEditPoints="1" noAdjustHandles="1" noChangeArrowheads="1" noChangeShapeType="1"/>
              </p:cNvSpPr>
              <p:nvPr/>
            </p:nvSpPr>
            <p:spPr>
              <a:xfrm>
                <a:off x="5845787" y="6029190"/>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35" name="AutoShape 34">
                <a:extLst>
                  <a:ext uri="{FF2B5EF4-FFF2-40B4-BE49-F238E27FC236}">
                    <a16:creationId xmlns:a16="http://schemas.microsoft.com/office/drawing/2014/main" id="{891CD899-9A43-7DEF-55C2-50F47F47956A}"/>
                  </a:ext>
                </a:extLst>
              </p:cNvPr>
              <p:cNvSpPr>
                <a:spLocks noGrp="1" noRot="1" noMove="1" noResize="1" noEditPoints="1" noAdjustHandles="1" noChangeArrowheads="1" noChangeShapeType="1"/>
              </p:cNvSpPr>
              <p:nvPr/>
            </p:nvSpPr>
            <p:spPr>
              <a:xfrm flipH="1">
                <a:off x="5747789" y="6539585"/>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36" name="TextBox 35">
                <a:extLst>
                  <a:ext uri="{FF2B5EF4-FFF2-40B4-BE49-F238E27FC236}">
                    <a16:creationId xmlns:a16="http://schemas.microsoft.com/office/drawing/2014/main" id="{020F35D1-7732-067F-D02D-28AADB881C5D}"/>
                  </a:ext>
                </a:extLst>
              </p:cNvPr>
              <p:cNvSpPr txBox="1">
                <a:spLocks noGrp="1" noRot="1" noMove="1" noResize="1" noEditPoints="1" noAdjustHandles="1" noChangeArrowheads="1" noChangeShapeType="1"/>
              </p:cNvSpPr>
              <p:nvPr/>
            </p:nvSpPr>
            <p:spPr>
              <a:xfrm>
                <a:off x="6766049" y="6029190"/>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8</a:t>
                </a:r>
              </a:p>
            </p:txBody>
          </p:sp>
          <p:sp>
            <p:nvSpPr>
              <p:cNvPr id="37" name="AutoShape 36">
                <a:extLst>
                  <a:ext uri="{FF2B5EF4-FFF2-40B4-BE49-F238E27FC236}">
                    <a16:creationId xmlns:a16="http://schemas.microsoft.com/office/drawing/2014/main" id="{E16E4180-E193-02DC-C409-4A32940D67B3}"/>
                  </a:ext>
                </a:extLst>
              </p:cNvPr>
              <p:cNvSpPr>
                <a:spLocks noGrp="1" noRot="1" noMove="1" noResize="1" noEditPoints="1" noAdjustHandles="1" noChangeArrowheads="1" noChangeShapeType="1"/>
              </p:cNvSpPr>
              <p:nvPr/>
            </p:nvSpPr>
            <p:spPr>
              <a:xfrm flipH="1">
                <a:off x="6668050" y="6539585"/>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nvGrpSpPr>
              <p:cNvPr id="38" name="Group 37">
                <a:extLst>
                  <a:ext uri="{FF2B5EF4-FFF2-40B4-BE49-F238E27FC236}">
                    <a16:creationId xmlns:a16="http://schemas.microsoft.com/office/drawing/2014/main" id="{8DBE89CF-D295-83EC-E5D8-DD35808C0F69}"/>
                  </a:ext>
                </a:extLst>
              </p:cNvPr>
              <p:cNvGrpSpPr>
                <a:grpSpLocks noGrp="1" noUngrp="1" noRot="1" noMove="1" noResize="1"/>
              </p:cNvGrpSpPr>
              <p:nvPr/>
            </p:nvGrpSpPr>
            <p:grpSpPr>
              <a:xfrm>
                <a:off x="0" y="3030360"/>
                <a:ext cx="7329906" cy="914991"/>
                <a:chOff x="0" y="0"/>
                <a:chExt cx="2385279" cy="297754"/>
              </a:xfrm>
            </p:grpSpPr>
            <p:sp>
              <p:nvSpPr>
                <p:cNvPr id="134" name="Freeform 38">
                  <a:extLst>
                    <a:ext uri="{FF2B5EF4-FFF2-40B4-BE49-F238E27FC236}">
                      <a16:creationId xmlns:a16="http://schemas.microsoft.com/office/drawing/2014/main" id="{576ABC24-B6BB-050C-5EE3-319A2ACEC6C8}"/>
                    </a:ext>
                  </a:extLst>
                </p:cNvPr>
                <p:cNvSpPr>
                  <a:spLocks noGrp="1" noRot="1" noMove="1" noResize="1" noEditPoints="1" noAdjustHandles="1" noChangeArrowheads="1" noChangeShapeType="1"/>
                </p:cNvSpPr>
                <p:nvPr/>
              </p:nvSpPr>
              <p:spPr>
                <a:xfrm>
                  <a:off x="0" y="0"/>
                  <a:ext cx="2385279" cy="297754"/>
                </a:xfrm>
                <a:custGeom>
                  <a:avLst/>
                  <a:gdLst/>
                  <a:ahLst/>
                  <a:cxnLst/>
                  <a:rect l="l" t="t" r="r" b="b"/>
                  <a:pathLst>
                    <a:path w="2385279" h="297754">
                      <a:moveTo>
                        <a:pt x="0" y="0"/>
                      </a:moveTo>
                      <a:lnTo>
                        <a:pt x="2385279" y="0"/>
                      </a:lnTo>
                      <a:lnTo>
                        <a:pt x="2385279" y="297754"/>
                      </a:lnTo>
                      <a:lnTo>
                        <a:pt x="0" y="297754"/>
                      </a:lnTo>
                      <a:close/>
                    </a:path>
                  </a:pathLst>
                </a:custGeom>
                <a:solidFill>
                  <a:srgbClr val="90E4BC"/>
                </a:solidFill>
              </p:spPr>
              <p:txBody>
                <a:bodyPr/>
                <a:lstStyle/>
                <a:p>
                  <a:endParaRPr lang="en-AU" sz="1600"/>
                </a:p>
              </p:txBody>
            </p:sp>
            <p:sp>
              <p:nvSpPr>
                <p:cNvPr id="135" name="TextBox 39">
                  <a:extLst>
                    <a:ext uri="{FF2B5EF4-FFF2-40B4-BE49-F238E27FC236}">
                      <a16:creationId xmlns:a16="http://schemas.microsoft.com/office/drawing/2014/main" id="{AAB4A370-D0C0-9531-DBD4-C9537040D4D1}"/>
                    </a:ext>
                  </a:extLst>
                </p:cNvPr>
                <p:cNvSpPr txBox="1">
                  <a:spLocks noGrp="1" noRot="1" noMove="1" noResize="1" noEditPoints="1" noAdjustHandles="1" noChangeArrowheads="1" noChangeShapeType="1"/>
                </p:cNvSpPr>
                <p:nvPr/>
              </p:nvSpPr>
              <p:spPr>
                <a:xfrm>
                  <a:off x="0" y="-38100"/>
                  <a:ext cx="2385279" cy="335854"/>
                </a:xfrm>
                <a:prstGeom prst="rect">
                  <a:avLst/>
                </a:prstGeom>
              </p:spPr>
              <p:txBody>
                <a:bodyPr lIns="41959" tIns="41959" rIns="41959" bIns="41959" rtlCol="0" anchor="ctr"/>
                <a:lstStyle/>
                <a:p>
                  <a:pPr algn="ctr">
                    <a:lnSpc>
                      <a:spcPts val="1552"/>
                    </a:lnSpc>
                  </a:pPr>
                  <a:endParaRPr sz="1600"/>
                </a:p>
              </p:txBody>
            </p:sp>
          </p:grpSp>
          <p:sp>
            <p:nvSpPr>
              <p:cNvPr id="39" name="AutoShape 40">
                <a:extLst>
                  <a:ext uri="{FF2B5EF4-FFF2-40B4-BE49-F238E27FC236}">
                    <a16:creationId xmlns:a16="http://schemas.microsoft.com/office/drawing/2014/main" id="{DC2FEA47-C3E6-DFC2-3EC5-075906DD0CD1}"/>
                  </a:ext>
                </a:extLst>
              </p:cNvPr>
              <p:cNvSpPr>
                <a:spLocks noGrp="1" noRot="1" noMove="1" noResize="1" noEditPoints="1" noAdjustHandles="1" noChangeArrowheads="1" noChangeShapeType="1"/>
              </p:cNvSpPr>
              <p:nvPr/>
            </p:nvSpPr>
            <p:spPr>
              <a:xfrm>
                <a:off x="3668605" y="3080685"/>
                <a:ext cx="0" cy="864665"/>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40" name="AutoShape 41">
                <a:extLst>
                  <a:ext uri="{FF2B5EF4-FFF2-40B4-BE49-F238E27FC236}">
                    <a16:creationId xmlns:a16="http://schemas.microsoft.com/office/drawing/2014/main" id="{B8CC3B05-4855-8D57-46A5-CBB163A2D6ED}"/>
                  </a:ext>
                </a:extLst>
              </p:cNvPr>
              <p:cNvSpPr>
                <a:spLocks noGrp="1" noRot="1" noMove="1" noResize="1" noEditPoints="1" noAdjustHandles="1" noChangeArrowheads="1" noChangeShapeType="1"/>
              </p:cNvSpPr>
              <p:nvPr/>
            </p:nvSpPr>
            <p:spPr>
              <a:xfrm>
                <a:off x="1833507" y="3080685"/>
                <a:ext cx="0" cy="864665"/>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41" name="AutoShape 42">
                <a:extLst>
                  <a:ext uri="{FF2B5EF4-FFF2-40B4-BE49-F238E27FC236}">
                    <a16:creationId xmlns:a16="http://schemas.microsoft.com/office/drawing/2014/main" id="{6C2E3135-23FB-F091-3754-83485E25764F}"/>
                  </a:ext>
                </a:extLst>
              </p:cNvPr>
              <p:cNvSpPr>
                <a:spLocks noGrp="1" noRot="1" noMove="1" noResize="1" noEditPoints="1" noAdjustHandles="1" noChangeArrowheads="1" noChangeShapeType="1"/>
              </p:cNvSpPr>
              <p:nvPr/>
            </p:nvSpPr>
            <p:spPr>
              <a:xfrm>
                <a:off x="5502062" y="3080685"/>
                <a:ext cx="0" cy="864665"/>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42" name="TextBox 43">
                <a:extLst>
                  <a:ext uri="{FF2B5EF4-FFF2-40B4-BE49-F238E27FC236}">
                    <a16:creationId xmlns:a16="http://schemas.microsoft.com/office/drawing/2014/main" id="{B464B926-1276-3644-ABE1-0E2219D34139}"/>
                  </a:ext>
                </a:extLst>
              </p:cNvPr>
              <p:cNvSpPr txBox="1">
                <a:spLocks noGrp="1" noRot="1" noMove="1" noResize="1" noEditPoints="1" noAdjustHandles="1" noChangeArrowheads="1" noChangeShapeType="1"/>
              </p:cNvSpPr>
              <p:nvPr/>
            </p:nvSpPr>
            <p:spPr>
              <a:xfrm>
                <a:off x="791417" y="3007429"/>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4</a:t>
                </a:r>
              </a:p>
            </p:txBody>
          </p:sp>
          <p:sp>
            <p:nvSpPr>
              <p:cNvPr id="43" name="AutoShape 44">
                <a:extLst>
                  <a:ext uri="{FF2B5EF4-FFF2-40B4-BE49-F238E27FC236}">
                    <a16:creationId xmlns:a16="http://schemas.microsoft.com/office/drawing/2014/main" id="{B88EC4A0-D193-DD42-0890-1357FAF2D1E7}"/>
                  </a:ext>
                </a:extLst>
              </p:cNvPr>
              <p:cNvSpPr>
                <a:spLocks noGrp="1" noRot="1" noMove="1" noResize="1" noEditPoints="1" noAdjustHandles="1" noChangeArrowheads="1" noChangeShapeType="1"/>
              </p:cNvSpPr>
              <p:nvPr/>
            </p:nvSpPr>
            <p:spPr>
              <a:xfrm flipH="1">
                <a:off x="693417" y="3523854"/>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44" name="TextBox 45">
                <a:extLst>
                  <a:ext uri="{FF2B5EF4-FFF2-40B4-BE49-F238E27FC236}">
                    <a16:creationId xmlns:a16="http://schemas.microsoft.com/office/drawing/2014/main" id="{50A8A8E7-DCEE-DC6E-4E90-1A1B2AC4ACD1}"/>
                  </a:ext>
                </a:extLst>
              </p:cNvPr>
              <p:cNvSpPr txBox="1">
                <a:spLocks noGrp="1" noRot="1" noMove="1" noResize="1" noEditPoints="1" noAdjustHandles="1" noChangeArrowheads="1" noChangeShapeType="1"/>
              </p:cNvSpPr>
              <p:nvPr/>
            </p:nvSpPr>
            <p:spPr>
              <a:xfrm>
                <a:off x="2624142" y="3007429"/>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4</a:t>
                </a:r>
              </a:p>
            </p:txBody>
          </p:sp>
          <p:sp>
            <p:nvSpPr>
              <p:cNvPr id="45" name="AutoShape 46">
                <a:extLst>
                  <a:ext uri="{FF2B5EF4-FFF2-40B4-BE49-F238E27FC236}">
                    <a16:creationId xmlns:a16="http://schemas.microsoft.com/office/drawing/2014/main" id="{C482D40B-601E-FD4E-03E0-5878A82E15FE}"/>
                  </a:ext>
                </a:extLst>
              </p:cNvPr>
              <p:cNvSpPr>
                <a:spLocks noGrp="1" noRot="1" noMove="1" noResize="1" noEditPoints="1" noAdjustHandles="1" noChangeArrowheads="1" noChangeShapeType="1"/>
              </p:cNvSpPr>
              <p:nvPr/>
            </p:nvSpPr>
            <p:spPr>
              <a:xfrm flipH="1">
                <a:off x="2526143" y="3487695"/>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46" name="TextBox 47">
                <a:extLst>
                  <a:ext uri="{FF2B5EF4-FFF2-40B4-BE49-F238E27FC236}">
                    <a16:creationId xmlns:a16="http://schemas.microsoft.com/office/drawing/2014/main" id="{6466A3A2-5B0D-E1D1-1378-4A7D36E349CD}"/>
                  </a:ext>
                </a:extLst>
              </p:cNvPr>
              <p:cNvSpPr txBox="1">
                <a:spLocks noGrp="1" noRot="1" noMove="1" noResize="1" noEditPoints="1" noAdjustHandles="1" noChangeArrowheads="1" noChangeShapeType="1"/>
              </p:cNvSpPr>
              <p:nvPr/>
            </p:nvSpPr>
            <p:spPr>
              <a:xfrm>
                <a:off x="4456867" y="3007429"/>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4</a:t>
                </a:r>
              </a:p>
            </p:txBody>
          </p:sp>
          <p:sp>
            <p:nvSpPr>
              <p:cNvPr id="47" name="AutoShape 48">
                <a:extLst>
                  <a:ext uri="{FF2B5EF4-FFF2-40B4-BE49-F238E27FC236}">
                    <a16:creationId xmlns:a16="http://schemas.microsoft.com/office/drawing/2014/main" id="{82321E51-ADED-216D-83BC-907046BE5B76}"/>
                  </a:ext>
                </a:extLst>
              </p:cNvPr>
              <p:cNvSpPr>
                <a:spLocks noGrp="1" noRot="1" noMove="1" noResize="1" noEditPoints="1" noAdjustHandles="1" noChangeArrowheads="1" noChangeShapeType="1"/>
              </p:cNvSpPr>
              <p:nvPr/>
            </p:nvSpPr>
            <p:spPr>
              <a:xfrm flipH="1">
                <a:off x="4358868" y="3487695"/>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48" name="TextBox 49">
                <a:extLst>
                  <a:ext uri="{FF2B5EF4-FFF2-40B4-BE49-F238E27FC236}">
                    <a16:creationId xmlns:a16="http://schemas.microsoft.com/office/drawing/2014/main" id="{42379BF6-750D-2DBD-FC11-B17034CBDD20}"/>
                  </a:ext>
                </a:extLst>
              </p:cNvPr>
              <p:cNvSpPr txBox="1">
                <a:spLocks noGrp="1" noRot="1" noMove="1" noResize="1" noEditPoints="1" noAdjustHandles="1" noChangeArrowheads="1" noChangeShapeType="1"/>
              </p:cNvSpPr>
              <p:nvPr/>
            </p:nvSpPr>
            <p:spPr>
              <a:xfrm>
                <a:off x="6289593" y="3007429"/>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4</a:t>
                </a:r>
              </a:p>
            </p:txBody>
          </p:sp>
          <p:sp>
            <p:nvSpPr>
              <p:cNvPr id="49" name="AutoShape 50">
                <a:extLst>
                  <a:ext uri="{FF2B5EF4-FFF2-40B4-BE49-F238E27FC236}">
                    <a16:creationId xmlns:a16="http://schemas.microsoft.com/office/drawing/2014/main" id="{970C0EAC-8B57-9AF9-6BDE-AF1717BB48CD}"/>
                  </a:ext>
                </a:extLst>
              </p:cNvPr>
              <p:cNvSpPr>
                <a:spLocks noGrp="1" noRot="1" noMove="1" noResize="1" noEditPoints="1" noAdjustHandles="1" noChangeArrowheads="1" noChangeShapeType="1"/>
              </p:cNvSpPr>
              <p:nvPr/>
            </p:nvSpPr>
            <p:spPr>
              <a:xfrm flipH="1">
                <a:off x="6191594" y="3523854"/>
                <a:ext cx="430269" cy="0"/>
              </a:xfrm>
              <a:prstGeom prst="line">
                <a:avLst/>
              </a:prstGeom>
              <a:ln w="12700" cap="flat">
                <a:solidFill>
                  <a:srgbClr val="000000"/>
                </a:solidFill>
                <a:prstDash val="solid"/>
                <a:headEnd type="none" w="sm" len="sm"/>
                <a:tailEnd type="none" w="sm" len="sm"/>
              </a:ln>
            </p:spPr>
            <p:txBody>
              <a:bodyPr/>
              <a:lstStyle/>
              <a:p>
                <a:endParaRPr lang="en-AU" sz="1600"/>
              </a:p>
            </p:txBody>
          </p:sp>
          <p:grpSp>
            <p:nvGrpSpPr>
              <p:cNvPr id="50" name="Group 51">
                <a:extLst>
                  <a:ext uri="{FF2B5EF4-FFF2-40B4-BE49-F238E27FC236}">
                    <a16:creationId xmlns:a16="http://schemas.microsoft.com/office/drawing/2014/main" id="{294AE209-16B4-2CCD-3641-D21F6456DBD3}"/>
                  </a:ext>
                </a:extLst>
              </p:cNvPr>
              <p:cNvGrpSpPr>
                <a:grpSpLocks noGrp="1" noUngrp="1" noRot="1" noMove="1" noResize="1"/>
              </p:cNvGrpSpPr>
              <p:nvPr/>
            </p:nvGrpSpPr>
            <p:grpSpPr>
              <a:xfrm>
                <a:off x="0" y="0"/>
                <a:ext cx="7329906" cy="914991"/>
                <a:chOff x="0" y="0"/>
                <a:chExt cx="2385279" cy="297754"/>
              </a:xfrm>
            </p:grpSpPr>
            <p:sp>
              <p:nvSpPr>
                <p:cNvPr id="132" name="Freeform 52">
                  <a:extLst>
                    <a:ext uri="{FF2B5EF4-FFF2-40B4-BE49-F238E27FC236}">
                      <a16:creationId xmlns:a16="http://schemas.microsoft.com/office/drawing/2014/main" id="{051EB10D-609E-BE71-F9E4-B65204730F26}"/>
                    </a:ext>
                  </a:extLst>
                </p:cNvPr>
                <p:cNvSpPr>
                  <a:spLocks noGrp="1" noRot="1" noMove="1" noResize="1" noEditPoints="1" noAdjustHandles="1" noChangeArrowheads="1" noChangeShapeType="1"/>
                </p:cNvSpPr>
                <p:nvPr/>
              </p:nvSpPr>
              <p:spPr>
                <a:xfrm>
                  <a:off x="0" y="0"/>
                  <a:ext cx="2385279" cy="297754"/>
                </a:xfrm>
                <a:custGeom>
                  <a:avLst/>
                  <a:gdLst/>
                  <a:ahLst/>
                  <a:cxnLst/>
                  <a:rect l="l" t="t" r="r" b="b"/>
                  <a:pathLst>
                    <a:path w="2385279" h="297754">
                      <a:moveTo>
                        <a:pt x="0" y="0"/>
                      </a:moveTo>
                      <a:lnTo>
                        <a:pt x="2385279" y="0"/>
                      </a:lnTo>
                      <a:lnTo>
                        <a:pt x="2385279" y="297754"/>
                      </a:lnTo>
                      <a:lnTo>
                        <a:pt x="0" y="297754"/>
                      </a:lnTo>
                      <a:close/>
                    </a:path>
                  </a:pathLst>
                </a:custGeom>
                <a:solidFill>
                  <a:srgbClr val="AAFAFD"/>
                </a:solidFill>
              </p:spPr>
              <p:txBody>
                <a:bodyPr/>
                <a:lstStyle/>
                <a:p>
                  <a:endParaRPr lang="en-AU" sz="1600"/>
                </a:p>
              </p:txBody>
            </p:sp>
            <p:sp>
              <p:nvSpPr>
                <p:cNvPr id="133" name="TextBox 53">
                  <a:extLst>
                    <a:ext uri="{FF2B5EF4-FFF2-40B4-BE49-F238E27FC236}">
                      <a16:creationId xmlns:a16="http://schemas.microsoft.com/office/drawing/2014/main" id="{758C5EE1-49DB-81F5-6274-BFA37647BA7D}"/>
                    </a:ext>
                  </a:extLst>
                </p:cNvPr>
                <p:cNvSpPr txBox="1">
                  <a:spLocks noGrp="1" noRot="1" noMove="1" noResize="1" noEditPoints="1" noAdjustHandles="1" noChangeArrowheads="1" noChangeShapeType="1"/>
                </p:cNvSpPr>
                <p:nvPr/>
              </p:nvSpPr>
              <p:spPr>
                <a:xfrm>
                  <a:off x="0" y="-38100"/>
                  <a:ext cx="2385279" cy="335854"/>
                </a:xfrm>
                <a:prstGeom prst="rect">
                  <a:avLst/>
                </a:prstGeom>
              </p:spPr>
              <p:txBody>
                <a:bodyPr lIns="63223" tIns="63223" rIns="63223" bIns="63223" rtlCol="0" anchor="ctr"/>
                <a:lstStyle/>
                <a:p>
                  <a:pPr algn="ctr">
                    <a:lnSpc>
                      <a:spcPts val="1552"/>
                    </a:lnSpc>
                  </a:pPr>
                  <a:endParaRPr sz="1600"/>
                </a:p>
              </p:txBody>
            </p:sp>
          </p:grpSp>
          <p:sp>
            <p:nvSpPr>
              <p:cNvPr id="51" name="TextBox 54">
                <a:extLst>
                  <a:ext uri="{FF2B5EF4-FFF2-40B4-BE49-F238E27FC236}">
                    <a16:creationId xmlns:a16="http://schemas.microsoft.com/office/drawing/2014/main" id="{B0ACC4F7-AEF6-D9EC-3CB1-E05173D0B8CC}"/>
                  </a:ext>
                </a:extLst>
              </p:cNvPr>
              <p:cNvSpPr txBox="1">
                <a:spLocks noGrp="1" noRot="1" noMove="1" noResize="1" noEditPoints="1" noAdjustHandles="1" noChangeArrowheads="1" noChangeShapeType="1"/>
              </p:cNvSpPr>
              <p:nvPr/>
            </p:nvSpPr>
            <p:spPr>
              <a:xfrm>
                <a:off x="3543227" y="145945"/>
                <a:ext cx="234271" cy="526727"/>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p:txBody>
          </p:sp>
          <p:grpSp>
            <p:nvGrpSpPr>
              <p:cNvPr id="52" name="Group 55">
                <a:extLst>
                  <a:ext uri="{FF2B5EF4-FFF2-40B4-BE49-F238E27FC236}">
                    <a16:creationId xmlns:a16="http://schemas.microsoft.com/office/drawing/2014/main" id="{2D9B7424-26D7-F3A1-9775-F66AD45CBF5D}"/>
                  </a:ext>
                </a:extLst>
              </p:cNvPr>
              <p:cNvGrpSpPr>
                <a:grpSpLocks noGrp="1" noUngrp="1" noRot="1" noMove="1" noResize="1"/>
              </p:cNvGrpSpPr>
              <p:nvPr/>
            </p:nvGrpSpPr>
            <p:grpSpPr>
              <a:xfrm>
                <a:off x="0" y="2020961"/>
                <a:ext cx="7329906" cy="914991"/>
                <a:chOff x="0" y="0"/>
                <a:chExt cx="2385279" cy="297754"/>
              </a:xfrm>
            </p:grpSpPr>
            <p:sp>
              <p:nvSpPr>
                <p:cNvPr id="130" name="Freeform 56">
                  <a:extLst>
                    <a:ext uri="{FF2B5EF4-FFF2-40B4-BE49-F238E27FC236}">
                      <a16:creationId xmlns:a16="http://schemas.microsoft.com/office/drawing/2014/main" id="{F005BE26-9E5F-3173-C251-0B0DEABAF4A6}"/>
                    </a:ext>
                  </a:extLst>
                </p:cNvPr>
                <p:cNvSpPr>
                  <a:spLocks noGrp="1" noRot="1" noMove="1" noResize="1" noEditPoints="1" noAdjustHandles="1" noChangeArrowheads="1" noChangeShapeType="1"/>
                </p:cNvSpPr>
                <p:nvPr/>
              </p:nvSpPr>
              <p:spPr>
                <a:xfrm>
                  <a:off x="0" y="0"/>
                  <a:ext cx="2385279" cy="297754"/>
                </a:xfrm>
                <a:custGeom>
                  <a:avLst/>
                  <a:gdLst/>
                  <a:ahLst/>
                  <a:cxnLst/>
                  <a:rect l="l" t="t" r="r" b="b"/>
                  <a:pathLst>
                    <a:path w="2385279" h="297754">
                      <a:moveTo>
                        <a:pt x="0" y="0"/>
                      </a:moveTo>
                      <a:lnTo>
                        <a:pt x="2385279" y="0"/>
                      </a:lnTo>
                      <a:lnTo>
                        <a:pt x="2385279" y="297754"/>
                      </a:lnTo>
                      <a:lnTo>
                        <a:pt x="0" y="297754"/>
                      </a:lnTo>
                      <a:close/>
                    </a:path>
                  </a:pathLst>
                </a:custGeom>
                <a:solidFill>
                  <a:srgbClr val="FFCFED"/>
                </a:solidFill>
              </p:spPr>
              <p:txBody>
                <a:bodyPr/>
                <a:lstStyle/>
                <a:p>
                  <a:endParaRPr lang="en-AU" sz="1600"/>
                </a:p>
              </p:txBody>
            </p:sp>
            <p:sp>
              <p:nvSpPr>
                <p:cNvPr id="131" name="TextBox 57">
                  <a:extLst>
                    <a:ext uri="{FF2B5EF4-FFF2-40B4-BE49-F238E27FC236}">
                      <a16:creationId xmlns:a16="http://schemas.microsoft.com/office/drawing/2014/main" id="{A15A1B71-358B-B69E-6C5D-F979C5209DB9}"/>
                    </a:ext>
                  </a:extLst>
                </p:cNvPr>
                <p:cNvSpPr txBox="1">
                  <a:spLocks noGrp="1" noRot="1" noMove="1" noResize="1" noEditPoints="1" noAdjustHandles="1" noChangeArrowheads="1" noChangeShapeType="1"/>
                </p:cNvSpPr>
                <p:nvPr/>
              </p:nvSpPr>
              <p:spPr>
                <a:xfrm>
                  <a:off x="0" y="-38100"/>
                  <a:ext cx="2385279" cy="335854"/>
                </a:xfrm>
                <a:prstGeom prst="rect">
                  <a:avLst/>
                </a:prstGeom>
              </p:spPr>
              <p:txBody>
                <a:bodyPr lIns="63223" tIns="63223" rIns="63223" bIns="63223" rtlCol="0" anchor="ctr"/>
                <a:lstStyle/>
                <a:p>
                  <a:pPr algn="ctr">
                    <a:lnSpc>
                      <a:spcPts val="1552"/>
                    </a:lnSpc>
                  </a:pPr>
                  <a:endParaRPr sz="1600"/>
                </a:p>
              </p:txBody>
            </p:sp>
          </p:grpSp>
          <p:grpSp>
            <p:nvGrpSpPr>
              <p:cNvPr id="53" name="Group 58">
                <a:extLst>
                  <a:ext uri="{FF2B5EF4-FFF2-40B4-BE49-F238E27FC236}">
                    <a16:creationId xmlns:a16="http://schemas.microsoft.com/office/drawing/2014/main" id="{42E285EF-3445-996B-6D7F-E306037CFA3A}"/>
                  </a:ext>
                </a:extLst>
              </p:cNvPr>
              <p:cNvGrpSpPr>
                <a:grpSpLocks noGrp="1" noUngrp="1" noRot="1" noMove="1" noResize="1"/>
              </p:cNvGrpSpPr>
              <p:nvPr/>
            </p:nvGrpSpPr>
            <p:grpSpPr>
              <a:xfrm>
                <a:off x="0" y="4051581"/>
                <a:ext cx="7329906" cy="914991"/>
                <a:chOff x="0" y="0"/>
                <a:chExt cx="2385279" cy="297754"/>
              </a:xfrm>
            </p:grpSpPr>
            <p:sp>
              <p:nvSpPr>
                <p:cNvPr id="128" name="Freeform 59">
                  <a:extLst>
                    <a:ext uri="{FF2B5EF4-FFF2-40B4-BE49-F238E27FC236}">
                      <a16:creationId xmlns:a16="http://schemas.microsoft.com/office/drawing/2014/main" id="{8A368ABB-D202-2CBF-8C64-FB4D81F298E8}"/>
                    </a:ext>
                  </a:extLst>
                </p:cNvPr>
                <p:cNvSpPr>
                  <a:spLocks noGrp="1" noRot="1" noMove="1" noResize="1" noEditPoints="1" noAdjustHandles="1" noChangeArrowheads="1" noChangeShapeType="1"/>
                </p:cNvSpPr>
                <p:nvPr/>
              </p:nvSpPr>
              <p:spPr>
                <a:xfrm>
                  <a:off x="0" y="0"/>
                  <a:ext cx="2385279" cy="297754"/>
                </a:xfrm>
                <a:custGeom>
                  <a:avLst/>
                  <a:gdLst/>
                  <a:ahLst/>
                  <a:cxnLst/>
                  <a:rect l="l" t="t" r="r" b="b"/>
                  <a:pathLst>
                    <a:path w="2385279" h="297754">
                      <a:moveTo>
                        <a:pt x="0" y="0"/>
                      </a:moveTo>
                      <a:lnTo>
                        <a:pt x="2385279" y="0"/>
                      </a:lnTo>
                      <a:lnTo>
                        <a:pt x="2385279" y="297754"/>
                      </a:lnTo>
                      <a:lnTo>
                        <a:pt x="0" y="297754"/>
                      </a:lnTo>
                      <a:close/>
                    </a:path>
                  </a:pathLst>
                </a:custGeom>
                <a:solidFill>
                  <a:srgbClr val="FFD699"/>
                </a:solidFill>
              </p:spPr>
              <p:txBody>
                <a:bodyPr/>
                <a:lstStyle/>
                <a:p>
                  <a:endParaRPr lang="en-AU" sz="1600"/>
                </a:p>
              </p:txBody>
            </p:sp>
            <p:sp>
              <p:nvSpPr>
                <p:cNvPr id="129" name="TextBox 60">
                  <a:extLst>
                    <a:ext uri="{FF2B5EF4-FFF2-40B4-BE49-F238E27FC236}">
                      <a16:creationId xmlns:a16="http://schemas.microsoft.com/office/drawing/2014/main" id="{E248F960-4D45-A2C4-87A2-E93598D6B8BD}"/>
                    </a:ext>
                  </a:extLst>
                </p:cNvPr>
                <p:cNvSpPr txBox="1">
                  <a:spLocks noGrp="1" noRot="1" noMove="1" noResize="1" noEditPoints="1" noAdjustHandles="1" noChangeArrowheads="1" noChangeShapeType="1"/>
                </p:cNvSpPr>
                <p:nvPr/>
              </p:nvSpPr>
              <p:spPr>
                <a:xfrm>
                  <a:off x="0" y="-38100"/>
                  <a:ext cx="2385279" cy="335854"/>
                </a:xfrm>
                <a:prstGeom prst="rect">
                  <a:avLst/>
                </a:prstGeom>
              </p:spPr>
              <p:txBody>
                <a:bodyPr lIns="63223" tIns="63223" rIns="63223" bIns="63223" rtlCol="0" anchor="ctr"/>
                <a:lstStyle/>
                <a:p>
                  <a:pPr algn="ctr">
                    <a:lnSpc>
                      <a:spcPts val="1552"/>
                    </a:lnSpc>
                  </a:pPr>
                  <a:endParaRPr sz="1600"/>
                </a:p>
              </p:txBody>
            </p:sp>
          </p:grpSp>
          <p:grpSp>
            <p:nvGrpSpPr>
              <p:cNvPr id="54" name="Group 61">
                <a:extLst>
                  <a:ext uri="{FF2B5EF4-FFF2-40B4-BE49-F238E27FC236}">
                    <a16:creationId xmlns:a16="http://schemas.microsoft.com/office/drawing/2014/main" id="{B087F73A-F54D-3D65-CA68-89975181AF02}"/>
                  </a:ext>
                </a:extLst>
              </p:cNvPr>
              <p:cNvGrpSpPr>
                <a:grpSpLocks noGrp="1" noUngrp="1" noRot="1" noMove="1" noResize="1"/>
              </p:cNvGrpSpPr>
              <p:nvPr/>
            </p:nvGrpSpPr>
            <p:grpSpPr>
              <a:xfrm>
                <a:off x="0" y="5060979"/>
                <a:ext cx="7329906" cy="914991"/>
                <a:chOff x="0" y="0"/>
                <a:chExt cx="2385279" cy="297754"/>
              </a:xfrm>
            </p:grpSpPr>
            <p:sp>
              <p:nvSpPr>
                <p:cNvPr id="126" name="Freeform 62">
                  <a:extLst>
                    <a:ext uri="{FF2B5EF4-FFF2-40B4-BE49-F238E27FC236}">
                      <a16:creationId xmlns:a16="http://schemas.microsoft.com/office/drawing/2014/main" id="{1C37FA33-8B8F-385F-CF47-251D56C06BD0}"/>
                    </a:ext>
                  </a:extLst>
                </p:cNvPr>
                <p:cNvSpPr>
                  <a:spLocks noGrp="1" noRot="1" noMove="1" noResize="1" noEditPoints="1" noAdjustHandles="1" noChangeArrowheads="1" noChangeShapeType="1"/>
                </p:cNvSpPr>
                <p:nvPr/>
              </p:nvSpPr>
              <p:spPr>
                <a:xfrm>
                  <a:off x="0" y="0"/>
                  <a:ext cx="2385279" cy="297754"/>
                </a:xfrm>
                <a:custGeom>
                  <a:avLst/>
                  <a:gdLst/>
                  <a:ahLst/>
                  <a:cxnLst/>
                  <a:rect l="l" t="t" r="r" b="b"/>
                  <a:pathLst>
                    <a:path w="2385279" h="297754">
                      <a:moveTo>
                        <a:pt x="0" y="0"/>
                      </a:moveTo>
                      <a:lnTo>
                        <a:pt x="2385279" y="0"/>
                      </a:lnTo>
                      <a:lnTo>
                        <a:pt x="2385279" y="297754"/>
                      </a:lnTo>
                      <a:lnTo>
                        <a:pt x="0" y="297754"/>
                      </a:lnTo>
                      <a:close/>
                    </a:path>
                  </a:pathLst>
                </a:custGeom>
                <a:solidFill>
                  <a:srgbClr val="FD87CF"/>
                </a:solidFill>
              </p:spPr>
              <p:txBody>
                <a:bodyPr/>
                <a:lstStyle/>
                <a:p>
                  <a:endParaRPr lang="en-AU" sz="1600"/>
                </a:p>
              </p:txBody>
            </p:sp>
            <p:sp>
              <p:nvSpPr>
                <p:cNvPr id="127" name="TextBox 63">
                  <a:extLst>
                    <a:ext uri="{FF2B5EF4-FFF2-40B4-BE49-F238E27FC236}">
                      <a16:creationId xmlns:a16="http://schemas.microsoft.com/office/drawing/2014/main" id="{8CDAC71C-B525-C614-C9D6-507B5D4F596D}"/>
                    </a:ext>
                  </a:extLst>
                </p:cNvPr>
                <p:cNvSpPr txBox="1">
                  <a:spLocks noGrp="1" noRot="1" noMove="1" noResize="1" noEditPoints="1" noAdjustHandles="1" noChangeArrowheads="1" noChangeShapeType="1"/>
                </p:cNvSpPr>
                <p:nvPr/>
              </p:nvSpPr>
              <p:spPr>
                <a:xfrm>
                  <a:off x="0" y="-38100"/>
                  <a:ext cx="2385279" cy="335854"/>
                </a:xfrm>
                <a:prstGeom prst="rect">
                  <a:avLst/>
                </a:prstGeom>
              </p:spPr>
              <p:txBody>
                <a:bodyPr lIns="63223" tIns="63223" rIns="63223" bIns="63223" rtlCol="0" anchor="ctr"/>
                <a:lstStyle/>
                <a:p>
                  <a:pPr algn="ctr">
                    <a:lnSpc>
                      <a:spcPts val="1552"/>
                    </a:lnSpc>
                  </a:pPr>
                  <a:endParaRPr sz="1600"/>
                </a:p>
              </p:txBody>
            </p:sp>
          </p:grpSp>
          <p:grpSp>
            <p:nvGrpSpPr>
              <p:cNvPr id="55" name="Group 64">
                <a:extLst>
                  <a:ext uri="{FF2B5EF4-FFF2-40B4-BE49-F238E27FC236}">
                    <a16:creationId xmlns:a16="http://schemas.microsoft.com/office/drawing/2014/main" id="{548235A7-7965-54D9-C451-3B633B50609E}"/>
                  </a:ext>
                </a:extLst>
              </p:cNvPr>
              <p:cNvGrpSpPr>
                <a:grpSpLocks noGrp="1" noUngrp="1" noRot="1" noMove="1" noResize="1"/>
              </p:cNvGrpSpPr>
              <p:nvPr/>
            </p:nvGrpSpPr>
            <p:grpSpPr>
              <a:xfrm>
                <a:off x="0" y="7079776"/>
                <a:ext cx="7329906" cy="914991"/>
                <a:chOff x="0" y="0"/>
                <a:chExt cx="2385279" cy="297754"/>
              </a:xfrm>
            </p:grpSpPr>
            <p:sp>
              <p:nvSpPr>
                <p:cNvPr id="124" name="Freeform 65">
                  <a:extLst>
                    <a:ext uri="{FF2B5EF4-FFF2-40B4-BE49-F238E27FC236}">
                      <a16:creationId xmlns:a16="http://schemas.microsoft.com/office/drawing/2014/main" id="{2A153E3B-A907-BF41-FF93-7F2175602791}"/>
                    </a:ext>
                  </a:extLst>
                </p:cNvPr>
                <p:cNvSpPr>
                  <a:spLocks noGrp="1" noRot="1" noMove="1" noResize="1" noEditPoints="1" noAdjustHandles="1" noChangeArrowheads="1" noChangeShapeType="1"/>
                </p:cNvSpPr>
                <p:nvPr/>
              </p:nvSpPr>
              <p:spPr>
                <a:xfrm>
                  <a:off x="0" y="0"/>
                  <a:ext cx="2385279" cy="297754"/>
                </a:xfrm>
                <a:custGeom>
                  <a:avLst/>
                  <a:gdLst/>
                  <a:ahLst/>
                  <a:cxnLst/>
                  <a:rect l="l" t="t" r="r" b="b"/>
                  <a:pathLst>
                    <a:path w="2385279" h="297754">
                      <a:moveTo>
                        <a:pt x="0" y="0"/>
                      </a:moveTo>
                      <a:lnTo>
                        <a:pt x="2385279" y="0"/>
                      </a:lnTo>
                      <a:lnTo>
                        <a:pt x="2385279" y="297754"/>
                      </a:lnTo>
                      <a:lnTo>
                        <a:pt x="0" y="297754"/>
                      </a:lnTo>
                      <a:close/>
                    </a:path>
                  </a:pathLst>
                </a:custGeom>
                <a:solidFill>
                  <a:srgbClr val="FDB851"/>
                </a:solidFill>
              </p:spPr>
              <p:txBody>
                <a:bodyPr/>
                <a:lstStyle/>
                <a:p>
                  <a:endParaRPr lang="en-AU" sz="1600"/>
                </a:p>
              </p:txBody>
            </p:sp>
            <p:sp>
              <p:nvSpPr>
                <p:cNvPr id="125" name="TextBox 66">
                  <a:extLst>
                    <a:ext uri="{FF2B5EF4-FFF2-40B4-BE49-F238E27FC236}">
                      <a16:creationId xmlns:a16="http://schemas.microsoft.com/office/drawing/2014/main" id="{2647A369-0E04-9211-F9B7-7E6F4811D076}"/>
                    </a:ext>
                  </a:extLst>
                </p:cNvPr>
                <p:cNvSpPr txBox="1">
                  <a:spLocks noGrp="1" noRot="1" noMove="1" noResize="1" noEditPoints="1" noAdjustHandles="1" noChangeArrowheads="1" noChangeShapeType="1"/>
                </p:cNvSpPr>
                <p:nvPr/>
              </p:nvSpPr>
              <p:spPr>
                <a:xfrm>
                  <a:off x="0" y="-38100"/>
                  <a:ext cx="2385279" cy="335854"/>
                </a:xfrm>
                <a:prstGeom prst="rect">
                  <a:avLst/>
                </a:prstGeom>
              </p:spPr>
              <p:txBody>
                <a:bodyPr lIns="63223" tIns="63223" rIns="63223" bIns="63223" rtlCol="0" anchor="ctr"/>
                <a:lstStyle/>
                <a:p>
                  <a:pPr algn="ctr">
                    <a:lnSpc>
                      <a:spcPts val="1552"/>
                    </a:lnSpc>
                  </a:pPr>
                  <a:endParaRPr sz="1600"/>
                </a:p>
              </p:txBody>
            </p:sp>
          </p:grpSp>
          <p:sp>
            <p:nvSpPr>
              <p:cNvPr id="56" name="AutoShape 67">
                <a:extLst>
                  <a:ext uri="{FF2B5EF4-FFF2-40B4-BE49-F238E27FC236}">
                    <a16:creationId xmlns:a16="http://schemas.microsoft.com/office/drawing/2014/main" id="{F49939E4-BF65-3AB6-CD76-6372BBABA4BF}"/>
                  </a:ext>
                </a:extLst>
              </p:cNvPr>
              <p:cNvSpPr>
                <a:spLocks noGrp="1" noRot="1" noMove="1" noResize="1" noEditPoints="1" noAdjustHandles="1" noChangeArrowheads="1" noChangeShapeType="1"/>
              </p:cNvSpPr>
              <p:nvPr/>
            </p:nvSpPr>
            <p:spPr>
              <a:xfrm>
                <a:off x="4879839" y="2074153"/>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57" name="AutoShape 68">
                <a:extLst>
                  <a:ext uri="{FF2B5EF4-FFF2-40B4-BE49-F238E27FC236}">
                    <a16:creationId xmlns:a16="http://schemas.microsoft.com/office/drawing/2014/main" id="{4E77F8B8-C6E2-4294-8720-5E5773615403}"/>
                  </a:ext>
                </a:extLst>
              </p:cNvPr>
              <p:cNvSpPr>
                <a:spLocks noGrp="1" noRot="1" noMove="1" noResize="1" noEditPoints="1" noAdjustHandles="1" noChangeArrowheads="1" noChangeShapeType="1"/>
              </p:cNvSpPr>
              <p:nvPr/>
            </p:nvSpPr>
            <p:spPr>
              <a:xfrm>
                <a:off x="2445164" y="2074153"/>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58" name="TextBox 69">
                <a:extLst>
                  <a:ext uri="{FF2B5EF4-FFF2-40B4-BE49-F238E27FC236}">
                    <a16:creationId xmlns:a16="http://schemas.microsoft.com/office/drawing/2014/main" id="{050AEBB1-CE7A-0B5B-D1C8-938E890086A1}"/>
                  </a:ext>
                </a:extLst>
              </p:cNvPr>
              <p:cNvSpPr txBox="1">
                <a:spLocks noGrp="1" noRot="1" noMove="1" noResize="1" noEditPoints="1" noAdjustHandles="1" noChangeArrowheads="1" noChangeShapeType="1"/>
              </p:cNvSpPr>
              <p:nvPr/>
            </p:nvSpPr>
            <p:spPr>
              <a:xfrm>
                <a:off x="1110692" y="2031501"/>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3</a:t>
                </a:r>
              </a:p>
            </p:txBody>
          </p:sp>
          <p:sp>
            <p:nvSpPr>
              <p:cNvPr id="59" name="AutoShape 70">
                <a:extLst>
                  <a:ext uri="{FF2B5EF4-FFF2-40B4-BE49-F238E27FC236}">
                    <a16:creationId xmlns:a16="http://schemas.microsoft.com/office/drawing/2014/main" id="{AC50F002-F65A-BAE3-862F-35CF85C3B007}"/>
                  </a:ext>
                </a:extLst>
              </p:cNvPr>
              <p:cNvSpPr>
                <a:spLocks noGrp="1" noRot="1" noMove="1" noResize="1" noEditPoints="1" noAdjustHandles="1" noChangeArrowheads="1" noChangeShapeType="1"/>
              </p:cNvSpPr>
              <p:nvPr/>
            </p:nvSpPr>
            <p:spPr>
              <a:xfrm flipH="1">
                <a:off x="1012693" y="2511767"/>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60" name="TextBox 71">
                <a:extLst>
                  <a:ext uri="{FF2B5EF4-FFF2-40B4-BE49-F238E27FC236}">
                    <a16:creationId xmlns:a16="http://schemas.microsoft.com/office/drawing/2014/main" id="{DFE7594A-CBF6-9E94-40BC-5C0B5D72F402}"/>
                  </a:ext>
                </a:extLst>
              </p:cNvPr>
              <p:cNvSpPr txBox="1">
                <a:spLocks noGrp="1" noRot="1" noMove="1" noResize="1" noEditPoints="1" noAdjustHandles="1" noChangeArrowheads="1" noChangeShapeType="1"/>
              </p:cNvSpPr>
              <p:nvPr/>
            </p:nvSpPr>
            <p:spPr>
              <a:xfrm>
                <a:off x="3543227" y="2013243"/>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3</a:t>
                </a:r>
              </a:p>
            </p:txBody>
          </p:sp>
          <p:sp>
            <p:nvSpPr>
              <p:cNvPr id="61" name="AutoShape 72">
                <a:extLst>
                  <a:ext uri="{FF2B5EF4-FFF2-40B4-BE49-F238E27FC236}">
                    <a16:creationId xmlns:a16="http://schemas.microsoft.com/office/drawing/2014/main" id="{3C793FE3-5FD3-B610-F611-81B5171EB6B9}"/>
                  </a:ext>
                </a:extLst>
              </p:cNvPr>
              <p:cNvSpPr>
                <a:spLocks noGrp="1" noRot="1" noMove="1" noResize="1" noEditPoints="1" noAdjustHandles="1" noChangeArrowheads="1" noChangeShapeType="1"/>
              </p:cNvSpPr>
              <p:nvPr/>
            </p:nvSpPr>
            <p:spPr>
              <a:xfrm flipH="1">
                <a:off x="3445228" y="2523640"/>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62" name="TextBox 73">
                <a:extLst>
                  <a:ext uri="{FF2B5EF4-FFF2-40B4-BE49-F238E27FC236}">
                    <a16:creationId xmlns:a16="http://schemas.microsoft.com/office/drawing/2014/main" id="{D9F8D6E9-8692-CBDE-BD2C-300AA8B52B9A}"/>
                  </a:ext>
                </a:extLst>
              </p:cNvPr>
              <p:cNvSpPr txBox="1">
                <a:spLocks noGrp="1" noRot="1" noMove="1" noResize="1" noEditPoints="1" noAdjustHandles="1" noChangeArrowheads="1" noChangeShapeType="1"/>
              </p:cNvSpPr>
              <p:nvPr/>
            </p:nvSpPr>
            <p:spPr>
              <a:xfrm>
                <a:off x="5980041" y="2031501"/>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3</a:t>
                </a:r>
              </a:p>
            </p:txBody>
          </p:sp>
          <p:sp>
            <p:nvSpPr>
              <p:cNvPr id="63" name="AutoShape 74">
                <a:extLst>
                  <a:ext uri="{FF2B5EF4-FFF2-40B4-BE49-F238E27FC236}">
                    <a16:creationId xmlns:a16="http://schemas.microsoft.com/office/drawing/2014/main" id="{E7FF8392-62B3-C4E8-7DDD-EF3C15EF1F0A}"/>
                  </a:ext>
                </a:extLst>
              </p:cNvPr>
              <p:cNvSpPr>
                <a:spLocks noGrp="1" noRot="1" noMove="1" noResize="1" noEditPoints="1" noAdjustHandles="1" noChangeArrowheads="1" noChangeShapeType="1"/>
              </p:cNvSpPr>
              <p:nvPr/>
            </p:nvSpPr>
            <p:spPr>
              <a:xfrm flipH="1">
                <a:off x="5882042" y="2541899"/>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64" name="AutoShape 75">
                <a:extLst>
                  <a:ext uri="{FF2B5EF4-FFF2-40B4-BE49-F238E27FC236}">
                    <a16:creationId xmlns:a16="http://schemas.microsoft.com/office/drawing/2014/main" id="{3A3F35D3-4F65-9B88-C71C-FF07C0EB8C9A}"/>
                  </a:ext>
                </a:extLst>
              </p:cNvPr>
              <p:cNvSpPr>
                <a:spLocks noGrp="1" noRot="1" noMove="1" noResize="1" noEditPoints="1" noAdjustHandles="1" noChangeArrowheads="1" noChangeShapeType="1"/>
              </p:cNvSpPr>
              <p:nvPr/>
            </p:nvSpPr>
            <p:spPr>
              <a:xfrm>
                <a:off x="5858611" y="4100464"/>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65" name="AutoShape 76">
                <a:extLst>
                  <a:ext uri="{FF2B5EF4-FFF2-40B4-BE49-F238E27FC236}">
                    <a16:creationId xmlns:a16="http://schemas.microsoft.com/office/drawing/2014/main" id="{F0024DE2-B026-C62C-809C-5A80BE933173}"/>
                  </a:ext>
                </a:extLst>
              </p:cNvPr>
              <p:cNvSpPr>
                <a:spLocks noGrp="1" noRot="1" noMove="1" noResize="1" noEditPoints="1" noAdjustHandles="1" noChangeArrowheads="1" noChangeShapeType="1"/>
              </p:cNvSpPr>
              <p:nvPr/>
            </p:nvSpPr>
            <p:spPr>
              <a:xfrm>
                <a:off x="2937002" y="4100464"/>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66" name="TextBox 77">
                <a:extLst>
                  <a:ext uri="{FF2B5EF4-FFF2-40B4-BE49-F238E27FC236}">
                    <a16:creationId xmlns:a16="http://schemas.microsoft.com/office/drawing/2014/main" id="{7A1E325D-D4DA-925E-F41B-70E07277CD79}"/>
                  </a:ext>
                </a:extLst>
              </p:cNvPr>
              <p:cNvSpPr txBox="1">
                <a:spLocks noGrp="1" noRot="1" noMove="1" noResize="1" noEditPoints="1" noAdjustHandles="1" noChangeArrowheads="1" noChangeShapeType="1"/>
              </p:cNvSpPr>
              <p:nvPr/>
            </p:nvSpPr>
            <p:spPr>
              <a:xfrm>
                <a:off x="628659" y="4026339"/>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67" name="AutoShape 78">
                <a:extLst>
                  <a:ext uri="{FF2B5EF4-FFF2-40B4-BE49-F238E27FC236}">
                    <a16:creationId xmlns:a16="http://schemas.microsoft.com/office/drawing/2014/main" id="{CBD387D0-A4F9-AFA0-A6DE-31D4F48F9761}"/>
                  </a:ext>
                </a:extLst>
              </p:cNvPr>
              <p:cNvSpPr>
                <a:spLocks noGrp="1" noRot="1" noMove="1" noResize="1" noEditPoints="1" noAdjustHandles="1" noChangeArrowheads="1" noChangeShapeType="1"/>
              </p:cNvSpPr>
              <p:nvPr/>
            </p:nvSpPr>
            <p:spPr>
              <a:xfrm flipH="1">
                <a:off x="530660" y="4536736"/>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68" name="TextBox 79">
                <a:extLst>
                  <a:ext uri="{FF2B5EF4-FFF2-40B4-BE49-F238E27FC236}">
                    <a16:creationId xmlns:a16="http://schemas.microsoft.com/office/drawing/2014/main" id="{ABFB7372-2413-21E8-8F9D-72726000F6E7}"/>
                  </a:ext>
                </a:extLst>
              </p:cNvPr>
              <p:cNvSpPr txBox="1">
                <a:spLocks noGrp="1" noRot="1" noMove="1" noResize="1" noEditPoints="1" noAdjustHandles="1" noChangeArrowheads="1" noChangeShapeType="1"/>
              </p:cNvSpPr>
              <p:nvPr/>
            </p:nvSpPr>
            <p:spPr>
              <a:xfrm>
                <a:off x="2088194" y="4026339"/>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69" name="AutoShape 80">
                <a:extLst>
                  <a:ext uri="{FF2B5EF4-FFF2-40B4-BE49-F238E27FC236}">
                    <a16:creationId xmlns:a16="http://schemas.microsoft.com/office/drawing/2014/main" id="{0E08DF84-9569-D3EE-B750-F1D608127D4E}"/>
                  </a:ext>
                </a:extLst>
              </p:cNvPr>
              <p:cNvSpPr>
                <a:spLocks noGrp="1" noRot="1" noMove="1" noResize="1" noEditPoints="1" noAdjustHandles="1" noChangeArrowheads="1" noChangeShapeType="1"/>
              </p:cNvSpPr>
              <p:nvPr/>
            </p:nvSpPr>
            <p:spPr>
              <a:xfrm flipH="1">
                <a:off x="1990195" y="4506605"/>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70" name="TextBox 81">
                <a:extLst>
                  <a:ext uri="{FF2B5EF4-FFF2-40B4-BE49-F238E27FC236}">
                    <a16:creationId xmlns:a16="http://schemas.microsoft.com/office/drawing/2014/main" id="{0D8ABA89-D795-2ACB-E647-FAD7B460F2A4}"/>
                  </a:ext>
                </a:extLst>
              </p:cNvPr>
              <p:cNvSpPr txBox="1">
                <a:spLocks noGrp="1" noRot="1" noMove="1" noResize="1" noEditPoints="1" noAdjustHandles="1" noChangeArrowheads="1" noChangeShapeType="1"/>
              </p:cNvSpPr>
              <p:nvPr/>
            </p:nvSpPr>
            <p:spPr>
              <a:xfrm>
                <a:off x="6470609" y="4026339"/>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71" name="AutoShape 82">
                <a:extLst>
                  <a:ext uri="{FF2B5EF4-FFF2-40B4-BE49-F238E27FC236}">
                    <a16:creationId xmlns:a16="http://schemas.microsoft.com/office/drawing/2014/main" id="{D7D4A564-E65C-AA6F-6215-27700151C82C}"/>
                  </a:ext>
                </a:extLst>
              </p:cNvPr>
              <p:cNvSpPr>
                <a:spLocks noGrp="1" noRot="1" noMove="1" noResize="1" noEditPoints="1" noAdjustHandles="1" noChangeArrowheads="1" noChangeShapeType="1"/>
              </p:cNvSpPr>
              <p:nvPr/>
            </p:nvSpPr>
            <p:spPr>
              <a:xfrm flipH="1">
                <a:off x="6372609" y="4506605"/>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72" name="AutoShape 83">
                <a:extLst>
                  <a:ext uri="{FF2B5EF4-FFF2-40B4-BE49-F238E27FC236}">
                    <a16:creationId xmlns:a16="http://schemas.microsoft.com/office/drawing/2014/main" id="{55B79920-76B3-5C1C-6B5D-6CAC2441EDEC}"/>
                  </a:ext>
                </a:extLst>
              </p:cNvPr>
              <p:cNvSpPr>
                <a:spLocks noGrp="1" noRot="1" noMove="1" noResize="1" noEditPoints="1" noAdjustHandles="1" noChangeArrowheads="1" noChangeShapeType="1"/>
              </p:cNvSpPr>
              <p:nvPr/>
            </p:nvSpPr>
            <p:spPr>
              <a:xfrm>
                <a:off x="1476197" y="4097790"/>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73" name="AutoShape 84">
                <a:extLst>
                  <a:ext uri="{FF2B5EF4-FFF2-40B4-BE49-F238E27FC236}">
                    <a16:creationId xmlns:a16="http://schemas.microsoft.com/office/drawing/2014/main" id="{93F32FC5-05B5-50C5-94C4-8E3A139F7BD0}"/>
                  </a:ext>
                </a:extLst>
              </p:cNvPr>
              <p:cNvSpPr>
                <a:spLocks noGrp="1" noRot="1" noMove="1" noResize="1" noEditPoints="1" noAdjustHandles="1" noChangeArrowheads="1" noChangeShapeType="1"/>
              </p:cNvSpPr>
              <p:nvPr/>
            </p:nvSpPr>
            <p:spPr>
              <a:xfrm>
                <a:off x="4397807" y="4097790"/>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74" name="TextBox 85">
                <a:extLst>
                  <a:ext uri="{FF2B5EF4-FFF2-40B4-BE49-F238E27FC236}">
                    <a16:creationId xmlns:a16="http://schemas.microsoft.com/office/drawing/2014/main" id="{1E787754-CD88-5272-714C-A8164189CEE1}"/>
                  </a:ext>
                </a:extLst>
              </p:cNvPr>
              <p:cNvSpPr txBox="1">
                <a:spLocks noGrp="1" noRot="1" noMove="1" noResize="1" noEditPoints="1" noAdjustHandles="1" noChangeArrowheads="1" noChangeShapeType="1"/>
              </p:cNvSpPr>
              <p:nvPr/>
            </p:nvSpPr>
            <p:spPr>
              <a:xfrm>
                <a:off x="5012344" y="4026339"/>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75" name="AutoShape 86">
                <a:extLst>
                  <a:ext uri="{FF2B5EF4-FFF2-40B4-BE49-F238E27FC236}">
                    <a16:creationId xmlns:a16="http://schemas.microsoft.com/office/drawing/2014/main" id="{2A76684C-B04D-239B-2DCE-DA6321FC6B4A}"/>
                  </a:ext>
                </a:extLst>
              </p:cNvPr>
              <p:cNvSpPr>
                <a:spLocks noGrp="1" noRot="1" noMove="1" noResize="1" noEditPoints="1" noAdjustHandles="1" noChangeArrowheads="1" noChangeShapeType="1"/>
              </p:cNvSpPr>
              <p:nvPr/>
            </p:nvSpPr>
            <p:spPr>
              <a:xfrm flipH="1">
                <a:off x="4914344" y="4536736"/>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76" name="TextBox 87">
                <a:extLst>
                  <a:ext uri="{FF2B5EF4-FFF2-40B4-BE49-F238E27FC236}">
                    <a16:creationId xmlns:a16="http://schemas.microsoft.com/office/drawing/2014/main" id="{FFEBED27-99C1-31BA-5592-88931DFB6EBD}"/>
                  </a:ext>
                </a:extLst>
              </p:cNvPr>
              <p:cNvSpPr txBox="1">
                <a:spLocks noGrp="1" noRot="1" noMove="1" noResize="1" noEditPoints="1" noAdjustHandles="1" noChangeArrowheads="1" noChangeShapeType="1"/>
              </p:cNvSpPr>
              <p:nvPr/>
            </p:nvSpPr>
            <p:spPr>
              <a:xfrm>
                <a:off x="3548130" y="4026339"/>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5</a:t>
                </a:r>
              </a:p>
            </p:txBody>
          </p:sp>
          <p:sp>
            <p:nvSpPr>
              <p:cNvPr id="77" name="AutoShape 88">
                <a:extLst>
                  <a:ext uri="{FF2B5EF4-FFF2-40B4-BE49-F238E27FC236}">
                    <a16:creationId xmlns:a16="http://schemas.microsoft.com/office/drawing/2014/main" id="{36AC7A89-3B9C-CB8C-A42A-5B64D02B2D7B}"/>
                  </a:ext>
                </a:extLst>
              </p:cNvPr>
              <p:cNvSpPr>
                <a:spLocks noGrp="1" noRot="1" noMove="1" noResize="1" noEditPoints="1" noAdjustHandles="1" noChangeArrowheads="1" noChangeShapeType="1"/>
              </p:cNvSpPr>
              <p:nvPr/>
            </p:nvSpPr>
            <p:spPr>
              <a:xfrm flipH="1">
                <a:off x="3450131" y="4506605"/>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78" name="AutoShape 89">
                <a:extLst>
                  <a:ext uri="{FF2B5EF4-FFF2-40B4-BE49-F238E27FC236}">
                    <a16:creationId xmlns:a16="http://schemas.microsoft.com/office/drawing/2014/main" id="{C6982C57-3AC6-2627-7E95-3780E6DEF108}"/>
                  </a:ext>
                </a:extLst>
              </p:cNvPr>
              <p:cNvSpPr>
                <a:spLocks noGrp="1" noRot="1" noMove="1" noResize="1" noEditPoints="1" noAdjustHandles="1" noChangeArrowheads="1" noChangeShapeType="1"/>
              </p:cNvSpPr>
              <p:nvPr/>
            </p:nvSpPr>
            <p:spPr>
              <a:xfrm>
                <a:off x="6095037" y="5118433"/>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79" name="AutoShape 90">
                <a:extLst>
                  <a:ext uri="{FF2B5EF4-FFF2-40B4-BE49-F238E27FC236}">
                    <a16:creationId xmlns:a16="http://schemas.microsoft.com/office/drawing/2014/main" id="{B750D74F-4326-AE0F-4774-DBBB138D6DBD}"/>
                  </a:ext>
                </a:extLst>
              </p:cNvPr>
              <p:cNvSpPr>
                <a:spLocks noGrp="1" noRot="1" noMove="1" noResize="1" noEditPoints="1" noAdjustHandles="1" noChangeArrowheads="1" noChangeShapeType="1"/>
              </p:cNvSpPr>
              <p:nvPr/>
            </p:nvSpPr>
            <p:spPr>
              <a:xfrm>
                <a:off x="3660363" y="5118433"/>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80" name="TextBox 91">
                <a:extLst>
                  <a:ext uri="{FF2B5EF4-FFF2-40B4-BE49-F238E27FC236}">
                    <a16:creationId xmlns:a16="http://schemas.microsoft.com/office/drawing/2014/main" id="{BBE849AC-9998-4930-CA49-69B318976BB2}"/>
                  </a:ext>
                </a:extLst>
              </p:cNvPr>
              <p:cNvSpPr txBox="1">
                <a:spLocks noGrp="1" noRot="1" noMove="1" noResize="1" noEditPoints="1" noAdjustHandles="1" noChangeArrowheads="1" noChangeShapeType="1"/>
              </p:cNvSpPr>
              <p:nvPr/>
            </p:nvSpPr>
            <p:spPr>
              <a:xfrm>
                <a:off x="532621" y="5033355"/>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6</a:t>
                </a:r>
              </a:p>
            </p:txBody>
          </p:sp>
          <p:sp>
            <p:nvSpPr>
              <p:cNvPr id="81" name="AutoShape 92">
                <a:extLst>
                  <a:ext uri="{FF2B5EF4-FFF2-40B4-BE49-F238E27FC236}">
                    <a16:creationId xmlns:a16="http://schemas.microsoft.com/office/drawing/2014/main" id="{B6F1A06C-794E-1CC3-9E0B-C404D0290623}"/>
                  </a:ext>
                </a:extLst>
              </p:cNvPr>
              <p:cNvSpPr>
                <a:spLocks noGrp="1" noRot="1" noMove="1" noResize="1" noEditPoints="1" noAdjustHandles="1" noChangeArrowheads="1" noChangeShapeType="1"/>
              </p:cNvSpPr>
              <p:nvPr/>
            </p:nvSpPr>
            <p:spPr>
              <a:xfrm flipH="1">
                <a:off x="434621" y="5537726"/>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82" name="TextBox 93">
                <a:extLst>
                  <a:ext uri="{FF2B5EF4-FFF2-40B4-BE49-F238E27FC236}">
                    <a16:creationId xmlns:a16="http://schemas.microsoft.com/office/drawing/2014/main" id="{CE1C0DF0-9ECB-3A3F-5D1B-6D283C82423D}"/>
                  </a:ext>
                </a:extLst>
              </p:cNvPr>
              <p:cNvSpPr txBox="1">
                <a:spLocks noGrp="1" noRot="1" noMove="1" noResize="1" noEditPoints="1" noAdjustHandles="1" noChangeArrowheads="1" noChangeShapeType="1"/>
              </p:cNvSpPr>
              <p:nvPr/>
            </p:nvSpPr>
            <p:spPr>
              <a:xfrm>
                <a:off x="1744425" y="5044308"/>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6</a:t>
                </a:r>
              </a:p>
            </p:txBody>
          </p:sp>
          <p:sp>
            <p:nvSpPr>
              <p:cNvPr id="83" name="AutoShape 94">
                <a:extLst>
                  <a:ext uri="{FF2B5EF4-FFF2-40B4-BE49-F238E27FC236}">
                    <a16:creationId xmlns:a16="http://schemas.microsoft.com/office/drawing/2014/main" id="{6B9EC252-3110-E77C-3495-2E1A0A0A564A}"/>
                  </a:ext>
                </a:extLst>
              </p:cNvPr>
              <p:cNvSpPr>
                <a:spLocks noGrp="1" noRot="1" noMove="1" noResize="1" noEditPoints="1" noAdjustHandles="1" noChangeArrowheads="1" noChangeShapeType="1"/>
              </p:cNvSpPr>
              <p:nvPr/>
            </p:nvSpPr>
            <p:spPr>
              <a:xfrm flipH="1">
                <a:off x="1646427" y="5554705"/>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84" name="TextBox 95">
                <a:extLst>
                  <a:ext uri="{FF2B5EF4-FFF2-40B4-BE49-F238E27FC236}">
                    <a16:creationId xmlns:a16="http://schemas.microsoft.com/office/drawing/2014/main" id="{A21FE6BF-2105-89F0-380A-1EB53277B22D}"/>
                  </a:ext>
                </a:extLst>
              </p:cNvPr>
              <p:cNvSpPr txBox="1">
                <a:spLocks noGrp="1" noRot="1" noMove="1" noResize="1" noEditPoints="1" noAdjustHandles="1" noChangeArrowheads="1" noChangeShapeType="1"/>
              </p:cNvSpPr>
              <p:nvPr/>
            </p:nvSpPr>
            <p:spPr>
              <a:xfrm>
                <a:off x="6591647" y="5033355"/>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6</a:t>
                </a:r>
              </a:p>
            </p:txBody>
          </p:sp>
          <p:sp>
            <p:nvSpPr>
              <p:cNvPr id="85" name="AutoShape 96">
                <a:extLst>
                  <a:ext uri="{FF2B5EF4-FFF2-40B4-BE49-F238E27FC236}">
                    <a16:creationId xmlns:a16="http://schemas.microsoft.com/office/drawing/2014/main" id="{1B5E756D-1488-E7A0-C7ED-AE2E67D08CE4}"/>
                  </a:ext>
                </a:extLst>
              </p:cNvPr>
              <p:cNvSpPr>
                <a:spLocks noGrp="1" noRot="1" noMove="1" noResize="1" noEditPoints="1" noAdjustHandles="1" noChangeArrowheads="1" noChangeShapeType="1"/>
              </p:cNvSpPr>
              <p:nvPr/>
            </p:nvSpPr>
            <p:spPr>
              <a:xfrm flipH="1">
                <a:off x="6493649" y="5543752"/>
                <a:ext cx="430269"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86" name="AutoShape 97">
                <a:extLst>
                  <a:ext uri="{FF2B5EF4-FFF2-40B4-BE49-F238E27FC236}">
                    <a16:creationId xmlns:a16="http://schemas.microsoft.com/office/drawing/2014/main" id="{2472591A-7BEB-6F5A-AB23-E5ADFA87767C}"/>
                  </a:ext>
                </a:extLst>
              </p:cNvPr>
              <p:cNvSpPr>
                <a:spLocks noGrp="1" noRot="1" noMove="1" noResize="1" noEditPoints="1" noAdjustHandles="1" noChangeArrowheads="1" noChangeShapeType="1"/>
              </p:cNvSpPr>
              <p:nvPr/>
            </p:nvSpPr>
            <p:spPr>
              <a:xfrm>
                <a:off x="2443026" y="5115759"/>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87" name="AutoShape 98">
                <a:extLst>
                  <a:ext uri="{FF2B5EF4-FFF2-40B4-BE49-F238E27FC236}">
                    <a16:creationId xmlns:a16="http://schemas.microsoft.com/office/drawing/2014/main" id="{92F7F9D6-B21A-60B9-FD4E-F228DC5117B3}"/>
                  </a:ext>
                </a:extLst>
              </p:cNvPr>
              <p:cNvSpPr>
                <a:spLocks noGrp="1" noRot="1" noMove="1" noResize="1" noEditPoints="1" noAdjustHandles="1" noChangeArrowheads="1" noChangeShapeType="1"/>
              </p:cNvSpPr>
              <p:nvPr/>
            </p:nvSpPr>
            <p:spPr>
              <a:xfrm>
                <a:off x="4877700" y="5115759"/>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88" name="TextBox 99">
                <a:extLst>
                  <a:ext uri="{FF2B5EF4-FFF2-40B4-BE49-F238E27FC236}">
                    <a16:creationId xmlns:a16="http://schemas.microsoft.com/office/drawing/2014/main" id="{E547AB07-C0B7-BC64-DA71-C901C78A63F3}"/>
                  </a:ext>
                </a:extLst>
              </p:cNvPr>
              <p:cNvSpPr txBox="1">
                <a:spLocks noGrp="1" noRot="1" noMove="1" noResize="1" noEditPoints="1" noAdjustHandles="1" noChangeArrowheads="1" noChangeShapeType="1"/>
              </p:cNvSpPr>
              <p:nvPr/>
            </p:nvSpPr>
            <p:spPr>
              <a:xfrm>
                <a:off x="5379840" y="5044308"/>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6</a:t>
                </a:r>
              </a:p>
            </p:txBody>
          </p:sp>
          <p:sp>
            <p:nvSpPr>
              <p:cNvPr id="89" name="AutoShape 100">
                <a:extLst>
                  <a:ext uri="{FF2B5EF4-FFF2-40B4-BE49-F238E27FC236}">
                    <a16:creationId xmlns:a16="http://schemas.microsoft.com/office/drawing/2014/main" id="{B10E538E-3034-AC58-5576-AFEB8EE52636}"/>
                  </a:ext>
                </a:extLst>
              </p:cNvPr>
              <p:cNvSpPr>
                <a:spLocks noGrp="1" noRot="1" noMove="1" noResize="1" noEditPoints="1" noAdjustHandles="1" noChangeArrowheads="1" noChangeShapeType="1"/>
              </p:cNvSpPr>
              <p:nvPr/>
            </p:nvSpPr>
            <p:spPr>
              <a:xfrm flipH="1">
                <a:off x="5281842" y="5524573"/>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90" name="TextBox 101">
                <a:extLst>
                  <a:ext uri="{FF2B5EF4-FFF2-40B4-BE49-F238E27FC236}">
                    <a16:creationId xmlns:a16="http://schemas.microsoft.com/office/drawing/2014/main" id="{780DCECE-AE89-8B6C-7FDE-7BA350CCF815}"/>
                  </a:ext>
                </a:extLst>
              </p:cNvPr>
              <p:cNvSpPr txBox="1">
                <a:spLocks noGrp="1" noRot="1" noMove="1" noResize="1" noEditPoints="1" noAdjustHandles="1" noChangeArrowheads="1" noChangeShapeType="1"/>
              </p:cNvSpPr>
              <p:nvPr/>
            </p:nvSpPr>
            <p:spPr>
              <a:xfrm>
                <a:off x="4168036" y="5044308"/>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6</a:t>
                </a:r>
              </a:p>
            </p:txBody>
          </p:sp>
          <p:sp>
            <p:nvSpPr>
              <p:cNvPr id="91" name="AutoShape 102">
                <a:extLst>
                  <a:ext uri="{FF2B5EF4-FFF2-40B4-BE49-F238E27FC236}">
                    <a16:creationId xmlns:a16="http://schemas.microsoft.com/office/drawing/2014/main" id="{1301F8E8-3FB4-FFC9-6841-E17F7307D748}"/>
                  </a:ext>
                </a:extLst>
              </p:cNvPr>
              <p:cNvSpPr>
                <a:spLocks noGrp="1" noRot="1" noMove="1" noResize="1" noEditPoints="1" noAdjustHandles="1" noChangeArrowheads="1" noChangeShapeType="1"/>
              </p:cNvSpPr>
              <p:nvPr/>
            </p:nvSpPr>
            <p:spPr>
              <a:xfrm flipH="1">
                <a:off x="4070037" y="5524573"/>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92" name="AutoShape 103">
                <a:extLst>
                  <a:ext uri="{FF2B5EF4-FFF2-40B4-BE49-F238E27FC236}">
                    <a16:creationId xmlns:a16="http://schemas.microsoft.com/office/drawing/2014/main" id="{447ABD48-E7DC-8362-3C57-6914639AAA49}"/>
                  </a:ext>
                </a:extLst>
              </p:cNvPr>
              <p:cNvSpPr>
                <a:spLocks noGrp="1" noRot="1" noMove="1" noResize="1" noEditPoints="1" noAdjustHandles="1" noChangeArrowheads="1" noChangeShapeType="1"/>
              </p:cNvSpPr>
              <p:nvPr/>
            </p:nvSpPr>
            <p:spPr>
              <a:xfrm>
                <a:off x="1225688" y="5115759"/>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93" name="TextBox 104">
                <a:extLst>
                  <a:ext uri="{FF2B5EF4-FFF2-40B4-BE49-F238E27FC236}">
                    <a16:creationId xmlns:a16="http://schemas.microsoft.com/office/drawing/2014/main" id="{7494C01E-B07F-A4AF-DD9B-8C340FD5AFEF}"/>
                  </a:ext>
                </a:extLst>
              </p:cNvPr>
              <p:cNvSpPr txBox="1">
                <a:spLocks noGrp="1" noRot="1" noMove="1" noResize="1" noEditPoints="1" noAdjustHandles="1" noChangeArrowheads="1" noChangeShapeType="1"/>
              </p:cNvSpPr>
              <p:nvPr/>
            </p:nvSpPr>
            <p:spPr>
              <a:xfrm>
                <a:off x="2956231" y="5044308"/>
                <a:ext cx="234271" cy="845872"/>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6</a:t>
                </a:r>
              </a:p>
            </p:txBody>
          </p:sp>
          <p:sp>
            <p:nvSpPr>
              <p:cNvPr id="94" name="AutoShape 105">
                <a:extLst>
                  <a:ext uri="{FF2B5EF4-FFF2-40B4-BE49-F238E27FC236}">
                    <a16:creationId xmlns:a16="http://schemas.microsoft.com/office/drawing/2014/main" id="{9F5F8DE2-F989-9B8E-B2BF-C7C9ABEE08DB}"/>
                  </a:ext>
                </a:extLst>
              </p:cNvPr>
              <p:cNvSpPr>
                <a:spLocks noGrp="1" noRot="1" noMove="1" noResize="1" noEditPoints="1" noAdjustHandles="1" noChangeArrowheads="1" noChangeShapeType="1"/>
              </p:cNvSpPr>
              <p:nvPr/>
            </p:nvSpPr>
            <p:spPr>
              <a:xfrm flipH="1">
                <a:off x="2858232" y="5524573"/>
                <a:ext cx="430269"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95" name="AutoShape 106">
                <a:extLst>
                  <a:ext uri="{FF2B5EF4-FFF2-40B4-BE49-F238E27FC236}">
                    <a16:creationId xmlns:a16="http://schemas.microsoft.com/office/drawing/2014/main" id="{5F8A39D3-DD8E-3F80-83E3-775D25BDEF4E}"/>
                  </a:ext>
                </a:extLst>
              </p:cNvPr>
              <p:cNvSpPr>
                <a:spLocks noGrp="1" noRot="1" noMove="1" noResize="1" noEditPoints="1" noAdjustHandles="1" noChangeArrowheads="1" noChangeShapeType="1"/>
              </p:cNvSpPr>
              <p:nvPr/>
            </p:nvSpPr>
            <p:spPr>
              <a:xfrm>
                <a:off x="6589014" y="7130101"/>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96" name="AutoShape 107">
                <a:extLst>
                  <a:ext uri="{FF2B5EF4-FFF2-40B4-BE49-F238E27FC236}">
                    <a16:creationId xmlns:a16="http://schemas.microsoft.com/office/drawing/2014/main" id="{7FEF17C1-42DC-FE00-673A-9DF034900A3B}"/>
                  </a:ext>
                </a:extLst>
              </p:cNvPr>
              <p:cNvSpPr>
                <a:spLocks noGrp="1" noRot="1" noMove="1" noResize="1" noEditPoints="1" noAdjustHandles="1" noChangeArrowheads="1" noChangeShapeType="1"/>
              </p:cNvSpPr>
              <p:nvPr/>
            </p:nvSpPr>
            <p:spPr>
              <a:xfrm>
                <a:off x="4397807" y="7130101"/>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97" name="TextBox 108">
                <a:extLst>
                  <a:ext uri="{FF2B5EF4-FFF2-40B4-BE49-F238E27FC236}">
                    <a16:creationId xmlns:a16="http://schemas.microsoft.com/office/drawing/2014/main" id="{5F3A8FDD-1703-EBCB-A807-E446D5824C20}"/>
                  </a:ext>
                </a:extLst>
              </p:cNvPr>
              <p:cNvSpPr txBox="1">
                <a:spLocks noGrp="1" noRot="1" noMove="1" noResize="1" noEditPoints="1" noAdjustHandles="1" noChangeArrowheads="1" noChangeShapeType="1"/>
              </p:cNvSpPr>
              <p:nvPr/>
            </p:nvSpPr>
            <p:spPr>
              <a:xfrm>
                <a:off x="180316" y="7032151"/>
                <a:ext cx="400555" cy="830228"/>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98" name="AutoShape 109">
                <a:extLst>
                  <a:ext uri="{FF2B5EF4-FFF2-40B4-BE49-F238E27FC236}">
                    <a16:creationId xmlns:a16="http://schemas.microsoft.com/office/drawing/2014/main" id="{BF7BC5B1-BFED-A068-104E-C76755691AA9}"/>
                  </a:ext>
                </a:extLst>
              </p:cNvPr>
              <p:cNvSpPr>
                <a:spLocks noGrp="1" noRot="1" noMove="1" noResize="1" noEditPoints="1" noAdjustHandles="1" noChangeArrowheads="1" noChangeShapeType="1"/>
              </p:cNvSpPr>
              <p:nvPr/>
            </p:nvSpPr>
            <p:spPr>
              <a:xfrm flipH="1">
                <a:off x="97993" y="7548574"/>
                <a:ext cx="565200"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99" name="AutoShape 110">
                <a:extLst>
                  <a:ext uri="{FF2B5EF4-FFF2-40B4-BE49-F238E27FC236}">
                    <a16:creationId xmlns:a16="http://schemas.microsoft.com/office/drawing/2014/main" id="{FBF8E75F-4162-0DB2-3D5C-821D125E886D}"/>
                  </a:ext>
                </a:extLst>
              </p:cNvPr>
              <p:cNvSpPr>
                <a:spLocks noGrp="1" noRot="1" noMove="1" noResize="1" noEditPoints="1" noAdjustHandles="1" noChangeArrowheads="1" noChangeShapeType="1"/>
              </p:cNvSpPr>
              <p:nvPr/>
            </p:nvSpPr>
            <p:spPr>
              <a:xfrm>
                <a:off x="2937002" y="7127427"/>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100" name="AutoShape 111">
                <a:extLst>
                  <a:ext uri="{FF2B5EF4-FFF2-40B4-BE49-F238E27FC236}">
                    <a16:creationId xmlns:a16="http://schemas.microsoft.com/office/drawing/2014/main" id="{1F6C7A0F-3261-EEFB-1C0D-16C682FD6CAF}"/>
                  </a:ext>
                </a:extLst>
              </p:cNvPr>
              <p:cNvSpPr>
                <a:spLocks noGrp="1" noRot="1" noMove="1" noResize="1" noEditPoints="1" noAdjustHandles="1" noChangeArrowheads="1" noChangeShapeType="1"/>
              </p:cNvSpPr>
              <p:nvPr/>
            </p:nvSpPr>
            <p:spPr>
              <a:xfrm>
                <a:off x="5858611" y="7127427"/>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101" name="AutoShape 112">
                <a:extLst>
                  <a:ext uri="{FF2B5EF4-FFF2-40B4-BE49-F238E27FC236}">
                    <a16:creationId xmlns:a16="http://schemas.microsoft.com/office/drawing/2014/main" id="{1199CE45-4465-7D26-1F87-B9D89B80E98E}"/>
                  </a:ext>
                </a:extLst>
              </p:cNvPr>
              <p:cNvSpPr>
                <a:spLocks noGrp="1" noRot="1" noMove="1" noResize="1" noEditPoints="1" noAdjustHandles="1" noChangeArrowheads="1" noChangeShapeType="1"/>
              </p:cNvSpPr>
              <p:nvPr/>
            </p:nvSpPr>
            <p:spPr>
              <a:xfrm>
                <a:off x="745795" y="7127427"/>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102" name="AutoShape 113">
                <a:extLst>
                  <a:ext uri="{FF2B5EF4-FFF2-40B4-BE49-F238E27FC236}">
                    <a16:creationId xmlns:a16="http://schemas.microsoft.com/office/drawing/2014/main" id="{A9E0AFB1-E12A-21CC-D9E8-21B4235F0D0E}"/>
                  </a:ext>
                </a:extLst>
              </p:cNvPr>
              <p:cNvSpPr>
                <a:spLocks noGrp="1" noRot="1" noMove="1" noResize="1" noEditPoints="1" noAdjustHandles="1" noChangeArrowheads="1" noChangeShapeType="1"/>
              </p:cNvSpPr>
              <p:nvPr/>
            </p:nvSpPr>
            <p:spPr>
              <a:xfrm>
                <a:off x="1476197" y="7127427"/>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103" name="AutoShape 114">
                <a:extLst>
                  <a:ext uri="{FF2B5EF4-FFF2-40B4-BE49-F238E27FC236}">
                    <a16:creationId xmlns:a16="http://schemas.microsoft.com/office/drawing/2014/main" id="{26F42536-D6D0-DD7E-DD0C-9EE093A4D3CE}"/>
                  </a:ext>
                </a:extLst>
              </p:cNvPr>
              <p:cNvSpPr>
                <a:spLocks noGrp="1" noRot="1" noMove="1" noResize="1" noEditPoints="1" noAdjustHandles="1" noChangeArrowheads="1" noChangeShapeType="1"/>
              </p:cNvSpPr>
              <p:nvPr/>
            </p:nvSpPr>
            <p:spPr>
              <a:xfrm>
                <a:off x="5128209" y="7130101"/>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104" name="AutoShape 115">
                <a:extLst>
                  <a:ext uri="{FF2B5EF4-FFF2-40B4-BE49-F238E27FC236}">
                    <a16:creationId xmlns:a16="http://schemas.microsoft.com/office/drawing/2014/main" id="{3C3CD599-B4CE-1432-1172-D8E785F2CF23}"/>
                  </a:ext>
                </a:extLst>
              </p:cNvPr>
              <p:cNvSpPr>
                <a:spLocks noGrp="1" noRot="1" noMove="1" noResize="1" noEditPoints="1" noAdjustHandles="1" noChangeArrowheads="1" noChangeShapeType="1"/>
              </p:cNvSpPr>
              <p:nvPr/>
            </p:nvSpPr>
            <p:spPr>
              <a:xfrm>
                <a:off x="3667404" y="7144817"/>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105" name="AutoShape 116">
                <a:extLst>
                  <a:ext uri="{FF2B5EF4-FFF2-40B4-BE49-F238E27FC236}">
                    <a16:creationId xmlns:a16="http://schemas.microsoft.com/office/drawing/2014/main" id="{A71DA448-3AD4-6F3D-0453-8297F2A6B18A}"/>
                  </a:ext>
                </a:extLst>
              </p:cNvPr>
              <p:cNvSpPr>
                <a:spLocks noGrp="1" noRot="1" noMove="1" noResize="1" noEditPoints="1" noAdjustHandles="1" noChangeArrowheads="1" noChangeShapeType="1"/>
              </p:cNvSpPr>
              <p:nvPr/>
            </p:nvSpPr>
            <p:spPr>
              <a:xfrm>
                <a:off x="2206600" y="7130101"/>
                <a:ext cx="0" cy="819688"/>
              </a:xfrm>
              <a:prstGeom prst="line">
                <a:avLst/>
              </a:prstGeom>
              <a:ln w="25400" cap="flat">
                <a:solidFill>
                  <a:srgbClr val="000000"/>
                </a:solidFill>
                <a:prstDash val="lgDash"/>
                <a:headEnd type="none" w="sm" len="sm"/>
                <a:tailEnd type="none" w="sm" len="sm"/>
              </a:ln>
            </p:spPr>
            <p:txBody>
              <a:bodyPr/>
              <a:lstStyle/>
              <a:p>
                <a:endParaRPr lang="en-AU" sz="1600"/>
              </a:p>
            </p:txBody>
          </p:sp>
          <p:sp>
            <p:nvSpPr>
              <p:cNvPr id="106" name="TextBox 117">
                <a:extLst>
                  <a:ext uri="{FF2B5EF4-FFF2-40B4-BE49-F238E27FC236}">
                    <a16:creationId xmlns:a16="http://schemas.microsoft.com/office/drawing/2014/main" id="{A5B9F524-85B7-95AB-07D7-3DC32599B72C}"/>
                  </a:ext>
                </a:extLst>
              </p:cNvPr>
              <p:cNvSpPr txBox="1">
                <a:spLocks noGrp="1" noRot="1" noMove="1" noResize="1" noEditPoints="1" noAdjustHandles="1" noChangeArrowheads="1" noChangeShapeType="1"/>
              </p:cNvSpPr>
              <p:nvPr/>
            </p:nvSpPr>
            <p:spPr>
              <a:xfrm>
                <a:off x="911689" y="7032151"/>
                <a:ext cx="400555" cy="830228"/>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107" name="AutoShape 118">
                <a:extLst>
                  <a:ext uri="{FF2B5EF4-FFF2-40B4-BE49-F238E27FC236}">
                    <a16:creationId xmlns:a16="http://schemas.microsoft.com/office/drawing/2014/main" id="{E2BA0576-F774-906B-10A9-8C9D6BEFFBC8}"/>
                  </a:ext>
                </a:extLst>
              </p:cNvPr>
              <p:cNvSpPr>
                <a:spLocks noGrp="1" noRot="1" noMove="1" noResize="1" noEditPoints="1" noAdjustHandles="1" noChangeArrowheads="1" noChangeShapeType="1"/>
              </p:cNvSpPr>
              <p:nvPr/>
            </p:nvSpPr>
            <p:spPr>
              <a:xfrm flipH="1">
                <a:off x="829367" y="7512416"/>
                <a:ext cx="565200"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108" name="TextBox 119">
                <a:extLst>
                  <a:ext uri="{FF2B5EF4-FFF2-40B4-BE49-F238E27FC236}">
                    <a16:creationId xmlns:a16="http://schemas.microsoft.com/office/drawing/2014/main" id="{E86079E7-AB12-E99E-D2F6-07D040FDE440}"/>
                  </a:ext>
                </a:extLst>
              </p:cNvPr>
              <p:cNvSpPr txBox="1">
                <a:spLocks noGrp="1" noRot="1" noMove="1" noResize="1" noEditPoints="1" noAdjustHandles="1" noChangeArrowheads="1" noChangeShapeType="1"/>
              </p:cNvSpPr>
              <p:nvPr/>
            </p:nvSpPr>
            <p:spPr>
              <a:xfrm>
                <a:off x="1643061" y="7032151"/>
                <a:ext cx="400555" cy="830228"/>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109" name="AutoShape 120">
                <a:extLst>
                  <a:ext uri="{FF2B5EF4-FFF2-40B4-BE49-F238E27FC236}">
                    <a16:creationId xmlns:a16="http://schemas.microsoft.com/office/drawing/2014/main" id="{C23E21B6-AC28-3915-1CD3-BC6A8ED03E34}"/>
                  </a:ext>
                </a:extLst>
              </p:cNvPr>
              <p:cNvSpPr>
                <a:spLocks noGrp="1" noRot="1" noMove="1" noResize="1" noEditPoints="1" noAdjustHandles="1" noChangeArrowheads="1" noChangeShapeType="1"/>
              </p:cNvSpPr>
              <p:nvPr/>
            </p:nvSpPr>
            <p:spPr>
              <a:xfrm flipH="1">
                <a:off x="1560740" y="7512416"/>
                <a:ext cx="565200"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110" name="TextBox 121">
                <a:extLst>
                  <a:ext uri="{FF2B5EF4-FFF2-40B4-BE49-F238E27FC236}">
                    <a16:creationId xmlns:a16="http://schemas.microsoft.com/office/drawing/2014/main" id="{330389AE-821B-DB4A-7BA0-1755CD06B362}"/>
                  </a:ext>
                </a:extLst>
              </p:cNvPr>
              <p:cNvSpPr txBox="1">
                <a:spLocks noGrp="1" noRot="1" noMove="1" noResize="1" noEditPoints="1" noAdjustHandles="1" noChangeArrowheads="1" noChangeShapeType="1"/>
              </p:cNvSpPr>
              <p:nvPr/>
            </p:nvSpPr>
            <p:spPr>
              <a:xfrm>
                <a:off x="2374435" y="7032151"/>
                <a:ext cx="400555" cy="830228"/>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111" name="AutoShape 122">
                <a:extLst>
                  <a:ext uri="{FF2B5EF4-FFF2-40B4-BE49-F238E27FC236}">
                    <a16:creationId xmlns:a16="http://schemas.microsoft.com/office/drawing/2014/main" id="{6F190E63-FB67-B128-6E4A-B5628D3CEAD1}"/>
                  </a:ext>
                </a:extLst>
              </p:cNvPr>
              <p:cNvSpPr>
                <a:spLocks noGrp="1" noRot="1" noMove="1" noResize="1" noEditPoints="1" noAdjustHandles="1" noChangeArrowheads="1" noChangeShapeType="1"/>
              </p:cNvSpPr>
              <p:nvPr/>
            </p:nvSpPr>
            <p:spPr>
              <a:xfrm flipH="1">
                <a:off x="2292113" y="7512416"/>
                <a:ext cx="565200"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112" name="TextBox 123">
                <a:extLst>
                  <a:ext uri="{FF2B5EF4-FFF2-40B4-BE49-F238E27FC236}">
                    <a16:creationId xmlns:a16="http://schemas.microsoft.com/office/drawing/2014/main" id="{AF183B01-A9CA-ECE8-5087-31D8B574D7D1}"/>
                  </a:ext>
                </a:extLst>
              </p:cNvPr>
              <p:cNvSpPr txBox="1">
                <a:spLocks noGrp="1" noRot="1" noMove="1" noResize="1" noEditPoints="1" noAdjustHandles="1" noChangeArrowheads="1" noChangeShapeType="1"/>
              </p:cNvSpPr>
              <p:nvPr/>
            </p:nvSpPr>
            <p:spPr>
              <a:xfrm>
                <a:off x="3105808" y="7032151"/>
                <a:ext cx="400555" cy="830228"/>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113" name="AutoShape 124">
                <a:extLst>
                  <a:ext uri="{FF2B5EF4-FFF2-40B4-BE49-F238E27FC236}">
                    <a16:creationId xmlns:a16="http://schemas.microsoft.com/office/drawing/2014/main" id="{D66AD348-87EC-A9F0-4285-5138C7979A43}"/>
                  </a:ext>
                </a:extLst>
              </p:cNvPr>
              <p:cNvSpPr>
                <a:spLocks noGrp="1" noRot="1" noMove="1" noResize="1" noEditPoints="1" noAdjustHandles="1" noChangeArrowheads="1" noChangeShapeType="1"/>
              </p:cNvSpPr>
              <p:nvPr/>
            </p:nvSpPr>
            <p:spPr>
              <a:xfrm flipH="1">
                <a:off x="3023486" y="7542548"/>
                <a:ext cx="565200"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114" name="TextBox 125">
                <a:extLst>
                  <a:ext uri="{FF2B5EF4-FFF2-40B4-BE49-F238E27FC236}">
                    <a16:creationId xmlns:a16="http://schemas.microsoft.com/office/drawing/2014/main" id="{2500E846-1612-9A1D-ECD5-711D94B5209B}"/>
                  </a:ext>
                </a:extLst>
              </p:cNvPr>
              <p:cNvSpPr txBox="1">
                <a:spLocks noGrp="1" noRot="1" noMove="1" noResize="1" noEditPoints="1" noAdjustHandles="1" noChangeArrowheads="1" noChangeShapeType="1"/>
              </p:cNvSpPr>
              <p:nvPr/>
            </p:nvSpPr>
            <p:spPr>
              <a:xfrm>
                <a:off x="3837180" y="7032151"/>
                <a:ext cx="400555" cy="830228"/>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115" name="AutoShape 126">
                <a:extLst>
                  <a:ext uri="{FF2B5EF4-FFF2-40B4-BE49-F238E27FC236}">
                    <a16:creationId xmlns:a16="http://schemas.microsoft.com/office/drawing/2014/main" id="{21E44D2D-D4CA-9763-CCAA-85C185CB2A4E}"/>
                  </a:ext>
                </a:extLst>
              </p:cNvPr>
              <p:cNvSpPr>
                <a:spLocks noGrp="1" noRot="1" noMove="1" noResize="1" noEditPoints="1" noAdjustHandles="1" noChangeArrowheads="1" noChangeShapeType="1"/>
              </p:cNvSpPr>
              <p:nvPr/>
            </p:nvSpPr>
            <p:spPr>
              <a:xfrm flipH="1">
                <a:off x="3754859" y="7542548"/>
                <a:ext cx="565200"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116" name="TextBox 127">
                <a:extLst>
                  <a:ext uri="{FF2B5EF4-FFF2-40B4-BE49-F238E27FC236}">
                    <a16:creationId xmlns:a16="http://schemas.microsoft.com/office/drawing/2014/main" id="{F1192006-8786-9B05-041A-7A1794CF34A2}"/>
                  </a:ext>
                </a:extLst>
              </p:cNvPr>
              <p:cNvSpPr txBox="1">
                <a:spLocks noGrp="1" noRot="1" noMove="1" noResize="1" noEditPoints="1" noAdjustHandles="1" noChangeArrowheads="1" noChangeShapeType="1"/>
              </p:cNvSpPr>
              <p:nvPr/>
            </p:nvSpPr>
            <p:spPr>
              <a:xfrm>
                <a:off x="4568554" y="7032151"/>
                <a:ext cx="400555" cy="830228"/>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117" name="AutoShape 128">
                <a:extLst>
                  <a:ext uri="{FF2B5EF4-FFF2-40B4-BE49-F238E27FC236}">
                    <a16:creationId xmlns:a16="http://schemas.microsoft.com/office/drawing/2014/main" id="{EAA88055-22FF-2B2D-9827-E52A979B5AAD}"/>
                  </a:ext>
                </a:extLst>
              </p:cNvPr>
              <p:cNvSpPr>
                <a:spLocks noGrp="1" noRot="1" noMove="1" noResize="1" noEditPoints="1" noAdjustHandles="1" noChangeArrowheads="1" noChangeShapeType="1"/>
              </p:cNvSpPr>
              <p:nvPr/>
            </p:nvSpPr>
            <p:spPr>
              <a:xfrm flipH="1">
                <a:off x="4486232" y="7512416"/>
                <a:ext cx="565200"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118" name="TextBox 129">
                <a:extLst>
                  <a:ext uri="{FF2B5EF4-FFF2-40B4-BE49-F238E27FC236}">
                    <a16:creationId xmlns:a16="http://schemas.microsoft.com/office/drawing/2014/main" id="{DE86CCDA-CA89-159E-BEFE-0209174F19E7}"/>
                  </a:ext>
                </a:extLst>
              </p:cNvPr>
              <p:cNvSpPr txBox="1">
                <a:spLocks noGrp="1" noRot="1" noMove="1" noResize="1" noEditPoints="1" noAdjustHandles="1" noChangeArrowheads="1" noChangeShapeType="1"/>
              </p:cNvSpPr>
              <p:nvPr/>
            </p:nvSpPr>
            <p:spPr>
              <a:xfrm>
                <a:off x="5299928" y="7032151"/>
                <a:ext cx="400555" cy="830228"/>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119" name="AutoShape 130">
                <a:extLst>
                  <a:ext uri="{FF2B5EF4-FFF2-40B4-BE49-F238E27FC236}">
                    <a16:creationId xmlns:a16="http://schemas.microsoft.com/office/drawing/2014/main" id="{9A334202-07F4-5A3F-6BDD-C92B26E2B6CB}"/>
                  </a:ext>
                </a:extLst>
              </p:cNvPr>
              <p:cNvSpPr>
                <a:spLocks noGrp="1" noRot="1" noMove="1" noResize="1" noEditPoints="1" noAdjustHandles="1" noChangeArrowheads="1" noChangeShapeType="1"/>
              </p:cNvSpPr>
              <p:nvPr/>
            </p:nvSpPr>
            <p:spPr>
              <a:xfrm flipH="1">
                <a:off x="5217605" y="7512416"/>
                <a:ext cx="565200" cy="0"/>
              </a:xfrm>
              <a:prstGeom prst="line">
                <a:avLst/>
              </a:prstGeom>
              <a:ln w="25400" cap="flat">
                <a:solidFill>
                  <a:srgbClr val="000000"/>
                </a:solidFill>
                <a:prstDash val="solid"/>
                <a:headEnd type="none" w="sm" len="sm"/>
                <a:tailEnd type="none" w="sm" len="sm"/>
              </a:ln>
            </p:spPr>
            <p:txBody>
              <a:bodyPr/>
              <a:lstStyle/>
              <a:p>
                <a:endParaRPr lang="en-AU" sz="1600"/>
              </a:p>
            </p:txBody>
          </p:sp>
          <p:sp>
            <p:nvSpPr>
              <p:cNvPr id="120" name="TextBox 131">
                <a:extLst>
                  <a:ext uri="{FF2B5EF4-FFF2-40B4-BE49-F238E27FC236}">
                    <a16:creationId xmlns:a16="http://schemas.microsoft.com/office/drawing/2014/main" id="{9D6E6E4B-7DDD-2663-041F-9190DB81D7EA}"/>
                  </a:ext>
                </a:extLst>
              </p:cNvPr>
              <p:cNvSpPr txBox="1">
                <a:spLocks noGrp="1" noRot="1" noMove="1" noResize="1" noEditPoints="1" noAdjustHandles="1" noChangeArrowheads="1" noChangeShapeType="1"/>
              </p:cNvSpPr>
              <p:nvPr/>
            </p:nvSpPr>
            <p:spPr>
              <a:xfrm>
                <a:off x="6031301" y="7032151"/>
                <a:ext cx="400555" cy="830228"/>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121" name="AutoShape 132">
                <a:extLst>
                  <a:ext uri="{FF2B5EF4-FFF2-40B4-BE49-F238E27FC236}">
                    <a16:creationId xmlns:a16="http://schemas.microsoft.com/office/drawing/2014/main" id="{1F95CD07-9300-2338-9F1F-ADB38409F578}"/>
                  </a:ext>
                </a:extLst>
              </p:cNvPr>
              <p:cNvSpPr>
                <a:spLocks noGrp="1" noRot="1" noMove="1" noResize="1" noEditPoints="1" noAdjustHandles="1" noChangeArrowheads="1" noChangeShapeType="1"/>
              </p:cNvSpPr>
              <p:nvPr/>
            </p:nvSpPr>
            <p:spPr>
              <a:xfrm flipH="1">
                <a:off x="5948978" y="7548574"/>
                <a:ext cx="565200" cy="0"/>
              </a:xfrm>
              <a:prstGeom prst="line">
                <a:avLst/>
              </a:prstGeom>
              <a:ln w="12700" cap="flat">
                <a:solidFill>
                  <a:srgbClr val="000000"/>
                </a:solidFill>
                <a:prstDash val="solid"/>
                <a:headEnd type="none" w="sm" len="sm"/>
                <a:tailEnd type="none" w="sm" len="sm"/>
              </a:ln>
            </p:spPr>
            <p:txBody>
              <a:bodyPr/>
              <a:lstStyle/>
              <a:p>
                <a:endParaRPr lang="en-AU" sz="1600"/>
              </a:p>
            </p:txBody>
          </p:sp>
          <p:sp>
            <p:nvSpPr>
              <p:cNvPr id="122" name="TextBox 133">
                <a:extLst>
                  <a:ext uri="{FF2B5EF4-FFF2-40B4-BE49-F238E27FC236}">
                    <a16:creationId xmlns:a16="http://schemas.microsoft.com/office/drawing/2014/main" id="{379A9FA2-F2DE-2E22-A05C-F731B5373284}"/>
                  </a:ext>
                </a:extLst>
              </p:cNvPr>
              <p:cNvSpPr txBox="1">
                <a:spLocks noGrp="1" noRot="1" noMove="1" noResize="1" noEditPoints="1" noAdjustHandles="1" noChangeArrowheads="1" noChangeShapeType="1"/>
              </p:cNvSpPr>
              <p:nvPr/>
            </p:nvSpPr>
            <p:spPr>
              <a:xfrm>
                <a:off x="6762674" y="7038587"/>
                <a:ext cx="400555" cy="830228"/>
              </a:xfrm>
              <a:prstGeom prst="rect">
                <a:avLst/>
              </a:prstGeom>
            </p:spPr>
            <p:txBody>
              <a:bodyPr lIns="0" tIns="0" rIns="0" bIns="0" rtlCol="0" anchor="t">
                <a:spAutoFit/>
              </a:bodyPr>
              <a:lstStyle/>
              <a:p>
                <a:pPr algn="ctr">
                  <a:lnSpc>
                    <a:spcPts val="3469"/>
                  </a:lnSpc>
                </a:pPr>
                <a:r>
                  <a:rPr lang="en-US" sz="1800">
                    <a:solidFill>
                      <a:srgbClr val="000000"/>
                    </a:solidFill>
                    <a:latin typeface="Dreaming Outloud Sans"/>
                    <a:ea typeface="Dreaming Outloud Sans"/>
                    <a:cs typeface="Dreaming Outloud Sans"/>
                    <a:sym typeface="Dreaming Outloud Sans"/>
                  </a:rPr>
                  <a:t>1</a:t>
                </a:r>
              </a:p>
              <a:p>
                <a:pPr algn="ctr">
                  <a:lnSpc>
                    <a:spcPts val="1238"/>
                  </a:lnSpc>
                </a:pPr>
                <a:r>
                  <a:rPr lang="en-US" sz="1800">
                    <a:solidFill>
                      <a:srgbClr val="000000"/>
                    </a:solidFill>
                    <a:latin typeface="Dreaming Outloud Sans"/>
                    <a:ea typeface="Dreaming Outloud Sans"/>
                    <a:cs typeface="Dreaming Outloud Sans"/>
                    <a:sym typeface="Dreaming Outloud Sans"/>
                  </a:rPr>
                  <a:t>10</a:t>
                </a:r>
              </a:p>
            </p:txBody>
          </p:sp>
          <p:sp>
            <p:nvSpPr>
              <p:cNvPr id="123" name="AutoShape 134">
                <a:extLst>
                  <a:ext uri="{FF2B5EF4-FFF2-40B4-BE49-F238E27FC236}">
                    <a16:creationId xmlns:a16="http://schemas.microsoft.com/office/drawing/2014/main" id="{4DBC6A72-0C4C-9F17-7BC7-707F8D143D32}"/>
                  </a:ext>
                </a:extLst>
              </p:cNvPr>
              <p:cNvSpPr>
                <a:spLocks noGrp="1" noRot="1" noMove="1" noResize="1" noEditPoints="1" noAdjustHandles="1" noChangeArrowheads="1" noChangeShapeType="1"/>
              </p:cNvSpPr>
              <p:nvPr/>
            </p:nvSpPr>
            <p:spPr>
              <a:xfrm flipH="1">
                <a:off x="6680351" y="7548984"/>
                <a:ext cx="565200" cy="0"/>
              </a:xfrm>
              <a:prstGeom prst="line">
                <a:avLst/>
              </a:prstGeom>
              <a:ln w="12700" cap="flat">
                <a:solidFill>
                  <a:srgbClr val="000000"/>
                </a:solidFill>
                <a:prstDash val="solid"/>
                <a:headEnd type="none" w="sm" len="sm"/>
                <a:tailEnd type="none" w="sm" len="sm"/>
              </a:ln>
            </p:spPr>
            <p:txBody>
              <a:bodyPr/>
              <a:lstStyle/>
              <a:p>
                <a:endParaRPr lang="en-AU" sz="1600"/>
              </a:p>
            </p:txBody>
          </p:sp>
        </p:grpSp>
        <p:grpSp>
          <p:nvGrpSpPr>
            <p:cNvPr id="309" name="Group 304">
              <a:extLst>
                <a:ext uri="{FF2B5EF4-FFF2-40B4-BE49-F238E27FC236}">
                  <a16:creationId xmlns:a16="http://schemas.microsoft.com/office/drawing/2014/main" id="{2BD75007-C995-F127-784B-443ECEEC42FA}"/>
                </a:ext>
              </a:extLst>
            </p:cNvPr>
            <p:cNvGrpSpPr>
              <a:grpSpLocks noGrp="1" noUngrp="1" noRot="1" noMove="1" noResize="1"/>
            </p:cNvGrpSpPr>
            <p:nvPr/>
          </p:nvGrpSpPr>
          <p:grpSpPr>
            <a:xfrm>
              <a:off x="2951371" y="1648414"/>
              <a:ext cx="2745976" cy="700715"/>
              <a:chOff x="0" y="0"/>
              <a:chExt cx="1191451" cy="324631"/>
            </a:xfrm>
          </p:grpSpPr>
          <p:sp>
            <p:nvSpPr>
              <p:cNvPr id="310" name="Freeform 305">
                <a:extLst>
                  <a:ext uri="{FF2B5EF4-FFF2-40B4-BE49-F238E27FC236}">
                    <a16:creationId xmlns:a16="http://schemas.microsoft.com/office/drawing/2014/main" id="{E544D1C1-055A-8398-41E8-3349DDC6467C}"/>
                  </a:ext>
                </a:extLst>
              </p:cNvPr>
              <p:cNvSpPr>
                <a:spLocks noGrp="1" noRot="1" noMove="1" noResize="1" noEditPoints="1" noAdjustHandles="1" noChangeArrowheads="1" noChangeShapeType="1"/>
              </p:cNvSpPr>
              <p:nvPr/>
            </p:nvSpPr>
            <p:spPr>
              <a:xfrm>
                <a:off x="0" y="0"/>
                <a:ext cx="1191451" cy="324631"/>
              </a:xfrm>
              <a:custGeom>
                <a:avLst/>
                <a:gdLst/>
                <a:ahLst/>
                <a:cxnLst/>
                <a:rect l="l" t="t" r="r" b="b"/>
                <a:pathLst>
                  <a:path w="1191451" h="324631">
                    <a:moveTo>
                      <a:pt x="0" y="0"/>
                    </a:moveTo>
                    <a:lnTo>
                      <a:pt x="1191451" y="0"/>
                    </a:lnTo>
                    <a:lnTo>
                      <a:pt x="1191451" y="324631"/>
                    </a:lnTo>
                    <a:lnTo>
                      <a:pt x="0" y="324631"/>
                    </a:lnTo>
                    <a:close/>
                  </a:path>
                </a:pathLst>
              </a:custGeom>
              <a:solidFill>
                <a:srgbClr val="FFFFFF"/>
              </a:solidFill>
            </p:spPr>
            <p:txBody>
              <a:bodyPr/>
              <a:lstStyle/>
              <a:p>
                <a:endParaRPr lang="en-AU" sz="1600"/>
              </a:p>
            </p:txBody>
          </p:sp>
          <p:sp>
            <p:nvSpPr>
              <p:cNvPr id="311" name="TextBox 306">
                <a:extLst>
                  <a:ext uri="{FF2B5EF4-FFF2-40B4-BE49-F238E27FC236}">
                    <a16:creationId xmlns:a16="http://schemas.microsoft.com/office/drawing/2014/main" id="{76D52361-41DA-1622-2890-44F185A79D6F}"/>
                  </a:ext>
                </a:extLst>
              </p:cNvPr>
              <p:cNvSpPr txBox="1">
                <a:spLocks noGrp="1" noRot="1" noMove="1" noResize="1" noEditPoints="1" noAdjustHandles="1" noChangeArrowheads="1" noChangeShapeType="1"/>
              </p:cNvSpPr>
              <p:nvPr/>
            </p:nvSpPr>
            <p:spPr>
              <a:xfrm>
                <a:off x="0" y="-38100"/>
                <a:ext cx="1191451" cy="362731"/>
              </a:xfrm>
              <a:prstGeom prst="rect">
                <a:avLst/>
              </a:prstGeom>
            </p:spPr>
            <p:txBody>
              <a:bodyPr lIns="41959" tIns="41959" rIns="41959" bIns="41959" rtlCol="0" anchor="ctr"/>
              <a:lstStyle/>
              <a:p>
                <a:pPr algn="ctr">
                  <a:lnSpc>
                    <a:spcPts val="1552"/>
                  </a:lnSpc>
                </a:pPr>
                <a:endParaRPr sz="1600"/>
              </a:p>
            </p:txBody>
          </p:sp>
        </p:grpSp>
        <p:grpSp>
          <p:nvGrpSpPr>
            <p:cNvPr id="312" name="Group 307">
              <a:extLst>
                <a:ext uri="{FF2B5EF4-FFF2-40B4-BE49-F238E27FC236}">
                  <a16:creationId xmlns:a16="http://schemas.microsoft.com/office/drawing/2014/main" id="{09D07767-61F9-1BD4-164B-DD0C7890F28B}"/>
                </a:ext>
              </a:extLst>
            </p:cNvPr>
            <p:cNvGrpSpPr>
              <a:grpSpLocks noGrp="1" noUngrp="1" noRot="1" noMove="1" noResize="1"/>
            </p:cNvGrpSpPr>
            <p:nvPr/>
          </p:nvGrpSpPr>
          <p:grpSpPr>
            <a:xfrm>
              <a:off x="137136" y="2318210"/>
              <a:ext cx="1869819" cy="700715"/>
              <a:chOff x="0" y="0"/>
              <a:chExt cx="811296" cy="324631"/>
            </a:xfrm>
          </p:grpSpPr>
          <p:sp>
            <p:nvSpPr>
              <p:cNvPr id="313" name="Freeform 308">
                <a:extLst>
                  <a:ext uri="{FF2B5EF4-FFF2-40B4-BE49-F238E27FC236}">
                    <a16:creationId xmlns:a16="http://schemas.microsoft.com/office/drawing/2014/main" id="{7B1263A5-E332-4D39-A010-A25EFCEC9621}"/>
                  </a:ext>
                </a:extLst>
              </p:cNvPr>
              <p:cNvSpPr>
                <a:spLocks noGrp="1" noRot="1" noMove="1" noResize="1" noEditPoints="1" noAdjustHandles="1" noChangeArrowheads="1" noChangeShapeType="1"/>
              </p:cNvSpPr>
              <p:nvPr/>
            </p:nvSpPr>
            <p:spPr>
              <a:xfrm>
                <a:off x="0" y="0"/>
                <a:ext cx="811296" cy="324631"/>
              </a:xfrm>
              <a:custGeom>
                <a:avLst/>
                <a:gdLst/>
                <a:ahLst/>
                <a:cxnLst/>
                <a:rect l="l" t="t" r="r" b="b"/>
                <a:pathLst>
                  <a:path w="811296" h="324631">
                    <a:moveTo>
                      <a:pt x="0" y="0"/>
                    </a:moveTo>
                    <a:lnTo>
                      <a:pt x="811296" y="0"/>
                    </a:lnTo>
                    <a:lnTo>
                      <a:pt x="811296" y="324631"/>
                    </a:lnTo>
                    <a:lnTo>
                      <a:pt x="0" y="324631"/>
                    </a:lnTo>
                    <a:close/>
                  </a:path>
                </a:pathLst>
              </a:custGeom>
              <a:solidFill>
                <a:srgbClr val="FFFFFF"/>
              </a:solidFill>
            </p:spPr>
            <p:txBody>
              <a:bodyPr/>
              <a:lstStyle/>
              <a:p>
                <a:endParaRPr lang="en-AU" sz="1600"/>
              </a:p>
            </p:txBody>
          </p:sp>
          <p:sp>
            <p:nvSpPr>
              <p:cNvPr id="314" name="TextBox 309">
                <a:extLst>
                  <a:ext uri="{FF2B5EF4-FFF2-40B4-BE49-F238E27FC236}">
                    <a16:creationId xmlns:a16="http://schemas.microsoft.com/office/drawing/2014/main" id="{77469A5C-424C-8779-2DE1-2019EC9DBD33}"/>
                  </a:ext>
                </a:extLst>
              </p:cNvPr>
              <p:cNvSpPr txBox="1">
                <a:spLocks noGrp="1" noRot="1" noMove="1" noResize="1" noEditPoints="1" noAdjustHandles="1" noChangeArrowheads="1" noChangeShapeType="1"/>
              </p:cNvSpPr>
              <p:nvPr/>
            </p:nvSpPr>
            <p:spPr>
              <a:xfrm>
                <a:off x="0" y="-38100"/>
                <a:ext cx="811296" cy="362731"/>
              </a:xfrm>
              <a:prstGeom prst="rect">
                <a:avLst/>
              </a:prstGeom>
            </p:spPr>
            <p:txBody>
              <a:bodyPr lIns="41959" tIns="41959" rIns="41959" bIns="41959" rtlCol="0" anchor="ctr"/>
              <a:lstStyle/>
              <a:p>
                <a:pPr algn="ctr">
                  <a:lnSpc>
                    <a:spcPts val="1552"/>
                  </a:lnSpc>
                </a:pPr>
                <a:endParaRPr sz="1600"/>
              </a:p>
            </p:txBody>
          </p:sp>
        </p:grpSp>
        <p:grpSp>
          <p:nvGrpSpPr>
            <p:cNvPr id="315" name="Group 310">
              <a:extLst>
                <a:ext uri="{FF2B5EF4-FFF2-40B4-BE49-F238E27FC236}">
                  <a16:creationId xmlns:a16="http://schemas.microsoft.com/office/drawing/2014/main" id="{964E391F-C340-90F8-5317-2CD775AACED6}"/>
                </a:ext>
              </a:extLst>
            </p:cNvPr>
            <p:cNvGrpSpPr>
              <a:grpSpLocks noGrp="1" noUngrp="1" noRot="1" noMove="1" noResize="1"/>
            </p:cNvGrpSpPr>
            <p:nvPr/>
          </p:nvGrpSpPr>
          <p:grpSpPr>
            <a:xfrm>
              <a:off x="1570466" y="3066398"/>
              <a:ext cx="2730605" cy="700715"/>
              <a:chOff x="0" y="0"/>
              <a:chExt cx="1184782" cy="324631"/>
            </a:xfrm>
          </p:grpSpPr>
          <p:sp>
            <p:nvSpPr>
              <p:cNvPr id="316" name="Freeform 311">
                <a:extLst>
                  <a:ext uri="{FF2B5EF4-FFF2-40B4-BE49-F238E27FC236}">
                    <a16:creationId xmlns:a16="http://schemas.microsoft.com/office/drawing/2014/main" id="{EAD5734F-EC1D-6E70-864D-754DD9D303BD}"/>
                  </a:ext>
                </a:extLst>
              </p:cNvPr>
              <p:cNvSpPr>
                <a:spLocks noGrp="1" noRot="1" noMove="1" noResize="1" noEditPoints="1" noAdjustHandles="1" noChangeArrowheads="1" noChangeShapeType="1"/>
              </p:cNvSpPr>
              <p:nvPr/>
            </p:nvSpPr>
            <p:spPr>
              <a:xfrm>
                <a:off x="0" y="0"/>
                <a:ext cx="1184782" cy="324631"/>
              </a:xfrm>
              <a:custGeom>
                <a:avLst/>
                <a:gdLst/>
                <a:ahLst/>
                <a:cxnLst/>
                <a:rect l="l" t="t" r="r" b="b"/>
                <a:pathLst>
                  <a:path w="1184782" h="324631">
                    <a:moveTo>
                      <a:pt x="0" y="0"/>
                    </a:moveTo>
                    <a:lnTo>
                      <a:pt x="1184782" y="0"/>
                    </a:lnTo>
                    <a:lnTo>
                      <a:pt x="1184782" y="324631"/>
                    </a:lnTo>
                    <a:lnTo>
                      <a:pt x="0" y="324631"/>
                    </a:lnTo>
                    <a:close/>
                  </a:path>
                </a:pathLst>
              </a:custGeom>
              <a:solidFill>
                <a:srgbClr val="FFFFFF"/>
              </a:solidFill>
            </p:spPr>
            <p:txBody>
              <a:bodyPr/>
              <a:lstStyle/>
              <a:p>
                <a:endParaRPr lang="en-AU" sz="1600"/>
              </a:p>
            </p:txBody>
          </p:sp>
          <p:sp>
            <p:nvSpPr>
              <p:cNvPr id="317" name="TextBox 312">
                <a:extLst>
                  <a:ext uri="{FF2B5EF4-FFF2-40B4-BE49-F238E27FC236}">
                    <a16:creationId xmlns:a16="http://schemas.microsoft.com/office/drawing/2014/main" id="{EB4A6D8F-CF0D-BE79-68C5-DC6496C56A0A}"/>
                  </a:ext>
                </a:extLst>
              </p:cNvPr>
              <p:cNvSpPr txBox="1">
                <a:spLocks noGrp="1" noRot="1" noMove="1" noResize="1" noEditPoints="1" noAdjustHandles="1" noChangeArrowheads="1" noChangeShapeType="1"/>
              </p:cNvSpPr>
              <p:nvPr/>
            </p:nvSpPr>
            <p:spPr>
              <a:xfrm>
                <a:off x="0" y="-38100"/>
                <a:ext cx="1184782" cy="362731"/>
              </a:xfrm>
              <a:prstGeom prst="rect">
                <a:avLst/>
              </a:prstGeom>
            </p:spPr>
            <p:txBody>
              <a:bodyPr lIns="41959" tIns="41959" rIns="41959" bIns="41959" rtlCol="0" anchor="ctr"/>
              <a:lstStyle/>
              <a:p>
                <a:pPr algn="ctr">
                  <a:lnSpc>
                    <a:spcPts val="1552"/>
                  </a:lnSpc>
                </a:pPr>
                <a:endParaRPr sz="1600"/>
              </a:p>
            </p:txBody>
          </p:sp>
        </p:grpSp>
        <p:grpSp>
          <p:nvGrpSpPr>
            <p:cNvPr id="318" name="Group 313">
              <a:extLst>
                <a:ext uri="{FF2B5EF4-FFF2-40B4-BE49-F238E27FC236}">
                  <a16:creationId xmlns:a16="http://schemas.microsoft.com/office/drawing/2014/main" id="{D33E9E60-6D31-F2BC-EC5D-1649840555C9}"/>
                </a:ext>
              </a:extLst>
            </p:cNvPr>
            <p:cNvGrpSpPr>
              <a:grpSpLocks noGrp="1" noUngrp="1" noRot="1" noMove="1" noResize="1"/>
            </p:cNvGrpSpPr>
            <p:nvPr/>
          </p:nvGrpSpPr>
          <p:grpSpPr>
            <a:xfrm>
              <a:off x="1302721" y="3787787"/>
              <a:ext cx="2166995" cy="700715"/>
              <a:chOff x="0" y="0"/>
              <a:chExt cx="940237" cy="324631"/>
            </a:xfrm>
          </p:grpSpPr>
          <p:sp>
            <p:nvSpPr>
              <p:cNvPr id="319" name="Freeform 314">
                <a:extLst>
                  <a:ext uri="{FF2B5EF4-FFF2-40B4-BE49-F238E27FC236}">
                    <a16:creationId xmlns:a16="http://schemas.microsoft.com/office/drawing/2014/main" id="{C83B507C-6A40-0241-E240-ACD2869A4BD8}"/>
                  </a:ext>
                </a:extLst>
              </p:cNvPr>
              <p:cNvSpPr>
                <a:spLocks noGrp="1" noRot="1" noMove="1" noResize="1" noEditPoints="1" noAdjustHandles="1" noChangeArrowheads="1" noChangeShapeType="1"/>
              </p:cNvSpPr>
              <p:nvPr/>
            </p:nvSpPr>
            <p:spPr>
              <a:xfrm>
                <a:off x="0" y="0"/>
                <a:ext cx="940237" cy="324631"/>
              </a:xfrm>
              <a:custGeom>
                <a:avLst/>
                <a:gdLst/>
                <a:ahLst/>
                <a:cxnLst/>
                <a:rect l="l" t="t" r="r" b="b"/>
                <a:pathLst>
                  <a:path w="940237" h="324631">
                    <a:moveTo>
                      <a:pt x="0" y="0"/>
                    </a:moveTo>
                    <a:lnTo>
                      <a:pt x="940237" y="0"/>
                    </a:lnTo>
                    <a:lnTo>
                      <a:pt x="940237" y="324631"/>
                    </a:lnTo>
                    <a:lnTo>
                      <a:pt x="0" y="324631"/>
                    </a:lnTo>
                    <a:close/>
                  </a:path>
                </a:pathLst>
              </a:custGeom>
              <a:solidFill>
                <a:srgbClr val="FFFFFF"/>
              </a:solidFill>
            </p:spPr>
            <p:txBody>
              <a:bodyPr/>
              <a:lstStyle/>
              <a:p>
                <a:endParaRPr lang="en-AU" sz="1600"/>
              </a:p>
            </p:txBody>
          </p:sp>
          <p:sp>
            <p:nvSpPr>
              <p:cNvPr id="320" name="TextBox 315">
                <a:extLst>
                  <a:ext uri="{FF2B5EF4-FFF2-40B4-BE49-F238E27FC236}">
                    <a16:creationId xmlns:a16="http://schemas.microsoft.com/office/drawing/2014/main" id="{8BAF6938-F9AC-A9D6-0BDA-42A00C4E4AD5}"/>
                  </a:ext>
                </a:extLst>
              </p:cNvPr>
              <p:cNvSpPr txBox="1">
                <a:spLocks noGrp="1" noRot="1" noMove="1" noResize="1" noEditPoints="1" noAdjustHandles="1" noChangeArrowheads="1" noChangeShapeType="1"/>
              </p:cNvSpPr>
              <p:nvPr/>
            </p:nvSpPr>
            <p:spPr>
              <a:xfrm>
                <a:off x="0" y="-38100"/>
                <a:ext cx="940237" cy="362731"/>
              </a:xfrm>
              <a:prstGeom prst="rect">
                <a:avLst/>
              </a:prstGeom>
            </p:spPr>
            <p:txBody>
              <a:bodyPr lIns="41959" tIns="41959" rIns="41959" bIns="41959" rtlCol="0" anchor="ctr"/>
              <a:lstStyle/>
              <a:p>
                <a:pPr algn="ctr">
                  <a:lnSpc>
                    <a:spcPts val="1552"/>
                  </a:lnSpc>
                </a:pPr>
                <a:endParaRPr sz="1600"/>
              </a:p>
            </p:txBody>
          </p:sp>
        </p:grpSp>
        <p:grpSp>
          <p:nvGrpSpPr>
            <p:cNvPr id="324" name="Group 319">
              <a:extLst>
                <a:ext uri="{FF2B5EF4-FFF2-40B4-BE49-F238E27FC236}">
                  <a16:creationId xmlns:a16="http://schemas.microsoft.com/office/drawing/2014/main" id="{9C8C2344-B0DD-862B-667D-D003DD7B3326}"/>
                </a:ext>
              </a:extLst>
            </p:cNvPr>
            <p:cNvGrpSpPr>
              <a:grpSpLocks noGrp="1" noUngrp="1" noRot="1" noMove="1" noResize="1"/>
            </p:cNvGrpSpPr>
            <p:nvPr/>
          </p:nvGrpSpPr>
          <p:grpSpPr>
            <a:xfrm>
              <a:off x="186043" y="5188579"/>
              <a:ext cx="2725481" cy="700715"/>
              <a:chOff x="0" y="0"/>
              <a:chExt cx="1182559" cy="324631"/>
            </a:xfrm>
          </p:grpSpPr>
          <p:sp>
            <p:nvSpPr>
              <p:cNvPr id="325" name="Freeform 320">
                <a:extLst>
                  <a:ext uri="{FF2B5EF4-FFF2-40B4-BE49-F238E27FC236}">
                    <a16:creationId xmlns:a16="http://schemas.microsoft.com/office/drawing/2014/main" id="{006D13F9-16DE-D3C7-294D-35D9B9553BA0}"/>
                  </a:ext>
                </a:extLst>
              </p:cNvPr>
              <p:cNvSpPr>
                <a:spLocks noGrp="1" noRot="1" noMove="1" noResize="1" noEditPoints="1" noAdjustHandles="1" noChangeArrowheads="1" noChangeShapeType="1"/>
              </p:cNvSpPr>
              <p:nvPr/>
            </p:nvSpPr>
            <p:spPr>
              <a:xfrm>
                <a:off x="0" y="0"/>
                <a:ext cx="1182559" cy="324631"/>
              </a:xfrm>
              <a:custGeom>
                <a:avLst/>
                <a:gdLst/>
                <a:ahLst/>
                <a:cxnLst/>
                <a:rect l="l" t="t" r="r" b="b"/>
                <a:pathLst>
                  <a:path w="1182559" h="324631">
                    <a:moveTo>
                      <a:pt x="0" y="0"/>
                    </a:moveTo>
                    <a:lnTo>
                      <a:pt x="1182559" y="0"/>
                    </a:lnTo>
                    <a:lnTo>
                      <a:pt x="1182559" y="324631"/>
                    </a:lnTo>
                    <a:lnTo>
                      <a:pt x="0" y="324631"/>
                    </a:lnTo>
                    <a:close/>
                  </a:path>
                </a:pathLst>
              </a:custGeom>
              <a:solidFill>
                <a:srgbClr val="FFFFFF"/>
              </a:solidFill>
            </p:spPr>
            <p:txBody>
              <a:bodyPr/>
              <a:lstStyle/>
              <a:p>
                <a:endParaRPr lang="en-AU" sz="1600"/>
              </a:p>
            </p:txBody>
          </p:sp>
          <p:sp>
            <p:nvSpPr>
              <p:cNvPr id="326" name="TextBox 321">
                <a:extLst>
                  <a:ext uri="{FF2B5EF4-FFF2-40B4-BE49-F238E27FC236}">
                    <a16:creationId xmlns:a16="http://schemas.microsoft.com/office/drawing/2014/main" id="{A654A537-AD3D-C604-5E21-29AF23F6AF0D}"/>
                  </a:ext>
                </a:extLst>
              </p:cNvPr>
              <p:cNvSpPr txBox="1">
                <a:spLocks noGrp="1" noRot="1" noMove="1" noResize="1" noEditPoints="1" noAdjustHandles="1" noChangeArrowheads="1" noChangeShapeType="1"/>
              </p:cNvSpPr>
              <p:nvPr/>
            </p:nvSpPr>
            <p:spPr>
              <a:xfrm>
                <a:off x="0" y="-38100"/>
                <a:ext cx="1182559" cy="362731"/>
              </a:xfrm>
              <a:prstGeom prst="rect">
                <a:avLst/>
              </a:prstGeom>
            </p:spPr>
            <p:txBody>
              <a:bodyPr lIns="41959" tIns="41959" rIns="41959" bIns="41959" rtlCol="0" anchor="ctr"/>
              <a:lstStyle/>
              <a:p>
                <a:pPr algn="ctr">
                  <a:lnSpc>
                    <a:spcPts val="1552"/>
                  </a:lnSpc>
                </a:pPr>
                <a:endParaRPr sz="1600"/>
              </a:p>
            </p:txBody>
          </p:sp>
        </p:grpSp>
        <p:grpSp>
          <p:nvGrpSpPr>
            <p:cNvPr id="327" name="Group 322">
              <a:extLst>
                <a:ext uri="{FF2B5EF4-FFF2-40B4-BE49-F238E27FC236}">
                  <a16:creationId xmlns:a16="http://schemas.microsoft.com/office/drawing/2014/main" id="{615FBACD-C5F5-9518-9A55-9D4779A37628}"/>
                </a:ext>
              </a:extLst>
            </p:cNvPr>
            <p:cNvGrpSpPr>
              <a:grpSpLocks noGrp="1" noUngrp="1" noRot="1" noMove="1" noResize="1"/>
            </p:cNvGrpSpPr>
            <p:nvPr/>
          </p:nvGrpSpPr>
          <p:grpSpPr>
            <a:xfrm>
              <a:off x="2027450" y="4497875"/>
              <a:ext cx="2715233" cy="700715"/>
              <a:chOff x="0" y="0"/>
              <a:chExt cx="1178112" cy="324631"/>
            </a:xfrm>
          </p:grpSpPr>
          <p:sp>
            <p:nvSpPr>
              <p:cNvPr id="328" name="Freeform 323">
                <a:extLst>
                  <a:ext uri="{FF2B5EF4-FFF2-40B4-BE49-F238E27FC236}">
                    <a16:creationId xmlns:a16="http://schemas.microsoft.com/office/drawing/2014/main" id="{49037EA9-5DC4-9EFF-704B-F389B36C6038}"/>
                  </a:ext>
                </a:extLst>
              </p:cNvPr>
              <p:cNvSpPr>
                <a:spLocks noGrp="1" noRot="1" noMove="1" noResize="1" noEditPoints="1" noAdjustHandles="1" noChangeArrowheads="1" noChangeShapeType="1"/>
              </p:cNvSpPr>
              <p:nvPr/>
            </p:nvSpPr>
            <p:spPr>
              <a:xfrm>
                <a:off x="0" y="0"/>
                <a:ext cx="1178112" cy="324631"/>
              </a:xfrm>
              <a:custGeom>
                <a:avLst/>
                <a:gdLst/>
                <a:ahLst/>
                <a:cxnLst/>
                <a:rect l="l" t="t" r="r" b="b"/>
                <a:pathLst>
                  <a:path w="1178112" h="324631">
                    <a:moveTo>
                      <a:pt x="0" y="0"/>
                    </a:moveTo>
                    <a:lnTo>
                      <a:pt x="1178112" y="0"/>
                    </a:lnTo>
                    <a:lnTo>
                      <a:pt x="1178112" y="324631"/>
                    </a:lnTo>
                    <a:lnTo>
                      <a:pt x="0" y="324631"/>
                    </a:lnTo>
                    <a:close/>
                  </a:path>
                </a:pathLst>
              </a:custGeom>
              <a:solidFill>
                <a:srgbClr val="FFFFFF"/>
              </a:solidFill>
            </p:spPr>
            <p:txBody>
              <a:bodyPr/>
              <a:lstStyle/>
              <a:p>
                <a:endParaRPr lang="en-AU" sz="1600"/>
              </a:p>
            </p:txBody>
          </p:sp>
          <p:sp>
            <p:nvSpPr>
              <p:cNvPr id="329" name="TextBox 324">
                <a:extLst>
                  <a:ext uri="{FF2B5EF4-FFF2-40B4-BE49-F238E27FC236}">
                    <a16:creationId xmlns:a16="http://schemas.microsoft.com/office/drawing/2014/main" id="{2DA30B1C-8EB2-8972-DA78-5CC26C2A5E8C}"/>
                  </a:ext>
                </a:extLst>
              </p:cNvPr>
              <p:cNvSpPr txBox="1">
                <a:spLocks noGrp="1" noRot="1" noMove="1" noResize="1" noEditPoints="1" noAdjustHandles="1" noChangeArrowheads="1" noChangeShapeType="1"/>
              </p:cNvSpPr>
              <p:nvPr/>
            </p:nvSpPr>
            <p:spPr>
              <a:xfrm>
                <a:off x="0" y="-38100"/>
                <a:ext cx="1178112" cy="362731"/>
              </a:xfrm>
              <a:prstGeom prst="rect">
                <a:avLst/>
              </a:prstGeom>
            </p:spPr>
            <p:txBody>
              <a:bodyPr lIns="41959" tIns="41959" rIns="41959" bIns="41959" rtlCol="0" anchor="ctr"/>
              <a:lstStyle/>
              <a:p>
                <a:pPr algn="ctr">
                  <a:lnSpc>
                    <a:spcPts val="1552"/>
                  </a:lnSpc>
                </a:pPr>
                <a:endParaRPr sz="1600"/>
              </a:p>
            </p:txBody>
          </p:sp>
        </p:grpSp>
        <p:grpSp>
          <p:nvGrpSpPr>
            <p:cNvPr id="330" name="Group 325">
              <a:extLst>
                <a:ext uri="{FF2B5EF4-FFF2-40B4-BE49-F238E27FC236}">
                  <a16:creationId xmlns:a16="http://schemas.microsoft.com/office/drawing/2014/main" id="{065876DC-8996-94EF-CD82-9495B6CDBD49}"/>
                </a:ext>
              </a:extLst>
            </p:cNvPr>
            <p:cNvGrpSpPr>
              <a:grpSpLocks noGrp="1" noUngrp="1" noRot="1" noMove="1" noResize="1"/>
            </p:cNvGrpSpPr>
            <p:nvPr/>
          </p:nvGrpSpPr>
          <p:grpSpPr>
            <a:xfrm>
              <a:off x="756000" y="5898667"/>
              <a:ext cx="1618757" cy="700715"/>
              <a:chOff x="0" y="0"/>
              <a:chExt cx="702362" cy="324631"/>
            </a:xfrm>
          </p:grpSpPr>
          <p:sp>
            <p:nvSpPr>
              <p:cNvPr id="331" name="Freeform 326">
                <a:extLst>
                  <a:ext uri="{FF2B5EF4-FFF2-40B4-BE49-F238E27FC236}">
                    <a16:creationId xmlns:a16="http://schemas.microsoft.com/office/drawing/2014/main" id="{18CA8A22-9B15-26E7-15B5-F9BC1D003F23}"/>
                  </a:ext>
                </a:extLst>
              </p:cNvPr>
              <p:cNvSpPr>
                <a:spLocks noGrp="1" noRot="1" noMove="1" noResize="1" noEditPoints="1" noAdjustHandles="1" noChangeArrowheads="1" noChangeShapeType="1"/>
              </p:cNvSpPr>
              <p:nvPr/>
            </p:nvSpPr>
            <p:spPr>
              <a:xfrm>
                <a:off x="0" y="0"/>
                <a:ext cx="702362" cy="324631"/>
              </a:xfrm>
              <a:custGeom>
                <a:avLst/>
                <a:gdLst/>
                <a:ahLst/>
                <a:cxnLst/>
                <a:rect l="l" t="t" r="r" b="b"/>
                <a:pathLst>
                  <a:path w="702362" h="324631">
                    <a:moveTo>
                      <a:pt x="0" y="0"/>
                    </a:moveTo>
                    <a:lnTo>
                      <a:pt x="702362" y="0"/>
                    </a:lnTo>
                    <a:lnTo>
                      <a:pt x="702362" y="324631"/>
                    </a:lnTo>
                    <a:lnTo>
                      <a:pt x="0" y="324631"/>
                    </a:lnTo>
                    <a:close/>
                  </a:path>
                </a:pathLst>
              </a:custGeom>
              <a:solidFill>
                <a:srgbClr val="FFFFFF"/>
              </a:solidFill>
            </p:spPr>
            <p:txBody>
              <a:bodyPr/>
              <a:lstStyle/>
              <a:p>
                <a:endParaRPr lang="en-AU" sz="1600"/>
              </a:p>
            </p:txBody>
          </p:sp>
          <p:sp>
            <p:nvSpPr>
              <p:cNvPr id="332" name="TextBox 327">
                <a:extLst>
                  <a:ext uri="{FF2B5EF4-FFF2-40B4-BE49-F238E27FC236}">
                    <a16:creationId xmlns:a16="http://schemas.microsoft.com/office/drawing/2014/main" id="{4B7F311B-5971-7DA0-C5F3-453B21D00398}"/>
                  </a:ext>
                </a:extLst>
              </p:cNvPr>
              <p:cNvSpPr txBox="1">
                <a:spLocks noGrp="1" noRot="1" noMove="1" noResize="1" noEditPoints="1" noAdjustHandles="1" noChangeArrowheads="1" noChangeShapeType="1"/>
              </p:cNvSpPr>
              <p:nvPr/>
            </p:nvSpPr>
            <p:spPr>
              <a:xfrm>
                <a:off x="0" y="-38100"/>
                <a:ext cx="702362" cy="362731"/>
              </a:xfrm>
              <a:prstGeom prst="rect">
                <a:avLst/>
              </a:prstGeom>
            </p:spPr>
            <p:txBody>
              <a:bodyPr lIns="41959" tIns="41959" rIns="41959" bIns="41959" rtlCol="0" anchor="ctr"/>
              <a:lstStyle/>
              <a:p>
                <a:pPr algn="ctr">
                  <a:lnSpc>
                    <a:spcPts val="1552"/>
                  </a:lnSpc>
                </a:pPr>
                <a:endParaRPr sz="1600"/>
              </a:p>
            </p:txBody>
          </p:sp>
        </p:grpSp>
        <p:grpSp>
          <p:nvGrpSpPr>
            <p:cNvPr id="333" name="Group 328">
              <a:extLst>
                <a:ext uri="{FF2B5EF4-FFF2-40B4-BE49-F238E27FC236}">
                  <a16:creationId xmlns:a16="http://schemas.microsoft.com/office/drawing/2014/main" id="{E13C2F8B-6E64-212F-410B-C446EAB31B11}"/>
                </a:ext>
              </a:extLst>
            </p:cNvPr>
            <p:cNvGrpSpPr>
              <a:grpSpLocks noGrp="1" noUngrp="1" noRot="1" noMove="1" noResize="1"/>
            </p:cNvGrpSpPr>
            <p:nvPr/>
          </p:nvGrpSpPr>
          <p:grpSpPr>
            <a:xfrm>
              <a:off x="3491693" y="5924067"/>
              <a:ext cx="1075642" cy="700715"/>
              <a:chOff x="0" y="0"/>
              <a:chExt cx="466710" cy="324631"/>
            </a:xfrm>
          </p:grpSpPr>
          <p:sp>
            <p:nvSpPr>
              <p:cNvPr id="334" name="Freeform 329">
                <a:extLst>
                  <a:ext uri="{FF2B5EF4-FFF2-40B4-BE49-F238E27FC236}">
                    <a16:creationId xmlns:a16="http://schemas.microsoft.com/office/drawing/2014/main" id="{D4BED1E2-0253-3BC2-1933-D5621FDEC315}"/>
                  </a:ext>
                </a:extLst>
              </p:cNvPr>
              <p:cNvSpPr>
                <a:spLocks noGrp="1" noRot="1" noMove="1" noResize="1" noEditPoints="1" noAdjustHandles="1" noChangeArrowheads="1" noChangeShapeType="1"/>
              </p:cNvSpPr>
              <p:nvPr/>
            </p:nvSpPr>
            <p:spPr>
              <a:xfrm>
                <a:off x="0" y="0"/>
                <a:ext cx="466710" cy="324631"/>
              </a:xfrm>
              <a:custGeom>
                <a:avLst/>
                <a:gdLst/>
                <a:ahLst/>
                <a:cxnLst/>
                <a:rect l="l" t="t" r="r" b="b"/>
                <a:pathLst>
                  <a:path w="466710" h="324631">
                    <a:moveTo>
                      <a:pt x="0" y="0"/>
                    </a:moveTo>
                    <a:lnTo>
                      <a:pt x="466710" y="0"/>
                    </a:lnTo>
                    <a:lnTo>
                      <a:pt x="466710" y="324631"/>
                    </a:lnTo>
                    <a:lnTo>
                      <a:pt x="0" y="324631"/>
                    </a:lnTo>
                    <a:close/>
                  </a:path>
                </a:pathLst>
              </a:custGeom>
              <a:solidFill>
                <a:srgbClr val="FFFFFF"/>
              </a:solidFill>
            </p:spPr>
            <p:txBody>
              <a:bodyPr/>
              <a:lstStyle/>
              <a:p>
                <a:endParaRPr lang="en-AU" sz="1600"/>
              </a:p>
            </p:txBody>
          </p:sp>
          <p:sp>
            <p:nvSpPr>
              <p:cNvPr id="335" name="TextBox 330">
                <a:extLst>
                  <a:ext uri="{FF2B5EF4-FFF2-40B4-BE49-F238E27FC236}">
                    <a16:creationId xmlns:a16="http://schemas.microsoft.com/office/drawing/2014/main" id="{FE008725-5203-2E06-7A23-6F023D34BF20}"/>
                  </a:ext>
                </a:extLst>
              </p:cNvPr>
              <p:cNvSpPr txBox="1">
                <a:spLocks noGrp="1" noRot="1" noMove="1" noResize="1" noEditPoints="1" noAdjustHandles="1" noChangeArrowheads="1" noChangeShapeType="1"/>
              </p:cNvSpPr>
              <p:nvPr/>
            </p:nvSpPr>
            <p:spPr>
              <a:xfrm>
                <a:off x="0" y="-38100"/>
                <a:ext cx="466710" cy="362731"/>
              </a:xfrm>
              <a:prstGeom prst="rect">
                <a:avLst/>
              </a:prstGeom>
            </p:spPr>
            <p:txBody>
              <a:bodyPr lIns="41959" tIns="41959" rIns="41959" bIns="41959" rtlCol="0" anchor="ctr"/>
              <a:lstStyle/>
              <a:p>
                <a:pPr algn="ctr">
                  <a:lnSpc>
                    <a:spcPts val="1552"/>
                  </a:lnSpc>
                </a:pPr>
                <a:endParaRPr sz="1600"/>
              </a:p>
            </p:txBody>
          </p:sp>
        </p:grpSp>
      </p:grpSp>
      <p:pic>
        <p:nvPicPr>
          <p:cNvPr id="4" name="Picture 3" descr="image of a head with cogs turning inside">
            <a:extLst>
              <a:ext uri="{FF2B5EF4-FFF2-40B4-BE49-F238E27FC236}">
                <a16:creationId xmlns:a16="http://schemas.microsoft.com/office/drawing/2014/main" id="{F450BC58-2A0D-EEE1-BA93-7DDAAACC64B7}"/>
              </a:ext>
            </a:extLst>
          </p:cNvPr>
          <p:cNvPicPr>
            <a:picLocks noChangeAspect="1"/>
          </p:cNvPicPr>
          <p:nvPr/>
        </p:nvPicPr>
        <p:blipFill>
          <a:blip r:embed="rId3"/>
          <a:stretch>
            <a:fillRect/>
          </a:stretch>
        </p:blipFill>
        <p:spPr>
          <a:xfrm>
            <a:off x="11223185" y="144166"/>
            <a:ext cx="720000" cy="856364"/>
          </a:xfrm>
          <a:prstGeom prst="rect">
            <a:avLst/>
          </a:prstGeom>
        </p:spPr>
      </p:pic>
    </p:spTree>
    <p:extLst>
      <p:ext uri="{BB962C8B-B14F-4D97-AF65-F5344CB8AC3E}">
        <p14:creationId xmlns:p14="http://schemas.microsoft.com/office/powerpoint/2010/main" val="35292911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48D470-C119-FE15-B585-7B00E3FC0E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38549DE-34BC-2932-4069-8C67AECD9A58}"/>
              </a:ext>
            </a:extLst>
          </p:cNvPr>
          <p:cNvSpPr>
            <a:spLocks noGrp="1"/>
          </p:cNvSpPr>
          <p:nvPr>
            <p:ph type="ctrTitle"/>
          </p:nvPr>
        </p:nvSpPr>
        <p:spPr/>
        <p:txBody>
          <a:bodyPr/>
          <a:lstStyle/>
          <a:p>
            <a:r>
              <a:rPr lang="en-AU">
                <a:latin typeface="+mj-lt"/>
                <a:cs typeface="Arial"/>
              </a:rPr>
              <a:t>Review of learning 4</a:t>
            </a:r>
            <a:endParaRPr lang="en-AU">
              <a:latin typeface="+mj-lt"/>
            </a:endParaRPr>
          </a:p>
        </p:txBody>
      </p:sp>
    </p:spTree>
    <p:extLst>
      <p:ext uri="{BB962C8B-B14F-4D97-AF65-F5344CB8AC3E}">
        <p14:creationId xmlns:p14="http://schemas.microsoft.com/office/powerpoint/2010/main" val="20977549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47EEB-F21E-045D-8ADE-B6DF797BBD6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CD3A27D-3714-AE5A-F3A7-8938A8312568}"/>
              </a:ext>
            </a:extLst>
          </p:cNvPr>
          <p:cNvSpPr>
            <a:spLocks noGrp="1"/>
          </p:cNvSpPr>
          <p:nvPr>
            <p:ph type="sldNum" sz="quarter" idx="12"/>
          </p:nvPr>
        </p:nvSpPr>
        <p:spPr/>
        <p:txBody>
          <a:bodyPr/>
          <a:lstStyle/>
          <a:p>
            <a:fld id="{10A01DC5-1685-4615-8240-15192985C6A2}" type="slidenum">
              <a:rPr lang="en-AU" smtClean="0"/>
              <a:t>26</a:t>
            </a:fld>
            <a:endParaRPr lang="en-AU"/>
          </a:p>
        </p:txBody>
      </p:sp>
      <p:sp>
        <p:nvSpPr>
          <p:cNvPr id="3" name="Title 2">
            <a:extLst>
              <a:ext uri="{FF2B5EF4-FFF2-40B4-BE49-F238E27FC236}">
                <a16:creationId xmlns:a16="http://schemas.microsoft.com/office/drawing/2014/main" id="{A7D4AB32-9AD3-7208-104F-40FDED38BA06}"/>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(2)</a:t>
            </a:r>
          </a:p>
        </p:txBody>
      </p:sp>
      <p:sp>
        <p:nvSpPr>
          <p:cNvPr id="7" name="Text Placeholder 6">
            <a:extLst>
              <a:ext uri="{FF2B5EF4-FFF2-40B4-BE49-F238E27FC236}">
                <a16:creationId xmlns:a16="http://schemas.microsoft.com/office/drawing/2014/main" id="{F060180D-91D5-EA06-E103-8B3688B0CE76}"/>
              </a:ext>
            </a:extLst>
          </p:cNvPr>
          <p:cNvSpPr>
            <a:spLocks noGrp="1"/>
          </p:cNvSpPr>
          <p:nvPr>
            <p:ph type="body" sz="quarter" idx="22"/>
          </p:nvPr>
        </p:nvSpPr>
        <p:spPr>
          <a:xfrm>
            <a:off x="474481" y="1355919"/>
            <a:ext cx="11243037" cy="2877133"/>
          </a:xfrm>
        </p:spPr>
        <p:txBody>
          <a:bodyPr vert="horz" lIns="0" tIns="0" rIns="0" bIns="0" rtlCol="0" anchor="t">
            <a:noAutofit/>
          </a:bodyPr>
          <a:lstStyle/>
          <a:p>
            <a:pPr algn="ctr"/>
            <a:r>
              <a:rPr lang="en-AU" sz="4400">
                <a:latin typeface="Arial"/>
                <a:cs typeface="Arial"/>
              </a:rPr>
              <a:t>Liam cuts a ribbon into 3 pieces. Each piece is the same length. Liam says he has </a:t>
            </a:r>
            <a:r>
              <a:rPr lang="en-AU" sz="4400" b="1">
                <a:latin typeface="Arial"/>
                <a:cs typeface="Arial"/>
              </a:rPr>
              <a:t>divided</a:t>
            </a:r>
            <a:r>
              <a:rPr lang="en-AU" sz="4400">
                <a:latin typeface="Arial"/>
                <a:cs typeface="Arial"/>
              </a:rPr>
              <a:t> the ribbon into </a:t>
            </a:r>
            <a:r>
              <a:rPr lang="en-AU" sz="4400" b="1">
                <a:latin typeface="Arial"/>
                <a:cs typeface="Arial"/>
              </a:rPr>
              <a:t>thirds</a:t>
            </a:r>
            <a:r>
              <a:rPr lang="en-AU" sz="4400">
                <a:latin typeface="Arial"/>
                <a:cs typeface="Arial"/>
              </a:rPr>
              <a:t>.</a:t>
            </a:r>
            <a:endParaRPr lang="en-US" sz="4400"/>
          </a:p>
        </p:txBody>
      </p:sp>
      <p:sp>
        <p:nvSpPr>
          <p:cNvPr id="4" name="Text Placeholder 11">
            <a:extLst>
              <a:ext uri="{FF2B5EF4-FFF2-40B4-BE49-F238E27FC236}">
                <a16:creationId xmlns:a16="http://schemas.microsoft.com/office/drawing/2014/main" id="{0349BF09-6F55-E125-B475-18E20F88B83B}"/>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graphicFrame>
        <p:nvGraphicFramePr>
          <p:cNvPr id="5" name="Table 4">
            <a:extLst>
              <a:ext uri="{FF2B5EF4-FFF2-40B4-BE49-F238E27FC236}">
                <a16:creationId xmlns:a16="http://schemas.microsoft.com/office/drawing/2014/main" id="{DB699691-98F7-EA8F-32F1-C06DC46C20B7}"/>
              </a:ext>
            </a:extLst>
          </p:cNvPr>
          <p:cNvGraphicFramePr>
            <a:graphicFrameLocks noGrp="1"/>
          </p:cNvGraphicFramePr>
          <p:nvPr>
            <p:extLst>
              <p:ext uri="{D42A27DB-BD31-4B8C-83A1-F6EECF244321}">
                <p14:modId xmlns:p14="http://schemas.microsoft.com/office/powerpoint/2010/main" val="2107344114"/>
              </p:ext>
            </p:extLst>
          </p:nvPr>
        </p:nvGraphicFramePr>
        <p:xfrm>
          <a:off x="2442981" y="4784173"/>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6" name="Picture 5" descr="image of a finger selecting an option for a multiple choice or true and false">
            <a:extLst>
              <a:ext uri="{FF2B5EF4-FFF2-40B4-BE49-F238E27FC236}">
                <a16:creationId xmlns:a16="http://schemas.microsoft.com/office/drawing/2014/main" id="{69530689-7807-BBD6-FD1B-040AA488A195}"/>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3938758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DEC9BF-5F7D-214B-1148-F6F0F6CD319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EC1B69-AE9B-3F77-A4B2-5F8F2302B7B4}"/>
              </a:ext>
            </a:extLst>
          </p:cNvPr>
          <p:cNvSpPr>
            <a:spLocks noGrp="1"/>
          </p:cNvSpPr>
          <p:nvPr>
            <p:ph type="sldNum" sz="quarter" idx="12"/>
          </p:nvPr>
        </p:nvSpPr>
        <p:spPr/>
        <p:txBody>
          <a:bodyPr/>
          <a:lstStyle/>
          <a:p>
            <a:fld id="{10A01DC5-1685-4615-8240-15192985C6A2}" type="slidenum">
              <a:rPr lang="en-AU" smtClean="0"/>
              <a:t>27</a:t>
            </a:fld>
            <a:endParaRPr lang="en-AU"/>
          </a:p>
        </p:txBody>
      </p:sp>
      <p:sp>
        <p:nvSpPr>
          <p:cNvPr id="3" name="Title 2">
            <a:extLst>
              <a:ext uri="{FF2B5EF4-FFF2-40B4-BE49-F238E27FC236}">
                <a16:creationId xmlns:a16="http://schemas.microsoft.com/office/drawing/2014/main" id="{B58B9408-BD93-F840-A268-57E14808F86B}"/>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(13))</a:t>
            </a:r>
          </a:p>
        </p:txBody>
      </p:sp>
      <mc:AlternateContent xmlns:mc="http://schemas.openxmlformats.org/markup-compatibility/2006" xmlns:a14="http://schemas.microsoft.com/office/drawing/2010/main">
        <mc:Choice Requires="a14">
          <p:sp>
            <p:nvSpPr>
              <p:cNvPr id="11" name="Picture Placeholder 10">
                <a:extLst>
                  <a:ext uri="{FF2B5EF4-FFF2-40B4-BE49-F238E27FC236}">
                    <a16:creationId xmlns:a16="http://schemas.microsoft.com/office/drawing/2014/main" id="{14C19D03-CFFF-C433-C478-7D603E7E945A}"/>
                  </a:ext>
                </a:extLst>
              </p:cNvPr>
              <p:cNvSpPr>
                <a:spLocks noGrp="1"/>
              </p:cNvSpPr>
              <p:nvPr>
                <p:ph type="pic" sz="quarter" idx="21"/>
              </p:nvPr>
            </p:nvSpPr>
            <p:spPr>
              <a:xfrm>
                <a:off x="360001" y="1184223"/>
                <a:ext cx="11243037" cy="4956501"/>
              </a:xfrm>
            </p:spPr>
            <p:txBody>
              <a:bodyPr/>
              <a:lstStyle/>
              <a:p>
                <a:pPr algn="ctr"/>
                <a:r>
                  <a:rPr lang="en-US" sz="4400">
                    <a:latin typeface="Arial"/>
                    <a:cs typeface="Arial"/>
                  </a:rPr>
                  <a:t>Answer the following true or false:</a:t>
                </a:r>
              </a:p>
              <a:p>
                <a:pPr marL="571500" indent="-571500" algn="ctr">
                  <a:buFont typeface="Arial" panose="020B0604020202020204" pitchFamily="34" charset="0"/>
                  <a:buChar char="•"/>
                </a:pP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3</m:t>
                        </m:r>
                      </m:den>
                    </m:f>
                  </m:oMath>
                </a14:m>
                <a:r>
                  <a:rPr lang="en-AU" sz="4400">
                    <a:latin typeface="Arial"/>
                    <a:cs typeface="Arial"/>
                  </a:rPr>
                  <a:t> </a:t>
                </a:r>
                <a:r>
                  <a:rPr lang="en-US" sz="4400">
                    <a:latin typeface="Arial"/>
                    <a:cs typeface="Arial"/>
                  </a:rPr>
                  <a:t>is less than </a:t>
                </a: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2</m:t>
                        </m:r>
                      </m:num>
                      <m:den>
                        <m:r>
                          <a:rPr lang="en-AU" sz="4400" b="0" i="1" smtClean="0">
                            <a:latin typeface="Cambria Math" panose="02040503050406030204" pitchFamily="18" charset="0"/>
                            <a:cs typeface="Arial"/>
                          </a:rPr>
                          <m:t>5</m:t>
                        </m:r>
                      </m:den>
                    </m:f>
                  </m:oMath>
                </a14:m>
                <a:endParaRPr lang="en-AU" sz="4400" b="0">
                  <a:latin typeface="Arial"/>
                  <a:cs typeface="Arial"/>
                </a:endParaRPr>
              </a:p>
              <a:p>
                <a:pPr marL="571500" indent="-571500" algn="ctr">
                  <a:buFont typeface="Arial" panose="020B0604020202020204" pitchFamily="34" charset="0"/>
                  <a:buChar char="•"/>
                </a:pP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3</m:t>
                        </m:r>
                      </m:den>
                    </m:f>
                  </m:oMath>
                </a14:m>
                <a:r>
                  <a:rPr lang="en-US" sz="4400">
                    <a:latin typeface="Arial"/>
                    <a:cs typeface="Arial"/>
                  </a:rPr>
                  <a:t> is larger than </a:t>
                </a: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5</m:t>
                        </m:r>
                      </m:den>
                    </m:f>
                  </m:oMath>
                </a14:m>
                <a:endParaRPr lang="en-AU" sz="4400" b="0">
                  <a:latin typeface="Arial"/>
                  <a:cs typeface="Arial"/>
                </a:endParaRPr>
              </a:p>
              <a:p>
                <a:pPr marL="571500" indent="-571500" algn="ctr">
                  <a:buFont typeface="Arial" panose="020B0604020202020204" pitchFamily="34" charset="0"/>
                  <a:buChar char="•"/>
                </a:pP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2</m:t>
                        </m:r>
                      </m:num>
                      <m:den>
                        <m:r>
                          <a:rPr lang="en-AU" sz="4400" b="0" i="1" smtClean="0">
                            <a:latin typeface="Cambria Math" panose="02040503050406030204" pitchFamily="18" charset="0"/>
                            <a:cs typeface="Arial"/>
                          </a:rPr>
                          <m:t>5</m:t>
                        </m:r>
                      </m:den>
                    </m:f>
                  </m:oMath>
                </a14:m>
                <a:r>
                  <a:rPr lang="en-US" sz="4400">
                    <a:latin typeface="Arial"/>
                    <a:cs typeface="Arial"/>
                  </a:rPr>
                  <a:t> is closer to </a:t>
                </a: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2</m:t>
                        </m:r>
                      </m:den>
                    </m:f>
                  </m:oMath>
                </a14:m>
                <a:r>
                  <a:rPr lang="en-AU" sz="4400">
                    <a:latin typeface="Arial"/>
                    <a:cs typeface="Arial"/>
                  </a:rPr>
                  <a:t> </a:t>
                </a:r>
                <a:r>
                  <a:rPr lang="en-US" sz="4400">
                    <a:latin typeface="Arial"/>
                    <a:cs typeface="Arial"/>
                  </a:rPr>
                  <a:t>than </a:t>
                </a:r>
                <a14:m>
                  <m:oMath xmlns:m="http://schemas.openxmlformats.org/officeDocument/2006/math">
                    <m:f>
                      <m:fPr>
                        <m:ctrlPr>
                          <a:rPr lang="en-AU" sz="4400" b="0" i="1" smtClean="0">
                            <a:latin typeface="Cambria Math" panose="02040503050406030204" pitchFamily="18" charset="0"/>
                            <a:cs typeface="Arial"/>
                          </a:rPr>
                        </m:ctrlPr>
                      </m:fPr>
                      <m:num>
                        <m:r>
                          <a:rPr lang="en-AU" sz="4400" b="0" i="1" smtClean="0">
                            <a:latin typeface="Cambria Math" panose="02040503050406030204" pitchFamily="18" charset="0"/>
                            <a:cs typeface="Arial"/>
                          </a:rPr>
                          <m:t>1</m:t>
                        </m:r>
                      </m:num>
                      <m:den>
                        <m:r>
                          <a:rPr lang="en-AU" sz="4400" b="0" i="1" smtClean="0">
                            <a:latin typeface="Cambria Math" panose="02040503050406030204" pitchFamily="18" charset="0"/>
                            <a:cs typeface="Arial"/>
                          </a:rPr>
                          <m:t>3</m:t>
                        </m:r>
                      </m:den>
                    </m:f>
                  </m:oMath>
                </a14:m>
                <a:endParaRPr lang="en-AU" sz="4400" b="0">
                  <a:latin typeface="Arial"/>
                  <a:cs typeface="Arial"/>
                </a:endParaRPr>
              </a:p>
              <a:p>
                <a:endParaRPr lang="en-US">
                  <a:latin typeface="Arial"/>
                  <a:cs typeface="Arial"/>
                </a:endParaRPr>
              </a:p>
            </p:txBody>
          </p:sp>
        </mc:Choice>
        <mc:Fallback xmlns="">
          <p:sp>
            <p:nvSpPr>
              <p:cNvPr id="11" name="Picture Placeholder 10">
                <a:extLst>
                  <a:ext uri="{FF2B5EF4-FFF2-40B4-BE49-F238E27FC236}">
                    <a16:creationId xmlns:a16="http://schemas.microsoft.com/office/drawing/2014/main" id="{14C19D03-CFFF-C433-C478-7D603E7E945A}"/>
                  </a:ext>
                </a:extLst>
              </p:cNvPr>
              <p:cNvSpPr>
                <a:spLocks noGrp="1" noRot="1" noChangeAspect="1" noMove="1" noResize="1" noEditPoints="1" noAdjustHandles="1" noChangeArrowheads="1" noChangeShapeType="1" noTextEdit="1"/>
              </p:cNvSpPr>
              <p:nvPr>
                <p:ph type="pic" sz="quarter" idx="21"/>
              </p:nvPr>
            </p:nvSpPr>
            <p:spPr>
              <a:xfrm>
                <a:off x="360001" y="1184223"/>
                <a:ext cx="11243037" cy="4956501"/>
              </a:xfrm>
              <a:blipFill>
                <a:blip r:embed="rId3"/>
                <a:stretch>
                  <a:fillRect b="-17097"/>
                </a:stretch>
              </a:blipFill>
            </p:spPr>
            <p:txBody>
              <a:bodyPr/>
              <a:lstStyle/>
              <a:p>
                <a:r>
                  <a:rPr lang="en-US">
                    <a:noFill/>
                  </a:rPr>
                  <a:t> </a:t>
                </a:r>
              </a:p>
            </p:txBody>
          </p:sp>
        </mc:Fallback>
      </mc:AlternateContent>
      <p:pic>
        <p:nvPicPr>
          <p:cNvPr id="4" name="Picture 3" descr="image of a clipboard with a pencil recording short answer responses">
            <a:extLst>
              <a:ext uri="{FF2B5EF4-FFF2-40B4-BE49-F238E27FC236}">
                <a16:creationId xmlns:a16="http://schemas.microsoft.com/office/drawing/2014/main" id="{6CBFAEF5-264E-AC66-53E9-1C49CB3F5B08}"/>
              </a:ext>
            </a:extLst>
          </p:cNvPr>
          <p:cNvPicPr>
            <a:picLocks noChangeAspect="1"/>
          </p:cNvPicPr>
          <p:nvPr/>
        </p:nvPicPr>
        <p:blipFill>
          <a:blip r:embed="rId4"/>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234193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06932C-EC37-B3ED-6E76-5D6F2C7FF6E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90D75EE-77E1-4439-0A95-55A48CB513CA}"/>
              </a:ext>
            </a:extLst>
          </p:cNvPr>
          <p:cNvSpPr>
            <a:spLocks noGrp="1"/>
          </p:cNvSpPr>
          <p:nvPr>
            <p:ph type="sldNum" sz="quarter" idx="12"/>
          </p:nvPr>
        </p:nvSpPr>
        <p:spPr/>
        <p:txBody>
          <a:bodyPr/>
          <a:lstStyle/>
          <a:p>
            <a:fld id="{10A01DC5-1685-4615-8240-15192985C6A2}" type="slidenum">
              <a:rPr lang="en-AU" smtClean="0"/>
              <a:t>28</a:t>
            </a:fld>
            <a:endParaRPr lang="en-AU"/>
          </a:p>
        </p:txBody>
      </p:sp>
      <p:sp>
        <p:nvSpPr>
          <p:cNvPr id="3" name="Title 2">
            <a:extLst>
              <a:ext uri="{FF2B5EF4-FFF2-40B4-BE49-F238E27FC236}">
                <a16:creationId xmlns:a16="http://schemas.microsoft.com/office/drawing/2014/main" id="{CBB4B7CA-693A-3F18-2EDC-EE94CBCA2F64}"/>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(14))</a:t>
            </a:r>
          </a:p>
        </p:txBody>
      </p:sp>
      <p:sp>
        <p:nvSpPr>
          <p:cNvPr id="11" name="Picture Placeholder 10">
            <a:extLst>
              <a:ext uri="{FF2B5EF4-FFF2-40B4-BE49-F238E27FC236}">
                <a16:creationId xmlns:a16="http://schemas.microsoft.com/office/drawing/2014/main" id="{2F913B4D-1682-BC3D-FA94-9742B9EAB2B6}"/>
              </a:ext>
            </a:extLst>
          </p:cNvPr>
          <p:cNvSpPr>
            <a:spLocks noGrp="1"/>
          </p:cNvSpPr>
          <p:nvPr>
            <p:ph type="pic" sz="quarter" idx="21"/>
          </p:nvPr>
        </p:nvSpPr>
        <p:spPr>
          <a:xfrm>
            <a:off x="360001" y="1184223"/>
            <a:ext cx="11243037" cy="4778392"/>
          </a:xfrm>
        </p:spPr>
        <p:txBody>
          <a:bodyPr/>
          <a:lstStyle/>
          <a:p>
            <a:pPr algn="ctr"/>
            <a:r>
              <a:rPr lang="en-US" sz="4400">
                <a:latin typeface="Arial"/>
                <a:cs typeface="Arial"/>
              </a:rPr>
              <a:t>$5 is the same as ______ cents.</a:t>
            </a:r>
          </a:p>
          <a:p>
            <a:pPr algn="ctr"/>
            <a:r>
              <a:rPr lang="en-US" sz="4400">
                <a:latin typeface="Arial"/>
                <a:cs typeface="Arial"/>
              </a:rPr>
              <a:t> 400 cents is the same as $_______.</a:t>
            </a:r>
          </a:p>
          <a:p>
            <a:pPr algn="ctr"/>
            <a:r>
              <a:rPr lang="en-US" sz="4400">
                <a:latin typeface="Arial"/>
                <a:cs typeface="Arial"/>
              </a:rPr>
              <a:t>$7.60 is the same as ______ cents.</a:t>
            </a:r>
          </a:p>
          <a:p>
            <a:pPr algn="ctr"/>
            <a:r>
              <a:rPr lang="en-US" sz="4400">
                <a:latin typeface="Arial"/>
                <a:cs typeface="Arial"/>
              </a:rPr>
              <a:t>300 cents is the same as $______.</a:t>
            </a:r>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B77B602D-A6DE-2C40-AE6F-710A01908253}"/>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26581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8D986D-6D17-4AF1-8968-0D0D4C44B90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A1E5DD1-AEBC-FDC0-6BF2-FB696E3A8062}"/>
              </a:ext>
            </a:extLst>
          </p:cNvPr>
          <p:cNvSpPr>
            <a:spLocks noGrp="1"/>
          </p:cNvSpPr>
          <p:nvPr>
            <p:ph type="sldNum" sz="quarter" idx="12"/>
          </p:nvPr>
        </p:nvSpPr>
        <p:spPr/>
        <p:txBody>
          <a:bodyPr/>
          <a:lstStyle/>
          <a:p>
            <a:fld id="{10A01DC5-1685-4615-8240-15192985C6A2}" type="slidenum">
              <a:rPr lang="en-AU" smtClean="0"/>
              <a:t>29</a:t>
            </a:fld>
            <a:endParaRPr lang="en-AU"/>
          </a:p>
        </p:txBody>
      </p:sp>
      <p:sp>
        <p:nvSpPr>
          <p:cNvPr id="3" name="Title 2">
            <a:extLst>
              <a:ext uri="{FF2B5EF4-FFF2-40B4-BE49-F238E27FC236}">
                <a16:creationId xmlns:a16="http://schemas.microsoft.com/office/drawing/2014/main" id="{1BA11519-040C-7679-15EE-A8789BC06BE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(15) </a:t>
            </a:r>
          </a:p>
        </p:txBody>
      </p:sp>
      <p:sp>
        <p:nvSpPr>
          <p:cNvPr id="11" name="Picture Placeholder 10">
            <a:extLst>
              <a:ext uri="{FF2B5EF4-FFF2-40B4-BE49-F238E27FC236}">
                <a16:creationId xmlns:a16="http://schemas.microsoft.com/office/drawing/2014/main" id="{352E0507-6E6B-EB8A-88E2-35DDFC075B74}"/>
              </a:ext>
            </a:extLst>
          </p:cNvPr>
          <p:cNvSpPr>
            <a:spLocks noGrp="1"/>
          </p:cNvSpPr>
          <p:nvPr>
            <p:ph type="pic" sz="quarter" idx="21"/>
          </p:nvPr>
        </p:nvSpPr>
        <p:spPr>
          <a:xfrm>
            <a:off x="360000" y="1184223"/>
            <a:ext cx="11243037" cy="4872594"/>
          </a:xfrm>
        </p:spPr>
        <p:txBody>
          <a:bodyPr/>
          <a:lstStyle/>
          <a:p>
            <a:pPr algn="ctr"/>
            <a:r>
              <a:rPr lang="en-AU" sz="3600">
                <a:latin typeface="Arial"/>
                <a:cs typeface="Arial"/>
              </a:rPr>
              <a:t>Order the following </a:t>
            </a:r>
            <a:r>
              <a:rPr lang="en-AU" sz="3600" b="1">
                <a:latin typeface="Arial"/>
                <a:cs typeface="Arial"/>
              </a:rPr>
              <a:t>lengths</a:t>
            </a:r>
            <a:r>
              <a:rPr lang="en-AU" sz="3600">
                <a:latin typeface="Arial"/>
                <a:cs typeface="Arial"/>
              </a:rPr>
              <a:t> from </a:t>
            </a:r>
            <a:r>
              <a:rPr lang="en-AU" sz="3600" b="1">
                <a:latin typeface="Arial"/>
                <a:cs typeface="Arial"/>
              </a:rPr>
              <a:t>longest</a:t>
            </a:r>
            <a:r>
              <a:rPr lang="en-AU" sz="3600">
                <a:latin typeface="Arial"/>
                <a:cs typeface="Arial"/>
              </a:rPr>
              <a:t> to </a:t>
            </a:r>
            <a:r>
              <a:rPr lang="en-AU" sz="3600" b="1">
                <a:latin typeface="Arial"/>
                <a:cs typeface="Arial"/>
              </a:rPr>
              <a:t>shortest</a:t>
            </a:r>
            <a:r>
              <a:rPr lang="en-AU" sz="3600">
                <a:latin typeface="Arial"/>
                <a:cs typeface="Arial"/>
              </a:rPr>
              <a:t>:</a:t>
            </a:r>
          </a:p>
          <a:p>
            <a:pPr marL="571500" indent="-571500" algn="ctr">
              <a:buFont typeface="Arial" panose="020B0604020202020204" pitchFamily="34" charset="0"/>
              <a:buChar char="•"/>
            </a:pPr>
            <a:r>
              <a:rPr lang="en-AU" sz="3600">
                <a:latin typeface="Arial"/>
                <a:cs typeface="Arial"/>
              </a:rPr>
              <a:t>295 cm</a:t>
            </a:r>
          </a:p>
          <a:p>
            <a:pPr marL="571500" indent="-571500" algn="ctr">
              <a:buFont typeface="Arial" panose="020B0604020202020204" pitchFamily="34" charset="0"/>
              <a:buChar char="•"/>
            </a:pPr>
            <a:r>
              <a:rPr lang="en-AU" sz="3600">
                <a:latin typeface="Arial"/>
                <a:cs typeface="Arial"/>
              </a:rPr>
              <a:t>3 m 5 cm</a:t>
            </a:r>
          </a:p>
          <a:p>
            <a:pPr marL="571500" indent="-571500" algn="ctr">
              <a:buFont typeface="Arial" panose="020B0604020202020204" pitchFamily="34" charset="0"/>
              <a:buChar char="•"/>
            </a:pPr>
            <a:r>
              <a:rPr lang="en-AU" sz="3600">
                <a:latin typeface="Arial"/>
                <a:cs typeface="Arial"/>
              </a:rPr>
              <a:t>375  cm</a:t>
            </a:r>
          </a:p>
          <a:p>
            <a:pPr marL="571500" indent="-571500" algn="ctr">
              <a:buFont typeface="Arial" panose="020B0604020202020204" pitchFamily="34" charset="0"/>
              <a:buChar char="•"/>
            </a:pPr>
            <a:r>
              <a:rPr lang="en-AU" sz="3600">
                <a:latin typeface="Arial"/>
                <a:cs typeface="Arial"/>
              </a:rPr>
              <a:t>1 m 95 cm</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26FF086C-E9B9-CA71-EB91-C0AC0EA37979}"/>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344726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165A73-E634-98E9-DB9B-0D0C734E9F85}"/>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DAE7550-980B-6F74-1F50-776AFA7A5FAF}"/>
              </a:ext>
            </a:extLst>
          </p:cNvPr>
          <p:cNvSpPr>
            <a:spLocks noGrp="1"/>
          </p:cNvSpPr>
          <p:nvPr>
            <p:ph type="sldNum" sz="quarter" idx="12"/>
          </p:nvPr>
        </p:nvSpPr>
        <p:spPr/>
        <p:txBody>
          <a:bodyPr/>
          <a:lstStyle/>
          <a:p>
            <a:fld id="{10A01DC5-1685-4615-8240-15192985C6A2}" type="slidenum">
              <a:rPr lang="en-AU" smtClean="0"/>
              <a:t>30</a:t>
            </a:fld>
            <a:endParaRPr lang="en-AU"/>
          </a:p>
        </p:txBody>
      </p:sp>
      <p:sp>
        <p:nvSpPr>
          <p:cNvPr id="3" name="Title 2">
            <a:extLst>
              <a:ext uri="{FF2B5EF4-FFF2-40B4-BE49-F238E27FC236}">
                <a16:creationId xmlns:a16="http://schemas.microsoft.com/office/drawing/2014/main" id="{EDF6C1BB-92D8-F3F1-FD83-E71E6EE5426B}"/>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(16)</a:t>
            </a:r>
          </a:p>
        </p:txBody>
      </p:sp>
      <p:sp>
        <p:nvSpPr>
          <p:cNvPr id="11" name="Picture Placeholder 10">
            <a:extLst>
              <a:ext uri="{FF2B5EF4-FFF2-40B4-BE49-F238E27FC236}">
                <a16:creationId xmlns:a16="http://schemas.microsoft.com/office/drawing/2014/main" id="{62E43AA6-EE50-7B61-E74B-D734C2893183}"/>
              </a:ext>
            </a:extLst>
          </p:cNvPr>
          <p:cNvSpPr>
            <a:spLocks noGrp="1"/>
          </p:cNvSpPr>
          <p:nvPr>
            <p:ph type="pic" sz="quarter" idx="21"/>
          </p:nvPr>
        </p:nvSpPr>
        <p:spPr>
          <a:xfrm>
            <a:off x="246024" y="1184223"/>
            <a:ext cx="11597975" cy="1920384"/>
          </a:xfrm>
        </p:spPr>
        <p:txBody>
          <a:bodyPr/>
          <a:lstStyle/>
          <a:p>
            <a:pPr algn="ctr"/>
            <a:r>
              <a:rPr lang="en-US" sz="4400" b="1">
                <a:latin typeface="Arial"/>
                <a:cs typeface="Arial"/>
              </a:rPr>
              <a:t>Estimate</a:t>
            </a:r>
            <a:r>
              <a:rPr lang="en-US" sz="4400">
                <a:latin typeface="Arial"/>
                <a:cs typeface="Arial"/>
              </a:rPr>
              <a:t> and then </a:t>
            </a:r>
            <a:r>
              <a:rPr lang="en-US" sz="4400" b="1">
                <a:latin typeface="Arial"/>
                <a:cs typeface="Arial"/>
              </a:rPr>
              <a:t>record</a:t>
            </a:r>
            <a:r>
              <a:rPr lang="en-US" sz="4400">
                <a:latin typeface="Arial"/>
                <a:cs typeface="Arial"/>
              </a:rPr>
              <a:t> the </a:t>
            </a:r>
            <a:r>
              <a:rPr lang="en-US" sz="4400" b="1">
                <a:latin typeface="Arial"/>
                <a:cs typeface="Arial"/>
              </a:rPr>
              <a:t>area</a:t>
            </a:r>
            <a:r>
              <a:rPr lang="en-US" sz="4400">
                <a:latin typeface="Arial"/>
                <a:cs typeface="Arial"/>
              </a:rPr>
              <a:t> of the following rectangle.</a:t>
            </a:r>
          </a:p>
          <a:p>
            <a:pPr algn="ctr"/>
            <a:endParaRPr lang="en-US"/>
          </a:p>
          <a:p>
            <a:endParaRPr lang="en-US" sz="4400">
              <a:latin typeface="Arial"/>
              <a:cs typeface="Arial"/>
            </a:endParaRPr>
          </a:p>
          <a:p>
            <a:endParaRPr lang="en-US" sz="4400">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0B7D3FC-8755-D8E4-D7AC-203728BDEE26}"/>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8" name="Picture 7" descr="Rectangle with a grid structure. Area is 63 square centimtres">
            <a:extLst>
              <a:ext uri="{FF2B5EF4-FFF2-40B4-BE49-F238E27FC236}">
                <a16:creationId xmlns:a16="http://schemas.microsoft.com/office/drawing/2014/main" id="{D1F3CC7A-EB10-C0F5-28D8-4A18CD9647F0}"/>
              </a:ext>
            </a:extLst>
          </p:cNvPr>
          <p:cNvPicPr>
            <a:picLocks noChangeAspect="1"/>
          </p:cNvPicPr>
          <p:nvPr/>
        </p:nvPicPr>
        <p:blipFill>
          <a:blip r:embed="rId4"/>
          <a:stretch>
            <a:fillRect/>
          </a:stretch>
        </p:blipFill>
        <p:spPr>
          <a:xfrm>
            <a:off x="3255818" y="3104607"/>
            <a:ext cx="5112327" cy="3304697"/>
          </a:xfrm>
          <a:prstGeom prst="rect">
            <a:avLst/>
          </a:prstGeom>
        </p:spPr>
      </p:pic>
    </p:spTree>
    <p:extLst>
      <p:ext uri="{BB962C8B-B14F-4D97-AF65-F5344CB8AC3E}">
        <p14:creationId xmlns:p14="http://schemas.microsoft.com/office/powerpoint/2010/main" val="4173883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420563-1813-1995-D32E-DDC6D9DE481E}"/>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5CEFD0F-F581-CFC5-D0D1-51A3B841FA11}"/>
              </a:ext>
            </a:extLst>
          </p:cNvPr>
          <p:cNvSpPr>
            <a:spLocks noGrp="1"/>
          </p:cNvSpPr>
          <p:nvPr>
            <p:ph type="sldNum" sz="quarter" idx="12"/>
          </p:nvPr>
        </p:nvSpPr>
        <p:spPr/>
        <p:txBody>
          <a:bodyPr/>
          <a:lstStyle/>
          <a:p>
            <a:fld id="{10A01DC5-1685-4615-8240-15192985C6A2}" type="slidenum">
              <a:rPr lang="en-AU" smtClean="0"/>
              <a:t>31</a:t>
            </a:fld>
            <a:endParaRPr lang="en-AU"/>
          </a:p>
        </p:txBody>
      </p:sp>
      <p:sp>
        <p:nvSpPr>
          <p:cNvPr id="3" name="Title 2">
            <a:extLst>
              <a:ext uri="{FF2B5EF4-FFF2-40B4-BE49-F238E27FC236}">
                <a16:creationId xmlns:a16="http://schemas.microsoft.com/office/drawing/2014/main" id="{678AF4BF-84AD-0971-5D0F-9FC03D181470}"/>
              </a:ext>
            </a:extLst>
          </p:cNvPr>
          <p:cNvSpPr>
            <a:spLocks noGrp="1"/>
          </p:cNvSpPr>
          <p:nvPr>
            <p:ph type="title"/>
          </p:nvPr>
        </p:nvSpPr>
        <p:spPr>
          <a:xfrm>
            <a:off x="360000" y="360000"/>
            <a:ext cx="11484000" cy="545601"/>
          </a:xfrm>
        </p:spPr>
        <p:txBody>
          <a:bodyPr/>
          <a:lstStyle/>
          <a:p>
            <a:r>
              <a:rPr lang="en-AU"/>
              <a:t>Activity 4 – Who is winning?</a:t>
            </a:r>
          </a:p>
        </p:txBody>
      </p:sp>
      <p:pic>
        <p:nvPicPr>
          <p:cNvPr id="5" name="Picture 4" descr="6 children running. Each student is labelled with their name and a fraction representing the distance of the race they have run.&#10;Aria 2/5&#10;Harry 1/2&#10;Luca 3/5&#10;Hannah 1/3&#10;Ahmed 4/5&#10;Angela 2/3.">
            <a:extLst>
              <a:ext uri="{FF2B5EF4-FFF2-40B4-BE49-F238E27FC236}">
                <a16:creationId xmlns:a16="http://schemas.microsoft.com/office/drawing/2014/main" id="{6D3CCC7B-CA6F-E19C-00C5-209DE5A005DB}"/>
              </a:ext>
            </a:extLst>
          </p:cNvPr>
          <p:cNvPicPr>
            <a:picLocks noChangeAspect="1"/>
          </p:cNvPicPr>
          <p:nvPr/>
        </p:nvPicPr>
        <p:blipFill rotWithShape="1">
          <a:blip r:embed="rId3"/>
          <a:srcRect t="12564"/>
          <a:stretch/>
        </p:blipFill>
        <p:spPr bwMode="auto">
          <a:xfrm>
            <a:off x="1612381" y="1089635"/>
            <a:ext cx="8518756" cy="5243128"/>
          </a:xfrm>
          <a:prstGeom prst="rect">
            <a:avLst/>
          </a:prstGeom>
          <a:ln>
            <a:noFill/>
          </a:ln>
          <a:extLst>
            <a:ext uri="{53640926-AAD7-44D8-BBD7-CCE9431645EC}">
              <a14:shadowObscured xmlns:a14="http://schemas.microsoft.com/office/drawing/2010/main"/>
            </a:ext>
          </a:extLst>
        </p:spPr>
      </p:pic>
      <p:pic>
        <p:nvPicPr>
          <p:cNvPr id="4" name="Picture 3" descr="image of a head with cogs turning inside">
            <a:extLst>
              <a:ext uri="{FF2B5EF4-FFF2-40B4-BE49-F238E27FC236}">
                <a16:creationId xmlns:a16="http://schemas.microsoft.com/office/drawing/2014/main" id="{1F6155F8-85A5-4C89-11B1-1565166D26FB}"/>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4233822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AA317-177A-AB71-ADCD-8AE5EF981A1A}"/>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9A12372-C1A2-E699-0EC6-99DCA1418796}"/>
              </a:ext>
            </a:extLst>
          </p:cNvPr>
          <p:cNvSpPr>
            <a:spLocks noGrp="1"/>
          </p:cNvSpPr>
          <p:nvPr>
            <p:ph type="ctrTitle"/>
          </p:nvPr>
        </p:nvSpPr>
        <p:spPr/>
        <p:txBody>
          <a:bodyPr/>
          <a:lstStyle/>
          <a:p>
            <a:r>
              <a:rPr lang="en-AU">
                <a:latin typeface="+mj-lt"/>
                <a:cs typeface="Arial"/>
              </a:rPr>
              <a:t>Review of learning 5</a:t>
            </a:r>
            <a:endParaRPr lang="en-AU">
              <a:latin typeface="+mj-lt"/>
            </a:endParaRPr>
          </a:p>
        </p:txBody>
      </p:sp>
    </p:spTree>
    <p:extLst>
      <p:ext uri="{BB962C8B-B14F-4D97-AF65-F5344CB8AC3E}">
        <p14:creationId xmlns:p14="http://schemas.microsoft.com/office/powerpoint/2010/main" val="2658045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98F811F-90F9-6EF5-D718-C527F19B166A}"/>
              </a:ext>
            </a:extLst>
          </p:cNvPr>
          <p:cNvSpPr>
            <a:spLocks noGrp="1"/>
          </p:cNvSpPr>
          <p:nvPr>
            <p:ph type="sldNum" sz="quarter" idx="12"/>
          </p:nvPr>
        </p:nvSpPr>
        <p:spPr/>
        <p:txBody>
          <a:bodyPr/>
          <a:lstStyle/>
          <a:p>
            <a:fld id="{10A01DC5-1685-4615-8240-15192985C6A2}" type="slidenum">
              <a:rPr lang="en-AU" smtClean="0"/>
              <a:t>33</a:t>
            </a:fld>
            <a:endParaRPr lang="en-AU"/>
          </a:p>
        </p:txBody>
      </p:sp>
      <p:sp>
        <p:nvSpPr>
          <p:cNvPr id="3" name="Title 2">
            <a:extLst>
              <a:ext uri="{FF2B5EF4-FFF2-40B4-BE49-F238E27FC236}">
                <a16:creationId xmlns:a16="http://schemas.microsoft.com/office/drawing/2014/main" id="{D9B1D917-5F10-1C03-2F91-16B7D7CFBF35}"/>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(3)</a:t>
            </a:r>
          </a:p>
        </p:txBody>
      </p:sp>
      <p:sp>
        <p:nvSpPr>
          <p:cNvPr id="16" name="Picture Placeholder 15">
            <a:extLst>
              <a:ext uri="{FF2B5EF4-FFF2-40B4-BE49-F238E27FC236}">
                <a16:creationId xmlns:a16="http://schemas.microsoft.com/office/drawing/2014/main" id="{63A3BB78-AEDF-9AFC-ED52-CA2DCA61D2C9}"/>
              </a:ext>
            </a:extLst>
          </p:cNvPr>
          <p:cNvSpPr>
            <a:spLocks noGrp="1"/>
          </p:cNvSpPr>
          <p:nvPr>
            <p:ph type="pic" sz="quarter" idx="22"/>
          </p:nvPr>
        </p:nvSpPr>
        <p:spPr>
          <a:xfrm>
            <a:off x="9371920" y="3987103"/>
            <a:ext cx="2226583" cy="1312255"/>
          </a:xfrm>
        </p:spPr>
        <p:txBody>
          <a:bodyPr/>
          <a:lstStyle/>
          <a:p>
            <a:pPr algn="ctr"/>
            <a:r>
              <a:rPr lang="en-AU" sz="3600">
                <a:latin typeface="Arial"/>
                <a:cs typeface="Arial"/>
              </a:rPr>
              <a:t> </a:t>
            </a:r>
            <a:endParaRPr lang="en-AU" sz="3600"/>
          </a:p>
        </p:txBody>
      </p:sp>
      <p:sp>
        <p:nvSpPr>
          <p:cNvPr id="18" name="Text Placeholder 17">
            <a:extLst>
              <a:ext uri="{FF2B5EF4-FFF2-40B4-BE49-F238E27FC236}">
                <a16:creationId xmlns:a16="http://schemas.microsoft.com/office/drawing/2014/main" id="{E8FE2C2C-AE76-908D-8B08-A054EB3D8479}"/>
              </a:ext>
            </a:extLst>
          </p:cNvPr>
          <p:cNvSpPr>
            <a:spLocks noGrp="1"/>
          </p:cNvSpPr>
          <p:nvPr>
            <p:ph type="body" sz="quarter" idx="24"/>
          </p:nvPr>
        </p:nvSpPr>
        <p:spPr>
          <a:xfrm>
            <a:off x="474481" y="3019582"/>
            <a:ext cx="11243037" cy="893226"/>
          </a:xfrm>
        </p:spPr>
        <p:txBody>
          <a:bodyPr vert="horz" lIns="0" tIns="0" rIns="0" bIns="0" rtlCol="0" anchor="t">
            <a:noAutofit/>
          </a:bodyPr>
          <a:lstStyle/>
          <a:p>
            <a:pPr algn="ctr"/>
            <a:r>
              <a:rPr lang="en-US" sz="2400">
                <a:latin typeface="Arial"/>
                <a:cs typeface="Arial"/>
              </a:rPr>
              <a:t>What are the related facts? </a:t>
            </a:r>
            <a:endParaRPr lang="en-US" sz="240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1337213367"/>
                  </p:ext>
                </p:extLst>
              </p:nvPr>
            </p:nvGraphicFramePr>
            <p:xfrm>
              <a:off x="360000" y="3429000"/>
              <a:ext cx="11484000" cy="335280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latin typeface="+mn-lt"/>
                              <a:cs typeface="Arial"/>
                            </a:rPr>
                            <a:t>4 x 7= 28</a:t>
                          </a:r>
                        </a:p>
                        <a:p>
                          <a:pPr algn="ctr"/>
                          <a:r>
                            <a:rPr lang="en-AU" sz="3200">
                              <a:latin typeface="+mn-lt"/>
                              <a:cs typeface="Arial"/>
                            </a:rPr>
                            <a:t>7 x 4 = 28</a:t>
                          </a:r>
                        </a:p>
                        <a:p>
                          <a:pPr algn="ctr"/>
                          <a:r>
                            <a:rPr lang="en-AU" sz="3200">
                              <a:latin typeface="+mn-lt"/>
                              <a:cs typeface="Arial"/>
                            </a:rPr>
                            <a:t>28</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4 = 7</a:t>
                          </a:r>
                        </a:p>
                        <a:p>
                          <a:pPr algn="ctr"/>
                          <a:r>
                            <a:rPr lang="en-AU" sz="3200" kern="1200">
                              <a:solidFill>
                                <a:schemeClr val="tx1"/>
                              </a:solidFill>
                              <a:latin typeface="+mn-lt"/>
                              <a:ea typeface="+mn-ea"/>
                              <a:cs typeface="Arial"/>
                            </a:rPr>
                            <a:t>28</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7 = 4 </a:t>
                          </a:r>
                        </a:p>
                        <a:p>
                          <a:pPr algn="ctr"/>
                          <a:endParaRPr lang="en-AU" sz="3200">
                            <a:latin typeface="+mn-lt"/>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4 x 8= 32</a:t>
                          </a:r>
                        </a:p>
                        <a:p>
                          <a:pPr algn="ctr"/>
                          <a:r>
                            <a:rPr lang="en-AU" sz="3200">
                              <a:latin typeface="+mn-lt"/>
                              <a:cs typeface="Arial"/>
                            </a:rPr>
                            <a:t>8 x 4 = 32</a:t>
                          </a:r>
                        </a:p>
                        <a:p>
                          <a:pPr algn="ctr"/>
                          <a:r>
                            <a:rPr lang="en-AU" sz="3200" kern="1200">
                              <a:solidFill>
                                <a:schemeClr val="tx1"/>
                              </a:solidFill>
                              <a:latin typeface="+mn-lt"/>
                              <a:ea typeface="+mn-ea"/>
                              <a:cs typeface="Arial"/>
                            </a:rPr>
                            <a:t>32</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4 = 8</a:t>
                          </a:r>
                        </a:p>
                        <a:p>
                          <a:pPr algn="ctr"/>
                          <a:r>
                            <a:rPr lang="en-AU" sz="3200" kern="1200">
                              <a:solidFill>
                                <a:schemeClr val="tx1"/>
                              </a:solidFill>
                              <a:latin typeface="+mn-lt"/>
                              <a:ea typeface="+mn-ea"/>
                              <a:cs typeface="Arial"/>
                            </a:rPr>
                            <a:t>32</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8 = 4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4 x 7= 25</a:t>
                          </a:r>
                        </a:p>
                        <a:p>
                          <a:pPr algn="ctr"/>
                          <a:r>
                            <a:rPr lang="en-AU" sz="3200">
                              <a:latin typeface="+mn-lt"/>
                              <a:cs typeface="Arial"/>
                            </a:rPr>
                            <a:t>7 x 4 = 25</a:t>
                          </a:r>
                        </a:p>
                        <a:p>
                          <a:pPr algn="ctr"/>
                          <a:r>
                            <a:rPr lang="en-AU" sz="3200">
                              <a:latin typeface="+mn-lt"/>
                              <a:cs typeface="Arial"/>
                            </a:rPr>
                            <a:t>25</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4 = 7</a:t>
                          </a:r>
                        </a:p>
                        <a:p>
                          <a:pPr algn="ctr"/>
                          <a:r>
                            <a:rPr lang="en-AU" sz="3200" kern="1200">
                              <a:solidFill>
                                <a:schemeClr val="tx1"/>
                              </a:solidFill>
                              <a:latin typeface="+mn-lt"/>
                              <a:ea typeface="+mn-ea"/>
                              <a:cs typeface="Arial"/>
                            </a:rPr>
                            <a:t>25</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7 = 4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3 x 7= 28</a:t>
                          </a:r>
                        </a:p>
                        <a:p>
                          <a:pPr algn="ctr"/>
                          <a:r>
                            <a:rPr lang="en-AU" sz="3200">
                              <a:latin typeface="+mn-lt"/>
                              <a:cs typeface="Arial"/>
                            </a:rPr>
                            <a:t>7 x 3 = 28</a:t>
                          </a:r>
                        </a:p>
                        <a:p>
                          <a:pPr algn="ctr"/>
                          <a:r>
                            <a:rPr lang="en-AU" sz="3200">
                              <a:latin typeface="+mn-lt"/>
                              <a:cs typeface="Arial"/>
                            </a:rPr>
                            <a:t>28 </a:t>
                          </a:r>
                          <a14:m>
                            <m:oMath xmlns:m="http://schemas.openxmlformats.org/officeDocument/2006/math">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3 = 7</a:t>
                          </a:r>
                        </a:p>
                        <a:p>
                          <a:pPr algn="ctr"/>
                          <a:r>
                            <a:rPr lang="en-AU" sz="3200" kern="1200">
                              <a:solidFill>
                                <a:schemeClr val="tx1"/>
                              </a:solidFill>
                              <a:latin typeface="+mn-lt"/>
                              <a:ea typeface="+mn-ea"/>
                              <a:cs typeface="Arial"/>
                            </a:rPr>
                            <a:t>28</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7 = 4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4" name="Table 3">
                <a:extLst>
                  <a:ext uri="{FF2B5EF4-FFF2-40B4-BE49-F238E27FC236}">
                    <a16:creationId xmlns:a16="http://schemas.microsoft.com/office/drawing/2014/main" id="{35E5AB9F-F464-7892-DE49-02CB519550E6}"/>
                  </a:ext>
                </a:extLst>
              </p:cNvPr>
              <p:cNvGraphicFramePr>
                <a:graphicFrameLocks noGrp="1"/>
              </p:cNvGraphicFramePr>
              <p:nvPr>
                <p:extLst>
                  <p:ext uri="{D42A27DB-BD31-4B8C-83A1-F6EECF244321}">
                    <p14:modId xmlns:p14="http://schemas.microsoft.com/office/powerpoint/2010/main" val="1337213367"/>
                  </p:ext>
                </p:extLst>
              </p:nvPr>
            </p:nvGraphicFramePr>
            <p:xfrm>
              <a:off x="360000" y="3429000"/>
              <a:ext cx="11484000" cy="335280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822960">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2529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7981" r="-3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0000" t="-37981" r="-2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00000" t="-37981"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00000" t="-37981"/>
                          </a:stretch>
                        </a:blipFill>
                      </a:tcPr>
                    </a:tc>
                    <a:extLst>
                      <a:ext uri="{0D108BD9-81ED-4DB2-BD59-A6C34878D82A}">
                        <a16:rowId xmlns:a16="http://schemas.microsoft.com/office/drawing/2014/main" val="505300166"/>
                      </a:ext>
                    </a:extLst>
                  </a:tr>
                </a:tbl>
              </a:graphicData>
            </a:graphic>
          </p:graphicFrame>
        </mc:Fallback>
      </mc:AlternateContent>
      <p:pic>
        <p:nvPicPr>
          <p:cNvPr id="5" name="Picture 4" descr="image of a finger selecting an option for a multiple choice or true and false">
            <a:extLst>
              <a:ext uri="{FF2B5EF4-FFF2-40B4-BE49-F238E27FC236}">
                <a16:creationId xmlns:a16="http://schemas.microsoft.com/office/drawing/2014/main" id="{A82A1270-19CB-992D-68A3-CD35F91982EE}"/>
              </a:ext>
            </a:extLst>
          </p:cNvPr>
          <p:cNvPicPr>
            <a:picLocks noChangeAspect="1"/>
          </p:cNvPicPr>
          <p:nvPr/>
        </p:nvPicPr>
        <p:blipFill>
          <a:blip r:embed="rId4"/>
          <a:stretch>
            <a:fillRect/>
          </a:stretch>
        </p:blipFill>
        <p:spPr>
          <a:xfrm>
            <a:off x="10807908" y="43303"/>
            <a:ext cx="1165786" cy="1140716"/>
          </a:xfrm>
          <a:prstGeom prst="rect">
            <a:avLst/>
          </a:prstGeom>
        </p:spPr>
      </p:pic>
      <p:grpSp>
        <p:nvGrpSpPr>
          <p:cNvPr id="8" name="Group 2" descr="4x7 array">
            <a:extLst>
              <a:ext uri="{FF2B5EF4-FFF2-40B4-BE49-F238E27FC236}">
                <a16:creationId xmlns:a16="http://schemas.microsoft.com/office/drawing/2014/main" id="{F7A3C399-0BD4-E12B-41C8-461695CA908D}"/>
              </a:ext>
            </a:extLst>
          </p:cNvPr>
          <p:cNvGrpSpPr/>
          <p:nvPr/>
        </p:nvGrpSpPr>
        <p:grpSpPr>
          <a:xfrm>
            <a:off x="4214431" y="854924"/>
            <a:ext cx="3534176" cy="2090363"/>
            <a:chOff x="0" y="0"/>
            <a:chExt cx="7244493" cy="4202654"/>
          </a:xfrm>
        </p:grpSpPr>
        <p:grpSp>
          <p:nvGrpSpPr>
            <p:cNvPr id="9" name="Group 3">
              <a:extLst>
                <a:ext uri="{FF2B5EF4-FFF2-40B4-BE49-F238E27FC236}">
                  <a16:creationId xmlns:a16="http://schemas.microsoft.com/office/drawing/2014/main" id="{B627A064-89BE-781B-3051-92009A2F0C88}"/>
                </a:ext>
              </a:extLst>
            </p:cNvPr>
            <p:cNvGrpSpPr/>
            <p:nvPr/>
          </p:nvGrpSpPr>
          <p:grpSpPr>
            <a:xfrm>
              <a:off x="0" y="0"/>
              <a:ext cx="905170" cy="905170"/>
              <a:chOff x="0" y="0"/>
              <a:chExt cx="812800" cy="812800"/>
            </a:xfrm>
          </p:grpSpPr>
          <p:sp>
            <p:nvSpPr>
              <p:cNvPr id="93" name="Freeform 4">
                <a:extLst>
                  <a:ext uri="{FF2B5EF4-FFF2-40B4-BE49-F238E27FC236}">
                    <a16:creationId xmlns:a16="http://schemas.microsoft.com/office/drawing/2014/main" id="{19E6D9FC-0685-60FD-6D04-33035BEEADA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94" name="TextBox 5">
                <a:extLst>
                  <a:ext uri="{FF2B5EF4-FFF2-40B4-BE49-F238E27FC236}">
                    <a16:creationId xmlns:a16="http://schemas.microsoft.com/office/drawing/2014/main" id="{5A2332DF-12E9-0976-C397-B1880233E178}"/>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0" name="Group 6">
              <a:extLst>
                <a:ext uri="{FF2B5EF4-FFF2-40B4-BE49-F238E27FC236}">
                  <a16:creationId xmlns:a16="http://schemas.microsoft.com/office/drawing/2014/main" id="{8EFC7368-7850-92AE-F550-41F949BE88C3}"/>
                </a:ext>
              </a:extLst>
            </p:cNvPr>
            <p:cNvGrpSpPr/>
            <p:nvPr/>
          </p:nvGrpSpPr>
          <p:grpSpPr>
            <a:xfrm>
              <a:off x="1056554" y="0"/>
              <a:ext cx="905170" cy="905170"/>
              <a:chOff x="0" y="0"/>
              <a:chExt cx="812800" cy="812800"/>
            </a:xfrm>
          </p:grpSpPr>
          <p:sp>
            <p:nvSpPr>
              <p:cNvPr id="91" name="Freeform 7">
                <a:extLst>
                  <a:ext uri="{FF2B5EF4-FFF2-40B4-BE49-F238E27FC236}">
                    <a16:creationId xmlns:a16="http://schemas.microsoft.com/office/drawing/2014/main" id="{6ECCBA91-8F1E-EB01-BD52-5B5C5E4F26A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92" name="TextBox 8">
                <a:extLst>
                  <a:ext uri="{FF2B5EF4-FFF2-40B4-BE49-F238E27FC236}">
                    <a16:creationId xmlns:a16="http://schemas.microsoft.com/office/drawing/2014/main" id="{BCC3455E-86A8-64A7-F5B8-D5B21A0A92B8}"/>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1" name="Group 9">
              <a:extLst>
                <a:ext uri="{FF2B5EF4-FFF2-40B4-BE49-F238E27FC236}">
                  <a16:creationId xmlns:a16="http://schemas.microsoft.com/office/drawing/2014/main" id="{140FF963-F6D2-12E3-23B6-E0A89C7C023B}"/>
                </a:ext>
              </a:extLst>
            </p:cNvPr>
            <p:cNvGrpSpPr/>
            <p:nvPr/>
          </p:nvGrpSpPr>
          <p:grpSpPr>
            <a:xfrm>
              <a:off x="2113108" y="0"/>
              <a:ext cx="905170" cy="905170"/>
              <a:chOff x="0" y="0"/>
              <a:chExt cx="812800" cy="812800"/>
            </a:xfrm>
          </p:grpSpPr>
          <p:sp>
            <p:nvSpPr>
              <p:cNvPr id="89" name="Freeform 10">
                <a:extLst>
                  <a:ext uri="{FF2B5EF4-FFF2-40B4-BE49-F238E27FC236}">
                    <a16:creationId xmlns:a16="http://schemas.microsoft.com/office/drawing/2014/main" id="{6E44EDCF-B949-4A55-039C-A20235D3C1D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90" name="TextBox 11">
                <a:extLst>
                  <a:ext uri="{FF2B5EF4-FFF2-40B4-BE49-F238E27FC236}">
                    <a16:creationId xmlns:a16="http://schemas.microsoft.com/office/drawing/2014/main" id="{5A0BA77A-9FAA-652E-E14B-16F225E12C55}"/>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2" name="Group 12">
              <a:extLst>
                <a:ext uri="{FF2B5EF4-FFF2-40B4-BE49-F238E27FC236}">
                  <a16:creationId xmlns:a16="http://schemas.microsoft.com/office/drawing/2014/main" id="{2E244B9B-16BB-E829-4DC2-22E6E9E910D2}"/>
                </a:ext>
              </a:extLst>
            </p:cNvPr>
            <p:cNvGrpSpPr/>
            <p:nvPr/>
          </p:nvGrpSpPr>
          <p:grpSpPr>
            <a:xfrm>
              <a:off x="3169662" y="0"/>
              <a:ext cx="905170" cy="905170"/>
              <a:chOff x="0" y="0"/>
              <a:chExt cx="812800" cy="812800"/>
            </a:xfrm>
          </p:grpSpPr>
          <p:sp>
            <p:nvSpPr>
              <p:cNvPr id="87" name="Freeform 13">
                <a:extLst>
                  <a:ext uri="{FF2B5EF4-FFF2-40B4-BE49-F238E27FC236}">
                    <a16:creationId xmlns:a16="http://schemas.microsoft.com/office/drawing/2014/main" id="{3BBEB34E-325B-A27C-56EB-9D4F8DAA127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88" name="TextBox 14">
                <a:extLst>
                  <a:ext uri="{FF2B5EF4-FFF2-40B4-BE49-F238E27FC236}">
                    <a16:creationId xmlns:a16="http://schemas.microsoft.com/office/drawing/2014/main" id="{5FE650A1-4864-43C2-7051-DEA7E125833E}"/>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3" name="Group 15">
              <a:extLst>
                <a:ext uri="{FF2B5EF4-FFF2-40B4-BE49-F238E27FC236}">
                  <a16:creationId xmlns:a16="http://schemas.microsoft.com/office/drawing/2014/main" id="{766077E6-5DA8-C2BF-D17A-59BCE2DA1FC2}"/>
                </a:ext>
              </a:extLst>
            </p:cNvPr>
            <p:cNvGrpSpPr/>
            <p:nvPr/>
          </p:nvGrpSpPr>
          <p:grpSpPr>
            <a:xfrm>
              <a:off x="4226216" y="0"/>
              <a:ext cx="905170" cy="905170"/>
              <a:chOff x="0" y="0"/>
              <a:chExt cx="812800" cy="812800"/>
            </a:xfrm>
          </p:grpSpPr>
          <p:sp>
            <p:nvSpPr>
              <p:cNvPr id="85" name="Freeform 16">
                <a:extLst>
                  <a:ext uri="{FF2B5EF4-FFF2-40B4-BE49-F238E27FC236}">
                    <a16:creationId xmlns:a16="http://schemas.microsoft.com/office/drawing/2014/main" id="{47593F66-8F11-EC27-5784-943F5F6D76B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86" name="TextBox 17">
                <a:extLst>
                  <a:ext uri="{FF2B5EF4-FFF2-40B4-BE49-F238E27FC236}">
                    <a16:creationId xmlns:a16="http://schemas.microsoft.com/office/drawing/2014/main" id="{75A8CAF8-11A2-9F6B-5468-E5B638C7A26E}"/>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4" name="Group 18">
              <a:extLst>
                <a:ext uri="{FF2B5EF4-FFF2-40B4-BE49-F238E27FC236}">
                  <a16:creationId xmlns:a16="http://schemas.microsoft.com/office/drawing/2014/main" id="{1BFD0DA0-A5F2-CAC1-3CE0-CFF22D19A863}"/>
                </a:ext>
              </a:extLst>
            </p:cNvPr>
            <p:cNvGrpSpPr/>
            <p:nvPr/>
          </p:nvGrpSpPr>
          <p:grpSpPr>
            <a:xfrm>
              <a:off x="5282770" y="0"/>
              <a:ext cx="905170" cy="905170"/>
              <a:chOff x="0" y="0"/>
              <a:chExt cx="812800" cy="812800"/>
            </a:xfrm>
          </p:grpSpPr>
          <p:sp>
            <p:nvSpPr>
              <p:cNvPr id="83" name="Freeform 19">
                <a:extLst>
                  <a:ext uri="{FF2B5EF4-FFF2-40B4-BE49-F238E27FC236}">
                    <a16:creationId xmlns:a16="http://schemas.microsoft.com/office/drawing/2014/main" id="{F3555166-C47E-B913-72C5-420852CC606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84" name="TextBox 20">
                <a:extLst>
                  <a:ext uri="{FF2B5EF4-FFF2-40B4-BE49-F238E27FC236}">
                    <a16:creationId xmlns:a16="http://schemas.microsoft.com/office/drawing/2014/main" id="{80AB0F7F-1945-6E3F-DD93-4A679A754E4C}"/>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5" name="Group 21">
              <a:extLst>
                <a:ext uri="{FF2B5EF4-FFF2-40B4-BE49-F238E27FC236}">
                  <a16:creationId xmlns:a16="http://schemas.microsoft.com/office/drawing/2014/main" id="{664F9319-D6EF-3049-C900-6C65184F8F99}"/>
                </a:ext>
              </a:extLst>
            </p:cNvPr>
            <p:cNvGrpSpPr/>
            <p:nvPr/>
          </p:nvGrpSpPr>
          <p:grpSpPr>
            <a:xfrm>
              <a:off x="6339324" y="0"/>
              <a:ext cx="905170" cy="905170"/>
              <a:chOff x="0" y="0"/>
              <a:chExt cx="812800" cy="812800"/>
            </a:xfrm>
          </p:grpSpPr>
          <p:sp>
            <p:nvSpPr>
              <p:cNvPr id="81" name="Freeform 22">
                <a:extLst>
                  <a:ext uri="{FF2B5EF4-FFF2-40B4-BE49-F238E27FC236}">
                    <a16:creationId xmlns:a16="http://schemas.microsoft.com/office/drawing/2014/main" id="{33AD44E2-32D7-AAD0-BEDF-EA2180B0AC3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82" name="TextBox 23">
                <a:extLst>
                  <a:ext uri="{FF2B5EF4-FFF2-40B4-BE49-F238E27FC236}">
                    <a16:creationId xmlns:a16="http://schemas.microsoft.com/office/drawing/2014/main" id="{C5E66320-D0B5-6BE4-A03C-1C0B1AE22944}"/>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7" name="Group 24">
              <a:extLst>
                <a:ext uri="{FF2B5EF4-FFF2-40B4-BE49-F238E27FC236}">
                  <a16:creationId xmlns:a16="http://schemas.microsoft.com/office/drawing/2014/main" id="{057F14F4-C00E-F5D7-AE20-CBA446780FB1}"/>
                </a:ext>
              </a:extLst>
            </p:cNvPr>
            <p:cNvGrpSpPr/>
            <p:nvPr/>
          </p:nvGrpSpPr>
          <p:grpSpPr>
            <a:xfrm>
              <a:off x="0" y="1099162"/>
              <a:ext cx="905170" cy="905170"/>
              <a:chOff x="0" y="0"/>
              <a:chExt cx="812800" cy="812800"/>
            </a:xfrm>
          </p:grpSpPr>
          <p:sp>
            <p:nvSpPr>
              <p:cNvPr id="79" name="Freeform 25">
                <a:extLst>
                  <a:ext uri="{FF2B5EF4-FFF2-40B4-BE49-F238E27FC236}">
                    <a16:creationId xmlns:a16="http://schemas.microsoft.com/office/drawing/2014/main" id="{5671A903-3E9E-F47A-545A-57E8F0953B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80" name="TextBox 26">
                <a:extLst>
                  <a:ext uri="{FF2B5EF4-FFF2-40B4-BE49-F238E27FC236}">
                    <a16:creationId xmlns:a16="http://schemas.microsoft.com/office/drawing/2014/main" id="{3491A6F9-8052-0202-7006-97087C682DF1}"/>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19" name="Group 27">
              <a:extLst>
                <a:ext uri="{FF2B5EF4-FFF2-40B4-BE49-F238E27FC236}">
                  <a16:creationId xmlns:a16="http://schemas.microsoft.com/office/drawing/2014/main" id="{161A1898-519E-67C7-5096-DF317764AD82}"/>
                </a:ext>
              </a:extLst>
            </p:cNvPr>
            <p:cNvGrpSpPr/>
            <p:nvPr/>
          </p:nvGrpSpPr>
          <p:grpSpPr>
            <a:xfrm>
              <a:off x="1056554" y="1099162"/>
              <a:ext cx="905170" cy="905170"/>
              <a:chOff x="0" y="0"/>
              <a:chExt cx="812800" cy="812800"/>
            </a:xfrm>
          </p:grpSpPr>
          <p:sp>
            <p:nvSpPr>
              <p:cNvPr id="77" name="Freeform 28">
                <a:extLst>
                  <a:ext uri="{FF2B5EF4-FFF2-40B4-BE49-F238E27FC236}">
                    <a16:creationId xmlns:a16="http://schemas.microsoft.com/office/drawing/2014/main" id="{8009BA6F-1A42-8194-77C6-0DE6DE6F2E8E}"/>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78" name="TextBox 29">
                <a:extLst>
                  <a:ext uri="{FF2B5EF4-FFF2-40B4-BE49-F238E27FC236}">
                    <a16:creationId xmlns:a16="http://schemas.microsoft.com/office/drawing/2014/main" id="{06478599-CF35-F7DD-A464-D02524ADD550}"/>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0" name="Group 30">
              <a:extLst>
                <a:ext uri="{FF2B5EF4-FFF2-40B4-BE49-F238E27FC236}">
                  <a16:creationId xmlns:a16="http://schemas.microsoft.com/office/drawing/2014/main" id="{02AFED27-4C26-D144-80D2-771D6EF1D908}"/>
                </a:ext>
              </a:extLst>
            </p:cNvPr>
            <p:cNvGrpSpPr/>
            <p:nvPr/>
          </p:nvGrpSpPr>
          <p:grpSpPr>
            <a:xfrm>
              <a:off x="2113108" y="1099162"/>
              <a:ext cx="905170" cy="905170"/>
              <a:chOff x="0" y="0"/>
              <a:chExt cx="812800" cy="812800"/>
            </a:xfrm>
          </p:grpSpPr>
          <p:sp>
            <p:nvSpPr>
              <p:cNvPr id="75" name="Freeform 31">
                <a:extLst>
                  <a:ext uri="{FF2B5EF4-FFF2-40B4-BE49-F238E27FC236}">
                    <a16:creationId xmlns:a16="http://schemas.microsoft.com/office/drawing/2014/main" id="{4DD8C478-99C8-AA65-A8A3-7599C4463C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76" name="TextBox 32">
                <a:extLst>
                  <a:ext uri="{FF2B5EF4-FFF2-40B4-BE49-F238E27FC236}">
                    <a16:creationId xmlns:a16="http://schemas.microsoft.com/office/drawing/2014/main" id="{FE9CB7C2-73B4-6A08-189B-2EB7C4069006}"/>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1" name="Group 33">
              <a:extLst>
                <a:ext uri="{FF2B5EF4-FFF2-40B4-BE49-F238E27FC236}">
                  <a16:creationId xmlns:a16="http://schemas.microsoft.com/office/drawing/2014/main" id="{16F488A3-9F22-7BAC-25F7-2E7655A90C85}"/>
                </a:ext>
              </a:extLst>
            </p:cNvPr>
            <p:cNvGrpSpPr/>
            <p:nvPr/>
          </p:nvGrpSpPr>
          <p:grpSpPr>
            <a:xfrm>
              <a:off x="3169662" y="1099162"/>
              <a:ext cx="905170" cy="905170"/>
              <a:chOff x="0" y="0"/>
              <a:chExt cx="812800" cy="812800"/>
            </a:xfrm>
          </p:grpSpPr>
          <p:sp>
            <p:nvSpPr>
              <p:cNvPr id="73" name="Freeform 34">
                <a:extLst>
                  <a:ext uri="{FF2B5EF4-FFF2-40B4-BE49-F238E27FC236}">
                    <a16:creationId xmlns:a16="http://schemas.microsoft.com/office/drawing/2014/main" id="{4C6F7F6E-8510-AD46-BF4A-75697653614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74" name="TextBox 35">
                <a:extLst>
                  <a:ext uri="{FF2B5EF4-FFF2-40B4-BE49-F238E27FC236}">
                    <a16:creationId xmlns:a16="http://schemas.microsoft.com/office/drawing/2014/main" id="{4D84A8CF-B0E8-D9B0-AB29-EB1CABF6A039}"/>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2" name="Group 36">
              <a:extLst>
                <a:ext uri="{FF2B5EF4-FFF2-40B4-BE49-F238E27FC236}">
                  <a16:creationId xmlns:a16="http://schemas.microsoft.com/office/drawing/2014/main" id="{EFE3B17F-C265-0F5B-214C-7745BACA645A}"/>
                </a:ext>
              </a:extLst>
            </p:cNvPr>
            <p:cNvGrpSpPr/>
            <p:nvPr/>
          </p:nvGrpSpPr>
          <p:grpSpPr>
            <a:xfrm>
              <a:off x="4226216" y="1099162"/>
              <a:ext cx="905170" cy="905170"/>
              <a:chOff x="0" y="0"/>
              <a:chExt cx="812800" cy="812800"/>
            </a:xfrm>
          </p:grpSpPr>
          <p:sp>
            <p:nvSpPr>
              <p:cNvPr id="71" name="Freeform 37">
                <a:extLst>
                  <a:ext uri="{FF2B5EF4-FFF2-40B4-BE49-F238E27FC236}">
                    <a16:creationId xmlns:a16="http://schemas.microsoft.com/office/drawing/2014/main" id="{E0607502-219F-54E1-5FE1-997DAEA0318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72" name="TextBox 38">
                <a:extLst>
                  <a:ext uri="{FF2B5EF4-FFF2-40B4-BE49-F238E27FC236}">
                    <a16:creationId xmlns:a16="http://schemas.microsoft.com/office/drawing/2014/main" id="{D46902F2-410E-F086-3B31-CEB2891FE716}"/>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3" name="Group 39">
              <a:extLst>
                <a:ext uri="{FF2B5EF4-FFF2-40B4-BE49-F238E27FC236}">
                  <a16:creationId xmlns:a16="http://schemas.microsoft.com/office/drawing/2014/main" id="{62B69876-3031-596A-3178-73664E381730}"/>
                </a:ext>
              </a:extLst>
            </p:cNvPr>
            <p:cNvGrpSpPr/>
            <p:nvPr/>
          </p:nvGrpSpPr>
          <p:grpSpPr>
            <a:xfrm>
              <a:off x="5282770" y="1099162"/>
              <a:ext cx="905170" cy="905170"/>
              <a:chOff x="0" y="0"/>
              <a:chExt cx="812800" cy="812800"/>
            </a:xfrm>
          </p:grpSpPr>
          <p:sp>
            <p:nvSpPr>
              <p:cNvPr id="69" name="Freeform 40">
                <a:extLst>
                  <a:ext uri="{FF2B5EF4-FFF2-40B4-BE49-F238E27FC236}">
                    <a16:creationId xmlns:a16="http://schemas.microsoft.com/office/drawing/2014/main" id="{4E7D7B3A-9F06-0AAB-939A-36C295D4CF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70" name="TextBox 41">
                <a:extLst>
                  <a:ext uri="{FF2B5EF4-FFF2-40B4-BE49-F238E27FC236}">
                    <a16:creationId xmlns:a16="http://schemas.microsoft.com/office/drawing/2014/main" id="{6D573ED0-7E9D-4A0B-6F6B-5478468DCE2E}"/>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4" name="Group 42">
              <a:extLst>
                <a:ext uri="{FF2B5EF4-FFF2-40B4-BE49-F238E27FC236}">
                  <a16:creationId xmlns:a16="http://schemas.microsoft.com/office/drawing/2014/main" id="{914D3E92-8AAD-F9A6-A1B8-DED368EA590E}"/>
                </a:ext>
              </a:extLst>
            </p:cNvPr>
            <p:cNvGrpSpPr/>
            <p:nvPr/>
          </p:nvGrpSpPr>
          <p:grpSpPr>
            <a:xfrm>
              <a:off x="6339324" y="1099162"/>
              <a:ext cx="905170" cy="905170"/>
              <a:chOff x="0" y="0"/>
              <a:chExt cx="812800" cy="812800"/>
            </a:xfrm>
          </p:grpSpPr>
          <p:sp>
            <p:nvSpPr>
              <p:cNvPr id="67" name="Freeform 43">
                <a:extLst>
                  <a:ext uri="{FF2B5EF4-FFF2-40B4-BE49-F238E27FC236}">
                    <a16:creationId xmlns:a16="http://schemas.microsoft.com/office/drawing/2014/main" id="{BA4A6F1F-03BF-2D99-3C24-0514E4C97B4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68" name="TextBox 44">
                <a:extLst>
                  <a:ext uri="{FF2B5EF4-FFF2-40B4-BE49-F238E27FC236}">
                    <a16:creationId xmlns:a16="http://schemas.microsoft.com/office/drawing/2014/main" id="{AE277F1F-7145-E731-1E16-112F7A3C3348}"/>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5" name="Group 45">
              <a:extLst>
                <a:ext uri="{FF2B5EF4-FFF2-40B4-BE49-F238E27FC236}">
                  <a16:creationId xmlns:a16="http://schemas.microsoft.com/office/drawing/2014/main" id="{11B32823-A825-826E-3E8C-82477EB1ED22}"/>
                </a:ext>
              </a:extLst>
            </p:cNvPr>
            <p:cNvGrpSpPr/>
            <p:nvPr/>
          </p:nvGrpSpPr>
          <p:grpSpPr>
            <a:xfrm>
              <a:off x="0" y="2198323"/>
              <a:ext cx="905170" cy="905170"/>
              <a:chOff x="0" y="0"/>
              <a:chExt cx="812800" cy="812800"/>
            </a:xfrm>
          </p:grpSpPr>
          <p:sp>
            <p:nvSpPr>
              <p:cNvPr id="65" name="Freeform 46">
                <a:extLst>
                  <a:ext uri="{FF2B5EF4-FFF2-40B4-BE49-F238E27FC236}">
                    <a16:creationId xmlns:a16="http://schemas.microsoft.com/office/drawing/2014/main" id="{5EBCE433-8AB3-8332-CEA3-C8AC5E92CAE9}"/>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66" name="TextBox 47">
                <a:extLst>
                  <a:ext uri="{FF2B5EF4-FFF2-40B4-BE49-F238E27FC236}">
                    <a16:creationId xmlns:a16="http://schemas.microsoft.com/office/drawing/2014/main" id="{29279AC6-8EC9-6C0C-CBED-6D0257C94C95}"/>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6" name="Group 48">
              <a:extLst>
                <a:ext uri="{FF2B5EF4-FFF2-40B4-BE49-F238E27FC236}">
                  <a16:creationId xmlns:a16="http://schemas.microsoft.com/office/drawing/2014/main" id="{E2760623-6135-1F56-A999-2B5BCB326FF6}"/>
                </a:ext>
              </a:extLst>
            </p:cNvPr>
            <p:cNvGrpSpPr/>
            <p:nvPr/>
          </p:nvGrpSpPr>
          <p:grpSpPr>
            <a:xfrm>
              <a:off x="1056554" y="2198323"/>
              <a:ext cx="905170" cy="905170"/>
              <a:chOff x="0" y="0"/>
              <a:chExt cx="812800" cy="812800"/>
            </a:xfrm>
          </p:grpSpPr>
          <p:sp>
            <p:nvSpPr>
              <p:cNvPr id="63" name="Freeform 49">
                <a:extLst>
                  <a:ext uri="{FF2B5EF4-FFF2-40B4-BE49-F238E27FC236}">
                    <a16:creationId xmlns:a16="http://schemas.microsoft.com/office/drawing/2014/main" id="{D47E5EAF-CD06-2D61-7DF3-0ED70C45200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64" name="TextBox 50">
                <a:extLst>
                  <a:ext uri="{FF2B5EF4-FFF2-40B4-BE49-F238E27FC236}">
                    <a16:creationId xmlns:a16="http://schemas.microsoft.com/office/drawing/2014/main" id="{DC253F8E-4A8A-0738-DA86-6C15015408A5}"/>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7" name="Group 51">
              <a:extLst>
                <a:ext uri="{FF2B5EF4-FFF2-40B4-BE49-F238E27FC236}">
                  <a16:creationId xmlns:a16="http://schemas.microsoft.com/office/drawing/2014/main" id="{B096CF2F-AF55-95BA-6983-6A87EFE34132}"/>
                </a:ext>
              </a:extLst>
            </p:cNvPr>
            <p:cNvGrpSpPr/>
            <p:nvPr/>
          </p:nvGrpSpPr>
          <p:grpSpPr>
            <a:xfrm>
              <a:off x="2113108" y="2198323"/>
              <a:ext cx="905170" cy="905170"/>
              <a:chOff x="0" y="0"/>
              <a:chExt cx="812800" cy="812800"/>
            </a:xfrm>
          </p:grpSpPr>
          <p:sp>
            <p:nvSpPr>
              <p:cNvPr id="61" name="Freeform 52">
                <a:extLst>
                  <a:ext uri="{FF2B5EF4-FFF2-40B4-BE49-F238E27FC236}">
                    <a16:creationId xmlns:a16="http://schemas.microsoft.com/office/drawing/2014/main" id="{1BD7DE20-7AE8-CA27-EE04-F300BD93E66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62" name="TextBox 53">
                <a:extLst>
                  <a:ext uri="{FF2B5EF4-FFF2-40B4-BE49-F238E27FC236}">
                    <a16:creationId xmlns:a16="http://schemas.microsoft.com/office/drawing/2014/main" id="{2C81B309-9268-A6A5-635F-8E7510A2116F}"/>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8" name="Group 54">
              <a:extLst>
                <a:ext uri="{FF2B5EF4-FFF2-40B4-BE49-F238E27FC236}">
                  <a16:creationId xmlns:a16="http://schemas.microsoft.com/office/drawing/2014/main" id="{5412CBD6-341D-8824-F734-F36DF42A6C83}"/>
                </a:ext>
              </a:extLst>
            </p:cNvPr>
            <p:cNvGrpSpPr/>
            <p:nvPr/>
          </p:nvGrpSpPr>
          <p:grpSpPr>
            <a:xfrm>
              <a:off x="3169662" y="2198323"/>
              <a:ext cx="905170" cy="905170"/>
              <a:chOff x="0" y="0"/>
              <a:chExt cx="812800" cy="812800"/>
            </a:xfrm>
          </p:grpSpPr>
          <p:sp>
            <p:nvSpPr>
              <p:cNvPr id="59" name="Freeform 55">
                <a:extLst>
                  <a:ext uri="{FF2B5EF4-FFF2-40B4-BE49-F238E27FC236}">
                    <a16:creationId xmlns:a16="http://schemas.microsoft.com/office/drawing/2014/main" id="{2215D889-06C5-52B5-DB41-EDF50B1BF16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60" name="TextBox 56">
                <a:extLst>
                  <a:ext uri="{FF2B5EF4-FFF2-40B4-BE49-F238E27FC236}">
                    <a16:creationId xmlns:a16="http://schemas.microsoft.com/office/drawing/2014/main" id="{AC73D02D-A211-62AA-35AC-AEFE1ACD6D45}"/>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29" name="Group 57">
              <a:extLst>
                <a:ext uri="{FF2B5EF4-FFF2-40B4-BE49-F238E27FC236}">
                  <a16:creationId xmlns:a16="http://schemas.microsoft.com/office/drawing/2014/main" id="{3C4E057C-83FA-5141-3426-5A6C2542B9D2}"/>
                </a:ext>
              </a:extLst>
            </p:cNvPr>
            <p:cNvGrpSpPr/>
            <p:nvPr/>
          </p:nvGrpSpPr>
          <p:grpSpPr>
            <a:xfrm>
              <a:off x="4226216" y="2198323"/>
              <a:ext cx="905170" cy="905170"/>
              <a:chOff x="0" y="0"/>
              <a:chExt cx="812800" cy="812800"/>
            </a:xfrm>
          </p:grpSpPr>
          <p:sp>
            <p:nvSpPr>
              <p:cNvPr id="57" name="Freeform 58">
                <a:extLst>
                  <a:ext uri="{FF2B5EF4-FFF2-40B4-BE49-F238E27FC236}">
                    <a16:creationId xmlns:a16="http://schemas.microsoft.com/office/drawing/2014/main" id="{D47C05A2-4655-246A-C9F9-9E16F52B281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58" name="TextBox 59">
                <a:extLst>
                  <a:ext uri="{FF2B5EF4-FFF2-40B4-BE49-F238E27FC236}">
                    <a16:creationId xmlns:a16="http://schemas.microsoft.com/office/drawing/2014/main" id="{C4FA9ABF-AF62-5BB5-6F26-D9453BA60632}"/>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0" name="Group 60">
              <a:extLst>
                <a:ext uri="{FF2B5EF4-FFF2-40B4-BE49-F238E27FC236}">
                  <a16:creationId xmlns:a16="http://schemas.microsoft.com/office/drawing/2014/main" id="{987A8572-0E39-2FF7-98DF-A41DD65AF86A}"/>
                </a:ext>
              </a:extLst>
            </p:cNvPr>
            <p:cNvGrpSpPr/>
            <p:nvPr/>
          </p:nvGrpSpPr>
          <p:grpSpPr>
            <a:xfrm>
              <a:off x="5282770" y="2198323"/>
              <a:ext cx="905170" cy="905170"/>
              <a:chOff x="0" y="0"/>
              <a:chExt cx="812800" cy="812800"/>
            </a:xfrm>
          </p:grpSpPr>
          <p:sp>
            <p:nvSpPr>
              <p:cNvPr id="55" name="Freeform 61">
                <a:extLst>
                  <a:ext uri="{FF2B5EF4-FFF2-40B4-BE49-F238E27FC236}">
                    <a16:creationId xmlns:a16="http://schemas.microsoft.com/office/drawing/2014/main" id="{5BFF6877-D676-6BE4-574D-7CCA775B693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56" name="TextBox 62">
                <a:extLst>
                  <a:ext uri="{FF2B5EF4-FFF2-40B4-BE49-F238E27FC236}">
                    <a16:creationId xmlns:a16="http://schemas.microsoft.com/office/drawing/2014/main" id="{6C78E574-E616-6B84-FDC3-60723DA7209E}"/>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1" name="Group 63">
              <a:extLst>
                <a:ext uri="{FF2B5EF4-FFF2-40B4-BE49-F238E27FC236}">
                  <a16:creationId xmlns:a16="http://schemas.microsoft.com/office/drawing/2014/main" id="{50F9C462-7E70-C1F3-B37F-7BF5F25696B4}"/>
                </a:ext>
              </a:extLst>
            </p:cNvPr>
            <p:cNvGrpSpPr/>
            <p:nvPr/>
          </p:nvGrpSpPr>
          <p:grpSpPr>
            <a:xfrm>
              <a:off x="6339324" y="2198323"/>
              <a:ext cx="905170" cy="905170"/>
              <a:chOff x="0" y="0"/>
              <a:chExt cx="812800" cy="812800"/>
            </a:xfrm>
          </p:grpSpPr>
          <p:sp>
            <p:nvSpPr>
              <p:cNvPr id="53" name="Freeform 64">
                <a:extLst>
                  <a:ext uri="{FF2B5EF4-FFF2-40B4-BE49-F238E27FC236}">
                    <a16:creationId xmlns:a16="http://schemas.microsoft.com/office/drawing/2014/main" id="{E9D3C01F-FBD6-D5B5-B0FE-27C92C0E43E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54" name="TextBox 65">
                <a:extLst>
                  <a:ext uri="{FF2B5EF4-FFF2-40B4-BE49-F238E27FC236}">
                    <a16:creationId xmlns:a16="http://schemas.microsoft.com/office/drawing/2014/main" id="{0B2AEAF7-EBD7-5B75-BD0E-F3D41495DD2E}"/>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2" name="Group 66">
              <a:extLst>
                <a:ext uri="{FF2B5EF4-FFF2-40B4-BE49-F238E27FC236}">
                  <a16:creationId xmlns:a16="http://schemas.microsoft.com/office/drawing/2014/main" id="{68D7D14A-3D43-EF64-766E-531BF7F2FDBC}"/>
                </a:ext>
              </a:extLst>
            </p:cNvPr>
            <p:cNvGrpSpPr/>
            <p:nvPr/>
          </p:nvGrpSpPr>
          <p:grpSpPr>
            <a:xfrm>
              <a:off x="0" y="3297485"/>
              <a:ext cx="905170" cy="905170"/>
              <a:chOff x="0" y="0"/>
              <a:chExt cx="812800" cy="812800"/>
            </a:xfrm>
          </p:grpSpPr>
          <p:sp>
            <p:nvSpPr>
              <p:cNvPr id="51" name="Freeform 67">
                <a:extLst>
                  <a:ext uri="{FF2B5EF4-FFF2-40B4-BE49-F238E27FC236}">
                    <a16:creationId xmlns:a16="http://schemas.microsoft.com/office/drawing/2014/main" id="{0AA3163E-7364-14D8-3844-13DC7DC3837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52" name="TextBox 68">
                <a:extLst>
                  <a:ext uri="{FF2B5EF4-FFF2-40B4-BE49-F238E27FC236}">
                    <a16:creationId xmlns:a16="http://schemas.microsoft.com/office/drawing/2014/main" id="{41F3CA68-3294-9516-66DE-893A918765F5}"/>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3" name="Group 69">
              <a:extLst>
                <a:ext uri="{FF2B5EF4-FFF2-40B4-BE49-F238E27FC236}">
                  <a16:creationId xmlns:a16="http://schemas.microsoft.com/office/drawing/2014/main" id="{011978A7-CCFE-2DE7-220F-8A1CD217FD2C}"/>
                </a:ext>
              </a:extLst>
            </p:cNvPr>
            <p:cNvGrpSpPr/>
            <p:nvPr/>
          </p:nvGrpSpPr>
          <p:grpSpPr>
            <a:xfrm>
              <a:off x="1056554" y="3297485"/>
              <a:ext cx="905170" cy="905170"/>
              <a:chOff x="0" y="0"/>
              <a:chExt cx="812800" cy="812800"/>
            </a:xfrm>
          </p:grpSpPr>
          <p:sp>
            <p:nvSpPr>
              <p:cNvPr id="49" name="Freeform 70">
                <a:extLst>
                  <a:ext uri="{FF2B5EF4-FFF2-40B4-BE49-F238E27FC236}">
                    <a16:creationId xmlns:a16="http://schemas.microsoft.com/office/drawing/2014/main" id="{8D6FACB3-9A15-CD04-8A2D-AA313E1B9BE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50" name="TextBox 71">
                <a:extLst>
                  <a:ext uri="{FF2B5EF4-FFF2-40B4-BE49-F238E27FC236}">
                    <a16:creationId xmlns:a16="http://schemas.microsoft.com/office/drawing/2014/main" id="{4EF86E1B-E86A-C336-3B94-D790AA13FF90}"/>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4" name="Group 72">
              <a:extLst>
                <a:ext uri="{FF2B5EF4-FFF2-40B4-BE49-F238E27FC236}">
                  <a16:creationId xmlns:a16="http://schemas.microsoft.com/office/drawing/2014/main" id="{427D1417-E7E2-5CAA-3312-8A48224AB47D}"/>
                </a:ext>
              </a:extLst>
            </p:cNvPr>
            <p:cNvGrpSpPr/>
            <p:nvPr/>
          </p:nvGrpSpPr>
          <p:grpSpPr>
            <a:xfrm>
              <a:off x="2113108" y="3297485"/>
              <a:ext cx="905170" cy="905170"/>
              <a:chOff x="0" y="0"/>
              <a:chExt cx="812800" cy="812800"/>
            </a:xfrm>
          </p:grpSpPr>
          <p:sp>
            <p:nvSpPr>
              <p:cNvPr id="47" name="Freeform 73">
                <a:extLst>
                  <a:ext uri="{FF2B5EF4-FFF2-40B4-BE49-F238E27FC236}">
                    <a16:creationId xmlns:a16="http://schemas.microsoft.com/office/drawing/2014/main" id="{55ABE153-2A83-D691-6E69-F0DDE210FD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48" name="TextBox 74">
                <a:extLst>
                  <a:ext uri="{FF2B5EF4-FFF2-40B4-BE49-F238E27FC236}">
                    <a16:creationId xmlns:a16="http://schemas.microsoft.com/office/drawing/2014/main" id="{4C0E3AD9-2791-2A16-1F71-C6851395A44C}"/>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5" name="Group 75">
              <a:extLst>
                <a:ext uri="{FF2B5EF4-FFF2-40B4-BE49-F238E27FC236}">
                  <a16:creationId xmlns:a16="http://schemas.microsoft.com/office/drawing/2014/main" id="{DA8730D8-CFEB-BA1E-C312-0761C25422F0}"/>
                </a:ext>
              </a:extLst>
            </p:cNvPr>
            <p:cNvGrpSpPr/>
            <p:nvPr/>
          </p:nvGrpSpPr>
          <p:grpSpPr>
            <a:xfrm>
              <a:off x="3169662" y="3297485"/>
              <a:ext cx="905170" cy="905170"/>
              <a:chOff x="0" y="0"/>
              <a:chExt cx="812800" cy="812800"/>
            </a:xfrm>
          </p:grpSpPr>
          <p:sp>
            <p:nvSpPr>
              <p:cNvPr id="45" name="Freeform 76">
                <a:extLst>
                  <a:ext uri="{FF2B5EF4-FFF2-40B4-BE49-F238E27FC236}">
                    <a16:creationId xmlns:a16="http://schemas.microsoft.com/office/drawing/2014/main" id="{2BA0DF93-7B2C-4774-C336-10061802F1A8}"/>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46" name="TextBox 77">
                <a:extLst>
                  <a:ext uri="{FF2B5EF4-FFF2-40B4-BE49-F238E27FC236}">
                    <a16:creationId xmlns:a16="http://schemas.microsoft.com/office/drawing/2014/main" id="{D6623C97-3C64-D2AB-0D29-6B62DA7F5541}"/>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6" name="Group 78">
              <a:extLst>
                <a:ext uri="{FF2B5EF4-FFF2-40B4-BE49-F238E27FC236}">
                  <a16:creationId xmlns:a16="http://schemas.microsoft.com/office/drawing/2014/main" id="{AA324C6E-67D3-4A16-1C76-AB8E58BA2F2C}"/>
                </a:ext>
              </a:extLst>
            </p:cNvPr>
            <p:cNvGrpSpPr/>
            <p:nvPr/>
          </p:nvGrpSpPr>
          <p:grpSpPr>
            <a:xfrm>
              <a:off x="4226216" y="3297485"/>
              <a:ext cx="905170" cy="905170"/>
              <a:chOff x="0" y="0"/>
              <a:chExt cx="812800" cy="812800"/>
            </a:xfrm>
          </p:grpSpPr>
          <p:sp>
            <p:nvSpPr>
              <p:cNvPr id="43" name="Freeform 79">
                <a:extLst>
                  <a:ext uri="{FF2B5EF4-FFF2-40B4-BE49-F238E27FC236}">
                    <a16:creationId xmlns:a16="http://schemas.microsoft.com/office/drawing/2014/main" id="{7EA0E2B9-BDFF-1C1F-44FC-8C44D44FBBE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44" name="TextBox 80">
                <a:extLst>
                  <a:ext uri="{FF2B5EF4-FFF2-40B4-BE49-F238E27FC236}">
                    <a16:creationId xmlns:a16="http://schemas.microsoft.com/office/drawing/2014/main" id="{00C1488F-22DA-816C-4DB3-BA6872AFC728}"/>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7" name="Group 81">
              <a:extLst>
                <a:ext uri="{FF2B5EF4-FFF2-40B4-BE49-F238E27FC236}">
                  <a16:creationId xmlns:a16="http://schemas.microsoft.com/office/drawing/2014/main" id="{D775686D-9687-2BA4-DC7E-797C44474D2C}"/>
                </a:ext>
              </a:extLst>
            </p:cNvPr>
            <p:cNvGrpSpPr/>
            <p:nvPr/>
          </p:nvGrpSpPr>
          <p:grpSpPr>
            <a:xfrm>
              <a:off x="5282770" y="3297485"/>
              <a:ext cx="905170" cy="905170"/>
              <a:chOff x="0" y="0"/>
              <a:chExt cx="812800" cy="812800"/>
            </a:xfrm>
          </p:grpSpPr>
          <p:sp>
            <p:nvSpPr>
              <p:cNvPr id="41" name="Freeform 82">
                <a:extLst>
                  <a:ext uri="{FF2B5EF4-FFF2-40B4-BE49-F238E27FC236}">
                    <a16:creationId xmlns:a16="http://schemas.microsoft.com/office/drawing/2014/main" id="{1B38DCCF-DE22-0F69-245C-BF352F64695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42" name="TextBox 83">
                <a:extLst>
                  <a:ext uri="{FF2B5EF4-FFF2-40B4-BE49-F238E27FC236}">
                    <a16:creationId xmlns:a16="http://schemas.microsoft.com/office/drawing/2014/main" id="{FF0879D8-A99D-644B-5438-BF1FE15E2C48}"/>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nvGrpSpPr>
            <p:cNvPr id="38" name="Group 84">
              <a:extLst>
                <a:ext uri="{FF2B5EF4-FFF2-40B4-BE49-F238E27FC236}">
                  <a16:creationId xmlns:a16="http://schemas.microsoft.com/office/drawing/2014/main" id="{9C4A2025-4A88-1129-D632-7758BACD3062}"/>
                </a:ext>
              </a:extLst>
            </p:cNvPr>
            <p:cNvGrpSpPr/>
            <p:nvPr/>
          </p:nvGrpSpPr>
          <p:grpSpPr>
            <a:xfrm>
              <a:off x="6339324" y="3297485"/>
              <a:ext cx="905170" cy="905170"/>
              <a:chOff x="0" y="0"/>
              <a:chExt cx="812800" cy="812800"/>
            </a:xfrm>
          </p:grpSpPr>
          <p:sp>
            <p:nvSpPr>
              <p:cNvPr id="39" name="Freeform 85">
                <a:extLst>
                  <a:ext uri="{FF2B5EF4-FFF2-40B4-BE49-F238E27FC236}">
                    <a16:creationId xmlns:a16="http://schemas.microsoft.com/office/drawing/2014/main" id="{76873089-1D46-FB2E-20A8-29B98C68D2A0}"/>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8C52FF"/>
              </a:solidFill>
            </p:spPr>
            <p:txBody>
              <a:bodyPr/>
              <a:lstStyle/>
              <a:p>
                <a:endParaRPr lang="en-AU"/>
              </a:p>
            </p:txBody>
          </p:sp>
          <p:sp>
            <p:nvSpPr>
              <p:cNvPr id="40" name="TextBox 86">
                <a:extLst>
                  <a:ext uri="{FF2B5EF4-FFF2-40B4-BE49-F238E27FC236}">
                    <a16:creationId xmlns:a16="http://schemas.microsoft.com/office/drawing/2014/main" id="{D87494C5-1B46-FECD-118C-BC10A3DBAA44}"/>
                  </a:ext>
                </a:extLst>
              </p:cNvPr>
              <p:cNvSpPr txBox="1"/>
              <p:nvPr/>
            </p:nvSpPr>
            <p:spPr>
              <a:xfrm>
                <a:off x="76200" y="38100"/>
                <a:ext cx="660400" cy="698500"/>
              </a:xfrm>
              <a:prstGeom prst="rect">
                <a:avLst/>
              </a:prstGeom>
            </p:spPr>
            <p:txBody>
              <a:bodyPr lIns="50800" tIns="50800" rIns="50800" bIns="50800" rtlCol="0" anchor="ctr"/>
              <a:lstStyle/>
              <a:p>
                <a:pPr algn="ctr">
                  <a:lnSpc>
                    <a:spcPts val="1831"/>
                  </a:lnSpc>
                </a:pPr>
                <a:endParaRPr/>
              </a:p>
            </p:txBody>
          </p:sp>
        </p:grpSp>
      </p:grpSp>
    </p:spTree>
    <p:extLst>
      <p:ext uri="{BB962C8B-B14F-4D97-AF65-F5344CB8AC3E}">
        <p14:creationId xmlns:p14="http://schemas.microsoft.com/office/powerpoint/2010/main" val="2554082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AD2BD3-C0AF-4708-6300-CAF6418A984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0130AEC-A203-6E6F-E5BE-64487BE37563}"/>
              </a:ext>
            </a:extLst>
          </p:cNvPr>
          <p:cNvSpPr>
            <a:spLocks noGrp="1"/>
          </p:cNvSpPr>
          <p:nvPr>
            <p:ph type="sldNum" sz="quarter" idx="12"/>
          </p:nvPr>
        </p:nvSpPr>
        <p:spPr/>
        <p:txBody>
          <a:bodyPr/>
          <a:lstStyle/>
          <a:p>
            <a:fld id="{10A01DC5-1685-4615-8240-15192985C6A2}" type="slidenum">
              <a:rPr lang="en-AU" smtClean="0"/>
              <a:t>34</a:t>
            </a:fld>
            <a:endParaRPr lang="en-AU"/>
          </a:p>
        </p:txBody>
      </p:sp>
      <p:sp>
        <p:nvSpPr>
          <p:cNvPr id="3" name="Title 2">
            <a:extLst>
              <a:ext uri="{FF2B5EF4-FFF2-40B4-BE49-F238E27FC236}">
                <a16:creationId xmlns:a16="http://schemas.microsoft.com/office/drawing/2014/main" id="{B67F9A0C-D005-60FF-B9A6-94BD6542024F}"/>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(17)</a:t>
            </a:r>
          </a:p>
        </p:txBody>
      </p:sp>
      <p:sp>
        <p:nvSpPr>
          <p:cNvPr id="11" name="Picture Placeholder 10">
            <a:extLst>
              <a:ext uri="{FF2B5EF4-FFF2-40B4-BE49-F238E27FC236}">
                <a16:creationId xmlns:a16="http://schemas.microsoft.com/office/drawing/2014/main" id="{E3076825-3639-8154-0BA8-58E1ADFFDA47}"/>
              </a:ext>
            </a:extLst>
          </p:cNvPr>
          <p:cNvSpPr>
            <a:spLocks noGrp="1"/>
          </p:cNvSpPr>
          <p:nvPr>
            <p:ph type="pic" sz="quarter" idx="21"/>
          </p:nvPr>
        </p:nvSpPr>
        <p:spPr>
          <a:xfrm>
            <a:off x="500063" y="1539872"/>
            <a:ext cx="10148887" cy="3778256"/>
          </a:xfrm>
        </p:spPr>
        <p:txBody>
          <a:bodyPr/>
          <a:lstStyle/>
          <a:p>
            <a:pPr algn="ctr"/>
            <a:r>
              <a:rPr lang="en-US" sz="3200" b="1">
                <a:latin typeface="Arial"/>
                <a:cs typeface="Arial"/>
              </a:rPr>
              <a:t>Label</a:t>
            </a:r>
            <a:r>
              <a:rPr lang="en-US" sz="3200">
                <a:latin typeface="Arial"/>
                <a:cs typeface="Arial"/>
              </a:rPr>
              <a:t> the number line with the </a:t>
            </a:r>
            <a:r>
              <a:rPr lang="en-US" sz="3200" b="1">
                <a:latin typeface="Arial"/>
                <a:cs typeface="Arial"/>
              </a:rPr>
              <a:t>fractions</a:t>
            </a:r>
            <a:r>
              <a:rPr lang="en-US" sz="3200">
                <a:latin typeface="Arial"/>
                <a:cs typeface="Arial"/>
              </a:rPr>
              <a:t>.</a:t>
            </a:r>
            <a:br>
              <a:rPr lang="en-US">
                <a:latin typeface="Arial"/>
                <a:cs typeface="Arial"/>
              </a:rPr>
            </a:br>
            <a:endParaRPr lang="en-US">
              <a:latin typeface="Arial"/>
              <a:cs typeface="Aria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8965A65-E5BC-2C4E-B55B-9EF446DC1F3D}"/>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6" name="Group 5" descr="Number line 0-1. Sixths are marked in a fraction bar above the line.">
            <a:extLst>
              <a:ext uri="{FF2B5EF4-FFF2-40B4-BE49-F238E27FC236}">
                <a16:creationId xmlns:a16="http://schemas.microsoft.com/office/drawing/2014/main" id="{33387C10-F4F6-3B1E-1B3B-1706CA771BCB}"/>
              </a:ext>
            </a:extLst>
          </p:cNvPr>
          <p:cNvGrpSpPr/>
          <p:nvPr/>
        </p:nvGrpSpPr>
        <p:grpSpPr>
          <a:xfrm>
            <a:off x="2624027" y="2762946"/>
            <a:ext cx="6943945" cy="1332108"/>
            <a:chOff x="1863035" y="2374740"/>
            <a:chExt cx="6943945" cy="1332108"/>
          </a:xfrm>
        </p:grpSpPr>
        <p:sp>
          <p:nvSpPr>
            <p:cNvPr id="7" name="TextBox 2">
              <a:extLst>
                <a:ext uri="{FF2B5EF4-FFF2-40B4-BE49-F238E27FC236}">
                  <a16:creationId xmlns:a16="http://schemas.microsoft.com/office/drawing/2014/main" id="{9F4710B7-B634-8B43-70A8-83EA6A189848}"/>
                </a:ext>
              </a:extLst>
            </p:cNvPr>
            <p:cNvSpPr txBox="1"/>
            <p:nvPr/>
          </p:nvSpPr>
          <p:spPr>
            <a:xfrm>
              <a:off x="8270419" y="3117993"/>
              <a:ext cx="153194" cy="588174"/>
            </a:xfrm>
            <a:prstGeom prst="rect">
              <a:avLst/>
            </a:prstGeom>
          </p:spPr>
          <p:txBody>
            <a:bodyPr lIns="0" tIns="0" rIns="0" bIns="0" rtlCol="0" anchor="t">
              <a:spAutoFit/>
            </a:bodyPr>
            <a:lstStyle/>
            <a:p>
              <a:pPr algn="ctr">
                <a:lnSpc>
                  <a:spcPts val="5040"/>
                </a:lnSpc>
                <a:spcBef>
                  <a:spcPct val="0"/>
                </a:spcBef>
              </a:pPr>
              <a:r>
                <a:rPr lang="en-US" sz="3600">
                  <a:solidFill>
                    <a:srgbClr val="000000"/>
                  </a:solidFill>
                  <a:latin typeface="Edu NSW ACT Foundation" pitchFamily="2" charset="0"/>
                  <a:ea typeface="Dreaming Outloud Sans"/>
                  <a:cs typeface="Dreaming Outloud Sans"/>
                  <a:sym typeface="Dreaming Outloud Sans"/>
                </a:rPr>
                <a:t>1</a:t>
              </a:r>
            </a:p>
          </p:txBody>
        </p:sp>
        <p:grpSp>
          <p:nvGrpSpPr>
            <p:cNvPr id="8" name="Group 3">
              <a:extLst>
                <a:ext uri="{FF2B5EF4-FFF2-40B4-BE49-F238E27FC236}">
                  <a16:creationId xmlns:a16="http://schemas.microsoft.com/office/drawing/2014/main" id="{73560967-060F-5005-7B30-7FA78DEED243}"/>
                </a:ext>
              </a:extLst>
            </p:cNvPr>
            <p:cNvGrpSpPr/>
            <p:nvPr/>
          </p:nvGrpSpPr>
          <p:grpSpPr>
            <a:xfrm>
              <a:off x="2078493" y="2381073"/>
              <a:ext cx="6273541" cy="604051"/>
              <a:chOff x="0" y="0"/>
              <a:chExt cx="2248295" cy="216478"/>
            </a:xfrm>
          </p:grpSpPr>
          <p:sp>
            <p:nvSpPr>
              <p:cNvPr id="36" name="Freeform 4">
                <a:extLst>
                  <a:ext uri="{FF2B5EF4-FFF2-40B4-BE49-F238E27FC236}">
                    <a16:creationId xmlns:a16="http://schemas.microsoft.com/office/drawing/2014/main" id="{6AFFAE0A-089E-7DE3-2CC2-C9473D410F14}"/>
                  </a:ext>
                </a:extLst>
              </p:cNvPr>
              <p:cNvSpPr/>
              <p:nvPr/>
            </p:nvSpPr>
            <p:spPr>
              <a:xfrm>
                <a:off x="0" y="0"/>
                <a:ext cx="2248296" cy="216478"/>
              </a:xfrm>
              <a:custGeom>
                <a:avLst/>
                <a:gdLst/>
                <a:ahLst/>
                <a:cxnLst/>
                <a:rect l="l" t="t" r="r" b="b"/>
                <a:pathLst>
                  <a:path w="2248296" h="216478">
                    <a:moveTo>
                      <a:pt x="0" y="0"/>
                    </a:moveTo>
                    <a:lnTo>
                      <a:pt x="2248296" y="0"/>
                    </a:lnTo>
                    <a:lnTo>
                      <a:pt x="2248296" y="216478"/>
                    </a:lnTo>
                    <a:lnTo>
                      <a:pt x="0" y="216478"/>
                    </a:lnTo>
                    <a:close/>
                  </a:path>
                </a:pathLst>
              </a:custGeom>
              <a:solidFill>
                <a:srgbClr val="FD87CF"/>
              </a:solidFill>
            </p:spPr>
            <p:txBody>
              <a:bodyPr/>
              <a:lstStyle/>
              <a:p>
                <a:endParaRPr lang="en-AU">
                  <a:latin typeface="Edu NSW ACT Foundation" pitchFamily="2" charset="0"/>
                </a:endParaRPr>
              </a:p>
            </p:txBody>
          </p:sp>
          <p:sp>
            <p:nvSpPr>
              <p:cNvPr id="37" name="TextBox 5">
                <a:extLst>
                  <a:ext uri="{FF2B5EF4-FFF2-40B4-BE49-F238E27FC236}">
                    <a16:creationId xmlns:a16="http://schemas.microsoft.com/office/drawing/2014/main" id="{2E1BDBC7-B745-5B91-6983-EF0F236F54E0}"/>
                  </a:ext>
                </a:extLst>
              </p:cNvPr>
              <p:cNvSpPr txBox="1"/>
              <p:nvPr/>
            </p:nvSpPr>
            <p:spPr>
              <a:xfrm>
                <a:off x="0" y="-38100"/>
                <a:ext cx="2248295" cy="254578"/>
              </a:xfrm>
              <a:prstGeom prst="rect">
                <a:avLst/>
              </a:prstGeom>
            </p:spPr>
            <p:txBody>
              <a:bodyPr lIns="50800" tIns="50800" rIns="50800" bIns="50800" rtlCol="0" anchor="ctr"/>
              <a:lstStyle/>
              <a:p>
                <a:pPr algn="ctr">
                  <a:lnSpc>
                    <a:spcPts val="1552"/>
                  </a:lnSpc>
                </a:pPr>
                <a:endParaRPr>
                  <a:latin typeface="Edu NSW ACT Foundation" pitchFamily="2" charset="0"/>
                </a:endParaRPr>
              </a:p>
            </p:txBody>
          </p:sp>
        </p:grpSp>
        <p:sp>
          <p:nvSpPr>
            <p:cNvPr id="9" name="TextBox 6">
              <a:extLst>
                <a:ext uri="{FF2B5EF4-FFF2-40B4-BE49-F238E27FC236}">
                  <a16:creationId xmlns:a16="http://schemas.microsoft.com/office/drawing/2014/main" id="{1BC11E23-3538-DD53-B521-1BA8C2F3C1BC}"/>
                </a:ext>
              </a:extLst>
            </p:cNvPr>
            <p:cNvSpPr txBox="1"/>
            <p:nvPr/>
          </p:nvSpPr>
          <p:spPr>
            <a:xfrm>
              <a:off x="1948422" y="3118674"/>
              <a:ext cx="252942" cy="588174"/>
            </a:xfrm>
            <a:prstGeom prst="rect">
              <a:avLst/>
            </a:prstGeom>
          </p:spPr>
          <p:txBody>
            <a:bodyPr lIns="0" tIns="0" rIns="0" bIns="0" rtlCol="0" anchor="t">
              <a:spAutoFit/>
            </a:bodyPr>
            <a:lstStyle/>
            <a:p>
              <a:pPr algn="ctr">
                <a:lnSpc>
                  <a:spcPts val="5040"/>
                </a:lnSpc>
                <a:spcBef>
                  <a:spcPct val="0"/>
                </a:spcBef>
              </a:pPr>
              <a:r>
                <a:rPr lang="en-US" sz="3600">
                  <a:solidFill>
                    <a:srgbClr val="000000"/>
                  </a:solidFill>
                  <a:latin typeface="Edu NSW ACT Foundation" pitchFamily="2" charset="0"/>
                  <a:ea typeface="Dreaming Outloud Sans"/>
                  <a:cs typeface="Dreaming Outloud Sans"/>
                  <a:sym typeface="Dreaming Outloud Sans"/>
                </a:rPr>
                <a:t>0</a:t>
              </a:r>
            </a:p>
          </p:txBody>
        </p:sp>
        <p:sp>
          <p:nvSpPr>
            <p:cNvPr id="10" name="AutoShape 7">
              <a:extLst>
                <a:ext uri="{FF2B5EF4-FFF2-40B4-BE49-F238E27FC236}">
                  <a16:creationId xmlns:a16="http://schemas.microsoft.com/office/drawing/2014/main" id="{537A460A-BA86-A856-B99D-C2806AB9AB47}"/>
                </a:ext>
              </a:extLst>
            </p:cNvPr>
            <p:cNvSpPr/>
            <p:nvPr/>
          </p:nvSpPr>
          <p:spPr>
            <a:xfrm>
              <a:off x="1863035" y="2967453"/>
              <a:ext cx="6943945" cy="0"/>
            </a:xfrm>
            <a:prstGeom prst="line">
              <a:avLst/>
            </a:prstGeom>
            <a:ln w="57150" cap="flat">
              <a:solidFill>
                <a:srgbClr val="000000"/>
              </a:solidFill>
              <a:prstDash val="solid"/>
              <a:headEnd type="none" w="sm" len="sm"/>
              <a:tailEnd type="arrow" w="med" len="sm"/>
            </a:ln>
          </p:spPr>
          <p:txBody>
            <a:bodyPr/>
            <a:lstStyle/>
            <a:p>
              <a:endParaRPr lang="en-AU">
                <a:latin typeface="Edu NSW ACT Foundation" pitchFamily="2" charset="0"/>
              </a:endParaRPr>
            </a:p>
          </p:txBody>
        </p:sp>
        <p:sp>
          <p:nvSpPr>
            <p:cNvPr id="12" name="AutoShape 8">
              <a:extLst>
                <a:ext uri="{FF2B5EF4-FFF2-40B4-BE49-F238E27FC236}">
                  <a16:creationId xmlns:a16="http://schemas.microsoft.com/office/drawing/2014/main" id="{B096AB36-C483-5800-B06C-5B8E6DB183E0}"/>
                </a:ext>
              </a:extLst>
            </p:cNvPr>
            <p:cNvSpPr/>
            <p:nvPr/>
          </p:nvSpPr>
          <p:spPr>
            <a:xfrm>
              <a:off x="2078493" y="2779142"/>
              <a:ext cx="0" cy="415732"/>
            </a:xfrm>
            <a:prstGeom prst="line">
              <a:avLst/>
            </a:prstGeom>
            <a:ln w="571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3" name="AutoShape 9">
              <a:extLst>
                <a:ext uri="{FF2B5EF4-FFF2-40B4-BE49-F238E27FC236}">
                  <a16:creationId xmlns:a16="http://schemas.microsoft.com/office/drawing/2014/main" id="{A4C1A532-D645-11B6-8B6C-535B45A68704}"/>
                </a:ext>
              </a:extLst>
            </p:cNvPr>
            <p:cNvSpPr/>
            <p:nvPr/>
          </p:nvSpPr>
          <p:spPr>
            <a:xfrm>
              <a:off x="8353606" y="2779142"/>
              <a:ext cx="0" cy="415732"/>
            </a:xfrm>
            <a:prstGeom prst="line">
              <a:avLst/>
            </a:prstGeom>
            <a:ln w="571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4" name="AutoShape 10">
              <a:extLst>
                <a:ext uri="{FF2B5EF4-FFF2-40B4-BE49-F238E27FC236}">
                  <a16:creationId xmlns:a16="http://schemas.microsoft.com/office/drawing/2014/main" id="{273E1E60-B63D-B438-AE1A-C2AD584F97D0}"/>
                </a:ext>
              </a:extLst>
            </p:cNvPr>
            <p:cNvSpPr/>
            <p:nvPr/>
          </p:nvSpPr>
          <p:spPr>
            <a:xfrm>
              <a:off x="4167992" y="2381073"/>
              <a:ext cx="0" cy="333075"/>
            </a:xfrm>
            <a:prstGeom prst="line">
              <a:avLst/>
            </a:prstGeom>
            <a:ln w="19050" cap="flat">
              <a:solidFill>
                <a:srgbClr val="000000"/>
              </a:solidFill>
              <a:prstDash val="lgDash"/>
              <a:headEnd type="none" w="sm" len="sm"/>
              <a:tailEnd type="none" w="sm" len="sm"/>
            </a:ln>
          </p:spPr>
          <p:txBody>
            <a:bodyPr/>
            <a:lstStyle/>
            <a:p>
              <a:endParaRPr lang="en-AU">
                <a:latin typeface="Edu NSW ACT Foundation" pitchFamily="2" charset="0"/>
              </a:endParaRPr>
            </a:p>
          </p:txBody>
        </p:sp>
        <p:sp>
          <p:nvSpPr>
            <p:cNvPr id="15" name="AutoShape 11">
              <a:extLst>
                <a:ext uri="{FF2B5EF4-FFF2-40B4-BE49-F238E27FC236}">
                  <a16:creationId xmlns:a16="http://schemas.microsoft.com/office/drawing/2014/main" id="{7441A394-BBF5-1565-A0F6-F4EE45B2FD00}"/>
                </a:ext>
              </a:extLst>
            </p:cNvPr>
            <p:cNvSpPr/>
            <p:nvPr/>
          </p:nvSpPr>
          <p:spPr>
            <a:xfrm>
              <a:off x="4167708" y="2735748"/>
              <a:ext cx="0" cy="415732"/>
            </a:xfrm>
            <a:prstGeom prst="line">
              <a:avLst/>
            </a:prstGeom>
            <a:ln w="571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6" name="AutoShape 12">
              <a:extLst>
                <a:ext uri="{FF2B5EF4-FFF2-40B4-BE49-F238E27FC236}">
                  <a16:creationId xmlns:a16="http://schemas.microsoft.com/office/drawing/2014/main" id="{E65DB820-BF83-B663-0AD2-5CC68B322BD3}"/>
                </a:ext>
              </a:extLst>
            </p:cNvPr>
            <p:cNvSpPr/>
            <p:nvPr/>
          </p:nvSpPr>
          <p:spPr>
            <a:xfrm>
              <a:off x="6257008" y="2381073"/>
              <a:ext cx="0" cy="333075"/>
            </a:xfrm>
            <a:prstGeom prst="line">
              <a:avLst/>
            </a:prstGeom>
            <a:ln w="19050" cap="flat">
              <a:solidFill>
                <a:srgbClr val="000000"/>
              </a:solidFill>
              <a:prstDash val="lgDash"/>
              <a:headEnd type="none" w="sm" len="sm"/>
              <a:tailEnd type="none" w="sm" len="sm"/>
            </a:ln>
          </p:spPr>
          <p:txBody>
            <a:bodyPr/>
            <a:lstStyle/>
            <a:p>
              <a:endParaRPr lang="en-AU">
                <a:latin typeface="Edu NSW ACT Foundation" pitchFamily="2" charset="0"/>
              </a:endParaRPr>
            </a:p>
          </p:txBody>
        </p:sp>
        <p:sp>
          <p:nvSpPr>
            <p:cNvPr id="17" name="AutoShape 13">
              <a:extLst>
                <a:ext uri="{FF2B5EF4-FFF2-40B4-BE49-F238E27FC236}">
                  <a16:creationId xmlns:a16="http://schemas.microsoft.com/office/drawing/2014/main" id="{501A1763-5A00-0C44-970B-6C34034637DA}"/>
                </a:ext>
              </a:extLst>
            </p:cNvPr>
            <p:cNvSpPr/>
            <p:nvPr/>
          </p:nvSpPr>
          <p:spPr>
            <a:xfrm>
              <a:off x="6256724" y="2735748"/>
              <a:ext cx="0" cy="415732"/>
            </a:xfrm>
            <a:prstGeom prst="line">
              <a:avLst/>
            </a:prstGeom>
            <a:ln w="571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8" name="AutoShape 14">
              <a:extLst>
                <a:ext uri="{FF2B5EF4-FFF2-40B4-BE49-F238E27FC236}">
                  <a16:creationId xmlns:a16="http://schemas.microsoft.com/office/drawing/2014/main" id="{8F2C2817-0C5B-73FA-E2BD-C48B406E928E}"/>
                </a:ext>
              </a:extLst>
            </p:cNvPr>
            <p:cNvSpPr/>
            <p:nvPr/>
          </p:nvSpPr>
          <p:spPr>
            <a:xfrm>
              <a:off x="7299239" y="2381073"/>
              <a:ext cx="0" cy="333075"/>
            </a:xfrm>
            <a:prstGeom prst="line">
              <a:avLst/>
            </a:prstGeom>
            <a:ln w="19050" cap="flat">
              <a:solidFill>
                <a:srgbClr val="000000"/>
              </a:solidFill>
              <a:prstDash val="lgDash"/>
              <a:headEnd type="none" w="sm" len="sm"/>
              <a:tailEnd type="none" w="sm" len="sm"/>
            </a:ln>
          </p:spPr>
          <p:txBody>
            <a:bodyPr/>
            <a:lstStyle/>
            <a:p>
              <a:endParaRPr lang="en-AU">
                <a:latin typeface="Edu NSW ACT Foundation" pitchFamily="2" charset="0"/>
              </a:endParaRPr>
            </a:p>
          </p:txBody>
        </p:sp>
        <p:sp>
          <p:nvSpPr>
            <p:cNvPr id="19" name="AutoShape 15">
              <a:extLst>
                <a:ext uri="{FF2B5EF4-FFF2-40B4-BE49-F238E27FC236}">
                  <a16:creationId xmlns:a16="http://schemas.microsoft.com/office/drawing/2014/main" id="{F076BBEA-58D4-66B7-17A0-60C94BA08E10}"/>
                </a:ext>
              </a:extLst>
            </p:cNvPr>
            <p:cNvSpPr/>
            <p:nvPr/>
          </p:nvSpPr>
          <p:spPr>
            <a:xfrm>
              <a:off x="7298955" y="2735748"/>
              <a:ext cx="0" cy="415732"/>
            </a:xfrm>
            <a:prstGeom prst="line">
              <a:avLst/>
            </a:prstGeom>
            <a:ln w="571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0" name="AutoShape 16">
              <a:extLst>
                <a:ext uri="{FF2B5EF4-FFF2-40B4-BE49-F238E27FC236}">
                  <a16:creationId xmlns:a16="http://schemas.microsoft.com/office/drawing/2014/main" id="{83FD9936-37EC-C138-D698-CB2171E567FE}"/>
                </a:ext>
              </a:extLst>
            </p:cNvPr>
            <p:cNvSpPr/>
            <p:nvPr/>
          </p:nvSpPr>
          <p:spPr>
            <a:xfrm>
              <a:off x="3130316" y="2381073"/>
              <a:ext cx="0" cy="333075"/>
            </a:xfrm>
            <a:prstGeom prst="line">
              <a:avLst/>
            </a:prstGeom>
            <a:ln w="19050" cap="flat">
              <a:solidFill>
                <a:srgbClr val="000000"/>
              </a:solidFill>
              <a:prstDash val="lgDash"/>
              <a:headEnd type="none" w="sm" len="sm"/>
              <a:tailEnd type="none" w="sm" len="sm"/>
            </a:ln>
          </p:spPr>
          <p:txBody>
            <a:bodyPr/>
            <a:lstStyle/>
            <a:p>
              <a:endParaRPr lang="en-AU">
                <a:latin typeface="Edu NSW ACT Foundation" pitchFamily="2" charset="0"/>
              </a:endParaRPr>
            </a:p>
          </p:txBody>
        </p:sp>
        <p:sp>
          <p:nvSpPr>
            <p:cNvPr id="21" name="AutoShape 17">
              <a:extLst>
                <a:ext uri="{FF2B5EF4-FFF2-40B4-BE49-F238E27FC236}">
                  <a16:creationId xmlns:a16="http://schemas.microsoft.com/office/drawing/2014/main" id="{CFF81EE5-23F2-E633-803F-1E86FE630E35}"/>
                </a:ext>
              </a:extLst>
            </p:cNvPr>
            <p:cNvSpPr/>
            <p:nvPr/>
          </p:nvSpPr>
          <p:spPr>
            <a:xfrm>
              <a:off x="3130032" y="2735748"/>
              <a:ext cx="0" cy="415732"/>
            </a:xfrm>
            <a:prstGeom prst="line">
              <a:avLst/>
            </a:prstGeom>
            <a:ln w="571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2" name="AutoShape 18">
              <a:extLst>
                <a:ext uri="{FF2B5EF4-FFF2-40B4-BE49-F238E27FC236}">
                  <a16:creationId xmlns:a16="http://schemas.microsoft.com/office/drawing/2014/main" id="{DFE780E5-90C4-B357-39F0-ED6C21AAE097}"/>
                </a:ext>
              </a:extLst>
            </p:cNvPr>
            <p:cNvSpPr/>
            <p:nvPr/>
          </p:nvSpPr>
          <p:spPr>
            <a:xfrm>
              <a:off x="5214778" y="2381073"/>
              <a:ext cx="0" cy="333075"/>
            </a:xfrm>
            <a:prstGeom prst="line">
              <a:avLst/>
            </a:prstGeom>
            <a:ln w="19050" cap="flat">
              <a:solidFill>
                <a:srgbClr val="000000"/>
              </a:solidFill>
              <a:prstDash val="lgDash"/>
              <a:headEnd type="none" w="sm" len="sm"/>
              <a:tailEnd type="none" w="sm" len="sm"/>
            </a:ln>
          </p:spPr>
          <p:txBody>
            <a:bodyPr/>
            <a:lstStyle/>
            <a:p>
              <a:endParaRPr lang="en-AU">
                <a:latin typeface="Edu NSW ACT Foundation" pitchFamily="2" charset="0"/>
              </a:endParaRPr>
            </a:p>
          </p:txBody>
        </p:sp>
        <p:sp>
          <p:nvSpPr>
            <p:cNvPr id="23" name="AutoShape 19">
              <a:extLst>
                <a:ext uri="{FF2B5EF4-FFF2-40B4-BE49-F238E27FC236}">
                  <a16:creationId xmlns:a16="http://schemas.microsoft.com/office/drawing/2014/main" id="{C8C0C579-6CB9-A89F-B90C-081286CD502D}"/>
                </a:ext>
              </a:extLst>
            </p:cNvPr>
            <p:cNvSpPr/>
            <p:nvPr/>
          </p:nvSpPr>
          <p:spPr>
            <a:xfrm>
              <a:off x="5214494" y="2735748"/>
              <a:ext cx="0" cy="415732"/>
            </a:xfrm>
            <a:prstGeom prst="line">
              <a:avLst/>
            </a:prstGeom>
            <a:ln w="571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4" name="TextBox 20">
              <a:extLst>
                <a:ext uri="{FF2B5EF4-FFF2-40B4-BE49-F238E27FC236}">
                  <a16:creationId xmlns:a16="http://schemas.microsoft.com/office/drawing/2014/main" id="{A6EFD407-C922-9221-121E-D41A2EC4C906}"/>
                </a:ext>
              </a:extLst>
            </p:cNvPr>
            <p:cNvSpPr txBox="1"/>
            <p:nvPr/>
          </p:nvSpPr>
          <p:spPr>
            <a:xfrm>
              <a:off x="2605959" y="2374740"/>
              <a:ext cx="212725" cy="568874"/>
            </a:xfrm>
            <a:prstGeom prst="rect">
              <a:avLst/>
            </a:prstGeom>
          </p:spPr>
          <p:txBody>
            <a:bodyPr lIns="0" tIns="0" rIns="0" bIns="0" rtlCol="0" anchor="t">
              <a:spAutoFit/>
            </a:bodyPr>
            <a:lstStyle/>
            <a:p>
              <a:pPr algn="ctr">
                <a:lnSpc>
                  <a:spcPts val="3080"/>
                </a:lnSpc>
              </a:pPr>
              <a:r>
                <a:rPr lang="en-US" sz="2200">
                  <a:solidFill>
                    <a:srgbClr val="000000"/>
                  </a:solidFill>
                  <a:latin typeface="Edu NSW ACT Foundation" pitchFamily="2" charset="0"/>
                  <a:ea typeface="Dreaming Outloud Sans"/>
                  <a:cs typeface="Dreaming Outloud Sans"/>
                  <a:sym typeface="Dreaming Outloud Sans"/>
                </a:rPr>
                <a:t>1</a:t>
              </a:r>
            </a:p>
            <a:p>
              <a:pPr algn="ctr">
                <a:lnSpc>
                  <a:spcPts val="1100"/>
                </a:lnSpc>
              </a:pPr>
              <a:r>
                <a:rPr lang="en-US" sz="2200">
                  <a:solidFill>
                    <a:srgbClr val="000000"/>
                  </a:solidFill>
                  <a:latin typeface="Edu NSW ACT Foundation" pitchFamily="2" charset="0"/>
                  <a:ea typeface="Dreaming Outloud Sans"/>
                  <a:cs typeface="Dreaming Outloud Sans"/>
                  <a:sym typeface="Dreaming Outloud Sans"/>
                </a:rPr>
                <a:t>6</a:t>
              </a:r>
            </a:p>
          </p:txBody>
        </p:sp>
        <p:sp>
          <p:nvSpPr>
            <p:cNvPr id="25" name="AutoShape 21">
              <a:extLst>
                <a:ext uri="{FF2B5EF4-FFF2-40B4-BE49-F238E27FC236}">
                  <a16:creationId xmlns:a16="http://schemas.microsoft.com/office/drawing/2014/main" id="{B7A9F137-7D0E-2908-1D71-A9E579EB8F29}"/>
                </a:ext>
              </a:extLst>
            </p:cNvPr>
            <p:cNvSpPr/>
            <p:nvPr/>
          </p:nvSpPr>
          <p:spPr>
            <a:xfrm flipH="1" flipV="1">
              <a:off x="2605959" y="2661065"/>
              <a:ext cx="195349"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6" name="TextBox 22">
              <a:extLst>
                <a:ext uri="{FF2B5EF4-FFF2-40B4-BE49-F238E27FC236}">
                  <a16:creationId xmlns:a16="http://schemas.microsoft.com/office/drawing/2014/main" id="{0EB93B65-AC6F-C4F8-FA05-EFC5C4EA8CDF}"/>
                </a:ext>
              </a:extLst>
            </p:cNvPr>
            <p:cNvSpPr txBox="1"/>
            <p:nvPr/>
          </p:nvSpPr>
          <p:spPr>
            <a:xfrm>
              <a:off x="3603815" y="2381073"/>
              <a:ext cx="212725" cy="568874"/>
            </a:xfrm>
            <a:prstGeom prst="rect">
              <a:avLst/>
            </a:prstGeom>
          </p:spPr>
          <p:txBody>
            <a:bodyPr lIns="0" tIns="0" rIns="0" bIns="0" rtlCol="0" anchor="t">
              <a:spAutoFit/>
            </a:bodyPr>
            <a:lstStyle/>
            <a:p>
              <a:pPr algn="ctr">
                <a:lnSpc>
                  <a:spcPts val="3080"/>
                </a:lnSpc>
              </a:pPr>
              <a:r>
                <a:rPr lang="en-US" sz="2200">
                  <a:solidFill>
                    <a:srgbClr val="000000"/>
                  </a:solidFill>
                  <a:latin typeface="Edu NSW ACT Foundation" pitchFamily="2" charset="0"/>
                  <a:ea typeface="Dreaming Outloud Sans"/>
                  <a:cs typeface="Dreaming Outloud Sans"/>
                  <a:sym typeface="Dreaming Outloud Sans"/>
                </a:rPr>
                <a:t>1</a:t>
              </a:r>
            </a:p>
            <a:p>
              <a:pPr algn="ctr">
                <a:lnSpc>
                  <a:spcPts val="1100"/>
                </a:lnSpc>
              </a:pPr>
              <a:r>
                <a:rPr lang="en-US" sz="2200">
                  <a:solidFill>
                    <a:srgbClr val="000000"/>
                  </a:solidFill>
                  <a:latin typeface="Edu NSW ACT Foundation" pitchFamily="2" charset="0"/>
                  <a:ea typeface="Dreaming Outloud Sans"/>
                  <a:cs typeface="Dreaming Outloud Sans"/>
                  <a:sym typeface="Dreaming Outloud Sans"/>
                </a:rPr>
                <a:t>6</a:t>
              </a:r>
            </a:p>
          </p:txBody>
        </p:sp>
        <p:sp>
          <p:nvSpPr>
            <p:cNvPr id="27" name="AutoShape 23">
              <a:extLst>
                <a:ext uri="{FF2B5EF4-FFF2-40B4-BE49-F238E27FC236}">
                  <a16:creationId xmlns:a16="http://schemas.microsoft.com/office/drawing/2014/main" id="{5B563250-51C5-FFB5-DA96-C397EF130624}"/>
                </a:ext>
              </a:extLst>
            </p:cNvPr>
            <p:cNvSpPr/>
            <p:nvPr/>
          </p:nvSpPr>
          <p:spPr>
            <a:xfrm flipH="1" flipV="1">
              <a:off x="3628211" y="2661065"/>
              <a:ext cx="195349"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8" name="TextBox 24">
              <a:extLst>
                <a:ext uri="{FF2B5EF4-FFF2-40B4-BE49-F238E27FC236}">
                  <a16:creationId xmlns:a16="http://schemas.microsoft.com/office/drawing/2014/main" id="{A66F0FAC-689C-A6A3-2331-E078AFA0C7B7}"/>
                </a:ext>
              </a:extLst>
            </p:cNvPr>
            <p:cNvSpPr txBox="1"/>
            <p:nvPr/>
          </p:nvSpPr>
          <p:spPr>
            <a:xfrm>
              <a:off x="4641774" y="2374740"/>
              <a:ext cx="212725" cy="568874"/>
            </a:xfrm>
            <a:prstGeom prst="rect">
              <a:avLst/>
            </a:prstGeom>
          </p:spPr>
          <p:txBody>
            <a:bodyPr lIns="0" tIns="0" rIns="0" bIns="0" rtlCol="0" anchor="t">
              <a:spAutoFit/>
            </a:bodyPr>
            <a:lstStyle/>
            <a:p>
              <a:pPr algn="ctr">
                <a:lnSpc>
                  <a:spcPts val="3080"/>
                </a:lnSpc>
              </a:pPr>
              <a:r>
                <a:rPr lang="en-US" sz="2200">
                  <a:solidFill>
                    <a:srgbClr val="000000"/>
                  </a:solidFill>
                  <a:latin typeface="Edu NSW ACT Foundation" pitchFamily="2" charset="0"/>
                  <a:ea typeface="Dreaming Outloud Sans"/>
                  <a:cs typeface="Dreaming Outloud Sans"/>
                  <a:sym typeface="Dreaming Outloud Sans"/>
                </a:rPr>
                <a:t>1</a:t>
              </a:r>
            </a:p>
            <a:p>
              <a:pPr algn="ctr">
                <a:lnSpc>
                  <a:spcPts val="1100"/>
                </a:lnSpc>
              </a:pPr>
              <a:r>
                <a:rPr lang="en-US" sz="2200">
                  <a:solidFill>
                    <a:srgbClr val="000000"/>
                  </a:solidFill>
                  <a:latin typeface="Edu NSW ACT Foundation" pitchFamily="2" charset="0"/>
                  <a:ea typeface="Dreaming Outloud Sans"/>
                  <a:cs typeface="Dreaming Outloud Sans"/>
                  <a:sym typeface="Dreaming Outloud Sans"/>
                </a:rPr>
                <a:t>6</a:t>
              </a:r>
            </a:p>
          </p:txBody>
        </p:sp>
        <p:sp>
          <p:nvSpPr>
            <p:cNvPr id="29" name="AutoShape 25">
              <a:extLst>
                <a:ext uri="{FF2B5EF4-FFF2-40B4-BE49-F238E27FC236}">
                  <a16:creationId xmlns:a16="http://schemas.microsoft.com/office/drawing/2014/main" id="{EEDEF7FB-D434-D677-DE63-05754290DB5F}"/>
                </a:ext>
              </a:extLst>
            </p:cNvPr>
            <p:cNvSpPr/>
            <p:nvPr/>
          </p:nvSpPr>
          <p:spPr>
            <a:xfrm flipH="1" flipV="1">
              <a:off x="4650463" y="2661065"/>
              <a:ext cx="195349"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30" name="TextBox 26">
              <a:extLst>
                <a:ext uri="{FF2B5EF4-FFF2-40B4-BE49-F238E27FC236}">
                  <a16:creationId xmlns:a16="http://schemas.microsoft.com/office/drawing/2014/main" id="{0B74DFA2-98D3-08F0-DA33-85506E3A199E}"/>
                </a:ext>
              </a:extLst>
            </p:cNvPr>
            <p:cNvSpPr txBox="1"/>
            <p:nvPr/>
          </p:nvSpPr>
          <p:spPr>
            <a:xfrm>
              <a:off x="5664026" y="2374740"/>
              <a:ext cx="212725" cy="568874"/>
            </a:xfrm>
            <a:prstGeom prst="rect">
              <a:avLst/>
            </a:prstGeom>
          </p:spPr>
          <p:txBody>
            <a:bodyPr lIns="0" tIns="0" rIns="0" bIns="0" rtlCol="0" anchor="t">
              <a:spAutoFit/>
            </a:bodyPr>
            <a:lstStyle/>
            <a:p>
              <a:pPr algn="ctr">
                <a:lnSpc>
                  <a:spcPts val="3080"/>
                </a:lnSpc>
              </a:pPr>
              <a:r>
                <a:rPr lang="en-US" sz="2200">
                  <a:solidFill>
                    <a:srgbClr val="000000"/>
                  </a:solidFill>
                  <a:latin typeface="Edu NSW ACT Foundation" pitchFamily="2" charset="0"/>
                  <a:ea typeface="Dreaming Outloud Sans"/>
                  <a:cs typeface="Dreaming Outloud Sans"/>
                  <a:sym typeface="Dreaming Outloud Sans"/>
                </a:rPr>
                <a:t>1</a:t>
              </a:r>
            </a:p>
            <a:p>
              <a:pPr algn="ctr">
                <a:lnSpc>
                  <a:spcPts val="1100"/>
                </a:lnSpc>
              </a:pPr>
              <a:r>
                <a:rPr lang="en-US" sz="2200">
                  <a:solidFill>
                    <a:srgbClr val="000000"/>
                  </a:solidFill>
                  <a:latin typeface="Edu NSW ACT Foundation" pitchFamily="2" charset="0"/>
                  <a:ea typeface="Dreaming Outloud Sans"/>
                  <a:cs typeface="Dreaming Outloud Sans"/>
                  <a:sym typeface="Dreaming Outloud Sans"/>
                </a:rPr>
                <a:t>6</a:t>
              </a:r>
            </a:p>
          </p:txBody>
        </p:sp>
        <p:sp>
          <p:nvSpPr>
            <p:cNvPr id="31" name="AutoShape 27">
              <a:extLst>
                <a:ext uri="{FF2B5EF4-FFF2-40B4-BE49-F238E27FC236}">
                  <a16:creationId xmlns:a16="http://schemas.microsoft.com/office/drawing/2014/main" id="{55CB2EE1-5606-7638-C8F7-0EF0A1D2329B}"/>
                </a:ext>
              </a:extLst>
            </p:cNvPr>
            <p:cNvSpPr/>
            <p:nvPr/>
          </p:nvSpPr>
          <p:spPr>
            <a:xfrm flipH="1" flipV="1">
              <a:off x="5672715" y="2661065"/>
              <a:ext cx="195349"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32" name="TextBox 28">
              <a:extLst>
                <a:ext uri="{FF2B5EF4-FFF2-40B4-BE49-F238E27FC236}">
                  <a16:creationId xmlns:a16="http://schemas.microsoft.com/office/drawing/2014/main" id="{3896F356-D5B8-2EA1-6694-1663C4ACBBEE}"/>
                </a:ext>
              </a:extLst>
            </p:cNvPr>
            <p:cNvSpPr txBox="1"/>
            <p:nvPr/>
          </p:nvSpPr>
          <p:spPr>
            <a:xfrm>
              <a:off x="6686278" y="2374740"/>
              <a:ext cx="212725" cy="568874"/>
            </a:xfrm>
            <a:prstGeom prst="rect">
              <a:avLst/>
            </a:prstGeom>
          </p:spPr>
          <p:txBody>
            <a:bodyPr lIns="0" tIns="0" rIns="0" bIns="0" rtlCol="0" anchor="t">
              <a:spAutoFit/>
            </a:bodyPr>
            <a:lstStyle/>
            <a:p>
              <a:pPr algn="ctr">
                <a:lnSpc>
                  <a:spcPts val="3080"/>
                </a:lnSpc>
              </a:pPr>
              <a:r>
                <a:rPr lang="en-US" sz="2200">
                  <a:solidFill>
                    <a:srgbClr val="000000"/>
                  </a:solidFill>
                  <a:latin typeface="Edu NSW ACT Foundation" pitchFamily="2" charset="0"/>
                  <a:ea typeface="Dreaming Outloud Sans"/>
                  <a:cs typeface="Dreaming Outloud Sans"/>
                  <a:sym typeface="Dreaming Outloud Sans"/>
                </a:rPr>
                <a:t>1</a:t>
              </a:r>
            </a:p>
            <a:p>
              <a:pPr algn="ctr">
                <a:lnSpc>
                  <a:spcPts val="1100"/>
                </a:lnSpc>
              </a:pPr>
              <a:r>
                <a:rPr lang="en-US" sz="2200">
                  <a:solidFill>
                    <a:srgbClr val="000000"/>
                  </a:solidFill>
                  <a:latin typeface="Edu NSW ACT Foundation" pitchFamily="2" charset="0"/>
                  <a:ea typeface="Dreaming Outloud Sans"/>
                  <a:cs typeface="Dreaming Outloud Sans"/>
                  <a:sym typeface="Dreaming Outloud Sans"/>
                </a:rPr>
                <a:t>6</a:t>
              </a:r>
            </a:p>
          </p:txBody>
        </p:sp>
        <p:sp>
          <p:nvSpPr>
            <p:cNvPr id="33" name="AutoShape 29">
              <a:extLst>
                <a:ext uri="{FF2B5EF4-FFF2-40B4-BE49-F238E27FC236}">
                  <a16:creationId xmlns:a16="http://schemas.microsoft.com/office/drawing/2014/main" id="{61E87EF9-464A-BB24-497E-772A600A23D9}"/>
                </a:ext>
              </a:extLst>
            </p:cNvPr>
            <p:cNvSpPr/>
            <p:nvPr/>
          </p:nvSpPr>
          <p:spPr>
            <a:xfrm flipH="1" flipV="1">
              <a:off x="6694967" y="2661065"/>
              <a:ext cx="195349"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34" name="TextBox 30">
              <a:extLst>
                <a:ext uri="{FF2B5EF4-FFF2-40B4-BE49-F238E27FC236}">
                  <a16:creationId xmlns:a16="http://schemas.microsoft.com/office/drawing/2014/main" id="{DEE2137F-D6B4-C7C0-64A6-8F169975FC16}"/>
                </a:ext>
              </a:extLst>
            </p:cNvPr>
            <p:cNvSpPr txBox="1"/>
            <p:nvPr/>
          </p:nvSpPr>
          <p:spPr>
            <a:xfrm>
              <a:off x="7708530" y="2386660"/>
              <a:ext cx="212725" cy="568874"/>
            </a:xfrm>
            <a:prstGeom prst="rect">
              <a:avLst/>
            </a:prstGeom>
          </p:spPr>
          <p:txBody>
            <a:bodyPr lIns="0" tIns="0" rIns="0" bIns="0" rtlCol="0" anchor="t">
              <a:spAutoFit/>
            </a:bodyPr>
            <a:lstStyle/>
            <a:p>
              <a:pPr algn="ctr">
                <a:lnSpc>
                  <a:spcPts val="3080"/>
                </a:lnSpc>
              </a:pPr>
              <a:r>
                <a:rPr lang="en-US" sz="2200">
                  <a:solidFill>
                    <a:srgbClr val="000000"/>
                  </a:solidFill>
                  <a:latin typeface="Edu NSW ACT Foundation" pitchFamily="2" charset="0"/>
                  <a:ea typeface="Dreaming Outloud Sans"/>
                  <a:cs typeface="Dreaming Outloud Sans"/>
                  <a:sym typeface="Dreaming Outloud Sans"/>
                </a:rPr>
                <a:t>1</a:t>
              </a:r>
            </a:p>
            <a:p>
              <a:pPr algn="ctr">
                <a:lnSpc>
                  <a:spcPts val="1100"/>
                </a:lnSpc>
              </a:pPr>
              <a:r>
                <a:rPr lang="en-US" sz="2200">
                  <a:solidFill>
                    <a:srgbClr val="000000"/>
                  </a:solidFill>
                  <a:latin typeface="Edu NSW ACT Foundation" pitchFamily="2" charset="0"/>
                  <a:ea typeface="Dreaming Outloud Sans"/>
                  <a:cs typeface="Dreaming Outloud Sans"/>
                  <a:sym typeface="Dreaming Outloud Sans"/>
                </a:rPr>
                <a:t>6</a:t>
              </a:r>
            </a:p>
          </p:txBody>
        </p:sp>
        <p:sp>
          <p:nvSpPr>
            <p:cNvPr id="35" name="AutoShape 31">
              <a:extLst>
                <a:ext uri="{FF2B5EF4-FFF2-40B4-BE49-F238E27FC236}">
                  <a16:creationId xmlns:a16="http://schemas.microsoft.com/office/drawing/2014/main" id="{BBC8B6DA-A963-287F-810A-4107C990C7ED}"/>
                </a:ext>
              </a:extLst>
            </p:cNvPr>
            <p:cNvSpPr/>
            <p:nvPr/>
          </p:nvSpPr>
          <p:spPr>
            <a:xfrm flipH="1" flipV="1">
              <a:off x="7717218" y="2661065"/>
              <a:ext cx="195349" cy="0"/>
            </a:xfrm>
            <a:prstGeom prst="line">
              <a:avLst/>
            </a:prstGeom>
            <a:ln w="19050" cap="flat">
              <a:solidFill>
                <a:srgbClr val="000000"/>
              </a:solidFill>
              <a:prstDash val="solid"/>
              <a:headEnd type="none" w="sm" len="sm"/>
              <a:tailEnd type="none" w="sm" len="sm"/>
            </a:ln>
          </p:spPr>
          <p:txBody>
            <a:bodyPr/>
            <a:lstStyle/>
            <a:p>
              <a:endParaRPr lang="en-AU">
                <a:latin typeface="Edu NSW ACT Foundation" pitchFamily="2" charset="0"/>
              </a:endParaRPr>
            </a:p>
          </p:txBody>
        </p:sp>
      </p:grpSp>
    </p:spTree>
    <p:extLst>
      <p:ext uri="{BB962C8B-B14F-4D97-AF65-F5344CB8AC3E}">
        <p14:creationId xmlns:p14="http://schemas.microsoft.com/office/powerpoint/2010/main" val="16720300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58B9F-C306-6503-3373-9BF6711EAAD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1F2BFEC-E945-6F4C-3309-9F724EDCBBF2}"/>
              </a:ext>
            </a:extLst>
          </p:cNvPr>
          <p:cNvSpPr>
            <a:spLocks noGrp="1"/>
          </p:cNvSpPr>
          <p:nvPr>
            <p:ph type="sldNum" sz="quarter" idx="12"/>
          </p:nvPr>
        </p:nvSpPr>
        <p:spPr/>
        <p:txBody>
          <a:bodyPr/>
          <a:lstStyle/>
          <a:p>
            <a:fld id="{10A01DC5-1685-4615-8240-15192985C6A2}" type="slidenum">
              <a:rPr lang="en-AU" smtClean="0"/>
              <a:t>35</a:t>
            </a:fld>
            <a:endParaRPr lang="en-AU"/>
          </a:p>
        </p:txBody>
      </p:sp>
      <p:sp>
        <p:nvSpPr>
          <p:cNvPr id="3" name="Title 2">
            <a:extLst>
              <a:ext uri="{FF2B5EF4-FFF2-40B4-BE49-F238E27FC236}">
                <a16:creationId xmlns:a16="http://schemas.microsoft.com/office/drawing/2014/main" id="{4FACE562-8F72-5080-9D69-0EE65AC407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(18) </a:t>
            </a:r>
          </a:p>
        </p:txBody>
      </p:sp>
      <p:sp>
        <p:nvSpPr>
          <p:cNvPr id="11" name="Picture Placeholder 10">
            <a:extLst>
              <a:ext uri="{FF2B5EF4-FFF2-40B4-BE49-F238E27FC236}">
                <a16:creationId xmlns:a16="http://schemas.microsoft.com/office/drawing/2014/main" id="{50CE3FA9-E73E-0225-40D3-D27739FD5AAA}"/>
              </a:ext>
            </a:extLst>
          </p:cNvPr>
          <p:cNvSpPr>
            <a:spLocks noGrp="1"/>
          </p:cNvSpPr>
          <p:nvPr>
            <p:ph type="pic" sz="quarter" idx="21"/>
          </p:nvPr>
        </p:nvSpPr>
        <p:spPr>
          <a:xfrm>
            <a:off x="668144" y="2061717"/>
            <a:ext cx="10626750" cy="3632255"/>
          </a:xfrm>
        </p:spPr>
        <p:txBody>
          <a:bodyPr/>
          <a:lstStyle/>
          <a:p>
            <a:pPr algn="ctr"/>
            <a:r>
              <a:rPr lang="en-US" sz="4400">
                <a:latin typeface="Arial"/>
                <a:cs typeface="Arial"/>
              </a:rPr>
              <a:t>Heather went to the canteen and purchased a cup cake for $3 and 75 cents. </a:t>
            </a:r>
            <a:r>
              <a:rPr lang="en-US" sz="4400" b="1">
                <a:latin typeface="Arial"/>
                <a:cs typeface="Arial"/>
              </a:rPr>
              <a:t>How much change</a:t>
            </a:r>
            <a:r>
              <a:rPr lang="en-US" sz="4400">
                <a:latin typeface="Arial"/>
                <a:cs typeface="Arial"/>
              </a:rPr>
              <a:t> did she receive from $10?</a:t>
            </a: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9624517-4A6E-BCB0-BE3D-E100CB8DC04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5603040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2E5171-1234-D0DF-8708-3925C62E7E7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F15FF86-1890-9ED1-C2D9-01A6B72ED73B}"/>
              </a:ext>
            </a:extLst>
          </p:cNvPr>
          <p:cNvSpPr>
            <a:spLocks noGrp="1"/>
          </p:cNvSpPr>
          <p:nvPr>
            <p:ph type="sldNum" sz="quarter" idx="12"/>
          </p:nvPr>
        </p:nvSpPr>
        <p:spPr/>
        <p:txBody>
          <a:bodyPr/>
          <a:lstStyle/>
          <a:p>
            <a:fld id="{10A01DC5-1685-4615-8240-15192985C6A2}" type="slidenum">
              <a:rPr lang="en-AU" smtClean="0"/>
              <a:t>36</a:t>
            </a:fld>
            <a:endParaRPr lang="en-AU"/>
          </a:p>
        </p:txBody>
      </p:sp>
      <p:sp>
        <p:nvSpPr>
          <p:cNvPr id="3" name="Title 2">
            <a:extLst>
              <a:ext uri="{FF2B5EF4-FFF2-40B4-BE49-F238E27FC236}">
                <a16:creationId xmlns:a16="http://schemas.microsoft.com/office/drawing/2014/main" id="{2C79D7C8-F241-CB18-CA93-BC27C3BD3394}"/>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(19) </a:t>
            </a:r>
          </a:p>
        </p:txBody>
      </p:sp>
      <p:sp>
        <p:nvSpPr>
          <p:cNvPr id="13" name="TextBox 12">
            <a:extLst>
              <a:ext uri="{FF2B5EF4-FFF2-40B4-BE49-F238E27FC236}">
                <a16:creationId xmlns:a16="http://schemas.microsoft.com/office/drawing/2014/main" id="{51E0C1DB-5841-D74F-1A5B-6AEA3A4901D3}"/>
              </a:ext>
            </a:extLst>
          </p:cNvPr>
          <p:cNvSpPr txBox="1"/>
          <p:nvPr/>
        </p:nvSpPr>
        <p:spPr>
          <a:xfrm>
            <a:off x="490243" y="1399309"/>
            <a:ext cx="10982552" cy="4038599"/>
          </a:xfrm>
          <a:prstGeom prst="rect">
            <a:avLst/>
          </a:prstGeom>
          <a:noFill/>
        </p:spPr>
        <p:txBody>
          <a:bodyPr wrap="square" lIns="0" tIns="0" rIns="0" bIns="0" rtlCol="0" anchor="t">
            <a:noAutofit/>
          </a:bodyPr>
          <a:lstStyle/>
          <a:p>
            <a:pPr algn="ctr"/>
            <a:r>
              <a:rPr lang="en-AU" sz="4400"/>
              <a:t>Name items that have an </a:t>
            </a:r>
            <a:r>
              <a:rPr lang="en-AU" sz="4400" b="1"/>
              <a:t>estimated mass</a:t>
            </a:r>
            <a:r>
              <a:rPr lang="en-AU" sz="4400"/>
              <a:t>:</a:t>
            </a:r>
          </a:p>
          <a:p>
            <a:pPr algn="ctr"/>
            <a:r>
              <a:rPr lang="en-AU" sz="4400" b="1"/>
              <a:t> </a:t>
            </a:r>
            <a:endParaRPr lang="en-AU" sz="4400"/>
          </a:p>
        </p:txBody>
      </p:sp>
      <p:pic>
        <p:nvPicPr>
          <p:cNvPr id="4" name="Picture 3" descr="image of a clipboard with a pencil recording short answer responses">
            <a:extLst>
              <a:ext uri="{FF2B5EF4-FFF2-40B4-BE49-F238E27FC236}">
                <a16:creationId xmlns:a16="http://schemas.microsoft.com/office/drawing/2014/main" id="{DDE2B47A-8CF9-35B2-EC15-2BFADBD1573B}"/>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5" name="Table 4">
            <a:extLst>
              <a:ext uri="{FF2B5EF4-FFF2-40B4-BE49-F238E27FC236}">
                <a16:creationId xmlns:a16="http://schemas.microsoft.com/office/drawing/2014/main" id="{2F9FCB89-36EE-CC38-3B19-E3F35BE90923}"/>
              </a:ext>
            </a:extLst>
          </p:cNvPr>
          <p:cNvGraphicFramePr>
            <a:graphicFrameLocks noGrp="1"/>
          </p:cNvGraphicFramePr>
          <p:nvPr>
            <p:extLst>
              <p:ext uri="{D42A27DB-BD31-4B8C-83A1-F6EECF244321}">
                <p14:modId xmlns:p14="http://schemas.microsoft.com/office/powerpoint/2010/main" val="1694475653"/>
              </p:ext>
            </p:extLst>
          </p:nvPr>
        </p:nvGraphicFramePr>
        <p:xfrm>
          <a:off x="940365" y="2620134"/>
          <a:ext cx="10311270" cy="3617244"/>
        </p:xfrm>
        <a:graphic>
          <a:graphicData uri="http://schemas.openxmlformats.org/drawingml/2006/table">
            <a:tbl>
              <a:tblPr firstRow="1" bandRow="1">
                <a:tableStyleId>{B301B821-A1FF-4177-AEE7-76D212191A09}</a:tableStyleId>
              </a:tblPr>
              <a:tblGrid>
                <a:gridCol w="3437090">
                  <a:extLst>
                    <a:ext uri="{9D8B030D-6E8A-4147-A177-3AD203B41FA5}">
                      <a16:colId xmlns:a16="http://schemas.microsoft.com/office/drawing/2014/main" val="1874828632"/>
                    </a:ext>
                  </a:extLst>
                </a:gridCol>
                <a:gridCol w="3437090">
                  <a:extLst>
                    <a:ext uri="{9D8B030D-6E8A-4147-A177-3AD203B41FA5}">
                      <a16:colId xmlns:a16="http://schemas.microsoft.com/office/drawing/2014/main" val="3284129245"/>
                    </a:ext>
                  </a:extLst>
                </a:gridCol>
                <a:gridCol w="3437090">
                  <a:extLst>
                    <a:ext uri="{9D8B030D-6E8A-4147-A177-3AD203B41FA5}">
                      <a16:colId xmlns:a16="http://schemas.microsoft.com/office/drawing/2014/main" val="1586330164"/>
                    </a:ext>
                  </a:extLst>
                </a:gridCol>
              </a:tblGrid>
              <a:tr h="750232">
                <a:tc>
                  <a:txBody>
                    <a:bodyPr/>
                    <a:lstStyle/>
                    <a:p>
                      <a:r>
                        <a:rPr lang="en-AU"/>
                        <a:t>More than 1 kg</a:t>
                      </a:r>
                    </a:p>
                  </a:txBody>
                  <a:tcPr>
                    <a:lnB w="12700" cap="flat" cmpd="sng" algn="ctr">
                      <a:solidFill>
                        <a:schemeClr val="tx1"/>
                      </a:solidFill>
                      <a:prstDash val="solid"/>
                      <a:round/>
                      <a:headEnd type="none" w="med" len="med"/>
                      <a:tailEnd type="none" w="med" len="med"/>
                    </a:lnB>
                  </a:tcPr>
                </a:tc>
                <a:tc>
                  <a:txBody>
                    <a:bodyPr/>
                    <a:lstStyle/>
                    <a:p>
                      <a:r>
                        <a:rPr lang="en-AU"/>
                        <a:t>The same as 1 kg</a:t>
                      </a:r>
                    </a:p>
                  </a:txBody>
                  <a:tcPr>
                    <a:lnB w="12700" cap="flat" cmpd="sng" algn="ctr">
                      <a:solidFill>
                        <a:schemeClr val="tx1"/>
                      </a:solidFill>
                      <a:prstDash val="solid"/>
                      <a:round/>
                      <a:headEnd type="none" w="med" len="med"/>
                      <a:tailEnd type="none" w="med" len="med"/>
                    </a:lnB>
                  </a:tcPr>
                </a:tc>
                <a:tc>
                  <a:txBody>
                    <a:bodyPr/>
                    <a:lstStyle/>
                    <a:p>
                      <a:r>
                        <a:rPr lang="en-AU"/>
                        <a:t>Less than 1kg</a:t>
                      </a:r>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469942106"/>
                  </a:ext>
                </a:extLst>
              </a:tr>
              <a:tr h="2867012">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AU"/>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67886430"/>
                  </a:ext>
                </a:extLst>
              </a:tr>
            </a:tbl>
          </a:graphicData>
        </a:graphic>
      </p:graphicFrame>
    </p:spTree>
    <p:extLst>
      <p:ext uri="{BB962C8B-B14F-4D97-AF65-F5344CB8AC3E}">
        <p14:creationId xmlns:p14="http://schemas.microsoft.com/office/powerpoint/2010/main" val="79627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511101-C2AA-A4B8-D565-D0C731099D2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1891367-9F77-2286-E613-6F1B7282E70A}"/>
              </a:ext>
            </a:extLst>
          </p:cNvPr>
          <p:cNvSpPr>
            <a:spLocks noGrp="1"/>
          </p:cNvSpPr>
          <p:nvPr>
            <p:ph type="sldNum" sz="quarter" idx="12"/>
          </p:nvPr>
        </p:nvSpPr>
        <p:spPr/>
        <p:txBody>
          <a:bodyPr/>
          <a:lstStyle/>
          <a:p>
            <a:fld id="{10A01DC5-1685-4615-8240-15192985C6A2}" type="slidenum">
              <a:rPr lang="en-AU" smtClean="0"/>
              <a:t>37</a:t>
            </a:fld>
            <a:endParaRPr lang="en-AU"/>
          </a:p>
        </p:txBody>
      </p:sp>
      <p:sp>
        <p:nvSpPr>
          <p:cNvPr id="3" name="Title 2">
            <a:extLst>
              <a:ext uri="{FF2B5EF4-FFF2-40B4-BE49-F238E27FC236}">
                <a16:creationId xmlns:a16="http://schemas.microsoft.com/office/drawing/2014/main" id="{D1012728-7DD3-DAD5-02D7-5D1F8430E7A9}"/>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(20)</a:t>
            </a:r>
          </a:p>
        </p:txBody>
      </p:sp>
      <p:sp>
        <p:nvSpPr>
          <p:cNvPr id="11" name="Picture Placeholder 10">
            <a:extLst>
              <a:ext uri="{FF2B5EF4-FFF2-40B4-BE49-F238E27FC236}">
                <a16:creationId xmlns:a16="http://schemas.microsoft.com/office/drawing/2014/main" id="{96CD0A12-6C4E-2A9C-E016-8C9F82325D04}"/>
              </a:ext>
            </a:extLst>
          </p:cNvPr>
          <p:cNvSpPr>
            <a:spLocks noGrp="1"/>
          </p:cNvSpPr>
          <p:nvPr>
            <p:ph type="pic" sz="quarter" idx="21"/>
          </p:nvPr>
        </p:nvSpPr>
        <p:spPr>
          <a:xfrm>
            <a:off x="273160" y="1943101"/>
            <a:ext cx="11210840" cy="3037114"/>
          </a:xfrm>
        </p:spPr>
        <p:txBody>
          <a:bodyPr/>
          <a:lstStyle/>
          <a:p>
            <a:pPr algn="ctr"/>
            <a:r>
              <a:rPr lang="en-US" sz="4400">
                <a:latin typeface="Arial"/>
                <a:cs typeface="Arial"/>
              </a:rPr>
              <a:t>Write a sentence explaining what ‘</a:t>
            </a:r>
            <a:r>
              <a:rPr lang="en-US" sz="4400" b="1">
                <a:latin typeface="Arial"/>
                <a:cs typeface="Arial"/>
              </a:rPr>
              <a:t>possible</a:t>
            </a:r>
            <a:r>
              <a:rPr lang="en-US" sz="4400">
                <a:latin typeface="Arial"/>
                <a:cs typeface="Arial"/>
              </a:rPr>
              <a:t>’ and ‘</a:t>
            </a:r>
            <a:r>
              <a:rPr lang="en-US" sz="4400" b="1">
                <a:latin typeface="Arial"/>
                <a:cs typeface="Arial"/>
              </a:rPr>
              <a:t>likely</a:t>
            </a:r>
            <a:r>
              <a:rPr lang="en-US" sz="4400">
                <a:latin typeface="Arial"/>
                <a:cs typeface="Arial"/>
              </a:rPr>
              <a:t>’ mean in a chance experiment.</a:t>
            </a:r>
            <a:endParaRPr lang="en-US"/>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55FD276A-C397-9187-758E-5683EDE3430B}"/>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745713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38</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7163018" cy="545601"/>
          </a:xfrm>
        </p:spPr>
        <p:txBody>
          <a:bodyPr/>
          <a:lstStyle/>
          <a:p>
            <a:r>
              <a:rPr lang="en-AU"/>
              <a:t>Activity 5 – using arrays</a:t>
            </a:r>
          </a:p>
        </p:txBody>
      </p:sp>
      <p:sp>
        <p:nvSpPr>
          <p:cNvPr id="18" name="Oval 17" descr="Interactive spinner with numbers 1-10 and an infinite pile of purple counters.">
            <a:extLst>
              <a:ext uri="{FF2B5EF4-FFF2-40B4-BE49-F238E27FC236}">
                <a16:creationId xmlns:a16="http://schemas.microsoft.com/office/drawing/2014/main" id="{8C17BE2D-2740-4310-06A6-F9E57733CA2D}"/>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19" name="Oval 18" descr="Interactive spinner with numbers 1-10 and an infinite pile of purple counters.">
            <a:extLst>
              <a:ext uri="{FF2B5EF4-FFF2-40B4-BE49-F238E27FC236}">
                <a16:creationId xmlns:a16="http://schemas.microsoft.com/office/drawing/2014/main" id="{F61F89B6-8755-1F8B-2F77-BBE9901D4260}"/>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0" name="Oval 19" descr="Interactive spinner with numbers 1-10 and an infinite pile of purple counters.">
            <a:extLst>
              <a:ext uri="{FF2B5EF4-FFF2-40B4-BE49-F238E27FC236}">
                <a16:creationId xmlns:a16="http://schemas.microsoft.com/office/drawing/2014/main" id="{28803C2E-726F-3EBD-861F-8E36804BCB39}"/>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1" name="Oval 20" descr="Interactive spinner with numbers 1-10 and an infinite pile of purple counters.">
            <a:extLst>
              <a:ext uri="{FF2B5EF4-FFF2-40B4-BE49-F238E27FC236}">
                <a16:creationId xmlns:a16="http://schemas.microsoft.com/office/drawing/2014/main" id="{AD82F58D-E981-2045-02AB-3A7C2DC51D27}"/>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2" name="Oval 21" descr="Interactive spinner with numbers 1-10 and an infinite pile of purple counters.">
            <a:extLst>
              <a:ext uri="{FF2B5EF4-FFF2-40B4-BE49-F238E27FC236}">
                <a16:creationId xmlns:a16="http://schemas.microsoft.com/office/drawing/2014/main" id="{F89CE1AC-CA3D-F36B-25EA-DEC620C05D59}"/>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3" name="Oval 22" descr="Interactive spinner with numbers 1-10 and an infinite pile of purple counters.">
            <a:extLst>
              <a:ext uri="{FF2B5EF4-FFF2-40B4-BE49-F238E27FC236}">
                <a16:creationId xmlns:a16="http://schemas.microsoft.com/office/drawing/2014/main" id="{F918B0FF-E8B2-8DF5-B899-AC2908E9AA9A}"/>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4" name="Oval 23" descr="Interactive spinner with numbers 1-10 and an infinite pile of purple counters.">
            <a:extLst>
              <a:ext uri="{FF2B5EF4-FFF2-40B4-BE49-F238E27FC236}">
                <a16:creationId xmlns:a16="http://schemas.microsoft.com/office/drawing/2014/main" id="{FBD42B86-0F32-65EA-0CFA-74518C01B3A1}"/>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5" name="Oval 24" descr="Interactive spinner with numbers 1-10 and an infinite pile of purple counters.">
            <a:extLst>
              <a:ext uri="{FF2B5EF4-FFF2-40B4-BE49-F238E27FC236}">
                <a16:creationId xmlns:a16="http://schemas.microsoft.com/office/drawing/2014/main" id="{96536849-33C3-36B8-8300-EC6D697BE60B}"/>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6" name="Oval 25" descr="Interactive spinner with numbers 1-10 and an infinite pile of purple counters.">
            <a:extLst>
              <a:ext uri="{FF2B5EF4-FFF2-40B4-BE49-F238E27FC236}">
                <a16:creationId xmlns:a16="http://schemas.microsoft.com/office/drawing/2014/main" id="{CFBFE54A-988F-D4EF-EA0C-3452826FCA33}"/>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7" name="Oval 26" descr="Interactive spinner with numbers 1-10 and an infinite pile of purple counters.">
            <a:extLst>
              <a:ext uri="{FF2B5EF4-FFF2-40B4-BE49-F238E27FC236}">
                <a16:creationId xmlns:a16="http://schemas.microsoft.com/office/drawing/2014/main" id="{0FA25373-B72D-0B15-5357-C1FA15D274E2}"/>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8" name="Oval 27" descr="Interactive spinner with numbers 1-10 and an infinite pile of purple counters.">
            <a:extLst>
              <a:ext uri="{FF2B5EF4-FFF2-40B4-BE49-F238E27FC236}">
                <a16:creationId xmlns:a16="http://schemas.microsoft.com/office/drawing/2014/main" id="{F14B19CC-C513-3D4E-C958-C0D0498B5C2A}"/>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29" name="Oval 28" descr="Interactive spinner with numbers 1-10 and an infinite pile of purple counters.">
            <a:extLst>
              <a:ext uri="{FF2B5EF4-FFF2-40B4-BE49-F238E27FC236}">
                <a16:creationId xmlns:a16="http://schemas.microsoft.com/office/drawing/2014/main" id="{5F8CEBC6-D749-8305-CD49-BFE4AEC050D7}"/>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0" name="Oval 29" descr="Interactive spinner with numbers 1-10 and an infinite pile of purple counters.">
            <a:extLst>
              <a:ext uri="{FF2B5EF4-FFF2-40B4-BE49-F238E27FC236}">
                <a16:creationId xmlns:a16="http://schemas.microsoft.com/office/drawing/2014/main" id="{162E504A-23AC-7859-9098-B8A2C2175EB9}"/>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1" name="Oval 30" descr="Interactive spinner with numbers 1-10 and an infinite pile of purple counters.">
            <a:extLst>
              <a:ext uri="{FF2B5EF4-FFF2-40B4-BE49-F238E27FC236}">
                <a16:creationId xmlns:a16="http://schemas.microsoft.com/office/drawing/2014/main" id="{06FCEB8B-A7A9-F0EE-6A56-0BE51389CEA6}"/>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3" name="TextBox 4" descr="Interactive spinner with numbers 1-10 and an infinite pile of purple counters.">
            <a:extLst>
              <a:ext uri="{FF2B5EF4-FFF2-40B4-BE49-F238E27FC236}">
                <a16:creationId xmlns:a16="http://schemas.microsoft.com/office/drawing/2014/main" id="{3E2FDF3D-0934-40C7-EC38-250E04A17063}"/>
              </a:ext>
            </a:extLst>
          </p:cNvPr>
          <p:cNvSpPr txBox="1"/>
          <p:nvPr/>
        </p:nvSpPr>
        <p:spPr>
          <a:xfrm>
            <a:off x="7733214" y="1968041"/>
            <a:ext cx="1448789" cy="326994"/>
          </a:xfrm>
          <a:prstGeom prst="rect">
            <a:avLst/>
          </a:prstGeom>
          <a:noFill/>
        </p:spPr>
        <p:txBody>
          <a:bodyPr wrap="square" lIns="0" tIns="0" rIns="0" bIns="0" rtlCol="0">
            <a:no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algn="ctr"/>
            <a:r>
              <a:rPr lang="en-AU" sz="1400">
                <a:solidFill>
                  <a:srgbClr val="B47FDB"/>
                </a:solidFill>
                <a:latin typeface="Arial Black" panose="020B0A04020102020204" pitchFamily="34" charset="0"/>
              </a:rPr>
              <a:t>Counters</a:t>
            </a:r>
          </a:p>
        </p:txBody>
      </p:sp>
      <p:sp>
        <p:nvSpPr>
          <p:cNvPr id="34" name="Oval 33" descr="Interactive spinner with numbers 1-10 and an infinite pile of purple counters.">
            <a:extLst>
              <a:ext uri="{FF2B5EF4-FFF2-40B4-BE49-F238E27FC236}">
                <a16:creationId xmlns:a16="http://schemas.microsoft.com/office/drawing/2014/main" id="{D3223F2C-F991-D62D-C07A-FAF1D5F7EA2A}"/>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5" name="Oval 34" descr="Interactive spinner with numbers 1-10 and an infinite pile of purple counters.">
            <a:extLst>
              <a:ext uri="{FF2B5EF4-FFF2-40B4-BE49-F238E27FC236}">
                <a16:creationId xmlns:a16="http://schemas.microsoft.com/office/drawing/2014/main" id="{4E5850F4-3ACF-6BA9-11F3-9D2FDB3A4034}"/>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6" name="Oval 35" descr="Interactive spinner with numbers 1-10 and an infinite pile of purple counters.">
            <a:extLst>
              <a:ext uri="{FF2B5EF4-FFF2-40B4-BE49-F238E27FC236}">
                <a16:creationId xmlns:a16="http://schemas.microsoft.com/office/drawing/2014/main" id="{E8C93A97-B5C7-E2F8-9FCF-3099940761A7}"/>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7" name="Oval 36" descr="Interactive spinner with numbers 1-10 and an infinite pile of purple counters.">
            <a:extLst>
              <a:ext uri="{FF2B5EF4-FFF2-40B4-BE49-F238E27FC236}">
                <a16:creationId xmlns:a16="http://schemas.microsoft.com/office/drawing/2014/main" id="{CD3D6A1D-1078-6B91-D4D4-85D9FCE89A50}"/>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8" name="Oval 37" descr="Interactive spinner with numbers 1-10 and an infinite pile of purple counters.">
            <a:extLst>
              <a:ext uri="{FF2B5EF4-FFF2-40B4-BE49-F238E27FC236}">
                <a16:creationId xmlns:a16="http://schemas.microsoft.com/office/drawing/2014/main" id="{5AE18773-2D37-B480-1608-8B591BCBC309}"/>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39" name="Oval 38" descr="Interactive spinner with numbers 1-10 and an infinite pile of purple counters.">
            <a:extLst>
              <a:ext uri="{FF2B5EF4-FFF2-40B4-BE49-F238E27FC236}">
                <a16:creationId xmlns:a16="http://schemas.microsoft.com/office/drawing/2014/main" id="{07837988-9F7D-7D99-3F4D-F4B2D22A77AA}"/>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0" name="Oval 39" descr="Interactive spinner with numbers 1-10 and an infinite pile of purple counters.">
            <a:extLst>
              <a:ext uri="{FF2B5EF4-FFF2-40B4-BE49-F238E27FC236}">
                <a16:creationId xmlns:a16="http://schemas.microsoft.com/office/drawing/2014/main" id="{95E5C5A0-08B6-2421-7AC1-25F011C635CA}"/>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1" name="Oval 40" descr="Interactive spinner with numbers 1-10 and an infinite pile of purple counters.">
            <a:extLst>
              <a:ext uri="{FF2B5EF4-FFF2-40B4-BE49-F238E27FC236}">
                <a16:creationId xmlns:a16="http://schemas.microsoft.com/office/drawing/2014/main" id="{7B59F758-B829-CF25-46F0-2D34809AB1F5}"/>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2" name="Oval 41" descr="Interactive spinner with numbers 1-10 and an infinite pile of purple counters.">
            <a:extLst>
              <a:ext uri="{FF2B5EF4-FFF2-40B4-BE49-F238E27FC236}">
                <a16:creationId xmlns:a16="http://schemas.microsoft.com/office/drawing/2014/main" id="{9C048080-8004-60FE-118A-41EAD33C4297}"/>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3" name="Oval 42" descr="Interactive spinner with numbers 1-10 and an infinite pile of purple counters.">
            <a:extLst>
              <a:ext uri="{FF2B5EF4-FFF2-40B4-BE49-F238E27FC236}">
                <a16:creationId xmlns:a16="http://schemas.microsoft.com/office/drawing/2014/main" id="{2BAC50DD-93E5-229A-B683-8E3E02E380C8}"/>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4" name="Oval 43" descr="Interactive spinner with numbers 1-10 and an infinite pile of purple counters.">
            <a:extLst>
              <a:ext uri="{FF2B5EF4-FFF2-40B4-BE49-F238E27FC236}">
                <a16:creationId xmlns:a16="http://schemas.microsoft.com/office/drawing/2014/main" id="{4D5931D8-408A-0600-AF01-0455FBB873FB}"/>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5" name="Oval 44" descr="Interactive spinner with numbers 1-10 and an infinite pile of purple counters.">
            <a:extLst>
              <a:ext uri="{FF2B5EF4-FFF2-40B4-BE49-F238E27FC236}">
                <a16:creationId xmlns:a16="http://schemas.microsoft.com/office/drawing/2014/main" id="{CFE3F0D4-50AB-73E6-39FB-1CE8290322A7}"/>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6" name="Oval 45" descr="Interactive spinner with numbers 1-10 and an infinite pile of purple counters.">
            <a:extLst>
              <a:ext uri="{FF2B5EF4-FFF2-40B4-BE49-F238E27FC236}">
                <a16:creationId xmlns:a16="http://schemas.microsoft.com/office/drawing/2014/main" id="{EF368B17-B222-5A3C-4AC0-39069A81C2F8}"/>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7" name="Oval 46" descr="Interactive spinner with numbers 1-10 and an infinite pile of purple counters.">
            <a:extLst>
              <a:ext uri="{FF2B5EF4-FFF2-40B4-BE49-F238E27FC236}">
                <a16:creationId xmlns:a16="http://schemas.microsoft.com/office/drawing/2014/main" id="{679EF54D-9354-CE51-3AC1-45CD1F156A52}"/>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8" name="Oval 47" descr="Interactive spinner with numbers 1-10 and an infinite pile of purple counters.">
            <a:extLst>
              <a:ext uri="{FF2B5EF4-FFF2-40B4-BE49-F238E27FC236}">
                <a16:creationId xmlns:a16="http://schemas.microsoft.com/office/drawing/2014/main" id="{CE6C7567-682E-2CA8-FD1C-F6BEC1D291DF}"/>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49" name="Oval 48" descr="Interactive spinner with numbers 1-10 and an infinite pile of purple counters.">
            <a:extLst>
              <a:ext uri="{FF2B5EF4-FFF2-40B4-BE49-F238E27FC236}">
                <a16:creationId xmlns:a16="http://schemas.microsoft.com/office/drawing/2014/main" id="{1CAE8FA4-C102-A321-889B-BDE130368E45}"/>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0" name="Oval 49" descr="Interactive spinner with numbers 1-10 and an infinite pile of purple counters.">
            <a:extLst>
              <a:ext uri="{FF2B5EF4-FFF2-40B4-BE49-F238E27FC236}">
                <a16:creationId xmlns:a16="http://schemas.microsoft.com/office/drawing/2014/main" id="{FECFC1E8-7894-2706-1872-453F7B7BF346}"/>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1" name="Oval 50" descr="Interactive spinner with numbers 1-10 and an infinite pile of purple counters.">
            <a:extLst>
              <a:ext uri="{FF2B5EF4-FFF2-40B4-BE49-F238E27FC236}">
                <a16:creationId xmlns:a16="http://schemas.microsoft.com/office/drawing/2014/main" id="{A8E567FA-15FB-6E21-2278-DABB979D5A36}"/>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2" name="Oval 51" descr="Interactive spinner with numbers 1-10 and an infinite pile of purple counters.">
            <a:extLst>
              <a:ext uri="{FF2B5EF4-FFF2-40B4-BE49-F238E27FC236}">
                <a16:creationId xmlns:a16="http://schemas.microsoft.com/office/drawing/2014/main" id="{C12F92F4-DDFD-79F2-5B31-EA8138817454}"/>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3" name="Oval 52" descr="Interactive spinner with numbers 1-10 and an infinite pile of purple counters.">
            <a:extLst>
              <a:ext uri="{FF2B5EF4-FFF2-40B4-BE49-F238E27FC236}">
                <a16:creationId xmlns:a16="http://schemas.microsoft.com/office/drawing/2014/main" id="{0A66E0FA-A405-C81C-68C4-793B39399C60}"/>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4" name="Oval 53" descr="Interactive spinner with numbers 1-10 and an infinite pile of purple counters.">
            <a:extLst>
              <a:ext uri="{FF2B5EF4-FFF2-40B4-BE49-F238E27FC236}">
                <a16:creationId xmlns:a16="http://schemas.microsoft.com/office/drawing/2014/main" id="{D6335BA0-A140-52C3-1A68-F7B0464C469A}"/>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5" name="Oval 54" descr="Interactive spinner with numbers 1-10 and an infinite pile of purple counters.">
            <a:extLst>
              <a:ext uri="{FF2B5EF4-FFF2-40B4-BE49-F238E27FC236}">
                <a16:creationId xmlns:a16="http://schemas.microsoft.com/office/drawing/2014/main" id="{256F6F56-3350-44B9-F31C-698493438175}"/>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6" name="Oval 55" descr="Interactive spinner with numbers 1-10 and an infinite pile of purple counters.">
            <a:extLst>
              <a:ext uri="{FF2B5EF4-FFF2-40B4-BE49-F238E27FC236}">
                <a16:creationId xmlns:a16="http://schemas.microsoft.com/office/drawing/2014/main" id="{CFFC6EB5-B761-BB23-DE4D-CCF5350C9A93}"/>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7" name="Oval 56" descr="Interactive spinner with numbers 1-10 and an infinite pile of purple counters.">
            <a:extLst>
              <a:ext uri="{FF2B5EF4-FFF2-40B4-BE49-F238E27FC236}">
                <a16:creationId xmlns:a16="http://schemas.microsoft.com/office/drawing/2014/main" id="{B8BDD51D-5613-F053-BE13-317DA80FCDAB}"/>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8" name="Oval 57" descr="Interactive spinner with numbers 1-10 and an infinite pile of purple counters.">
            <a:extLst>
              <a:ext uri="{FF2B5EF4-FFF2-40B4-BE49-F238E27FC236}">
                <a16:creationId xmlns:a16="http://schemas.microsoft.com/office/drawing/2014/main" id="{F017F7AC-7F11-710E-83E6-075365BAF52F}"/>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59" name="Oval 58" descr="Interactive spinner with numbers 1-10 and an infinite pile of purple counters.">
            <a:extLst>
              <a:ext uri="{FF2B5EF4-FFF2-40B4-BE49-F238E27FC236}">
                <a16:creationId xmlns:a16="http://schemas.microsoft.com/office/drawing/2014/main" id="{17281741-2C6D-C738-3D60-80D30C3761A1}"/>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0" name="Oval 59" descr="Interactive spinner with numbers 1-10 and an infinite pile of purple counters.">
            <a:extLst>
              <a:ext uri="{FF2B5EF4-FFF2-40B4-BE49-F238E27FC236}">
                <a16:creationId xmlns:a16="http://schemas.microsoft.com/office/drawing/2014/main" id="{86CFB9E6-C580-E01F-900D-B824849F2620}"/>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1" name="Oval 60" descr="Interactive spinner with numbers 1-10 and an infinite pile of purple counters.">
            <a:extLst>
              <a:ext uri="{FF2B5EF4-FFF2-40B4-BE49-F238E27FC236}">
                <a16:creationId xmlns:a16="http://schemas.microsoft.com/office/drawing/2014/main" id="{71CCD4DD-56DA-879D-32C8-3AB1837320A6}"/>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2" name="Oval 61" descr="Interactive spinner with numbers 1-10 and an infinite pile of purple counters.">
            <a:extLst>
              <a:ext uri="{FF2B5EF4-FFF2-40B4-BE49-F238E27FC236}">
                <a16:creationId xmlns:a16="http://schemas.microsoft.com/office/drawing/2014/main" id="{A5BBF1B0-EE64-11F2-69CA-FD8DF5385231}"/>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3" name="Oval 62" descr="Interactive spinner with numbers 1-10 and an infinite pile of purple counters.">
            <a:extLst>
              <a:ext uri="{FF2B5EF4-FFF2-40B4-BE49-F238E27FC236}">
                <a16:creationId xmlns:a16="http://schemas.microsoft.com/office/drawing/2014/main" id="{2C1E5E88-4BD1-FB36-5E2B-A6F990939966}"/>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4" name="Oval 63" descr="Interactive spinner with numbers 1-10 and an infinite pile of purple counters.">
            <a:extLst>
              <a:ext uri="{FF2B5EF4-FFF2-40B4-BE49-F238E27FC236}">
                <a16:creationId xmlns:a16="http://schemas.microsoft.com/office/drawing/2014/main" id="{FF1C5B60-DDBE-5F1E-466B-A405E0ED8BF2}"/>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5" name="Oval 64" descr="Interactive spinner with numbers 1-10 and an infinite pile of purple counters.">
            <a:extLst>
              <a:ext uri="{FF2B5EF4-FFF2-40B4-BE49-F238E27FC236}">
                <a16:creationId xmlns:a16="http://schemas.microsoft.com/office/drawing/2014/main" id="{B846EF63-B657-3E7D-174F-59802A772D73}"/>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6" name="Oval 65" descr="Interactive spinner with numbers 1-10 and an infinite pile of purple counters.">
            <a:extLst>
              <a:ext uri="{FF2B5EF4-FFF2-40B4-BE49-F238E27FC236}">
                <a16:creationId xmlns:a16="http://schemas.microsoft.com/office/drawing/2014/main" id="{293C36C7-78E9-C07F-B446-14465FAFFD5A}"/>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7" name="Oval 66" descr="Interactive spinner with numbers 1-10 and an infinite pile of purple counters.">
            <a:extLst>
              <a:ext uri="{FF2B5EF4-FFF2-40B4-BE49-F238E27FC236}">
                <a16:creationId xmlns:a16="http://schemas.microsoft.com/office/drawing/2014/main" id="{96834AE1-18D9-0A64-73E2-C84E5FBAD756}"/>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8" name="Oval 67" descr="Interactive spinner with numbers 1-10 and an infinite pile of purple counters.">
            <a:extLst>
              <a:ext uri="{FF2B5EF4-FFF2-40B4-BE49-F238E27FC236}">
                <a16:creationId xmlns:a16="http://schemas.microsoft.com/office/drawing/2014/main" id="{C46F92A8-A2FB-EFC7-1030-B3B98B19DC86}"/>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69" name="Oval 68" descr="Interactive spinner with numbers 1-10 and an infinite pile of purple counters.">
            <a:extLst>
              <a:ext uri="{FF2B5EF4-FFF2-40B4-BE49-F238E27FC236}">
                <a16:creationId xmlns:a16="http://schemas.microsoft.com/office/drawing/2014/main" id="{1BA215BF-1D3B-4917-7799-B5D9DC48DF31}"/>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0" name="Oval 69" descr="Interactive spinner with numbers 1-10 and an infinite pile of purple counters.">
            <a:extLst>
              <a:ext uri="{FF2B5EF4-FFF2-40B4-BE49-F238E27FC236}">
                <a16:creationId xmlns:a16="http://schemas.microsoft.com/office/drawing/2014/main" id="{862C778C-0DD5-F01A-AD8E-C09300B117FF}"/>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1" name="Oval 70" descr="Interactive spinner with numbers 1-10 and an infinite pile of purple counters.">
            <a:extLst>
              <a:ext uri="{FF2B5EF4-FFF2-40B4-BE49-F238E27FC236}">
                <a16:creationId xmlns:a16="http://schemas.microsoft.com/office/drawing/2014/main" id="{D4DC312D-59D5-8E75-5038-9FC27F2CB4CB}"/>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2" name="Oval 71" descr="Interactive spinner with numbers 1-10 and an infinite pile of purple counters.">
            <a:extLst>
              <a:ext uri="{FF2B5EF4-FFF2-40B4-BE49-F238E27FC236}">
                <a16:creationId xmlns:a16="http://schemas.microsoft.com/office/drawing/2014/main" id="{AB5B0650-305D-58FB-4458-25C208998DCD}"/>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3" name="Oval 72" descr="Interactive spinner with numbers 1-10 and an infinite pile of purple counters.">
            <a:extLst>
              <a:ext uri="{FF2B5EF4-FFF2-40B4-BE49-F238E27FC236}">
                <a16:creationId xmlns:a16="http://schemas.microsoft.com/office/drawing/2014/main" id="{CE4B45B3-B25F-E933-CDC4-1824086522F6}"/>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4" name="Oval 73" descr="Interactive spinner with numbers 1-10 and an infinite pile of purple counters.">
            <a:extLst>
              <a:ext uri="{FF2B5EF4-FFF2-40B4-BE49-F238E27FC236}">
                <a16:creationId xmlns:a16="http://schemas.microsoft.com/office/drawing/2014/main" id="{0DE1DC14-170D-AC09-F65A-0716F030CDCC}"/>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sp>
        <p:nvSpPr>
          <p:cNvPr id="75" name="Oval 74" descr="Interactive spinner with numbers 1-10 and an infinite pile of purple counters.">
            <a:extLst>
              <a:ext uri="{FF2B5EF4-FFF2-40B4-BE49-F238E27FC236}">
                <a16:creationId xmlns:a16="http://schemas.microsoft.com/office/drawing/2014/main" id="{4D2ECBC4-B850-6EA1-8A15-2C366470B141}"/>
              </a:ext>
            </a:extLst>
          </p:cNvPr>
          <p:cNvSpPr/>
          <p:nvPr/>
        </p:nvSpPr>
        <p:spPr>
          <a:xfrm>
            <a:off x="8217129" y="1240736"/>
            <a:ext cx="480960" cy="472372"/>
          </a:xfrm>
          <a:prstGeom prst="ellipse">
            <a:avLst/>
          </a:prstGeom>
          <a:solidFill>
            <a:srgbClr val="B47FDB">
              <a:alpha val="40000"/>
            </a:srgbClr>
          </a:solidFill>
          <a:ln>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609585" rtl="0" eaLnBrk="1" latinLnBrk="0" hangingPunct="1">
              <a:defRPr sz="2400" kern="1200">
                <a:solidFill>
                  <a:schemeClr val="lt1"/>
                </a:solidFill>
                <a:latin typeface="+mn-lt"/>
                <a:ea typeface="+mn-ea"/>
                <a:cs typeface="+mn-cs"/>
              </a:defRPr>
            </a:lvl1pPr>
            <a:lvl2pPr marL="609585" algn="l" defTabSz="609585" rtl="0" eaLnBrk="1" latinLnBrk="0" hangingPunct="1">
              <a:defRPr sz="2400" kern="1200">
                <a:solidFill>
                  <a:schemeClr val="lt1"/>
                </a:solidFill>
                <a:latin typeface="+mn-lt"/>
                <a:ea typeface="+mn-ea"/>
                <a:cs typeface="+mn-cs"/>
              </a:defRPr>
            </a:lvl2pPr>
            <a:lvl3pPr marL="1219170" algn="l" defTabSz="609585" rtl="0" eaLnBrk="1" latinLnBrk="0" hangingPunct="1">
              <a:defRPr sz="2400" kern="1200">
                <a:solidFill>
                  <a:schemeClr val="lt1"/>
                </a:solidFill>
                <a:latin typeface="+mn-lt"/>
                <a:ea typeface="+mn-ea"/>
                <a:cs typeface="+mn-cs"/>
              </a:defRPr>
            </a:lvl3pPr>
            <a:lvl4pPr marL="1828754" algn="l" defTabSz="609585" rtl="0" eaLnBrk="1" latinLnBrk="0" hangingPunct="1">
              <a:defRPr sz="2400" kern="1200">
                <a:solidFill>
                  <a:schemeClr val="lt1"/>
                </a:solidFill>
                <a:latin typeface="+mn-lt"/>
                <a:ea typeface="+mn-ea"/>
                <a:cs typeface="+mn-cs"/>
              </a:defRPr>
            </a:lvl4pPr>
            <a:lvl5pPr marL="2438339" algn="l" defTabSz="609585" rtl="0" eaLnBrk="1" latinLnBrk="0" hangingPunct="1">
              <a:defRPr sz="2400" kern="1200">
                <a:solidFill>
                  <a:schemeClr val="lt1"/>
                </a:solidFill>
                <a:latin typeface="+mn-lt"/>
                <a:ea typeface="+mn-ea"/>
                <a:cs typeface="+mn-cs"/>
              </a:defRPr>
            </a:lvl5pPr>
            <a:lvl6pPr marL="3047924" algn="l" defTabSz="609585" rtl="0" eaLnBrk="1" latinLnBrk="0" hangingPunct="1">
              <a:defRPr sz="2400" kern="1200">
                <a:solidFill>
                  <a:schemeClr val="lt1"/>
                </a:solidFill>
                <a:latin typeface="+mn-lt"/>
                <a:ea typeface="+mn-ea"/>
                <a:cs typeface="+mn-cs"/>
              </a:defRPr>
            </a:lvl6pPr>
            <a:lvl7pPr marL="3657509" algn="l" defTabSz="609585" rtl="0" eaLnBrk="1" latinLnBrk="0" hangingPunct="1">
              <a:defRPr sz="2400" kern="1200">
                <a:solidFill>
                  <a:schemeClr val="lt1"/>
                </a:solidFill>
                <a:latin typeface="+mn-lt"/>
                <a:ea typeface="+mn-ea"/>
                <a:cs typeface="+mn-cs"/>
              </a:defRPr>
            </a:lvl7pPr>
            <a:lvl8pPr marL="4267093" algn="l" defTabSz="609585" rtl="0" eaLnBrk="1" latinLnBrk="0" hangingPunct="1">
              <a:defRPr sz="2400" kern="1200">
                <a:solidFill>
                  <a:schemeClr val="lt1"/>
                </a:solidFill>
                <a:latin typeface="+mn-lt"/>
                <a:ea typeface="+mn-ea"/>
                <a:cs typeface="+mn-cs"/>
              </a:defRPr>
            </a:lvl8pPr>
            <a:lvl9pPr marL="4876678" algn="l" defTabSz="609585" rtl="0" eaLnBrk="1" latinLnBrk="0" hangingPunct="1">
              <a:defRPr sz="2400" kern="1200">
                <a:solidFill>
                  <a:schemeClr val="lt1"/>
                </a:solidFill>
                <a:latin typeface="+mn-lt"/>
                <a:ea typeface="+mn-ea"/>
                <a:cs typeface="+mn-cs"/>
              </a:defRPr>
            </a:lvl9pPr>
          </a:lstStyle>
          <a:p>
            <a:pPr algn="ctr"/>
            <a:endParaRPr lang="en-AU"/>
          </a:p>
        </p:txBody>
      </p:sp>
      <p:pic>
        <p:nvPicPr>
          <p:cNvPr id="76" name="Picture 75" descr="Interactive spinner with numbers 1-10 and an infinite pile of purple counters.">
            <a:extLst>
              <a:ext uri="{FF2B5EF4-FFF2-40B4-BE49-F238E27FC236}">
                <a16:creationId xmlns:a16="http://schemas.microsoft.com/office/drawing/2014/main" id="{AB784935-2BD3-79C1-1E20-20B180E476DC}"/>
              </a:ext>
            </a:extLst>
          </p:cNvPr>
          <p:cNvPicPr>
            <a:picLocks noChangeAspect="1"/>
          </p:cNvPicPr>
          <p:nvPr/>
        </p:nvPicPr>
        <p:blipFill rotWithShape="1">
          <a:blip r:embed="rId3">
            <a:extLst>
              <a:ext uri="{28A0092B-C50C-407E-A947-70E740481C1C}">
                <a14:useLocalDpi xmlns:a14="http://schemas.microsoft.com/office/drawing/2010/main" val="0"/>
              </a:ext>
            </a:extLst>
          </a:blip>
          <a:srcRect t="184" b="184"/>
          <a:stretch/>
        </p:blipFill>
        <p:spPr>
          <a:xfrm>
            <a:off x="9323447" y="940081"/>
            <a:ext cx="2699133" cy="2709907"/>
          </a:xfrm>
          <a:prstGeom prst="rect">
            <a:avLst/>
          </a:prstGeom>
        </p:spPr>
      </p:pic>
      <p:sp>
        <p:nvSpPr>
          <p:cNvPr id="77" name="Isosceles Triangle 76" descr="Interactive spinner with numbers 1-10 and an infinite pile of purple counters.">
            <a:extLst>
              <a:ext uri="{FF2B5EF4-FFF2-40B4-BE49-F238E27FC236}">
                <a16:creationId xmlns:a16="http://schemas.microsoft.com/office/drawing/2014/main" id="{6E427F2E-041C-35DF-0F03-D00B729A33FF}"/>
              </a:ext>
            </a:extLst>
          </p:cNvPr>
          <p:cNvSpPr/>
          <p:nvPr/>
        </p:nvSpPr>
        <p:spPr>
          <a:xfrm rot="10800000">
            <a:off x="10382067" y="232690"/>
            <a:ext cx="581891" cy="800220"/>
          </a:xfrm>
          <a:prstGeom prst="triangle">
            <a:avLst/>
          </a:prstGeom>
          <a:solidFill>
            <a:schemeClr val="tx1"/>
          </a:solidFill>
          <a:ln w="38100">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78" name="Oval 77" descr="Interactive spinner with numbers 1-10 and an infinite pile of purple counters.">
            <a:extLst>
              <a:ext uri="{FF2B5EF4-FFF2-40B4-BE49-F238E27FC236}">
                <a16:creationId xmlns:a16="http://schemas.microsoft.com/office/drawing/2014/main" id="{CDE0307A-32EA-2339-EBCD-098A7F3F6F93}"/>
              </a:ext>
            </a:extLst>
          </p:cNvPr>
          <p:cNvSpPr/>
          <p:nvPr/>
        </p:nvSpPr>
        <p:spPr>
          <a:xfrm>
            <a:off x="10407676" y="2016893"/>
            <a:ext cx="556282" cy="556282"/>
          </a:xfrm>
          <a:prstGeom prst="ellipse">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lIns="36000" tIns="36000" rIns="36000" bIns="36000" rtlCol="0" anchor="ctr"/>
          <a:lstStyle/>
          <a:p>
            <a:pPr algn="ctr"/>
            <a:r>
              <a:rPr lang="en-AU" sz="900">
                <a:solidFill>
                  <a:schemeClr val="tx1"/>
                </a:solidFill>
                <a:latin typeface="Arial Black" panose="020B0A04020102020204" pitchFamily="34" charset="0"/>
              </a:rPr>
              <a:t>Spin!</a:t>
            </a:r>
          </a:p>
        </p:txBody>
      </p:sp>
      <p:sp>
        <p:nvSpPr>
          <p:cNvPr id="4" name="Rectangle 3">
            <a:extLst>
              <a:ext uri="{FF2B5EF4-FFF2-40B4-BE49-F238E27FC236}">
                <a16:creationId xmlns:a16="http://schemas.microsoft.com/office/drawing/2014/main" id="{F429BB3E-7CFB-2B38-03AE-863DCB374359}"/>
              </a:ext>
            </a:extLst>
          </p:cNvPr>
          <p:cNvSpPr>
            <a:spLocks noChangeArrowheads="1"/>
          </p:cNvSpPr>
          <p:nvPr/>
        </p:nvSpPr>
        <p:spPr bwMode="auto">
          <a:xfrm>
            <a:off x="853368" y="1855478"/>
            <a:ext cx="6738402" cy="32441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pPr marL="285750" indent="-285750" defTabSz="914400">
              <a:lnSpc>
                <a:spcPct val="150000"/>
              </a:lnSpc>
              <a:spcBef>
                <a:spcPct val="0"/>
              </a:spcBef>
              <a:spcAft>
                <a:spcPct val="0"/>
              </a:spcAft>
              <a:buFont typeface="Arial"/>
              <a:buChar char="•"/>
            </a:pPr>
            <a:r>
              <a:rPr lang="en-AU" altLang="en-US" sz="2800">
                <a:latin typeface="Arial"/>
                <a:ea typeface="Calibri"/>
                <a:cs typeface="Arial"/>
              </a:rPr>
              <a:t>roll 2 dice or spin the spinner twice</a:t>
            </a:r>
            <a:endParaRPr lang="en-AU" altLang="en-US" sz="2800">
              <a:latin typeface="Arial" panose="020B0604020202020204" pitchFamily="34" charset="0"/>
              <a:ea typeface="Calibri"/>
              <a:cs typeface="Arial" panose="020B0604020202020204" pitchFamily="34" charset="0"/>
            </a:endParaRPr>
          </a:p>
          <a:p>
            <a:pPr marL="285750" indent="-285750" defTabSz="914400">
              <a:lnSpc>
                <a:spcPct val="150000"/>
              </a:lnSpc>
              <a:spcBef>
                <a:spcPct val="0"/>
              </a:spcBef>
              <a:spcAft>
                <a:spcPct val="0"/>
              </a:spcAft>
              <a:buFont typeface="Arial"/>
              <a:buChar char="•"/>
            </a:pPr>
            <a:r>
              <a:rPr lang="en-AU" altLang="en-US" sz="2800">
                <a:latin typeface="Arial"/>
                <a:ea typeface="Calibri"/>
                <a:cs typeface="Arial"/>
              </a:rPr>
              <a:t>use the 2 numbers to form an array</a:t>
            </a:r>
          </a:p>
          <a:p>
            <a:pPr marL="285750" indent="-285750" defTabSz="914400">
              <a:lnSpc>
                <a:spcPct val="150000"/>
              </a:lnSpc>
              <a:spcBef>
                <a:spcPct val="0"/>
              </a:spcBef>
              <a:spcAft>
                <a:spcPct val="0"/>
              </a:spcAft>
              <a:buFont typeface="Arial"/>
              <a:buChar char="•"/>
            </a:pPr>
            <a:r>
              <a:rPr lang="en-AU" altLang="en-US" sz="2800">
                <a:latin typeface="Arial"/>
                <a:ea typeface="Calibri"/>
                <a:cs typeface="Arial"/>
              </a:rPr>
              <a:t>record the multiplication number sentence</a:t>
            </a:r>
          </a:p>
          <a:p>
            <a:pPr marL="285750" indent="-285750" defTabSz="914400">
              <a:lnSpc>
                <a:spcPct val="150000"/>
              </a:lnSpc>
              <a:spcBef>
                <a:spcPct val="0"/>
              </a:spcBef>
              <a:spcAft>
                <a:spcPct val="0"/>
              </a:spcAft>
              <a:buFont typeface="Arial"/>
              <a:buChar char="•"/>
            </a:pPr>
            <a:r>
              <a:rPr lang="en-AU" altLang="en-US" sz="2800">
                <a:latin typeface="Arial"/>
                <a:ea typeface="Calibri"/>
                <a:cs typeface="Arial"/>
              </a:rPr>
              <a:t>record the division number sentences.</a:t>
            </a:r>
          </a:p>
        </p:txBody>
      </p:sp>
      <p:pic>
        <p:nvPicPr>
          <p:cNvPr id="5" name="Picture 4" descr="image of a head with cogs turning inside">
            <a:extLst>
              <a:ext uri="{FF2B5EF4-FFF2-40B4-BE49-F238E27FC236}">
                <a16:creationId xmlns:a16="http://schemas.microsoft.com/office/drawing/2014/main" id="{0B0A891C-E6E7-D441-E886-AF2C9ED4937A}"/>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2171713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restart="whenNotActive" fill="hold" evtFilter="cancelBubble" nodeType="interactiveSeq">
                <p:stCondLst>
                  <p:cond evt="onClick" delay="0">
                    <p:tgtEl>
                      <p:spTgt spid="78"/>
                    </p:tgtEl>
                  </p:cond>
                </p:stCondLst>
                <p:endSync evt="end" delay="0">
                  <p:rtn val="all"/>
                </p:endSync>
                <p:childTnLst>
                  <p:par>
                    <p:cTn id="3" fill="hold">
                      <p:stCondLst>
                        <p:cond delay="0"/>
                      </p:stCondLst>
                      <p:childTnLst>
                        <p:par>
                          <p:cTn id="4" fill="hold">
                            <p:stCondLst>
                              <p:cond delay="0"/>
                            </p:stCondLst>
                            <p:childTnLst>
                              <p:par>
                                <p:cTn id="5" presetID="8" presetClass="emph" presetSubtype="0" repeatCount="indefinite" fill="hold" nodeType="clickEffect">
                                  <p:stCondLst>
                                    <p:cond delay="0"/>
                                  </p:stCondLst>
                                  <p:endCondLst>
                                    <p:cond evt="onNext" delay="0">
                                      <p:tgtEl>
                                        <p:sldTgt/>
                                      </p:tgtEl>
                                    </p:cond>
                                  </p:endCondLst>
                                  <p:childTnLst>
                                    <p:animRot by="21600000">
                                      <p:cBhvr>
                                        <p:cTn id="6" dur="500" fill="hold"/>
                                        <p:tgtEl>
                                          <p:spTgt spid="76"/>
                                        </p:tgtEl>
                                        <p:attrNameLst>
                                          <p:attrName>r</p:attrName>
                                        </p:attrNameLst>
                                      </p:cBhvr>
                                    </p:animRo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6"/>
                                        </p:tgtEl>
                                        <p:attrNameLst>
                                          <p:attrName>style.visibility</p:attrName>
                                        </p:attrNameLst>
                                      </p:cBhvr>
                                      <p:to>
                                        <p:strVal val="visible"/>
                                      </p:to>
                                    </p:set>
                                  </p:childTnLst>
                                </p:cTn>
                              </p:par>
                            </p:childTnLst>
                          </p:cTn>
                        </p:par>
                      </p:childTnLst>
                    </p:cTn>
                  </p:par>
                </p:childTnLst>
              </p:cTn>
              <p:nextCondLst>
                <p:cond evt="onClick" delay="0">
                  <p:tgtEl>
                    <p:spTgt spid="78"/>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F2A2D-5D54-42BE-C8C2-C2A6CB078AB0}"/>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8BD32E23-FB04-E164-BE83-F761F94A317D}"/>
              </a:ext>
            </a:extLst>
          </p:cNvPr>
          <p:cNvSpPr>
            <a:spLocks noGrp="1"/>
          </p:cNvSpPr>
          <p:nvPr>
            <p:ph type="ctrTitle"/>
          </p:nvPr>
        </p:nvSpPr>
        <p:spPr/>
        <p:txBody>
          <a:bodyPr/>
          <a:lstStyle/>
          <a:p>
            <a:r>
              <a:rPr lang="en-AU">
                <a:latin typeface="+mj-lt"/>
                <a:cs typeface="Arial"/>
              </a:rPr>
              <a:t>Review of learning 6</a:t>
            </a:r>
            <a:endParaRPr lang="en-AU">
              <a:latin typeface="+mj-lt"/>
            </a:endParaRPr>
          </a:p>
        </p:txBody>
      </p:sp>
    </p:spTree>
    <p:extLst>
      <p:ext uri="{BB962C8B-B14F-4D97-AF65-F5344CB8AC3E}">
        <p14:creationId xmlns:p14="http://schemas.microsoft.com/office/powerpoint/2010/main" val="3128611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FBEE8F-3F48-A6A8-BFF8-F8998C7850C0}"/>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E3DBF4C-4471-70A6-E61E-AB472EE35E92}"/>
              </a:ext>
            </a:extLst>
          </p:cNvPr>
          <p:cNvSpPr>
            <a:spLocks noGrp="1"/>
          </p:cNvSpPr>
          <p:nvPr>
            <p:ph type="sldNum" sz="quarter" idx="12"/>
          </p:nvPr>
        </p:nvSpPr>
        <p:spPr/>
        <p:txBody>
          <a:bodyPr/>
          <a:lstStyle/>
          <a:p>
            <a:fld id="{10A01DC5-1685-4615-8240-15192985C6A2}" type="slidenum">
              <a:rPr lang="en-AU" smtClean="0"/>
              <a:t>40</a:t>
            </a:fld>
            <a:endParaRPr lang="en-AU"/>
          </a:p>
        </p:txBody>
      </p:sp>
      <p:sp>
        <p:nvSpPr>
          <p:cNvPr id="3" name="Title 2">
            <a:extLst>
              <a:ext uri="{FF2B5EF4-FFF2-40B4-BE49-F238E27FC236}">
                <a16:creationId xmlns:a16="http://schemas.microsoft.com/office/drawing/2014/main" id="{10239AA5-BD2F-916C-A693-02FBD1E332CB}"/>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(3)</a:t>
            </a:r>
          </a:p>
        </p:txBody>
      </p:sp>
      <p:sp>
        <p:nvSpPr>
          <p:cNvPr id="7" name="Text Placeholder 6">
            <a:extLst>
              <a:ext uri="{FF2B5EF4-FFF2-40B4-BE49-F238E27FC236}">
                <a16:creationId xmlns:a16="http://schemas.microsoft.com/office/drawing/2014/main" id="{4743D993-BC52-886E-0C46-306156440477}"/>
              </a:ext>
            </a:extLst>
          </p:cNvPr>
          <p:cNvSpPr>
            <a:spLocks noGrp="1"/>
          </p:cNvSpPr>
          <p:nvPr>
            <p:ph type="body" sz="quarter" idx="22"/>
          </p:nvPr>
        </p:nvSpPr>
        <p:spPr>
          <a:xfrm>
            <a:off x="303295" y="1279509"/>
            <a:ext cx="11185528" cy="2128068"/>
          </a:xfrm>
        </p:spPr>
        <p:txBody>
          <a:bodyPr vert="horz" lIns="0" tIns="0" rIns="0" bIns="0" rtlCol="0" anchor="t">
            <a:noAutofit/>
          </a:bodyPr>
          <a:lstStyle/>
          <a:p>
            <a:pPr algn="ctr"/>
            <a:r>
              <a:rPr lang="en-US" sz="4400">
                <a:latin typeface="Arial"/>
                <a:cs typeface="Arial"/>
              </a:rPr>
              <a:t>A </a:t>
            </a:r>
            <a:r>
              <a:rPr lang="en-US" sz="4400" b="1">
                <a:latin typeface="Arial"/>
                <a:cs typeface="Arial"/>
              </a:rPr>
              <a:t>square number</a:t>
            </a:r>
            <a:r>
              <a:rPr lang="en-US" sz="4400">
                <a:latin typeface="Arial"/>
                <a:cs typeface="Arial"/>
              </a:rPr>
              <a:t> is the result of multiplying a number by itself. </a:t>
            </a:r>
            <a:endParaRPr lang="en-US"/>
          </a:p>
        </p:txBody>
      </p:sp>
      <p:sp>
        <p:nvSpPr>
          <p:cNvPr id="4" name="Text Placeholder 11">
            <a:extLst>
              <a:ext uri="{FF2B5EF4-FFF2-40B4-BE49-F238E27FC236}">
                <a16:creationId xmlns:a16="http://schemas.microsoft.com/office/drawing/2014/main" id="{D2DDFA34-F5E2-0F60-D99B-A9A9DBAF8E4D}"/>
              </a:ext>
            </a:extLst>
          </p:cNvPr>
          <p:cNvSpPr txBox="1">
            <a:spLocks/>
          </p:cNvSpPr>
          <p:nvPr/>
        </p:nvSpPr>
        <p:spPr>
          <a:xfrm>
            <a:off x="322422" y="6076973"/>
            <a:ext cx="4625359" cy="545602"/>
          </a:xfrm>
          <a:prstGeom prst="rect">
            <a:avLst/>
          </a:prstGeom>
        </p:spPr>
        <p:txBody>
          <a:bodyPr vert="horz" lIns="0" tIns="0" rIns="0" bIns="0" rtlCol="0">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a:p>
        </p:txBody>
      </p:sp>
      <p:sp>
        <p:nvSpPr>
          <p:cNvPr id="6" name="Text Placeholder 6">
            <a:extLst>
              <a:ext uri="{FF2B5EF4-FFF2-40B4-BE49-F238E27FC236}">
                <a16:creationId xmlns:a16="http://schemas.microsoft.com/office/drawing/2014/main" id="{0F92E5A7-6B31-AB53-C955-F26938BA825B}"/>
              </a:ext>
            </a:extLst>
          </p:cNvPr>
          <p:cNvSpPr txBox="1">
            <a:spLocks/>
          </p:cNvSpPr>
          <p:nvPr/>
        </p:nvSpPr>
        <p:spPr>
          <a:xfrm>
            <a:off x="470073" y="5098135"/>
            <a:ext cx="11243037" cy="1423578"/>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8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8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4400">
                <a:latin typeface="Arial"/>
                <a:cs typeface="Arial"/>
              </a:rPr>
              <a:t>Communicate your reasoning. </a:t>
            </a:r>
            <a:endParaRPr lang="en-US" sz="4400"/>
          </a:p>
        </p:txBody>
      </p:sp>
      <p:graphicFrame>
        <p:nvGraphicFramePr>
          <p:cNvPr id="13" name="Table 12">
            <a:extLst>
              <a:ext uri="{FF2B5EF4-FFF2-40B4-BE49-F238E27FC236}">
                <a16:creationId xmlns:a16="http://schemas.microsoft.com/office/drawing/2014/main" id="{B37F8FD6-1114-0311-68BF-0ED89EC52553}"/>
              </a:ext>
            </a:extLst>
          </p:cNvPr>
          <p:cNvGraphicFramePr>
            <a:graphicFrameLocks noGrp="1"/>
          </p:cNvGraphicFramePr>
          <p:nvPr>
            <p:extLst>
              <p:ext uri="{D42A27DB-BD31-4B8C-83A1-F6EECF244321}">
                <p14:modId xmlns:p14="http://schemas.microsoft.com/office/powerpoint/2010/main" val="318811496"/>
              </p:ext>
            </p:extLst>
          </p:nvPr>
        </p:nvGraphicFramePr>
        <p:xfrm>
          <a:off x="2442981" y="3882016"/>
          <a:ext cx="7077076" cy="76200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4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3E938BB2-3AD2-DA1B-E3B0-15AF957C979B}"/>
              </a:ext>
            </a:extLst>
          </p:cNvPr>
          <p:cNvPicPr>
            <a:picLocks noChangeAspect="1"/>
          </p:cNvPicPr>
          <p:nvPr/>
        </p:nvPicPr>
        <p:blipFill>
          <a:blip r:embed="rId3"/>
          <a:stretch>
            <a:fillRect/>
          </a:stretch>
        </p:blipFill>
        <p:spPr>
          <a:xfrm>
            <a:off x="10807908" y="43303"/>
            <a:ext cx="1165786" cy="1140716"/>
          </a:xfrm>
          <a:prstGeom prst="rect">
            <a:avLst/>
          </a:prstGeom>
        </p:spPr>
      </p:pic>
    </p:spTree>
    <p:extLst>
      <p:ext uri="{BB962C8B-B14F-4D97-AF65-F5344CB8AC3E}">
        <p14:creationId xmlns:p14="http://schemas.microsoft.com/office/powerpoint/2010/main" val="462152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6F4A1-EDA2-571F-5B96-FDF8BD0C7E5D}"/>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A98F8AC-46DC-BE09-C063-0F99C404F8CD}"/>
              </a:ext>
            </a:extLst>
          </p:cNvPr>
          <p:cNvSpPr>
            <a:spLocks noGrp="1"/>
          </p:cNvSpPr>
          <p:nvPr>
            <p:ph type="sldNum" sz="quarter" idx="12"/>
          </p:nvPr>
        </p:nvSpPr>
        <p:spPr/>
        <p:txBody>
          <a:bodyPr/>
          <a:lstStyle/>
          <a:p>
            <a:fld id="{10A01DC5-1685-4615-8240-15192985C6A2}" type="slidenum">
              <a:rPr lang="en-AU" smtClean="0"/>
              <a:t>41</a:t>
            </a:fld>
            <a:endParaRPr lang="en-AU"/>
          </a:p>
        </p:txBody>
      </p:sp>
      <p:sp>
        <p:nvSpPr>
          <p:cNvPr id="3" name="Title 2">
            <a:extLst>
              <a:ext uri="{FF2B5EF4-FFF2-40B4-BE49-F238E27FC236}">
                <a16:creationId xmlns:a16="http://schemas.microsoft.com/office/drawing/2014/main" id="{6E88FA31-7274-55BC-6613-F0B8D3114635}"/>
              </a:ext>
            </a:extLst>
          </p:cNvPr>
          <p:cNvSpPr>
            <a:spLocks noGrp="1"/>
          </p:cNvSpPr>
          <p:nvPr>
            <p:ph type="title"/>
          </p:nvPr>
        </p:nvSpPr>
        <p:spPr/>
        <p:txBody>
          <a:bodyPr/>
          <a:lstStyle/>
          <a:p>
            <a:r>
              <a:rPr lang="en-US">
                <a:latin typeface="Arial"/>
                <a:cs typeface="Arial"/>
              </a:rPr>
              <a:t>Short response</a:t>
            </a:r>
            <a:r>
              <a:rPr lang="en-US">
                <a:solidFill>
                  <a:schemeClr val="bg1"/>
                </a:solidFill>
                <a:latin typeface="Arial"/>
                <a:cs typeface="Arial"/>
              </a:rPr>
              <a:t> (21)</a:t>
            </a:r>
          </a:p>
        </p:txBody>
      </p:sp>
      <p:sp>
        <p:nvSpPr>
          <p:cNvPr id="11" name="Picture Placeholder 10">
            <a:extLst>
              <a:ext uri="{FF2B5EF4-FFF2-40B4-BE49-F238E27FC236}">
                <a16:creationId xmlns:a16="http://schemas.microsoft.com/office/drawing/2014/main" id="{6AEDAC5B-7D79-7FBF-9542-5724B621995A}"/>
              </a:ext>
            </a:extLst>
          </p:cNvPr>
          <p:cNvSpPr>
            <a:spLocks noGrp="1"/>
          </p:cNvSpPr>
          <p:nvPr>
            <p:ph type="pic" sz="quarter" idx="21"/>
          </p:nvPr>
        </p:nvSpPr>
        <p:spPr>
          <a:xfrm>
            <a:off x="360000" y="1556533"/>
            <a:ext cx="11189376" cy="4168875"/>
          </a:xfrm>
        </p:spPr>
        <p:txBody>
          <a:bodyPr/>
          <a:lstStyle/>
          <a:p>
            <a:pPr algn="ctr"/>
            <a:r>
              <a:rPr lang="en-US" sz="4400">
                <a:latin typeface="Arial"/>
                <a:cs typeface="Arial"/>
              </a:rPr>
              <a:t> </a:t>
            </a:r>
            <a:endParaRPr lang="en-US" sz="4400"/>
          </a:p>
          <a:p>
            <a:endParaRPr lang="en-US">
              <a:latin typeface="Arial"/>
              <a:cs typeface="Arial"/>
            </a:endParaRPr>
          </a:p>
        </p:txBody>
      </p:sp>
      <p:pic>
        <p:nvPicPr>
          <p:cNvPr id="4" name="Picture 3" descr="Coloured fractional wall representing a whole, halves, thirds, quarters, fifths, sixths, eighths and tenths as separate coloured bars.  &#10;">
            <a:extLst>
              <a:ext uri="{FF2B5EF4-FFF2-40B4-BE49-F238E27FC236}">
                <a16:creationId xmlns:a16="http://schemas.microsoft.com/office/drawing/2014/main" id="{FF05C2CA-0BD7-42C9-C2A7-00DC37A626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4350" y="1039579"/>
            <a:ext cx="4919344" cy="5342442"/>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C93A6F7-F038-1103-81A8-DEC79B934407}"/>
                  </a:ext>
                </a:extLst>
              </p:cNvPr>
              <p:cNvSpPr txBox="1"/>
              <p:nvPr/>
            </p:nvSpPr>
            <p:spPr>
              <a:xfrm>
                <a:off x="6096000" y="2033588"/>
                <a:ext cx="5453376" cy="5043055"/>
              </a:xfrm>
              <a:prstGeom prst="rect">
                <a:avLst/>
              </a:prstGeom>
              <a:noFill/>
            </p:spPr>
            <p:txBody>
              <a:bodyPr wrap="square" lIns="0" tIns="0" rIns="0" bIns="0" rtlCol="0">
                <a:noAutofit/>
              </a:bodyPr>
              <a:lstStyle/>
              <a:p>
                <a:pPr algn="l"/>
                <a:r>
                  <a:rPr lang="en-AU" sz="2800"/>
                  <a:t>Record a fraction equivalent to </a:t>
                </a:r>
                <a14:m>
                  <m:oMath xmlns:m="http://schemas.openxmlformats.org/officeDocument/2006/math">
                    <m:f>
                      <m:fPr>
                        <m:ctrlPr>
                          <a:rPr lang="en-AU" sz="2800" b="0" i="1" smtClean="0">
                            <a:latin typeface="Cambria Math" panose="02040503050406030204" pitchFamily="18" charset="0"/>
                          </a:rPr>
                        </m:ctrlPr>
                      </m:fPr>
                      <m:num>
                        <m:r>
                          <a:rPr lang="en-AU" sz="2800" b="0" i="1" smtClean="0">
                            <a:latin typeface="Cambria Math" panose="02040503050406030204" pitchFamily="18" charset="0"/>
                          </a:rPr>
                          <m:t>1</m:t>
                        </m:r>
                      </m:num>
                      <m:den>
                        <m:r>
                          <a:rPr lang="en-AU" sz="2800" b="0" i="1" smtClean="0">
                            <a:latin typeface="Cambria Math" panose="02040503050406030204" pitchFamily="18" charset="0"/>
                          </a:rPr>
                          <m:t>2</m:t>
                        </m:r>
                      </m:den>
                    </m:f>
                  </m:oMath>
                </a14:m>
                <a:endParaRPr lang="en-AU" sz="2800" b="0"/>
              </a:p>
              <a:p>
                <a:pPr algn="l"/>
                <a:endParaRPr lang="en-AU" sz="2800"/>
              </a:p>
              <a:p>
                <a:pPr algn="l"/>
                <a:r>
                  <a:rPr lang="en-AU" sz="2800"/>
                  <a:t>Record a fraction equivalent to </a:t>
                </a:r>
                <a14:m>
                  <m:oMath xmlns:m="http://schemas.openxmlformats.org/officeDocument/2006/math">
                    <m:f>
                      <m:fPr>
                        <m:ctrlPr>
                          <a:rPr lang="en-AU" sz="2800" b="0" i="1" dirty="0" smtClean="0">
                            <a:latin typeface="Cambria Math" panose="02040503050406030204" pitchFamily="18" charset="0"/>
                          </a:rPr>
                        </m:ctrlPr>
                      </m:fPr>
                      <m:num>
                        <m:r>
                          <a:rPr lang="en-AU" sz="2800" b="0" i="1" dirty="0" smtClean="0">
                            <a:latin typeface="Cambria Math" panose="02040503050406030204" pitchFamily="18" charset="0"/>
                          </a:rPr>
                          <m:t>4</m:t>
                        </m:r>
                      </m:num>
                      <m:den>
                        <m:r>
                          <a:rPr lang="en-AU" sz="2800" b="0" i="1" dirty="0" smtClean="0">
                            <a:latin typeface="Cambria Math" panose="02040503050406030204" pitchFamily="18" charset="0"/>
                          </a:rPr>
                          <m:t>5</m:t>
                        </m:r>
                      </m:den>
                    </m:f>
                  </m:oMath>
                </a14:m>
                <a:endParaRPr lang="en-AU" sz="2800" b="0"/>
              </a:p>
              <a:p>
                <a:pPr algn="l"/>
                <a:endParaRPr lang="en-AU" sz="2800"/>
              </a:p>
              <a:p>
                <a:pPr algn="l"/>
                <a:r>
                  <a:rPr lang="en-AU" sz="2800"/>
                  <a:t>Record a fraction equivalent to </a:t>
                </a:r>
                <a14:m>
                  <m:oMath xmlns:m="http://schemas.openxmlformats.org/officeDocument/2006/math">
                    <m:f>
                      <m:fPr>
                        <m:ctrlPr>
                          <a:rPr lang="en-AU" sz="2800" b="0" i="1" dirty="0" smtClean="0">
                            <a:latin typeface="Cambria Math" panose="02040503050406030204" pitchFamily="18" charset="0"/>
                          </a:rPr>
                        </m:ctrlPr>
                      </m:fPr>
                      <m:num>
                        <m:r>
                          <a:rPr lang="en-AU" sz="2800" b="0" i="1" dirty="0" smtClean="0">
                            <a:latin typeface="Cambria Math" panose="02040503050406030204" pitchFamily="18" charset="0"/>
                          </a:rPr>
                          <m:t>2</m:t>
                        </m:r>
                      </m:num>
                      <m:den>
                        <m:r>
                          <a:rPr lang="en-AU" sz="2800" b="0" i="1" dirty="0" smtClean="0">
                            <a:latin typeface="Cambria Math" panose="02040503050406030204" pitchFamily="18" charset="0"/>
                          </a:rPr>
                          <m:t>3</m:t>
                        </m:r>
                      </m:den>
                    </m:f>
                  </m:oMath>
                </a14:m>
                <a:endParaRPr lang="en-AU" sz="2800" b="0"/>
              </a:p>
              <a:p>
                <a:pPr algn="l"/>
                <a:endParaRPr lang="en-AU" sz="2800"/>
              </a:p>
              <a:p>
                <a:pPr algn="l"/>
                <a:r>
                  <a:rPr lang="en-AU" sz="2800"/>
                  <a:t>Record a fraction equivalent to </a:t>
                </a:r>
                <a14:m>
                  <m:oMath xmlns:m="http://schemas.openxmlformats.org/officeDocument/2006/math">
                    <m:f>
                      <m:fPr>
                        <m:ctrlPr>
                          <a:rPr lang="en-AU" sz="2800" b="0" i="1" dirty="0" smtClean="0">
                            <a:latin typeface="Cambria Math" panose="02040503050406030204" pitchFamily="18" charset="0"/>
                          </a:rPr>
                        </m:ctrlPr>
                      </m:fPr>
                      <m:num>
                        <m:r>
                          <a:rPr lang="en-AU" sz="2800" b="0" i="1" dirty="0" smtClean="0">
                            <a:latin typeface="Cambria Math" panose="02040503050406030204" pitchFamily="18" charset="0"/>
                          </a:rPr>
                          <m:t>3</m:t>
                        </m:r>
                      </m:num>
                      <m:den>
                        <m:r>
                          <a:rPr lang="en-AU" sz="2800" b="0" i="1" dirty="0" smtClean="0">
                            <a:latin typeface="Cambria Math" panose="02040503050406030204" pitchFamily="18" charset="0"/>
                          </a:rPr>
                          <m:t>4</m:t>
                        </m:r>
                      </m:den>
                    </m:f>
                  </m:oMath>
                </a14:m>
                <a:endParaRPr lang="en-AU" sz="2800" b="0"/>
              </a:p>
              <a:p>
                <a:pPr algn="l"/>
                <a:endParaRPr lang="en-AU" sz="2800"/>
              </a:p>
            </p:txBody>
          </p:sp>
        </mc:Choice>
        <mc:Fallback xmlns="">
          <p:sp>
            <p:nvSpPr>
              <p:cNvPr id="5" name="TextBox 4">
                <a:extLst>
                  <a:ext uri="{FF2B5EF4-FFF2-40B4-BE49-F238E27FC236}">
                    <a16:creationId xmlns:a16="http://schemas.microsoft.com/office/drawing/2014/main" id="{DC93A6F7-F038-1103-81A8-DEC79B934407}"/>
                  </a:ext>
                </a:extLst>
              </p:cNvPr>
              <p:cNvSpPr txBox="1">
                <a:spLocks noRot="1" noChangeAspect="1" noMove="1" noResize="1" noEditPoints="1" noAdjustHandles="1" noChangeArrowheads="1" noChangeShapeType="1" noTextEdit="1"/>
              </p:cNvSpPr>
              <p:nvPr/>
            </p:nvSpPr>
            <p:spPr>
              <a:xfrm>
                <a:off x="6096000" y="2033588"/>
                <a:ext cx="5453376" cy="5043055"/>
              </a:xfrm>
              <a:prstGeom prst="rect">
                <a:avLst/>
              </a:prstGeom>
              <a:blipFill>
                <a:blip r:embed="rId4"/>
                <a:stretch>
                  <a:fillRect l="-3911" t="-605"/>
                </a:stretch>
              </a:blipFill>
            </p:spPr>
            <p:txBody>
              <a:bodyPr/>
              <a:lstStyle/>
              <a:p>
                <a:r>
                  <a:rPr lang="en-US">
                    <a:noFill/>
                  </a:rPr>
                  <a:t> </a:t>
                </a:r>
              </a:p>
            </p:txBody>
          </p:sp>
        </mc:Fallback>
      </mc:AlternateContent>
      <p:pic>
        <p:nvPicPr>
          <p:cNvPr id="6" name="Picture 5" descr="image of a clipboard with a pencil recording short answer responses">
            <a:extLst>
              <a:ext uri="{FF2B5EF4-FFF2-40B4-BE49-F238E27FC236}">
                <a16:creationId xmlns:a16="http://schemas.microsoft.com/office/drawing/2014/main" id="{21E4E3D2-0BD0-2FBF-559D-EDC8BC549F4D}"/>
              </a:ext>
            </a:extLst>
          </p:cNvPr>
          <p:cNvPicPr>
            <a:picLocks noChangeAspect="1"/>
          </p:cNvPicPr>
          <p:nvPr/>
        </p:nvPicPr>
        <p:blipFill>
          <a:blip r:embed="rId5"/>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6891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FE5182-257F-1678-1C50-B8D0403D963B}"/>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DDCFCF7-04CF-C461-ECB1-3FC634BF5BAD}"/>
              </a:ext>
            </a:extLst>
          </p:cNvPr>
          <p:cNvSpPr>
            <a:spLocks noGrp="1"/>
          </p:cNvSpPr>
          <p:nvPr>
            <p:ph type="sldNum" sz="quarter" idx="12"/>
          </p:nvPr>
        </p:nvSpPr>
        <p:spPr/>
        <p:txBody>
          <a:bodyPr/>
          <a:lstStyle/>
          <a:p>
            <a:fld id="{10A01DC5-1685-4615-8240-15192985C6A2}" type="slidenum">
              <a:rPr lang="en-AU" smtClean="0"/>
              <a:t>42</a:t>
            </a:fld>
            <a:endParaRPr lang="en-AU"/>
          </a:p>
        </p:txBody>
      </p:sp>
      <p:sp>
        <p:nvSpPr>
          <p:cNvPr id="3" name="Title 2">
            <a:extLst>
              <a:ext uri="{FF2B5EF4-FFF2-40B4-BE49-F238E27FC236}">
                <a16:creationId xmlns:a16="http://schemas.microsoft.com/office/drawing/2014/main" id="{6D1DC104-86CB-4221-6644-89860C0DACBE}"/>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(22)</a:t>
            </a:r>
          </a:p>
        </p:txBody>
      </p:sp>
      <p:sp>
        <p:nvSpPr>
          <p:cNvPr id="11" name="Picture Placeholder 10">
            <a:extLst>
              <a:ext uri="{FF2B5EF4-FFF2-40B4-BE49-F238E27FC236}">
                <a16:creationId xmlns:a16="http://schemas.microsoft.com/office/drawing/2014/main" id="{80B7212B-2801-5D27-0B76-52A657270CAF}"/>
              </a:ext>
            </a:extLst>
          </p:cNvPr>
          <p:cNvSpPr>
            <a:spLocks noGrp="1"/>
          </p:cNvSpPr>
          <p:nvPr>
            <p:ph type="pic" sz="quarter" idx="21"/>
          </p:nvPr>
        </p:nvSpPr>
        <p:spPr>
          <a:xfrm>
            <a:off x="6972300" y="1164870"/>
            <a:ext cx="4630738" cy="5091860"/>
          </a:xfrm>
        </p:spPr>
        <p:txBody>
          <a:bodyPr/>
          <a:lstStyle/>
          <a:p>
            <a:pPr algn="ctr"/>
            <a:endParaRPr lang="en-US" sz="3200"/>
          </a:p>
          <a:p>
            <a:endParaRPr lang="en-US">
              <a:latin typeface="Arial"/>
              <a:cs typeface="Arial"/>
            </a:endParaRPr>
          </a:p>
        </p:txBody>
      </p:sp>
      <p:sp>
        <p:nvSpPr>
          <p:cNvPr id="9" name="TextBox 8">
            <a:extLst>
              <a:ext uri="{FF2B5EF4-FFF2-40B4-BE49-F238E27FC236}">
                <a16:creationId xmlns:a16="http://schemas.microsoft.com/office/drawing/2014/main" id="{8AB27B61-3BD7-8FED-8071-7C04985AA52D}"/>
              </a:ext>
            </a:extLst>
          </p:cNvPr>
          <p:cNvSpPr txBox="1"/>
          <p:nvPr/>
        </p:nvSpPr>
        <p:spPr>
          <a:xfrm>
            <a:off x="8274570" y="1296604"/>
            <a:ext cx="3499937" cy="3853543"/>
          </a:xfrm>
          <a:prstGeom prst="rect">
            <a:avLst/>
          </a:prstGeom>
          <a:noFill/>
        </p:spPr>
        <p:txBody>
          <a:bodyPr wrap="square" lIns="0" tIns="0" rIns="0" bIns="0" rtlCol="0">
            <a:noAutofit/>
          </a:bodyPr>
          <a:lstStyle/>
          <a:p>
            <a:pPr algn="l"/>
            <a:r>
              <a:rPr lang="en-AU"/>
              <a:t>Ryan went to the canteen and purchased the following for lunch:</a:t>
            </a:r>
          </a:p>
          <a:p>
            <a:pPr marL="285750" indent="-285750" algn="l">
              <a:buFont typeface="Arial" panose="020B0604020202020204" pitchFamily="34" charset="0"/>
              <a:buChar char="•"/>
            </a:pPr>
            <a:r>
              <a:rPr lang="en-AU"/>
              <a:t>custard cup </a:t>
            </a:r>
          </a:p>
          <a:p>
            <a:pPr marL="285750" indent="-285750" algn="l">
              <a:buFont typeface="Arial" panose="020B0604020202020204" pitchFamily="34" charset="0"/>
              <a:buChar char="•"/>
            </a:pPr>
            <a:r>
              <a:rPr lang="en-AU"/>
              <a:t>egg salad</a:t>
            </a:r>
          </a:p>
          <a:p>
            <a:pPr marL="285750" indent="-285750" algn="l">
              <a:buFont typeface="Arial" panose="020B0604020202020204" pitchFamily="34" charset="0"/>
              <a:buChar char="•"/>
            </a:pPr>
            <a:r>
              <a:rPr lang="en-AU"/>
              <a:t>frozen fruit</a:t>
            </a:r>
          </a:p>
          <a:p>
            <a:pPr marL="285750" indent="-285750" algn="l">
              <a:buFont typeface="Arial" panose="020B0604020202020204" pitchFamily="34" charset="0"/>
              <a:buChar char="•"/>
            </a:pPr>
            <a:r>
              <a:rPr lang="en-AU"/>
              <a:t>flavoured milk</a:t>
            </a:r>
          </a:p>
          <a:p>
            <a:pPr marL="285750" indent="-285750" algn="l">
              <a:buFont typeface="Arial" panose="020B0604020202020204" pitchFamily="34" charset="0"/>
              <a:buChar char="•"/>
            </a:pPr>
            <a:endParaRPr lang="en-AU"/>
          </a:p>
          <a:p>
            <a:pPr algn="l"/>
            <a:endParaRPr lang="en-AU"/>
          </a:p>
          <a:p>
            <a:pPr algn="l"/>
            <a:r>
              <a:rPr lang="en-AU"/>
              <a:t>How much did Ryan spend?</a:t>
            </a:r>
            <a:br>
              <a:rPr lang="en-AU"/>
            </a:br>
            <a:endParaRPr lang="en-AU"/>
          </a:p>
          <a:p>
            <a:pPr algn="l"/>
            <a:r>
              <a:rPr lang="en-AU"/>
              <a:t>What was his change from $20?</a:t>
            </a:r>
          </a:p>
        </p:txBody>
      </p:sp>
      <p:pic>
        <p:nvPicPr>
          <p:cNvPr id="4" name="Picture 3" descr="image of a clipboard with a pencil recording short answer responses">
            <a:extLst>
              <a:ext uri="{FF2B5EF4-FFF2-40B4-BE49-F238E27FC236}">
                <a16:creationId xmlns:a16="http://schemas.microsoft.com/office/drawing/2014/main" id="{74AF2FB9-0796-D0A5-0E5E-4B63AC091B60}"/>
              </a:ext>
            </a:extLst>
          </p:cNvPr>
          <p:cNvPicPr>
            <a:picLocks noChangeAspect="1"/>
          </p:cNvPicPr>
          <p:nvPr/>
        </p:nvPicPr>
        <p:blipFill>
          <a:blip r:embed="rId3"/>
          <a:stretch>
            <a:fillRect/>
          </a:stretch>
        </p:blipFill>
        <p:spPr>
          <a:xfrm>
            <a:off x="11030476" y="268723"/>
            <a:ext cx="915500" cy="915500"/>
          </a:xfrm>
          <a:prstGeom prst="rect">
            <a:avLst/>
          </a:prstGeom>
        </p:spPr>
      </p:pic>
      <p:sp>
        <p:nvSpPr>
          <p:cNvPr id="6" name="Rectangle 1">
            <a:extLst>
              <a:ext uri="{FF2B5EF4-FFF2-40B4-BE49-F238E27FC236}">
                <a16:creationId xmlns:a16="http://schemas.microsoft.com/office/drawing/2014/main" id="{B0023F65-8620-7FD7-1EE0-E542BCEF53B5}"/>
              </a:ext>
            </a:extLst>
          </p:cNvPr>
          <p:cNvSpPr>
            <a:spLocks noChangeArrowheads="1"/>
          </p:cNvSpPr>
          <p:nvPr/>
        </p:nvSpPr>
        <p:spPr bwMode="auto">
          <a:xfrm>
            <a:off x="4543425" y="-760413"/>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graphicFrame>
        <p:nvGraphicFramePr>
          <p:cNvPr id="7" name="Table 6">
            <a:extLst>
              <a:ext uri="{FF2B5EF4-FFF2-40B4-BE49-F238E27FC236}">
                <a16:creationId xmlns:a16="http://schemas.microsoft.com/office/drawing/2014/main" id="{CC308E1C-A127-2857-D945-8B264AA35F5E}"/>
              </a:ext>
            </a:extLst>
          </p:cNvPr>
          <p:cNvGraphicFramePr>
            <a:graphicFrameLocks noGrp="1"/>
          </p:cNvGraphicFramePr>
          <p:nvPr>
            <p:extLst>
              <p:ext uri="{D42A27DB-BD31-4B8C-83A1-F6EECF244321}">
                <p14:modId xmlns:p14="http://schemas.microsoft.com/office/powerpoint/2010/main" val="2913998300"/>
              </p:ext>
            </p:extLst>
          </p:nvPr>
        </p:nvGraphicFramePr>
        <p:xfrm>
          <a:off x="246023" y="1042317"/>
          <a:ext cx="7828594" cy="5110512"/>
        </p:xfrm>
        <a:graphic>
          <a:graphicData uri="http://schemas.openxmlformats.org/drawingml/2006/table">
            <a:tbl>
              <a:tblPr/>
              <a:tblGrid>
                <a:gridCol w="1911304">
                  <a:extLst>
                    <a:ext uri="{9D8B030D-6E8A-4147-A177-3AD203B41FA5}">
                      <a16:colId xmlns:a16="http://schemas.microsoft.com/office/drawing/2014/main" val="660253164"/>
                    </a:ext>
                  </a:extLst>
                </a:gridCol>
                <a:gridCol w="620645">
                  <a:extLst>
                    <a:ext uri="{9D8B030D-6E8A-4147-A177-3AD203B41FA5}">
                      <a16:colId xmlns:a16="http://schemas.microsoft.com/office/drawing/2014/main" val="242404831"/>
                    </a:ext>
                  </a:extLst>
                </a:gridCol>
                <a:gridCol w="1981833">
                  <a:extLst>
                    <a:ext uri="{9D8B030D-6E8A-4147-A177-3AD203B41FA5}">
                      <a16:colId xmlns:a16="http://schemas.microsoft.com/office/drawing/2014/main" val="163405772"/>
                    </a:ext>
                  </a:extLst>
                </a:gridCol>
                <a:gridCol w="705280">
                  <a:extLst>
                    <a:ext uri="{9D8B030D-6E8A-4147-A177-3AD203B41FA5}">
                      <a16:colId xmlns:a16="http://schemas.microsoft.com/office/drawing/2014/main" val="951803835"/>
                    </a:ext>
                  </a:extLst>
                </a:gridCol>
                <a:gridCol w="1819622">
                  <a:extLst>
                    <a:ext uri="{9D8B030D-6E8A-4147-A177-3AD203B41FA5}">
                      <a16:colId xmlns:a16="http://schemas.microsoft.com/office/drawing/2014/main" val="4080856477"/>
                    </a:ext>
                  </a:extLst>
                </a:gridCol>
                <a:gridCol w="789910">
                  <a:extLst>
                    <a:ext uri="{9D8B030D-6E8A-4147-A177-3AD203B41FA5}">
                      <a16:colId xmlns:a16="http://schemas.microsoft.com/office/drawing/2014/main" val="1897489998"/>
                    </a:ext>
                  </a:extLst>
                </a:gridCol>
              </a:tblGrid>
              <a:tr h="425876">
                <a:tc>
                  <a:txBody>
                    <a:bodyPr/>
                    <a:lstStyle/>
                    <a:p>
                      <a:pPr algn="l" fontAlgn="base">
                        <a:lnSpc>
                          <a:spcPts val="3225"/>
                        </a:lnSpc>
                        <a:buNone/>
                      </a:pPr>
                      <a:r>
                        <a:rPr lang="en-AU" sz="1600" b="0" i="0">
                          <a:solidFill>
                            <a:srgbClr val="000000"/>
                          </a:solidFill>
                          <a:effectLst/>
                          <a:highlight>
                            <a:srgbClr val="DEEAF6"/>
                          </a:highlight>
                          <a:latin typeface="Arial" panose="020B0604020202020204" pitchFamily="34" charset="0"/>
                        </a:rPr>
                        <a:t>Canteen food</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DEEAF6"/>
                    </a:solidFill>
                  </a:tcPr>
                </a:tc>
                <a:tc>
                  <a:txBody>
                    <a:bodyPr/>
                    <a:lstStyle/>
                    <a:p>
                      <a:pPr algn="l" fontAlgn="base">
                        <a:lnSpc>
                          <a:spcPts val="3225"/>
                        </a:lnSpc>
                        <a:buNone/>
                      </a:pPr>
                      <a:r>
                        <a:rPr lang="en-AU" sz="1600" b="0" i="0">
                          <a:solidFill>
                            <a:srgbClr val="000000"/>
                          </a:solidFill>
                          <a:effectLst/>
                          <a:highlight>
                            <a:srgbClr val="DEEAF6"/>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DEEAF6"/>
                    </a:solidFill>
                  </a:tcPr>
                </a:tc>
                <a:tc>
                  <a:txBody>
                    <a:bodyPr/>
                    <a:lstStyle/>
                    <a:p>
                      <a:pPr algn="l" fontAlgn="base">
                        <a:lnSpc>
                          <a:spcPts val="3225"/>
                        </a:lnSpc>
                        <a:buNone/>
                      </a:pPr>
                      <a:r>
                        <a:rPr lang="en-AU" sz="1600" b="0" i="0">
                          <a:solidFill>
                            <a:srgbClr val="000000"/>
                          </a:solidFill>
                          <a:effectLst/>
                          <a:highlight>
                            <a:srgbClr val="FFF2CC"/>
                          </a:highlight>
                          <a:latin typeface="Arial" panose="020B0604020202020204" pitchFamily="34" charset="0"/>
                        </a:rPr>
                        <a:t>Salads</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FF2CC"/>
                    </a:solidFill>
                  </a:tcPr>
                </a:tc>
                <a:tc>
                  <a:txBody>
                    <a:bodyPr/>
                    <a:lstStyle/>
                    <a:p>
                      <a:pPr algn="l" fontAlgn="base">
                        <a:lnSpc>
                          <a:spcPts val="3225"/>
                        </a:lnSpc>
                        <a:buNone/>
                      </a:pPr>
                      <a:r>
                        <a:rPr lang="en-AU" sz="1600" b="0" i="0">
                          <a:solidFill>
                            <a:srgbClr val="000000"/>
                          </a:solidFill>
                          <a:effectLst/>
                          <a:highlight>
                            <a:srgbClr val="FFF2CC"/>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FF2CC"/>
                    </a:solidFill>
                  </a:tcPr>
                </a:tc>
                <a:tc>
                  <a:txBody>
                    <a:bodyPr/>
                    <a:lstStyle/>
                    <a:p>
                      <a:pPr algn="l" fontAlgn="base">
                        <a:lnSpc>
                          <a:spcPts val="3225"/>
                        </a:lnSpc>
                        <a:buNone/>
                      </a:pPr>
                      <a:r>
                        <a:rPr lang="en-AU" sz="1600" b="0" i="0">
                          <a:solidFill>
                            <a:srgbClr val="000000"/>
                          </a:solidFill>
                          <a:effectLst/>
                          <a:highlight>
                            <a:srgbClr val="F7B7B7"/>
                          </a:highlight>
                          <a:latin typeface="Arial" panose="020B0604020202020204" pitchFamily="34" charset="0"/>
                        </a:rPr>
                        <a:t>Hot food</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7B7B7"/>
                    </a:solidFill>
                  </a:tcPr>
                </a:tc>
                <a:tc>
                  <a:txBody>
                    <a:bodyPr/>
                    <a:lstStyle/>
                    <a:p>
                      <a:pPr algn="l" fontAlgn="base">
                        <a:lnSpc>
                          <a:spcPts val="3225"/>
                        </a:lnSpc>
                        <a:buNone/>
                      </a:pPr>
                      <a:r>
                        <a:rPr lang="en-AU" sz="1600" b="0" i="0">
                          <a:solidFill>
                            <a:srgbClr val="000000"/>
                          </a:solidFill>
                          <a:effectLst/>
                          <a:highlight>
                            <a:srgbClr val="F7B7B7"/>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7B7B7"/>
                    </a:solidFill>
                  </a:tcPr>
                </a:tc>
                <a:extLst>
                  <a:ext uri="{0D108BD9-81ED-4DB2-BD59-A6C34878D82A}">
                    <a16:rowId xmlns:a16="http://schemas.microsoft.com/office/drawing/2014/main" val="3058228293"/>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Banana muffin ​</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$1.00​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Greek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$6.50​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Chicken burger​</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$5.50​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0252382"/>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Energy choc balls​</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50c​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Garden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$6.00​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Beef burger​</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$5.50​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2300825"/>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Popcorn​</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45c​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Chicken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$8.00​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Chicken wrap​</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$6.00​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0184993"/>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Custard cup​</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90c​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Tuna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$8.00​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Beef lasagna​</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$5.00​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9721851"/>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Jelly cup​</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70c​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Egg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$7.00​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Cheese pizza​</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$3.50​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3834696"/>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Breadsticks​</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25c​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Fruit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$4.50​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Sausage roll​</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$4.00​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6759728"/>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Fruit​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60c​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000000"/>
                          </a:solidFill>
                          <a:effectLst/>
                          <a:highlight>
                            <a:srgbClr val="E2EFD9"/>
                          </a:highlight>
                          <a:latin typeface="Arial" panose="020B0604020202020204" pitchFamily="34" charset="0"/>
                        </a:rPr>
                        <a:t>Frozen treats</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2EFD9"/>
                    </a:solidFill>
                  </a:tcPr>
                </a:tc>
                <a:tc>
                  <a:txBody>
                    <a:bodyPr/>
                    <a:lstStyle/>
                    <a:p>
                      <a:pPr algn="l" fontAlgn="base">
                        <a:lnSpc>
                          <a:spcPts val="3225"/>
                        </a:lnSpc>
                        <a:buNone/>
                      </a:pPr>
                      <a:r>
                        <a:rPr lang="en-AU" sz="1600" b="0" i="0">
                          <a:solidFill>
                            <a:srgbClr val="000000"/>
                          </a:solidFill>
                          <a:effectLst/>
                          <a:highlight>
                            <a:srgbClr val="E2EFD9"/>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2EFD9"/>
                    </a:solidFill>
                  </a:tcPr>
                </a:tc>
                <a:tc>
                  <a:txBody>
                    <a:bodyPr/>
                    <a:lstStyle/>
                    <a:p>
                      <a:pPr algn="l" fontAlgn="base">
                        <a:lnSpc>
                          <a:spcPts val="3225"/>
                        </a:lnSpc>
                        <a:buNone/>
                      </a:pPr>
                      <a:r>
                        <a:rPr lang="en-AU" sz="1600" b="0" i="0">
                          <a:solidFill>
                            <a:srgbClr val="000000"/>
                          </a:solidFill>
                          <a:effectLst/>
                          <a:highlight>
                            <a:srgbClr val="EDEDED"/>
                          </a:highlight>
                          <a:latin typeface="Arial" panose="020B0604020202020204" pitchFamily="34" charset="0"/>
                        </a:rPr>
                        <a:t>Sandwiches</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DEDED"/>
                    </a:solidFill>
                  </a:tcPr>
                </a:tc>
                <a:tc>
                  <a:txBody>
                    <a:bodyPr/>
                    <a:lstStyle/>
                    <a:p>
                      <a:pPr algn="l" fontAlgn="base">
                        <a:lnSpc>
                          <a:spcPts val="3225"/>
                        </a:lnSpc>
                        <a:buNone/>
                      </a:pPr>
                      <a:r>
                        <a:rPr lang="en-AU" sz="1600" b="0" i="0">
                          <a:solidFill>
                            <a:srgbClr val="000000"/>
                          </a:solidFill>
                          <a:effectLst/>
                          <a:highlight>
                            <a:srgbClr val="EDEDED"/>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4245416823"/>
                  </a:ext>
                </a:extLst>
              </a:tr>
              <a:tr h="425876">
                <a:tc>
                  <a:txBody>
                    <a:bodyPr/>
                    <a:lstStyle/>
                    <a:p>
                      <a:pPr algn="l" fontAlgn="base">
                        <a:lnSpc>
                          <a:spcPts val="3225"/>
                        </a:lnSpc>
                        <a:buNone/>
                      </a:pPr>
                      <a:r>
                        <a:rPr lang="en-AU" sz="1600" b="0" i="0">
                          <a:solidFill>
                            <a:srgbClr val="000000"/>
                          </a:solidFill>
                          <a:effectLst/>
                          <a:highlight>
                            <a:srgbClr val="FBE4D5"/>
                          </a:highlight>
                          <a:latin typeface="Arial" panose="020B0604020202020204" pitchFamily="34" charset="0"/>
                        </a:rPr>
                        <a:t>Drinks</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BE4D5"/>
                    </a:solidFill>
                  </a:tcPr>
                </a:tc>
                <a:tc>
                  <a:txBody>
                    <a:bodyPr/>
                    <a:lstStyle/>
                    <a:p>
                      <a:pPr algn="l" fontAlgn="base">
                        <a:lnSpc>
                          <a:spcPts val="3225"/>
                        </a:lnSpc>
                        <a:buNone/>
                      </a:pPr>
                      <a:r>
                        <a:rPr lang="en-AU" sz="1600" b="0" i="0">
                          <a:solidFill>
                            <a:srgbClr val="000000"/>
                          </a:solidFill>
                          <a:effectLst/>
                          <a:highlight>
                            <a:srgbClr val="FBE4D5"/>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BE4D5"/>
                    </a:solidFill>
                  </a:tcPr>
                </a:tc>
                <a:tc>
                  <a:txBody>
                    <a:bodyPr/>
                    <a:lstStyle/>
                    <a:p>
                      <a:pPr algn="l" fontAlgn="base">
                        <a:lnSpc>
                          <a:spcPts val="3225"/>
                        </a:lnSpc>
                        <a:buNone/>
                      </a:pPr>
                      <a:r>
                        <a:rPr lang="en-AU" sz="1600" b="0" i="0">
                          <a:solidFill>
                            <a:srgbClr val="22272B"/>
                          </a:solidFill>
                          <a:effectLst/>
                          <a:latin typeface="Arial" panose="020B0604020202020204" pitchFamily="34" charset="0"/>
                        </a:rPr>
                        <a:t>Juice tubs​</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$1.50​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Egg​</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9274056"/>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Juice ​</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Frozen fruit​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$1.00​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Ham​</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$3.00​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9452683"/>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Flavoured milk​</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Sweet stick​</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$1.00​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$4.00​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9413693"/>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Water – 600mL​</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Frozen Yoghurt​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Cheese​</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6576917"/>
                  </a:ext>
                </a:extLst>
              </a:tr>
            </a:tbl>
          </a:graphicData>
        </a:graphic>
      </p:graphicFrame>
    </p:spTree>
    <p:extLst>
      <p:ext uri="{BB962C8B-B14F-4D97-AF65-F5344CB8AC3E}">
        <p14:creationId xmlns:p14="http://schemas.microsoft.com/office/powerpoint/2010/main" val="18471432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E9FF86-7C5B-FA31-D796-296DE0A8C80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7FEA1A1-341D-8A60-97E6-8F9B65B0FF51}"/>
              </a:ext>
            </a:extLst>
          </p:cNvPr>
          <p:cNvSpPr>
            <a:spLocks noGrp="1"/>
          </p:cNvSpPr>
          <p:nvPr>
            <p:ph type="sldNum" sz="quarter" idx="12"/>
          </p:nvPr>
        </p:nvSpPr>
        <p:spPr/>
        <p:txBody>
          <a:bodyPr/>
          <a:lstStyle/>
          <a:p>
            <a:fld id="{10A01DC5-1685-4615-8240-15192985C6A2}" type="slidenum">
              <a:rPr lang="en-AU" smtClean="0"/>
              <a:t>43</a:t>
            </a:fld>
            <a:endParaRPr lang="en-AU"/>
          </a:p>
        </p:txBody>
      </p:sp>
      <p:sp>
        <p:nvSpPr>
          <p:cNvPr id="3" name="Title 2">
            <a:extLst>
              <a:ext uri="{FF2B5EF4-FFF2-40B4-BE49-F238E27FC236}">
                <a16:creationId xmlns:a16="http://schemas.microsoft.com/office/drawing/2014/main" id="{B91C906B-02BA-2EFD-6FF2-2138C2C6F5C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(23) </a:t>
            </a:r>
          </a:p>
        </p:txBody>
      </p:sp>
      <p:sp>
        <p:nvSpPr>
          <p:cNvPr id="11" name="Picture Placeholder 10">
            <a:extLst>
              <a:ext uri="{FF2B5EF4-FFF2-40B4-BE49-F238E27FC236}">
                <a16:creationId xmlns:a16="http://schemas.microsoft.com/office/drawing/2014/main" id="{8A7FE6AB-F028-BE57-C4D2-218E23CCA7F3}"/>
              </a:ext>
            </a:extLst>
          </p:cNvPr>
          <p:cNvSpPr>
            <a:spLocks noGrp="1"/>
          </p:cNvSpPr>
          <p:nvPr>
            <p:ph type="pic" sz="quarter" idx="21"/>
          </p:nvPr>
        </p:nvSpPr>
        <p:spPr>
          <a:xfrm>
            <a:off x="474481" y="2313060"/>
            <a:ext cx="11243037" cy="2432122"/>
          </a:xfrm>
        </p:spPr>
        <p:txBody>
          <a:bodyPr/>
          <a:lstStyle/>
          <a:p>
            <a:pPr algn="ctr"/>
            <a:r>
              <a:rPr lang="en-US" sz="4400">
                <a:latin typeface="Arial"/>
                <a:cs typeface="Arial"/>
              </a:rPr>
              <a:t>Name 3 items that have a </a:t>
            </a:r>
            <a:r>
              <a:rPr lang="en-US" sz="4400" b="1">
                <a:latin typeface="Arial"/>
                <a:cs typeface="Arial"/>
              </a:rPr>
              <a:t>mass of about one kilogram.</a:t>
            </a:r>
            <a:endParaRPr lang="en-US" sz="4400">
              <a:latin typeface="Arial"/>
              <a:cs typeface="Arial"/>
            </a:endParaRPr>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E1E55483-DDAD-9F28-32B5-EE0C91CE4FD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8007136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1F0B1-A631-6222-A4F6-6ADABC92764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3AA87200-480B-20DB-4C26-10675759AD1F}"/>
              </a:ext>
            </a:extLst>
          </p:cNvPr>
          <p:cNvSpPr>
            <a:spLocks noGrp="1"/>
          </p:cNvSpPr>
          <p:nvPr>
            <p:ph type="sldNum" sz="quarter" idx="12"/>
          </p:nvPr>
        </p:nvSpPr>
        <p:spPr/>
        <p:txBody>
          <a:bodyPr/>
          <a:lstStyle/>
          <a:p>
            <a:fld id="{10A01DC5-1685-4615-8240-15192985C6A2}" type="slidenum">
              <a:rPr lang="en-AU" smtClean="0"/>
              <a:t>44</a:t>
            </a:fld>
            <a:endParaRPr lang="en-AU"/>
          </a:p>
        </p:txBody>
      </p:sp>
      <p:sp>
        <p:nvSpPr>
          <p:cNvPr id="3" name="Title 2">
            <a:extLst>
              <a:ext uri="{FF2B5EF4-FFF2-40B4-BE49-F238E27FC236}">
                <a16:creationId xmlns:a16="http://schemas.microsoft.com/office/drawing/2014/main" id="{4CF2E279-7B70-6AD5-A87B-975C74B4C5A3}"/>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(24)</a:t>
            </a:r>
          </a:p>
        </p:txBody>
      </p:sp>
      <p:sp>
        <p:nvSpPr>
          <p:cNvPr id="11" name="Picture Placeholder 10">
            <a:extLst>
              <a:ext uri="{FF2B5EF4-FFF2-40B4-BE49-F238E27FC236}">
                <a16:creationId xmlns:a16="http://schemas.microsoft.com/office/drawing/2014/main" id="{292E23AF-C9AF-1BEC-B7EF-97960722B4D3}"/>
              </a:ext>
            </a:extLst>
          </p:cNvPr>
          <p:cNvSpPr>
            <a:spLocks noGrp="1"/>
          </p:cNvSpPr>
          <p:nvPr>
            <p:ph type="pic" sz="quarter" idx="21"/>
          </p:nvPr>
        </p:nvSpPr>
        <p:spPr>
          <a:xfrm>
            <a:off x="474481" y="2411778"/>
            <a:ext cx="11243037" cy="2229494"/>
          </a:xfrm>
        </p:spPr>
        <p:txBody>
          <a:bodyPr/>
          <a:lstStyle/>
          <a:p>
            <a:pPr algn="ctr"/>
            <a:r>
              <a:rPr lang="en-US" sz="4400">
                <a:latin typeface="Arial"/>
                <a:cs typeface="Arial"/>
              </a:rPr>
              <a:t>Name 3 familiar everyday containers that hold </a:t>
            </a:r>
            <a:r>
              <a:rPr lang="en-US" sz="4400" b="1">
                <a:latin typeface="Arial"/>
                <a:cs typeface="Arial"/>
              </a:rPr>
              <a:t>one </a:t>
            </a:r>
            <a:r>
              <a:rPr lang="en-US" sz="4400" b="1" err="1">
                <a:latin typeface="Arial"/>
                <a:cs typeface="Arial"/>
              </a:rPr>
              <a:t>litre</a:t>
            </a:r>
            <a:r>
              <a:rPr lang="en-US" sz="4400" b="1">
                <a:latin typeface="Arial"/>
                <a:cs typeface="Arial"/>
              </a:rPr>
              <a:t>.</a:t>
            </a:r>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B9A45D8-37E1-80DE-ED67-BEAF2EE15212}"/>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3284912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D1045C-5F90-CA78-C66E-E986C1547EC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932E69-68C8-0707-FB2F-1DA3D5CA277F}"/>
              </a:ext>
            </a:extLst>
          </p:cNvPr>
          <p:cNvSpPr>
            <a:spLocks noGrp="1"/>
          </p:cNvSpPr>
          <p:nvPr>
            <p:ph type="sldNum" sz="quarter" idx="12"/>
          </p:nvPr>
        </p:nvSpPr>
        <p:spPr/>
        <p:txBody>
          <a:bodyPr/>
          <a:lstStyle/>
          <a:p>
            <a:fld id="{10A01DC5-1685-4615-8240-15192985C6A2}" type="slidenum">
              <a:rPr lang="en-AU" smtClean="0"/>
              <a:t>45</a:t>
            </a:fld>
            <a:endParaRPr lang="en-AU"/>
          </a:p>
        </p:txBody>
      </p:sp>
      <p:sp>
        <p:nvSpPr>
          <p:cNvPr id="3" name="Title 2">
            <a:extLst>
              <a:ext uri="{FF2B5EF4-FFF2-40B4-BE49-F238E27FC236}">
                <a16:creationId xmlns:a16="http://schemas.microsoft.com/office/drawing/2014/main" id="{290C3FF6-F367-C090-601F-DA7EF7F79C55}"/>
              </a:ext>
            </a:extLst>
          </p:cNvPr>
          <p:cNvSpPr>
            <a:spLocks noGrp="1"/>
          </p:cNvSpPr>
          <p:nvPr>
            <p:ph type="title"/>
          </p:nvPr>
        </p:nvSpPr>
        <p:spPr>
          <a:xfrm>
            <a:off x="360000" y="360000"/>
            <a:ext cx="11484000" cy="545601"/>
          </a:xfrm>
        </p:spPr>
        <p:txBody>
          <a:bodyPr/>
          <a:lstStyle/>
          <a:p>
            <a:r>
              <a:rPr lang="en-AU"/>
              <a:t>Activity 6 – looking for squares</a:t>
            </a:r>
          </a:p>
        </p:txBody>
      </p:sp>
      <p:sp>
        <p:nvSpPr>
          <p:cNvPr id="4" name="Oval 3">
            <a:extLst>
              <a:ext uri="{FF2B5EF4-FFF2-40B4-BE49-F238E27FC236}">
                <a16:creationId xmlns:a16="http://schemas.microsoft.com/office/drawing/2014/main" id="{462B8F66-BC36-D59A-653E-54F5E18C035E}"/>
              </a:ext>
            </a:extLst>
          </p:cNvPr>
          <p:cNvSpPr/>
          <p:nvPr/>
        </p:nvSpPr>
        <p:spPr>
          <a:xfrm>
            <a:off x="3157972" y="2174209"/>
            <a:ext cx="1132609" cy="114300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6" name="Oval 5">
            <a:extLst>
              <a:ext uri="{FF2B5EF4-FFF2-40B4-BE49-F238E27FC236}">
                <a16:creationId xmlns:a16="http://schemas.microsoft.com/office/drawing/2014/main" id="{54E016CC-C672-D63C-5C64-32E76CC7317F}"/>
              </a:ext>
            </a:extLst>
          </p:cNvPr>
          <p:cNvSpPr/>
          <p:nvPr/>
        </p:nvSpPr>
        <p:spPr>
          <a:xfrm>
            <a:off x="4733927" y="2174209"/>
            <a:ext cx="1132609" cy="114300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7" name="Oval 6">
            <a:extLst>
              <a:ext uri="{FF2B5EF4-FFF2-40B4-BE49-F238E27FC236}">
                <a16:creationId xmlns:a16="http://schemas.microsoft.com/office/drawing/2014/main" id="{FD5C745D-4B7F-60EC-E925-0BF25659AA7C}"/>
              </a:ext>
            </a:extLst>
          </p:cNvPr>
          <p:cNvSpPr/>
          <p:nvPr/>
        </p:nvSpPr>
        <p:spPr>
          <a:xfrm>
            <a:off x="3157971" y="3606909"/>
            <a:ext cx="1132609" cy="114300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8" name="Oval 7">
            <a:extLst>
              <a:ext uri="{FF2B5EF4-FFF2-40B4-BE49-F238E27FC236}">
                <a16:creationId xmlns:a16="http://schemas.microsoft.com/office/drawing/2014/main" id="{01004307-9CD2-17DB-AB5B-22ABB6B7AA07}"/>
              </a:ext>
            </a:extLst>
          </p:cNvPr>
          <p:cNvSpPr/>
          <p:nvPr/>
        </p:nvSpPr>
        <p:spPr>
          <a:xfrm>
            <a:off x="4733927" y="3658864"/>
            <a:ext cx="1132609" cy="1143000"/>
          </a:xfrm>
          <a:prstGeom prst="ellipse">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AU"/>
          </a:p>
        </p:txBody>
      </p:sp>
      <p:sp>
        <p:nvSpPr>
          <p:cNvPr id="10" name="TextBox 9">
            <a:extLst>
              <a:ext uri="{FF2B5EF4-FFF2-40B4-BE49-F238E27FC236}">
                <a16:creationId xmlns:a16="http://schemas.microsoft.com/office/drawing/2014/main" id="{48FA435E-8003-4D89-5CD2-C3A7BB40F971}"/>
              </a:ext>
            </a:extLst>
          </p:cNvPr>
          <p:cNvSpPr txBox="1"/>
          <p:nvPr/>
        </p:nvSpPr>
        <p:spPr>
          <a:xfrm>
            <a:off x="6987020" y="2978080"/>
            <a:ext cx="3712152" cy="1200329"/>
          </a:xfrm>
          <a:prstGeom prst="rect">
            <a:avLst/>
          </a:prstGeom>
          <a:noFill/>
        </p:spPr>
        <p:txBody>
          <a:bodyPr wrap="square">
            <a:spAutoFit/>
          </a:bodyPr>
          <a:lstStyle/>
          <a:p>
            <a:r>
              <a:rPr lang="en-AU" altLang="en-US" sz="2400">
                <a:latin typeface="Arial"/>
                <a:ea typeface="Calibri"/>
                <a:cs typeface="Arial"/>
              </a:rPr>
              <a:t>4 is a square number. </a:t>
            </a:r>
          </a:p>
          <a:p>
            <a:endParaRPr lang="en-AU" altLang="en-US">
              <a:latin typeface="Arial"/>
              <a:ea typeface="Calibri"/>
              <a:cs typeface="Arial"/>
            </a:endParaRPr>
          </a:p>
          <a:p>
            <a:r>
              <a:rPr lang="en-AU" altLang="en-US" sz="2400">
                <a:latin typeface="Arial"/>
                <a:ea typeface="Calibri"/>
                <a:cs typeface="Arial"/>
              </a:rPr>
              <a:t>2 x 2 = 4.</a:t>
            </a:r>
            <a:endParaRPr lang="en-AU"/>
          </a:p>
        </p:txBody>
      </p:sp>
      <p:pic>
        <p:nvPicPr>
          <p:cNvPr id="5" name="Picture 4" descr="image of a head with cogs turning inside">
            <a:extLst>
              <a:ext uri="{FF2B5EF4-FFF2-40B4-BE49-F238E27FC236}">
                <a16:creationId xmlns:a16="http://schemas.microsoft.com/office/drawing/2014/main" id="{73D6EC62-3C78-76C1-5B80-6CCB4AD0A84A}"/>
              </a:ext>
            </a:extLst>
          </p:cNvPr>
          <p:cNvPicPr>
            <a:picLocks noChangeAspect="1"/>
          </p:cNvPicPr>
          <p:nvPr/>
        </p:nvPicPr>
        <p:blipFill>
          <a:blip r:embed="rId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782496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2B424F-7DD0-3E03-466D-8D5582F980A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55B056C-EFDF-07CA-9F8C-380C2D645C57}"/>
              </a:ext>
            </a:extLst>
          </p:cNvPr>
          <p:cNvSpPr>
            <a:spLocks noGrp="1"/>
          </p:cNvSpPr>
          <p:nvPr>
            <p:ph type="ctrTitle"/>
          </p:nvPr>
        </p:nvSpPr>
        <p:spPr/>
        <p:txBody>
          <a:bodyPr/>
          <a:lstStyle/>
          <a:p>
            <a:r>
              <a:rPr lang="en-AU">
                <a:latin typeface="+mj-lt"/>
                <a:cs typeface="Arial"/>
              </a:rPr>
              <a:t>Review of learning  7</a:t>
            </a:r>
            <a:endParaRPr lang="en-AU">
              <a:latin typeface="+mj-lt"/>
            </a:endParaRPr>
          </a:p>
        </p:txBody>
      </p:sp>
    </p:spTree>
    <p:extLst>
      <p:ext uri="{BB962C8B-B14F-4D97-AF65-F5344CB8AC3E}">
        <p14:creationId xmlns:p14="http://schemas.microsoft.com/office/powerpoint/2010/main" val="532709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B09B2-7B41-D99D-EDEF-064F74DE021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16B9621-C224-299B-082B-E90BD81C5902}"/>
              </a:ext>
            </a:extLst>
          </p:cNvPr>
          <p:cNvSpPr>
            <a:spLocks noGrp="1"/>
          </p:cNvSpPr>
          <p:nvPr>
            <p:ph type="sldNum" sz="quarter" idx="12"/>
          </p:nvPr>
        </p:nvSpPr>
        <p:spPr/>
        <p:txBody>
          <a:bodyPr/>
          <a:lstStyle/>
          <a:p>
            <a:fld id="{10A01DC5-1685-4615-8240-15192985C6A2}" type="slidenum">
              <a:rPr lang="en-AU" smtClean="0"/>
              <a:t>47</a:t>
            </a:fld>
            <a:endParaRPr lang="en-AU"/>
          </a:p>
        </p:txBody>
      </p:sp>
      <p:sp>
        <p:nvSpPr>
          <p:cNvPr id="3" name="Title 2">
            <a:extLst>
              <a:ext uri="{FF2B5EF4-FFF2-40B4-BE49-F238E27FC236}">
                <a16:creationId xmlns:a16="http://schemas.microsoft.com/office/drawing/2014/main" id="{68814685-3A37-A041-5F8F-6691A2B060D6}"/>
              </a:ext>
            </a:extLst>
          </p:cNvPr>
          <p:cNvSpPr>
            <a:spLocks noGrp="1"/>
          </p:cNvSpPr>
          <p:nvPr>
            <p:ph type="title"/>
          </p:nvPr>
        </p:nvSpPr>
        <p:spPr/>
        <p:txBody>
          <a:bodyPr/>
          <a:lstStyle/>
          <a:p>
            <a:r>
              <a:rPr lang="en-US">
                <a:latin typeface="Arial"/>
                <a:cs typeface="Arial"/>
              </a:rPr>
              <a:t>Multiple choice </a:t>
            </a:r>
            <a:r>
              <a:rPr lang="en-US">
                <a:solidFill>
                  <a:schemeClr val="bg1"/>
                </a:solidFill>
                <a:latin typeface="Arial"/>
                <a:cs typeface="Arial"/>
              </a:rPr>
              <a:t>(4)(1)</a:t>
            </a:r>
          </a:p>
        </p:txBody>
      </p:sp>
      <p:sp>
        <p:nvSpPr>
          <p:cNvPr id="16" name="Picture Placeholder 15">
            <a:extLst>
              <a:ext uri="{FF2B5EF4-FFF2-40B4-BE49-F238E27FC236}">
                <a16:creationId xmlns:a16="http://schemas.microsoft.com/office/drawing/2014/main" id="{2D588CBB-F5E3-92DC-82B9-75433985A56C}"/>
              </a:ext>
            </a:extLst>
          </p:cNvPr>
          <p:cNvSpPr>
            <a:spLocks noGrp="1"/>
          </p:cNvSpPr>
          <p:nvPr>
            <p:ph type="pic" sz="quarter" idx="22"/>
          </p:nvPr>
        </p:nvSpPr>
        <p:spPr>
          <a:xfrm>
            <a:off x="9371920" y="3987103"/>
            <a:ext cx="2226583" cy="1312255"/>
          </a:xfrm>
        </p:spPr>
        <p:txBody>
          <a:bodyPr/>
          <a:lstStyle/>
          <a:p>
            <a:pPr algn="ctr"/>
            <a:r>
              <a:rPr lang="en-AU" sz="3600">
                <a:latin typeface="Arial"/>
                <a:cs typeface="Arial"/>
              </a:rPr>
              <a:t> </a:t>
            </a:r>
            <a:endParaRPr lang="en-AU" sz="3600"/>
          </a:p>
        </p:txBody>
      </p:sp>
      <p:sp>
        <p:nvSpPr>
          <p:cNvPr id="18" name="Text Placeholder 17">
            <a:extLst>
              <a:ext uri="{FF2B5EF4-FFF2-40B4-BE49-F238E27FC236}">
                <a16:creationId xmlns:a16="http://schemas.microsoft.com/office/drawing/2014/main" id="{46752A48-96D4-4039-44A3-719E3CD9A2E6}"/>
              </a:ext>
            </a:extLst>
          </p:cNvPr>
          <p:cNvSpPr>
            <a:spLocks noGrp="1"/>
          </p:cNvSpPr>
          <p:nvPr>
            <p:ph type="body" sz="quarter" idx="24"/>
          </p:nvPr>
        </p:nvSpPr>
        <p:spPr>
          <a:xfrm>
            <a:off x="588963" y="2973527"/>
            <a:ext cx="11243037" cy="893226"/>
          </a:xfrm>
        </p:spPr>
        <p:txBody>
          <a:bodyPr vert="horz" lIns="0" tIns="0" rIns="0" bIns="0" rtlCol="0" anchor="t">
            <a:noAutofit/>
          </a:bodyPr>
          <a:lstStyle/>
          <a:p>
            <a:pPr algn="ctr"/>
            <a:r>
              <a:rPr lang="en-US" sz="2400">
                <a:latin typeface="Arial"/>
                <a:cs typeface="Arial"/>
              </a:rPr>
              <a:t>What are the related facts? </a:t>
            </a:r>
            <a:endParaRPr lang="en-US" sz="2400"/>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B58E21A6-1D40-3A2E-B8B8-AA64DD6E26FC}"/>
                  </a:ext>
                </a:extLst>
              </p:cNvPr>
              <p:cNvGraphicFramePr>
                <a:graphicFrameLocks noGrp="1"/>
              </p:cNvGraphicFramePr>
              <p:nvPr>
                <p:extLst>
                  <p:ext uri="{D42A27DB-BD31-4B8C-83A1-F6EECF244321}">
                    <p14:modId xmlns:p14="http://schemas.microsoft.com/office/powerpoint/2010/main" val="3801070398"/>
                  </p:ext>
                </p:extLst>
              </p:nvPr>
            </p:nvGraphicFramePr>
            <p:xfrm>
              <a:off x="360000" y="3429000"/>
              <a:ext cx="11484000" cy="335280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681547">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681547">
                    <a:tc>
                      <a:txBody>
                        <a:bodyPr/>
                        <a:lstStyle/>
                        <a:p>
                          <a:pPr algn="ctr"/>
                          <a:r>
                            <a:rPr lang="en-AU" sz="3200">
                              <a:latin typeface="+mn-lt"/>
                              <a:cs typeface="Arial"/>
                            </a:rPr>
                            <a:t>4 x 7= 28</a:t>
                          </a:r>
                        </a:p>
                        <a:p>
                          <a:pPr algn="ctr"/>
                          <a:r>
                            <a:rPr lang="en-AU" sz="3200">
                              <a:latin typeface="+mn-lt"/>
                              <a:cs typeface="Arial"/>
                            </a:rPr>
                            <a:t>7 x 4 = 28</a:t>
                          </a:r>
                        </a:p>
                        <a:p>
                          <a:pPr algn="ctr"/>
                          <a:r>
                            <a:rPr lang="en-AU" sz="3200">
                              <a:latin typeface="+mn-lt"/>
                              <a:cs typeface="Arial"/>
                            </a:rPr>
                            <a:t>28</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4 = 7</a:t>
                          </a:r>
                        </a:p>
                        <a:p>
                          <a:pPr algn="ctr"/>
                          <a:r>
                            <a:rPr lang="en-AU" sz="3200" kern="1200">
                              <a:solidFill>
                                <a:schemeClr val="tx1"/>
                              </a:solidFill>
                              <a:latin typeface="+mn-lt"/>
                              <a:ea typeface="+mn-ea"/>
                              <a:cs typeface="Arial"/>
                            </a:rPr>
                            <a:t>28</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7 = 4 </a:t>
                          </a:r>
                        </a:p>
                        <a:p>
                          <a:pPr algn="ctr"/>
                          <a:endParaRPr lang="en-AU" sz="3200">
                            <a:latin typeface="+mn-lt"/>
                            <a:cs typeface="Arial"/>
                          </a:endParaRP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4 x 6= 32</a:t>
                          </a:r>
                        </a:p>
                        <a:p>
                          <a:pPr algn="ctr"/>
                          <a:r>
                            <a:rPr lang="en-AU" sz="3200">
                              <a:latin typeface="+mn-lt"/>
                              <a:cs typeface="Arial"/>
                            </a:rPr>
                            <a:t>6 x 4 = 32</a:t>
                          </a:r>
                        </a:p>
                        <a:p>
                          <a:pPr algn="ctr"/>
                          <a:r>
                            <a:rPr lang="en-AU" sz="3200" kern="1200">
                              <a:solidFill>
                                <a:schemeClr val="tx1"/>
                              </a:solidFill>
                              <a:latin typeface="+mn-lt"/>
                              <a:ea typeface="+mn-ea"/>
                              <a:cs typeface="Arial"/>
                            </a:rPr>
                            <a:t>32</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4 = 6</a:t>
                          </a:r>
                        </a:p>
                        <a:p>
                          <a:pPr algn="ctr"/>
                          <a:r>
                            <a:rPr lang="en-AU" sz="3200" kern="1200">
                              <a:solidFill>
                                <a:schemeClr val="tx1"/>
                              </a:solidFill>
                              <a:latin typeface="+mn-lt"/>
                              <a:ea typeface="+mn-ea"/>
                              <a:cs typeface="Arial"/>
                            </a:rPr>
                            <a:t>32</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6 = 4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6 x 4= 24</a:t>
                          </a:r>
                        </a:p>
                        <a:p>
                          <a:pPr algn="ctr"/>
                          <a:r>
                            <a:rPr lang="en-AU" sz="3200">
                              <a:latin typeface="+mn-lt"/>
                              <a:cs typeface="Arial"/>
                            </a:rPr>
                            <a:t>4 x 6 = 24</a:t>
                          </a:r>
                        </a:p>
                        <a:p>
                          <a:pPr algn="ctr"/>
                          <a:r>
                            <a:rPr lang="en-AU" sz="3200">
                              <a:latin typeface="+mn-lt"/>
                              <a:cs typeface="Arial"/>
                            </a:rPr>
                            <a:t>24 </a:t>
                          </a:r>
                          <a14:m>
                            <m:oMath xmlns:m="http://schemas.openxmlformats.org/officeDocument/2006/math">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6 = 4</a:t>
                          </a:r>
                        </a:p>
                        <a:p>
                          <a:pPr algn="ctr"/>
                          <a:r>
                            <a:rPr lang="en-AU" sz="3200" kern="1200">
                              <a:solidFill>
                                <a:schemeClr val="tx1"/>
                              </a:solidFill>
                              <a:latin typeface="+mn-lt"/>
                              <a:ea typeface="+mn-ea"/>
                              <a:cs typeface="Arial"/>
                            </a:rPr>
                            <a:t>24</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4 = 6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3200">
                              <a:latin typeface="+mn-lt"/>
                              <a:cs typeface="Arial"/>
                            </a:rPr>
                            <a:t>6 x 7= 28</a:t>
                          </a:r>
                        </a:p>
                        <a:p>
                          <a:pPr algn="ctr"/>
                          <a:r>
                            <a:rPr lang="en-AU" sz="3200">
                              <a:latin typeface="+mn-lt"/>
                              <a:cs typeface="Arial"/>
                            </a:rPr>
                            <a:t>6 x 3 = 28</a:t>
                          </a:r>
                        </a:p>
                        <a:p>
                          <a:pPr algn="ctr"/>
                          <a:r>
                            <a:rPr lang="en-AU" sz="3200">
                              <a:latin typeface="+mn-lt"/>
                              <a:cs typeface="Arial"/>
                            </a:rPr>
                            <a:t>29</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3 = 7</a:t>
                          </a:r>
                        </a:p>
                        <a:p>
                          <a:pPr algn="ctr"/>
                          <a:r>
                            <a:rPr lang="en-AU" sz="3200" kern="1200">
                              <a:solidFill>
                                <a:schemeClr val="tx1"/>
                              </a:solidFill>
                              <a:latin typeface="+mn-lt"/>
                              <a:ea typeface="+mn-ea"/>
                              <a:cs typeface="Arial"/>
                            </a:rPr>
                            <a:t>27</a:t>
                          </a:r>
                          <a14:m>
                            <m:oMath xmlns:m="http://schemas.openxmlformats.org/officeDocument/2006/math">
                              <m:r>
                                <a:rPr lang="en-AU" sz="3200" b="0" i="0" kern="1200" smtClean="0">
                                  <a:solidFill>
                                    <a:schemeClr val="tx1"/>
                                  </a:solidFill>
                                  <a:latin typeface="Cambria Math" panose="02040503050406030204" pitchFamily="18" charset="0"/>
                                  <a:ea typeface="+mn-ea"/>
                                  <a:cs typeface="Arial"/>
                                </a:rPr>
                                <m:t> </m:t>
                              </m:r>
                              <m:r>
                                <a:rPr lang="en-AU" sz="3200" kern="1200" smtClean="0">
                                  <a:solidFill>
                                    <a:schemeClr val="tx1"/>
                                  </a:solidFill>
                                  <a:latin typeface="Cambria Math" panose="02040503050406030204" pitchFamily="18" charset="0"/>
                                  <a:ea typeface="+mn-ea"/>
                                  <a:cs typeface="Arial"/>
                                </a:rPr>
                                <m:t>÷</m:t>
                              </m:r>
                            </m:oMath>
                          </a14:m>
                          <a:r>
                            <a:rPr lang="en-AU" sz="3200" kern="1200">
                              <a:solidFill>
                                <a:schemeClr val="tx1"/>
                              </a:solidFill>
                              <a:latin typeface="+mn-lt"/>
                              <a:ea typeface="+mn-ea"/>
                              <a:cs typeface="Arial"/>
                            </a:rPr>
                            <a:t> 7 = 4 </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05300166"/>
                      </a:ext>
                    </a:extLst>
                  </a:tr>
                </a:tbl>
              </a:graphicData>
            </a:graphic>
          </p:graphicFrame>
        </mc:Choice>
        <mc:Fallback xmlns="">
          <p:graphicFrame>
            <p:nvGraphicFramePr>
              <p:cNvPr id="4" name="Table 3">
                <a:extLst>
                  <a:ext uri="{FF2B5EF4-FFF2-40B4-BE49-F238E27FC236}">
                    <a16:creationId xmlns:a16="http://schemas.microsoft.com/office/drawing/2014/main" id="{B58E21A6-1D40-3A2E-B8B8-AA64DD6E26FC}"/>
                  </a:ext>
                </a:extLst>
              </p:cNvPr>
              <p:cNvGraphicFramePr>
                <a:graphicFrameLocks noGrp="1"/>
              </p:cNvGraphicFramePr>
              <p:nvPr>
                <p:extLst>
                  <p:ext uri="{D42A27DB-BD31-4B8C-83A1-F6EECF244321}">
                    <p14:modId xmlns:p14="http://schemas.microsoft.com/office/powerpoint/2010/main" val="3801070398"/>
                  </p:ext>
                </p:extLst>
              </p:nvPr>
            </p:nvGraphicFramePr>
            <p:xfrm>
              <a:off x="360000" y="3429000"/>
              <a:ext cx="11484000" cy="3352800"/>
            </p:xfrm>
            <a:graphic>
              <a:graphicData uri="http://schemas.openxmlformats.org/drawingml/2006/table">
                <a:tbl>
                  <a:tblPr firstRow="1" bandRow="1">
                    <a:tableStyleId>{5A111915-BE36-4E01-A7E5-04B1672EAD32}</a:tableStyleId>
                  </a:tblPr>
                  <a:tblGrid>
                    <a:gridCol w="2871000">
                      <a:extLst>
                        <a:ext uri="{9D8B030D-6E8A-4147-A177-3AD203B41FA5}">
                          <a16:colId xmlns:a16="http://schemas.microsoft.com/office/drawing/2014/main" val="1764535638"/>
                        </a:ext>
                      </a:extLst>
                    </a:gridCol>
                    <a:gridCol w="2871000">
                      <a:extLst>
                        <a:ext uri="{9D8B030D-6E8A-4147-A177-3AD203B41FA5}">
                          <a16:colId xmlns:a16="http://schemas.microsoft.com/office/drawing/2014/main" val="1542929608"/>
                        </a:ext>
                      </a:extLst>
                    </a:gridCol>
                    <a:gridCol w="2871000">
                      <a:extLst>
                        <a:ext uri="{9D8B030D-6E8A-4147-A177-3AD203B41FA5}">
                          <a16:colId xmlns:a16="http://schemas.microsoft.com/office/drawing/2014/main" val="4128396063"/>
                        </a:ext>
                      </a:extLst>
                    </a:gridCol>
                    <a:gridCol w="2871000">
                      <a:extLst>
                        <a:ext uri="{9D8B030D-6E8A-4147-A177-3AD203B41FA5}">
                          <a16:colId xmlns:a16="http://schemas.microsoft.com/office/drawing/2014/main" val="684268156"/>
                        </a:ext>
                      </a:extLst>
                    </a:gridCol>
                  </a:tblGrid>
                  <a:tr h="822960">
                    <a:tc>
                      <a:txBody>
                        <a:bodyPr/>
                        <a:lstStyle/>
                        <a:p>
                          <a:pPr algn="ctr"/>
                          <a:r>
                            <a:rPr lang="en-US" sz="4800" b="1">
                              <a:solidFill>
                                <a:schemeClr val="tx1"/>
                              </a:solidFill>
                            </a:rPr>
                            <a:t>A</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B</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C</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en-AU" sz="4800">
                              <a:solidFill>
                                <a:schemeClr val="tx1"/>
                              </a:solidFill>
                            </a:rPr>
                            <a:t>D</a:t>
                          </a:r>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13680954"/>
                      </a:ext>
                    </a:extLst>
                  </a:tr>
                  <a:tr h="2529840">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t="-37981" r="-3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100000" t="-37981" r="-2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200000" t="-37981" r="-100000"/>
                          </a:stretch>
                        </a:blipFill>
                      </a:tcPr>
                    </a:tc>
                    <a:tc>
                      <a:txBody>
                        <a:bodyPr/>
                        <a:lstStyle/>
                        <a:p>
                          <a:endParaRPr lang="en-US"/>
                        </a:p>
                      </a:txBody>
                      <a:tcP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blipFill>
                          <a:blip r:embed="rId3"/>
                          <a:stretch>
                            <a:fillRect l="-300000" t="-37981"/>
                          </a:stretch>
                        </a:blipFill>
                      </a:tcPr>
                    </a:tc>
                    <a:extLst>
                      <a:ext uri="{0D108BD9-81ED-4DB2-BD59-A6C34878D82A}">
                        <a16:rowId xmlns:a16="http://schemas.microsoft.com/office/drawing/2014/main" val="505300166"/>
                      </a:ext>
                    </a:extLst>
                  </a:tr>
                </a:tbl>
              </a:graphicData>
            </a:graphic>
          </p:graphicFrame>
        </mc:Fallback>
      </mc:AlternateContent>
      <p:pic>
        <p:nvPicPr>
          <p:cNvPr id="5" name="Picture 4" descr="image of a finger selecting an option for a multiple choice or true and false">
            <a:extLst>
              <a:ext uri="{FF2B5EF4-FFF2-40B4-BE49-F238E27FC236}">
                <a16:creationId xmlns:a16="http://schemas.microsoft.com/office/drawing/2014/main" id="{3313E438-7F57-A13D-DE77-437CCD7BAF4C}"/>
              </a:ext>
            </a:extLst>
          </p:cNvPr>
          <p:cNvPicPr>
            <a:picLocks noChangeAspect="1"/>
          </p:cNvPicPr>
          <p:nvPr/>
        </p:nvPicPr>
        <p:blipFill>
          <a:blip r:embed="rId4"/>
          <a:stretch>
            <a:fillRect/>
          </a:stretch>
        </p:blipFill>
        <p:spPr>
          <a:xfrm>
            <a:off x="10807908" y="43303"/>
            <a:ext cx="1165786" cy="1140716"/>
          </a:xfrm>
          <a:prstGeom prst="rect">
            <a:avLst/>
          </a:prstGeom>
        </p:spPr>
      </p:pic>
      <p:grpSp>
        <p:nvGrpSpPr>
          <p:cNvPr id="6" name="Group 2" descr="fact family triangle with 24, 6, 4">
            <a:extLst>
              <a:ext uri="{FF2B5EF4-FFF2-40B4-BE49-F238E27FC236}">
                <a16:creationId xmlns:a16="http://schemas.microsoft.com/office/drawing/2014/main" id="{16B3123A-FA15-1871-943A-291D716254FD}"/>
              </a:ext>
            </a:extLst>
          </p:cNvPr>
          <p:cNvGrpSpPr/>
          <p:nvPr/>
        </p:nvGrpSpPr>
        <p:grpSpPr>
          <a:xfrm>
            <a:off x="4661240" y="571756"/>
            <a:ext cx="2869519" cy="2168530"/>
            <a:chOff x="0" y="0"/>
            <a:chExt cx="4827569" cy="3908410"/>
          </a:xfrm>
        </p:grpSpPr>
        <p:grpSp>
          <p:nvGrpSpPr>
            <p:cNvPr id="7" name="Group 3">
              <a:extLst>
                <a:ext uri="{FF2B5EF4-FFF2-40B4-BE49-F238E27FC236}">
                  <a16:creationId xmlns:a16="http://schemas.microsoft.com/office/drawing/2014/main" id="{A05EB9A2-B436-5379-50B1-14983A072EDF}"/>
                </a:ext>
              </a:extLst>
            </p:cNvPr>
            <p:cNvGrpSpPr/>
            <p:nvPr/>
          </p:nvGrpSpPr>
          <p:grpSpPr>
            <a:xfrm>
              <a:off x="0" y="0"/>
              <a:ext cx="4827569" cy="3908410"/>
              <a:chOff x="0" y="0"/>
              <a:chExt cx="812800" cy="658044"/>
            </a:xfrm>
          </p:grpSpPr>
          <p:sp>
            <p:nvSpPr>
              <p:cNvPr id="11" name="Freeform 4">
                <a:extLst>
                  <a:ext uri="{FF2B5EF4-FFF2-40B4-BE49-F238E27FC236}">
                    <a16:creationId xmlns:a16="http://schemas.microsoft.com/office/drawing/2014/main" id="{847D9C99-A308-1A3A-F25A-A5C55A8B2A35}"/>
                  </a:ext>
                </a:extLst>
              </p:cNvPr>
              <p:cNvSpPr/>
              <p:nvPr/>
            </p:nvSpPr>
            <p:spPr>
              <a:xfrm>
                <a:off x="0" y="0"/>
                <a:ext cx="812800" cy="658044"/>
              </a:xfrm>
              <a:custGeom>
                <a:avLst/>
                <a:gdLst/>
                <a:ahLst/>
                <a:cxnLst/>
                <a:rect l="l" t="t" r="r" b="b"/>
                <a:pathLst>
                  <a:path w="812800" h="658044">
                    <a:moveTo>
                      <a:pt x="406400" y="0"/>
                    </a:moveTo>
                    <a:lnTo>
                      <a:pt x="812800" y="658044"/>
                    </a:lnTo>
                    <a:lnTo>
                      <a:pt x="0" y="658044"/>
                    </a:lnTo>
                    <a:lnTo>
                      <a:pt x="406400" y="0"/>
                    </a:lnTo>
                    <a:close/>
                  </a:path>
                </a:pathLst>
              </a:custGeom>
              <a:solidFill>
                <a:srgbClr val="F5F5F2"/>
              </a:solidFill>
              <a:ln w="9525" cap="sq">
                <a:solidFill>
                  <a:srgbClr val="000000"/>
                </a:solidFill>
                <a:prstDash val="solid"/>
                <a:miter/>
              </a:ln>
            </p:spPr>
            <p:txBody>
              <a:bodyPr/>
              <a:lstStyle/>
              <a:p>
                <a:endParaRPr lang="en-AU"/>
              </a:p>
            </p:txBody>
          </p:sp>
          <p:sp>
            <p:nvSpPr>
              <p:cNvPr id="12" name="TextBox 5">
                <a:extLst>
                  <a:ext uri="{FF2B5EF4-FFF2-40B4-BE49-F238E27FC236}">
                    <a16:creationId xmlns:a16="http://schemas.microsoft.com/office/drawing/2014/main" id="{6338A8BC-D404-1AB0-7ADB-6C70D857F7CC}"/>
                  </a:ext>
                </a:extLst>
              </p:cNvPr>
              <p:cNvSpPr txBox="1"/>
              <p:nvPr/>
            </p:nvSpPr>
            <p:spPr>
              <a:xfrm>
                <a:off x="127000" y="286471"/>
                <a:ext cx="558800" cy="324571"/>
              </a:xfrm>
              <a:prstGeom prst="rect">
                <a:avLst/>
              </a:prstGeom>
            </p:spPr>
            <p:txBody>
              <a:bodyPr lIns="10377" tIns="10377" rIns="10377" bIns="10377" rtlCol="0" anchor="ctr"/>
              <a:lstStyle/>
              <a:p>
                <a:pPr algn="ctr">
                  <a:lnSpc>
                    <a:spcPts val="760"/>
                  </a:lnSpc>
                </a:pPr>
                <a:endParaRPr/>
              </a:p>
            </p:txBody>
          </p:sp>
        </p:grpSp>
        <p:sp>
          <p:nvSpPr>
            <p:cNvPr id="8" name="TextBox 6">
              <a:extLst>
                <a:ext uri="{FF2B5EF4-FFF2-40B4-BE49-F238E27FC236}">
                  <a16:creationId xmlns:a16="http://schemas.microsoft.com/office/drawing/2014/main" id="{C33CCF4F-D761-558E-F731-13D4A3D15C80}"/>
                </a:ext>
              </a:extLst>
            </p:cNvPr>
            <p:cNvSpPr txBox="1"/>
            <p:nvPr/>
          </p:nvSpPr>
          <p:spPr>
            <a:xfrm>
              <a:off x="2153817" y="623362"/>
              <a:ext cx="830439" cy="996639"/>
            </a:xfrm>
            <a:prstGeom prst="rect">
              <a:avLst/>
            </a:prstGeom>
          </p:spPr>
          <p:txBody>
            <a:bodyPr wrap="square" lIns="0" tIns="0" rIns="0" bIns="0" rtlCol="0" anchor="t">
              <a:spAutoFit/>
            </a:bodyPr>
            <a:lstStyle/>
            <a:p>
              <a:pPr algn="ctr">
                <a:lnSpc>
                  <a:spcPts val="4742"/>
                </a:lnSpc>
              </a:pPr>
              <a:r>
                <a:rPr lang="en-US" sz="3387">
                  <a:solidFill>
                    <a:srgbClr val="000000"/>
                  </a:solidFill>
                  <a:latin typeface="Edu NSW ACT Foundation" pitchFamily="2" charset="0"/>
                  <a:ea typeface="Canva Student Font"/>
                  <a:cs typeface="Canva Student Font"/>
                  <a:sym typeface="Canva Student Font"/>
                </a:rPr>
                <a:t>24</a:t>
              </a:r>
            </a:p>
          </p:txBody>
        </p:sp>
        <p:sp>
          <p:nvSpPr>
            <p:cNvPr id="9" name="TextBox 7">
              <a:extLst>
                <a:ext uri="{FF2B5EF4-FFF2-40B4-BE49-F238E27FC236}">
                  <a16:creationId xmlns:a16="http://schemas.microsoft.com/office/drawing/2014/main" id="{019A9692-3FB9-FEF4-42EA-0E90A414D01F}"/>
                </a:ext>
              </a:extLst>
            </p:cNvPr>
            <p:cNvSpPr txBox="1"/>
            <p:nvPr/>
          </p:nvSpPr>
          <p:spPr>
            <a:xfrm>
              <a:off x="494340" y="2892605"/>
              <a:ext cx="519934" cy="996639"/>
            </a:xfrm>
            <a:prstGeom prst="rect">
              <a:avLst/>
            </a:prstGeom>
          </p:spPr>
          <p:txBody>
            <a:bodyPr lIns="0" tIns="0" rIns="0" bIns="0" rtlCol="0" anchor="t">
              <a:spAutoFit/>
            </a:bodyPr>
            <a:lstStyle/>
            <a:p>
              <a:pPr algn="ctr">
                <a:lnSpc>
                  <a:spcPts val="4742"/>
                </a:lnSpc>
              </a:pPr>
              <a:r>
                <a:rPr lang="en-US" sz="3387">
                  <a:solidFill>
                    <a:srgbClr val="000000"/>
                  </a:solidFill>
                  <a:latin typeface="Edu NSW ACT Foundation" pitchFamily="2" charset="0"/>
                  <a:ea typeface="Canva Student Font"/>
                  <a:cs typeface="Canva Student Font"/>
                  <a:sym typeface="Canva Student Font"/>
                </a:rPr>
                <a:t>6</a:t>
              </a:r>
            </a:p>
          </p:txBody>
        </p:sp>
        <p:sp>
          <p:nvSpPr>
            <p:cNvPr id="10" name="TextBox 8">
              <a:extLst>
                <a:ext uri="{FF2B5EF4-FFF2-40B4-BE49-F238E27FC236}">
                  <a16:creationId xmlns:a16="http://schemas.microsoft.com/office/drawing/2014/main" id="{BC547832-B184-7FA8-7370-B2202875BAD1}"/>
                </a:ext>
              </a:extLst>
            </p:cNvPr>
            <p:cNvSpPr txBox="1"/>
            <p:nvPr/>
          </p:nvSpPr>
          <p:spPr>
            <a:xfrm>
              <a:off x="3930480" y="2898300"/>
              <a:ext cx="519934" cy="996639"/>
            </a:xfrm>
            <a:prstGeom prst="rect">
              <a:avLst/>
            </a:prstGeom>
          </p:spPr>
          <p:txBody>
            <a:bodyPr lIns="0" tIns="0" rIns="0" bIns="0" rtlCol="0" anchor="t">
              <a:spAutoFit/>
            </a:bodyPr>
            <a:lstStyle/>
            <a:p>
              <a:pPr algn="ctr">
                <a:lnSpc>
                  <a:spcPts val="4742"/>
                </a:lnSpc>
              </a:pPr>
              <a:r>
                <a:rPr lang="en-US" sz="3387">
                  <a:solidFill>
                    <a:srgbClr val="000000"/>
                  </a:solidFill>
                  <a:latin typeface="Edu NSW ACT Foundation" pitchFamily="2" charset="0"/>
                  <a:ea typeface="Canva Student Font"/>
                  <a:cs typeface="Canva Student Font"/>
                  <a:sym typeface="Canva Student Font"/>
                </a:rPr>
                <a:t>4</a:t>
              </a:r>
            </a:p>
          </p:txBody>
        </p:sp>
      </p:grpSp>
    </p:spTree>
    <p:extLst>
      <p:ext uri="{BB962C8B-B14F-4D97-AF65-F5344CB8AC3E}">
        <p14:creationId xmlns:p14="http://schemas.microsoft.com/office/powerpoint/2010/main" val="4255010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17138-09C4-3779-3ADC-C5FC41EBD761}"/>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02BE3BE-2958-C89B-F3EF-B2EDE80629D7}"/>
              </a:ext>
            </a:extLst>
          </p:cNvPr>
          <p:cNvSpPr>
            <a:spLocks noGrp="1"/>
          </p:cNvSpPr>
          <p:nvPr>
            <p:ph type="sldNum" sz="quarter" idx="12"/>
          </p:nvPr>
        </p:nvSpPr>
        <p:spPr/>
        <p:txBody>
          <a:bodyPr/>
          <a:lstStyle/>
          <a:p>
            <a:fld id="{10A01DC5-1685-4615-8240-15192985C6A2}" type="slidenum">
              <a:rPr lang="en-AU" smtClean="0"/>
              <a:t>48</a:t>
            </a:fld>
            <a:endParaRPr lang="en-AU"/>
          </a:p>
        </p:txBody>
      </p:sp>
      <p:sp>
        <p:nvSpPr>
          <p:cNvPr id="3" name="Title 2">
            <a:extLst>
              <a:ext uri="{FF2B5EF4-FFF2-40B4-BE49-F238E27FC236}">
                <a16:creationId xmlns:a16="http://schemas.microsoft.com/office/drawing/2014/main" id="{7A79083A-0495-1351-2474-66F37FD0839A}"/>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(25)</a:t>
            </a:r>
          </a:p>
        </p:txBody>
      </p:sp>
      <p:sp>
        <p:nvSpPr>
          <p:cNvPr id="11" name="Picture Placeholder 10">
            <a:extLst>
              <a:ext uri="{FF2B5EF4-FFF2-40B4-BE49-F238E27FC236}">
                <a16:creationId xmlns:a16="http://schemas.microsoft.com/office/drawing/2014/main" id="{ACDE4623-0E37-0882-ACB4-C9EF952037E5}"/>
              </a:ext>
            </a:extLst>
          </p:cNvPr>
          <p:cNvSpPr>
            <a:spLocks noGrp="1"/>
          </p:cNvSpPr>
          <p:nvPr>
            <p:ph type="pic" sz="quarter" idx="21"/>
          </p:nvPr>
        </p:nvSpPr>
        <p:spPr>
          <a:xfrm>
            <a:off x="360000" y="1423183"/>
            <a:ext cx="11189376" cy="5074817"/>
          </a:xfrm>
        </p:spPr>
        <p:txBody>
          <a:bodyPr/>
          <a:lstStyle/>
          <a:p>
            <a:pPr algn="ctr"/>
            <a:r>
              <a:rPr lang="en-US" sz="4400" b="1">
                <a:latin typeface="Arial"/>
                <a:cs typeface="Arial"/>
              </a:rPr>
              <a:t>Continue</a:t>
            </a:r>
            <a:r>
              <a:rPr lang="en-US" sz="4400">
                <a:latin typeface="Arial"/>
                <a:cs typeface="Arial"/>
              </a:rPr>
              <a:t> the </a:t>
            </a:r>
            <a:r>
              <a:rPr lang="en-US" sz="4400" b="1">
                <a:latin typeface="Arial"/>
                <a:cs typeface="Arial"/>
              </a:rPr>
              <a:t>patterns</a:t>
            </a:r>
            <a:endParaRPr lang="en-US" sz="4400">
              <a:latin typeface="Arial"/>
              <a:cs typeface="Arial"/>
            </a:endParaRPr>
          </a:p>
          <a:p>
            <a:r>
              <a:rPr lang="en-US" sz="4400">
                <a:latin typeface="Arial"/>
                <a:cs typeface="Arial"/>
              </a:rPr>
              <a:t>5, 10, 15 ___, ___, ___, ___, ___</a:t>
            </a:r>
          </a:p>
          <a:p>
            <a:r>
              <a:rPr lang="en-US" sz="4400">
                <a:latin typeface="Arial"/>
                <a:cs typeface="Arial"/>
              </a:rPr>
              <a:t>16, 12, 8, ___, ___</a:t>
            </a:r>
          </a:p>
          <a:p>
            <a:r>
              <a:rPr lang="en-US" sz="4400">
                <a:latin typeface="Arial"/>
                <a:cs typeface="Arial"/>
              </a:rPr>
              <a:t>12, 14, 16, ___, ___, ___, ___, ___</a:t>
            </a:r>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6C394F32-72F3-4115-FE74-3C0EFFCECDE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796038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F9FC73-CB73-205A-CAA7-7FD0D6436E5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3EF37E2-888E-CB04-88EA-19DCDE0D7B10}"/>
              </a:ext>
            </a:extLst>
          </p:cNvPr>
          <p:cNvSpPr>
            <a:spLocks noGrp="1"/>
          </p:cNvSpPr>
          <p:nvPr>
            <p:ph type="sldNum" sz="quarter" idx="12"/>
          </p:nvPr>
        </p:nvSpPr>
        <p:spPr/>
        <p:txBody>
          <a:bodyPr/>
          <a:lstStyle/>
          <a:p>
            <a:fld id="{10A01DC5-1685-4615-8240-15192985C6A2}" type="slidenum">
              <a:rPr lang="en-AU" smtClean="0"/>
              <a:t>49</a:t>
            </a:fld>
            <a:endParaRPr lang="en-AU"/>
          </a:p>
        </p:txBody>
      </p:sp>
      <p:sp>
        <p:nvSpPr>
          <p:cNvPr id="3" name="Title 2">
            <a:extLst>
              <a:ext uri="{FF2B5EF4-FFF2-40B4-BE49-F238E27FC236}">
                <a16:creationId xmlns:a16="http://schemas.microsoft.com/office/drawing/2014/main" id="{7B9F4F55-65F7-47E4-8121-CF7185730C4D}"/>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(26) </a:t>
            </a:r>
          </a:p>
        </p:txBody>
      </p:sp>
      <p:sp>
        <p:nvSpPr>
          <p:cNvPr id="11" name="Picture Placeholder 10">
            <a:extLst>
              <a:ext uri="{FF2B5EF4-FFF2-40B4-BE49-F238E27FC236}">
                <a16:creationId xmlns:a16="http://schemas.microsoft.com/office/drawing/2014/main" id="{21E9C82F-FE72-F379-EE54-EC40C9DE00C1}"/>
              </a:ext>
            </a:extLst>
          </p:cNvPr>
          <p:cNvSpPr>
            <a:spLocks noGrp="1"/>
          </p:cNvSpPr>
          <p:nvPr>
            <p:ph type="pic" sz="quarter" idx="21"/>
          </p:nvPr>
        </p:nvSpPr>
        <p:spPr>
          <a:xfrm>
            <a:off x="359999" y="1042317"/>
            <a:ext cx="11210840" cy="4769889"/>
          </a:xfrm>
        </p:spPr>
        <p:txBody>
          <a:bodyPr/>
          <a:lstStyle/>
          <a:p>
            <a:pPr algn="ctr"/>
            <a:endParaRPr lang="en-US" sz="4400"/>
          </a:p>
          <a:p>
            <a:pPr algn="ctr"/>
            <a:endParaRPr lang="en-US" sz="4400"/>
          </a:p>
          <a:p>
            <a:endParaRPr lang="en-US">
              <a:latin typeface="Arial"/>
              <a:cs typeface="Arial"/>
            </a:endParaRPr>
          </a:p>
        </p:txBody>
      </p:sp>
      <p:sp>
        <p:nvSpPr>
          <p:cNvPr id="5" name="TextBox 4">
            <a:extLst>
              <a:ext uri="{FF2B5EF4-FFF2-40B4-BE49-F238E27FC236}">
                <a16:creationId xmlns:a16="http://schemas.microsoft.com/office/drawing/2014/main" id="{5E9ACD7A-BA3A-DC99-6BBC-53AD31BFEA1B}"/>
              </a:ext>
            </a:extLst>
          </p:cNvPr>
          <p:cNvSpPr txBox="1"/>
          <p:nvPr/>
        </p:nvSpPr>
        <p:spPr>
          <a:xfrm>
            <a:off x="8338088" y="1609395"/>
            <a:ext cx="3607888" cy="4419600"/>
          </a:xfrm>
          <a:prstGeom prst="rect">
            <a:avLst/>
          </a:prstGeom>
          <a:noFill/>
        </p:spPr>
        <p:txBody>
          <a:bodyPr wrap="square" lIns="0" tIns="0" rIns="0" bIns="0" rtlCol="0">
            <a:noAutofit/>
          </a:bodyPr>
          <a:lstStyle/>
          <a:p>
            <a:pPr algn="l"/>
            <a:r>
              <a:rPr lang="en-AU" sz="2800"/>
              <a:t>Koby has $12.50 to spend at the canteen.</a:t>
            </a:r>
          </a:p>
          <a:p>
            <a:pPr algn="l"/>
            <a:endParaRPr lang="en-AU" sz="2800"/>
          </a:p>
          <a:p>
            <a:pPr algn="l"/>
            <a:r>
              <a:rPr lang="en-AU" sz="2800"/>
              <a:t>Create a list of items he could buy that adds up as close as possible to $12.50. </a:t>
            </a:r>
          </a:p>
        </p:txBody>
      </p:sp>
      <p:pic>
        <p:nvPicPr>
          <p:cNvPr id="6" name="Picture 5" descr="image of a clipboard with a pencil recording short answer responses">
            <a:extLst>
              <a:ext uri="{FF2B5EF4-FFF2-40B4-BE49-F238E27FC236}">
                <a16:creationId xmlns:a16="http://schemas.microsoft.com/office/drawing/2014/main" id="{A9F3431B-545B-ECD1-F62F-EC0981F0CA3F}"/>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7" name="Table 6">
            <a:extLst>
              <a:ext uri="{FF2B5EF4-FFF2-40B4-BE49-F238E27FC236}">
                <a16:creationId xmlns:a16="http://schemas.microsoft.com/office/drawing/2014/main" id="{AEF369D5-B94E-FD85-55AD-E1C38F77A545}"/>
              </a:ext>
            </a:extLst>
          </p:cNvPr>
          <p:cNvGraphicFramePr>
            <a:graphicFrameLocks noGrp="1"/>
          </p:cNvGraphicFramePr>
          <p:nvPr>
            <p:extLst>
              <p:ext uri="{D42A27DB-BD31-4B8C-83A1-F6EECF244321}">
                <p14:modId xmlns:p14="http://schemas.microsoft.com/office/powerpoint/2010/main" val="3904750550"/>
              </p:ext>
            </p:extLst>
          </p:nvPr>
        </p:nvGraphicFramePr>
        <p:xfrm>
          <a:off x="246023" y="1042317"/>
          <a:ext cx="7828594" cy="5110512"/>
        </p:xfrm>
        <a:graphic>
          <a:graphicData uri="http://schemas.openxmlformats.org/drawingml/2006/table">
            <a:tbl>
              <a:tblPr/>
              <a:tblGrid>
                <a:gridCol w="1911304">
                  <a:extLst>
                    <a:ext uri="{9D8B030D-6E8A-4147-A177-3AD203B41FA5}">
                      <a16:colId xmlns:a16="http://schemas.microsoft.com/office/drawing/2014/main" val="660253164"/>
                    </a:ext>
                  </a:extLst>
                </a:gridCol>
                <a:gridCol w="620645">
                  <a:extLst>
                    <a:ext uri="{9D8B030D-6E8A-4147-A177-3AD203B41FA5}">
                      <a16:colId xmlns:a16="http://schemas.microsoft.com/office/drawing/2014/main" val="242404831"/>
                    </a:ext>
                  </a:extLst>
                </a:gridCol>
                <a:gridCol w="1981833">
                  <a:extLst>
                    <a:ext uri="{9D8B030D-6E8A-4147-A177-3AD203B41FA5}">
                      <a16:colId xmlns:a16="http://schemas.microsoft.com/office/drawing/2014/main" val="163405772"/>
                    </a:ext>
                  </a:extLst>
                </a:gridCol>
                <a:gridCol w="705280">
                  <a:extLst>
                    <a:ext uri="{9D8B030D-6E8A-4147-A177-3AD203B41FA5}">
                      <a16:colId xmlns:a16="http://schemas.microsoft.com/office/drawing/2014/main" val="951803835"/>
                    </a:ext>
                  </a:extLst>
                </a:gridCol>
                <a:gridCol w="1819622">
                  <a:extLst>
                    <a:ext uri="{9D8B030D-6E8A-4147-A177-3AD203B41FA5}">
                      <a16:colId xmlns:a16="http://schemas.microsoft.com/office/drawing/2014/main" val="4080856477"/>
                    </a:ext>
                  </a:extLst>
                </a:gridCol>
                <a:gridCol w="789910">
                  <a:extLst>
                    <a:ext uri="{9D8B030D-6E8A-4147-A177-3AD203B41FA5}">
                      <a16:colId xmlns:a16="http://schemas.microsoft.com/office/drawing/2014/main" val="1897489998"/>
                    </a:ext>
                  </a:extLst>
                </a:gridCol>
              </a:tblGrid>
              <a:tr h="425876">
                <a:tc>
                  <a:txBody>
                    <a:bodyPr/>
                    <a:lstStyle/>
                    <a:p>
                      <a:pPr algn="l" fontAlgn="base">
                        <a:lnSpc>
                          <a:spcPts val="3225"/>
                        </a:lnSpc>
                        <a:buNone/>
                      </a:pPr>
                      <a:r>
                        <a:rPr lang="en-AU" sz="1600" b="0" i="0">
                          <a:solidFill>
                            <a:srgbClr val="000000"/>
                          </a:solidFill>
                          <a:effectLst/>
                          <a:highlight>
                            <a:srgbClr val="DEEAF6"/>
                          </a:highlight>
                          <a:latin typeface="Arial" panose="020B0604020202020204" pitchFamily="34" charset="0"/>
                        </a:rPr>
                        <a:t>Canteen food</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DEEAF6"/>
                    </a:solidFill>
                  </a:tcPr>
                </a:tc>
                <a:tc>
                  <a:txBody>
                    <a:bodyPr/>
                    <a:lstStyle/>
                    <a:p>
                      <a:pPr algn="l" fontAlgn="base">
                        <a:lnSpc>
                          <a:spcPts val="3225"/>
                        </a:lnSpc>
                        <a:buNone/>
                      </a:pPr>
                      <a:r>
                        <a:rPr lang="en-AU" sz="1600" b="0" i="0">
                          <a:solidFill>
                            <a:srgbClr val="000000"/>
                          </a:solidFill>
                          <a:effectLst/>
                          <a:highlight>
                            <a:srgbClr val="DEEAF6"/>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DEEAF6"/>
                    </a:solidFill>
                  </a:tcPr>
                </a:tc>
                <a:tc>
                  <a:txBody>
                    <a:bodyPr/>
                    <a:lstStyle/>
                    <a:p>
                      <a:pPr algn="l" fontAlgn="base">
                        <a:lnSpc>
                          <a:spcPts val="3225"/>
                        </a:lnSpc>
                        <a:buNone/>
                      </a:pPr>
                      <a:r>
                        <a:rPr lang="en-AU" sz="1600" b="0" i="0">
                          <a:solidFill>
                            <a:srgbClr val="000000"/>
                          </a:solidFill>
                          <a:effectLst/>
                          <a:highlight>
                            <a:srgbClr val="FFF2CC"/>
                          </a:highlight>
                          <a:latin typeface="Arial" panose="020B0604020202020204" pitchFamily="34" charset="0"/>
                        </a:rPr>
                        <a:t>Salads</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FF2CC"/>
                    </a:solidFill>
                  </a:tcPr>
                </a:tc>
                <a:tc>
                  <a:txBody>
                    <a:bodyPr/>
                    <a:lstStyle/>
                    <a:p>
                      <a:pPr algn="l" fontAlgn="base">
                        <a:lnSpc>
                          <a:spcPts val="3225"/>
                        </a:lnSpc>
                        <a:buNone/>
                      </a:pPr>
                      <a:r>
                        <a:rPr lang="en-AU" sz="1600" b="0" i="0">
                          <a:solidFill>
                            <a:srgbClr val="000000"/>
                          </a:solidFill>
                          <a:effectLst/>
                          <a:highlight>
                            <a:srgbClr val="FFF2CC"/>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FF2CC"/>
                    </a:solidFill>
                  </a:tcPr>
                </a:tc>
                <a:tc>
                  <a:txBody>
                    <a:bodyPr/>
                    <a:lstStyle/>
                    <a:p>
                      <a:pPr algn="l" fontAlgn="base">
                        <a:lnSpc>
                          <a:spcPts val="3225"/>
                        </a:lnSpc>
                        <a:buNone/>
                      </a:pPr>
                      <a:r>
                        <a:rPr lang="en-AU" sz="1600" b="0" i="0">
                          <a:solidFill>
                            <a:srgbClr val="000000"/>
                          </a:solidFill>
                          <a:effectLst/>
                          <a:highlight>
                            <a:srgbClr val="F7B7B7"/>
                          </a:highlight>
                          <a:latin typeface="Arial" panose="020B0604020202020204" pitchFamily="34" charset="0"/>
                        </a:rPr>
                        <a:t>Hot food</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7B7B7"/>
                    </a:solidFill>
                  </a:tcPr>
                </a:tc>
                <a:tc>
                  <a:txBody>
                    <a:bodyPr/>
                    <a:lstStyle/>
                    <a:p>
                      <a:pPr algn="l" fontAlgn="base">
                        <a:lnSpc>
                          <a:spcPts val="3225"/>
                        </a:lnSpc>
                        <a:buNone/>
                      </a:pPr>
                      <a:r>
                        <a:rPr lang="en-AU" sz="1600" b="0" i="0">
                          <a:solidFill>
                            <a:srgbClr val="000000"/>
                          </a:solidFill>
                          <a:effectLst/>
                          <a:highlight>
                            <a:srgbClr val="F7B7B7"/>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7B7B7"/>
                    </a:solidFill>
                  </a:tcPr>
                </a:tc>
                <a:extLst>
                  <a:ext uri="{0D108BD9-81ED-4DB2-BD59-A6C34878D82A}">
                    <a16:rowId xmlns:a16="http://schemas.microsoft.com/office/drawing/2014/main" val="3058228293"/>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Banana muffin ​</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$1.00​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Greek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$6.50​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Chicken burger​</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$5.50​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0252382"/>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Energy choc balls​</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50c​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Garden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$6.00​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Beef burger​</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$5.50​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2300825"/>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Popcorn​</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45c​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Chicken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$8.00​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Chicken wrap​</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$6.00​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0184993"/>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Custard cup​</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90c​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Tuna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$8.00​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Beef lasagna​</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$5.00​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9721851"/>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Jelly cup​</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70c​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Egg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$7.00​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Cheese pizza​</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$3.50​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3834696"/>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Breadsticks​</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25c​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Fruit 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$4.50​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Sausage roll​</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$4.00​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6759728"/>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Fruit​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60c​</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000000"/>
                          </a:solidFill>
                          <a:effectLst/>
                          <a:highlight>
                            <a:srgbClr val="E2EFD9"/>
                          </a:highlight>
                          <a:latin typeface="Arial" panose="020B0604020202020204" pitchFamily="34" charset="0"/>
                        </a:rPr>
                        <a:t>Frozen treats</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2EFD9"/>
                    </a:solidFill>
                  </a:tcPr>
                </a:tc>
                <a:tc>
                  <a:txBody>
                    <a:bodyPr/>
                    <a:lstStyle/>
                    <a:p>
                      <a:pPr algn="l" fontAlgn="base">
                        <a:lnSpc>
                          <a:spcPts val="3225"/>
                        </a:lnSpc>
                        <a:buNone/>
                      </a:pPr>
                      <a:r>
                        <a:rPr lang="en-AU" sz="1600" b="0" i="0">
                          <a:solidFill>
                            <a:srgbClr val="000000"/>
                          </a:solidFill>
                          <a:effectLst/>
                          <a:highlight>
                            <a:srgbClr val="E2EFD9"/>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2EFD9"/>
                    </a:solidFill>
                  </a:tcPr>
                </a:tc>
                <a:tc>
                  <a:txBody>
                    <a:bodyPr/>
                    <a:lstStyle/>
                    <a:p>
                      <a:pPr algn="l" fontAlgn="base">
                        <a:lnSpc>
                          <a:spcPts val="3225"/>
                        </a:lnSpc>
                        <a:buNone/>
                      </a:pPr>
                      <a:r>
                        <a:rPr lang="en-AU" sz="1600" b="0" i="0">
                          <a:solidFill>
                            <a:srgbClr val="000000"/>
                          </a:solidFill>
                          <a:effectLst/>
                          <a:highlight>
                            <a:srgbClr val="EDEDED"/>
                          </a:highlight>
                          <a:latin typeface="Arial" panose="020B0604020202020204" pitchFamily="34" charset="0"/>
                        </a:rPr>
                        <a:t>Sandwiches</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DEDED"/>
                    </a:solidFill>
                  </a:tcPr>
                </a:tc>
                <a:tc>
                  <a:txBody>
                    <a:bodyPr/>
                    <a:lstStyle/>
                    <a:p>
                      <a:pPr algn="l" fontAlgn="base">
                        <a:lnSpc>
                          <a:spcPts val="3225"/>
                        </a:lnSpc>
                        <a:buNone/>
                      </a:pPr>
                      <a:r>
                        <a:rPr lang="en-AU" sz="1600" b="0" i="0">
                          <a:solidFill>
                            <a:srgbClr val="000000"/>
                          </a:solidFill>
                          <a:effectLst/>
                          <a:highlight>
                            <a:srgbClr val="EDEDED"/>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4245416823"/>
                  </a:ext>
                </a:extLst>
              </a:tr>
              <a:tr h="425876">
                <a:tc>
                  <a:txBody>
                    <a:bodyPr/>
                    <a:lstStyle/>
                    <a:p>
                      <a:pPr algn="l" fontAlgn="base">
                        <a:lnSpc>
                          <a:spcPts val="3225"/>
                        </a:lnSpc>
                        <a:buNone/>
                      </a:pPr>
                      <a:r>
                        <a:rPr lang="en-AU" sz="1600" b="0" i="0">
                          <a:solidFill>
                            <a:srgbClr val="000000"/>
                          </a:solidFill>
                          <a:effectLst/>
                          <a:highlight>
                            <a:srgbClr val="FBE4D5"/>
                          </a:highlight>
                          <a:latin typeface="Arial" panose="020B0604020202020204" pitchFamily="34" charset="0"/>
                        </a:rPr>
                        <a:t>Drinks</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BE4D5"/>
                    </a:solidFill>
                  </a:tcPr>
                </a:tc>
                <a:tc>
                  <a:txBody>
                    <a:bodyPr/>
                    <a:lstStyle/>
                    <a:p>
                      <a:pPr algn="l" fontAlgn="base">
                        <a:lnSpc>
                          <a:spcPts val="3225"/>
                        </a:lnSpc>
                        <a:buNone/>
                      </a:pPr>
                      <a:r>
                        <a:rPr lang="en-AU" sz="1600" b="0" i="0">
                          <a:solidFill>
                            <a:srgbClr val="000000"/>
                          </a:solidFill>
                          <a:effectLst/>
                          <a:highlight>
                            <a:srgbClr val="FBE4D5"/>
                          </a:highlight>
                          <a:latin typeface="Arial" panose="020B0604020202020204" pitchFamily="34" charset="0"/>
                        </a:rPr>
                        <a:t>Price</a:t>
                      </a:r>
                      <a:r>
                        <a:rPr lang="en-AU" sz="1600" b="0" i="0">
                          <a:solidFill>
                            <a:srgbClr val="22272B"/>
                          </a:solidFill>
                          <a:effectLst/>
                          <a:latin typeface="Arial" panose="020B0604020202020204" pitchFamily="34" charset="0"/>
                        </a:rPr>
                        <a: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BE4D5"/>
                    </a:solidFill>
                  </a:tcPr>
                </a:tc>
                <a:tc>
                  <a:txBody>
                    <a:bodyPr/>
                    <a:lstStyle/>
                    <a:p>
                      <a:pPr algn="l" fontAlgn="base">
                        <a:lnSpc>
                          <a:spcPts val="3225"/>
                        </a:lnSpc>
                        <a:buNone/>
                      </a:pPr>
                      <a:r>
                        <a:rPr lang="en-AU" sz="1600" b="0" i="0">
                          <a:solidFill>
                            <a:srgbClr val="22272B"/>
                          </a:solidFill>
                          <a:effectLst/>
                          <a:latin typeface="Arial" panose="020B0604020202020204" pitchFamily="34" charset="0"/>
                        </a:rPr>
                        <a:t>Juice tubs​</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$1.50​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Egg​</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9274056"/>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Juice ​</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$2.50​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Frozen fruit​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$1.00​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Ham​</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$3.00​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9452683"/>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Flavoured milk​</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Sweet stick​</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$1.00​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Salad​</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$4.00​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9413693"/>
                  </a:ext>
                </a:extLst>
              </a:tr>
              <a:tr h="425876">
                <a:tc>
                  <a:txBody>
                    <a:bodyPr/>
                    <a:lstStyle/>
                    <a:p>
                      <a:pPr algn="l" fontAlgn="base">
                        <a:lnSpc>
                          <a:spcPts val="3225"/>
                        </a:lnSpc>
                        <a:buNone/>
                      </a:pPr>
                      <a:r>
                        <a:rPr lang="en-AU" sz="1600" b="0" i="0">
                          <a:solidFill>
                            <a:srgbClr val="22272B"/>
                          </a:solidFill>
                          <a:effectLst/>
                          <a:latin typeface="Arial" panose="020B0604020202020204" pitchFamily="34" charset="0"/>
                        </a:rPr>
                        <a:t>Water – 600mL​</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Frozen Yoghurt​</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Cheese​</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600" b="0" i="0">
                          <a:solidFill>
                            <a:srgbClr val="22272B"/>
                          </a:solidFill>
                          <a:effectLst/>
                          <a:latin typeface="Arial" panose="020B0604020202020204" pitchFamily="34" charset="0"/>
                        </a:rPr>
                        <a:t>$2.00​</a:t>
                      </a:r>
                      <a:endParaRPr lang="en-AU" sz="16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6576917"/>
                  </a:ext>
                </a:extLst>
              </a:tr>
            </a:tbl>
          </a:graphicData>
        </a:graphic>
      </p:graphicFrame>
      <p:sp>
        <p:nvSpPr>
          <p:cNvPr id="8" name="Rectangle 1">
            <a:extLst>
              <a:ext uri="{FF2B5EF4-FFF2-40B4-BE49-F238E27FC236}">
                <a16:creationId xmlns:a16="http://schemas.microsoft.com/office/drawing/2014/main" id="{8D73BCA5-EB99-5FBA-61EC-C685AF9795EE}"/>
              </a:ext>
            </a:extLst>
          </p:cNvPr>
          <p:cNvSpPr>
            <a:spLocks noChangeArrowheads="1"/>
          </p:cNvSpPr>
          <p:nvPr/>
        </p:nvSpPr>
        <p:spPr bwMode="auto">
          <a:xfrm>
            <a:off x="-10192218" y="996878"/>
            <a:ext cx="26516163"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marL="457200" eaLnBrk="0" fontAlgn="base" hangingPunct="0">
              <a:spcBef>
                <a:spcPct val="0"/>
              </a:spcBef>
              <a:spcAft>
                <a:spcPct val="0"/>
              </a:spcAft>
              <a:defRPr>
                <a:solidFill>
                  <a:schemeClr val="tx1"/>
                </a:solidFill>
                <a:latin typeface="Arial" panose="020B0604020202020204" pitchFamily="34" charset="0"/>
              </a:defRPr>
            </a:lvl2pPr>
            <a:lvl3pPr marL="914400" eaLnBrk="0" fontAlgn="base" hangingPunct="0">
              <a:spcBef>
                <a:spcPct val="0"/>
              </a:spcBef>
              <a:spcAft>
                <a:spcPct val="0"/>
              </a:spcAft>
              <a:defRPr>
                <a:solidFill>
                  <a:schemeClr val="tx1"/>
                </a:solidFill>
                <a:latin typeface="Arial" panose="020B0604020202020204" pitchFamily="34" charset="0"/>
              </a:defRPr>
            </a:lvl3pPr>
            <a:lvl4pPr marL="1371600" eaLnBrk="0" fontAlgn="base" hangingPunct="0">
              <a:spcBef>
                <a:spcPct val="0"/>
              </a:spcBef>
              <a:spcAft>
                <a:spcPct val="0"/>
              </a:spcAft>
              <a:defRPr>
                <a:solidFill>
                  <a:schemeClr val="tx1"/>
                </a:solidFill>
                <a:latin typeface="Arial" panose="020B0604020202020204" pitchFamily="34" charset="0"/>
              </a:defRPr>
            </a:lvl4pPr>
            <a:lvl5pPr marL="1828800" eaLnBrk="0" fontAlgn="base" hangingPunct="0">
              <a:spcBef>
                <a:spcPct val="0"/>
              </a:spcBef>
              <a:spcAft>
                <a:spcPct val="0"/>
              </a:spcAft>
              <a:defRPr>
                <a:solidFill>
                  <a:schemeClr val="tx1"/>
                </a:solidFill>
                <a:latin typeface="Arial" panose="020B0604020202020204" pitchFamily="34" charset="0"/>
              </a:defRPr>
            </a:lvl5pPr>
            <a:lvl6pPr marL="2286000" eaLnBrk="0" fontAlgn="base" hangingPunct="0">
              <a:spcBef>
                <a:spcPct val="0"/>
              </a:spcBef>
              <a:spcAft>
                <a:spcPct val="0"/>
              </a:spcAft>
              <a:defRPr>
                <a:solidFill>
                  <a:schemeClr val="tx1"/>
                </a:solidFill>
                <a:latin typeface="Arial" panose="020B0604020202020204" pitchFamily="34" charset="0"/>
              </a:defRPr>
            </a:lvl6pPr>
            <a:lvl7pPr marL="2743200" eaLnBrk="0" fontAlgn="base" hangingPunct="0">
              <a:spcBef>
                <a:spcPct val="0"/>
              </a:spcBef>
              <a:spcAft>
                <a:spcPct val="0"/>
              </a:spcAft>
              <a:defRPr>
                <a:solidFill>
                  <a:schemeClr val="tx1"/>
                </a:solidFill>
                <a:latin typeface="Arial" panose="020B0604020202020204" pitchFamily="34" charset="0"/>
              </a:defRPr>
            </a:lvl7pPr>
            <a:lvl8pPr marL="3200400" eaLnBrk="0" fontAlgn="base" hangingPunct="0">
              <a:spcBef>
                <a:spcPct val="0"/>
              </a:spcBef>
              <a:spcAft>
                <a:spcPct val="0"/>
              </a:spcAft>
              <a:defRPr>
                <a:solidFill>
                  <a:schemeClr val="tx1"/>
                </a:solidFill>
                <a:latin typeface="Arial" panose="020B0604020202020204" pitchFamily="34" charset="0"/>
              </a:defRPr>
            </a:lvl8pPr>
            <a:lvl9pPr marL="3657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0" i="0" u="none" strike="noStrike" cap="none" normalizeH="0" baseline="0">
                <a:ln>
                  <a:noFill/>
                </a:ln>
                <a:solidFill>
                  <a:srgbClr val="000000"/>
                </a:solidFill>
                <a:effectLst/>
                <a:latin typeface="Times New Roman" panose="02020603050405020304" pitchFamily="18" charset="0"/>
                <a:cs typeface="Times New Roman" panose="02020603050405020304" pitchFamily="18" charset="0"/>
              </a:rPr>
              <a:t> </a:t>
            </a:r>
            <a:endParaRPr kumimoji="0" lang="en-US" altLang="en-US" sz="1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825170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80F56B-0B8D-BD79-E370-6AC7E4243CD3}"/>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D1E675D-63E6-6EF0-A7F8-7CA3E2680A94}"/>
              </a:ext>
            </a:extLst>
          </p:cNvPr>
          <p:cNvSpPr>
            <a:spLocks noGrp="1"/>
          </p:cNvSpPr>
          <p:nvPr>
            <p:ph type="sldNum" sz="quarter" idx="12"/>
          </p:nvPr>
        </p:nvSpPr>
        <p:spPr/>
        <p:txBody>
          <a:bodyPr/>
          <a:lstStyle/>
          <a:p>
            <a:fld id="{10A01DC5-1685-4615-8240-15192985C6A2}" type="slidenum">
              <a:rPr lang="en-AU" smtClean="0"/>
              <a:t>50</a:t>
            </a:fld>
            <a:endParaRPr lang="en-AU"/>
          </a:p>
        </p:txBody>
      </p:sp>
      <p:sp>
        <p:nvSpPr>
          <p:cNvPr id="3" name="Title 2">
            <a:extLst>
              <a:ext uri="{FF2B5EF4-FFF2-40B4-BE49-F238E27FC236}">
                <a16:creationId xmlns:a16="http://schemas.microsoft.com/office/drawing/2014/main" id="{617A4F92-D5D2-B138-7BEF-D1ED6B9CE5C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(29)</a:t>
            </a:r>
          </a:p>
        </p:txBody>
      </p:sp>
      <p:sp>
        <p:nvSpPr>
          <p:cNvPr id="11" name="Picture Placeholder 10">
            <a:extLst>
              <a:ext uri="{FF2B5EF4-FFF2-40B4-BE49-F238E27FC236}">
                <a16:creationId xmlns:a16="http://schemas.microsoft.com/office/drawing/2014/main" id="{AA232421-C8EE-55E7-3B48-FB94C1F70903}"/>
              </a:ext>
            </a:extLst>
          </p:cNvPr>
          <p:cNvSpPr>
            <a:spLocks noGrp="1"/>
          </p:cNvSpPr>
          <p:nvPr>
            <p:ph type="pic" sz="quarter" idx="21"/>
          </p:nvPr>
        </p:nvSpPr>
        <p:spPr>
          <a:xfrm>
            <a:off x="353365" y="913444"/>
            <a:ext cx="11235949" cy="5210266"/>
          </a:xfrm>
        </p:spPr>
        <p:txBody>
          <a:bodyPr/>
          <a:lstStyle/>
          <a:p>
            <a:pPr algn="ctr"/>
            <a:r>
              <a:rPr lang="en-US" sz="4400"/>
              <a:t>Why do we need a </a:t>
            </a:r>
            <a:r>
              <a:rPr lang="en-US" sz="4400" b="1"/>
              <a:t>formal unit smaller</a:t>
            </a:r>
            <a:r>
              <a:rPr lang="en-US" sz="4400"/>
              <a:t> than the </a:t>
            </a:r>
            <a:r>
              <a:rPr lang="en-US" sz="4400" b="1"/>
              <a:t>kilogram</a:t>
            </a:r>
            <a:r>
              <a:rPr lang="en-US" sz="4400"/>
              <a:t>?</a:t>
            </a:r>
          </a:p>
          <a:p>
            <a:pPr algn="ctr"/>
            <a:endParaRPr lang="en-US" sz="4400"/>
          </a:p>
          <a:p>
            <a:pPr algn="ctr"/>
            <a:r>
              <a:rPr lang="en-US" sz="4400"/>
              <a:t>Name 3 items that can be </a:t>
            </a:r>
            <a:r>
              <a:rPr lang="en-US" sz="4400" b="1"/>
              <a:t>measured</a:t>
            </a:r>
            <a:r>
              <a:rPr lang="en-US" sz="4400"/>
              <a:t> in </a:t>
            </a:r>
            <a:r>
              <a:rPr lang="en-US" sz="4400" b="1"/>
              <a:t>grams.</a:t>
            </a:r>
          </a:p>
          <a:p>
            <a:pPr algn="ctr"/>
            <a:endParaRPr lang="en-US" sz="4400"/>
          </a:p>
          <a:p>
            <a:pPr algn="ctr"/>
            <a:endParaRPr lang="en-US"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78D0A315-9AFB-D549-2ACA-8A9D46BA0AF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770370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7636B-D9FA-D8F2-87DC-26F9E69DDCA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7936BF7-7EEA-E829-93CD-C96F10F9ADE7}"/>
              </a:ext>
            </a:extLst>
          </p:cNvPr>
          <p:cNvSpPr>
            <a:spLocks noGrp="1"/>
          </p:cNvSpPr>
          <p:nvPr>
            <p:ph type="sldNum" sz="quarter" idx="12"/>
          </p:nvPr>
        </p:nvSpPr>
        <p:spPr/>
        <p:txBody>
          <a:bodyPr/>
          <a:lstStyle/>
          <a:p>
            <a:fld id="{10A01DC5-1685-4615-8240-15192985C6A2}" type="slidenum">
              <a:rPr lang="en-AU" smtClean="0"/>
              <a:t>51</a:t>
            </a:fld>
            <a:endParaRPr lang="en-AU"/>
          </a:p>
        </p:txBody>
      </p:sp>
      <p:sp>
        <p:nvSpPr>
          <p:cNvPr id="3" name="Title 2">
            <a:extLst>
              <a:ext uri="{FF2B5EF4-FFF2-40B4-BE49-F238E27FC236}">
                <a16:creationId xmlns:a16="http://schemas.microsoft.com/office/drawing/2014/main" id="{1EF2F071-69AF-26E6-9BD8-ADFB0EF0B312}"/>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(30)</a:t>
            </a:r>
          </a:p>
        </p:txBody>
      </p:sp>
      <p:sp>
        <p:nvSpPr>
          <p:cNvPr id="11" name="Picture Placeholder 10">
            <a:extLst>
              <a:ext uri="{FF2B5EF4-FFF2-40B4-BE49-F238E27FC236}">
                <a16:creationId xmlns:a16="http://schemas.microsoft.com/office/drawing/2014/main" id="{89E81B81-DF76-7E96-6C02-AFD9B15A4EFF}"/>
              </a:ext>
            </a:extLst>
          </p:cNvPr>
          <p:cNvSpPr>
            <a:spLocks noGrp="1"/>
          </p:cNvSpPr>
          <p:nvPr>
            <p:ph type="pic" sz="quarter" idx="21"/>
          </p:nvPr>
        </p:nvSpPr>
        <p:spPr>
          <a:xfrm>
            <a:off x="381466" y="1524559"/>
            <a:ext cx="11221572" cy="4608860"/>
          </a:xfrm>
        </p:spPr>
        <p:txBody>
          <a:bodyPr/>
          <a:lstStyle/>
          <a:p>
            <a:pPr algn="ctr"/>
            <a:r>
              <a:rPr lang="en-US" sz="4400">
                <a:latin typeface="Arial"/>
                <a:cs typeface="Arial"/>
              </a:rPr>
              <a:t>Identify </a:t>
            </a:r>
            <a:r>
              <a:rPr lang="en-US" sz="4400" b="1">
                <a:latin typeface="Arial"/>
                <a:cs typeface="Arial"/>
              </a:rPr>
              <a:t>3 angles </a:t>
            </a:r>
            <a:r>
              <a:rPr lang="en-US" sz="4400">
                <a:latin typeface="Arial"/>
                <a:cs typeface="Arial"/>
              </a:rPr>
              <a:t>found</a:t>
            </a:r>
            <a:r>
              <a:rPr lang="en-US" sz="4400" b="1">
                <a:latin typeface="Arial"/>
                <a:cs typeface="Arial"/>
              </a:rPr>
              <a:t> </a:t>
            </a:r>
            <a:r>
              <a:rPr lang="en-US" sz="4400">
                <a:latin typeface="Arial"/>
                <a:cs typeface="Arial"/>
              </a:rPr>
              <a:t>in the classroom.</a:t>
            </a:r>
          </a:p>
          <a:p>
            <a:pPr algn="ctr"/>
            <a:br>
              <a:rPr lang="en-US" sz="4400">
                <a:latin typeface="Arial"/>
                <a:cs typeface="Arial"/>
              </a:rPr>
            </a:br>
            <a:r>
              <a:rPr lang="en-US" sz="4400">
                <a:latin typeface="Arial"/>
                <a:cs typeface="Arial"/>
              </a:rPr>
              <a:t>For example, the angle between the arms of the clock</a:t>
            </a:r>
            <a:r>
              <a:rPr lang="en-US" sz="3600">
                <a:latin typeface="Arial"/>
                <a:cs typeface="Arial"/>
              </a:rPr>
              <a:t>. </a:t>
            </a:r>
            <a:endParaRPr lang="en-US" sz="36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E7E56417-0731-9933-4CBF-B3EE29B95C6A}"/>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12123064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99FCAD-B981-9BBC-C5BF-914232435E08}"/>
              </a:ext>
            </a:extLst>
          </p:cNvPr>
          <p:cNvSpPr>
            <a:spLocks noGrp="1"/>
          </p:cNvSpPr>
          <p:nvPr>
            <p:ph type="sldNum" sz="quarter" idx="12"/>
          </p:nvPr>
        </p:nvSpPr>
        <p:spPr/>
        <p:txBody>
          <a:bodyPr/>
          <a:lstStyle/>
          <a:p>
            <a:fld id="{10A01DC5-1685-4615-8240-15192985C6A2}" type="slidenum">
              <a:rPr lang="en-AU" smtClean="0"/>
              <a:t>52</a:t>
            </a:fld>
            <a:endParaRPr lang="en-AU"/>
          </a:p>
        </p:txBody>
      </p:sp>
      <p:sp>
        <p:nvSpPr>
          <p:cNvPr id="3" name="Title 2">
            <a:extLst>
              <a:ext uri="{FF2B5EF4-FFF2-40B4-BE49-F238E27FC236}">
                <a16:creationId xmlns:a16="http://schemas.microsoft.com/office/drawing/2014/main" id="{BFA0CD49-38C1-73C3-4824-50A92743DDE1}"/>
              </a:ext>
            </a:extLst>
          </p:cNvPr>
          <p:cNvSpPr>
            <a:spLocks noGrp="1"/>
          </p:cNvSpPr>
          <p:nvPr>
            <p:ph type="title"/>
          </p:nvPr>
        </p:nvSpPr>
        <p:spPr>
          <a:xfrm>
            <a:off x="360000" y="360000"/>
            <a:ext cx="11484000" cy="545601"/>
          </a:xfrm>
        </p:spPr>
        <p:txBody>
          <a:bodyPr/>
          <a:lstStyle/>
          <a:p>
            <a:r>
              <a:rPr lang="en-AU"/>
              <a:t>Activity 7 – solve the problem</a:t>
            </a:r>
          </a:p>
        </p:txBody>
      </p:sp>
      <p:sp>
        <p:nvSpPr>
          <p:cNvPr id="4" name="AutoShape 2"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E7E0F5AC-5DB0-788C-31B2-3E524D21AAAB}"/>
              </a:ext>
            </a:extLst>
          </p:cNvPr>
          <p:cNvSpPr/>
          <p:nvPr/>
        </p:nvSpPr>
        <p:spPr>
          <a:xfrm>
            <a:off x="1204156" y="4650111"/>
            <a:ext cx="4772677" cy="0"/>
          </a:xfrm>
          <a:prstGeom prst="line">
            <a:avLst/>
          </a:prstGeom>
          <a:ln w="38100" cap="flat">
            <a:solidFill>
              <a:srgbClr val="146CFD"/>
            </a:solidFill>
            <a:prstDash val="lgDash"/>
            <a:headEnd type="none" w="sm" len="sm"/>
            <a:tailEnd type="none" w="sm" len="sm"/>
          </a:ln>
        </p:spPr>
        <p:txBody>
          <a:bodyPr/>
          <a:lstStyle/>
          <a:p>
            <a:endParaRPr lang="en-AU"/>
          </a:p>
        </p:txBody>
      </p:sp>
      <p:sp>
        <p:nvSpPr>
          <p:cNvPr id="5" name="AutoShape 3"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697A6671-E7D4-94E0-D272-5747BBD03365}"/>
              </a:ext>
            </a:extLst>
          </p:cNvPr>
          <p:cNvSpPr/>
          <p:nvPr/>
        </p:nvSpPr>
        <p:spPr>
          <a:xfrm>
            <a:off x="6096000" y="1650047"/>
            <a:ext cx="0" cy="5207952"/>
          </a:xfrm>
          <a:prstGeom prst="line">
            <a:avLst/>
          </a:prstGeom>
          <a:ln w="38100" cap="flat">
            <a:solidFill>
              <a:srgbClr val="146CFD"/>
            </a:solidFill>
            <a:prstDash val="lgDash"/>
            <a:headEnd type="none" w="sm" len="sm"/>
            <a:tailEnd type="none" w="sm" len="sm"/>
          </a:ln>
        </p:spPr>
        <p:txBody>
          <a:bodyPr/>
          <a:lstStyle/>
          <a:p>
            <a:endParaRPr lang="en-AU"/>
          </a:p>
        </p:txBody>
      </p:sp>
      <p:sp>
        <p:nvSpPr>
          <p:cNvPr id="6" name="TextBox 4"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713E620C-5027-6C6E-6071-C147FCCB8A6B}"/>
              </a:ext>
            </a:extLst>
          </p:cNvPr>
          <p:cNvSpPr txBox="1"/>
          <p:nvPr/>
        </p:nvSpPr>
        <p:spPr>
          <a:xfrm>
            <a:off x="1363601" y="1453282"/>
            <a:ext cx="4407323" cy="1392689"/>
          </a:xfrm>
          <a:prstGeom prst="rect">
            <a:avLst/>
          </a:prstGeom>
        </p:spPr>
        <p:txBody>
          <a:bodyPr lIns="0" tIns="0" rIns="0" bIns="0" rtlCol="0" anchor="t">
            <a:spAutoFit/>
          </a:bodyPr>
          <a:lstStyle/>
          <a:p>
            <a:pPr algn="ctr">
              <a:lnSpc>
                <a:spcPts val="2240"/>
              </a:lnSpc>
            </a:pPr>
            <a:r>
              <a:rPr lang="en-US" sz="1800">
                <a:solidFill>
                  <a:srgbClr val="000000"/>
                </a:solidFill>
                <a:latin typeface="Arial" panose="020B0604020202020204" pitchFamily="34" charset="0"/>
                <a:ea typeface="Lexend Deca"/>
                <a:cs typeface="Arial" panose="020B0604020202020204" pitchFamily="34" charset="0"/>
                <a:sym typeface="Lexend Deca"/>
              </a:rPr>
              <a:t>Samuel had 4 fish tanks. Each tank had 10 fish in it. He then bought one more tank. He shared all the fish equally between the 5 tanks. How many fish were then in each tank?  </a:t>
            </a:r>
          </a:p>
        </p:txBody>
      </p:sp>
      <p:sp>
        <p:nvSpPr>
          <p:cNvPr id="7" name="TextBox 5"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7D3E10BE-541A-80EC-3D18-DAB7AE576F5D}"/>
              </a:ext>
            </a:extLst>
          </p:cNvPr>
          <p:cNvSpPr txBox="1"/>
          <p:nvPr/>
        </p:nvSpPr>
        <p:spPr>
          <a:xfrm>
            <a:off x="1324669" y="4929436"/>
            <a:ext cx="4407323" cy="828432"/>
          </a:xfrm>
          <a:prstGeom prst="rect">
            <a:avLst/>
          </a:prstGeom>
        </p:spPr>
        <p:txBody>
          <a:bodyPr lIns="0" tIns="0" rIns="0" bIns="0" rtlCol="0" anchor="t">
            <a:spAutoFit/>
          </a:bodyPr>
          <a:lstStyle/>
          <a:p>
            <a:pPr algn="ctr">
              <a:lnSpc>
                <a:spcPts val="2239"/>
              </a:lnSpc>
              <a:spcBef>
                <a:spcPct val="0"/>
              </a:spcBef>
            </a:pPr>
            <a:r>
              <a:rPr lang="en-US" sz="1800">
                <a:solidFill>
                  <a:srgbClr val="000000"/>
                </a:solidFill>
                <a:latin typeface="Arial" panose="020B0604020202020204" pitchFamily="34" charset="0"/>
                <a:ea typeface="Lexend Deca"/>
                <a:cs typeface="Arial" panose="020B0604020202020204" pitchFamily="34" charset="0"/>
                <a:sym typeface="Lexend Deca"/>
              </a:rPr>
              <a:t>Nat had $24. She spent $4 each day. How many days did it take for Nat to spend all her money?</a:t>
            </a:r>
          </a:p>
        </p:txBody>
      </p:sp>
      <p:grpSp>
        <p:nvGrpSpPr>
          <p:cNvPr id="8" name="Group 6"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F2BAE6D1-BC26-976C-B9F2-7E6B2ABEA98F}"/>
              </a:ext>
            </a:extLst>
          </p:cNvPr>
          <p:cNvGrpSpPr/>
          <p:nvPr/>
        </p:nvGrpSpPr>
        <p:grpSpPr>
          <a:xfrm>
            <a:off x="512183" y="4901925"/>
            <a:ext cx="759727" cy="501239"/>
            <a:chOff x="0" y="625263"/>
            <a:chExt cx="1012970" cy="668319"/>
          </a:xfrm>
        </p:grpSpPr>
        <p:sp>
          <p:nvSpPr>
            <p:cNvPr id="9" name="Freeform 7">
              <a:extLst>
                <a:ext uri="{FF2B5EF4-FFF2-40B4-BE49-F238E27FC236}">
                  <a16:creationId xmlns:a16="http://schemas.microsoft.com/office/drawing/2014/main" id="{74660610-BB85-38D6-B3BA-E3C3F53A1B2F}"/>
                </a:ext>
              </a:extLst>
            </p:cNvPr>
            <p:cNvSpPr/>
            <p:nvPr/>
          </p:nvSpPr>
          <p:spPr>
            <a:xfrm>
              <a:off x="27208" y="625263"/>
              <a:ext cx="951345" cy="668319"/>
            </a:xfrm>
            <a:custGeom>
              <a:avLst/>
              <a:gdLst/>
              <a:ahLst/>
              <a:cxnLst/>
              <a:rect l="l" t="t" r="r" b="b"/>
              <a:pathLst>
                <a:path w="951344" h="668319">
                  <a:moveTo>
                    <a:pt x="0" y="0"/>
                  </a:moveTo>
                  <a:lnTo>
                    <a:pt x="951344" y="0"/>
                  </a:lnTo>
                  <a:lnTo>
                    <a:pt x="951344" y="668319"/>
                  </a:lnTo>
                  <a:lnTo>
                    <a:pt x="0" y="6683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0" name="TextBox 8">
              <a:extLst>
                <a:ext uri="{FF2B5EF4-FFF2-40B4-BE49-F238E27FC236}">
                  <a16:creationId xmlns:a16="http://schemas.microsoft.com/office/drawing/2014/main" id="{8B3B4925-6CF1-FB98-6A60-4346A868AABB}"/>
                </a:ext>
              </a:extLst>
            </p:cNvPr>
            <p:cNvSpPr txBox="1"/>
            <p:nvPr/>
          </p:nvSpPr>
          <p:spPr>
            <a:xfrm>
              <a:off x="0" y="653503"/>
              <a:ext cx="1012970" cy="525144"/>
            </a:xfrm>
            <a:prstGeom prst="rect">
              <a:avLst/>
            </a:prstGeom>
          </p:spPr>
          <p:txBody>
            <a:bodyPr lIns="0" tIns="0" rIns="0" bIns="0" rtlCol="0" anchor="t">
              <a:spAutoFit/>
            </a:bodyPr>
            <a:lstStyle/>
            <a:p>
              <a:pPr algn="ctr">
                <a:lnSpc>
                  <a:spcPts val="3359"/>
                </a:lnSpc>
                <a:spcBef>
                  <a:spcPct val="0"/>
                </a:spcBef>
              </a:pPr>
              <a:r>
                <a:rPr lang="en-US" sz="2400">
                  <a:solidFill>
                    <a:srgbClr val="146CFD"/>
                  </a:solidFill>
                  <a:latin typeface="League Spartan"/>
                  <a:ea typeface="League Spartan"/>
                  <a:cs typeface="League Spartan"/>
                  <a:sym typeface="League Spartan"/>
                </a:rPr>
                <a:t>2</a:t>
              </a:r>
            </a:p>
          </p:txBody>
        </p:sp>
      </p:grpSp>
      <p:grpSp>
        <p:nvGrpSpPr>
          <p:cNvPr id="11" name="Group 9"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7CC28861-F9F7-53F0-E3BD-02030723145C}"/>
              </a:ext>
            </a:extLst>
          </p:cNvPr>
          <p:cNvGrpSpPr/>
          <p:nvPr/>
        </p:nvGrpSpPr>
        <p:grpSpPr>
          <a:xfrm>
            <a:off x="6106882" y="1727514"/>
            <a:ext cx="759727" cy="501239"/>
            <a:chOff x="-23252" y="0"/>
            <a:chExt cx="1012970" cy="668319"/>
          </a:xfrm>
        </p:grpSpPr>
        <p:sp>
          <p:nvSpPr>
            <p:cNvPr id="12" name="Freeform 10">
              <a:extLst>
                <a:ext uri="{FF2B5EF4-FFF2-40B4-BE49-F238E27FC236}">
                  <a16:creationId xmlns:a16="http://schemas.microsoft.com/office/drawing/2014/main" id="{D1306E68-9BE1-920C-04F4-90D64C286082}"/>
                </a:ext>
              </a:extLst>
            </p:cNvPr>
            <p:cNvSpPr/>
            <p:nvPr/>
          </p:nvSpPr>
          <p:spPr>
            <a:xfrm>
              <a:off x="30813" y="0"/>
              <a:ext cx="951344" cy="668319"/>
            </a:xfrm>
            <a:custGeom>
              <a:avLst/>
              <a:gdLst/>
              <a:ahLst/>
              <a:cxnLst/>
              <a:rect l="l" t="t" r="r" b="b"/>
              <a:pathLst>
                <a:path w="951344" h="668319">
                  <a:moveTo>
                    <a:pt x="0" y="0"/>
                  </a:moveTo>
                  <a:lnTo>
                    <a:pt x="951344" y="0"/>
                  </a:lnTo>
                  <a:lnTo>
                    <a:pt x="951344" y="668319"/>
                  </a:lnTo>
                  <a:lnTo>
                    <a:pt x="0" y="6683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3" name="TextBox 11">
              <a:extLst>
                <a:ext uri="{FF2B5EF4-FFF2-40B4-BE49-F238E27FC236}">
                  <a16:creationId xmlns:a16="http://schemas.microsoft.com/office/drawing/2014/main" id="{B4A80A1F-64E8-BFF0-1FBE-C4C80E579279}"/>
                </a:ext>
              </a:extLst>
            </p:cNvPr>
            <p:cNvSpPr txBox="1"/>
            <p:nvPr/>
          </p:nvSpPr>
          <p:spPr>
            <a:xfrm>
              <a:off x="-23252" y="91347"/>
              <a:ext cx="1012970" cy="525146"/>
            </a:xfrm>
            <a:prstGeom prst="rect">
              <a:avLst/>
            </a:prstGeom>
          </p:spPr>
          <p:txBody>
            <a:bodyPr lIns="0" tIns="0" rIns="0" bIns="0" rtlCol="0" anchor="t">
              <a:spAutoFit/>
            </a:bodyPr>
            <a:lstStyle/>
            <a:p>
              <a:pPr algn="ctr">
                <a:lnSpc>
                  <a:spcPts val="3359"/>
                </a:lnSpc>
                <a:spcBef>
                  <a:spcPct val="0"/>
                </a:spcBef>
              </a:pPr>
              <a:r>
                <a:rPr lang="en-US" sz="2400">
                  <a:solidFill>
                    <a:srgbClr val="146CFD"/>
                  </a:solidFill>
                  <a:latin typeface="League Spartan"/>
                  <a:ea typeface="League Spartan"/>
                  <a:cs typeface="League Spartan"/>
                  <a:sym typeface="League Spartan"/>
                </a:rPr>
                <a:t>3</a:t>
              </a:r>
            </a:p>
          </p:txBody>
        </p:sp>
      </p:grpSp>
      <p:grpSp>
        <p:nvGrpSpPr>
          <p:cNvPr id="14" name="Group 12"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5B4AA491-8776-6E84-F779-D14770379DF9}"/>
              </a:ext>
            </a:extLst>
          </p:cNvPr>
          <p:cNvGrpSpPr/>
          <p:nvPr/>
        </p:nvGrpSpPr>
        <p:grpSpPr>
          <a:xfrm>
            <a:off x="512183" y="1538357"/>
            <a:ext cx="759727" cy="501239"/>
            <a:chOff x="0" y="668318"/>
            <a:chExt cx="1012970" cy="668319"/>
          </a:xfrm>
        </p:grpSpPr>
        <p:sp>
          <p:nvSpPr>
            <p:cNvPr id="15" name="Freeform 13">
              <a:extLst>
                <a:ext uri="{FF2B5EF4-FFF2-40B4-BE49-F238E27FC236}">
                  <a16:creationId xmlns:a16="http://schemas.microsoft.com/office/drawing/2014/main" id="{A75BFEEB-51C5-F59E-1133-BD7A9DBBBC9A}"/>
                </a:ext>
              </a:extLst>
            </p:cNvPr>
            <p:cNvSpPr/>
            <p:nvPr/>
          </p:nvSpPr>
          <p:spPr>
            <a:xfrm>
              <a:off x="37999" y="668318"/>
              <a:ext cx="951345" cy="668319"/>
            </a:xfrm>
            <a:custGeom>
              <a:avLst/>
              <a:gdLst/>
              <a:ahLst/>
              <a:cxnLst/>
              <a:rect l="l" t="t" r="r" b="b"/>
              <a:pathLst>
                <a:path w="951344" h="668319">
                  <a:moveTo>
                    <a:pt x="0" y="0"/>
                  </a:moveTo>
                  <a:lnTo>
                    <a:pt x="951344" y="0"/>
                  </a:lnTo>
                  <a:lnTo>
                    <a:pt x="951344" y="668319"/>
                  </a:lnTo>
                  <a:lnTo>
                    <a:pt x="0" y="668319"/>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AU"/>
            </a:p>
          </p:txBody>
        </p:sp>
        <p:sp>
          <p:nvSpPr>
            <p:cNvPr id="16" name="TextBox 14">
              <a:extLst>
                <a:ext uri="{FF2B5EF4-FFF2-40B4-BE49-F238E27FC236}">
                  <a16:creationId xmlns:a16="http://schemas.microsoft.com/office/drawing/2014/main" id="{615251A6-5677-8386-A9BF-40E42D290310}"/>
                </a:ext>
              </a:extLst>
            </p:cNvPr>
            <p:cNvSpPr txBox="1"/>
            <p:nvPr/>
          </p:nvSpPr>
          <p:spPr>
            <a:xfrm>
              <a:off x="0" y="711291"/>
              <a:ext cx="1012970" cy="525146"/>
            </a:xfrm>
            <a:prstGeom prst="rect">
              <a:avLst/>
            </a:prstGeom>
          </p:spPr>
          <p:txBody>
            <a:bodyPr lIns="0" tIns="0" rIns="0" bIns="0" rtlCol="0" anchor="t">
              <a:spAutoFit/>
            </a:bodyPr>
            <a:lstStyle/>
            <a:p>
              <a:pPr algn="ctr">
                <a:lnSpc>
                  <a:spcPts val="3359"/>
                </a:lnSpc>
                <a:spcBef>
                  <a:spcPct val="0"/>
                </a:spcBef>
              </a:pPr>
              <a:r>
                <a:rPr lang="en-US" sz="2400">
                  <a:solidFill>
                    <a:srgbClr val="146CFD"/>
                  </a:solidFill>
                  <a:latin typeface="League Spartan"/>
                  <a:ea typeface="League Spartan"/>
                  <a:cs typeface="League Spartan"/>
                  <a:sym typeface="League Spartan"/>
                </a:rPr>
                <a:t>1</a:t>
              </a:r>
            </a:p>
          </p:txBody>
        </p:sp>
      </p:grpSp>
      <p:sp>
        <p:nvSpPr>
          <p:cNvPr id="17" name="Freeform 15"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7A813A92-7E2E-8644-67A1-E9E8DAC2162E}"/>
              </a:ext>
            </a:extLst>
          </p:cNvPr>
          <p:cNvSpPr/>
          <p:nvPr/>
        </p:nvSpPr>
        <p:spPr>
          <a:xfrm>
            <a:off x="2071008" y="2911456"/>
            <a:ext cx="2702014" cy="1763064"/>
          </a:xfrm>
          <a:custGeom>
            <a:avLst/>
            <a:gdLst/>
            <a:ahLst/>
            <a:cxnLst/>
            <a:rect l="l" t="t" r="r" b="b"/>
            <a:pathLst>
              <a:path w="2702014" h="1763064">
                <a:moveTo>
                  <a:pt x="0" y="0"/>
                </a:moveTo>
                <a:lnTo>
                  <a:pt x="2702013" y="0"/>
                </a:lnTo>
                <a:lnTo>
                  <a:pt x="2702013" y="1763064"/>
                </a:lnTo>
                <a:lnTo>
                  <a:pt x="0" y="1763064"/>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AU"/>
          </a:p>
        </p:txBody>
      </p:sp>
      <p:sp>
        <p:nvSpPr>
          <p:cNvPr id="18" name="Freeform 16"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4BA3DD71-B852-C6F4-9D79-430ED4B9DAE3}"/>
              </a:ext>
            </a:extLst>
          </p:cNvPr>
          <p:cNvSpPr/>
          <p:nvPr/>
        </p:nvSpPr>
        <p:spPr>
          <a:xfrm>
            <a:off x="1132384" y="5853270"/>
            <a:ext cx="756066" cy="756066"/>
          </a:xfrm>
          <a:custGeom>
            <a:avLst/>
            <a:gdLst/>
            <a:ahLst/>
            <a:cxnLst/>
            <a:rect l="l" t="t" r="r" b="b"/>
            <a:pathLst>
              <a:path w="756066" h="756066">
                <a:moveTo>
                  <a:pt x="0" y="0"/>
                </a:moveTo>
                <a:lnTo>
                  <a:pt x="756065" y="0"/>
                </a:lnTo>
                <a:lnTo>
                  <a:pt x="756065" y="756065"/>
                </a:lnTo>
                <a:lnTo>
                  <a:pt x="0" y="756065"/>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19" name="Freeform 17"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04EEDDE1-FA78-2DE5-DE73-C20A8EA0C96E}"/>
              </a:ext>
            </a:extLst>
          </p:cNvPr>
          <p:cNvSpPr/>
          <p:nvPr/>
        </p:nvSpPr>
        <p:spPr>
          <a:xfrm>
            <a:off x="2362210" y="5815878"/>
            <a:ext cx="756066" cy="756066"/>
          </a:xfrm>
          <a:custGeom>
            <a:avLst/>
            <a:gdLst/>
            <a:ahLst/>
            <a:cxnLst/>
            <a:rect l="l" t="t" r="r" b="b"/>
            <a:pathLst>
              <a:path w="756066" h="756066">
                <a:moveTo>
                  <a:pt x="0" y="0"/>
                </a:moveTo>
                <a:lnTo>
                  <a:pt x="756066" y="0"/>
                </a:lnTo>
                <a:lnTo>
                  <a:pt x="756066" y="756066"/>
                </a:lnTo>
                <a:lnTo>
                  <a:pt x="0" y="7560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20" name="Freeform 18"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D248E261-0FA2-62C8-AA32-4A8FB8303497}"/>
              </a:ext>
            </a:extLst>
          </p:cNvPr>
          <p:cNvSpPr/>
          <p:nvPr/>
        </p:nvSpPr>
        <p:spPr>
          <a:xfrm>
            <a:off x="3281027" y="5849934"/>
            <a:ext cx="756066" cy="756066"/>
          </a:xfrm>
          <a:custGeom>
            <a:avLst/>
            <a:gdLst/>
            <a:ahLst/>
            <a:cxnLst/>
            <a:rect l="l" t="t" r="r" b="b"/>
            <a:pathLst>
              <a:path w="756066" h="756066">
                <a:moveTo>
                  <a:pt x="0" y="0"/>
                </a:moveTo>
                <a:lnTo>
                  <a:pt x="756065" y="0"/>
                </a:lnTo>
                <a:lnTo>
                  <a:pt x="756065" y="756066"/>
                </a:lnTo>
                <a:lnTo>
                  <a:pt x="0" y="7560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21" name="Freeform 19"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5DB8A0DC-2278-665C-7F7F-6E58DA50A9E4}"/>
              </a:ext>
            </a:extLst>
          </p:cNvPr>
          <p:cNvSpPr/>
          <p:nvPr/>
        </p:nvSpPr>
        <p:spPr>
          <a:xfrm>
            <a:off x="4934838" y="5815878"/>
            <a:ext cx="756066" cy="756066"/>
          </a:xfrm>
          <a:custGeom>
            <a:avLst/>
            <a:gdLst/>
            <a:ahLst/>
            <a:cxnLst/>
            <a:rect l="l" t="t" r="r" b="b"/>
            <a:pathLst>
              <a:path w="756066" h="756066">
                <a:moveTo>
                  <a:pt x="0" y="0"/>
                </a:moveTo>
                <a:lnTo>
                  <a:pt x="756065" y="0"/>
                </a:lnTo>
                <a:lnTo>
                  <a:pt x="756065" y="756066"/>
                </a:lnTo>
                <a:lnTo>
                  <a:pt x="0" y="75606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AU"/>
          </a:p>
        </p:txBody>
      </p:sp>
      <p:sp>
        <p:nvSpPr>
          <p:cNvPr id="22" name="Freeform 20"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C53FB06E-4CF1-453E-1871-0420B845450C}"/>
              </a:ext>
            </a:extLst>
          </p:cNvPr>
          <p:cNvSpPr/>
          <p:nvPr/>
        </p:nvSpPr>
        <p:spPr>
          <a:xfrm>
            <a:off x="3753324" y="3288626"/>
            <a:ext cx="300538" cy="225403"/>
          </a:xfrm>
          <a:custGeom>
            <a:avLst/>
            <a:gdLst/>
            <a:ahLst/>
            <a:cxnLst/>
            <a:rect l="l" t="t" r="r" b="b"/>
            <a:pathLst>
              <a:path w="300538" h="225403">
                <a:moveTo>
                  <a:pt x="0" y="0"/>
                </a:moveTo>
                <a:lnTo>
                  <a:pt x="300538" y="0"/>
                </a:lnTo>
                <a:lnTo>
                  <a:pt x="300538" y="225403"/>
                </a:lnTo>
                <a:lnTo>
                  <a:pt x="0" y="225403"/>
                </a:lnTo>
                <a:lnTo>
                  <a:pt x="0" y="0"/>
                </a:lnTo>
                <a:close/>
              </a:path>
            </a:pathLst>
          </a:custGeom>
          <a:blipFill>
            <a:blip r:embed="rId9"/>
            <a:stretch>
              <a:fillRect/>
            </a:stretch>
          </a:blipFill>
        </p:spPr>
        <p:txBody>
          <a:bodyPr/>
          <a:lstStyle/>
          <a:p>
            <a:endParaRPr lang="en-AU"/>
          </a:p>
        </p:txBody>
      </p:sp>
      <p:sp>
        <p:nvSpPr>
          <p:cNvPr id="23" name="Freeform 21"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A34BE5E1-AB9F-2DEB-692A-331E7E87B2D6}"/>
              </a:ext>
            </a:extLst>
          </p:cNvPr>
          <p:cNvSpPr/>
          <p:nvPr/>
        </p:nvSpPr>
        <p:spPr>
          <a:xfrm>
            <a:off x="2258070" y="2719657"/>
            <a:ext cx="292573" cy="225403"/>
          </a:xfrm>
          <a:custGeom>
            <a:avLst/>
            <a:gdLst/>
            <a:ahLst/>
            <a:cxnLst/>
            <a:rect l="l" t="t" r="r" b="b"/>
            <a:pathLst>
              <a:path w="292573" h="225403">
                <a:moveTo>
                  <a:pt x="0" y="0"/>
                </a:moveTo>
                <a:lnTo>
                  <a:pt x="292574" y="0"/>
                </a:lnTo>
                <a:lnTo>
                  <a:pt x="292574" y="225403"/>
                </a:lnTo>
                <a:lnTo>
                  <a:pt x="0" y="225403"/>
                </a:lnTo>
                <a:lnTo>
                  <a:pt x="0" y="0"/>
                </a:lnTo>
                <a:close/>
              </a:path>
            </a:pathLst>
          </a:custGeom>
          <a:blipFill>
            <a:blip r:embed="rId10"/>
            <a:stretch>
              <a:fillRect/>
            </a:stretch>
          </a:blipFill>
        </p:spPr>
        <p:txBody>
          <a:bodyPr/>
          <a:lstStyle/>
          <a:p>
            <a:endParaRPr lang="en-AU"/>
          </a:p>
        </p:txBody>
      </p:sp>
      <p:sp>
        <p:nvSpPr>
          <p:cNvPr id="24" name="Freeform 22"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58E1A63A-5E61-7CB6-0955-6A8616DFC823}"/>
              </a:ext>
            </a:extLst>
          </p:cNvPr>
          <p:cNvSpPr/>
          <p:nvPr/>
        </p:nvSpPr>
        <p:spPr>
          <a:xfrm rot="788860">
            <a:off x="3164080" y="2990666"/>
            <a:ext cx="306845" cy="225403"/>
          </a:xfrm>
          <a:custGeom>
            <a:avLst/>
            <a:gdLst/>
            <a:ahLst/>
            <a:cxnLst/>
            <a:rect l="l" t="t" r="r" b="b"/>
            <a:pathLst>
              <a:path w="306845" h="225403">
                <a:moveTo>
                  <a:pt x="0" y="0"/>
                </a:moveTo>
                <a:lnTo>
                  <a:pt x="306845" y="0"/>
                </a:lnTo>
                <a:lnTo>
                  <a:pt x="306845" y="225403"/>
                </a:lnTo>
                <a:lnTo>
                  <a:pt x="0" y="225403"/>
                </a:lnTo>
                <a:lnTo>
                  <a:pt x="0" y="0"/>
                </a:lnTo>
                <a:close/>
              </a:path>
            </a:pathLst>
          </a:custGeom>
          <a:blipFill>
            <a:blip r:embed="rId11"/>
            <a:stretch>
              <a:fillRect/>
            </a:stretch>
          </a:blipFill>
        </p:spPr>
        <p:txBody>
          <a:bodyPr/>
          <a:lstStyle/>
          <a:p>
            <a:endParaRPr lang="en-AU"/>
          </a:p>
        </p:txBody>
      </p:sp>
      <p:sp>
        <p:nvSpPr>
          <p:cNvPr id="25" name="Freeform 23"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583668B6-44C4-87A5-391A-05515CFC8475}"/>
              </a:ext>
            </a:extLst>
          </p:cNvPr>
          <p:cNvSpPr/>
          <p:nvPr/>
        </p:nvSpPr>
        <p:spPr>
          <a:xfrm>
            <a:off x="3978275" y="2748898"/>
            <a:ext cx="248607" cy="225403"/>
          </a:xfrm>
          <a:custGeom>
            <a:avLst/>
            <a:gdLst/>
            <a:ahLst/>
            <a:cxnLst/>
            <a:rect l="l" t="t" r="r" b="b"/>
            <a:pathLst>
              <a:path w="248607" h="225403">
                <a:moveTo>
                  <a:pt x="0" y="0"/>
                </a:moveTo>
                <a:lnTo>
                  <a:pt x="248607" y="0"/>
                </a:lnTo>
                <a:lnTo>
                  <a:pt x="248607" y="225403"/>
                </a:lnTo>
                <a:lnTo>
                  <a:pt x="0" y="225403"/>
                </a:lnTo>
                <a:lnTo>
                  <a:pt x="0" y="0"/>
                </a:lnTo>
                <a:close/>
              </a:path>
            </a:pathLst>
          </a:custGeom>
          <a:blipFill>
            <a:blip r:embed="rId12"/>
            <a:stretch>
              <a:fillRect/>
            </a:stretch>
          </a:blipFill>
        </p:spPr>
        <p:txBody>
          <a:bodyPr/>
          <a:lstStyle/>
          <a:p>
            <a:endParaRPr lang="en-AU"/>
          </a:p>
        </p:txBody>
      </p:sp>
      <p:sp>
        <p:nvSpPr>
          <p:cNvPr id="26" name="Freeform 24"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5996F83E-18B6-21AF-17B2-228FEB53D573}"/>
              </a:ext>
            </a:extLst>
          </p:cNvPr>
          <p:cNvSpPr/>
          <p:nvPr/>
        </p:nvSpPr>
        <p:spPr>
          <a:xfrm>
            <a:off x="2359900" y="3658366"/>
            <a:ext cx="305287" cy="225403"/>
          </a:xfrm>
          <a:custGeom>
            <a:avLst/>
            <a:gdLst/>
            <a:ahLst/>
            <a:cxnLst/>
            <a:rect l="l" t="t" r="r" b="b"/>
            <a:pathLst>
              <a:path w="305287" h="225403">
                <a:moveTo>
                  <a:pt x="0" y="0"/>
                </a:moveTo>
                <a:lnTo>
                  <a:pt x="305287" y="0"/>
                </a:lnTo>
                <a:lnTo>
                  <a:pt x="305287" y="225403"/>
                </a:lnTo>
                <a:lnTo>
                  <a:pt x="0" y="225403"/>
                </a:lnTo>
                <a:lnTo>
                  <a:pt x="0" y="0"/>
                </a:lnTo>
                <a:close/>
              </a:path>
            </a:pathLst>
          </a:custGeom>
          <a:blipFill>
            <a:blip r:embed="rId13"/>
            <a:stretch>
              <a:fillRect/>
            </a:stretch>
          </a:blipFill>
        </p:spPr>
        <p:txBody>
          <a:bodyPr/>
          <a:lstStyle/>
          <a:p>
            <a:endParaRPr lang="en-AU"/>
          </a:p>
        </p:txBody>
      </p:sp>
      <p:sp>
        <p:nvSpPr>
          <p:cNvPr id="27" name="Freeform 25"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B8045F46-4FF2-A439-AD0E-EEDCA8ED418B}"/>
              </a:ext>
            </a:extLst>
          </p:cNvPr>
          <p:cNvSpPr/>
          <p:nvPr/>
        </p:nvSpPr>
        <p:spPr>
          <a:xfrm rot="-1551433" flipH="1">
            <a:off x="2982856" y="3822773"/>
            <a:ext cx="300538" cy="225403"/>
          </a:xfrm>
          <a:custGeom>
            <a:avLst/>
            <a:gdLst/>
            <a:ahLst/>
            <a:cxnLst/>
            <a:rect l="l" t="t" r="r" b="b"/>
            <a:pathLst>
              <a:path w="300538" h="225403">
                <a:moveTo>
                  <a:pt x="300538" y="0"/>
                </a:moveTo>
                <a:lnTo>
                  <a:pt x="0" y="0"/>
                </a:lnTo>
                <a:lnTo>
                  <a:pt x="0" y="225403"/>
                </a:lnTo>
                <a:lnTo>
                  <a:pt x="300538" y="225403"/>
                </a:lnTo>
                <a:lnTo>
                  <a:pt x="300538" y="0"/>
                </a:lnTo>
                <a:close/>
              </a:path>
            </a:pathLst>
          </a:custGeom>
          <a:blipFill>
            <a:blip r:embed="rId9"/>
            <a:stretch>
              <a:fillRect/>
            </a:stretch>
          </a:blipFill>
        </p:spPr>
        <p:txBody>
          <a:bodyPr/>
          <a:lstStyle/>
          <a:p>
            <a:endParaRPr lang="en-AU"/>
          </a:p>
        </p:txBody>
      </p:sp>
      <p:sp>
        <p:nvSpPr>
          <p:cNvPr id="28" name="Freeform 26"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5A8D69DC-BDC0-5AF3-A290-7161AFDF6447}"/>
              </a:ext>
            </a:extLst>
          </p:cNvPr>
          <p:cNvSpPr/>
          <p:nvPr/>
        </p:nvSpPr>
        <p:spPr>
          <a:xfrm rot="2009225" flipH="1">
            <a:off x="4349339" y="3176202"/>
            <a:ext cx="292573" cy="225403"/>
          </a:xfrm>
          <a:custGeom>
            <a:avLst/>
            <a:gdLst/>
            <a:ahLst/>
            <a:cxnLst/>
            <a:rect l="l" t="t" r="r" b="b"/>
            <a:pathLst>
              <a:path w="292573" h="225403">
                <a:moveTo>
                  <a:pt x="292573" y="0"/>
                </a:moveTo>
                <a:lnTo>
                  <a:pt x="0" y="0"/>
                </a:lnTo>
                <a:lnTo>
                  <a:pt x="0" y="225403"/>
                </a:lnTo>
                <a:lnTo>
                  <a:pt x="292573" y="225403"/>
                </a:lnTo>
                <a:lnTo>
                  <a:pt x="292573" y="0"/>
                </a:lnTo>
                <a:close/>
              </a:path>
            </a:pathLst>
          </a:custGeom>
          <a:blipFill>
            <a:blip r:embed="rId10"/>
            <a:stretch>
              <a:fillRect/>
            </a:stretch>
          </a:blipFill>
        </p:spPr>
        <p:txBody>
          <a:bodyPr/>
          <a:lstStyle/>
          <a:p>
            <a:endParaRPr lang="en-AU"/>
          </a:p>
        </p:txBody>
      </p:sp>
      <p:sp>
        <p:nvSpPr>
          <p:cNvPr id="29" name="Freeform 27"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2FCFFB65-B72C-8330-2777-D242D063900F}"/>
              </a:ext>
            </a:extLst>
          </p:cNvPr>
          <p:cNvSpPr/>
          <p:nvPr/>
        </p:nvSpPr>
        <p:spPr>
          <a:xfrm rot="852687" flipH="1">
            <a:off x="4372968" y="3827205"/>
            <a:ext cx="306845" cy="225403"/>
          </a:xfrm>
          <a:custGeom>
            <a:avLst/>
            <a:gdLst/>
            <a:ahLst/>
            <a:cxnLst/>
            <a:rect l="l" t="t" r="r" b="b"/>
            <a:pathLst>
              <a:path w="306845" h="225403">
                <a:moveTo>
                  <a:pt x="306845" y="0"/>
                </a:moveTo>
                <a:lnTo>
                  <a:pt x="0" y="0"/>
                </a:lnTo>
                <a:lnTo>
                  <a:pt x="0" y="225403"/>
                </a:lnTo>
                <a:lnTo>
                  <a:pt x="306845" y="225403"/>
                </a:lnTo>
                <a:lnTo>
                  <a:pt x="306845" y="0"/>
                </a:lnTo>
                <a:close/>
              </a:path>
            </a:pathLst>
          </a:custGeom>
          <a:blipFill>
            <a:blip r:embed="rId11"/>
            <a:stretch>
              <a:fillRect/>
            </a:stretch>
          </a:blipFill>
        </p:spPr>
        <p:txBody>
          <a:bodyPr/>
          <a:lstStyle/>
          <a:p>
            <a:endParaRPr lang="en-AU"/>
          </a:p>
        </p:txBody>
      </p:sp>
      <p:sp>
        <p:nvSpPr>
          <p:cNvPr id="30" name="Freeform 28"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794C250A-05D5-1D58-E609-258086C5D3F1}"/>
              </a:ext>
            </a:extLst>
          </p:cNvPr>
          <p:cNvSpPr/>
          <p:nvPr/>
        </p:nvSpPr>
        <p:spPr>
          <a:xfrm rot="-1017541" flipH="1">
            <a:off x="2692655" y="3257269"/>
            <a:ext cx="248607" cy="225403"/>
          </a:xfrm>
          <a:custGeom>
            <a:avLst/>
            <a:gdLst/>
            <a:ahLst/>
            <a:cxnLst/>
            <a:rect l="l" t="t" r="r" b="b"/>
            <a:pathLst>
              <a:path w="248607" h="225403">
                <a:moveTo>
                  <a:pt x="248607" y="0"/>
                </a:moveTo>
                <a:lnTo>
                  <a:pt x="0" y="0"/>
                </a:lnTo>
                <a:lnTo>
                  <a:pt x="0" y="225404"/>
                </a:lnTo>
                <a:lnTo>
                  <a:pt x="248607" y="225404"/>
                </a:lnTo>
                <a:lnTo>
                  <a:pt x="248607" y="0"/>
                </a:lnTo>
                <a:close/>
              </a:path>
            </a:pathLst>
          </a:custGeom>
          <a:blipFill>
            <a:blip r:embed="rId12"/>
            <a:stretch>
              <a:fillRect/>
            </a:stretch>
          </a:blipFill>
        </p:spPr>
        <p:txBody>
          <a:bodyPr/>
          <a:lstStyle/>
          <a:p>
            <a:endParaRPr lang="en-AU"/>
          </a:p>
        </p:txBody>
      </p:sp>
      <p:sp>
        <p:nvSpPr>
          <p:cNvPr id="31" name="Freeform 29"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17DDA094-CA5A-2D9F-9A33-67EC94E6F4B2}"/>
              </a:ext>
            </a:extLst>
          </p:cNvPr>
          <p:cNvSpPr/>
          <p:nvPr/>
        </p:nvSpPr>
        <p:spPr>
          <a:xfrm rot="-1584798" flipH="1">
            <a:off x="3901218" y="3771067"/>
            <a:ext cx="305287" cy="225403"/>
          </a:xfrm>
          <a:custGeom>
            <a:avLst/>
            <a:gdLst/>
            <a:ahLst/>
            <a:cxnLst/>
            <a:rect l="l" t="t" r="r" b="b"/>
            <a:pathLst>
              <a:path w="305287" h="225403">
                <a:moveTo>
                  <a:pt x="305287" y="0"/>
                </a:moveTo>
                <a:lnTo>
                  <a:pt x="0" y="0"/>
                </a:lnTo>
                <a:lnTo>
                  <a:pt x="0" y="225404"/>
                </a:lnTo>
                <a:lnTo>
                  <a:pt x="305287" y="225404"/>
                </a:lnTo>
                <a:lnTo>
                  <a:pt x="305287" y="0"/>
                </a:lnTo>
                <a:close/>
              </a:path>
            </a:pathLst>
          </a:custGeom>
          <a:blipFill>
            <a:blip r:embed="rId13"/>
            <a:stretch>
              <a:fillRect/>
            </a:stretch>
          </a:blipFill>
        </p:spPr>
        <p:txBody>
          <a:bodyPr/>
          <a:lstStyle/>
          <a:p>
            <a:endParaRPr lang="en-AU"/>
          </a:p>
        </p:txBody>
      </p:sp>
      <p:grpSp>
        <p:nvGrpSpPr>
          <p:cNvPr id="32" name="Group 30"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89103E1E-3869-4D2E-1FAD-23980016D005}"/>
              </a:ext>
            </a:extLst>
          </p:cNvPr>
          <p:cNvGrpSpPr/>
          <p:nvPr/>
        </p:nvGrpSpPr>
        <p:grpSpPr>
          <a:xfrm>
            <a:off x="8579897" y="2526874"/>
            <a:ext cx="2034430" cy="3217550"/>
            <a:chOff x="0" y="0"/>
            <a:chExt cx="2712573" cy="4290066"/>
          </a:xfrm>
        </p:grpSpPr>
        <p:sp>
          <p:nvSpPr>
            <p:cNvPr id="33" name="Freeform 31">
              <a:extLst>
                <a:ext uri="{FF2B5EF4-FFF2-40B4-BE49-F238E27FC236}">
                  <a16:creationId xmlns:a16="http://schemas.microsoft.com/office/drawing/2014/main" id="{A2F7566B-E032-931A-7923-B779D5D7EA33}"/>
                </a:ext>
              </a:extLst>
            </p:cNvPr>
            <p:cNvSpPr/>
            <p:nvPr/>
          </p:nvSpPr>
          <p:spPr>
            <a:xfrm rot="-5400000">
              <a:off x="-1386770" y="1386770"/>
              <a:ext cx="4290066" cy="1516527"/>
            </a:xfrm>
            <a:custGeom>
              <a:avLst/>
              <a:gdLst/>
              <a:ahLst/>
              <a:cxnLst/>
              <a:rect l="l" t="t" r="r" b="b"/>
              <a:pathLst>
                <a:path w="4290066" h="1516527">
                  <a:moveTo>
                    <a:pt x="0" y="0"/>
                  </a:moveTo>
                  <a:lnTo>
                    <a:pt x="4290067" y="0"/>
                  </a:lnTo>
                  <a:lnTo>
                    <a:pt x="4290067" y="1516527"/>
                  </a:lnTo>
                  <a:lnTo>
                    <a:pt x="0" y="1516527"/>
                  </a:lnTo>
                  <a:lnTo>
                    <a:pt x="0" y="0"/>
                  </a:lnTo>
                  <a:close/>
                </a:path>
              </a:pathLst>
            </a:custGeom>
            <a:blipFill>
              <a:blip r:embed="rId14"/>
              <a:stretch>
                <a:fillRect b="-25884"/>
              </a:stretch>
            </a:blipFill>
          </p:spPr>
          <p:txBody>
            <a:bodyPr/>
            <a:lstStyle/>
            <a:p>
              <a:endParaRPr lang="en-AU"/>
            </a:p>
          </p:txBody>
        </p:sp>
        <p:sp>
          <p:nvSpPr>
            <p:cNvPr id="34" name="Freeform 32">
              <a:extLst>
                <a:ext uri="{FF2B5EF4-FFF2-40B4-BE49-F238E27FC236}">
                  <a16:creationId xmlns:a16="http://schemas.microsoft.com/office/drawing/2014/main" id="{464AB98B-1514-78D6-0693-24F48C96BD88}"/>
                </a:ext>
              </a:extLst>
            </p:cNvPr>
            <p:cNvSpPr/>
            <p:nvPr/>
          </p:nvSpPr>
          <p:spPr>
            <a:xfrm rot="-5400000">
              <a:off x="-83897" y="1493597"/>
              <a:ext cx="4290066" cy="1302873"/>
            </a:xfrm>
            <a:custGeom>
              <a:avLst/>
              <a:gdLst/>
              <a:ahLst/>
              <a:cxnLst/>
              <a:rect l="l" t="t" r="r" b="b"/>
              <a:pathLst>
                <a:path w="4290066" h="1302873">
                  <a:moveTo>
                    <a:pt x="0" y="0"/>
                  </a:moveTo>
                  <a:lnTo>
                    <a:pt x="4290067" y="0"/>
                  </a:lnTo>
                  <a:lnTo>
                    <a:pt x="4290067" y="1302873"/>
                  </a:lnTo>
                  <a:lnTo>
                    <a:pt x="0" y="1302873"/>
                  </a:lnTo>
                  <a:lnTo>
                    <a:pt x="0" y="0"/>
                  </a:lnTo>
                  <a:close/>
                </a:path>
              </a:pathLst>
            </a:custGeom>
            <a:blipFill>
              <a:blip r:embed="rId14"/>
              <a:stretch>
                <a:fillRect t="-46528"/>
              </a:stretch>
            </a:blipFill>
          </p:spPr>
          <p:txBody>
            <a:bodyPr/>
            <a:lstStyle/>
            <a:p>
              <a:endParaRPr lang="en-AU"/>
            </a:p>
          </p:txBody>
        </p:sp>
        <p:sp>
          <p:nvSpPr>
            <p:cNvPr id="35" name="Freeform 33">
              <a:extLst>
                <a:ext uri="{FF2B5EF4-FFF2-40B4-BE49-F238E27FC236}">
                  <a16:creationId xmlns:a16="http://schemas.microsoft.com/office/drawing/2014/main" id="{3424A706-CE13-712E-BE35-B77F7B679EAE}"/>
                </a:ext>
              </a:extLst>
            </p:cNvPr>
            <p:cNvSpPr/>
            <p:nvPr/>
          </p:nvSpPr>
          <p:spPr>
            <a:xfrm>
              <a:off x="568207" y="2221148"/>
              <a:ext cx="638358" cy="847378"/>
            </a:xfrm>
            <a:custGeom>
              <a:avLst/>
              <a:gdLst/>
              <a:ahLst/>
              <a:cxnLst/>
              <a:rect l="l" t="t" r="r" b="b"/>
              <a:pathLst>
                <a:path w="638358" h="847378">
                  <a:moveTo>
                    <a:pt x="0" y="0"/>
                  </a:moveTo>
                  <a:lnTo>
                    <a:pt x="638358" y="0"/>
                  </a:lnTo>
                  <a:lnTo>
                    <a:pt x="638358" y="847377"/>
                  </a:lnTo>
                  <a:lnTo>
                    <a:pt x="0" y="847377"/>
                  </a:lnTo>
                  <a:lnTo>
                    <a:pt x="0" y="0"/>
                  </a:lnTo>
                  <a:close/>
                </a:path>
              </a:pathLst>
            </a:custGeom>
            <a:blipFill>
              <a:blip r:embed="rId15"/>
              <a:stretch>
                <a:fillRect/>
              </a:stretch>
            </a:blipFill>
          </p:spPr>
          <p:txBody>
            <a:bodyPr/>
            <a:lstStyle/>
            <a:p>
              <a:endParaRPr lang="en-AU"/>
            </a:p>
          </p:txBody>
        </p:sp>
        <p:sp>
          <p:nvSpPr>
            <p:cNvPr id="36" name="Freeform 34">
              <a:extLst>
                <a:ext uri="{FF2B5EF4-FFF2-40B4-BE49-F238E27FC236}">
                  <a16:creationId xmlns:a16="http://schemas.microsoft.com/office/drawing/2014/main" id="{185FD537-C3DC-9D2D-C9CE-0A8D64AE9DE0}"/>
                </a:ext>
              </a:extLst>
            </p:cNvPr>
            <p:cNvSpPr/>
            <p:nvPr/>
          </p:nvSpPr>
          <p:spPr>
            <a:xfrm>
              <a:off x="1681692" y="284430"/>
              <a:ext cx="638358" cy="847378"/>
            </a:xfrm>
            <a:custGeom>
              <a:avLst/>
              <a:gdLst/>
              <a:ahLst/>
              <a:cxnLst/>
              <a:rect l="l" t="t" r="r" b="b"/>
              <a:pathLst>
                <a:path w="638358" h="847378">
                  <a:moveTo>
                    <a:pt x="0" y="0"/>
                  </a:moveTo>
                  <a:lnTo>
                    <a:pt x="638358" y="0"/>
                  </a:lnTo>
                  <a:lnTo>
                    <a:pt x="638358" y="847378"/>
                  </a:lnTo>
                  <a:lnTo>
                    <a:pt x="0" y="847378"/>
                  </a:lnTo>
                  <a:lnTo>
                    <a:pt x="0" y="0"/>
                  </a:lnTo>
                  <a:close/>
                </a:path>
              </a:pathLst>
            </a:custGeom>
            <a:blipFill>
              <a:blip r:embed="rId16"/>
              <a:stretch>
                <a:fillRect/>
              </a:stretch>
            </a:blipFill>
          </p:spPr>
          <p:txBody>
            <a:bodyPr/>
            <a:lstStyle/>
            <a:p>
              <a:endParaRPr lang="en-AU"/>
            </a:p>
          </p:txBody>
        </p:sp>
        <p:sp>
          <p:nvSpPr>
            <p:cNvPr id="37" name="Freeform 35">
              <a:extLst>
                <a:ext uri="{FF2B5EF4-FFF2-40B4-BE49-F238E27FC236}">
                  <a16:creationId xmlns:a16="http://schemas.microsoft.com/office/drawing/2014/main" id="{3FB65F28-9C4A-A0E0-2544-E62C542233EB}"/>
                </a:ext>
              </a:extLst>
            </p:cNvPr>
            <p:cNvSpPr/>
            <p:nvPr/>
          </p:nvSpPr>
          <p:spPr>
            <a:xfrm>
              <a:off x="1681692" y="1230105"/>
              <a:ext cx="638358" cy="847378"/>
            </a:xfrm>
            <a:custGeom>
              <a:avLst/>
              <a:gdLst/>
              <a:ahLst/>
              <a:cxnLst/>
              <a:rect l="l" t="t" r="r" b="b"/>
              <a:pathLst>
                <a:path w="638358" h="847378">
                  <a:moveTo>
                    <a:pt x="0" y="0"/>
                  </a:moveTo>
                  <a:lnTo>
                    <a:pt x="638358" y="0"/>
                  </a:lnTo>
                  <a:lnTo>
                    <a:pt x="638358" y="847377"/>
                  </a:lnTo>
                  <a:lnTo>
                    <a:pt x="0" y="847377"/>
                  </a:lnTo>
                  <a:lnTo>
                    <a:pt x="0" y="0"/>
                  </a:lnTo>
                  <a:close/>
                </a:path>
              </a:pathLst>
            </a:custGeom>
            <a:blipFill>
              <a:blip r:embed="rId17"/>
              <a:stretch>
                <a:fillRect/>
              </a:stretch>
            </a:blipFill>
          </p:spPr>
          <p:txBody>
            <a:bodyPr/>
            <a:lstStyle/>
            <a:p>
              <a:endParaRPr lang="en-AU"/>
            </a:p>
          </p:txBody>
        </p:sp>
        <p:sp>
          <p:nvSpPr>
            <p:cNvPr id="38" name="Freeform 36">
              <a:extLst>
                <a:ext uri="{FF2B5EF4-FFF2-40B4-BE49-F238E27FC236}">
                  <a16:creationId xmlns:a16="http://schemas.microsoft.com/office/drawing/2014/main" id="{0849D54A-E110-F90E-EAE4-FA7ADC83EB2D}"/>
                </a:ext>
              </a:extLst>
            </p:cNvPr>
            <p:cNvSpPr/>
            <p:nvPr/>
          </p:nvSpPr>
          <p:spPr>
            <a:xfrm>
              <a:off x="1681692" y="2175779"/>
              <a:ext cx="672536" cy="892746"/>
            </a:xfrm>
            <a:custGeom>
              <a:avLst/>
              <a:gdLst/>
              <a:ahLst/>
              <a:cxnLst/>
              <a:rect l="l" t="t" r="r" b="b"/>
              <a:pathLst>
                <a:path w="672536" h="892746">
                  <a:moveTo>
                    <a:pt x="0" y="0"/>
                  </a:moveTo>
                  <a:lnTo>
                    <a:pt x="672535" y="0"/>
                  </a:lnTo>
                  <a:lnTo>
                    <a:pt x="672535" y="892746"/>
                  </a:lnTo>
                  <a:lnTo>
                    <a:pt x="0" y="892746"/>
                  </a:lnTo>
                  <a:lnTo>
                    <a:pt x="0" y="0"/>
                  </a:lnTo>
                  <a:close/>
                </a:path>
              </a:pathLst>
            </a:custGeom>
            <a:blipFill>
              <a:blip r:embed="rId18"/>
              <a:stretch>
                <a:fillRect/>
              </a:stretch>
            </a:blipFill>
          </p:spPr>
          <p:txBody>
            <a:bodyPr/>
            <a:lstStyle/>
            <a:p>
              <a:endParaRPr lang="en-AU"/>
            </a:p>
          </p:txBody>
        </p:sp>
        <p:sp>
          <p:nvSpPr>
            <p:cNvPr id="39" name="Freeform 37">
              <a:extLst>
                <a:ext uri="{FF2B5EF4-FFF2-40B4-BE49-F238E27FC236}">
                  <a16:creationId xmlns:a16="http://schemas.microsoft.com/office/drawing/2014/main" id="{7104AED7-1B8F-7431-C09D-281D6689D09E}"/>
                </a:ext>
              </a:extLst>
            </p:cNvPr>
            <p:cNvSpPr/>
            <p:nvPr/>
          </p:nvSpPr>
          <p:spPr>
            <a:xfrm>
              <a:off x="527636" y="1230105"/>
              <a:ext cx="672536" cy="892746"/>
            </a:xfrm>
            <a:custGeom>
              <a:avLst/>
              <a:gdLst/>
              <a:ahLst/>
              <a:cxnLst/>
              <a:rect l="l" t="t" r="r" b="b"/>
              <a:pathLst>
                <a:path w="672536" h="892746">
                  <a:moveTo>
                    <a:pt x="0" y="0"/>
                  </a:moveTo>
                  <a:lnTo>
                    <a:pt x="672535" y="0"/>
                  </a:lnTo>
                  <a:lnTo>
                    <a:pt x="672535" y="892746"/>
                  </a:lnTo>
                  <a:lnTo>
                    <a:pt x="0" y="892746"/>
                  </a:lnTo>
                  <a:lnTo>
                    <a:pt x="0" y="0"/>
                  </a:lnTo>
                  <a:close/>
                </a:path>
              </a:pathLst>
            </a:custGeom>
            <a:blipFill>
              <a:blip r:embed="rId19"/>
              <a:stretch>
                <a:fillRect/>
              </a:stretch>
            </a:blipFill>
          </p:spPr>
          <p:txBody>
            <a:bodyPr/>
            <a:lstStyle/>
            <a:p>
              <a:endParaRPr lang="en-AU"/>
            </a:p>
          </p:txBody>
        </p:sp>
        <p:sp>
          <p:nvSpPr>
            <p:cNvPr id="40" name="Freeform 38">
              <a:extLst>
                <a:ext uri="{FF2B5EF4-FFF2-40B4-BE49-F238E27FC236}">
                  <a16:creationId xmlns:a16="http://schemas.microsoft.com/office/drawing/2014/main" id="{655A4EAE-4169-0662-DFC9-5B9EE0945846}"/>
                </a:ext>
              </a:extLst>
            </p:cNvPr>
            <p:cNvSpPr/>
            <p:nvPr/>
          </p:nvSpPr>
          <p:spPr>
            <a:xfrm>
              <a:off x="544725" y="284430"/>
              <a:ext cx="638358" cy="847378"/>
            </a:xfrm>
            <a:custGeom>
              <a:avLst/>
              <a:gdLst/>
              <a:ahLst/>
              <a:cxnLst/>
              <a:rect l="l" t="t" r="r" b="b"/>
              <a:pathLst>
                <a:path w="638358" h="847378">
                  <a:moveTo>
                    <a:pt x="0" y="0"/>
                  </a:moveTo>
                  <a:lnTo>
                    <a:pt x="638358" y="0"/>
                  </a:lnTo>
                  <a:lnTo>
                    <a:pt x="638358" y="847378"/>
                  </a:lnTo>
                  <a:lnTo>
                    <a:pt x="0" y="847378"/>
                  </a:lnTo>
                  <a:lnTo>
                    <a:pt x="0" y="0"/>
                  </a:lnTo>
                  <a:close/>
                </a:path>
              </a:pathLst>
            </a:custGeom>
            <a:blipFill>
              <a:blip r:embed="rId20"/>
              <a:stretch>
                <a:fillRect/>
              </a:stretch>
            </a:blipFill>
          </p:spPr>
          <p:txBody>
            <a:bodyPr/>
            <a:lstStyle/>
            <a:p>
              <a:endParaRPr lang="en-AU"/>
            </a:p>
          </p:txBody>
        </p:sp>
        <p:sp>
          <p:nvSpPr>
            <p:cNvPr id="41" name="Freeform 39">
              <a:extLst>
                <a:ext uri="{FF2B5EF4-FFF2-40B4-BE49-F238E27FC236}">
                  <a16:creationId xmlns:a16="http://schemas.microsoft.com/office/drawing/2014/main" id="{A0B10B43-B3A2-1EBA-8D68-8013DA7831F9}"/>
                </a:ext>
              </a:extLst>
            </p:cNvPr>
            <p:cNvSpPr/>
            <p:nvPr/>
          </p:nvSpPr>
          <p:spPr>
            <a:xfrm>
              <a:off x="568207" y="3166822"/>
              <a:ext cx="638358" cy="847378"/>
            </a:xfrm>
            <a:custGeom>
              <a:avLst/>
              <a:gdLst/>
              <a:ahLst/>
              <a:cxnLst/>
              <a:rect l="l" t="t" r="r" b="b"/>
              <a:pathLst>
                <a:path w="638358" h="847378">
                  <a:moveTo>
                    <a:pt x="0" y="0"/>
                  </a:moveTo>
                  <a:lnTo>
                    <a:pt x="638358" y="0"/>
                  </a:lnTo>
                  <a:lnTo>
                    <a:pt x="638358" y="847378"/>
                  </a:lnTo>
                  <a:lnTo>
                    <a:pt x="0" y="847378"/>
                  </a:lnTo>
                  <a:lnTo>
                    <a:pt x="0" y="0"/>
                  </a:lnTo>
                  <a:close/>
                </a:path>
              </a:pathLst>
            </a:custGeom>
            <a:blipFill>
              <a:blip r:embed="rId21"/>
              <a:stretch>
                <a:fillRect/>
              </a:stretch>
            </a:blipFill>
          </p:spPr>
          <p:txBody>
            <a:bodyPr/>
            <a:lstStyle/>
            <a:p>
              <a:endParaRPr lang="en-AU"/>
            </a:p>
          </p:txBody>
        </p:sp>
        <p:sp>
          <p:nvSpPr>
            <p:cNvPr id="42" name="Freeform 40">
              <a:extLst>
                <a:ext uri="{FF2B5EF4-FFF2-40B4-BE49-F238E27FC236}">
                  <a16:creationId xmlns:a16="http://schemas.microsoft.com/office/drawing/2014/main" id="{F83E7288-4C49-9C0D-CCB2-580520B64440}"/>
                </a:ext>
              </a:extLst>
            </p:cNvPr>
            <p:cNvSpPr/>
            <p:nvPr/>
          </p:nvSpPr>
          <p:spPr>
            <a:xfrm>
              <a:off x="1681692" y="3166822"/>
              <a:ext cx="631461" cy="838223"/>
            </a:xfrm>
            <a:custGeom>
              <a:avLst/>
              <a:gdLst/>
              <a:ahLst/>
              <a:cxnLst/>
              <a:rect l="l" t="t" r="r" b="b"/>
              <a:pathLst>
                <a:path w="631461" h="838223">
                  <a:moveTo>
                    <a:pt x="0" y="0"/>
                  </a:moveTo>
                  <a:lnTo>
                    <a:pt x="631461" y="0"/>
                  </a:lnTo>
                  <a:lnTo>
                    <a:pt x="631461" y="838223"/>
                  </a:lnTo>
                  <a:lnTo>
                    <a:pt x="0" y="838223"/>
                  </a:lnTo>
                  <a:lnTo>
                    <a:pt x="0" y="0"/>
                  </a:lnTo>
                  <a:close/>
                </a:path>
              </a:pathLst>
            </a:custGeom>
            <a:blipFill>
              <a:blip r:embed="rId22"/>
              <a:stretch>
                <a:fillRect/>
              </a:stretch>
            </a:blipFill>
          </p:spPr>
          <p:txBody>
            <a:bodyPr/>
            <a:lstStyle/>
            <a:p>
              <a:endParaRPr lang="en-AU"/>
            </a:p>
          </p:txBody>
        </p:sp>
      </p:grpSp>
      <p:grpSp>
        <p:nvGrpSpPr>
          <p:cNvPr id="43" name="Group 41"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266794E2-3675-D378-240B-88137C47DF6F}"/>
              </a:ext>
            </a:extLst>
          </p:cNvPr>
          <p:cNvGrpSpPr/>
          <p:nvPr/>
        </p:nvGrpSpPr>
        <p:grpSpPr>
          <a:xfrm>
            <a:off x="7093902" y="2504775"/>
            <a:ext cx="1431810" cy="3217550"/>
            <a:chOff x="0" y="0"/>
            <a:chExt cx="1909080" cy="4290066"/>
          </a:xfrm>
        </p:grpSpPr>
        <p:sp>
          <p:nvSpPr>
            <p:cNvPr id="44" name="Freeform 42">
              <a:extLst>
                <a:ext uri="{FF2B5EF4-FFF2-40B4-BE49-F238E27FC236}">
                  <a16:creationId xmlns:a16="http://schemas.microsoft.com/office/drawing/2014/main" id="{15D9542E-BE00-B2E6-CD49-86169CF0444D}"/>
                </a:ext>
              </a:extLst>
            </p:cNvPr>
            <p:cNvSpPr/>
            <p:nvPr/>
          </p:nvSpPr>
          <p:spPr>
            <a:xfrm rot="-5400000">
              <a:off x="-1190493" y="1190493"/>
              <a:ext cx="4290066" cy="1909080"/>
            </a:xfrm>
            <a:custGeom>
              <a:avLst/>
              <a:gdLst/>
              <a:ahLst/>
              <a:cxnLst/>
              <a:rect l="l" t="t" r="r" b="b"/>
              <a:pathLst>
                <a:path w="4290066" h="1909080">
                  <a:moveTo>
                    <a:pt x="0" y="0"/>
                  </a:moveTo>
                  <a:lnTo>
                    <a:pt x="4290066" y="0"/>
                  </a:lnTo>
                  <a:lnTo>
                    <a:pt x="4290066" y="1909080"/>
                  </a:lnTo>
                  <a:lnTo>
                    <a:pt x="0" y="1909080"/>
                  </a:lnTo>
                  <a:lnTo>
                    <a:pt x="0" y="0"/>
                  </a:lnTo>
                  <a:close/>
                </a:path>
              </a:pathLst>
            </a:custGeom>
            <a:blipFill>
              <a:blip r:embed="rId14"/>
              <a:stretch>
                <a:fillRect/>
              </a:stretch>
            </a:blipFill>
          </p:spPr>
          <p:txBody>
            <a:bodyPr/>
            <a:lstStyle/>
            <a:p>
              <a:endParaRPr lang="en-AU"/>
            </a:p>
          </p:txBody>
        </p:sp>
        <p:sp>
          <p:nvSpPr>
            <p:cNvPr id="45" name="Freeform 43">
              <a:extLst>
                <a:ext uri="{FF2B5EF4-FFF2-40B4-BE49-F238E27FC236}">
                  <a16:creationId xmlns:a16="http://schemas.microsoft.com/office/drawing/2014/main" id="{83D4D869-C0D6-786C-F504-9112A7346B42}"/>
                </a:ext>
              </a:extLst>
            </p:cNvPr>
            <p:cNvSpPr/>
            <p:nvPr/>
          </p:nvSpPr>
          <p:spPr>
            <a:xfrm>
              <a:off x="329308" y="3057966"/>
              <a:ext cx="638358" cy="847378"/>
            </a:xfrm>
            <a:custGeom>
              <a:avLst/>
              <a:gdLst/>
              <a:ahLst/>
              <a:cxnLst/>
              <a:rect l="l" t="t" r="r" b="b"/>
              <a:pathLst>
                <a:path w="638358" h="847378">
                  <a:moveTo>
                    <a:pt x="0" y="0"/>
                  </a:moveTo>
                  <a:lnTo>
                    <a:pt x="638358" y="0"/>
                  </a:lnTo>
                  <a:lnTo>
                    <a:pt x="638358" y="847378"/>
                  </a:lnTo>
                  <a:lnTo>
                    <a:pt x="0" y="847378"/>
                  </a:lnTo>
                  <a:lnTo>
                    <a:pt x="0" y="0"/>
                  </a:lnTo>
                  <a:close/>
                </a:path>
              </a:pathLst>
            </a:custGeom>
            <a:blipFill>
              <a:blip r:embed="rId15"/>
              <a:stretch>
                <a:fillRect/>
              </a:stretch>
            </a:blipFill>
          </p:spPr>
          <p:txBody>
            <a:bodyPr/>
            <a:lstStyle/>
            <a:p>
              <a:endParaRPr lang="en-AU"/>
            </a:p>
          </p:txBody>
        </p:sp>
        <p:sp>
          <p:nvSpPr>
            <p:cNvPr id="46" name="Freeform 44">
              <a:extLst>
                <a:ext uri="{FF2B5EF4-FFF2-40B4-BE49-F238E27FC236}">
                  <a16:creationId xmlns:a16="http://schemas.microsoft.com/office/drawing/2014/main" id="{023BE32C-57E8-FE49-A1EB-AA8EC27F7E1D}"/>
                </a:ext>
              </a:extLst>
            </p:cNvPr>
            <p:cNvSpPr/>
            <p:nvPr/>
          </p:nvSpPr>
          <p:spPr>
            <a:xfrm>
              <a:off x="1008334" y="360840"/>
              <a:ext cx="638358" cy="847378"/>
            </a:xfrm>
            <a:custGeom>
              <a:avLst/>
              <a:gdLst/>
              <a:ahLst/>
              <a:cxnLst/>
              <a:rect l="l" t="t" r="r" b="b"/>
              <a:pathLst>
                <a:path w="638358" h="847378">
                  <a:moveTo>
                    <a:pt x="0" y="0"/>
                  </a:moveTo>
                  <a:lnTo>
                    <a:pt x="638358" y="0"/>
                  </a:lnTo>
                  <a:lnTo>
                    <a:pt x="638358" y="847378"/>
                  </a:lnTo>
                  <a:lnTo>
                    <a:pt x="0" y="847378"/>
                  </a:lnTo>
                  <a:lnTo>
                    <a:pt x="0" y="0"/>
                  </a:lnTo>
                  <a:close/>
                </a:path>
              </a:pathLst>
            </a:custGeom>
            <a:blipFill>
              <a:blip r:embed="rId16"/>
              <a:stretch>
                <a:fillRect/>
              </a:stretch>
            </a:blipFill>
          </p:spPr>
          <p:txBody>
            <a:bodyPr/>
            <a:lstStyle/>
            <a:p>
              <a:endParaRPr lang="en-AU"/>
            </a:p>
          </p:txBody>
        </p:sp>
        <p:sp>
          <p:nvSpPr>
            <p:cNvPr id="47" name="Freeform 45">
              <a:extLst>
                <a:ext uri="{FF2B5EF4-FFF2-40B4-BE49-F238E27FC236}">
                  <a16:creationId xmlns:a16="http://schemas.microsoft.com/office/drawing/2014/main" id="{F6B91792-3509-520B-5596-2E5A7C7D015A}"/>
                </a:ext>
              </a:extLst>
            </p:cNvPr>
            <p:cNvSpPr/>
            <p:nvPr/>
          </p:nvSpPr>
          <p:spPr>
            <a:xfrm>
              <a:off x="1008334" y="1713980"/>
              <a:ext cx="638358" cy="847378"/>
            </a:xfrm>
            <a:custGeom>
              <a:avLst/>
              <a:gdLst/>
              <a:ahLst/>
              <a:cxnLst/>
              <a:rect l="l" t="t" r="r" b="b"/>
              <a:pathLst>
                <a:path w="638358" h="847378">
                  <a:moveTo>
                    <a:pt x="0" y="0"/>
                  </a:moveTo>
                  <a:lnTo>
                    <a:pt x="638358" y="0"/>
                  </a:lnTo>
                  <a:lnTo>
                    <a:pt x="638358" y="847378"/>
                  </a:lnTo>
                  <a:lnTo>
                    <a:pt x="0" y="847378"/>
                  </a:lnTo>
                  <a:lnTo>
                    <a:pt x="0" y="0"/>
                  </a:lnTo>
                  <a:close/>
                </a:path>
              </a:pathLst>
            </a:custGeom>
            <a:blipFill>
              <a:blip r:embed="rId17"/>
              <a:stretch>
                <a:fillRect/>
              </a:stretch>
            </a:blipFill>
          </p:spPr>
          <p:txBody>
            <a:bodyPr/>
            <a:lstStyle/>
            <a:p>
              <a:endParaRPr lang="en-AU"/>
            </a:p>
          </p:txBody>
        </p:sp>
        <p:sp>
          <p:nvSpPr>
            <p:cNvPr id="48" name="Freeform 46">
              <a:extLst>
                <a:ext uri="{FF2B5EF4-FFF2-40B4-BE49-F238E27FC236}">
                  <a16:creationId xmlns:a16="http://schemas.microsoft.com/office/drawing/2014/main" id="{33F2C051-9B58-7A1B-D57F-E539082FBF12}"/>
                </a:ext>
              </a:extLst>
            </p:cNvPr>
            <p:cNvSpPr/>
            <p:nvPr/>
          </p:nvSpPr>
          <p:spPr>
            <a:xfrm>
              <a:off x="295130" y="1686719"/>
              <a:ext cx="672536" cy="892746"/>
            </a:xfrm>
            <a:custGeom>
              <a:avLst/>
              <a:gdLst/>
              <a:ahLst/>
              <a:cxnLst/>
              <a:rect l="l" t="t" r="r" b="b"/>
              <a:pathLst>
                <a:path w="672536" h="892746">
                  <a:moveTo>
                    <a:pt x="0" y="0"/>
                  </a:moveTo>
                  <a:lnTo>
                    <a:pt x="672536" y="0"/>
                  </a:lnTo>
                  <a:lnTo>
                    <a:pt x="672536" y="892746"/>
                  </a:lnTo>
                  <a:lnTo>
                    <a:pt x="0" y="892746"/>
                  </a:lnTo>
                  <a:lnTo>
                    <a:pt x="0" y="0"/>
                  </a:lnTo>
                  <a:close/>
                </a:path>
              </a:pathLst>
            </a:custGeom>
            <a:blipFill>
              <a:blip r:embed="rId19"/>
              <a:stretch>
                <a:fillRect/>
              </a:stretch>
            </a:blipFill>
          </p:spPr>
          <p:txBody>
            <a:bodyPr/>
            <a:lstStyle/>
            <a:p>
              <a:endParaRPr lang="en-AU"/>
            </a:p>
          </p:txBody>
        </p:sp>
        <p:sp>
          <p:nvSpPr>
            <p:cNvPr id="49" name="Freeform 47">
              <a:extLst>
                <a:ext uri="{FF2B5EF4-FFF2-40B4-BE49-F238E27FC236}">
                  <a16:creationId xmlns:a16="http://schemas.microsoft.com/office/drawing/2014/main" id="{30D0E52A-8339-56A9-6278-329D8BE10071}"/>
                </a:ext>
              </a:extLst>
            </p:cNvPr>
            <p:cNvSpPr/>
            <p:nvPr/>
          </p:nvSpPr>
          <p:spPr>
            <a:xfrm>
              <a:off x="312219" y="360840"/>
              <a:ext cx="638358" cy="847378"/>
            </a:xfrm>
            <a:custGeom>
              <a:avLst/>
              <a:gdLst/>
              <a:ahLst/>
              <a:cxnLst/>
              <a:rect l="l" t="t" r="r" b="b"/>
              <a:pathLst>
                <a:path w="638358" h="847378">
                  <a:moveTo>
                    <a:pt x="0" y="0"/>
                  </a:moveTo>
                  <a:lnTo>
                    <a:pt x="638358" y="0"/>
                  </a:lnTo>
                  <a:lnTo>
                    <a:pt x="638358" y="847378"/>
                  </a:lnTo>
                  <a:lnTo>
                    <a:pt x="0" y="847378"/>
                  </a:lnTo>
                  <a:lnTo>
                    <a:pt x="0" y="0"/>
                  </a:lnTo>
                  <a:close/>
                </a:path>
              </a:pathLst>
            </a:custGeom>
            <a:blipFill>
              <a:blip r:embed="rId20"/>
              <a:stretch>
                <a:fillRect/>
              </a:stretch>
            </a:blipFill>
          </p:spPr>
          <p:txBody>
            <a:bodyPr/>
            <a:lstStyle/>
            <a:p>
              <a:endParaRPr lang="en-AU"/>
            </a:p>
          </p:txBody>
        </p:sp>
        <p:sp>
          <p:nvSpPr>
            <p:cNvPr id="50" name="Freeform 48">
              <a:extLst>
                <a:ext uri="{FF2B5EF4-FFF2-40B4-BE49-F238E27FC236}">
                  <a16:creationId xmlns:a16="http://schemas.microsoft.com/office/drawing/2014/main" id="{E8006E62-BA2B-CCF8-978C-7991D81558FF}"/>
                </a:ext>
              </a:extLst>
            </p:cNvPr>
            <p:cNvSpPr/>
            <p:nvPr/>
          </p:nvSpPr>
          <p:spPr>
            <a:xfrm>
              <a:off x="1008334" y="3067120"/>
              <a:ext cx="631461" cy="838223"/>
            </a:xfrm>
            <a:custGeom>
              <a:avLst/>
              <a:gdLst/>
              <a:ahLst/>
              <a:cxnLst/>
              <a:rect l="l" t="t" r="r" b="b"/>
              <a:pathLst>
                <a:path w="631461" h="838223">
                  <a:moveTo>
                    <a:pt x="0" y="0"/>
                  </a:moveTo>
                  <a:lnTo>
                    <a:pt x="631461" y="0"/>
                  </a:lnTo>
                  <a:lnTo>
                    <a:pt x="631461" y="838224"/>
                  </a:lnTo>
                  <a:lnTo>
                    <a:pt x="0" y="838224"/>
                  </a:lnTo>
                  <a:lnTo>
                    <a:pt x="0" y="0"/>
                  </a:lnTo>
                  <a:close/>
                </a:path>
              </a:pathLst>
            </a:custGeom>
            <a:blipFill>
              <a:blip r:embed="rId22"/>
              <a:stretch>
                <a:fillRect/>
              </a:stretch>
            </a:blipFill>
          </p:spPr>
          <p:txBody>
            <a:bodyPr/>
            <a:lstStyle/>
            <a:p>
              <a:endParaRPr lang="en-AU"/>
            </a:p>
          </p:txBody>
        </p:sp>
      </p:grpSp>
      <p:sp>
        <p:nvSpPr>
          <p:cNvPr id="51" name="TextBox 49"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1160739D-AF0B-3CAB-CB7D-730CB8CBC6D4}"/>
              </a:ext>
            </a:extLst>
          </p:cNvPr>
          <p:cNvSpPr txBox="1"/>
          <p:nvPr/>
        </p:nvSpPr>
        <p:spPr>
          <a:xfrm>
            <a:off x="6784779" y="1650047"/>
            <a:ext cx="4407323" cy="828432"/>
          </a:xfrm>
          <a:prstGeom prst="rect">
            <a:avLst/>
          </a:prstGeom>
        </p:spPr>
        <p:txBody>
          <a:bodyPr lIns="0" tIns="0" rIns="0" bIns="0" rtlCol="0" anchor="t">
            <a:spAutoFit/>
          </a:bodyPr>
          <a:lstStyle/>
          <a:p>
            <a:pPr algn="ctr">
              <a:lnSpc>
                <a:spcPts val="2240"/>
              </a:lnSpc>
            </a:pPr>
            <a:r>
              <a:rPr lang="en-US" sz="1800">
                <a:solidFill>
                  <a:srgbClr val="000000"/>
                </a:solidFill>
                <a:latin typeface="Arial" panose="020B0604020202020204" pitchFamily="34" charset="0"/>
                <a:ea typeface="Lexend Deca"/>
                <a:cs typeface="Arial" panose="020B0604020202020204" pitchFamily="34" charset="0"/>
                <a:sym typeface="Lexend Deca"/>
              </a:rPr>
              <a:t>A shop sells cupcakes in trays and boxes.</a:t>
            </a:r>
          </a:p>
          <a:p>
            <a:pPr algn="ctr">
              <a:lnSpc>
                <a:spcPts val="2240"/>
              </a:lnSpc>
            </a:pPr>
            <a:r>
              <a:rPr lang="en-US" sz="1800">
                <a:solidFill>
                  <a:srgbClr val="000000"/>
                </a:solidFill>
                <a:latin typeface="Arial" panose="020B0604020202020204" pitchFamily="34" charset="0"/>
                <a:ea typeface="Lexend Deca"/>
                <a:cs typeface="Arial" panose="020B0604020202020204" pitchFamily="34" charset="0"/>
                <a:sym typeface="Lexend Deca"/>
              </a:rPr>
              <a:t>Each tray holds 6 cupcakes.</a:t>
            </a:r>
          </a:p>
          <a:p>
            <a:pPr algn="ctr">
              <a:lnSpc>
                <a:spcPts val="2240"/>
              </a:lnSpc>
            </a:pPr>
            <a:r>
              <a:rPr lang="en-US" sz="1800">
                <a:solidFill>
                  <a:srgbClr val="000000"/>
                </a:solidFill>
                <a:latin typeface="Arial" panose="020B0604020202020204" pitchFamily="34" charset="0"/>
                <a:ea typeface="Lexend Deca"/>
                <a:cs typeface="Arial" panose="020B0604020202020204" pitchFamily="34" charset="0"/>
                <a:sym typeface="Lexend Deca"/>
              </a:rPr>
              <a:t>Each box holds 8 cupcakes.</a:t>
            </a:r>
          </a:p>
        </p:txBody>
      </p:sp>
      <p:sp>
        <p:nvSpPr>
          <p:cNvPr id="52" name="TextBox 50" descr="Word problems. &#10;Problem 1 - Samuel had 4 fish tanks. Each tank had 10 fish in it. He then bought one more tank. He shared all the fish equally between the 5 tanks. How many fish were then in each tank? &#10;Problem 2 - Nat had $24. She spent $4 each day. How many days did it take for Nat to spend all her money? &#10;Problem 3 - A shop sells cupcakes in trays and boxes. Each tray holds 6 cupcakes. Each box holds 8 cupcakes. Julia buys a total of 50 cupcakes. She buys 4 boxes and some trays. How many trays does Julia buy?">
            <a:extLst>
              <a:ext uri="{FF2B5EF4-FFF2-40B4-BE49-F238E27FC236}">
                <a16:creationId xmlns:a16="http://schemas.microsoft.com/office/drawing/2014/main" id="{57881B6F-64CF-3BC7-D403-811DEEBCA24F}"/>
              </a:ext>
            </a:extLst>
          </p:cNvPr>
          <p:cNvSpPr txBox="1"/>
          <p:nvPr/>
        </p:nvSpPr>
        <p:spPr>
          <a:xfrm>
            <a:off x="6589357" y="5744424"/>
            <a:ext cx="5242642" cy="822533"/>
          </a:xfrm>
          <a:prstGeom prst="rect">
            <a:avLst/>
          </a:prstGeom>
        </p:spPr>
        <p:txBody>
          <a:bodyPr wrap="square" lIns="0" tIns="0" rIns="0" bIns="0" rtlCol="0" anchor="t">
            <a:spAutoFit/>
          </a:bodyPr>
          <a:lstStyle/>
          <a:p>
            <a:pPr algn="ctr">
              <a:lnSpc>
                <a:spcPts val="2240"/>
              </a:lnSpc>
            </a:pPr>
            <a:r>
              <a:rPr lang="en-US" sz="1800">
                <a:solidFill>
                  <a:srgbClr val="000000"/>
                </a:solidFill>
                <a:latin typeface="Arial" panose="020B0604020202020204" pitchFamily="34" charset="0"/>
                <a:ea typeface="Lexend Deca"/>
                <a:cs typeface="Arial" panose="020B0604020202020204" pitchFamily="34" charset="0"/>
                <a:sym typeface="Lexend Deca"/>
              </a:rPr>
              <a:t>Julia buys a total of 50 cupcakes. </a:t>
            </a:r>
          </a:p>
          <a:p>
            <a:pPr algn="ctr">
              <a:lnSpc>
                <a:spcPts val="2240"/>
              </a:lnSpc>
            </a:pPr>
            <a:r>
              <a:rPr lang="en-US" sz="1800">
                <a:solidFill>
                  <a:srgbClr val="000000"/>
                </a:solidFill>
                <a:latin typeface="Arial" panose="020B0604020202020204" pitchFamily="34" charset="0"/>
                <a:ea typeface="Lexend Deca"/>
                <a:cs typeface="Arial" panose="020B0604020202020204" pitchFamily="34" charset="0"/>
                <a:sym typeface="Lexend Deca"/>
              </a:rPr>
              <a:t>She buys 4 boxes and some trays.</a:t>
            </a:r>
          </a:p>
          <a:p>
            <a:pPr algn="ctr">
              <a:lnSpc>
                <a:spcPts val="2240"/>
              </a:lnSpc>
            </a:pPr>
            <a:r>
              <a:rPr lang="en-US" sz="1800">
                <a:solidFill>
                  <a:srgbClr val="000000"/>
                </a:solidFill>
                <a:latin typeface="Arial" panose="020B0604020202020204" pitchFamily="34" charset="0"/>
                <a:ea typeface="Lexend Deca"/>
                <a:cs typeface="Arial" panose="020B0604020202020204" pitchFamily="34" charset="0"/>
                <a:sym typeface="Lexend Deca"/>
              </a:rPr>
              <a:t>How many trays does Julia buy?</a:t>
            </a:r>
          </a:p>
        </p:txBody>
      </p:sp>
      <p:sp>
        <p:nvSpPr>
          <p:cNvPr id="54" name="TextBox 53">
            <a:extLst>
              <a:ext uri="{FF2B5EF4-FFF2-40B4-BE49-F238E27FC236}">
                <a16:creationId xmlns:a16="http://schemas.microsoft.com/office/drawing/2014/main" id="{9F5FDE17-69EC-8CAB-6F3B-86B94F746EB0}"/>
              </a:ext>
            </a:extLst>
          </p:cNvPr>
          <p:cNvSpPr txBox="1"/>
          <p:nvPr/>
        </p:nvSpPr>
        <p:spPr>
          <a:xfrm>
            <a:off x="860150" y="780342"/>
            <a:ext cx="9476256" cy="618374"/>
          </a:xfrm>
          <a:prstGeom prst="rect">
            <a:avLst/>
          </a:prstGeom>
          <a:noFill/>
        </p:spPr>
        <p:txBody>
          <a:bodyPr wrap="square">
            <a:spAutoFit/>
          </a:bodyPr>
          <a:lstStyle/>
          <a:p>
            <a:pPr lvl="0">
              <a:lnSpc>
                <a:spcPct val="150000"/>
              </a:lnSpc>
              <a:spcBef>
                <a:spcPts val="1200"/>
              </a:spcBef>
              <a:spcAft>
                <a:spcPts val="600"/>
              </a:spcAft>
              <a:buSzPts val="1100"/>
            </a:pPr>
            <a:r>
              <a:rPr lang="en-AU" sz="2600">
                <a:latin typeface="Arial" panose="020B0604020202020204" pitchFamily="34" charset="0"/>
                <a:ea typeface="Calibri" panose="020F0502020204030204" pitchFamily="34" charset="0"/>
              </a:rPr>
              <a:t>S</a:t>
            </a:r>
            <a:r>
              <a:rPr lang="en-AU" sz="2600">
                <a:effectLst/>
                <a:latin typeface="Arial" panose="020B0604020202020204" pitchFamily="34" charset="0"/>
                <a:ea typeface="Calibri" panose="020F0502020204030204" pitchFamily="34" charset="0"/>
              </a:rPr>
              <a:t>olve and record solutions to these problems on a whiteboard.</a:t>
            </a:r>
          </a:p>
        </p:txBody>
      </p:sp>
      <p:pic>
        <p:nvPicPr>
          <p:cNvPr id="53" name="Picture 52" descr="image of a head with cogs turning inside">
            <a:extLst>
              <a:ext uri="{FF2B5EF4-FFF2-40B4-BE49-F238E27FC236}">
                <a16:creationId xmlns:a16="http://schemas.microsoft.com/office/drawing/2014/main" id="{C1A8149C-1711-5461-B794-500EE60A92AF}"/>
              </a:ext>
            </a:extLst>
          </p:cNvPr>
          <p:cNvPicPr>
            <a:picLocks noChangeAspect="1"/>
          </p:cNvPicPr>
          <p:nvPr/>
        </p:nvPicPr>
        <p:blipFill>
          <a:blip r:embed="rId23"/>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3475370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03B60A-22B2-4361-67CC-312F59BDAAB2}"/>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A54F7E62-8796-5FC7-FD38-8F4D46ED40A9}"/>
              </a:ext>
            </a:extLst>
          </p:cNvPr>
          <p:cNvSpPr>
            <a:spLocks noGrp="1"/>
          </p:cNvSpPr>
          <p:nvPr>
            <p:ph type="ctrTitle"/>
          </p:nvPr>
        </p:nvSpPr>
        <p:spPr/>
        <p:txBody>
          <a:bodyPr/>
          <a:lstStyle/>
          <a:p>
            <a:r>
              <a:rPr lang="en-AU">
                <a:latin typeface="+mj-lt"/>
                <a:cs typeface="Arial"/>
              </a:rPr>
              <a:t>Review of learning 8</a:t>
            </a:r>
            <a:endParaRPr lang="en-AU">
              <a:latin typeface="+mj-lt"/>
            </a:endParaRPr>
          </a:p>
        </p:txBody>
      </p:sp>
    </p:spTree>
    <p:extLst>
      <p:ext uri="{BB962C8B-B14F-4D97-AF65-F5344CB8AC3E}">
        <p14:creationId xmlns:p14="http://schemas.microsoft.com/office/powerpoint/2010/main" val="25150541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2045DE-1C82-1DDC-BD3D-A63D7912E7BF}"/>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4E1B704-5DF8-9EB3-2103-8C8913465761}"/>
              </a:ext>
            </a:extLst>
          </p:cNvPr>
          <p:cNvSpPr>
            <a:spLocks noGrp="1"/>
          </p:cNvSpPr>
          <p:nvPr>
            <p:ph type="sldNum" sz="quarter" idx="12"/>
          </p:nvPr>
        </p:nvSpPr>
        <p:spPr/>
        <p:txBody>
          <a:bodyPr/>
          <a:lstStyle/>
          <a:p>
            <a:fld id="{10A01DC5-1685-4615-8240-15192985C6A2}" type="slidenum">
              <a:rPr lang="en-AU" smtClean="0"/>
              <a:t>54</a:t>
            </a:fld>
            <a:endParaRPr lang="en-AU"/>
          </a:p>
        </p:txBody>
      </p:sp>
      <p:sp>
        <p:nvSpPr>
          <p:cNvPr id="3" name="Title 2">
            <a:extLst>
              <a:ext uri="{FF2B5EF4-FFF2-40B4-BE49-F238E27FC236}">
                <a16:creationId xmlns:a16="http://schemas.microsoft.com/office/drawing/2014/main" id="{A5CD52BE-F5BD-DAA7-827E-221EB96A6BF3}"/>
              </a:ext>
            </a:extLst>
          </p:cNvPr>
          <p:cNvSpPr>
            <a:spLocks noGrp="1"/>
          </p:cNvSpPr>
          <p:nvPr>
            <p:ph type="title"/>
          </p:nvPr>
        </p:nvSpPr>
        <p:spPr/>
        <p:txBody>
          <a:bodyPr/>
          <a:lstStyle/>
          <a:p>
            <a:r>
              <a:rPr lang="en-US">
                <a:latin typeface="Arial"/>
                <a:cs typeface="Arial"/>
              </a:rPr>
              <a:t>True or false </a:t>
            </a:r>
            <a:r>
              <a:rPr lang="en-US">
                <a:solidFill>
                  <a:schemeClr val="bg1"/>
                </a:solidFill>
                <a:latin typeface="Arial"/>
                <a:cs typeface="Arial"/>
              </a:rPr>
              <a:t>(4) </a:t>
            </a:r>
          </a:p>
        </p:txBody>
      </p:sp>
      <p:sp>
        <p:nvSpPr>
          <p:cNvPr id="7" name="Text Placeholder 6">
            <a:extLst>
              <a:ext uri="{FF2B5EF4-FFF2-40B4-BE49-F238E27FC236}">
                <a16:creationId xmlns:a16="http://schemas.microsoft.com/office/drawing/2014/main" id="{EA6BC0CF-ECA6-DC5C-B614-7854FEE9F3D3}"/>
              </a:ext>
            </a:extLst>
          </p:cNvPr>
          <p:cNvSpPr>
            <a:spLocks noGrp="1"/>
          </p:cNvSpPr>
          <p:nvPr>
            <p:ph type="body" sz="quarter" idx="22"/>
          </p:nvPr>
        </p:nvSpPr>
        <p:spPr>
          <a:xfrm>
            <a:off x="2915727" y="985152"/>
            <a:ext cx="8212858" cy="4292770"/>
          </a:xfrm>
        </p:spPr>
        <p:txBody>
          <a:bodyPr vert="horz" lIns="0" tIns="0" rIns="0" bIns="0" rtlCol="0" anchor="t">
            <a:noAutofit/>
          </a:bodyPr>
          <a:lstStyle/>
          <a:p>
            <a:pPr algn="ctr"/>
            <a:r>
              <a:rPr lang="en-AU" sz="3600">
                <a:latin typeface="Arial"/>
                <a:cs typeface="Arial"/>
              </a:rPr>
              <a:t>Fact families help us recall number facts quickly by showing the</a:t>
            </a:r>
            <a:r>
              <a:rPr lang="en-AU" sz="3600" b="1">
                <a:latin typeface="Arial"/>
                <a:cs typeface="Arial"/>
              </a:rPr>
              <a:t> inverse relationship between multiplication and division</a:t>
            </a:r>
            <a:r>
              <a:rPr lang="en-AU" sz="3600">
                <a:latin typeface="Arial"/>
                <a:cs typeface="Arial"/>
              </a:rPr>
              <a:t>, and how the </a:t>
            </a:r>
            <a:r>
              <a:rPr lang="en-AU" sz="3600" b="1">
                <a:latin typeface="Arial"/>
                <a:cs typeface="Arial"/>
              </a:rPr>
              <a:t>commutative property </a:t>
            </a:r>
            <a:r>
              <a:rPr lang="en-AU" sz="3600">
                <a:latin typeface="Arial"/>
                <a:cs typeface="Arial"/>
              </a:rPr>
              <a:t>works in multiplication</a:t>
            </a:r>
            <a:r>
              <a:rPr lang="en-US" sz="3600">
                <a:latin typeface="Arial"/>
                <a:cs typeface="Arial"/>
              </a:rPr>
              <a:t>. </a:t>
            </a:r>
            <a:br>
              <a:rPr lang="en-US" sz="3600">
                <a:latin typeface="Arial"/>
                <a:cs typeface="Arial"/>
              </a:rPr>
            </a:br>
            <a:endParaRPr lang="en-US" sz="3600" b="1"/>
          </a:p>
        </p:txBody>
      </p:sp>
      <p:graphicFrame>
        <p:nvGraphicFramePr>
          <p:cNvPr id="12" name="Table 11">
            <a:extLst>
              <a:ext uri="{FF2B5EF4-FFF2-40B4-BE49-F238E27FC236}">
                <a16:creationId xmlns:a16="http://schemas.microsoft.com/office/drawing/2014/main" id="{32803648-AB31-1C55-361F-D02B899E3208}"/>
              </a:ext>
            </a:extLst>
          </p:cNvPr>
          <p:cNvGraphicFramePr>
            <a:graphicFrameLocks noGrp="1"/>
          </p:cNvGraphicFramePr>
          <p:nvPr>
            <p:extLst>
              <p:ext uri="{D42A27DB-BD31-4B8C-83A1-F6EECF244321}">
                <p14:modId xmlns:p14="http://schemas.microsoft.com/office/powerpoint/2010/main" val="2614419889"/>
              </p:ext>
            </p:extLst>
          </p:nvPr>
        </p:nvGraphicFramePr>
        <p:xfrm>
          <a:off x="3478150" y="6241205"/>
          <a:ext cx="7077076" cy="741680"/>
        </p:xfrm>
        <a:graphic>
          <a:graphicData uri="http://schemas.openxmlformats.org/drawingml/2006/table">
            <a:tbl>
              <a:tblPr firstRow="1" bandRow="1">
                <a:tableStyleId>{5A111915-BE36-4E01-A7E5-04B1672EAD32}</a:tableStyleId>
              </a:tblPr>
              <a:tblGrid>
                <a:gridCol w="3538538">
                  <a:extLst>
                    <a:ext uri="{9D8B030D-6E8A-4147-A177-3AD203B41FA5}">
                      <a16:colId xmlns:a16="http://schemas.microsoft.com/office/drawing/2014/main" val="481183477"/>
                    </a:ext>
                  </a:extLst>
                </a:gridCol>
                <a:gridCol w="3538538">
                  <a:extLst>
                    <a:ext uri="{9D8B030D-6E8A-4147-A177-3AD203B41FA5}">
                      <a16:colId xmlns:a16="http://schemas.microsoft.com/office/drawing/2014/main" val="94168801"/>
                    </a:ext>
                  </a:extLst>
                </a:gridCol>
              </a:tblGrid>
              <a:tr h="741680">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True</a:t>
                      </a:r>
                    </a:p>
                  </a:txBody>
                  <a:tcPr anchor="ctr">
                    <a:lnL w="6350" cap="flat" cmpd="sng" algn="ctr">
                      <a:noFill/>
                      <a:prstDash val="solid"/>
                      <a:miter lim="800000"/>
                    </a:lnL>
                    <a:lnR>
                      <a:noFill/>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tc>
                  <a:txBody>
                    <a:bodyPr/>
                    <a:lstStyle/>
                    <a:p>
                      <a:pPr marL="0" marR="0" lvl="0" indent="0" algn="ctr" defTabSz="914377" rtl="0" eaLnBrk="1" fontAlgn="auto" latinLnBrk="0" hangingPunct="1">
                        <a:lnSpc>
                          <a:spcPct val="100000"/>
                        </a:lnSpc>
                        <a:spcBef>
                          <a:spcPts val="0"/>
                        </a:spcBef>
                        <a:spcAft>
                          <a:spcPts val="0"/>
                        </a:spcAft>
                        <a:buClrTx/>
                        <a:buSzTx/>
                        <a:buFontTx/>
                        <a:buNone/>
                        <a:tabLst/>
                        <a:defRPr/>
                      </a:pPr>
                      <a:r>
                        <a:rPr lang="en-US" sz="4000" b="1" kern="1200">
                          <a:solidFill>
                            <a:srgbClr val="146CFD"/>
                          </a:solidFill>
                          <a:latin typeface="+mn-lt"/>
                          <a:ea typeface="+mn-ea"/>
                          <a:cs typeface="Arial"/>
                        </a:rPr>
                        <a:t>False</a:t>
                      </a:r>
                    </a:p>
                  </a:txBody>
                  <a:tcPr anchor="ctr">
                    <a:lnL>
                      <a:noFill/>
                    </a:lnL>
                    <a:lnR w="6350" cap="flat" cmpd="sng" algn="ctr">
                      <a:noFill/>
                      <a:prstDash val="solid"/>
                      <a:miter lim="800000"/>
                    </a:lnR>
                    <a:lnT w="6350" cap="flat" cmpd="sng" algn="ctr">
                      <a:noFill/>
                      <a:prstDash val="solid"/>
                      <a:miter lim="800000"/>
                    </a:lnT>
                    <a:lnB w="6350" cap="flat" cmpd="sng" algn="ctr">
                      <a:noFill/>
                      <a:prstDash val="solid"/>
                      <a:miter lim="800000"/>
                    </a:lnB>
                    <a:lnTlToBr w="12700" cmpd="sng">
                      <a:noFill/>
                      <a:prstDash val="solid"/>
                    </a:lnTlToBr>
                    <a:lnBlToTr w="12700" cmpd="sng">
                      <a:noFill/>
                      <a:prstDash val="solid"/>
                    </a:lnBlToTr>
                    <a:noFill/>
                  </a:tcPr>
                </a:tc>
                <a:extLst>
                  <a:ext uri="{0D108BD9-81ED-4DB2-BD59-A6C34878D82A}">
                    <a16:rowId xmlns:a16="http://schemas.microsoft.com/office/drawing/2014/main" val="3127058931"/>
                  </a:ext>
                </a:extLst>
              </a:tr>
            </a:tbl>
          </a:graphicData>
        </a:graphic>
      </p:graphicFrame>
      <p:pic>
        <p:nvPicPr>
          <p:cNvPr id="5" name="Picture 4" descr="image of a finger selecting an option for a multiple choice or true and false">
            <a:extLst>
              <a:ext uri="{FF2B5EF4-FFF2-40B4-BE49-F238E27FC236}">
                <a16:creationId xmlns:a16="http://schemas.microsoft.com/office/drawing/2014/main" id="{29097C5B-0822-B31F-6039-50D23FFACD33}"/>
              </a:ext>
            </a:extLst>
          </p:cNvPr>
          <p:cNvPicPr>
            <a:picLocks noChangeAspect="1"/>
          </p:cNvPicPr>
          <p:nvPr/>
        </p:nvPicPr>
        <p:blipFill>
          <a:blip r:embed="rId3"/>
          <a:stretch>
            <a:fillRect/>
          </a:stretch>
        </p:blipFill>
        <p:spPr>
          <a:xfrm>
            <a:off x="10807908" y="43303"/>
            <a:ext cx="1165786" cy="1140716"/>
          </a:xfrm>
          <a:prstGeom prst="rect">
            <a:avLst/>
          </a:prstGeom>
        </p:spPr>
      </p:pic>
      <p:grpSp>
        <p:nvGrpSpPr>
          <p:cNvPr id="8" name="Group 9" descr="fact family triangle with 20, 5, 4">
            <a:extLst>
              <a:ext uri="{FF2B5EF4-FFF2-40B4-BE49-F238E27FC236}">
                <a16:creationId xmlns:a16="http://schemas.microsoft.com/office/drawing/2014/main" id="{75659344-4AFA-E8B2-3A39-39DE4D41E58A}"/>
              </a:ext>
            </a:extLst>
          </p:cNvPr>
          <p:cNvGrpSpPr/>
          <p:nvPr/>
        </p:nvGrpSpPr>
        <p:grpSpPr>
          <a:xfrm>
            <a:off x="54634" y="2750622"/>
            <a:ext cx="2997967" cy="2491109"/>
            <a:chOff x="0" y="0"/>
            <a:chExt cx="4827569" cy="3908410"/>
          </a:xfrm>
        </p:grpSpPr>
        <p:grpSp>
          <p:nvGrpSpPr>
            <p:cNvPr id="9" name="Group 10">
              <a:extLst>
                <a:ext uri="{FF2B5EF4-FFF2-40B4-BE49-F238E27FC236}">
                  <a16:creationId xmlns:a16="http://schemas.microsoft.com/office/drawing/2014/main" id="{5481847E-CE60-384C-2645-A266CD9768B1}"/>
                </a:ext>
              </a:extLst>
            </p:cNvPr>
            <p:cNvGrpSpPr/>
            <p:nvPr/>
          </p:nvGrpSpPr>
          <p:grpSpPr>
            <a:xfrm>
              <a:off x="0" y="0"/>
              <a:ext cx="4827569" cy="3908410"/>
              <a:chOff x="0" y="0"/>
              <a:chExt cx="812800" cy="658044"/>
            </a:xfrm>
          </p:grpSpPr>
          <p:sp>
            <p:nvSpPr>
              <p:cNvPr id="14" name="Freeform 11">
                <a:extLst>
                  <a:ext uri="{FF2B5EF4-FFF2-40B4-BE49-F238E27FC236}">
                    <a16:creationId xmlns:a16="http://schemas.microsoft.com/office/drawing/2014/main" id="{6FBA5B83-AAA1-B75A-F597-88FF982C5D27}"/>
                  </a:ext>
                </a:extLst>
              </p:cNvPr>
              <p:cNvSpPr/>
              <p:nvPr/>
            </p:nvSpPr>
            <p:spPr>
              <a:xfrm>
                <a:off x="0" y="0"/>
                <a:ext cx="812800" cy="658044"/>
              </a:xfrm>
              <a:custGeom>
                <a:avLst/>
                <a:gdLst/>
                <a:ahLst/>
                <a:cxnLst/>
                <a:rect l="l" t="t" r="r" b="b"/>
                <a:pathLst>
                  <a:path w="812800" h="658044">
                    <a:moveTo>
                      <a:pt x="406400" y="0"/>
                    </a:moveTo>
                    <a:lnTo>
                      <a:pt x="812800" y="658044"/>
                    </a:lnTo>
                    <a:lnTo>
                      <a:pt x="0" y="658044"/>
                    </a:lnTo>
                    <a:lnTo>
                      <a:pt x="406400" y="0"/>
                    </a:lnTo>
                    <a:close/>
                  </a:path>
                </a:pathLst>
              </a:custGeom>
              <a:solidFill>
                <a:srgbClr val="F5F5F2"/>
              </a:solidFill>
              <a:ln w="9525" cap="sq">
                <a:solidFill>
                  <a:srgbClr val="000000"/>
                </a:solidFill>
                <a:prstDash val="solid"/>
                <a:miter/>
              </a:ln>
            </p:spPr>
            <p:txBody>
              <a:bodyPr/>
              <a:lstStyle/>
              <a:p>
                <a:endParaRPr lang="en-AU">
                  <a:latin typeface="Edu NSW ACT Foundation" pitchFamily="2" charset="0"/>
                </a:endParaRPr>
              </a:p>
            </p:txBody>
          </p:sp>
          <p:sp>
            <p:nvSpPr>
              <p:cNvPr id="15" name="TextBox 12">
                <a:extLst>
                  <a:ext uri="{FF2B5EF4-FFF2-40B4-BE49-F238E27FC236}">
                    <a16:creationId xmlns:a16="http://schemas.microsoft.com/office/drawing/2014/main" id="{00863B7E-230A-3BB8-84AD-8347FEF798D6}"/>
                  </a:ext>
                </a:extLst>
              </p:cNvPr>
              <p:cNvSpPr txBox="1"/>
              <p:nvPr/>
            </p:nvSpPr>
            <p:spPr>
              <a:xfrm>
                <a:off x="127000" y="286471"/>
                <a:ext cx="558800" cy="324571"/>
              </a:xfrm>
              <a:prstGeom prst="rect">
                <a:avLst/>
              </a:prstGeom>
            </p:spPr>
            <p:txBody>
              <a:bodyPr lIns="10377" tIns="10377" rIns="10377" bIns="10377" rtlCol="0" anchor="ctr"/>
              <a:lstStyle/>
              <a:p>
                <a:pPr algn="ctr">
                  <a:lnSpc>
                    <a:spcPts val="760"/>
                  </a:lnSpc>
                </a:pPr>
                <a:endParaRPr>
                  <a:latin typeface="Edu NSW ACT Foundation" pitchFamily="2" charset="0"/>
                </a:endParaRPr>
              </a:p>
            </p:txBody>
          </p:sp>
        </p:grpSp>
        <p:sp>
          <p:nvSpPr>
            <p:cNvPr id="10" name="TextBox 13">
              <a:extLst>
                <a:ext uri="{FF2B5EF4-FFF2-40B4-BE49-F238E27FC236}">
                  <a16:creationId xmlns:a16="http://schemas.microsoft.com/office/drawing/2014/main" id="{5CE12DD0-3ECD-49B5-8003-5200306A3CC1}"/>
                </a:ext>
              </a:extLst>
            </p:cNvPr>
            <p:cNvSpPr txBox="1"/>
            <p:nvPr/>
          </p:nvSpPr>
          <p:spPr>
            <a:xfrm>
              <a:off x="2053561" y="623363"/>
              <a:ext cx="720444" cy="737296"/>
            </a:xfrm>
            <a:prstGeom prst="rect">
              <a:avLst/>
            </a:prstGeom>
          </p:spPr>
          <p:txBody>
            <a:bodyPr wrap="square" lIns="0" tIns="0" rIns="0" bIns="0" rtlCol="0" anchor="t">
              <a:spAutoFit/>
            </a:bodyPr>
            <a:lstStyle/>
            <a:p>
              <a:pPr algn="ctr">
                <a:lnSpc>
                  <a:spcPts val="4742"/>
                </a:lnSpc>
              </a:pPr>
              <a:r>
                <a:rPr lang="en-US" sz="3387">
                  <a:solidFill>
                    <a:srgbClr val="000000"/>
                  </a:solidFill>
                  <a:latin typeface="Edu NSW ACT Foundation" pitchFamily="2" charset="0"/>
                  <a:ea typeface="Canva Student Font"/>
                  <a:cs typeface="Canva Student Font"/>
                  <a:sym typeface="Canva Student Font"/>
                </a:rPr>
                <a:t>20</a:t>
              </a:r>
            </a:p>
          </p:txBody>
        </p:sp>
        <p:sp>
          <p:nvSpPr>
            <p:cNvPr id="11" name="TextBox 14">
              <a:extLst>
                <a:ext uri="{FF2B5EF4-FFF2-40B4-BE49-F238E27FC236}">
                  <a16:creationId xmlns:a16="http://schemas.microsoft.com/office/drawing/2014/main" id="{938EE032-569F-2C1C-F9A9-2E25C96A6CF4}"/>
                </a:ext>
              </a:extLst>
            </p:cNvPr>
            <p:cNvSpPr txBox="1"/>
            <p:nvPr/>
          </p:nvSpPr>
          <p:spPr>
            <a:xfrm>
              <a:off x="494340" y="3039390"/>
              <a:ext cx="519934" cy="746127"/>
            </a:xfrm>
            <a:prstGeom prst="rect">
              <a:avLst/>
            </a:prstGeom>
          </p:spPr>
          <p:txBody>
            <a:bodyPr lIns="0" tIns="0" rIns="0" bIns="0" rtlCol="0" anchor="t">
              <a:spAutoFit/>
            </a:bodyPr>
            <a:lstStyle/>
            <a:p>
              <a:pPr algn="ctr">
                <a:lnSpc>
                  <a:spcPts val="4742"/>
                </a:lnSpc>
              </a:pPr>
              <a:r>
                <a:rPr lang="en-US" sz="3387">
                  <a:solidFill>
                    <a:srgbClr val="000000"/>
                  </a:solidFill>
                  <a:latin typeface="Edu NSW ACT Foundation" pitchFamily="2" charset="0"/>
                  <a:ea typeface="Canva Student Font"/>
                  <a:cs typeface="Canva Student Font"/>
                  <a:sym typeface="Canva Student Font"/>
                </a:rPr>
                <a:t>5</a:t>
              </a:r>
            </a:p>
          </p:txBody>
        </p:sp>
        <p:sp>
          <p:nvSpPr>
            <p:cNvPr id="13" name="TextBox 15">
              <a:extLst>
                <a:ext uri="{FF2B5EF4-FFF2-40B4-BE49-F238E27FC236}">
                  <a16:creationId xmlns:a16="http://schemas.microsoft.com/office/drawing/2014/main" id="{485C25CF-ABF2-921E-5EF0-1EDE9E32647E}"/>
                </a:ext>
              </a:extLst>
            </p:cNvPr>
            <p:cNvSpPr txBox="1"/>
            <p:nvPr/>
          </p:nvSpPr>
          <p:spPr>
            <a:xfrm>
              <a:off x="3944739" y="3039390"/>
              <a:ext cx="519934" cy="746127"/>
            </a:xfrm>
            <a:prstGeom prst="rect">
              <a:avLst/>
            </a:prstGeom>
          </p:spPr>
          <p:txBody>
            <a:bodyPr lIns="0" tIns="0" rIns="0" bIns="0" rtlCol="0" anchor="t">
              <a:spAutoFit/>
            </a:bodyPr>
            <a:lstStyle/>
            <a:p>
              <a:pPr algn="ctr">
                <a:lnSpc>
                  <a:spcPts val="4742"/>
                </a:lnSpc>
              </a:pPr>
              <a:r>
                <a:rPr lang="en-US" sz="3387">
                  <a:solidFill>
                    <a:srgbClr val="000000"/>
                  </a:solidFill>
                  <a:latin typeface="Edu NSW ACT Foundation" pitchFamily="2" charset="0"/>
                  <a:ea typeface="Canva Student Font"/>
                  <a:cs typeface="Canva Student Font"/>
                  <a:sym typeface="Canva Student Font"/>
                </a:rPr>
                <a:t>4</a:t>
              </a:r>
            </a:p>
          </p:txBody>
        </p:sp>
      </p:grpSp>
    </p:spTree>
    <p:extLst>
      <p:ext uri="{BB962C8B-B14F-4D97-AF65-F5344CB8AC3E}">
        <p14:creationId xmlns:p14="http://schemas.microsoft.com/office/powerpoint/2010/main" val="690367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A186E-DEAD-1E3F-ADBE-CF258B9E68C1}"/>
            </a:ext>
          </a:extLst>
        </p:cNvPr>
        <p:cNvGrpSpPr/>
        <p:nvPr/>
      </p:nvGrpSpPr>
      <p:grpSpPr>
        <a:xfrm>
          <a:off x="0" y="0"/>
          <a:ext cx="0" cy="0"/>
          <a:chOff x="0" y="0"/>
          <a:chExt cx="0" cy="0"/>
        </a:xfrm>
      </p:grpSpPr>
      <p:sp>
        <p:nvSpPr>
          <p:cNvPr id="2" name="Slide Number Placeholder 1" descr="Fractions represented (shaded) on a number line.&#10;3/4, 1/2, 5/8, 2/4, 3/10, 7/8">
            <a:extLst>
              <a:ext uri="{FF2B5EF4-FFF2-40B4-BE49-F238E27FC236}">
                <a16:creationId xmlns:a16="http://schemas.microsoft.com/office/drawing/2014/main" id="{5249BC38-5AE6-D002-8CF1-C81FA6A0F702}"/>
              </a:ext>
            </a:extLst>
          </p:cNvPr>
          <p:cNvSpPr>
            <a:spLocks noGrp="1"/>
          </p:cNvSpPr>
          <p:nvPr>
            <p:ph type="sldNum" sz="quarter" idx="12"/>
          </p:nvPr>
        </p:nvSpPr>
        <p:spPr/>
        <p:txBody>
          <a:bodyPr/>
          <a:lstStyle/>
          <a:p>
            <a:fld id="{10A01DC5-1685-4615-8240-15192985C6A2}" type="slidenum">
              <a:rPr lang="en-AU" smtClean="0"/>
              <a:t>55</a:t>
            </a:fld>
            <a:endParaRPr lang="en-AU"/>
          </a:p>
        </p:txBody>
      </p:sp>
      <p:sp>
        <p:nvSpPr>
          <p:cNvPr id="3" name="Title 2">
            <a:extLst>
              <a:ext uri="{FF2B5EF4-FFF2-40B4-BE49-F238E27FC236}">
                <a16:creationId xmlns:a16="http://schemas.microsoft.com/office/drawing/2014/main" id="{1069B6F1-52F5-DBD9-FE1E-7DD78D3D510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(31)</a:t>
            </a:r>
          </a:p>
        </p:txBody>
      </p:sp>
      <p:sp>
        <p:nvSpPr>
          <p:cNvPr id="11" name="Picture Placeholder 10">
            <a:extLst>
              <a:ext uri="{FF2B5EF4-FFF2-40B4-BE49-F238E27FC236}">
                <a16:creationId xmlns:a16="http://schemas.microsoft.com/office/drawing/2014/main" id="{FF54730D-1797-6F6B-C3B2-591C858320E8}"/>
              </a:ext>
            </a:extLst>
          </p:cNvPr>
          <p:cNvSpPr>
            <a:spLocks noGrp="1"/>
          </p:cNvSpPr>
          <p:nvPr>
            <p:ph type="pic" sz="quarter" idx="21"/>
          </p:nvPr>
        </p:nvSpPr>
        <p:spPr>
          <a:xfrm>
            <a:off x="654624" y="898520"/>
            <a:ext cx="10132439" cy="1887543"/>
          </a:xfrm>
        </p:spPr>
        <p:txBody>
          <a:bodyPr/>
          <a:lstStyle/>
          <a:p>
            <a:pPr algn="ctr"/>
            <a:r>
              <a:rPr lang="en-US" sz="3600" b="1">
                <a:latin typeface="Arial"/>
                <a:cs typeface="Arial"/>
              </a:rPr>
              <a:t>Record </a:t>
            </a:r>
            <a:r>
              <a:rPr lang="en-US" sz="3600">
                <a:latin typeface="Arial"/>
                <a:cs typeface="Arial"/>
              </a:rPr>
              <a:t>the </a:t>
            </a:r>
            <a:r>
              <a:rPr lang="en-US" sz="3600" b="1">
                <a:latin typeface="Arial"/>
                <a:cs typeface="Arial"/>
              </a:rPr>
              <a:t>complementary fractional</a:t>
            </a:r>
            <a:r>
              <a:rPr lang="en-US" sz="3600">
                <a:latin typeface="Arial"/>
                <a:cs typeface="Arial"/>
              </a:rPr>
              <a:t> part to recreate the whole.</a:t>
            </a:r>
            <a:endParaRPr lang="en-US" sz="3600"/>
          </a:p>
          <a:p>
            <a:pPr algn="ctr"/>
            <a:endParaRPr lang="en-US" sz="4400"/>
          </a:p>
          <a:p>
            <a:endParaRPr lang="en-US">
              <a:latin typeface="Arial"/>
              <a:cs typeface="Arial"/>
            </a:endParaRPr>
          </a:p>
        </p:txBody>
      </p:sp>
      <p:pic>
        <p:nvPicPr>
          <p:cNvPr id="5" name="Picture 4" descr="image of a clipboard with a pencil recording short answer responses">
            <a:extLst>
              <a:ext uri="{FF2B5EF4-FFF2-40B4-BE49-F238E27FC236}">
                <a16:creationId xmlns:a16="http://schemas.microsoft.com/office/drawing/2014/main" id="{95BB9EF2-5D8F-1356-E26C-32FA516928A6}"/>
              </a:ext>
            </a:extLst>
          </p:cNvPr>
          <p:cNvPicPr>
            <a:picLocks noChangeAspect="1"/>
          </p:cNvPicPr>
          <p:nvPr/>
        </p:nvPicPr>
        <p:blipFill>
          <a:blip r:embed="rId3"/>
          <a:stretch>
            <a:fillRect/>
          </a:stretch>
        </p:blipFill>
        <p:spPr>
          <a:xfrm>
            <a:off x="11030476" y="268723"/>
            <a:ext cx="915500" cy="915500"/>
          </a:xfrm>
          <a:prstGeom prst="rect">
            <a:avLst/>
          </a:prstGeom>
        </p:spPr>
      </p:pic>
      <p:grpSp>
        <p:nvGrpSpPr>
          <p:cNvPr id="6" name="Group 2" descr="Fractions represented (shaded) on a number line.&#10;3/4, 1/2, 5/8, 2/4, 3/10, 7/8">
            <a:extLst>
              <a:ext uri="{FF2B5EF4-FFF2-40B4-BE49-F238E27FC236}">
                <a16:creationId xmlns:a16="http://schemas.microsoft.com/office/drawing/2014/main" id="{9011B260-A82F-E5B3-15BE-2D494DF125E6}"/>
              </a:ext>
            </a:extLst>
          </p:cNvPr>
          <p:cNvGrpSpPr/>
          <p:nvPr/>
        </p:nvGrpSpPr>
        <p:grpSpPr>
          <a:xfrm>
            <a:off x="1453515" y="3235998"/>
            <a:ext cx="9454793" cy="2579142"/>
            <a:chOff x="328358" y="400680"/>
            <a:chExt cx="12606391" cy="3438855"/>
          </a:xfrm>
        </p:grpSpPr>
        <p:sp>
          <p:nvSpPr>
            <p:cNvPr id="7" name="TextBox 3">
              <a:extLst>
                <a:ext uri="{FF2B5EF4-FFF2-40B4-BE49-F238E27FC236}">
                  <a16:creationId xmlns:a16="http://schemas.microsoft.com/office/drawing/2014/main" id="{67883B94-2C43-1F4A-25AC-DC4A0264953B}"/>
                </a:ext>
              </a:extLst>
            </p:cNvPr>
            <p:cNvSpPr txBox="1"/>
            <p:nvPr/>
          </p:nvSpPr>
          <p:spPr>
            <a:xfrm>
              <a:off x="1246097" y="943602"/>
              <a:ext cx="87290" cy="506146"/>
            </a:xfrm>
            <a:prstGeom prst="rect">
              <a:avLst/>
            </a:prstGeom>
          </p:spPr>
          <p:txBody>
            <a:bodyPr lIns="0" tIns="0" rIns="0" bIns="0" rtlCol="0" anchor="t">
              <a:spAutoFit/>
            </a:bodyPr>
            <a:lstStyle/>
            <a:p>
              <a:pPr algn="ctr">
                <a:lnSpc>
                  <a:spcPts val="1504"/>
                </a:lnSpc>
              </a:pPr>
              <a:r>
                <a:rPr lang="en-US" sz="1074">
                  <a:solidFill>
                    <a:srgbClr val="000000"/>
                  </a:solidFill>
                  <a:latin typeface="Edu NSW ACT Foundation" pitchFamily="2" charset="0"/>
                  <a:ea typeface="Canva Student Font"/>
                  <a:cs typeface="Canva Student Font"/>
                  <a:sym typeface="Canva Student Font"/>
                </a:rPr>
                <a:t>1</a:t>
              </a:r>
            </a:p>
            <a:p>
              <a:pPr algn="ctr">
                <a:lnSpc>
                  <a:spcPts val="1504"/>
                </a:lnSpc>
                <a:spcBef>
                  <a:spcPct val="0"/>
                </a:spcBef>
              </a:pPr>
              <a:r>
                <a:rPr lang="en-US" sz="1074">
                  <a:solidFill>
                    <a:srgbClr val="000000"/>
                  </a:solidFill>
                  <a:latin typeface="Edu NSW ACT Foundation" pitchFamily="2" charset="0"/>
                  <a:ea typeface="Canva Student Font"/>
                  <a:cs typeface="Canva Student Font"/>
                  <a:sym typeface="Canva Student Font"/>
                </a:rPr>
                <a:t>4</a:t>
              </a:r>
            </a:p>
          </p:txBody>
        </p:sp>
        <p:sp>
          <p:nvSpPr>
            <p:cNvPr id="8" name="AutoShape 4">
              <a:extLst>
                <a:ext uri="{FF2B5EF4-FFF2-40B4-BE49-F238E27FC236}">
                  <a16:creationId xmlns:a16="http://schemas.microsoft.com/office/drawing/2014/main" id="{99F2A0D2-D1CA-6863-238F-81836EA23594}"/>
                </a:ext>
              </a:extLst>
            </p:cNvPr>
            <p:cNvSpPr/>
            <p:nvPr/>
          </p:nvSpPr>
          <p:spPr>
            <a:xfrm>
              <a:off x="1181621" y="1207876"/>
              <a:ext cx="216243"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9" name="TextBox 5">
              <a:extLst>
                <a:ext uri="{FF2B5EF4-FFF2-40B4-BE49-F238E27FC236}">
                  <a16:creationId xmlns:a16="http://schemas.microsoft.com/office/drawing/2014/main" id="{FE2578F0-85CE-48E2-CF24-D58923429920}"/>
                </a:ext>
              </a:extLst>
            </p:cNvPr>
            <p:cNvSpPr txBox="1"/>
            <p:nvPr/>
          </p:nvSpPr>
          <p:spPr>
            <a:xfrm>
              <a:off x="2051600" y="943602"/>
              <a:ext cx="87290" cy="506146"/>
            </a:xfrm>
            <a:prstGeom prst="rect">
              <a:avLst/>
            </a:prstGeom>
          </p:spPr>
          <p:txBody>
            <a:bodyPr lIns="0" tIns="0" rIns="0" bIns="0" rtlCol="0" anchor="t">
              <a:spAutoFit/>
            </a:bodyPr>
            <a:lstStyle/>
            <a:p>
              <a:pPr algn="ctr">
                <a:lnSpc>
                  <a:spcPts val="1504"/>
                </a:lnSpc>
              </a:pPr>
              <a:r>
                <a:rPr lang="en-US" sz="1074">
                  <a:solidFill>
                    <a:srgbClr val="000000"/>
                  </a:solidFill>
                  <a:latin typeface="Edu NSW ACT Foundation" pitchFamily="2" charset="0"/>
                  <a:ea typeface="Canva Student Font"/>
                  <a:cs typeface="Canva Student Font"/>
                  <a:sym typeface="Canva Student Font"/>
                </a:rPr>
                <a:t>2</a:t>
              </a:r>
            </a:p>
            <a:p>
              <a:pPr algn="ctr">
                <a:lnSpc>
                  <a:spcPts val="1504"/>
                </a:lnSpc>
                <a:spcBef>
                  <a:spcPct val="0"/>
                </a:spcBef>
              </a:pPr>
              <a:r>
                <a:rPr lang="en-US" sz="1074">
                  <a:solidFill>
                    <a:srgbClr val="000000"/>
                  </a:solidFill>
                  <a:latin typeface="Edu NSW ACT Foundation" pitchFamily="2" charset="0"/>
                  <a:ea typeface="Canva Student Font"/>
                  <a:cs typeface="Canva Student Font"/>
                  <a:sym typeface="Canva Student Font"/>
                </a:rPr>
                <a:t>4</a:t>
              </a:r>
            </a:p>
          </p:txBody>
        </p:sp>
        <p:sp>
          <p:nvSpPr>
            <p:cNvPr id="10" name="AutoShape 6">
              <a:extLst>
                <a:ext uri="{FF2B5EF4-FFF2-40B4-BE49-F238E27FC236}">
                  <a16:creationId xmlns:a16="http://schemas.microsoft.com/office/drawing/2014/main" id="{0CAFC6A6-0E8F-100C-96E0-5640EC46B79D}"/>
                </a:ext>
              </a:extLst>
            </p:cNvPr>
            <p:cNvSpPr/>
            <p:nvPr/>
          </p:nvSpPr>
          <p:spPr>
            <a:xfrm>
              <a:off x="1987124" y="1196288"/>
              <a:ext cx="216243"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2" name="TextBox 7">
              <a:extLst>
                <a:ext uri="{FF2B5EF4-FFF2-40B4-BE49-F238E27FC236}">
                  <a16:creationId xmlns:a16="http://schemas.microsoft.com/office/drawing/2014/main" id="{954CA2A7-822A-33F5-FF0E-170C44766AA0}"/>
                </a:ext>
              </a:extLst>
            </p:cNvPr>
            <p:cNvSpPr txBox="1"/>
            <p:nvPr/>
          </p:nvSpPr>
          <p:spPr>
            <a:xfrm>
              <a:off x="2898637" y="943602"/>
              <a:ext cx="87290" cy="506146"/>
            </a:xfrm>
            <a:prstGeom prst="rect">
              <a:avLst/>
            </a:prstGeom>
          </p:spPr>
          <p:txBody>
            <a:bodyPr lIns="0" tIns="0" rIns="0" bIns="0" rtlCol="0" anchor="t">
              <a:spAutoFit/>
            </a:bodyPr>
            <a:lstStyle/>
            <a:p>
              <a:pPr algn="ctr">
                <a:lnSpc>
                  <a:spcPts val="1504"/>
                </a:lnSpc>
              </a:pPr>
              <a:r>
                <a:rPr lang="en-US" sz="1074">
                  <a:solidFill>
                    <a:srgbClr val="000000"/>
                  </a:solidFill>
                  <a:latin typeface="Edu NSW ACT Foundation" pitchFamily="2" charset="0"/>
                  <a:ea typeface="Canva Student Font"/>
                  <a:cs typeface="Canva Student Font"/>
                  <a:sym typeface="Canva Student Font"/>
                </a:rPr>
                <a:t>3</a:t>
              </a:r>
            </a:p>
            <a:p>
              <a:pPr algn="ctr">
                <a:lnSpc>
                  <a:spcPts val="1504"/>
                </a:lnSpc>
                <a:spcBef>
                  <a:spcPct val="0"/>
                </a:spcBef>
              </a:pPr>
              <a:r>
                <a:rPr lang="en-US" sz="1074">
                  <a:solidFill>
                    <a:srgbClr val="000000"/>
                  </a:solidFill>
                  <a:latin typeface="Edu NSW ACT Foundation" pitchFamily="2" charset="0"/>
                  <a:ea typeface="Canva Student Font"/>
                  <a:cs typeface="Canva Student Font"/>
                  <a:sym typeface="Canva Student Font"/>
                </a:rPr>
                <a:t>4</a:t>
              </a:r>
            </a:p>
          </p:txBody>
        </p:sp>
        <p:sp>
          <p:nvSpPr>
            <p:cNvPr id="13" name="AutoShape 8">
              <a:extLst>
                <a:ext uri="{FF2B5EF4-FFF2-40B4-BE49-F238E27FC236}">
                  <a16:creationId xmlns:a16="http://schemas.microsoft.com/office/drawing/2014/main" id="{E6DBBAAD-828B-2184-9076-666F96E2F739}"/>
                </a:ext>
              </a:extLst>
            </p:cNvPr>
            <p:cNvSpPr/>
            <p:nvPr/>
          </p:nvSpPr>
          <p:spPr>
            <a:xfrm>
              <a:off x="2834161" y="1196288"/>
              <a:ext cx="216243"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14" name="TextBox 9">
              <a:extLst>
                <a:ext uri="{FF2B5EF4-FFF2-40B4-BE49-F238E27FC236}">
                  <a16:creationId xmlns:a16="http://schemas.microsoft.com/office/drawing/2014/main" id="{8DF1CD36-93FF-4AF1-035A-6DB0F1AE45A5}"/>
                </a:ext>
              </a:extLst>
            </p:cNvPr>
            <p:cNvSpPr txBox="1"/>
            <p:nvPr/>
          </p:nvSpPr>
          <p:spPr>
            <a:xfrm>
              <a:off x="3679759" y="993789"/>
              <a:ext cx="132978" cy="366896"/>
            </a:xfrm>
            <a:prstGeom prst="rect">
              <a:avLst/>
            </a:prstGeom>
          </p:spPr>
          <p:txBody>
            <a:bodyPr lIns="0" tIns="0" rIns="0" bIns="0" rtlCol="0" anchor="t">
              <a:spAutoFit/>
            </a:bodyPr>
            <a:lstStyle/>
            <a:p>
              <a:pPr algn="ctr">
                <a:lnSpc>
                  <a:spcPts val="2291"/>
                </a:lnSpc>
                <a:spcBef>
                  <a:spcPct val="0"/>
                </a:spcBef>
              </a:pPr>
              <a:r>
                <a:rPr lang="en-US" sz="1636">
                  <a:solidFill>
                    <a:srgbClr val="000000"/>
                  </a:solidFill>
                  <a:latin typeface="Edu NSW ACT Foundation" pitchFamily="2" charset="0"/>
                  <a:ea typeface="Canva Student Font"/>
                  <a:cs typeface="Canva Student Font"/>
                  <a:sym typeface="Canva Student Font"/>
                </a:rPr>
                <a:t>1</a:t>
              </a:r>
            </a:p>
          </p:txBody>
        </p:sp>
        <p:sp>
          <p:nvSpPr>
            <p:cNvPr id="15" name="TextBox 10">
              <a:extLst>
                <a:ext uri="{FF2B5EF4-FFF2-40B4-BE49-F238E27FC236}">
                  <a16:creationId xmlns:a16="http://schemas.microsoft.com/office/drawing/2014/main" id="{73CE862B-2A4C-828A-E38A-E0253A61C551}"/>
                </a:ext>
              </a:extLst>
            </p:cNvPr>
            <p:cNvSpPr txBox="1"/>
            <p:nvPr/>
          </p:nvSpPr>
          <p:spPr>
            <a:xfrm>
              <a:off x="429154" y="993789"/>
              <a:ext cx="132978" cy="366896"/>
            </a:xfrm>
            <a:prstGeom prst="rect">
              <a:avLst/>
            </a:prstGeom>
          </p:spPr>
          <p:txBody>
            <a:bodyPr lIns="0" tIns="0" rIns="0" bIns="0" rtlCol="0" anchor="t">
              <a:spAutoFit/>
            </a:bodyPr>
            <a:lstStyle/>
            <a:p>
              <a:pPr algn="ctr">
                <a:lnSpc>
                  <a:spcPts val="2291"/>
                </a:lnSpc>
                <a:spcBef>
                  <a:spcPct val="0"/>
                </a:spcBef>
              </a:pPr>
              <a:r>
                <a:rPr lang="en-US" sz="1636">
                  <a:solidFill>
                    <a:srgbClr val="000000"/>
                  </a:solidFill>
                  <a:latin typeface="Edu NSW ACT Foundation" pitchFamily="2" charset="0"/>
                  <a:ea typeface="Canva Student Font"/>
                  <a:cs typeface="Canva Student Font"/>
                  <a:sym typeface="Canva Student Font"/>
                </a:rPr>
                <a:t>0</a:t>
              </a:r>
            </a:p>
          </p:txBody>
        </p:sp>
        <p:grpSp>
          <p:nvGrpSpPr>
            <p:cNvPr id="16" name="Group 11">
              <a:extLst>
                <a:ext uri="{FF2B5EF4-FFF2-40B4-BE49-F238E27FC236}">
                  <a16:creationId xmlns:a16="http://schemas.microsoft.com/office/drawing/2014/main" id="{3BE65E78-2B39-2E91-08BC-C4D725D17CDB}"/>
                </a:ext>
              </a:extLst>
            </p:cNvPr>
            <p:cNvGrpSpPr/>
            <p:nvPr/>
          </p:nvGrpSpPr>
          <p:grpSpPr>
            <a:xfrm>
              <a:off x="1268911" y="406830"/>
              <a:ext cx="2476057" cy="414248"/>
              <a:chOff x="0" y="0"/>
              <a:chExt cx="665522" cy="111343"/>
            </a:xfrm>
          </p:grpSpPr>
          <p:sp>
            <p:nvSpPr>
              <p:cNvPr id="120" name="Freeform 12">
                <a:extLst>
                  <a:ext uri="{FF2B5EF4-FFF2-40B4-BE49-F238E27FC236}">
                    <a16:creationId xmlns:a16="http://schemas.microsoft.com/office/drawing/2014/main" id="{793933EF-70EC-B8C6-D4DF-55B060AA6C30}"/>
                  </a:ext>
                </a:extLst>
              </p:cNvPr>
              <p:cNvSpPr/>
              <p:nvPr/>
            </p:nvSpPr>
            <p:spPr>
              <a:xfrm>
                <a:off x="0" y="0"/>
                <a:ext cx="665522" cy="111343"/>
              </a:xfrm>
              <a:custGeom>
                <a:avLst/>
                <a:gdLst/>
                <a:ahLst/>
                <a:cxnLst/>
                <a:rect l="l" t="t" r="r" b="b"/>
                <a:pathLst>
                  <a:path w="665522" h="111343">
                    <a:moveTo>
                      <a:pt x="0" y="0"/>
                    </a:moveTo>
                    <a:lnTo>
                      <a:pt x="665522" y="0"/>
                    </a:lnTo>
                    <a:lnTo>
                      <a:pt x="665522" y="111343"/>
                    </a:lnTo>
                    <a:lnTo>
                      <a:pt x="0" y="111343"/>
                    </a:lnTo>
                    <a:close/>
                  </a:path>
                </a:pathLst>
              </a:custGeom>
              <a:solidFill>
                <a:srgbClr val="FAECEC"/>
              </a:solidFill>
            </p:spPr>
            <p:txBody>
              <a:bodyPr/>
              <a:lstStyle/>
              <a:p>
                <a:endParaRPr lang="en-AU">
                  <a:latin typeface="Edu NSW ACT Foundation" pitchFamily="2" charset="0"/>
                </a:endParaRPr>
              </a:p>
            </p:txBody>
          </p:sp>
          <p:sp>
            <p:nvSpPr>
              <p:cNvPr id="121" name="TextBox 13">
                <a:extLst>
                  <a:ext uri="{FF2B5EF4-FFF2-40B4-BE49-F238E27FC236}">
                    <a16:creationId xmlns:a16="http://schemas.microsoft.com/office/drawing/2014/main" id="{B5F21F5B-18D0-6EBB-8FBF-206EA50A7793}"/>
                  </a:ext>
                </a:extLst>
              </p:cNvPr>
              <p:cNvSpPr txBox="1"/>
              <p:nvPr/>
            </p:nvSpPr>
            <p:spPr>
              <a:xfrm>
                <a:off x="0" y="-38100"/>
                <a:ext cx="665522" cy="149443"/>
              </a:xfrm>
              <a:prstGeom prst="rect">
                <a:avLst/>
              </a:prstGeom>
            </p:spPr>
            <p:txBody>
              <a:bodyPr lIns="50800" tIns="50800" rIns="50800" bIns="50800" rtlCol="0" anchor="ctr"/>
              <a:lstStyle/>
              <a:p>
                <a:pPr algn="ctr">
                  <a:lnSpc>
                    <a:spcPts val="2433"/>
                  </a:lnSpc>
                </a:pPr>
                <a:endParaRPr>
                  <a:latin typeface="Edu NSW ACT Foundation" pitchFamily="2" charset="0"/>
                </a:endParaRPr>
              </a:p>
            </p:txBody>
          </p:sp>
        </p:grpSp>
        <p:grpSp>
          <p:nvGrpSpPr>
            <p:cNvPr id="17" name="Group 14">
              <a:extLst>
                <a:ext uri="{FF2B5EF4-FFF2-40B4-BE49-F238E27FC236}">
                  <a16:creationId xmlns:a16="http://schemas.microsoft.com/office/drawing/2014/main" id="{FE89C74F-F322-0E49-F60F-AA45972FC952}"/>
                </a:ext>
              </a:extLst>
            </p:cNvPr>
            <p:cNvGrpSpPr/>
            <p:nvPr/>
          </p:nvGrpSpPr>
          <p:grpSpPr>
            <a:xfrm>
              <a:off x="490843" y="406830"/>
              <a:ext cx="2449415" cy="406754"/>
              <a:chOff x="0" y="0"/>
              <a:chExt cx="658361" cy="109329"/>
            </a:xfrm>
          </p:grpSpPr>
          <p:sp>
            <p:nvSpPr>
              <p:cNvPr id="118" name="Freeform 15">
                <a:extLst>
                  <a:ext uri="{FF2B5EF4-FFF2-40B4-BE49-F238E27FC236}">
                    <a16:creationId xmlns:a16="http://schemas.microsoft.com/office/drawing/2014/main" id="{84566D37-BCAA-6EAA-A823-205847FC6D37}"/>
                  </a:ext>
                </a:extLst>
              </p:cNvPr>
              <p:cNvSpPr/>
              <p:nvPr/>
            </p:nvSpPr>
            <p:spPr>
              <a:xfrm>
                <a:off x="0" y="0"/>
                <a:ext cx="658361" cy="109329"/>
              </a:xfrm>
              <a:custGeom>
                <a:avLst/>
                <a:gdLst/>
                <a:ahLst/>
                <a:cxnLst/>
                <a:rect l="l" t="t" r="r" b="b"/>
                <a:pathLst>
                  <a:path w="658361" h="109329">
                    <a:moveTo>
                      <a:pt x="0" y="0"/>
                    </a:moveTo>
                    <a:lnTo>
                      <a:pt x="658361" y="0"/>
                    </a:lnTo>
                    <a:lnTo>
                      <a:pt x="658361" y="109329"/>
                    </a:lnTo>
                    <a:lnTo>
                      <a:pt x="0" y="109329"/>
                    </a:lnTo>
                    <a:close/>
                  </a:path>
                </a:pathLst>
              </a:custGeom>
              <a:solidFill>
                <a:srgbClr val="FF3131"/>
              </a:solidFill>
            </p:spPr>
            <p:txBody>
              <a:bodyPr/>
              <a:lstStyle/>
              <a:p>
                <a:endParaRPr lang="en-AU">
                  <a:latin typeface="Edu NSW ACT Foundation" pitchFamily="2" charset="0"/>
                </a:endParaRPr>
              </a:p>
            </p:txBody>
          </p:sp>
          <p:sp>
            <p:nvSpPr>
              <p:cNvPr id="119" name="TextBox 16">
                <a:extLst>
                  <a:ext uri="{FF2B5EF4-FFF2-40B4-BE49-F238E27FC236}">
                    <a16:creationId xmlns:a16="http://schemas.microsoft.com/office/drawing/2014/main" id="{68E2CCCC-594D-D463-A64A-0152F34CEBE6}"/>
                  </a:ext>
                </a:extLst>
              </p:cNvPr>
              <p:cNvSpPr txBox="1"/>
              <p:nvPr/>
            </p:nvSpPr>
            <p:spPr>
              <a:xfrm>
                <a:off x="0" y="-38100"/>
                <a:ext cx="658361" cy="147429"/>
              </a:xfrm>
              <a:prstGeom prst="rect">
                <a:avLst/>
              </a:prstGeom>
            </p:spPr>
            <p:txBody>
              <a:bodyPr lIns="50800" tIns="50800" rIns="50800" bIns="50800" rtlCol="0" anchor="ctr"/>
              <a:lstStyle/>
              <a:p>
                <a:pPr algn="ctr">
                  <a:lnSpc>
                    <a:spcPts val="2433"/>
                  </a:lnSpc>
                </a:pPr>
                <a:endParaRPr>
                  <a:latin typeface="Edu NSW ACT Foundation" pitchFamily="2" charset="0"/>
                </a:endParaRPr>
              </a:p>
            </p:txBody>
          </p:sp>
        </p:grpSp>
        <p:sp>
          <p:nvSpPr>
            <p:cNvPr id="18" name="Freeform 17">
              <a:extLst>
                <a:ext uri="{FF2B5EF4-FFF2-40B4-BE49-F238E27FC236}">
                  <a16:creationId xmlns:a16="http://schemas.microsoft.com/office/drawing/2014/main" id="{6E675930-6F97-7D98-D6C4-5ABF475559CA}"/>
                </a:ext>
              </a:extLst>
            </p:cNvPr>
            <p:cNvSpPr/>
            <p:nvPr/>
          </p:nvSpPr>
          <p:spPr>
            <a:xfrm>
              <a:off x="328358" y="725615"/>
              <a:ext cx="3750017" cy="178625"/>
            </a:xfrm>
            <a:custGeom>
              <a:avLst/>
              <a:gdLst/>
              <a:ahLst/>
              <a:cxnLst/>
              <a:rect l="l" t="t" r="r" b="b"/>
              <a:pathLst>
                <a:path w="3750017" h="178625">
                  <a:moveTo>
                    <a:pt x="0" y="0"/>
                  </a:moveTo>
                  <a:lnTo>
                    <a:pt x="3750017" y="0"/>
                  </a:lnTo>
                  <a:lnTo>
                    <a:pt x="3750017" y="178625"/>
                  </a:lnTo>
                  <a:lnTo>
                    <a:pt x="0" y="178625"/>
                  </a:lnTo>
                  <a:lnTo>
                    <a:pt x="0" y="0"/>
                  </a:lnTo>
                  <a:close/>
                </a:path>
              </a:pathLst>
            </a:custGeom>
            <a:blipFill>
              <a:blip r:embed="rId4">
                <a:extLst>
                  <a:ext uri="{96DAC541-7B7A-43D3-8B79-37D633B846F1}">
                    <asvg:svgBlip xmlns:asvg="http://schemas.microsoft.com/office/drawing/2016/SVG/main" r:embed="rId5"/>
                  </a:ext>
                </a:extLst>
              </a:blip>
              <a:stretch>
                <a:fillRect l="-4229" b="-3937"/>
              </a:stretch>
            </a:blipFill>
          </p:spPr>
          <p:txBody>
            <a:bodyPr/>
            <a:lstStyle/>
            <a:p>
              <a:endParaRPr lang="en-AU">
                <a:latin typeface="Edu NSW ACT Foundation" pitchFamily="2" charset="0"/>
              </a:endParaRPr>
            </a:p>
          </p:txBody>
        </p:sp>
        <p:sp>
          <p:nvSpPr>
            <p:cNvPr id="19" name="TextBox 18">
              <a:extLst>
                <a:ext uri="{FF2B5EF4-FFF2-40B4-BE49-F238E27FC236}">
                  <a16:creationId xmlns:a16="http://schemas.microsoft.com/office/drawing/2014/main" id="{A4EA9A25-2496-23CA-0056-7A9DB0208E20}"/>
                </a:ext>
              </a:extLst>
            </p:cNvPr>
            <p:cNvSpPr txBox="1"/>
            <p:nvPr/>
          </p:nvSpPr>
          <p:spPr>
            <a:xfrm>
              <a:off x="1246097" y="3333389"/>
              <a:ext cx="87290" cy="506146"/>
            </a:xfrm>
            <a:prstGeom prst="rect">
              <a:avLst/>
            </a:prstGeom>
          </p:spPr>
          <p:txBody>
            <a:bodyPr lIns="0" tIns="0" rIns="0" bIns="0" rtlCol="0" anchor="t">
              <a:spAutoFit/>
            </a:bodyPr>
            <a:lstStyle/>
            <a:p>
              <a:pPr algn="ctr">
                <a:lnSpc>
                  <a:spcPts val="1504"/>
                </a:lnSpc>
              </a:pPr>
              <a:r>
                <a:rPr lang="en-US" sz="1074">
                  <a:solidFill>
                    <a:srgbClr val="000000"/>
                  </a:solidFill>
                  <a:latin typeface="Edu NSW ACT Foundation" pitchFamily="2" charset="0"/>
                  <a:ea typeface="Canva Student Font"/>
                  <a:cs typeface="Canva Student Font"/>
                  <a:sym typeface="Canva Student Font"/>
                </a:rPr>
                <a:t>1</a:t>
              </a:r>
            </a:p>
            <a:p>
              <a:pPr algn="ctr">
                <a:lnSpc>
                  <a:spcPts val="1504"/>
                </a:lnSpc>
                <a:spcBef>
                  <a:spcPct val="0"/>
                </a:spcBef>
              </a:pPr>
              <a:r>
                <a:rPr lang="en-US" sz="1074">
                  <a:solidFill>
                    <a:srgbClr val="000000"/>
                  </a:solidFill>
                  <a:latin typeface="Edu NSW ACT Foundation" pitchFamily="2" charset="0"/>
                  <a:ea typeface="Canva Student Font"/>
                  <a:cs typeface="Canva Student Font"/>
                  <a:sym typeface="Canva Student Font"/>
                </a:rPr>
                <a:t>4</a:t>
              </a:r>
            </a:p>
          </p:txBody>
        </p:sp>
        <p:sp>
          <p:nvSpPr>
            <p:cNvPr id="20" name="AutoShape 19">
              <a:extLst>
                <a:ext uri="{FF2B5EF4-FFF2-40B4-BE49-F238E27FC236}">
                  <a16:creationId xmlns:a16="http://schemas.microsoft.com/office/drawing/2014/main" id="{053A0F2F-3564-4820-54EA-A9CE4029C27E}"/>
                </a:ext>
              </a:extLst>
            </p:cNvPr>
            <p:cNvSpPr/>
            <p:nvPr/>
          </p:nvSpPr>
          <p:spPr>
            <a:xfrm>
              <a:off x="1181621" y="3597664"/>
              <a:ext cx="216243"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1" name="TextBox 20">
              <a:extLst>
                <a:ext uri="{FF2B5EF4-FFF2-40B4-BE49-F238E27FC236}">
                  <a16:creationId xmlns:a16="http://schemas.microsoft.com/office/drawing/2014/main" id="{094943B8-D0C8-FA3C-8BAC-0851BCA074A7}"/>
                </a:ext>
              </a:extLst>
            </p:cNvPr>
            <p:cNvSpPr txBox="1"/>
            <p:nvPr/>
          </p:nvSpPr>
          <p:spPr>
            <a:xfrm>
              <a:off x="2051600" y="3333389"/>
              <a:ext cx="87290" cy="506146"/>
            </a:xfrm>
            <a:prstGeom prst="rect">
              <a:avLst/>
            </a:prstGeom>
          </p:spPr>
          <p:txBody>
            <a:bodyPr lIns="0" tIns="0" rIns="0" bIns="0" rtlCol="0" anchor="t">
              <a:spAutoFit/>
            </a:bodyPr>
            <a:lstStyle/>
            <a:p>
              <a:pPr algn="ctr">
                <a:lnSpc>
                  <a:spcPts val="1504"/>
                </a:lnSpc>
              </a:pPr>
              <a:r>
                <a:rPr lang="en-US" sz="1074">
                  <a:solidFill>
                    <a:srgbClr val="000000"/>
                  </a:solidFill>
                  <a:latin typeface="Edu NSW ACT Foundation" pitchFamily="2" charset="0"/>
                  <a:ea typeface="Canva Student Font"/>
                  <a:cs typeface="Canva Student Font"/>
                  <a:sym typeface="Canva Student Font"/>
                </a:rPr>
                <a:t>2</a:t>
              </a:r>
            </a:p>
            <a:p>
              <a:pPr algn="ctr">
                <a:lnSpc>
                  <a:spcPts val="1504"/>
                </a:lnSpc>
                <a:spcBef>
                  <a:spcPct val="0"/>
                </a:spcBef>
              </a:pPr>
              <a:r>
                <a:rPr lang="en-US" sz="1074">
                  <a:solidFill>
                    <a:srgbClr val="000000"/>
                  </a:solidFill>
                  <a:latin typeface="Edu NSW ACT Foundation" pitchFamily="2" charset="0"/>
                  <a:ea typeface="Canva Student Font"/>
                  <a:cs typeface="Canva Student Font"/>
                  <a:sym typeface="Canva Student Font"/>
                </a:rPr>
                <a:t>4</a:t>
              </a:r>
            </a:p>
          </p:txBody>
        </p:sp>
        <p:sp>
          <p:nvSpPr>
            <p:cNvPr id="22" name="AutoShape 21">
              <a:extLst>
                <a:ext uri="{FF2B5EF4-FFF2-40B4-BE49-F238E27FC236}">
                  <a16:creationId xmlns:a16="http://schemas.microsoft.com/office/drawing/2014/main" id="{D8042EDE-8635-450D-F888-93BCED0CCA13}"/>
                </a:ext>
              </a:extLst>
            </p:cNvPr>
            <p:cNvSpPr/>
            <p:nvPr/>
          </p:nvSpPr>
          <p:spPr>
            <a:xfrm>
              <a:off x="1987124" y="3586075"/>
              <a:ext cx="216243"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3" name="TextBox 22">
              <a:extLst>
                <a:ext uri="{FF2B5EF4-FFF2-40B4-BE49-F238E27FC236}">
                  <a16:creationId xmlns:a16="http://schemas.microsoft.com/office/drawing/2014/main" id="{706C44B4-DECC-D022-0B31-B016595F7041}"/>
                </a:ext>
              </a:extLst>
            </p:cNvPr>
            <p:cNvSpPr txBox="1"/>
            <p:nvPr/>
          </p:nvSpPr>
          <p:spPr>
            <a:xfrm>
              <a:off x="2898637" y="3333389"/>
              <a:ext cx="87290" cy="506146"/>
            </a:xfrm>
            <a:prstGeom prst="rect">
              <a:avLst/>
            </a:prstGeom>
          </p:spPr>
          <p:txBody>
            <a:bodyPr lIns="0" tIns="0" rIns="0" bIns="0" rtlCol="0" anchor="t">
              <a:spAutoFit/>
            </a:bodyPr>
            <a:lstStyle/>
            <a:p>
              <a:pPr algn="ctr">
                <a:lnSpc>
                  <a:spcPts val="1504"/>
                </a:lnSpc>
              </a:pPr>
              <a:r>
                <a:rPr lang="en-US" sz="1074">
                  <a:solidFill>
                    <a:srgbClr val="000000"/>
                  </a:solidFill>
                  <a:latin typeface="Edu NSW ACT Foundation" pitchFamily="2" charset="0"/>
                  <a:ea typeface="Canva Student Font"/>
                  <a:cs typeface="Canva Student Font"/>
                  <a:sym typeface="Canva Student Font"/>
                </a:rPr>
                <a:t>3</a:t>
              </a:r>
            </a:p>
            <a:p>
              <a:pPr algn="ctr">
                <a:lnSpc>
                  <a:spcPts val="1504"/>
                </a:lnSpc>
                <a:spcBef>
                  <a:spcPct val="0"/>
                </a:spcBef>
              </a:pPr>
              <a:r>
                <a:rPr lang="en-US" sz="1074">
                  <a:solidFill>
                    <a:srgbClr val="000000"/>
                  </a:solidFill>
                  <a:latin typeface="Edu NSW ACT Foundation" pitchFamily="2" charset="0"/>
                  <a:ea typeface="Canva Student Font"/>
                  <a:cs typeface="Canva Student Font"/>
                  <a:sym typeface="Canva Student Font"/>
                </a:rPr>
                <a:t>4</a:t>
              </a:r>
            </a:p>
          </p:txBody>
        </p:sp>
        <p:sp>
          <p:nvSpPr>
            <p:cNvPr id="24" name="AutoShape 23">
              <a:extLst>
                <a:ext uri="{FF2B5EF4-FFF2-40B4-BE49-F238E27FC236}">
                  <a16:creationId xmlns:a16="http://schemas.microsoft.com/office/drawing/2014/main" id="{45BE2E28-884D-3457-FD8D-33D05DC9A13A}"/>
                </a:ext>
              </a:extLst>
            </p:cNvPr>
            <p:cNvSpPr/>
            <p:nvPr/>
          </p:nvSpPr>
          <p:spPr>
            <a:xfrm>
              <a:off x="2834161" y="3586075"/>
              <a:ext cx="216243"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25" name="TextBox 24">
              <a:extLst>
                <a:ext uri="{FF2B5EF4-FFF2-40B4-BE49-F238E27FC236}">
                  <a16:creationId xmlns:a16="http://schemas.microsoft.com/office/drawing/2014/main" id="{A15303DB-E35C-DEB6-ECF3-C0C4A607C659}"/>
                </a:ext>
              </a:extLst>
            </p:cNvPr>
            <p:cNvSpPr txBox="1"/>
            <p:nvPr/>
          </p:nvSpPr>
          <p:spPr>
            <a:xfrm>
              <a:off x="3679759" y="3383577"/>
              <a:ext cx="132978" cy="366896"/>
            </a:xfrm>
            <a:prstGeom prst="rect">
              <a:avLst/>
            </a:prstGeom>
          </p:spPr>
          <p:txBody>
            <a:bodyPr lIns="0" tIns="0" rIns="0" bIns="0" rtlCol="0" anchor="t">
              <a:spAutoFit/>
            </a:bodyPr>
            <a:lstStyle/>
            <a:p>
              <a:pPr algn="ctr">
                <a:lnSpc>
                  <a:spcPts val="2291"/>
                </a:lnSpc>
                <a:spcBef>
                  <a:spcPct val="0"/>
                </a:spcBef>
              </a:pPr>
              <a:r>
                <a:rPr lang="en-US" sz="1636">
                  <a:solidFill>
                    <a:srgbClr val="000000"/>
                  </a:solidFill>
                  <a:latin typeface="Edu NSW ACT Foundation" pitchFamily="2" charset="0"/>
                  <a:ea typeface="Canva Student Font"/>
                  <a:cs typeface="Canva Student Font"/>
                  <a:sym typeface="Canva Student Font"/>
                </a:rPr>
                <a:t>1</a:t>
              </a:r>
            </a:p>
          </p:txBody>
        </p:sp>
        <p:sp>
          <p:nvSpPr>
            <p:cNvPr id="26" name="TextBox 25">
              <a:extLst>
                <a:ext uri="{FF2B5EF4-FFF2-40B4-BE49-F238E27FC236}">
                  <a16:creationId xmlns:a16="http://schemas.microsoft.com/office/drawing/2014/main" id="{656DBA0F-1DEC-9B5B-936D-A719804A81BD}"/>
                </a:ext>
              </a:extLst>
            </p:cNvPr>
            <p:cNvSpPr txBox="1"/>
            <p:nvPr/>
          </p:nvSpPr>
          <p:spPr>
            <a:xfrm>
              <a:off x="429154" y="3383577"/>
              <a:ext cx="132978" cy="366896"/>
            </a:xfrm>
            <a:prstGeom prst="rect">
              <a:avLst/>
            </a:prstGeom>
          </p:spPr>
          <p:txBody>
            <a:bodyPr lIns="0" tIns="0" rIns="0" bIns="0" rtlCol="0" anchor="t">
              <a:spAutoFit/>
            </a:bodyPr>
            <a:lstStyle/>
            <a:p>
              <a:pPr algn="ctr">
                <a:lnSpc>
                  <a:spcPts val="2291"/>
                </a:lnSpc>
                <a:spcBef>
                  <a:spcPct val="0"/>
                </a:spcBef>
              </a:pPr>
              <a:r>
                <a:rPr lang="en-US" sz="1636">
                  <a:solidFill>
                    <a:srgbClr val="000000"/>
                  </a:solidFill>
                  <a:latin typeface="Edu NSW ACT Foundation" pitchFamily="2" charset="0"/>
                  <a:ea typeface="Canva Student Font"/>
                  <a:cs typeface="Canva Student Font"/>
                  <a:sym typeface="Canva Student Font"/>
                </a:rPr>
                <a:t>0</a:t>
              </a:r>
            </a:p>
          </p:txBody>
        </p:sp>
        <p:grpSp>
          <p:nvGrpSpPr>
            <p:cNvPr id="27" name="Group 26">
              <a:extLst>
                <a:ext uri="{FF2B5EF4-FFF2-40B4-BE49-F238E27FC236}">
                  <a16:creationId xmlns:a16="http://schemas.microsoft.com/office/drawing/2014/main" id="{0C407EA6-CADF-8F71-D2E1-8D45BC9F4F66}"/>
                </a:ext>
              </a:extLst>
            </p:cNvPr>
            <p:cNvGrpSpPr/>
            <p:nvPr/>
          </p:nvGrpSpPr>
          <p:grpSpPr>
            <a:xfrm>
              <a:off x="1268911" y="2796617"/>
              <a:ext cx="2476057" cy="414248"/>
              <a:chOff x="0" y="0"/>
              <a:chExt cx="665522" cy="111343"/>
            </a:xfrm>
          </p:grpSpPr>
          <p:sp>
            <p:nvSpPr>
              <p:cNvPr id="116" name="Freeform 27">
                <a:extLst>
                  <a:ext uri="{FF2B5EF4-FFF2-40B4-BE49-F238E27FC236}">
                    <a16:creationId xmlns:a16="http://schemas.microsoft.com/office/drawing/2014/main" id="{0D7AE622-6D15-BADD-42DC-EE0B17A4C6EA}"/>
                  </a:ext>
                </a:extLst>
              </p:cNvPr>
              <p:cNvSpPr/>
              <p:nvPr/>
            </p:nvSpPr>
            <p:spPr>
              <a:xfrm>
                <a:off x="0" y="0"/>
                <a:ext cx="665522" cy="111343"/>
              </a:xfrm>
              <a:custGeom>
                <a:avLst/>
                <a:gdLst/>
                <a:ahLst/>
                <a:cxnLst/>
                <a:rect l="l" t="t" r="r" b="b"/>
                <a:pathLst>
                  <a:path w="665522" h="111343">
                    <a:moveTo>
                      <a:pt x="0" y="0"/>
                    </a:moveTo>
                    <a:lnTo>
                      <a:pt x="665522" y="0"/>
                    </a:lnTo>
                    <a:lnTo>
                      <a:pt x="665522" y="111343"/>
                    </a:lnTo>
                    <a:lnTo>
                      <a:pt x="0" y="111343"/>
                    </a:lnTo>
                    <a:close/>
                  </a:path>
                </a:pathLst>
              </a:custGeom>
              <a:solidFill>
                <a:srgbClr val="FAECEC"/>
              </a:solidFill>
            </p:spPr>
            <p:txBody>
              <a:bodyPr/>
              <a:lstStyle/>
              <a:p>
                <a:endParaRPr lang="en-AU">
                  <a:latin typeface="Edu NSW ACT Foundation" pitchFamily="2" charset="0"/>
                </a:endParaRPr>
              </a:p>
            </p:txBody>
          </p:sp>
          <p:sp>
            <p:nvSpPr>
              <p:cNvPr id="117" name="TextBox 28">
                <a:extLst>
                  <a:ext uri="{FF2B5EF4-FFF2-40B4-BE49-F238E27FC236}">
                    <a16:creationId xmlns:a16="http://schemas.microsoft.com/office/drawing/2014/main" id="{0B9A820C-23DF-3F9A-258B-FC605FAD4D26}"/>
                  </a:ext>
                </a:extLst>
              </p:cNvPr>
              <p:cNvSpPr txBox="1"/>
              <p:nvPr/>
            </p:nvSpPr>
            <p:spPr>
              <a:xfrm>
                <a:off x="0" y="-38100"/>
                <a:ext cx="665522" cy="149443"/>
              </a:xfrm>
              <a:prstGeom prst="rect">
                <a:avLst/>
              </a:prstGeom>
            </p:spPr>
            <p:txBody>
              <a:bodyPr lIns="50800" tIns="50800" rIns="50800" bIns="50800" rtlCol="0" anchor="ctr"/>
              <a:lstStyle/>
              <a:p>
                <a:pPr algn="ctr">
                  <a:lnSpc>
                    <a:spcPts val="2433"/>
                  </a:lnSpc>
                </a:pPr>
                <a:endParaRPr>
                  <a:latin typeface="Edu NSW ACT Foundation" pitchFamily="2" charset="0"/>
                </a:endParaRPr>
              </a:p>
            </p:txBody>
          </p:sp>
        </p:grpSp>
        <p:grpSp>
          <p:nvGrpSpPr>
            <p:cNvPr id="28" name="Group 29">
              <a:extLst>
                <a:ext uri="{FF2B5EF4-FFF2-40B4-BE49-F238E27FC236}">
                  <a16:creationId xmlns:a16="http://schemas.microsoft.com/office/drawing/2014/main" id="{27C930F2-0811-3421-54C7-027ADA39D766}"/>
                </a:ext>
              </a:extLst>
            </p:cNvPr>
            <p:cNvGrpSpPr/>
            <p:nvPr/>
          </p:nvGrpSpPr>
          <p:grpSpPr>
            <a:xfrm>
              <a:off x="490843" y="2796617"/>
              <a:ext cx="1648047" cy="406754"/>
              <a:chOff x="0" y="0"/>
              <a:chExt cx="442967" cy="109329"/>
            </a:xfrm>
          </p:grpSpPr>
          <p:sp>
            <p:nvSpPr>
              <p:cNvPr id="114" name="Freeform 30">
                <a:extLst>
                  <a:ext uri="{FF2B5EF4-FFF2-40B4-BE49-F238E27FC236}">
                    <a16:creationId xmlns:a16="http://schemas.microsoft.com/office/drawing/2014/main" id="{3BD9F516-08BC-A063-1AA6-F796A14107FB}"/>
                  </a:ext>
                </a:extLst>
              </p:cNvPr>
              <p:cNvSpPr/>
              <p:nvPr/>
            </p:nvSpPr>
            <p:spPr>
              <a:xfrm>
                <a:off x="0" y="0"/>
                <a:ext cx="442967" cy="109329"/>
              </a:xfrm>
              <a:custGeom>
                <a:avLst/>
                <a:gdLst/>
                <a:ahLst/>
                <a:cxnLst/>
                <a:rect l="l" t="t" r="r" b="b"/>
                <a:pathLst>
                  <a:path w="442967" h="109329">
                    <a:moveTo>
                      <a:pt x="0" y="0"/>
                    </a:moveTo>
                    <a:lnTo>
                      <a:pt x="442967" y="0"/>
                    </a:lnTo>
                    <a:lnTo>
                      <a:pt x="442967" y="109329"/>
                    </a:lnTo>
                    <a:lnTo>
                      <a:pt x="0" y="109329"/>
                    </a:lnTo>
                    <a:close/>
                  </a:path>
                </a:pathLst>
              </a:custGeom>
              <a:solidFill>
                <a:srgbClr val="FF3131"/>
              </a:solidFill>
            </p:spPr>
            <p:txBody>
              <a:bodyPr/>
              <a:lstStyle/>
              <a:p>
                <a:endParaRPr lang="en-AU">
                  <a:latin typeface="Edu NSW ACT Foundation" pitchFamily="2" charset="0"/>
                </a:endParaRPr>
              </a:p>
            </p:txBody>
          </p:sp>
          <p:sp>
            <p:nvSpPr>
              <p:cNvPr id="115" name="TextBox 31">
                <a:extLst>
                  <a:ext uri="{FF2B5EF4-FFF2-40B4-BE49-F238E27FC236}">
                    <a16:creationId xmlns:a16="http://schemas.microsoft.com/office/drawing/2014/main" id="{9E6ABFE8-2296-9BEF-A7C9-1C955D8C6E18}"/>
                  </a:ext>
                </a:extLst>
              </p:cNvPr>
              <p:cNvSpPr txBox="1"/>
              <p:nvPr/>
            </p:nvSpPr>
            <p:spPr>
              <a:xfrm>
                <a:off x="0" y="-38100"/>
                <a:ext cx="442967" cy="147429"/>
              </a:xfrm>
              <a:prstGeom prst="rect">
                <a:avLst/>
              </a:prstGeom>
            </p:spPr>
            <p:txBody>
              <a:bodyPr lIns="50800" tIns="50800" rIns="50800" bIns="50800" rtlCol="0" anchor="ctr"/>
              <a:lstStyle/>
              <a:p>
                <a:pPr algn="ctr">
                  <a:lnSpc>
                    <a:spcPts val="2433"/>
                  </a:lnSpc>
                </a:pPr>
                <a:endParaRPr>
                  <a:latin typeface="Edu NSW ACT Foundation" pitchFamily="2" charset="0"/>
                </a:endParaRPr>
              </a:p>
            </p:txBody>
          </p:sp>
        </p:grpSp>
        <p:sp>
          <p:nvSpPr>
            <p:cNvPr id="29" name="Freeform 32">
              <a:extLst>
                <a:ext uri="{FF2B5EF4-FFF2-40B4-BE49-F238E27FC236}">
                  <a16:creationId xmlns:a16="http://schemas.microsoft.com/office/drawing/2014/main" id="{7CAAE945-C499-534C-6B82-D89722F208EB}"/>
                </a:ext>
              </a:extLst>
            </p:cNvPr>
            <p:cNvSpPr/>
            <p:nvPr/>
          </p:nvSpPr>
          <p:spPr>
            <a:xfrm>
              <a:off x="328358" y="3115403"/>
              <a:ext cx="3750017" cy="178625"/>
            </a:xfrm>
            <a:custGeom>
              <a:avLst/>
              <a:gdLst/>
              <a:ahLst/>
              <a:cxnLst/>
              <a:rect l="l" t="t" r="r" b="b"/>
              <a:pathLst>
                <a:path w="3750017" h="178625">
                  <a:moveTo>
                    <a:pt x="0" y="0"/>
                  </a:moveTo>
                  <a:lnTo>
                    <a:pt x="3750017" y="0"/>
                  </a:lnTo>
                  <a:lnTo>
                    <a:pt x="3750017" y="178625"/>
                  </a:lnTo>
                  <a:lnTo>
                    <a:pt x="0" y="178625"/>
                  </a:lnTo>
                  <a:lnTo>
                    <a:pt x="0" y="0"/>
                  </a:lnTo>
                  <a:close/>
                </a:path>
              </a:pathLst>
            </a:custGeom>
            <a:blipFill>
              <a:blip r:embed="rId4">
                <a:extLst>
                  <a:ext uri="{96DAC541-7B7A-43D3-8B79-37D633B846F1}">
                    <asvg:svgBlip xmlns:asvg="http://schemas.microsoft.com/office/drawing/2016/SVG/main" r:embed="rId5"/>
                  </a:ext>
                </a:extLst>
              </a:blip>
              <a:stretch>
                <a:fillRect l="-4229" b="-3937"/>
              </a:stretch>
            </a:blipFill>
          </p:spPr>
          <p:txBody>
            <a:bodyPr/>
            <a:lstStyle/>
            <a:p>
              <a:endParaRPr lang="en-AU">
                <a:latin typeface="Edu NSW ACT Foundation" pitchFamily="2" charset="0"/>
              </a:endParaRPr>
            </a:p>
          </p:txBody>
        </p:sp>
        <p:grpSp>
          <p:nvGrpSpPr>
            <p:cNvPr id="30" name="Group 33">
              <a:extLst>
                <a:ext uri="{FF2B5EF4-FFF2-40B4-BE49-F238E27FC236}">
                  <a16:creationId xmlns:a16="http://schemas.microsoft.com/office/drawing/2014/main" id="{069AE7D2-5F9A-63FF-68DD-6BB81427272F}"/>
                </a:ext>
              </a:extLst>
            </p:cNvPr>
            <p:cNvGrpSpPr/>
            <p:nvPr/>
          </p:nvGrpSpPr>
          <p:grpSpPr>
            <a:xfrm>
              <a:off x="5693752" y="2725520"/>
              <a:ext cx="2476057" cy="414248"/>
              <a:chOff x="0" y="0"/>
              <a:chExt cx="665522" cy="111343"/>
            </a:xfrm>
          </p:grpSpPr>
          <p:sp>
            <p:nvSpPr>
              <p:cNvPr id="112" name="Freeform 34">
                <a:extLst>
                  <a:ext uri="{FF2B5EF4-FFF2-40B4-BE49-F238E27FC236}">
                    <a16:creationId xmlns:a16="http://schemas.microsoft.com/office/drawing/2014/main" id="{BBDFFC69-42DC-1806-74D5-16E7A2E67CAE}"/>
                  </a:ext>
                </a:extLst>
              </p:cNvPr>
              <p:cNvSpPr/>
              <p:nvPr/>
            </p:nvSpPr>
            <p:spPr>
              <a:xfrm>
                <a:off x="0" y="0"/>
                <a:ext cx="665522" cy="111343"/>
              </a:xfrm>
              <a:custGeom>
                <a:avLst/>
                <a:gdLst/>
                <a:ahLst/>
                <a:cxnLst/>
                <a:rect l="l" t="t" r="r" b="b"/>
                <a:pathLst>
                  <a:path w="665522" h="111343">
                    <a:moveTo>
                      <a:pt x="0" y="0"/>
                    </a:moveTo>
                    <a:lnTo>
                      <a:pt x="665522" y="0"/>
                    </a:lnTo>
                    <a:lnTo>
                      <a:pt x="665522" y="111343"/>
                    </a:lnTo>
                    <a:lnTo>
                      <a:pt x="0" y="111343"/>
                    </a:lnTo>
                    <a:close/>
                  </a:path>
                </a:pathLst>
              </a:custGeom>
              <a:solidFill>
                <a:srgbClr val="FAECEC"/>
              </a:solidFill>
            </p:spPr>
            <p:txBody>
              <a:bodyPr/>
              <a:lstStyle/>
              <a:p>
                <a:endParaRPr lang="en-AU">
                  <a:latin typeface="Edu NSW ACT Foundation" pitchFamily="2" charset="0"/>
                </a:endParaRPr>
              </a:p>
            </p:txBody>
          </p:sp>
          <p:sp>
            <p:nvSpPr>
              <p:cNvPr id="113" name="TextBox 35">
                <a:extLst>
                  <a:ext uri="{FF2B5EF4-FFF2-40B4-BE49-F238E27FC236}">
                    <a16:creationId xmlns:a16="http://schemas.microsoft.com/office/drawing/2014/main" id="{34AAD9DB-A6D6-5896-F0A1-F0F72B438276}"/>
                  </a:ext>
                </a:extLst>
              </p:cNvPr>
              <p:cNvSpPr txBox="1"/>
              <p:nvPr/>
            </p:nvSpPr>
            <p:spPr>
              <a:xfrm>
                <a:off x="0" y="-38100"/>
                <a:ext cx="665522" cy="149443"/>
              </a:xfrm>
              <a:prstGeom prst="rect">
                <a:avLst/>
              </a:prstGeom>
            </p:spPr>
            <p:txBody>
              <a:bodyPr lIns="50800" tIns="50800" rIns="50800" bIns="50800" rtlCol="0" anchor="ctr"/>
              <a:lstStyle/>
              <a:p>
                <a:pPr algn="ctr">
                  <a:lnSpc>
                    <a:spcPts val="2433"/>
                  </a:lnSpc>
                </a:pPr>
                <a:endParaRPr>
                  <a:latin typeface="Edu NSW ACT Foundation" pitchFamily="2" charset="0"/>
                </a:endParaRPr>
              </a:p>
            </p:txBody>
          </p:sp>
        </p:grpSp>
        <p:grpSp>
          <p:nvGrpSpPr>
            <p:cNvPr id="31" name="Group 36">
              <a:extLst>
                <a:ext uri="{FF2B5EF4-FFF2-40B4-BE49-F238E27FC236}">
                  <a16:creationId xmlns:a16="http://schemas.microsoft.com/office/drawing/2014/main" id="{E1023A36-E262-EEAC-CA7E-3904DEA58725}"/>
                </a:ext>
              </a:extLst>
            </p:cNvPr>
            <p:cNvGrpSpPr/>
            <p:nvPr/>
          </p:nvGrpSpPr>
          <p:grpSpPr>
            <a:xfrm>
              <a:off x="4915684" y="2725520"/>
              <a:ext cx="978033" cy="406754"/>
              <a:chOff x="0" y="0"/>
              <a:chExt cx="262879" cy="109329"/>
            </a:xfrm>
          </p:grpSpPr>
          <p:sp>
            <p:nvSpPr>
              <p:cNvPr id="110" name="Freeform 37">
                <a:extLst>
                  <a:ext uri="{FF2B5EF4-FFF2-40B4-BE49-F238E27FC236}">
                    <a16:creationId xmlns:a16="http://schemas.microsoft.com/office/drawing/2014/main" id="{FFFDD41D-C23A-132A-CA3F-AEFC5E3C8871}"/>
                  </a:ext>
                </a:extLst>
              </p:cNvPr>
              <p:cNvSpPr/>
              <p:nvPr/>
            </p:nvSpPr>
            <p:spPr>
              <a:xfrm>
                <a:off x="0" y="0"/>
                <a:ext cx="262879" cy="109329"/>
              </a:xfrm>
              <a:custGeom>
                <a:avLst/>
                <a:gdLst/>
                <a:ahLst/>
                <a:cxnLst/>
                <a:rect l="l" t="t" r="r" b="b"/>
                <a:pathLst>
                  <a:path w="262879" h="109329">
                    <a:moveTo>
                      <a:pt x="0" y="0"/>
                    </a:moveTo>
                    <a:lnTo>
                      <a:pt x="262879" y="0"/>
                    </a:lnTo>
                    <a:lnTo>
                      <a:pt x="262879" y="109329"/>
                    </a:lnTo>
                    <a:lnTo>
                      <a:pt x="0" y="109329"/>
                    </a:lnTo>
                    <a:close/>
                  </a:path>
                </a:pathLst>
              </a:custGeom>
              <a:solidFill>
                <a:srgbClr val="FF3131"/>
              </a:solidFill>
            </p:spPr>
            <p:txBody>
              <a:bodyPr/>
              <a:lstStyle/>
              <a:p>
                <a:endParaRPr lang="en-AU">
                  <a:latin typeface="Edu NSW ACT Foundation" pitchFamily="2" charset="0"/>
                </a:endParaRPr>
              </a:p>
            </p:txBody>
          </p:sp>
          <p:sp>
            <p:nvSpPr>
              <p:cNvPr id="111" name="TextBox 38">
                <a:extLst>
                  <a:ext uri="{FF2B5EF4-FFF2-40B4-BE49-F238E27FC236}">
                    <a16:creationId xmlns:a16="http://schemas.microsoft.com/office/drawing/2014/main" id="{3A53A407-8F92-1EFB-8435-317B01590248}"/>
                  </a:ext>
                </a:extLst>
              </p:cNvPr>
              <p:cNvSpPr txBox="1"/>
              <p:nvPr/>
            </p:nvSpPr>
            <p:spPr>
              <a:xfrm>
                <a:off x="0" y="-38100"/>
                <a:ext cx="262879" cy="147429"/>
              </a:xfrm>
              <a:prstGeom prst="rect">
                <a:avLst/>
              </a:prstGeom>
            </p:spPr>
            <p:txBody>
              <a:bodyPr lIns="50800" tIns="50800" rIns="50800" bIns="50800" rtlCol="0" anchor="ctr"/>
              <a:lstStyle/>
              <a:p>
                <a:pPr algn="ctr">
                  <a:lnSpc>
                    <a:spcPts val="2433"/>
                  </a:lnSpc>
                </a:pPr>
                <a:endParaRPr>
                  <a:latin typeface="Edu NSW ACT Foundation" pitchFamily="2" charset="0"/>
                </a:endParaRPr>
              </a:p>
            </p:txBody>
          </p:sp>
        </p:grpSp>
        <p:sp>
          <p:nvSpPr>
            <p:cNvPr id="32" name="TextBox 39">
              <a:extLst>
                <a:ext uri="{FF2B5EF4-FFF2-40B4-BE49-F238E27FC236}">
                  <a16:creationId xmlns:a16="http://schemas.microsoft.com/office/drawing/2014/main" id="{00D83284-79F1-C785-B2DA-BBCCD459F637}"/>
                </a:ext>
              </a:extLst>
            </p:cNvPr>
            <p:cNvSpPr txBox="1"/>
            <p:nvPr/>
          </p:nvSpPr>
          <p:spPr>
            <a:xfrm>
              <a:off x="5178633" y="3275383"/>
              <a:ext cx="182572" cy="522707"/>
            </a:xfrm>
            <a:prstGeom prst="rect">
              <a:avLst/>
            </a:prstGeom>
          </p:spPr>
          <p:txBody>
            <a:bodyPr wrap="square"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1 10</a:t>
              </a:r>
            </a:p>
          </p:txBody>
        </p:sp>
        <p:sp>
          <p:nvSpPr>
            <p:cNvPr id="33" name="AutoShape 40">
              <a:extLst>
                <a:ext uri="{FF2B5EF4-FFF2-40B4-BE49-F238E27FC236}">
                  <a16:creationId xmlns:a16="http://schemas.microsoft.com/office/drawing/2014/main" id="{17E7C89B-A84C-B6C4-FB07-76F9958C82CE}"/>
                </a:ext>
              </a:extLst>
            </p:cNvPr>
            <p:cNvSpPr/>
            <p:nvPr/>
          </p:nvSpPr>
          <p:spPr>
            <a:xfrm>
              <a:off x="5129115" y="3529739"/>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34" name="TextBox 41">
              <a:extLst>
                <a:ext uri="{FF2B5EF4-FFF2-40B4-BE49-F238E27FC236}">
                  <a16:creationId xmlns:a16="http://schemas.microsoft.com/office/drawing/2014/main" id="{107FE1A3-6D25-518C-51EF-6BF9D8CD0BCF}"/>
                </a:ext>
              </a:extLst>
            </p:cNvPr>
            <p:cNvSpPr txBox="1"/>
            <p:nvPr/>
          </p:nvSpPr>
          <p:spPr>
            <a:xfrm>
              <a:off x="8089027" y="3347239"/>
              <a:ext cx="137239" cy="377432"/>
            </a:xfrm>
            <a:prstGeom prst="rect">
              <a:avLst/>
            </a:prstGeom>
          </p:spPr>
          <p:txBody>
            <a:bodyPr lIns="0" tIns="0" rIns="0" bIns="0" rtlCol="0" anchor="t">
              <a:spAutoFit/>
            </a:bodyPr>
            <a:lstStyle/>
            <a:p>
              <a:pPr algn="ctr">
                <a:lnSpc>
                  <a:spcPts val="2364"/>
                </a:lnSpc>
                <a:spcBef>
                  <a:spcPct val="0"/>
                </a:spcBef>
              </a:pPr>
              <a:r>
                <a:rPr lang="en-US" sz="1689">
                  <a:solidFill>
                    <a:srgbClr val="000000"/>
                  </a:solidFill>
                  <a:latin typeface="Edu NSW ACT Foundation" pitchFamily="2" charset="0"/>
                  <a:ea typeface="Canva Student Font"/>
                  <a:cs typeface="Canva Student Font"/>
                  <a:sym typeface="Canva Student Font"/>
                </a:rPr>
                <a:t>1</a:t>
              </a:r>
            </a:p>
          </p:txBody>
        </p:sp>
        <p:sp>
          <p:nvSpPr>
            <p:cNvPr id="35" name="TextBox 42">
              <a:extLst>
                <a:ext uri="{FF2B5EF4-FFF2-40B4-BE49-F238E27FC236}">
                  <a16:creationId xmlns:a16="http://schemas.microsoft.com/office/drawing/2014/main" id="{EDF6D25C-1354-D69E-2082-50BF508F6CA1}"/>
                </a:ext>
              </a:extLst>
            </p:cNvPr>
            <p:cNvSpPr txBox="1"/>
            <p:nvPr/>
          </p:nvSpPr>
          <p:spPr>
            <a:xfrm>
              <a:off x="4857179" y="3347239"/>
              <a:ext cx="137239" cy="377432"/>
            </a:xfrm>
            <a:prstGeom prst="rect">
              <a:avLst/>
            </a:prstGeom>
          </p:spPr>
          <p:txBody>
            <a:bodyPr lIns="0" tIns="0" rIns="0" bIns="0" rtlCol="0" anchor="t">
              <a:spAutoFit/>
            </a:bodyPr>
            <a:lstStyle/>
            <a:p>
              <a:pPr algn="ctr">
                <a:lnSpc>
                  <a:spcPts val="2364"/>
                </a:lnSpc>
                <a:spcBef>
                  <a:spcPct val="0"/>
                </a:spcBef>
              </a:pPr>
              <a:r>
                <a:rPr lang="en-US" sz="1689">
                  <a:solidFill>
                    <a:srgbClr val="000000"/>
                  </a:solidFill>
                  <a:latin typeface="Edu NSW ACT Foundation" pitchFamily="2" charset="0"/>
                  <a:ea typeface="Canva Student Font"/>
                  <a:cs typeface="Canva Student Font"/>
                  <a:sym typeface="Canva Student Font"/>
                </a:rPr>
                <a:t>0</a:t>
              </a:r>
            </a:p>
          </p:txBody>
        </p:sp>
        <p:sp>
          <p:nvSpPr>
            <p:cNvPr id="36" name="Freeform 43">
              <a:extLst>
                <a:ext uri="{FF2B5EF4-FFF2-40B4-BE49-F238E27FC236}">
                  <a16:creationId xmlns:a16="http://schemas.microsoft.com/office/drawing/2014/main" id="{BDFBD9A4-7B49-913D-0B2B-2E0253BDA9D7}"/>
                </a:ext>
              </a:extLst>
            </p:cNvPr>
            <p:cNvSpPr/>
            <p:nvPr/>
          </p:nvSpPr>
          <p:spPr>
            <a:xfrm>
              <a:off x="4764175" y="3046815"/>
              <a:ext cx="3740389" cy="185916"/>
            </a:xfrm>
            <a:custGeom>
              <a:avLst/>
              <a:gdLst/>
              <a:ahLst/>
              <a:cxnLst/>
              <a:rect l="l" t="t" r="r" b="b"/>
              <a:pathLst>
                <a:path w="3740389" h="185916">
                  <a:moveTo>
                    <a:pt x="0" y="0"/>
                  </a:moveTo>
                  <a:lnTo>
                    <a:pt x="3740389" y="0"/>
                  </a:lnTo>
                  <a:lnTo>
                    <a:pt x="3740389" y="185916"/>
                  </a:lnTo>
                  <a:lnTo>
                    <a:pt x="0" y="185916"/>
                  </a:lnTo>
                  <a:lnTo>
                    <a:pt x="0" y="0"/>
                  </a:lnTo>
                  <a:close/>
                </a:path>
              </a:pathLst>
            </a:custGeom>
            <a:blipFill>
              <a:blip r:embed="rId6">
                <a:extLst>
                  <a:ext uri="{96DAC541-7B7A-43D3-8B79-37D633B846F1}">
                    <asvg:svgBlip xmlns:asvg="http://schemas.microsoft.com/office/drawing/2016/SVG/main" r:embed="rId7"/>
                  </a:ext>
                </a:extLst>
              </a:blip>
              <a:stretch>
                <a:fillRect l="-4642"/>
              </a:stretch>
            </a:blipFill>
          </p:spPr>
          <p:txBody>
            <a:bodyPr/>
            <a:lstStyle/>
            <a:p>
              <a:endParaRPr lang="en-AU">
                <a:latin typeface="Edu NSW ACT Foundation" pitchFamily="2" charset="0"/>
              </a:endParaRPr>
            </a:p>
          </p:txBody>
        </p:sp>
        <p:sp>
          <p:nvSpPr>
            <p:cNvPr id="37" name="TextBox 44">
              <a:extLst>
                <a:ext uri="{FF2B5EF4-FFF2-40B4-BE49-F238E27FC236}">
                  <a16:creationId xmlns:a16="http://schemas.microsoft.com/office/drawing/2014/main" id="{D53B47C0-C9CC-E521-26FE-15C8A38500D3}"/>
                </a:ext>
              </a:extLst>
            </p:cNvPr>
            <p:cNvSpPr txBox="1"/>
            <p:nvPr/>
          </p:nvSpPr>
          <p:spPr>
            <a:xfrm>
              <a:off x="5505141" y="3275383"/>
              <a:ext cx="160864" cy="522707"/>
            </a:xfrm>
            <a:prstGeom prst="rect">
              <a:avLst/>
            </a:prstGeom>
          </p:spPr>
          <p:txBody>
            <a:bodyPr wrap="square"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2 10</a:t>
              </a:r>
            </a:p>
          </p:txBody>
        </p:sp>
        <p:sp>
          <p:nvSpPr>
            <p:cNvPr id="38" name="AutoShape 45">
              <a:extLst>
                <a:ext uri="{FF2B5EF4-FFF2-40B4-BE49-F238E27FC236}">
                  <a16:creationId xmlns:a16="http://schemas.microsoft.com/office/drawing/2014/main" id="{2AB92ECC-A8C4-AD58-E9F6-90B297052098}"/>
                </a:ext>
              </a:extLst>
            </p:cNvPr>
            <p:cNvSpPr/>
            <p:nvPr/>
          </p:nvSpPr>
          <p:spPr>
            <a:xfrm>
              <a:off x="5455623" y="3529739"/>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39" name="TextBox 46">
              <a:extLst>
                <a:ext uri="{FF2B5EF4-FFF2-40B4-BE49-F238E27FC236}">
                  <a16:creationId xmlns:a16="http://schemas.microsoft.com/office/drawing/2014/main" id="{C1D49CFC-2586-DAE6-7157-5F9E37BF8193}"/>
                </a:ext>
              </a:extLst>
            </p:cNvPr>
            <p:cNvSpPr txBox="1"/>
            <p:nvPr/>
          </p:nvSpPr>
          <p:spPr>
            <a:xfrm>
              <a:off x="5831649" y="3275383"/>
              <a:ext cx="240756" cy="522707"/>
            </a:xfrm>
            <a:prstGeom prst="rect">
              <a:avLst/>
            </a:prstGeom>
          </p:spPr>
          <p:txBody>
            <a:bodyPr wrap="square"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3 10</a:t>
              </a:r>
            </a:p>
          </p:txBody>
        </p:sp>
        <p:sp>
          <p:nvSpPr>
            <p:cNvPr id="40" name="AutoShape 47">
              <a:extLst>
                <a:ext uri="{FF2B5EF4-FFF2-40B4-BE49-F238E27FC236}">
                  <a16:creationId xmlns:a16="http://schemas.microsoft.com/office/drawing/2014/main" id="{4E321400-FEE0-BE75-87F0-63994621331B}"/>
                </a:ext>
              </a:extLst>
            </p:cNvPr>
            <p:cNvSpPr/>
            <p:nvPr/>
          </p:nvSpPr>
          <p:spPr>
            <a:xfrm>
              <a:off x="5782131" y="3529739"/>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1" name="TextBox 48">
              <a:extLst>
                <a:ext uri="{FF2B5EF4-FFF2-40B4-BE49-F238E27FC236}">
                  <a16:creationId xmlns:a16="http://schemas.microsoft.com/office/drawing/2014/main" id="{9F6B0A85-CF74-7E97-8006-700C6C08EA6D}"/>
                </a:ext>
              </a:extLst>
            </p:cNvPr>
            <p:cNvSpPr txBox="1"/>
            <p:nvPr/>
          </p:nvSpPr>
          <p:spPr>
            <a:xfrm>
              <a:off x="6158157" y="3275383"/>
              <a:ext cx="219048" cy="522707"/>
            </a:xfrm>
            <a:prstGeom prst="rect">
              <a:avLst/>
            </a:prstGeom>
          </p:spPr>
          <p:txBody>
            <a:bodyPr wrap="square"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4 10</a:t>
              </a:r>
            </a:p>
          </p:txBody>
        </p:sp>
        <p:sp>
          <p:nvSpPr>
            <p:cNvPr id="42" name="AutoShape 49">
              <a:extLst>
                <a:ext uri="{FF2B5EF4-FFF2-40B4-BE49-F238E27FC236}">
                  <a16:creationId xmlns:a16="http://schemas.microsoft.com/office/drawing/2014/main" id="{ECB3A8B8-126A-414C-7E91-AB5ED29D4340}"/>
                </a:ext>
              </a:extLst>
            </p:cNvPr>
            <p:cNvSpPr/>
            <p:nvPr/>
          </p:nvSpPr>
          <p:spPr>
            <a:xfrm>
              <a:off x="6108639" y="3529739"/>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3" name="TextBox 50">
              <a:extLst>
                <a:ext uri="{FF2B5EF4-FFF2-40B4-BE49-F238E27FC236}">
                  <a16:creationId xmlns:a16="http://schemas.microsoft.com/office/drawing/2014/main" id="{938B3CDA-5B93-FB24-4415-730CB32D3446}"/>
                </a:ext>
              </a:extLst>
            </p:cNvPr>
            <p:cNvSpPr txBox="1"/>
            <p:nvPr/>
          </p:nvSpPr>
          <p:spPr>
            <a:xfrm>
              <a:off x="6484665" y="3275383"/>
              <a:ext cx="197340" cy="522707"/>
            </a:xfrm>
            <a:prstGeom prst="rect">
              <a:avLst/>
            </a:prstGeom>
          </p:spPr>
          <p:txBody>
            <a:bodyPr wrap="square"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5 10</a:t>
              </a:r>
            </a:p>
          </p:txBody>
        </p:sp>
        <p:sp>
          <p:nvSpPr>
            <p:cNvPr id="44" name="AutoShape 51">
              <a:extLst>
                <a:ext uri="{FF2B5EF4-FFF2-40B4-BE49-F238E27FC236}">
                  <a16:creationId xmlns:a16="http://schemas.microsoft.com/office/drawing/2014/main" id="{1EBD3F13-9C58-D0F5-A138-3822E99B6A80}"/>
                </a:ext>
              </a:extLst>
            </p:cNvPr>
            <p:cNvSpPr/>
            <p:nvPr/>
          </p:nvSpPr>
          <p:spPr>
            <a:xfrm>
              <a:off x="6435146" y="3529739"/>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5" name="TextBox 52">
              <a:extLst>
                <a:ext uri="{FF2B5EF4-FFF2-40B4-BE49-F238E27FC236}">
                  <a16:creationId xmlns:a16="http://schemas.microsoft.com/office/drawing/2014/main" id="{0F5FF6EE-FFE7-D2D1-063E-D76E79E24B35}"/>
                </a:ext>
              </a:extLst>
            </p:cNvPr>
            <p:cNvSpPr txBox="1"/>
            <p:nvPr/>
          </p:nvSpPr>
          <p:spPr>
            <a:xfrm>
              <a:off x="6811172" y="3275383"/>
              <a:ext cx="277233" cy="522707"/>
            </a:xfrm>
            <a:prstGeom prst="rect">
              <a:avLst/>
            </a:prstGeom>
          </p:spPr>
          <p:txBody>
            <a:bodyPr wrap="square"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6 10</a:t>
              </a:r>
            </a:p>
          </p:txBody>
        </p:sp>
        <p:sp>
          <p:nvSpPr>
            <p:cNvPr id="46" name="AutoShape 53">
              <a:extLst>
                <a:ext uri="{FF2B5EF4-FFF2-40B4-BE49-F238E27FC236}">
                  <a16:creationId xmlns:a16="http://schemas.microsoft.com/office/drawing/2014/main" id="{F896AD7D-B1D8-B400-754C-78DFFFB27CB7}"/>
                </a:ext>
              </a:extLst>
            </p:cNvPr>
            <p:cNvSpPr/>
            <p:nvPr/>
          </p:nvSpPr>
          <p:spPr>
            <a:xfrm>
              <a:off x="6761654" y="3529739"/>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7" name="TextBox 54">
              <a:extLst>
                <a:ext uri="{FF2B5EF4-FFF2-40B4-BE49-F238E27FC236}">
                  <a16:creationId xmlns:a16="http://schemas.microsoft.com/office/drawing/2014/main" id="{E88D12F2-2671-9435-65F2-2DD2189E6935}"/>
                </a:ext>
              </a:extLst>
            </p:cNvPr>
            <p:cNvSpPr txBox="1"/>
            <p:nvPr/>
          </p:nvSpPr>
          <p:spPr>
            <a:xfrm>
              <a:off x="7137680" y="3275383"/>
              <a:ext cx="255525" cy="522707"/>
            </a:xfrm>
            <a:prstGeom prst="rect">
              <a:avLst/>
            </a:prstGeom>
          </p:spPr>
          <p:txBody>
            <a:bodyPr wrap="square"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7 10</a:t>
              </a:r>
            </a:p>
          </p:txBody>
        </p:sp>
        <p:sp>
          <p:nvSpPr>
            <p:cNvPr id="48" name="AutoShape 55">
              <a:extLst>
                <a:ext uri="{FF2B5EF4-FFF2-40B4-BE49-F238E27FC236}">
                  <a16:creationId xmlns:a16="http://schemas.microsoft.com/office/drawing/2014/main" id="{378A3C15-F40A-A8B4-4D2F-7E6D90C85292}"/>
                </a:ext>
              </a:extLst>
            </p:cNvPr>
            <p:cNvSpPr/>
            <p:nvPr/>
          </p:nvSpPr>
          <p:spPr>
            <a:xfrm>
              <a:off x="7088162" y="3529739"/>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49" name="TextBox 56">
              <a:extLst>
                <a:ext uri="{FF2B5EF4-FFF2-40B4-BE49-F238E27FC236}">
                  <a16:creationId xmlns:a16="http://schemas.microsoft.com/office/drawing/2014/main" id="{DD90EDC8-F630-6422-2FAA-D565C07443B7}"/>
                </a:ext>
              </a:extLst>
            </p:cNvPr>
            <p:cNvSpPr txBox="1"/>
            <p:nvPr/>
          </p:nvSpPr>
          <p:spPr>
            <a:xfrm>
              <a:off x="7464188" y="3275383"/>
              <a:ext cx="233817" cy="522707"/>
            </a:xfrm>
            <a:prstGeom prst="rect">
              <a:avLst/>
            </a:prstGeom>
          </p:spPr>
          <p:txBody>
            <a:bodyPr wrap="square"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8 10</a:t>
              </a:r>
            </a:p>
          </p:txBody>
        </p:sp>
        <p:sp>
          <p:nvSpPr>
            <p:cNvPr id="50" name="AutoShape 57">
              <a:extLst>
                <a:ext uri="{FF2B5EF4-FFF2-40B4-BE49-F238E27FC236}">
                  <a16:creationId xmlns:a16="http://schemas.microsoft.com/office/drawing/2014/main" id="{6D8664FC-FA6D-F37C-2C62-33EC2CA71940}"/>
                </a:ext>
              </a:extLst>
            </p:cNvPr>
            <p:cNvSpPr/>
            <p:nvPr/>
          </p:nvSpPr>
          <p:spPr>
            <a:xfrm>
              <a:off x="7414670" y="3529739"/>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51" name="TextBox 58">
              <a:extLst>
                <a:ext uri="{FF2B5EF4-FFF2-40B4-BE49-F238E27FC236}">
                  <a16:creationId xmlns:a16="http://schemas.microsoft.com/office/drawing/2014/main" id="{A07EC755-0005-56A2-A36B-A40873A6762A}"/>
                </a:ext>
              </a:extLst>
            </p:cNvPr>
            <p:cNvSpPr txBox="1"/>
            <p:nvPr/>
          </p:nvSpPr>
          <p:spPr>
            <a:xfrm>
              <a:off x="7790696" y="3275383"/>
              <a:ext cx="212109" cy="522707"/>
            </a:xfrm>
            <a:prstGeom prst="rect">
              <a:avLst/>
            </a:prstGeom>
          </p:spPr>
          <p:txBody>
            <a:bodyPr wrap="square"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9 10</a:t>
              </a:r>
            </a:p>
          </p:txBody>
        </p:sp>
        <p:sp>
          <p:nvSpPr>
            <p:cNvPr id="52" name="AutoShape 59">
              <a:extLst>
                <a:ext uri="{FF2B5EF4-FFF2-40B4-BE49-F238E27FC236}">
                  <a16:creationId xmlns:a16="http://schemas.microsoft.com/office/drawing/2014/main" id="{C5DBDAA0-3326-B6F4-99ED-295980CB561B}"/>
                </a:ext>
              </a:extLst>
            </p:cNvPr>
            <p:cNvSpPr/>
            <p:nvPr/>
          </p:nvSpPr>
          <p:spPr>
            <a:xfrm>
              <a:off x="7741178" y="3529739"/>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53" name="AutoShape 60">
              <a:extLst>
                <a:ext uri="{FF2B5EF4-FFF2-40B4-BE49-F238E27FC236}">
                  <a16:creationId xmlns:a16="http://schemas.microsoft.com/office/drawing/2014/main" id="{CC94C8A4-64AF-F921-6F18-71F5D3E3A8EA}"/>
                </a:ext>
              </a:extLst>
            </p:cNvPr>
            <p:cNvSpPr/>
            <p:nvPr/>
          </p:nvSpPr>
          <p:spPr>
            <a:xfrm>
              <a:off x="6479433" y="1196288"/>
              <a:ext cx="216243"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54" name="TextBox 61">
              <a:extLst>
                <a:ext uri="{FF2B5EF4-FFF2-40B4-BE49-F238E27FC236}">
                  <a16:creationId xmlns:a16="http://schemas.microsoft.com/office/drawing/2014/main" id="{926DB550-B3E1-A1CC-EB9F-8603C570524B}"/>
                </a:ext>
              </a:extLst>
            </p:cNvPr>
            <p:cNvSpPr txBox="1"/>
            <p:nvPr/>
          </p:nvSpPr>
          <p:spPr>
            <a:xfrm>
              <a:off x="6543909" y="943602"/>
              <a:ext cx="87290" cy="506146"/>
            </a:xfrm>
            <a:prstGeom prst="rect">
              <a:avLst/>
            </a:prstGeom>
          </p:spPr>
          <p:txBody>
            <a:bodyPr lIns="0" tIns="0" rIns="0" bIns="0" rtlCol="0" anchor="t">
              <a:spAutoFit/>
            </a:bodyPr>
            <a:lstStyle/>
            <a:p>
              <a:pPr algn="ctr">
                <a:lnSpc>
                  <a:spcPts val="1504"/>
                </a:lnSpc>
                <a:spcBef>
                  <a:spcPct val="0"/>
                </a:spcBef>
              </a:pPr>
              <a:r>
                <a:rPr lang="en-US" sz="1074">
                  <a:solidFill>
                    <a:srgbClr val="000000"/>
                  </a:solidFill>
                  <a:latin typeface="Edu NSW ACT Foundation" pitchFamily="2" charset="0"/>
                  <a:ea typeface="Canva Student Font"/>
                  <a:cs typeface="Canva Student Font"/>
                  <a:sym typeface="Canva Student Font"/>
                </a:rPr>
                <a:t>12</a:t>
              </a:r>
            </a:p>
          </p:txBody>
        </p:sp>
        <p:sp>
          <p:nvSpPr>
            <p:cNvPr id="55" name="TextBox 62">
              <a:extLst>
                <a:ext uri="{FF2B5EF4-FFF2-40B4-BE49-F238E27FC236}">
                  <a16:creationId xmlns:a16="http://schemas.microsoft.com/office/drawing/2014/main" id="{05A78966-FCDD-6C3E-2635-956E8B12359D}"/>
                </a:ext>
              </a:extLst>
            </p:cNvPr>
            <p:cNvSpPr txBox="1"/>
            <p:nvPr/>
          </p:nvSpPr>
          <p:spPr>
            <a:xfrm>
              <a:off x="8172068" y="993789"/>
              <a:ext cx="132978" cy="366896"/>
            </a:xfrm>
            <a:prstGeom prst="rect">
              <a:avLst/>
            </a:prstGeom>
          </p:spPr>
          <p:txBody>
            <a:bodyPr lIns="0" tIns="0" rIns="0" bIns="0" rtlCol="0" anchor="t">
              <a:spAutoFit/>
            </a:bodyPr>
            <a:lstStyle/>
            <a:p>
              <a:pPr algn="ctr">
                <a:lnSpc>
                  <a:spcPts val="2291"/>
                </a:lnSpc>
                <a:spcBef>
                  <a:spcPct val="0"/>
                </a:spcBef>
              </a:pPr>
              <a:r>
                <a:rPr lang="en-US" sz="1636">
                  <a:solidFill>
                    <a:srgbClr val="000000"/>
                  </a:solidFill>
                  <a:latin typeface="Edu NSW ACT Foundation" pitchFamily="2" charset="0"/>
                  <a:ea typeface="Canva Student Font"/>
                  <a:cs typeface="Canva Student Font"/>
                  <a:sym typeface="Canva Student Font"/>
                </a:rPr>
                <a:t>1</a:t>
              </a:r>
            </a:p>
          </p:txBody>
        </p:sp>
        <p:sp>
          <p:nvSpPr>
            <p:cNvPr id="56" name="TextBox 63">
              <a:extLst>
                <a:ext uri="{FF2B5EF4-FFF2-40B4-BE49-F238E27FC236}">
                  <a16:creationId xmlns:a16="http://schemas.microsoft.com/office/drawing/2014/main" id="{10E0FACC-57A9-4C1A-C496-F255CA068DBC}"/>
                </a:ext>
              </a:extLst>
            </p:cNvPr>
            <p:cNvSpPr txBox="1"/>
            <p:nvPr/>
          </p:nvSpPr>
          <p:spPr>
            <a:xfrm>
              <a:off x="4921463" y="993789"/>
              <a:ext cx="132978" cy="366896"/>
            </a:xfrm>
            <a:prstGeom prst="rect">
              <a:avLst/>
            </a:prstGeom>
          </p:spPr>
          <p:txBody>
            <a:bodyPr lIns="0" tIns="0" rIns="0" bIns="0" rtlCol="0" anchor="t">
              <a:spAutoFit/>
            </a:bodyPr>
            <a:lstStyle/>
            <a:p>
              <a:pPr algn="ctr">
                <a:lnSpc>
                  <a:spcPts val="2291"/>
                </a:lnSpc>
                <a:spcBef>
                  <a:spcPct val="0"/>
                </a:spcBef>
              </a:pPr>
              <a:r>
                <a:rPr lang="en-US" sz="1636">
                  <a:solidFill>
                    <a:srgbClr val="000000"/>
                  </a:solidFill>
                  <a:latin typeface="Edu NSW ACT Foundation" pitchFamily="2" charset="0"/>
                  <a:ea typeface="Canva Student Font"/>
                  <a:cs typeface="Canva Student Font"/>
                  <a:sym typeface="Canva Student Font"/>
                </a:rPr>
                <a:t>0</a:t>
              </a:r>
            </a:p>
          </p:txBody>
        </p:sp>
        <p:grpSp>
          <p:nvGrpSpPr>
            <p:cNvPr id="57" name="Group 64">
              <a:extLst>
                <a:ext uri="{FF2B5EF4-FFF2-40B4-BE49-F238E27FC236}">
                  <a16:creationId xmlns:a16="http://schemas.microsoft.com/office/drawing/2014/main" id="{A9BC441A-7126-CB33-9795-E4CD8EEA1AAF}"/>
                </a:ext>
              </a:extLst>
            </p:cNvPr>
            <p:cNvGrpSpPr/>
            <p:nvPr/>
          </p:nvGrpSpPr>
          <p:grpSpPr>
            <a:xfrm>
              <a:off x="5766019" y="400680"/>
              <a:ext cx="2476057" cy="414248"/>
              <a:chOff x="0" y="0"/>
              <a:chExt cx="665522" cy="111343"/>
            </a:xfrm>
          </p:grpSpPr>
          <p:sp>
            <p:nvSpPr>
              <p:cNvPr id="108" name="Freeform 65">
                <a:extLst>
                  <a:ext uri="{FF2B5EF4-FFF2-40B4-BE49-F238E27FC236}">
                    <a16:creationId xmlns:a16="http://schemas.microsoft.com/office/drawing/2014/main" id="{FC9C4A33-D48E-DA4D-E7A1-B2241D939E78}"/>
                  </a:ext>
                </a:extLst>
              </p:cNvPr>
              <p:cNvSpPr/>
              <p:nvPr/>
            </p:nvSpPr>
            <p:spPr>
              <a:xfrm>
                <a:off x="0" y="0"/>
                <a:ext cx="665522" cy="111343"/>
              </a:xfrm>
              <a:custGeom>
                <a:avLst/>
                <a:gdLst/>
                <a:ahLst/>
                <a:cxnLst/>
                <a:rect l="l" t="t" r="r" b="b"/>
                <a:pathLst>
                  <a:path w="665522" h="111343">
                    <a:moveTo>
                      <a:pt x="0" y="0"/>
                    </a:moveTo>
                    <a:lnTo>
                      <a:pt x="665522" y="0"/>
                    </a:lnTo>
                    <a:lnTo>
                      <a:pt x="665522" y="111343"/>
                    </a:lnTo>
                    <a:lnTo>
                      <a:pt x="0" y="111343"/>
                    </a:lnTo>
                    <a:close/>
                  </a:path>
                </a:pathLst>
              </a:custGeom>
              <a:solidFill>
                <a:srgbClr val="FAECEC"/>
              </a:solidFill>
            </p:spPr>
            <p:txBody>
              <a:bodyPr/>
              <a:lstStyle/>
              <a:p>
                <a:endParaRPr lang="en-AU">
                  <a:latin typeface="Edu NSW ACT Foundation" pitchFamily="2" charset="0"/>
                </a:endParaRPr>
              </a:p>
            </p:txBody>
          </p:sp>
          <p:sp>
            <p:nvSpPr>
              <p:cNvPr id="109" name="TextBox 66">
                <a:extLst>
                  <a:ext uri="{FF2B5EF4-FFF2-40B4-BE49-F238E27FC236}">
                    <a16:creationId xmlns:a16="http://schemas.microsoft.com/office/drawing/2014/main" id="{FFA7112B-A682-49B6-975A-3FBE200AEFE2}"/>
                  </a:ext>
                </a:extLst>
              </p:cNvPr>
              <p:cNvSpPr txBox="1"/>
              <p:nvPr/>
            </p:nvSpPr>
            <p:spPr>
              <a:xfrm>
                <a:off x="0" y="-38100"/>
                <a:ext cx="665522" cy="149443"/>
              </a:xfrm>
              <a:prstGeom prst="rect">
                <a:avLst/>
              </a:prstGeom>
            </p:spPr>
            <p:txBody>
              <a:bodyPr lIns="50800" tIns="50800" rIns="50800" bIns="50800" rtlCol="0" anchor="ctr"/>
              <a:lstStyle/>
              <a:p>
                <a:pPr algn="ctr">
                  <a:lnSpc>
                    <a:spcPts val="2433"/>
                  </a:lnSpc>
                </a:pPr>
                <a:endParaRPr>
                  <a:latin typeface="Edu NSW ACT Foundation" pitchFamily="2" charset="0"/>
                </a:endParaRPr>
              </a:p>
            </p:txBody>
          </p:sp>
        </p:grpSp>
        <p:grpSp>
          <p:nvGrpSpPr>
            <p:cNvPr id="58" name="Group 67">
              <a:extLst>
                <a:ext uri="{FF2B5EF4-FFF2-40B4-BE49-F238E27FC236}">
                  <a16:creationId xmlns:a16="http://schemas.microsoft.com/office/drawing/2014/main" id="{995FAA50-3225-B6C1-F0A9-F64B8B5BAB99}"/>
                </a:ext>
              </a:extLst>
            </p:cNvPr>
            <p:cNvGrpSpPr/>
            <p:nvPr/>
          </p:nvGrpSpPr>
          <p:grpSpPr>
            <a:xfrm>
              <a:off x="4987951" y="400680"/>
              <a:ext cx="1622771" cy="406754"/>
              <a:chOff x="0" y="0"/>
              <a:chExt cx="436173" cy="109329"/>
            </a:xfrm>
          </p:grpSpPr>
          <p:sp>
            <p:nvSpPr>
              <p:cNvPr id="106" name="Freeform 68">
                <a:extLst>
                  <a:ext uri="{FF2B5EF4-FFF2-40B4-BE49-F238E27FC236}">
                    <a16:creationId xmlns:a16="http://schemas.microsoft.com/office/drawing/2014/main" id="{97997F48-3BB7-DDC9-68D3-234C2BAA88DF}"/>
                  </a:ext>
                </a:extLst>
              </p:cNvPr>
              <p:cNvSpPr/>
              <p:nvPr/>
            </p:nvSpPr>
            <p:spPr>
              <a:xfrm>
                <a:off x="0" y="0"/>
                <a:ext cx="436173" cy="109329"/>
              </a:xfrm>
              <a:custGeom>
                <a:avLst/>
                <a:gdLst/>
                <a:ahLst/>
                <a:cxnLst/>
                <a:rect l="l" t="t" r="r" b="b"/>
                <a:pathLst>
                  <a:path w="436173" h="109329">
                    <a:moveTo>
                      <a:pt x="0" y="0"/>
                    </a:moveTo>
                    <a:lnTo>
                      <a:pt x="436173" y="0"/>
                    </a:lnTo>
                    <a:lnTo>
                      <a:pt x="436173" y="109329"/>
                    </a:lnTo>
                    <a:lnTo>
                      <a:pt x="0" y="109329"/>
                    </a:lnTo>
                    <a:close/>
                  </a:path>
                </a:pathLst>
              </a:custGeom>
              <a:solidFill>
                <a:srgbClr val="FF3131"/>
              </a:solidFill>
            </p:spPr>
            <p:txBody>
              <a:bodyPr/>
              <a:lstStyle/>
              <a:p>
                <a:endParaRPr lang="en-AU">
                  <a:latin typeface="Edu NSW ACT Foundation" pitchFamily="2" charset="0"/>
                </a:endParaRPr>
              </a:p>
            </p:txBody>
          </p:sp>
          <p:sp>
            <p:nvSpPr>
              <p:cNvPr id="107" name="TextBox 69">
                <a:extLst>
                  <a:ext uri="{FF2B5EF4-FFF2-40B4-BE49-F238E27FC236}">
                    <a16:creationId xmlns:a16="http://schemas.microsoft.com/office/drawing/2014/main" id="{11F5BC75-2CBD-DA01-C9AF-63E2E3581F0C}"/>
                  </a:ext>
                </a:extLst>
              </p:cNvPr>
              <p:cNvSpPr txBox="1"/>
              <p:nvPr/>
            </p:nvSpPr>
            <p:spPr>
              <a:xfrm>
                <a:off x="0" y="-38100"/>
                <a:ext cx="436173" cy="147429"/>
              </a:xfrm>
              <a:prstGeom prst="rect">
                <a:avLst/>
              </a:prstGeom>
            </p:spPr>
            <p:txBody>
              <a:bodyPr lIns="50800" tIns="50800" rIns="50800" bIns="50800" rtlCol="0" anchor="ctr"/>
              <a:lstStyle/>
              <a:p>
                <a:pPr algn="ctr">
                  <a:lnSpc>
                    <a:spcPts val="2433"/>
                  </a:lnSpc>
                </a:pPr>
                <a:endParaRPr>
                  <a:latin typeface="Edu NSW ACT Foundation" pitchFamily="2" charset="0"/>
                </a:endParaRPr>
              </a:p>
            </p:txBody>
          </p:sp>
        </p:grpSp>
        <p:sp>
          <p:nvSpPr>
            <p:cNvPr id="59" name="Freeform 70">
              <a:extLst>
                <a:ext uri="{FF2B5EF4-FFF2-40B4-BE49-F238E27FC236}">
                  <a16:creationId xmlns:a16="http://schemas.microsoft.com/office/drawing/2014/main" id="{86580FE4-14EA-CB77-FB5C-8F5B8CB51C27}"/>
                </a:ext>
              </a:extLst>
            </p:cNvPr>
            <p:cNvSpPr/>
            <p:nvPr/>
          </p:nvSpPr>
          <p:spPr>
            <a:xfrm>
              <a:off x="4827675" y="725615"/>
              <a:ext cx="3743008" cy="185565"/>
            </a:xfrm>
            <a:custGeom>
              <a:avLst/>
              <a:gdLst/>
              <a:ahLst/>
              <a:cxnLst/>
              <a:rect l="l" t="t" r="r" b="b"/>
              <a:pathLst>
                <a:path w="3743008" h="185565">
                  <a:moveTo>
                    <a:pt x="0" y="0"/>
                  </a:moveTo>
                  <a:lnTo>
                    <a:pt x="3743009" y="0"/>
                  </a:lnTo>
                  <a:lnTo>
                    <a:pt x="3743009" y="185565"/>
                  </a:lnTo>
                  <a:lnTo>
                    <a:pt x="0" y="185565"/>
                  </a:lnTo>
                  <a:lnTo>
                    <a:pt x="0" y="0"/>
                  </a:lnTo>
                  <a:close/>
                </a:path>
              </a:pathLst>
            </a:custGeom>
            <a:blipFill>
              <a:blip r:embed="rId8">
                <a:extLst>
                  <a:ext uri="{96DAC541-7B7A-43D3-8B79-37D633B846F1}">
                    <asvg:svgBlip xmlns:asvg="http://schemas.microsoft.com/office/drawing/2016/SVG/main" r:embed="rId9"/>
                  </a:ext>
                </a:extLst>
              </a:blip>
              <a:stretch>
                <a:fillRect l="-4371"/>
              </a:stretch>
            </a:blipFill>
          </p:spPr>
          <p:txBody>
            <a:bodyPr/>
            <a:lstStyle/>
            <a:p>
              <a:endParaRPr lang="en-AU">
                <a:latin typeface="Edu NSW ACT Foundation" pitchFamily="2" charset="0"/>
              </a:endParaRPr>
            </a:p>
          </p:txBody>
        </p:sp>
        <p:grpSp>
          <p:nvGrpSpPr>
            <p:cNvPr id="60" name="Group 71">
              <a:extLst>
                <a:ext uri="{FF2B5EF4-FFF2-40B4-BE49-F238E27FC236}">
                  <a16:creationId xmlns:a16="http://schemas.microsoft.com/office/drawing/2014/main" id="{13E70548-BAE0-C648-4858-DB6D3EC3D51E}"/>
                </a:ext>
              </a:extLst>
            </p:cNvPr>
            <p:cNvGrpSpPr/>
            <p:nvPr/>
          </p:nvGrpSpPr>
          <p:grpSpPr>
            <a:xfrm>
              <a:off x="9565192" y="406830"/>
              <a:ext cx="2941216" cy="414248"/>
              <a:chOff x="0" y="0"/>
              <a:chExt cx="790549" cy="111343"/>
            </a:xfrm>
          </p:grpSpPr>
          <p:sp>
            <p:nvSpPr>
              <p:cNvPr id="104" name="Freeform 72">
                <a:extLst>
                  <a:ext uri="{FF2B5EF4-FFF2-40B4-BE49-F238E27FC236}">
                    <a16:creationId xmlns:a16="http://schemas.microsoft.com/office/drawing/2014/main" id="{F2C5C5F6-302E-334C-63FC-B6A16E925DCC}"/>
                  </a:ext>
                </a:extLst>
              </p:cNvPr>
              <p:cNvSpPr/>
              <p:nvPr/>
            </p:nvSpPr>
            <p:spPr>
              <a:xfrm>
                <a:off x="0" y="0"/>
                <a:ext cx="790549" cy="111343"/>
              </a:xfrm>
              <a:custGeom>
                <a:avLst/>
                <a:gdLst/>
                <a:ahLst/>
                <a:cxnLst/>
                <a:rect l="l" t="t" r="r" b="b"/>
                <a:pathLst>
                  <a:path w="790549" h="111343">
                    <a:moveTo>
                      <a:pt x="0" y="0"/>
                    </a:moveTo>
                    <a:lnTo>
                      <a:pt x="790549" y="0"/>
                    </a:lnTo>
                    <a:lnTo>
                      <a:pt x="790549" y="111343"/>
                    </a:lnTo>
                    <a:lnTo>
                      <a:pt x="0" y="111343"/>
                    </a:lnTo>
                    <a:close/>
                  </a:path>
                </a:pathLst>
              </a:custGeom>
              <a:solidFill>
                <a:srgbClr val="FAECEC"/>
              </a:solidFill>
            </p:spPr>
            <p:txBody>
              <a:bodyPr/>
              <a:lstStyle/>
              <a:p>
                <a:endParaRPr lang="en-AU">
                  <a:latin typeface="Edu NSW ACT Foundation" pitchFamily="2" charset="0"/>
                </a:endParaRPr>
              </a:p>
            </p:txBody>
          </p:sp>
          <p:sp>
            <p:nvSpPr>
              <p:cNvPr id="105" name="TextBox 73">
                <a:extLst>
                  <a:ext uri="{FF2B5EF4-FFF2-40B4-BE49-F238E27FC236}">
                    <a16:creationId xmlns:a16="http://schemas.microsoft.com/office/drawing/2014/main" id="{9EA5B851-39B7-DE35-39F8-9580452A8980}"/>
                  </a:ext>
                </a:extLst>
              </p:cNvPr>
              <p:cNvSpPr txBox="1"/>
              <p:nvPr/>
            </p:nvSpPr>
            <p:spPr>
              <a:xfrm>
                <a:off x="0" y="-38100"/>
                <a:ext cx="790549" cy="149443"/>
              </a:xfrm>
              <a:prstGeom prst="rect">
                <a:avLst/>
              </a:prstGeom>
            </p:spPr>
            <p:txBody>
              <a:bodyPr lIns="50800" tIns="50800" rIns="50800" bIns="50800" rtlCol="0" anchor="ctr"/>
              <a:lstStyle/>
              <a:p>
                <a:pPr algn="ctr">
                  <a:lnSpc>
                    <a:spcPts val="2433"/>
                  </a:lnSpc>
                </a:pPr>
                <a:endParaRPr>
                  <a:latin typeface="Edu NSW ACT Foundation" pitchFamily="2" charset="0"/>
                </a:endParaRPr>
              </a:p>
            </p:txBody>
          </p:sp>
        </p:grpSp>
        <p:grpSp>
          <p:nvGrpSpPr>
            <p:cNvPr id="61" name="Group 74">
              <a:extLst>
                <a:ext uri="{FF2B5EF4-FFF2-40B4-BE49-F238E27FC236}">
                  <a16:creationId xmlns:a16="http://schemas.microsoft.com/office/drawing/2014/main" id="{FDE494A7-2875-9288-EB70-BA7F838A133F}"/>
                </a:ext>
              </a:extLst>
            </p:cNvPr>
            <p:cNvGrpSpPr/>
            <p:nvPr/>
          </p:nvGrpSpPr>
          <p:grpSpPr>
            <a:xfrm>
              <a:off x="9252283" y="406830"/>
              <a:ext cx="2024872" cy="406754"/>
              <a:chOff x="0" y="0"/>
              <a:chExt cx="544251" cy="109329"/>
            </a:xfrm>
          </p:grpSpPr>
          <p:sp>
            <p:nvSpPr>
              <p:cNvPr id="102" name="Freeform 75">
                <a:extLst>
                  <a:ext uri="{FF2B5EF4-FFF2-40B4-BE49-F238E27FC236}">
                    <a16:creationId xmlns:a16="http://schemas.microsoft.com/office/drawing/2014/main" id="{7DE45DE0-8A4D-DE1E-180F-83F0A9236FEE}"/>
                  </a:ext>
                </a:extLst>
              </p:cNvPr>
              <p:cNvSpPr/>
              <p:nvPr/>
            </p:nvSpPr>
            <p:spPr>
              <a:xfrm>
                <a:off x="0" y="0"/>
                <a:ext cx="544251" cy="109329"/>
              </a:xfrm>
              <a:custGeom>
                <a:avLst/>
                <a:gdLst/>
                <a:ahLst/>
                <a:cxnLst/>
                <a:rect l="l" t="t" r="r" b="b"/>
                <a:pathLst>
                  <a:path w="544251" h="109329">
                    <a:moveTo>
                      <a:pt x="0" y="0"/>
                    </a:moveTo>
                    <a:lnTo>
                      <a:pt x="544251" y="0"/>
                    </a:lnTo>
                    <a:lnTo>
                      <a:pt x="544251" y="109329"/>
                    </a:lnTo>
                    <a:lnTo>
                      <a:pt x="0" y="109329"/>
                    </a:lnTo>
                    <a:close/>
                  </a:path>
                </a:pathLst>
              </a:custGeom>
              <a:solidFill>
                <a:srgbClr val="FF3131"/>
              </a:solidFill>
            </p:spPr>
            <p:txBody>
              <a:bodyPr/>
              <a:lstStyle/>
              <a:p>
                <a:endParaRPr lang="en-AU">
                  <a:latin typeface="Edu NSW ACT Foundation" pitchFamily="2" charset="0"/>
                </a:endParaRPr>
              </a:p>
            </p:txBody>
          </p:sp>
          <p:sp>
            <p:nvSpPr>
              <p:cNvPr id="103" name="TextBox 76">
                <a:extLst>
                  <a:ext uri="{FF2B5EF4-FFF2-40B4-BE49-F238E27FC236}">
                    <a16:creationId xmlns:a16="http://schemas.microsoft.com/office/drawing/2014/main" id="{58D90FA5-5E3F-98EE-6FEE-4E94E3618CED}"/>
                  </a:ext>
                </a:extLst>
              </p:cNvPr>
              <p:cNvSpPr txBox="1"/>
              <p:nvPr/>
            </p:nvSpPr>
            <p:spPr>
              <a:xfrm>
                <a:off x="0" y="-38100"/>
                <a:ext cx="544251" cy="147429"/>
              </a:xfrm>
              <a:prstGeom prst="rect">
                <a:avLst/>
              </a:prstGeom>
            </p:spPr>
            <p:txBody>
              <a:bodyPr lIns="50800" tIns="50800" rIns="50800" bIns="50800" rtlCol="0" anchor="ctr"/>
              <a:lstStyle/>
              <a:p>
                <a:pPr algn="ctr">
                  <a:lnSpc>
                    <a:spcPts val="2433"/>
                  </a:lnSpc>
                </a:pPr>
                <a:endParaRPr>
                  <a:latin typeface="Edu NSW ACT Foundation" pitchFamily="2" charset="0"/>
                </a:endParaRPr>
              </a:p>
            </p:txBody>
          </p:sp>
        </p:grpSp>
        <p:sp>
          <p:nvSpPr>
            <p:cNvPr id="62" name="Freeform 77">
              <a:extLst>
                <a:ext uri="{FF2B5EF4-FFF2-40B4-BE49-F238E27FC236}">
                  <a16:creationId xmlns:a16="http://schemas.microsoft.com/office/drawing/2014/main" id="{E49A11CC-74B7-569A-9E11-384EF3B03F85}"/>
                </a:ext>
              </a:extLst>
            </p:cNvPr>
            <p:cNvSpPr/>
            <p:nvPr/>
          </p:nvSpPr>
          <p:spPr>
            <a:xfrm>
              <a:off x="9098050" y="731765"/>
              <a:ext cx="3743114" cy="185723"/>
            </a:xfrm>
            <a:custGeom>
              <a:avLst/>
              <a:gdLst/>
              <a:ahLst/>
              <a:cxnLst/>
              <a:rect l="l" t="t" r="r" b="b"/>
              <a:pathLst>
                <a:path w="3743114" h="185723">
                  <a:moveTo>
                    <a:pt x="0" y="0"/>
                  </a:moveTo>
                  <a:lnTo>
                    <a:pt x="3743113" y="0"/>
                  </a:lnTo>
                  <a:lnTo>
                    <a:pt x="3743113" y="185723"/>
                  </a:lnTo>
                  <a:lnTo>
                    <a:pt x="0" y="185723"/>
                  </a:lnTo>
                  <a:lnTo>
                    <a:pt x="0" y="0"/>
                  </a:lnTo>
                  <a:close/>
                </a:path>
              </a:pathLst>
            </a:custGeom>
            <a:blipFill>
              <a:blip r:embed="rId10">
                <a:extLst>
                  <a:ext uri="{96DAC541-7B7A-43D3-8B79-37D633B846F1}">
                    <asvg:svgBlip xmlns:asvg="http://schemas.microsoft.com/office/drawing/2016/SVG/main" r:embed="rId11"/>
                  </a:ext>
                </a:extLst>
              </a:blip>
              <a:stretch>
                <a:fillRect l="-4457"/>
              </a:stretch>
            </a:blipFill>
          </p:spPr>
          <p:txBody>
            <a:bodyPr/>
            <a:lstStyle/>
            <a:p>
              <a:endParaRPr lang="en-AU">
                <a:latin typeface="Edu NSW ACT Foundation" pitchFamily="2" charset="0"/>
              </a:endParaRPr>
            </a:p>
          </p:txBody>
        </p:sp>
        <p:sp>
          <p:nvSpPr>
            <p:cNvPr id="63" name="TextBox 78">
              <a:extLst>
                <a:ext uri="{FF2B5EF4-FFF2-40B4-BE49-F238E27FC236}">
                  <a16:creationId xmlns:a16="http://schemas.microsoft.com/office/drawing/2014/main" id="{5DED7B46-3875-FE7A-222D-103366C6047B}"/>
                </a:ext>
              </a:extLst>
            </p:cNvPr>
            <p:cNvSpPr txBox="1"/>
            <p:nvPr/>
          </p:nvSpPr>
          <p:spPr>
            <a:xfrm>
              <a:off x="10027683" y="968653"/>
              <a:ext cx="90087" cy="521144"/>
            </a:xfrm>
            <a:prstGeom prst="rect">
              <a:avLst/>
            </a:prstGeom>
          </p:spPr>
          <p:txBody>
            <a:bodyPr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28</a:t>
              </a:r>
            </a:p>
          </p:txBody>
        </p:sp>
        <p:sp>
          <p:nvSpPr>
            <p:cNvPr id="64" name="AutoShape 79">
              <a:extLst>
                <a:ext uri="{FF2B5EF4-FFF2-40B4-BE49-F238E27FC236}">
                  <a16:creationId xmlns:a16="http://schemas.microsoft.com/office/drawing/2014/main" id="{D90A4CB7-9B66-04BA-CEDF-06B3741698AE}"/>
                </a:ext>
              </a:extLst>
            </p:cNvPr>
            <p:cNvSpPr/>
            <p:nvPr/>
          </p:nvSpPr>
          <p:spPr>
            <a:xfrm>
              <a:off x="9961141" y="1240175"/>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65" name="TextBox 80">
              <a:extLst>
                <a:ext uri="{FF2B5EF4-FFF2-40B4-BE49-F238E27FC236}">
                  <a16:creationId xmlns:a16="http://schemas.microsoft.com/office/drawing/2014/main" id="{38ABE981-271B-1480-2E8E-F3D93DBE19B9}"/>
                </a:ext>
              </a:extLst>
            </p:cNvPr>
            <p:cNvSpPr txBox="1"/>
            <p:nvPr/>
          </p:nvSpPr>
          <p:spPr>
            <a:xfrm>
              <a:off x="9631734" y="977888"/>
              <a:ext cx="90087" cy="521144"/>
            </a:xfrm>
            <a:prstGeom prst="rect">
              <a:avLst/>
            </a:prstGeom>
          </p:spPr>
          <p:txBody>
            <a:bodyPr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18</a:t>
              </a:r>
            </a:p>
          </p:txBody>
        </p:sp>
        <p:sp>
          <p:nvSpPr>
            <p:cNvPr id="66" name="AutoShape 81">
              <a:extLst>
                <a:ext uri="{FF2B5EF4-FFF2-40B4-BE49-F238E27FC236}">
                  <a16:creationId xmlns:a16="http://schemas.microsoft.com/office/drawing/2014/main" id="{3228744D-2B59-948A-FD1A-8C0FA2E8E0FD}"/>
                </a:ext>
              </a:extLst>
            </p:cNvPr>
            <p:cNvSpPr/>
            <p:nvPr/>
          </p:nvSpPr>
          <p:spPr>
            <a:xfrm>
              <a:off x="9565192" y="1229350"/>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67" name="TextBox 82">
              <a:extLst>
                <a:ext uri="{FF2B5EF4-FFF2-40B4-BE49-F238E27FC236}">
                  <a16:creationId xmlns:a16="http://schemas.microsoft.com/office/drawing/2014/main" id="{1F11BB98-4CB1-7860-5421-5848239A2238}"/>
                </a:ext>
              </a:extLst>
            </p:cNvPr>
            <p:cNvSpPr txBox="1"/>
            <p:nvPr/>
          </p:nvSpPr>
          <p:spPr>
            <a:xfrm>
              <a:off x="10429369" y="977888"/>
              <a:ext cx="90087" cy="521144"/>
            </a:xfrm>
            <a:prstGeom prst="rect">
              <a:avLst/>
            </a:prstGeom>
          </p:spPr>
          <p:txBody>
            <a:bodyPr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38</a:t>
              </a:r>
            </a:p>
          </p:txBody>
        </p:sp>
        <p:sp>
          <p:nvSpPr>
            <p:cNvPr id="68" name="AutoShape 83">
              <a:extLst>
                <a:ext uri="{FF2B5EF4-FFF2-40B4-BE49-F238E27FC236}">
                  <a16:creationId xmlns:a16="http://schemas.microsoft.com/office/drawing/2014/main" id="{B10B8EB5-4D28-C54A-86C0-769397F1E4AF}"/>
                </a:ext>
              </a:extLst>
            </p:cNvPr>
            <p:cNvSpPr/>
            <p:nvPr/>
          </p:nvSpPr>
          <p:spPr>
            <a:xfrm>
              <a:off x="10362826" y="1237450"/>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69" name="TextBox 84">
              <a:extLst>
                <a:ext uri="{FF2B5EF4-FFF2-40B4-BE49-F238E27FC236}">
                  <a16:creationId xmlns:a16="http://schemas.microsoft.com/office/drawing/2014/main" id="{AAB91E25-912D-845F-1ABF-2AE435B8496C}"/>
                </a:ext>
              </a:extLst>
            </p:cNvPr>
            <p:cNvSpPr txBox="1"/>
            <p:nvPr/>
          </p:nvSpPr>
          <p:spPr>
            <a:xfrm>
              <a:off x="10830740" y="977888"/>
              <a:ext cx="90087" cy="521144"/>
            </a:xfrm>
            <a:prstGeom prst="rect">
              <a:avLst/>
            </a:prstGeom>
          </p:spPr>
          <p:txBody>
            <a:bodyPr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48</a:t>
              </a:r>
            </a:p>
          </p:txBody>
        </p:sp>
        <p:sp>
          <p:nvSpPr>
            <p:cNvPr id="70" name="AutoShape 85">
              <a:extLst>
                <a:ext uri="{FF2B5EF4-FFF2-40B4-BE49-F238E27FC236}">
                  <a16:creationId xmlns:a16="http://schemas.microsoft.com/office/drawing/2014/main" id="{B5C7DAD8-3B94-3198-A659-2CD526686D55}"/>
                </a:ext>
              </a:extLst>
            </p:cNvPr>
            <p:cNvSpPr/>
            <p:nvPr/>
          </p:nvSpPr>
          <p:spPr>
            <a:xfrm>
              <a:off x="10764198" y="1237450"/>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71" name="TextBox 86">
              <a:extLst>
                <a:ext uri="{FF2B5EF4-FFF2-40B4-BE49-F238E27FC236}">
                  <a16:creationId xmlns:a16="http://schemas.microsoft.com/office/drawing/2014/main" id="{A5A6AC30-4B0D-8D57-8471-93965BC644D7}"/>
                </a:ext>
              </a:extLst>
            </p:cNvPr>
            <p:cNvSpPr txBox="1"/>
            <p:nvPr/>
          </p:nvSpPr>
          <p:spPr>
            <a:xfrm>
              <a:off x="11232112" y="977888"/>
              <a:ext cx="90087" cy="521144"/>
            </a:xfrm>
            <a:prstGeom prst="rect">
              <a:avLst/>
            </a:prstGeom>
          </p:spPr>
          <p:txBody>
            <a:bodyPr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58</a:t>
              </a:r>
            </a:p>
          </p:txBody>
        </p:sp>
        <p:sp>
          <p:nvSpPr>
            <p:cNvPr id="72" name="AutoShape 87">
              <a:extLst>
                <a:ext uri="{FF2B5EF4-FFF2-40B4-BE49-F238E27FC236}">
                  <a16:creationId xmlns:a16="http://schemas.microsoft.com/office/drawing/2014/main" id="{C379A92A-E4D6-17AF-12B1-8F083463C429}"/>
                </a:ext>
              </a:extLst>
            </p:cNvPr>
            <p:cNvSpPr/>
            <p:nvPr/>
          </p:nvSpPr>
          <p:spPr>
            <a:xfrm>
              <a:off x="11165569" y="1237450"/>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73" name="TextBox 88">
              <a:extLst>
                <a:ext uri="{FF2B5EF4-FFF2-40B4-BE49-F238E27FC236}">
                  <a16:creationId xmlns:a16="http://schemas.microsoft.com/office/drawing/2014/main" id="{DFED6A21-C0E0-CF40-0FA0-F8DAADE9F0A3}"/>
                </a:ext>
              </a:extLst>
            </p:cNvPr>
            <p:cNvSpPr txBox="1"/>
            <p:nvPr/>
          </p:nvSpPr>
          <p:spPr>
            <a:xfrm>
              <a:off x="11661454" y="958118"/>
              <a:ext cx="90087" cy="521144"/>
            </a:xfrm>
            <a:prstGeom prst="rect">
              <a:avLst/>
            </a:prstGeom>
          </p:spPr>
          <p:txBody>
            <a:bodyPr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68</a:t>
              </a:r>
            </a:p>
          </p:txBody>
        </p:sp>
        <p:sp>
          <p:nvSpPr>
            <p:cNvPr id="74" name="AutoShape 89">
              <a:extLst>
                <a:ext uri="{FF2B5EF4-FFF2-40B4-BE49-F238E27FC236}">
                  <a16:creationId xmlns:a16="http://schemas.microsoft.com/office/drawing/2014/main" id="{DAE61348-C07D-07F2-8979-1B26CE71AF79}"/>
                </a:ext>
              </a:extLst>
            </p:cNvPr>
            <p:cNvSpPr/>
            <p:nvPr/>
          </p:nvSpPr>
          <p:spPr>
            <a:xfrm>
              <a:off x="11594912" y="1217680"/>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75" name="TextBox 90">
              <a:extLst>
                <a:ext uri="{FF2B5EF4-FFF2-40B4-BE49-F238E27FC236}">
                  <a16:creationId xmlns:a16="http://schemas.microsoft.com/office/drawing/2014/main" id="{58BA4020-A327-BFCC-066C-710A24954D5D}"/>
                </a:ext>
              </a:extLst>
            </p:cNvPr>
            <p:cNvSpPr txBox="1"/>
            <p:nvPr/>
          </p:nvSpPr>
          <p:spPr>
            <a:xfrm>
              <a:off x="12043672" y="968653"/>
              <a:ext cx="90087" cy="521144"/>
            </a:xfrm>
            <a:prstGeom prst="rect">
              <a:avLst/>
            </a:prstGeom>
          </p:spPr>
          <p:txBody>
            <a:bodyPr lIns="0" tIns="0" rIns="0" bIns="0" rtlCol="0" anchor="t">
              <a:spAutoFit/>
            </a:bodyPr>
            <a:lstStyle/>
            <a:p>
              <a:pPr algn="ctr">
                <a:lnSpc>
                  <a:spcPts val="1552"/>
                </a:lnSpc>
                <a:spcBef>
                  <a:spcPct val="0"/>
                </a:spcBef>
              </a:pPr>
              <a:r>
                <a:rPr lang="en-US" sz="1108">
                  <a:solidFill>
                    <a:srgbClr val="000000"/>
                  </a:solidFill>
                  <a:latin typeface="Edu NSW ACT Foundation" pitchFamily="2" charset="0"/>
                  <a:ea typeface="Canva Student Font"/>
                  <a:cs typeface="Canva Student Font"/>
                  <a:sym typeface="Canva Student Font"/>
                </a:rPr>
                <a:t>78</a:t>
              </a:r>
            </a:p>
          </p:txBody>
        </p:sp>
        <p:sp>
          <p:nvSpPr>
            <p:cNvPr id="76" name="AutoShape 91">
              <a:extLst>
                <a:ext uri="{FF2B5EF4-FFF2-40B4-BE49-F238E27FC236}">
                  <a16:creationId xmlns:a16="http://schemas.microsoft.com/office/drawing/2014/main" id="{74C02350-21C9-4037-02F1-710D7836C1DA}"/>
                </a:ext>
              </a:extLst>
            </p:cNvPr>
            <p:cNvSpPr/>
            <p:nvPr/>
          </p:nvSpPr>
          <p:spPr>
            <a:xfrm>
              <a:off x="11977129" y="1228215"/>
              <a:ext cx="223172" cy="0"/>
            </a:xfrm>
            <a:prstGeom prst="line">
              <a:avLst/>
            </a:prstGeom>
            <a:ln w="127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77" name="TextBox 92">
              <a:extLst>
                <a:ext uri="{FF2B5EF4-FFF2-40B4-BE49-F238E27FC236}">
                  <a16:creationId xmlns:a16="http://schemas.microsoft.com/office/drawing/2014/main" id="{2A0C43B8-EB66-933E-16B1-FE9F475537BD}"/>
                </a:ext>
              </a:extLst>
            </p:cNvPr>
            <p:cNvSpPr txBox="1"/>
            <p:nvPr/>
          </p:nvSpPr>
          <p:spPr>
            <a:xfrm>
              <a:off x="12425626" y="1048609"/>
              <a:ext cx="137239" cy="377432"/>
            </a:xfrm>
            <a:prstGeom prst="rect">
              <a:avLst/>
            </a:prstGeom>
          </p:spPr>
          <p:txBody>
            <a:bodyPr lIns="0" tIns="0" rIns="0" bIns="0" rtlCol="0" anchor="t">
              <a:spAutoFit/>
            </a:bodyPr>
            <a:lstStyle/>
            <a:p>
              <a:pPr algn="ctr">
                <a:lnSpc>
                  <a:spcPts val="2364"/>
                </a:lnSpc>
                <a:spcBef>
                  <a:spcPct val="0"/>
                </a:spcBef>
              </a:pPr>
              <a:r>
                <a:rPr lang="en-US" sz="1689">
                  <a:solidFill>
                    <a:srgbClr val="000000"/>
                  </a:solidFill>
                  <a:latin typeface="Edu NSW ACT Foundation" pitchFamily="2" charset="0"/>
                  <a:ea typeface="Canva Student Font"/>
                  <a:cs typeface="Canva Student Font"/>
                  <a:sym typeface="Canva Student Font"/>
                </a:rPr>
                <a:t>1</a:t>
              </a:r>
            </a:p>
          </p:txBody>
        </p:sp>
        <p:sp>
          <p:nvSpPr>
            <p:cNvPr id="78" name="TextBox 93">
              <a:extLst>
                <a:ext uri="{FF2B5EF4-FFF2-40B4-BE49-F238E27FC236}">
                  <a16:creationId xmlns:a16="http://schemas.microsoft.com/office/drawing/2014/main" id="{D1CFCE99-423C-B551-E39F-B91B1AF75B1A}"/>
                </a:ext>
              </a:extLst>
            </p:cNvPr>
            <p:cNvSpPr txBox="1"/>
            <p:nvPr/>
          </p:nvSpPr>
          <p:spPr>
            <a:xfrm>
              <a:off x="9193778" y="1028549"/>
              <a:ext cx="137239" cy="377432"/>
            </a:xfrm>
            <a:prstGeom prst="rect">
              <a:avLst/>
            </a:prstGeom>
          </p:spPr>
          <p:txBody>
            <a:bodyPr lIns="0" tIns="0" rIns="0" bIns="0" rtlCol="0" anchor="t">
              <a:spAutoFit/>
            </a:bodyPr>
            <a:lstStyle/>
            <a:p>
              <a:pPr algn="ctr">
                <a:lnSpc>
                  <a:spcPts val="2364"/>
                </a:lnSpc>
                <a:spcBef>
                  <a:spcPct val="0"/>
                </a:spcBef>
              </a:pPr>
              <a:r>
                <a:rPr lang="en-US" sz="1689">
                  <a:solidFill>
                    <a:srgbClr val="000000"/>
                  </a:solidFill>
                  <a:latin typeface="Edu NSW ACT Foundation" pitchFamily="2" charset="0"/>
                  <a:ea typeface="Canva Student Font"/>
                  <a:cs typeface="Canva Student Font"/>
                  <a:sym typeface="Canva Student Font"/>
                </a:rPr>
                <a:t>0</a:t>
              </a:r>
            </a:p>
          </p:txBody>
        </p:sp>
        <p:grpSp>
          <p:nvGrpSpPr>
            <p:cNvPr id="79" name="Group 94">
              <a:extLst>
                <a:ext uri="{FF2B5EF4-FFF2-40B4-BE49-F238E27FC236}">
                  <a16:creationId xmlns:a16="http://schemas.microsoft.com/office/drawing/2014/main" id="{E7DE286B-BAAB-0E17-1974-038337970542}"/>
                </a:ext>
              </a:extLst>
            </p:cNvPr>
            <p:cNvGrpSpPr/>
            <p:nvPr/>
          </p:nvGrpSpPr>
          <p:grpSpPr>
            <a:xfrm>
              <a:off x="10132519" y="2666431"/>
              <a:ext cx="2468497" cy="412983"/>
              <a:chOff x="0" y="0"/>
              <a:chExt cx="665522" cy="111343"/>
            </a:xfrm>
          </p:grpSpPr>
          <p:sp>
            <p:nvSpPr>
              <p:cNvPr id="100" name="Freeform 95">
                <a:extLst>
                  <a:ext uri="{FF2B5EF4-FFF2-40B4-BE49-F238E27FC236}">
                    <a16:creationId xmlns:a16="http://schemas.microsoft.com/office/drawing/2014/main" id="{B1CDF384-45AC-7112-93B0-CC1588C905A5}"/>
                  </a:ext>
                </a:extLst>
              </p:cNvPr>
              <p:cNvSpPr/>
              <p:nvPr/>
            </p:nvSpPr>
            <p:spPr>
              <a:xfrm>
                <a:off x="0" y="0"/>
                <a:ext cx="665522" cy="111343"/>
              </a:xfrm>
              <a:custGeom>
                <a:avLst/>
                <a:gdLst/>
                <a:ahLst/>
                <a:cxnLst/>
                <a:rect l="l" t="t" r="r" b="b"/>
                <a:pathLst>
                  <a:path w="665522" h="111343">
                    <a:moveTo>
                      <a:pt x="0" y="0"/>
                    </a:moveTo>
                    <a:lnTo>
                      <a:pt x="665522" y="0"/>
                    </a:lnTo>
                    <a:lnTo>
                      <a:pt x="665522" y="111343"/>
                    </a:lnTo>
                    <a:lnTo>
                      <a:pt x="0" y="111343"/>
                    </a:lnTo>
                    <a:close/>
                  </a:path>
                </a:pathLst>
              </a:custGeom>
              <a:solidFill>
                <a:srgbClr val="FAECEC"/>
              </a:solidFill>
            </p:spPr>
            <p:txBody>
              <a:bodyPr/>
              <a:lstStyle/>
              <a:p>
                <a:endParaRPr lang="en-AU">
                  <a:latin typeface="Edu NSW ACT Foundation" pitchFamily="2" charset="0"/>
                </a:endParaRPr>
              </a:p>
            </p:txBody>
          </p:sp>
          <p:sp>
            <p:nvSpPr>
              <p:cNvPr id="101" name="TextBox 96">
                <a:extLst>
                  <a:ext uri="{FF2B5EF4-FFF2-40B4-BE49-F238E27FC236}">
                    <a16:creationId xmlns:a16="http://schemas.microsoft.com/office/drawing/2014/main" id="{DF7663F1-5CF7-74F2-1EA4-0A1DB22A8200}"/>
                  </a:ext>
                </a:extLst>
              </p:cNvPr>
              <p:cNvSpPr txBox="1"/>
              <p:nvPr/>
            </p:nvSpPr>
            <p:spPr>
              <a:xfrm>
                <a:off x="0" y="-38100"/>
                <a:ext cx="665522" cy="149443"/>
              </a:xfrm>
              <a:prstGeom prst="rect">
                <a:avLst/>
              </a:prstGeom>
            </p:spPr>
            <p:txBody>
              <a:bodyPr lIns="131336" tIns="131336" rIns="131336" bIns="131336" rtlCol="0" anchor="ctr"/>
              <a:lstStyle/>
              <a:p>
                <a:pPr algn="ctr">
                  <a:lnSpc>
                    <a:spcPts val="2433"/>
                  </a:lnSpc>
                </a:pPr>
                <a:endParaRPr>
                  <a:latin typeface="Edu NSW ACT Foundation" pitchFamily="2" charset="0"/>
                </a:endParaRPr>
              </a:p>
            </p:txBody>
          </p:sp>
        </p:grpSp>
        <p:grpSp>
          <p:nvGrpSpPr>
            <p:cNvPr id="80" name="Group 97">
              <a:extLst>
                <a:ext uri="{FF2B5EF4-FFF2-40B4-BE49-F238E27FC236}">
                  <a16:creationId xmlns:a16="http://schemas.microsoft.com/office/drawing/2014/main" id="{D74B0195-0A48-E7FA-A3F2-88A81BDC01C1}"/>
                </a:ext>
              </a:extLst>
            </p:cNvPr>
            <p:cNvGrpSpPr/>
            <p:nvPr/>
          </p:nvGrpSpPr>
          <p:grpSpPr>
            <a:xfrm>
              <a:off x="9356827" y="2666431"/>
              <a:ext cx="2827772" cy="405512"/>
              <a:chOff x="0" y="0"/>
              <a:chExt cx="762385" cy="109329"/>
            </a:xfrm>
          </p:grpSpPr>
          <p:sp>
            <p:nvSpPr>
              <p:cNvPr id="98" name="Freeform 98">
                <a:extLst>
                  <a:ext uri="{FF2B5EF4-FFF2-40B4-BE49-F238E27FC236}">
                    <a16:creationId xmlns:a16="http://schemas.microsoft.com/office/drawing/2014/main" id="{50532547-525B-F0D3-B6DC-2705DD15AD4D}"/>
                  </a:ext>
                </a:extLst>
              </p:cNvPr>
              <p:cNvSpPr/>
              <p:nvPr/>
            </p:nvSpPr>
            <p:spPr>
              <a:xfrm>
                <a:off x="0" y="0"/>
                <a:ext cx="762385" cy="109329"/>
              </a:xfrm>
              <a:custGeom>
                <a:avLst/>
                <a:gdLst/>
                <a:ahLst/>
                <a:cxnLst/>
                <a:rect l="l" t="t" r="r" b="b"/>
                <a:pathLst>
                  <a:path w="762385" h="109329">
                    <a:moveTo>
                      <a:pt x="0" y="0"/>
                    </a:moveTo>
                    <a:lnTo>
                      <a:pt x="762385" y="0"/>
                    </a:lnTo>
                    <a:lnTo>
                      <a:pt x="762385" y="109329"/>
                    </a:lnTo>
                    <a:lnTo>
                      <a:pt x="0" y="109329"/>
                    </a:lnTo>
                    <a:close/>
                  </a:path>
                </a:pathLst>
              </a:custGeom>
              <a:solidFill>
                <a:srgbClr val="FF3131"/>
              </a:solidFill>
            </p:spPr>
            <p:txBody>
              <a:bodyPr/>
              <a:lstStyle/>
              <a:p>
                <a:endParaRPr lang="en-AU">
                  <a:latin typeface="Edu NSW ACT Foundation" pitchFamily="2" charset="0"/>
                </a:endParaRPr>
              </a:p>
            </p:txBody>
          </p:sp>
          <p:sp>
            <p:nvSpPr>
              <p:cNvPr id="99" name="TextBox 99">
                <a:extLst>
                  <a:ext uri="{FF2B5EF4-FFF2-40B4-BE49-F238E27FC236}">
                    <a16:creationId xmlns:a16="http://schemas.microsoft.com/office/drawing/2014/main" id="{6A16616D-92EE-5BFE-5B23-7324393A28FC}"/>
                  </a:ext>
                </a:extLst>
              </p:cNvPr>
              <p:cNvSpPr txBox="1"/>
              <p:nvPr/>
            </p:nvSpPr>
            <p:spPr>
              <a:xfrm>
                <a:off x="0" y="-38100"/>
                <a:ext cx="762385" cy="147429"/>
              </a:xfrm>
              <a:prstGeom prst="rect">
                <a:avLst/>
              </a:prstGeom>
            </p:spPr>
            <p:txBody>
              <a:bodyPr lIns="131336" tIns="131336" rIns="131336" bIns="131336" rtlCol="0" anchor="ctr"/>
              <a:lstStyle/>
              <a:p>
                <a:pPr algn="ctr">
                  <a:lnSpc>
                    <a:spcPts val="2433"/>
                  </a:lnSpc>
                </a:pPr>
                <a:endParaRPr>
                  <a:latin typeface="Edu NSW ACT Foundation" pitchFamily="2" charset="0"/>
                </a:endParaRPr>
              </a:p>
            </p:txBody>
          </p:sp>
        </p:grpSp>
        <p:sp>
          <p:nvSpPr>
            <p:cNvPr id="81" name="Freeform 100">
              <a:extLst>
                <a:ext uri="{FF2B5EF4-FFF2-40B4-BE49-F238E27FC236}">
                  <a16:creationId xmlns:a16="http://schemas.microsoft.com/office/drawing/2014/main" id="{FD4D4381-2DE7-5211-6F24-207C390D126B}"/>
                </a:ext>
              </a:extLst>
            </p:cNvPr>
            <p:cNvSpPr/>
            <p:nvPr/>
          </p:nvSpPr>
          <p:spPr>
            <a:xfrm>
              <a:off x="9203064" y="2990374"/>
              <a:ext cx="3731685" cy="185156"/>
            </a:xfrm>
            <a:custGeom>
              <a:avLst/>
              <a:gdLst/>
              <a:ahLst/>
              <a:cxnLst/>
              <a:rect l="l" t="t" r="r" b="b"/>
              <a:pathLst>
                <a:path w="3731685" h="185156">
                  <a:moveTo>
                    <a:pt x="0" y="0"/>
                  </a:moveTo>
                  <a:lnTo>
                    <a:pt x="3731685" y="0"/>
                  </a:lnTo>
                  <a:lnTo>
                    <a:pt x="3731685" y="185156"/>
                  </a:lnTo>
                  <a:lnTo>
                    <a:pt x="0" y="185156"/>
                  </a:lnTo>
                  <a:lnTo>
                    <a:pt x="0" y="0"/>
                  </a:lnTo>
                  <a:close/>
                </a:path>
              </a:pathLst>
            </a:custGeom>
            <a:blipFill>
              <a:blip r:embed="rId10">
                <a:extLst>
                  <a:ext uri="{96DAC541-7B7A-43D3-8B79-37D633B846F1}">
                    <asvg:svgBlip xmlns:asvg="http://schemas.microsoft.com/office/drawing/2016/SVG/main" r:embed="rId11"/>
                  </a:ext>
                </a:extLst>
              </a:blip>
              <a:stretch>
                <a:fillRect l="-4457"/>
              </a:stretch>
            </a:blipFill>
          </p:spPr>
          <p:txBody>
            <a:bodyPr/>
            <a:lstStyle/>
            <a:p>
              <a:endParaRPr lang="en-AU">
                <a:latin typeface="Edu NSW ACT Foundation" pitchFamily="2" charset="0"/>
              </a:endParaRPr>
            </a:p>
          </p:txBody>
        </p:sp>
        <p:sp>
          <p:nvSpPr>
            <p:cNvPr id="82" name="TextBox 101">
              <a:extLst>
                <a:ext uri="{FF2B5EF4-FFF2-40B4-BE49-F238E27FC236}">
                  <a16:creationId xmlns:a16="http://schemas.microsoft.com/office/drawing/2014/main" id="{78FB751E-49D9-708E-8D7E-757FB175C299}"/>
                </a:ext>
              </a:extLst>
            </p:cNvPr>
            <p:cNvSpPr txBox="1"/>
            <p:nvPr/>
          </p:nvSpPr>
          <p:spPr>
            <a:xfrm>
              <a:off x="10129860" y="3226423"/>
              <a:ext cx="89812" cy="492700"/>
            </a:xfrm>
            <a:prstGeom prst="rect">
              <a:avLst/>
            </a:prstGeom>
          </p:spPr>
          <p:txBody>
            <a:bodyPr lIns="0" tIns="0" rIns="0" bIns="0" rtlCol="0" anchor="t">
              <a:spAutoFit/>
            </a:bodyPr>
            <a:lstStyle/>
            <a:p>
              <a:pPr algn="ctr">
                <a:lnSpc>
                  <a:spcPts val="1547"/>
                </a:lnSpc>
                <a:spcBef>
                  <a:spcPct val="0"/>
                </a:spcBef>
              </a:pPr>
              <a:r>
                <a:rPr lang="en-US" sz="1105">
                  <a:solidFill>
                    <a:srgbClr val="000000"/>
                  </a:solidFill>
                  <a:latin typeface="Edu NSW ACT Foundation" pitchFamily="2" charset="0"/>
                  <a:ea typeface="Canva Student Font"/>
                  <a:cs typeface="Canva Student Font"/>
                  <a:sym typeface="Canva Student Font"/>
                </a:rPr>
                <a:t>28</a:t>
              </a:r>
            </a:p>
          </p:txBody>
        </p:sp>
        <p:sp>
          <p:nvSpPr>
            <p:cNvPr id="83" name="AutoShape 102">
              <a:extLst>
                <a:ext uri="{FF2B5EF4-FFF2-40B4-BE49-F238E27FC236}">
                  <a16:creationId xmlns:a16="http://schemas.microsoft.com/office/drawing/2014/main" id="{9D00AAB3-B749-5203-F9AF-85B008C2B1CF}"/>
                </a:ext>
              </a:extLst>
            </p:cNvPr>
            <p:cNvSpPr/>
            <p:nvPr/>
          </p:nvSpPr>
          <p:spPr>
            <a:xfrm>
              <a:off x="10063520" y="3497232"/>
              <a:ext cx="222490" cy="0"/>
            </a:xfrm>
            <a:prstGeom prst="line">
              <a:avLst/>
            </a:prstGeom>
            <a:ln w="254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84" name="TextBox 103">
              <a:extLst>
                <a:ext uri="{FF2B5EF4-FFF2-40B4-BE49-F238E27FC236}">
                  <a16:creationId xmlns:a16="http://schemas.microsoft.com/office/drawing/2014/main" id="{2286F8CC-5CA7-0473-91B4-8B031B0FF1BC}"/>
                </a:ext>
              </a:extLst>
            </p:cNvPr>
            <p:cNvSpPr txBox="1"/>
            <p:nvPr/>
          </p:nvSpPr>
          <p:spPr>
            <a:xfrm>
              <a:off x="9735120" y="3235630"/>
              <a:ext cx="89812" cy="492700"/>
            </a:xfrm>
            <a:prstGeom prst="rect">
              <a:avLst/>
            </a:prstGeom>
          </p:spPr>
          <p:txBody>
            <a:bodyPr lIns="0" tIns="0" rIns="0" bIns="0" rtlCol="0" anchor="t">
              <a:spAutoFit/>
            </a:bodyPr>
            <a:lstStyle/>
            <a:p>
              <a:pPr algn="ctr">
                <a:lnSpc>
                  <a:spcPts val="1547"/>
                </a:lnSpc>
                <a:spcBef>
                  <a:spcPct val="0"/>
                </a:spcBef>
              </a:pPr>
              <a:r>
                <a:rPr lang="en-US" sz="1105">
                  <a:solidFill>
                    <a:srgbClr val="000000"/>
                  </a:solidFill>
                  <a:latin typeface="Edu NSW ACT Foundation" pitchFamily="2" charset="0"/>
                  <a:ea typeface="Canva Student Font"/>
                  <a:cs typeface="Canva Student Font"/>
                  <a:sym typeface="Canva Student Font"/>
                </a:rPr>
                <a:t>18</a:t>
              </a:r>
            </a:p>
          </p:txBody>
        </p:sp>
        <p:sp>
          <p:nvSpPr>
            <p:cNvPr id="85" name="AutoShape 104">
              <a:extLst>
                <a:ext uri="{FF2B5EF4-FFF2-40B4-BE49-F238E27FC236}">
                  <a16:creationId xmlns:a16="http://schemas.microsoft.com/office/drawing/2014/main" id="{995F164F-8318-1CD0-13E1-2C1723E507BF}"/>
                </a:ext>
              </a:extLst>
            </p:cNvPr>
            <p:cNvSpPr/>
            <p:nvPr/>
          </p:nvSpPr>
          <p:spPr>
            <a:xfrm>
              <a:off x="9668780" y="3486440"/>
              <a:ext cx="222490" cy="0"/>
            </a:xfrm>
            <a:prstGeom prst="line">
              <a:avLst/>
            </a:prstGeom>
            <a:ln w="254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86" name="TextBox 105">
              <a:extLst>
                <a:ext uri="{FF2B5EF4-FFF2-40B4-BE49-F238E27FC236}">
                  <a16:creationId xmlns:a16="http://schemas.microsoft.com/office/drawing/2014/main" id="{696A7839-A43C-8495-52E8-76868C1F0CF0}"/>
                </a:ext>
              </a:extLst>
            </p:cNvPr>
            <p:cNvSpPr txBox="1"/>
            <p:nvPr/>
          </p:nvSpPr>
          <p:spPr>
            <a:xfrm>
              <a:off x="10530318" y="3235630"/>
              <a:ext cx="89812" cy="492700"/>
            </a:xfrm>
            <a:prstGeom prst="rect">
              <a:avLst/>
            </a:prstGeom>
          </p:spPr>
          <p:txBody>
            <a:bodyPr lIns="0" tIns="0" rIns="0" bIns="0" rtlCol="0" anchor="t">
              <a:spAutoFit/>
            </a:bodyPr>
            <a:lstStyle/>
            <a:p>
              <a:pPr algn="ctr">
                <a:lnSpc>
                  <a:spcPts val="1547"/>
                </a:lnSpc>
                <a:spcBef>
                  <a:spcPct val="0"/>
                </a:spcBef>
              </a:pPr>
              <a:r>
                <a:rPr lang="en-US" sz="1105">
                  <a:solidFill>
                    <a:srgbClr val="000000"/>
                  </a:solidFill>
                  <a:latin typeface="Edu NSW ACT Foundation" pitchFamily="2" charset="0"/>
                  <a:ea typeface="Canva Student Font"/>
                  <a:cs typeface="Canva Student Font"/>
                  <a:sym typeface="Canva Student Font"/>
                </a:rPr>
                <a:t>38</a:t>
              </a:r>
            </a:p>
          </p:txBody>
        </p:sp>
        <p:sp>
          <p:nvSpPr>
            <p:cNvPr id="87" name="AutoShape 106">
              <a:extLst>
                <a:ext uri="{FF2B5EF4-FFF2-40B4-BE49-F238E27FC236}">
                  <a16:creationId xmlns:a16="http://schemas.microsoft.com/office/drawing/2014/main" id="{2267E24D-92DD-5A97-AA7E-4C4302DF8739}"/>
                </a:ext>
              </a:extLst>
            </p:cNvPr>
            <p:cNvSpPr/>
            <p:nvPr/>
          </p:nvSpPr>
          <p:spPr>
            <a:xfrm>
              <a:off x="10463979" y="3494515"/>
              <a:ext cx="222490" cy="0"/>
            </a:xfrm>
            <a:prstGeom prst="line">
              <a:avLst/>
            </a:prstGeom>
            <a:ln w="254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88" name="TextBox 107">
              <a:extLst>
                <a:ext uri="{FF2B5EF4-FFF2-40B4-BE49-F238E27FC236}">
                  <a16:creationId xmlns:a16="http://schemas.microsoft.com/office/drawing/2014/main" id="{6826151B-B155-A918-8AB4-E47D16C27151}"/>
                </a:ext>
              </a:extLst>
            </p:cNvPr>
            <p:cNvSpPr txBox="1"/>
            <p:nvPr/>
          </p:nvSpPr>
          <p:spPr>
            <a:xfrm>
              <a:off x="10930464" y="3235630"/>
              <a:ext cx="89812" cy="492700"/>
            </a:xfrm>
            <a:prstGeom prst="rect">
              <a:avLst/>
            </a:prstGeom>
          </p:spPr>
          <p:txBody>
            <a:bodyPr lIns="0" tIns="0" rIns="0" bIns="0" rtlCol="0" anchor="t">
              <a:spAutoFit/>
            </a:bodyPr>
            <a:lstStyle/>
            <a:p>
              <a:pPr algn="ctr">
                <a:lnSpc>
                  <a:spcPts val="1547"/>
                </a:lnSpc>
                <a:spcBef>
                  <a:spcPct val="0"/>
                </a:spcBef>
              </a:pPr>
              <a:r>
                <a:rPr lang="en-US" sz="1105">
                  <a:solidFill>
                    <a:srgbClr val="000000"/>
                  </a:solidFill>
                  <a:latin typeface="Edu NSW ACT Foundation" pitchFamily="2" charset="0"/>
                  <a:ea typeface="Canva Student Font"/>
                  <a:cs typeface="Canva Student Font"/>
                  <a:sym typeface="Canva Student Font"/>
                </a:rPr>
                <a:t>48</a:t>
              </a:r>
            </a:p>
          </p:txBody>
        </p:sp>
        <p:sp>
          <p:nvSpPr>
            <p:cNvPr id="89" name="AutoShape 108">
              <a:extLst>
                <a:ext uri="{FF2B5EF4-FFF2-40B4-BE49-F238E27FC236}">
                  <a16:creationId xmlns:a16="http://schemas.microsoft.com/office/drawing/2014/main" id="{BFFFF66A-1481-846E-3F3B-ABE62F243528}"/>
                </a:ext>
              </a:extLst>
            </p:cNvPr>
            <p:cNvSpPr/>
            <p:nvPr/>
          </p:nvSpPr>
          <p:spPr>
            <a:xfrm>
              <a:off x="10864125" y="3494515"/>
              <a:ext cx="222490" cy="0"/>
            </a:xfrm>
            <a:prstGeom prst="line">
              <a:avLst/>
            </a:prstGeom>
            <a:ln w="254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90" name="TextBox 109">
              <a:extLst>
                <a:ext uri="{FF2B5EF4-FFF2-40B4-BE49-F238E27FC236}">
                  <a16:creationId xmlns:a16="http://schemas.microsoft.com/office/drawing/2014/main" id="{C8BA905F-44AE-4759-CBAC-A5FC01BCB26B}"/>
                </a:ext>
              </a:extLst>
            </p:cNvPr>
            <p:cNvSpPr txBox="1"/>
            <p:nvPr/>
          </p:nvSpPr>
          <p:spPr>
            <a:xfrm>
              <a:off x="11330610" y="3235630"/>
              <a:ext cx="89812" cy="492700"/>
            </a:xfrm>
            <a:prstGeom prst="rect">
              <a:avLst/>
            </a:prstGeom>
          </p:spPr>
          <p:txBody>
            <a:bodyPr lIns="0" tIns="0" rIns="0" bIns="0" rtlCol="0" anchor="t">
              <a:spAutoFit/>
            </a:bodyPr>
            <a:lstStyle/>
            <a:p>
              <a:pPr algn="ctr">
                <a:lnSpc>
                  <a:spcPts val="1547"/>
                </a:lnSpc>
                <a:spcBef>
                  <a:spcPct val="0"/>
                </a:spcBef>
              </a:pPr>
              <a:r>
                <a:rPr lang="en-US" sz="1105">
                  <a:solidFill>
                    <a:srgbClr val="000000"/>
                  </a:solidFill>
                  <a:latin typeface="Edu NSW ACT Foundation" pitchFamily="2" charset="0"/>
                  <a:ea typeface="Canva Student Font"/>
                  <a:cs typeface="Canva Student Font"/>
                  <a:sym typeface="Canva Student Font"/>
                </a:rPr>
                <a:t>58</a:t>
              </a:r>
            </a:p>
          </p:txBody>
        </p:sp>
        <p:sp>
          <p:nvSpPr>
            <p:cNvPr id="91" name="AutoShape 110">
              <a:extLst>
                <a:ext uri="{FF2B5EF4-FFF2-40B4-BE49-F238E27FC236}">
                  <a16:creationId xmlns:a16="http://schemas.microsoft.com/office/drawing/2014/main" id="{AD217A83-197C-72E3-A5C7-8749C3A12F89}"/>
                </a:ext>
              </a:extLst>
            </p:cNvPr>
            <p:cNvSpPr/>
            <p:nvPr/>
          </p:nvSpPr>
          <p:spPr>
            <a:xfrm>
              <a:off x="11264271" y="3494515"/>
              <a:ext cx="222490" cy="0"/>
            </a:xfrm>
            <a:prstGeom prst="line">
              <a:avLst/>
            </a:prstGeom>
            <a:ln w="254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92" name="TextBox 111">
              <a:extLst>
                <a:ext uri="{FF2B5EF4-FFF2-40B4-BE49-F238E27FC236}">
                  <a16:creationId xmlns:a16="http://schemas.microsoft.com/office/drawing/2014/main" id="{FBC0CB04-81B4-429B-5E07-02BE9E32D3A2}"/>
                </a:ext>
              </a:extLst>
            </p:cNvPr>
            <p:cNvSpPr txBox="1"/>
            <p:nvPr/>
          </p:nvSpPr>
          <p:spPr>
            <a:xfrm>
              <a:off x="11758642" y="3215919"/>
              <a:ext cx="89812" cy="492700"/>
            </a:xfrm>
            <a:prstGeom prst="rect">
              <a:avLst/>
            </a:prstGeom>
          </p:spPr>
          <p:txBody>
            <a:bodyPr lIns="0" tIns="0" rIns="0" bIns="0" rtlCol="0" anchor="t">
              <a:spAutoFit/>
            </a:bodyPr>
            <a:lstStyle/>
            <a:p>
              <a:pPr algn="ctr">
                <a:lnSpc>
                  <a:spcPts val="1547"/>
                </a:lnSpc>
                <a:spcBef>
                  <a:spcPct val="0"/>
                </a:spcBef>
              </a:pPr>
              <a:r>
                <a:rPr lang="en-US" sz="1105">
                  <a:solidFill>
                    <a:srgbClr val="000000"/>
                  </a:solidFill>
                  <a:latin typeface="Edu NSW ACT Foundation" pitchFamily="2" charset="0"/>
                  <a:ea typeface="Canva Student Font"/>
                  <a:cs typeface="Canva Student Font"/>
                  <a:sym typeface="Canva Student Font"/>
                </a:rPr>
                <a:t>68</a:t>
              </a:r>
            </a:p>
          </p:txBody>
        </p:sp>
        <p:sp>
          <p:nvSpPr>
            <p:cNvPr id="93" name="AutoShape 112">
              <a:extLst>
                <a:ext uri="{FF2B5EF4-FFF2-40B4-BE49-F238E27FC236}">
                  <a16:creationId xmlns:a16="http://schemas.microsoft.com/office/drawing/2014/main" id="{87BADEEA-B8B4-2674-4239-6FEC7783C840}"/>
                </a:ext>
              </a:extLst>
            </p:cNvPr>
            <p:cNvSpPr/>
            <p:nvPr/>
          </p:nvSpPr>
          <p:spPr>
            <a:xfrm>
              <a:off x="11692303" y="3474805"/>
              <a:ext cx="222490" cy="0"/>
            </a:xfrm>
            <a:prstGeom prst="line">
              <a:avLst/>
            </a:prstGeom>
            <a:ln w="254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94" name="TextBox 113">
              <a:extLst>
                <a:ext uri="{FF2B5EF4-FFF2-40B4-BE49-F238E27FC236}">
                  <a16:creationId xmlns:a16="http://schemas.microsoft.com/office/drawing/2014/main" id="{C6055A10-F6E4-13D7-3C7F-451D117C48FE}"/>
                </a:ext>
              </a:extLst>
            </p:cNvPr>
            <p:cNvSpPr txBox="1"/>
            <p:nvPr/>
          </p:nvSpPr>
          <p:spPr>
            <a:xfrm>
              <a:off x="12139692" y="3226423"/>
              <a:ext cx="89812" cy="492700"/>
            </a:xfrm>
            <a:prstGeom prst="rect">
              <a:avLst/>
            </a:prstGeom>
          </p:spPr>
          <p:txBody>
            <a:bodyPr lIns="0" tIns="0" rIns="0" bIns="0" rtlCol="0" anchor="t">
              <a:spAutoFit/>
            </a:bodyPr>
            <a:lstStyle/>
            <a:p>
              <a:pPr algn="ctr">
                <a:lnSpc>
                  <a:spcPts val="1547"/>
                </a:lnSpc>
                <a:spcBef>
                  <a:spcPct val="0"/>
                </a:spcBef>
              </a:pPr>
              <a:r>
                <a:rPr lang="en-US" sz="1105">
                  <a:solidFill>
                    <a:srgbClr val="000000"/>
                  </a:solidFill>
                  <a:latin typeface="Edu NSW ACT Foundation" pitchFamily="2" charset="0"/>
                  <a:ea typeface="Canva Student Font"/>
                  <a:cs typeface="Canva Student Font"/>
                  <a:sym typeface="Canva Student Font"/>
                </a:rPr>
                <a:t>78</a:t>
              </a:r>
            </a:p>
          </p:txBody>
        </p:sp>
        <p:sp>
          <p:nvSpPr>
            <p:cNvPr id="95" name="AutoShape 114">
              <a:extLst>
                <a:ext uri="{FF2B5EF4-FFF2-40B4-BE49-F238E27FC236}">
                  <a16:creationId xmlns:a16="http://schemas.microsoft.com/office/drawing/2014/main" id="{A66C1E14-8BBF-094C-8D2E-99EE7DDAF76B}"/>
                </a:ext>
              </a:extLst>
            </p:cNvPr>
            <p:cNvSpPr/>
            <p:nvPr/>
          </p:nvSpPr>
          <p:spPr>
            <a:xfrm>
              <a:off x="12073353" y="3485308"/>
              <a:ext cx="222490" cy="0"/>
            </a:xfrm>
            <a:prstGeom prst="line">
              <a:avLst/>
            </a:prstGeom>
            <a:ln w="25400" cap="flat">
              <a:solidFill>
                <a:srgbClr val="000000"/>
              </a:solidFill>
              <a:prstDash val="solid"/>
              <a:headEnd type="none" w="sm" len="sm"/>
              <a:tailEnd type="none" w="sm" len="sm"/>
            </a:ln>
          </p:spPr>
          <p:txBody>
            <a:bodyPr/>
            <a:lstStyle/>
            <a:p>
              <a:endParaRPr lang="en-AU">
                <a:latin typeface="Edu NSW ACT Foundation" pitchFamily="2" charset="0"/>
              </a:endParaRPr>
            </a:p>
          </p:txBody>
        </p:sp>
        <p:sp>
          <p:nvSpPr>
            <p:cNvPr id="96" name="TextBox 115">
              <a:extLst>
                <a:ext uri="{FF2B5EF4-FFF2-40B4-BE49-F238E27FC236}">
                  <a16:creationId xmlns:a16="http://schemas.microsoft.com/office/drawing/2014/main" id="{B91AC169-6AB8-5B6C-4F19-38BFAE8FED14}"/>
                </a:ext>
              </a:extLst>
            </p:cNvPr>
            <p:cNvSpPr txBox="1"/>
            <p:nvPr/>
          </p:nvSpPr>
          <p:spPr>
            <a:xfrm>
              <a:off x="12520480" y="3306135"/>
              <a:ext cx="136820" cy="376396"/>
            </a:xfrm>
            <a:prstGeom prst="rect">
              <a:avLst/>
            </a:prstGeom>
          </p:spPr>
          <p:txBody>
            <a:bodyPr lIns="0" tIns="0" rIns="0" bIns="0" rtlCol="0" anchor="t">
              <a:spAutoFit/>
            </a:bodyPr>
            <a:lstStyle/>
            <a:p>
              <a:pPr algn="ctr">
                <a:lnSpc>
                  <a:spcPts val="2357"/>
                </a:lnSpc>
                <a:spcBef>
                  <a:spcPct val="0"/>
                </a:spcBef>
              </a:pPr>
              <a:r>
                <a:rPr lang="en-US" sz="1684">
                  <a:solidFill>
                    <a:srgbClr val="000000"/>
                  </a:solidFill>
                  <a:latin typeface="Edu NSW ACT Foundation" pitchFamily="2" charset="0"/>
                  <a:ea typeface="Canva Student Font"/>
                  <a:cs typeface="Canva Student Font"/>
                  <a:sym typeface="Canva Student Font"/>
                </a:rPr>
                <a:t>1</a:t>
              </a:r>
            </a:p>
          </p:txBody>
        </p:sp>
        <p:sp>
          <p:nvSpPr>
            <p:cNvPr id="97" name="TextBox 116">
              <a:extLst>
                <a:ext uri="{FF2B5EF4-FFF2-40B4-BE49-F238E27FC236}">
                  <a16:creationId xmlns:a16="http://schemas.microsoft.com/office/drawing/2014/main" id="{531DEC2D-F54C-590B-6C13-A1AE526AD8B3}"/>
                </a:ext>
              </a:extLst>
            </p:cNvPr>
            <p:cNvSpPr txBox="1"/>
            <p:nvPr/>
          </p:nvSpPr>
          <p:spPr>
            <a:xfrm>
              <a:off x="9298500" y="3286136"/>
              <a:ext cx="136820" cy="376396"/>
            </a:xfrm>
            <a:prstGeom prst="rect">
              <a:avLst/>
            </a:prstGeom>
          </p:spPr>
          <p:txBody>
            <a:bodyPr lIns="0" tIns="0" rIns="0" bIns="0" rtlCol="0" anchor="t">
              <a:spAutoFit/>
            </a:bodyPr>
            <a:lstStyle/>
            <a:p>
              <a:pPr algn="ctr">
                <a:lnSpc>
                  <a:spcPts val="2357"/>
                </a:lnSpc>
                <a:spcBef>
                  <a:spcPct val="0"/>
                </a:spcBef>
              </a:pPr>
              <a:r>
                <a:rPr lang="en-US" sz="1684">
                  <a:solidFill>
                    <a:srgbClr val="000000"/>
                  </a:solidFill>
                  <a:latin typeface="Edu NSW ACT Foundation" pitchFamily="2" charset="0"/>
                  <a:ea typeface="Canva Student Font"/>
                  <a:cs typeface="Canva Student Font"/>
                  <a:sym typeface="Canva Student Font"/>
                </a:rPr>
                <a:t>0</a:t>
              </a:r>
            </a:p>
          </p:txBody>
        </p:sp>
      </p:grpSp>
      <p:graphicFrame>
        <p:nvGraphicFramePr>
          <p:cNvPr id="122" name="Table 117" descr="Fractions represented (shaded) on a number line.&#10;3/4, 1/2, 5/8, 2/4, 3/10, 7/8">
            <a:extLst>
              <a:ext uri="{FF2B5EF4-FFF2-40B4-BE49-F238E27FC236}">
                <a16:creationId xmlns:a16="http://schemas.microsoft.com/office/drawing/2014/main" id="{C7F3538E-3418-5DF1-5D87-F2E78780DAA0}"/>
              </a:ext>
            </a:extLst>
          </p:cNvPr>
          <p:cNvGraphicFramePr>
            <a:graphicFrameLocks noGrp="1"/>
          </p:cNvGraphicFramePr>
          <p:nvPr>
            <p:extLst>
              <p:ext uri="{D42A27DB-BD31-4B8C-83A1-F6EECF244321}">
                <p14:modId xmlns:p14="http://schemas.microsoft.com/office/powerpoint/2010/main" val="520862464"/>
              </p:ext>
            </p:extLst>
          </p:nvPr>
        </p:nvGraphicFramePr>
        <p:xfrm>
          <a:off x="1173455" y="2909137"/>
          <a:ext cx="3305050" cy="1794431"/>
        </p:xfrm>
        <a:graphic>
          <a:graphicData uri="http://schemas.openxmlformats.org/drawingml/2006/table">
            <a:tbl>
              <a:tblPr/>
              <a:tblGrid>
                <a:gridCol w="3305050">
                  <a:extLst>
                    <a:ext uri="{9D8B030D-6E8A-4147-A177-3AD203B41FA5}">
                      <a16:colId xmlns:a16="http://schemas.microsoft.com/office/drawing/2014/main" val="20000"/>
                    </a:ext>
                  </a:extLst>
                </a:gridCol>
              </a:tblGrid>
              <a:tr h="1794431">
                <a:tc>
                  <a:txBody>
                    <a:bodyPr/>
                    <a:lstStyle/>
                    <a:p>
                      <a:pPr algn="ctr">
                        <a:lnSpc>
                          <a:spcPts val="4480"/>
                        </a:lnSpc>
                        <a:defRPr/>
                      </a:pPr>
                      <a:r>
                        <a:rPr lang="en-US" sz="3200">
                          <a:solidFill>
                            <a:srgbClr val="000000"/>
                          </a:solidFill>
                          <a:latin typeface="Edu NSW ACT Foundation" pitchFamily="2" charset="0"/>
                          <a:ea typeface="Canva Student Font"/>
                          <a:cs typeface="Canva Student Font"/>
                          <a:sym typeface="Canva Student Font"/>
                        </a:rPr>
                        <a:t>3 quarters</a:t>
                      </a:r>
                      <a:endParaRPr lang="en-US" sz="1100">
                        <a:latin typeface="Edu NSW ACT Foundation" pitchFamily="2" charset="0"/>
                      </a:endParaRPr>
                    </a:p>
                  </a:txBody>
                  <a:tcPr marL="161925" marR="161925" marT="161925" marB="1619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23" name="Table 118" descr="Fractions represented (shaded) on a number line.&#10;3/4, 1/2, 5/8, 2/4, 3/10, 7/8">
            <a:extLst>
              <a:ext uri="{FF2B5EF4-FFF2-40B4-BE49-F238E27FC236}">
                <a16:creationId xmlns:a16="http://schemas.microsoft.com/office/drawing/2014/main" id="{C3B9D522-2B14-2340-C61B-CCB22492EE14}"/>
              </a:ext>
            </a:extLst>
          </p:cNvPr>
          <p:cNvGraphicFramePr>
            <a:graphicFrameLocks noGrp="1"/>
          </p:cNvGraphicFramePr>
          <p:nvPr>
            <p:extLst>
              <p:ext uri="{D42A27DB-BD31-4B8C-83A1-F6EECF244321}">
                <p14:modId xmlns:p14="http://schemas.microsoft.com/office/powerpoint/2010/main" val="449681663"/>
              </p:ext>
            </p:extLst>
          </p:nvPr>
        </p:nvGraphicFramePr>
        <p:xfrm>
          <a:off x="4496202" y="2909137"/>
          <a:ext cx="3305050" cy="1794431"/>
        </p:xfrm>
        <a:graphic>
          <a:graphicData uri="http://schemas.openxmlformats.org/drawingml/2006/table">
            <a:tbl>
              <a:tblPr/>
              <a:tblGrid>
                <a:gridCol w="3305050">
                  <a:extLst>
                    <a:ext uri="{9D8B030D-6E8A-4147-A177-3AD203B41FA5}">
                      <a16:colId xmlns:a16="http://schemas.microsoft.com/office/drawing/2014/main" val="20000"/>
                    </a:ext>
                  </a:extLst>
                </a:gridCol>
              </a:tblGrid>
              <a:tr h="1794431">
                <a:tc>
                  <a:txBody>
                    <a:bodyPr/>
                    <a:lstStyle/>
                    <a:p>
                      <a:pPr algn="ctr">
                        <a:lnSpc>
                          <a:spcPts val="4480"/>
                        </a:lnSpc>
                        <a:defRPr/>
                      </a:pPr>
                      <a:r>
                        <a:rPr lang="en-US" sz="3200">
                          <a:solidFill>
                            <a:srgbClr val="000000"/>
                          </a:solidFill>
                          <a:latin typeface="Edu NSW ACT Foundation" pitchFamily="2" charset="0"/>
                          <a:ea typeface="Canva Student Font"/>
                          <a:cs typeface="Canva Student Font"/>
                          <a:sym typeface="Canva Student Font"/>
                        </a:rPr>
                        <a:t>one-half</a:t>
                      </a:r>
                      <a:endParaRPr lang="en-US" sz="1100">
                        <a:latin typeface="Edu NSW ACT Foundation" pitchFamily="2" charset="0"/>
                      </a:endParaRPr>
                    </a:p>
                  </a:txBody>
                  <a:tcPr marL="161925" marR="161925" marT="161925" marB="1619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24" name="Table 119" descr="Fractions represented (shaded) on a number line.&#10;3/4, 1/2, 5/8, 2/4, 3/10, 7/8">
            <a:extLst>
              <a:ext uri="{FF2B5EF4-FFF2-40B4-BE49-F238E27FC236}">
                <a16:creationId xmlns:a16="http://schemas.microsoft.com/office/drawing/2014/main" id="{99729483-635D-B46B-B7C8-00211791175E}"/>
              </a:ext>
            </a:extLst>
          </p:cNvPr>
          <p:cNvGraphicFramePr>
            <a:graphicFrameLocks noGrp="1"/>
          </p:cNvGraphicFramePr>
          <p:nvPr>
            <p:extLst>
              <p:ext uri="{D42A27DB-BD31-4B8C-83A1-F6EECF244321}">
                <p14:modId xmlns:p14="http://schemas.microsoft.com/office/powerpoint/2010/main" val="4169343775"/>
              </p:ext>
            </p:extLst>
          </p:nvPr>
        </p:nvGraphicFramePr>
        <p:xfrm>
          <a:off x="7818950" y="2909137"/>
          <a:ext cx="3305050" cy="1794431"/>
        </p:xfrm>
        <a:graphic>
          <a:graphicData uri="http://schemas.openxmlformats.org/drawingml/2006/table">
            <a:tbl>
              <a:tblPr/>
              <a:tblGrid>
                <a:gridCol w="3305050">
                  <a:extLst>
                    <a:ext uri="{9D8B030D-6E8A-4147-A177-3AD203B41FA5}">
                      <a16:colId xmlns:a16="http://schemas.microsoft.com/office/drawing/2014/main" val="20000"/>
                    </a:ext>
                  </a:extLst>
                </a:gridCol>
              </a:tblGrid>
              <a:tr h="1794431">
                <a:tc>
                  <a:txBody>
                    <a:bodyPr/>
                    <a:lstStyle/>
                    <a:p>
                      <a:pPr algn="ctr">
                        <a:lnSpc>
                          <a:spcPts val="4480"/>
                        </a:lnSpc>
                        <a:defRPr/>
                      </a:pPr>
                      <a:r>
                        <a:rPr lang="en-US" sz="3200">
                          <a:solidFill>
                            <a:srgbClr val="000000"/>
                          </a:solidFill>
                          <a:latin typeface="Edu NSW ACT Foundation" pitchFamily="2" charset="0"/>
                          <a:ea typeface="Canva Student Font"/>
                          <a:cs typeface="Canva Student Font"/>
                          <a:sym typeface="Canva Student Font"/>
                        </a:rPr>
                        <a:t>5 eighths</a:t>
                      </a:r>
                      <a:endParaRPr lang="en-US" sz="1100">
                        <a:latin typeface="Edu NSW ACT Foundation" pitchFamily="2" charset="0"/>
                      </a:endParaRPr>
                    </a:p>
                  </a:txBody>
                  <a:tcPr marL="161925" marR="161925" marT="161925" marB="1619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25" name="Table 120" descr="Fractions represented (shaded) on a number line.&#10;3/4, 1/2, 5/8, 2/4, 3/10, 7/8">
            <a:extLst>
              <a:ext uri="{FF2B5EF4-FFF2-40B4-BE49-F238E27FC236}">
                <a16:creationId xmlns:a16="http://schemas.microsoft.com/office/drawing/2014/main" id="{409A2F74-015E-ACEC-42AE-E24DDFBC27B3}"/>
              </a:ext>
            </a:extLst>
          </p:cNvPr>
          <p:cNvGraphicFramePr>
            <a:graphicFrameLocks noGrp="1"/>
          </p:cNvGraphicFramePr>
          <p:nvPr>
            <p:extLst>
              <p:ext uri="{D42A27DB-BD31-4B8C-83A1-F6EECF244321}">
                <p14:modId xmlns:p14="http://schemas.microsoft.com/office/powerpoint/2010/main" val="593324719"/>
              </p:ext>
            </p:extLst>
          </p:nvPr>
        </p:nvGraphicFramePr>
        <p:xfrm>
          <a:off x="1179215" y="4703569"/>
          <a:ext cx="3305050" cy="1794431"/>
        </p:xfrm>
        <a:graphic>
          <a:graphicData uri="http://schemas.openxmlformats.org/drawingml/2006/table">
            <a:tbl>
              <a:tblPr/>
              <a:tblGrid>
                <a:gridCol w="3305050">
                  <a:extLst>
                    <a:ext uri="{9D8B030D-6E8A-4147-A177-3AD203B41FA5}">
                      <a16:colId xmlns:a16="http://schemas.microsoft.com/office/drawing/2014/main" val="20000"/>
                    </a:ext>
                  </a:extLst>
                </a:gridCol>
              </a:tblGrid>
              <a:tr h="1794431">
                <a:tc>
                  <a:txBody>
                    <a:bodyPr/>
                    <a:lstStyle/>
                    <a:p>
                      <a:pPr algn="ctr">
                        <a:lnSpc>
                          <a:spcPts val="4480"/>
                        </a:lnSpc>
                        <a:defRPr/>
                      </a:pPr>
                      <a:r>
                        <a:rPr lang="en-US" sz="3200">
                          <a:solidFill>
                            <a:srgbClr val="000000"/>
                          </a:solidFill>
                          <a:latin typeface="Edu NSW ACT Foundation" pitchFamily="2" charset="0"/>
                          <a:ea typeface="Canva Student Font"/>
                          <a:cs typeface="Canva Student Font"/>
                          <a:sym typeface="Canva Student Font"/>
                        </a:rPr>
                        <a:t>2 quarters</a:t>
                      </a:r>
                      <a:endParaRPr lang="en-US" sz="1100">
                        <a:latin typeface="Edu NSW ACT Foundation" pitchFamily="2" charset="0"/>
                      </a:endParaRPr>
                    </a:p>
                  </a:txBody>
                  <a:tcPr marL="161925" marR="161925" marT="161925" marB="1619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26" name="Table 121" descr="Fractions represented (shaded) on a number line.&#10;3/4, 1/2, 5/8, 2/4, 3/10, 7/8">
            <a:extLst>
              <a:ext uri="{FF2B5EF4-FFF2-40B4-BE49-F238E27FC236}">
                <a16:creationId xmlns:a16="http://schemas.microsoft.com/office/drawing/2014/main" id="{4C48D06C-80B2-7B85-9D12-9AA7173700DA}"/>
              </a:ext>
            </a:extLst>
          </p:cNvPr>
          <p:cNvGraphicFramePr>
            <a:graphicFrameLocks noGrp="1"/>
          </p:cNvGraphicFramePr>
          <p:nvPr>
            <p:extLst>
              <p:ext uri="{D42A27DB-BD31-4B8C-83A1-F6EECF244321}">
                <p14:modId xmlns:p14="http://schemas.microsoft.com/office/powerpoint/2010/main" val="517180987"/>
              </p:ext>
            </p:extLst>
          </p:nvPr>
        </p:nvGraphicFramePr>
        <p:xfrm>
          <a:off x="4491665" y="4703568"/>
          <a:ext cx="3305050" cy="1794431"/>
        </p:xfrm>
        <a:graphic>
          <a:graphicData uri="http://schemas.openxmlformats.org/drawingml/2006/table">
            <a:tbl>
              <a:tblPr/>
              <a:tblGrid>
                <a:gridCol w="3305050">
                  <a:extLst>
                    <a:ext uri="{9D8B030D-6E8A-4147-A177-3AD203B41FA5}">
                      <a16:colId xmlns:a16="http://schemas.microsoft.com/office/drawing/2014/main" val="20000"/>
                    </a:ext>
                  </a:extLst>
                </a:gridCol>
              </a:tblGrid>
              <a:tr h="1794431">
                <a:tc>
                  <a:txBody>
                    <a:bodyPr/>
                    <a:lstStyle/>
                    <a:p>
                      <a:pPr algn="ctr">
                        <a:lnSpc>
                          <a:spcPts val="4480"/>
                        </a:lnSpc>
                        <a:defRPr/>
                      </a:pPr>
                      <a:r>
                        <a:rPr lang="en-US" sz="3200">
                          <a:solidFill>
                            <a:srgbClr val="000000"/>
                          </a:solidFill>
                          <a:latin typeface="Edu NSW ACT Foundation" pitchFamily="2" charset="0"/>
                          <a:ea typeface="Canva Student Font"/>
                          <a:cs typeface="Canva Student Font"/>
                          <a:sym typeface="Canva Student Font"/>
                        </a:rPr>
                        <a:t>3 tenths</a:t>
                      </a:r>
                      <a:endParaRPr lang="en-US" sz="1100">
                        <a:latin typeface="Edu NSW ACT Foundation" pitchFamily="2" charset="0"/>
                      </a:endParaRPr>
                    </a:p>
                  </a:txBody>
                  <a:tcPr marL="161925" marR="161925" marT="161925" marB="1619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graphicFrame>
        <p:nvGraphicFramePr>
          <p:cNvPr id="127" name="Table 122" descr="Fractions represented (shaded) on a number line.&#10;3/4, 1/2, 5/8, 2/4, 3/10, 7/8">
            <a:extLst>
              <a:ext uri="{FF2B5EF4-FFF2-40B4-BE49-F238E27FC236}">
                <a16:creationId xmlns:a16="http://schemas.microsoft.com/office/drawing/2014/main" id="{F09FAEA4-BC68-767F-406F-AC6B47C8CA50}"/>
              </a:ext>
            </a:extLst>
          </p:cNvPr>
          <p:cNvGraphicFramePr>
            <a:graphicFrameLocks noGrp="1"/>
          </p:cNvGraphicFramePr>
          <p:nvPr>
            <p:extLst>
              <p:ext uri="{D42A27DB-BD31-4B8C-83A1-F6EECF244321}">
                <p14:modId xmlns:p14="http://schemas.microsoft.com/office/powerpoint/2010/main" val="171682346"/>
              </p:ext>
            </p:extLst>
          </p:nvPr>
        </p:nvGraphicFramePr>
        <p:xfrm>
          <a:off x="7818950" y="4703569"/>
          <a:ext cx="3305050" cy="1794431"/>
        </p:xfrm>
        <a:graphic>
          <a:graphicData uri="http://schemas.openxmlformats.org/drawingml/2006/table">
            <a:tbl>
              <a:tblPr/>
              <a:tblGrid>
                <a:gridCol w="3305050">
                  <a:extLst>
                    <a:ext uri="{9D8B030D-6E8A-4147-A177-3AD203B41FA5}">
                      <a16:colId xmlns:a16="http://schemas.microsoft.com/office/drawing/2014/main" val="20000"/>
                    </a:ext>
                  </a:extLst>
                </a:gridCol>
              </a:tblGrid>
              <a:tr h="1794431">
                <a:tc>
                  <a:txBody>
                    <a:bodyPr/>
                    <a:lstStyle/>
                    <a:p>
                      <a:pPr algn="ctr">
                        <a:lnSpc>
                          <a:spcPts val="4480"/>
                        </a:lnSpc>
                        <a:defRPr/>
                      </a:pPr>
                      <a:r>
                        <a:rPr lang="en-US" sz="3200">
                          <a:solidFill>
                            <a:srgbClr val="000000"/>
                          </a:solidFill>
                          <a:latin typeface="Edu NSW ACT Foundation" pitchFamily="2" charset="0"/>
                          <a:ea typeface="Canva Student Font"/>
                          <a:cs typeface="Canva Student Font"/>
                          <a:sym typeface="Canva Student Font"/>
                        </a:rPr>
                        <a:t>7 eighths</a:t>
                      </a:r>
                      <a:endParaRPr lang="en-US" sz="1100">
                        <a:latin typeface="Edu NSW ACT Foundation" pitchFamily="2" charset="0"/>
                      </a:endParaRPr>
                    </a:p>
                  </a:txBody>
                  <a:tcPr marL="161925" marR="161925" marT="161925" marB="161925" anchor="b">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3402796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9D3EC5-1978-D0B2-1005-F3026FF696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54331E5-B73F-E61B-8143-1547D7DE5518}"/>
              </a:ext>
            </a:extLst>
          </p:cNvPr>
          <p:cNvSpPr>
            <a:spLocks noGrp="1"/>
          </p:cNvSpPr>
          <p:nvPr>
            <p:ph type="sldNum" sz="quarter" idx="12"/>
          </p:nvPr>
        </p:nvSpPr>
        <p:spPr/>
        <p:txBody>
          <a:bodyPr/>
          <a:lstStyle/>
          <a:p>
            <a:fld id="{10A01DC5-1685-4615-8240-15192985C6A2}" type="slidenum">
              <a:rPr lang="en-AU" smtClean="0"/>
              <a:t>56</a:t>
            </a:fld>
            <a:endParaRPr lang="en-AU"/>
          </a:p>
        </p:txBody>
      </p:sp>
      <p:sp>
        <p:nvSpPr>
          <p:cNvPr id="3" name="Title 2">
            <a:extLst>
              <a:ext uri="{FF2B5EF4-FFF2-40B4-BE49-F238E27FC236}">
                <a16:creationId xmlns:a16="http://schemas.microsoft.com/office/drawing/2014/main" id="{9D284195-A94F-3D08-B252-D7FBC4299576}"/>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(32)</a:t>
            </a:r>
          </a:p>
        </p:txBody>
      </p:sp>
      <p:sp>
        <p:nvSpPr>
          <p:cNvPr id="6" name="TextBox 5">
            <a:extLst>
              <a:ext uri="{FF2B5EF4-FFF2-40B4-BE49-F238E27FC236}">
                <a16:creationId xmlns:a16="http://schemas.microsoft.com/office/drawing/2014/main" id="{5A4C3E82-5860-73DE-6E1E-F245CCFFF597}"/>
              </a:ext>
            </a:extLst>
          </p:cNvPr>
          <p:cNvSpPr txBox="1"/>
          <p:nvPr/>
        </p:nvSpPr>
        <p:spPr>
          <a:xfrm>
            <a:off x="7805056" y="2024743"/>
            <a:ext cx="3797981" cy="3461657"/>
          </a:xfrm>
          <a:prstGeom prst="rect">
            <a:avLst/>
          </a:prstGeom>
          <a:noFill/>
        </p:spPr>
        <p:txBody>
          <a:bodyPr wrap="square" lIns="0" tIns="0" rIns="0" bIns="0" rtlCol="0">
            <a:noAutofit/>
          </a:bodyPr>
          <a:lstStyle/>
          <a:p>
            <a:pPr algn="l"/>
            <a:r>
              <a:rPr lang="en-AU"/>
              <a:t>You bought something from the canteen and received $2.50 in change. </a:t>
            </a:r>
          </a:p>
          <a:p>
            <a:pPr algn="l"/>
            <a:endParaRPr lang="en-AU"/>
          </a:p>
          <a:p>
            <a:pPr algn="l"/>
            <a:r>
              <a:rPr lang="en-AU"/>
              <a:t>What might you have bought if you started with $10? List the possibilities.</a:t>
            </a:r>
          </a:p>
        </p:txBody>
      </p:sp>
      <p:pic>
        <p:nvPicPr>
          <p:cNvPr id="4" name="Picture 3" descr="image of a clipboard with a pencil recording short answer responses">
            <a:extLst>
              <a:ext uri="{FF2B5EF4-FFF2-40B4-BE49-F238E27FC236}">
                <a16:creationId xmlns:a16="http://schemas.microsoft.com/office/drawing/2014/main" id="{B2AACA3F-7A28-6CBF-E26B-3DD13855833C}"/>
              </a:ext>
            </a:extLst>
          </p:cNvPr>
          <p:cNvPicPr>
            <a:picLocks noChangeAspect="1"/>
          </p:cNvPicPr>
          <p:nvPr/>
        </p:nvPicPr>
        <p:blipFill>
          <a:blip r:embed="rId3"/>
          <a:stretch>
            <a:fillRect/>
          </a:stretch>
        </p:blipFill>
        <p:spPr>
          <a:xfrm>
            <a:off x="11030476" y="268723"/>
            <a:ext cx="915500" cy="915500"/>
          </a:xfrm>
          <a:prstGeom prst="rect">
            <a:avLst/>
          </a:prstGeom>
        </p:spPr>
      </p:pic>
      <p:graphicFrame>
        <p:nvGraphicFramePr>
          <p:cNvPr id="7" name="Table 6">
            <a:extLst>
              <a:ext uri="{FF2B5EF4-FFF2-40B4-BE49-F238E27FC236}">
                <a16:creationId xmlns:a16="http://schemas.microsoft.com/office/drawing/2014/main" id="{5A7AD3AB-C801-C47D-D935-44CC05D7CFBB}"/>
              </a:ext>
            </a:extLst>
          </p:cNvPr>
          <p:cNvGraphicFramePr>
            <a:graphicFrameLocks noGrp="1"/>
          </p:cNvGraphicFramePr>
          <p:nvPr>
            <p:extLst>
              <p:ext uri="{D42A27DB-BD31-4B8C-83A1-F6EECF244321}">
                <p14:modId xmlns:p14="http://schemas.microsoft.com/office/powerpoint/2010/main" val="3062003873"/>
              </p:ext>
            </p:extLst>
          </p:nvPr>
        </p:nvGraphicFramePr>
        <p:xfrm>
          <a:off x="265890" y="1319655"/>
          <a:ext cx="7143748" cy="4709340"/>
        </p:xfrm>
        <a:graphic>
          <a:graphicData uri="http://schemas.openxmlformats.org/drawingml/2006/table">
            <a:tbl>
              <a:tblPr/>
              <a:tblGrid>
                <a:gridCol w="1744103">
                  <a:extLst>
                    <a:ext uri="{9D8B030D-6E8A-4147-A177-3AD203B41FA5}">
                      <a16:colId xmlns:a16="http://schemas.microsoft.com/office/drawing/2014/main" val="660253164"/>
                    </a:ext>
                  </a:extLst>
                </a:gridCol>
                <a:gridCol w="566351">
                  <a:extLst>
                    <a:ext uri="{9D8B030D-6E8A-4147-A177-3AD203B41FA5}">
                      <a16:colId xmlns:a16="http://schemas.microsoft.com/office/drawing/2014/main" val="242404831"/>
                    </a:ext>
                  </a:extLst>
                </a:gridCol>
                <a:gridCol w="1808462">
                  <a:extLst>
                    <a:ext uri="{9D8B030D-6E8A-4147-A177-3AD203B41FA5}">
                      <a16:colId xmlns:a16="http://schemas.microsoft.com/office/drawing/2014/main" val="163405772"/>
                    </a:ext>
                  </a:extLst>
                </a:gridCol>
                <a:gridCol w="643582">
                  <a:extLst>
                    <a:ext uri="{9D8B030D-6E8A-4147-A177-3AD203B41FA5}">
                      <a16:colId xmlns:a16="http://schemas.microsoft.com/office/drawing/2014/main" val="951803835"/>
                    </a:ext>
                  </a:extLst>
                </a:gridCol>
                <a:gridCol w="1660440">
                  <a:extLst>
                    <a:ext uri="{9D8B030D-6E8A-4147-A177-3AD203B41FA5}">
                      <a16:colId xmlns:a16="http://schemas.microsoft.com/office/drawing/2014/main" val="4080856477"/>
                    </a:ext>
                  </a:extLst>
                </a:gridCol>
                <a:gridCol w="720810">
                  <a:extLst>
                    <a:ext uri="{9D8B030D-6E8A-4147-A177-3AD203B41FA5}">
                      <a16:colId xmlns:a16="http://schemas.microsoft.com/office/drawing/2014/main" val="1897489998"/>
                    </a:ext>
                  </a:extLst>
                </a:gridCol>
              </a:tblGrid>
              <a:tr h="392445">
                <a:tc>
                  <a:txBody>
                    <a:bodyPr/>
                    <a:lstStyle/>
                    <a:p>
                      <a:pPr algn="l" fontAlgn="base">
                        <a:lnSpc>
                          <a:spcPts val="3225"/>
                        </a:lnSpc>
                        <a:buNone/>
                      </a:pPr>
                      <a:r>
                        <a:rPr lang="en-AU" sz="1200" b="0" i="0">
                          <a:solidFill>
                            <a:srgbClr val="000000"/>
                          </a:solidFill>
                          <a:effectLst/>
                          <a:highlight>
                            <a:srgbClr val="DEEAF6"/>
                          </a:highlight>
                          <a:latin typeface="Arial" panose="020B0604020202020204" pitchFamily="34" charset="0"/>
                        </a:rPr>
                        <a:t>Canteen food</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DEEAF6"/>
                    </a:solidFill>
                  </a:tcPr>
                </a:tc>
                <a:tc>
                  <a:txBody>
                    <a:bodyPr/>
                    <a:lstStyle/>
                    <a:p>
                      <a:pPr algn="l" fontAlgn="base">
                        <a:lnSpc>
                          <a:spcPts val="3225"/>
                        </a:lnSpc>
                        <a:buNone/>
                      </a:pPr>
                      <a:r>
                        <a:rPr lang="en-AU" sz="1200" b="0" i="0">
                          <a:solidFill>
                            <a:srgbClr val="000000"/>
                          </a:solidFill>
                          <a:effectLst/>
                          <a:highlight>
                            <a:srgbClr val="DEEAF6"/>
                          </a:highlight>
                          <a:latin typeface="Arial" panose="020B0604020202020204" pitchFamily="34" charset="0"/>
                        </a:rPr>
                        <a:t>Price</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DEEAF6"/>
                    </a:solidFill>
                  </a:tcPr>
                </a:tc>
                <a:tc>
                  <a:txBody>
                    <a:bodyPr/>
                    <a:lstStyle/>
                    <a:p>
                      <a:pPr algn="l" fontAlgn="base">
                        <a:lnSpc>
                          <a:spcPts val="3225"/>
                        </a:lnSpc>
                        <a:buNone/>
                      </a:pPr>
                      <a:r>
                        <a:rPr lang="en-AU" sz="1200" b="0" i="0">
                          <a:solidFill>
                            <a:srgbClr val="000000"/>
                          </a:solidFill>
                          <a:effectLst/>
                          <a:highlight>
                            <a:srgbClr val="FFF2CC"/>
                          </a:highlight>
                          <a:latin typeface="Arial" panose="020B0604020202020204" pitchFamily="34" charset="0"/>
                        </a:rPr>
                        <a:t>Salads</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FF2CC"/>
                    </a:solidFill>
                  </a:tcPr>
                </a:tc>
                <a:tc>
                  <a:txBody>
                    <a:bodyPr/>
                    <a:lstStyle/>
                    <a:p>
                      <a:pPr algn="l" fontAlgn="base">
                        <a:lnSpc>
                          <a:spcPts val="3225"/>
                        </a:lnSpc>
                        <a:buNone/>
                      </a:pPr>
                      <a:r>
                        <a:rPr lang="en-AU" sz="1200" b="0" i="0">
                          <a:solidFill>
                            <a:srgbClr val="000000"/>
                          </a:solidFill>
                          <a:effectLst/>
                          <a:highlight>
                            <a:srgbClr val="FFF2CC"/>
                          </a:highlight>
                          <a:latin typeface="Arial" panose="020B0604020202020204" pitchFamily="34" charset="0"/>
                        </a:rPr>
                        <a:t>Price</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FF2CC"/>
                    </a:solidFill>
                  </a:tcPr>
                </a:tc>
                <a:tc>
                  <a:txBody>
                    <a:bodyPr/>
                    <a:lstStyle/>
                    <a:p>
                      <a:pPr algn="l" fontAlgn="base">
                        <a:lnSpc>
                          <a:spcPts val="3225"/>
                        </a:lnSpc>
                        <a:buNone/>
                      </a:pPr>
                      <a:r>
                        <a:rPr lang="en-AU" sz="1200" b="0" i="0">
                          <a:solidFill>
                            <a:srgbClr val="000000"/>
                          </a:solidFill>
                          <a:effectLst/>
                          <a:highlight>
                            <a:srgbClr val="F7B7B7"/>
                          </a:highlight>
                          <a:latin typeface="Arial" panose="020B0604020202020204" pitchFamily="34" charset="0"/>
                        </a:rPr>
                        <a:t>Hot food</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7B7B7"/>
                    </a:solidFill>
                  </a:tcPr>
                </a:tc>
                <a:tc>
                  <a:txBody>
                    <a:bodyPr/>
                    <a:lstStyle/>
                    <a:p>
                      <a:pPr algn="l" fontAlgn="base">
                        <a:lnSpc>
                          <a:spcPts val="3225"/>
                        </a:lnSpc>
                        <a:buNone/>
                      </a:pPr>
                      <a:r>
                        <a:rPr lang="en-AU" sz="1200" b="0" i="0">
                          <a:solidFill>
                            <a:srgbClr val="000000"/>
                          </a:solidFill>
                          <a:effectLst/>
                          <a:highlight>
                            <a:srgbClr val="F7B7B7"/>
                          </a:highlight>
                          <a:latin typeface="Arial" panose="020B0604020202020204" pitchFamily="34" charset="0"/>
                        </a:rPr>
                        <a:t>Price</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7B7B7"/>
                    </a:solidFill>
                  </a:tcPr>
                </a:tc>
                <a:extLst>
                  <a:ext uri="{0D108BD9-81ED-4DB2-BD59-A6C34878D82A}">
                    <a16:rowId xmlns:a16="http://schemas.microsoft.com/office/drawing/2014/main" val="3058228293"/>
                  </a:ext>
                </a:extLst>
              </a:tr>
              <a:tr h="392445">
                <a:tc>
                  <a:txBody>
                    <a:bodyPr/>
                    <a:lstStyle/>
                    <a:p>
                      <a:pPr algn="l" fontAlgn="base">
                        <a:lnSpc>
                          <a:spcPts val="3225"/>
                        </a:lnSpc>
                        <a:buNone/>
                      </a:pPr>
                      <a:r>
                        <a:rPr lang="en-AU" sz="1200" b="0" i="0">
                          <a:solidFill>
                            <a:srgbClr val="22272B"/>
                          </a:solidFill>
                          <a:effectLst/>
                          <a:latin typeface="Arial" panose="020B0604020202020204" pitchFamily="34" charset="0"/>
                        </a:rPr>
                        <a:t>Banana muffin ​</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$1.00​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Greek salad​</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$6.50​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Chicken burger​</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$5.50​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280252382"/>
                  </a:ext>
                </a:extLst>
              </a:tr>
              <a:tr h="392445">
                <a:tc>
                  <a:txBody>
                    <a:bodyPr/>
                    <a:lstStyle/>
                    <a:p>
                      <a:pPr algn="l" fontAlgn="base">
                        <a:lnSpc>
                          <a:spcPts val="3225"/>
                        </a:lnSpc>
                        <a:buNone/>
                      </a:pPr>
                      <a:r>
                        <a:rPr lang="en-AU" sz="1200" b="0" i="0">
                          <a:solidFill>
                            <a:srgbClr val="22272B"/>
                          </a:solidFill>
                          <a:effectLst/>
                          <a:latin typeface="Arial" panose="020B0604020202020204" pitchFamily="34" charset="0"/>
                        </a:rPr>
                        <a:t>Energy choc balls​</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50c​</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Garden salad​</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$6.00​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Beef burger​</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$5.50​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2300825"/>
                  </a:ext>
                </a:extLst>
              </a:tr>
              <a:tr h="392445">
                <a:tc>
                  <a:txBody>
                    <a:bodyPr/>
                    <a:lstStyle/>
                    <a:p>
                      <a:pPr algn="l" fontAlgn="base">
                        <a:lnSpc>
                          <a:spcPts val="3225"/>
                        </a:lnSpc>
                        <a:buNone/>
                      </a:pPr>
                      <a:r>
                        <a:rPr lang="en-AU" sz="1200" b="0" i="0">
                          <a:solidFill>
                            <a:srgbClr val="22272B"/>
                          </a:solidFill>
                          <a:effectLst/>
                          <a:latin typeface="Arial" panose="020B0604020202020204" pitchFamily="34" charset="0"/>
                        </a:rPr>
                        <a:t>Popcorn​</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45c​</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Chicken salad​</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$8.00​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Chicken wrap​</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$6.00​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310184993"/>
                  </a:ext>
                </a:extLst>
              </a:tr>
              <a:tr h="392445">
                <a:tc>
                  <a:txBody>
                    <a:bodyPr/>
                    <a:lstStyle/>
                    <a:p>
                      <a:pPr algn="l" fontAlgn="base">
                        <a:lnSpc>
                          <a:spcPts val="3225"/>
                        </a:lnSpc>
                        <a:buNone/>
                      </a:pPr>
                      <a:r>
                        <a:rPr lang="en-AU" sz="1200" b="0" i="0">
                          <a:solidFill>
                            <a:srgbClr val="22272B"/>
                          </a:solidFill>
                          <a:effectLst/>
                          <a:latin typeface="Arial" panose="020B0604020202020204" pitchFamily="34" charset="0"/>
                        </a:rPr>
                        <a:t>Custard cup​</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90c​</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Tuna salad​</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$8.00​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Beef lasagna​</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$5.00​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99721851"/>
                  </a:ext>
                </a:extLst>
              </a:tr>
              <a:tr h="392445">
                <a:tc>
                  <a:txBody>
                    <a:bodyPr/>
                    <a:lstStyle/>
                    <a:p>
                      <a:pPr algn="l" fontAlgn="base">
                        <a:lnSpc>
                          <a:spcPts val="3225"/>
                        </a:lnSpc>
                        <a:buNone/>
                      </a:pPr>
                      <a:r>
                        <a:rPr lang="en-AU" sz="1200" b="0" i="0">
                          <a:solidFill>
                            <a:srgbClr val="22272B"/>
                          </a:solidFill>
                          <a:effectLst/>
                          <a:latin typeface="Arial" panose="020B0604020202020204" pitchFamily="34" charset="0"/>
                        </a:rPr>
                        <a:t>Jelly cup​</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70c​</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Egg salad​</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$7.00​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Cheese pizza​</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$3.50​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83834696"/>
                  </a:ext>
                </a:extLst>
              </a:tr>
              <a:tr h="392445">
                <a:tc>
                  <a:txBody>
                    <a:bodyPr/>
                    <a:lstStyle/>
                    <a:p>
                      <a:pPr algn="l" fontAlgn="base">
                        <a:lnSpc>
                          <a:spcPts val="3225"/>
                        </a:lnSpc>
                        <a:buNone/>
                      </a:pPr>
                      <a:r>
                        <a:rPr lang="en-AU" sz="1200" b="0" i="0">
                          <a:solidFill>
                            <a:srgbClr val="22272B"/>
                          </a:solidFill>
                          <a:effectLst/>
                          <a:latin typeface="Arial" panose="020B0604020202020204" pitchFamily="34" charset="0"/>
                        </a:rPr>
                        <a:t>Breadsticks​</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25c​</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Fruit salad​</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$4.50​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Sausage roll​</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$4.00​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6759728"/>
                  </a:ext>
                </a:extLst>
              </a:tr>
              <a:tr h="392445">
                <a:tc>
                  <a:txBody>
                    <a:bodyPr/>
                    <a:lstStyle/>
                    <a:p>
                      <a:pPr algn="l" fontAlgn="base">
                        <a:lnSpc>
                          <a:spcPts val="3225"/>
                        </a:lnSpc>
                        <a:buNone/>
                      </a:pPr>
                      <a:r>
                        <a:rPr lang="en-AU" sz="1200" b="0" i="0">
                          <a:solidFill>
                            <a:srgbClr val="22272B"/>
                          </a:solidFill>
                          <a:effectLst/>
                          <a:latin typeface="Arial" panose="020B0604020202020204" pitchFamily="34" charset="0"/>
                        </a:rPr>
                        <a:t>Fruit​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60c​</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000000"/>
                          </a:solidFill>
                          <a:effectLst/>
                          <a:highlight>
                            <a:srgbClr val="E2EFD9"/>
                          </a:highlight>
                          <a:latin typeface="Arial" panose="020B0604020202020204" pitchFamily="34" charset="0"/>
                        </a:rPr>
                        <a:t>Frozen treats</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2EFD9"/>
                    </a:solidFill>
                  </a:tcPr>
                </a:tc>
                <a:tc>
                  <a:txBody>
                    <a:bodyPr/>
                    <a:lstStyle/>
                    <a:p>
                      <a:pPr algn="l" fontAlgn="base">
                        <a:lnSpc>
                          <a:spcPts val="3225"/>
                        </a:lnSpc>
                        <a:buNone/>
                      </a:pPr>
                      <a:r>
                        <a:rPr lang="en-AU" sz="1200" b="0" i="0">
                          <a:solidFill>
                            <a:srgbClr val="000000"/>
                          </a:solidFill>
                          <a:effectLst/>
                          <a:highlight>
                            <a:srgbClr val="E2EFD9"/>
                          </a:highlight>
                          <a:latin typeface="Arial" panose="020B0604020202020204" pitchFamily="34" charset="0"/>
                        </a:rPr>
                        <a:t>Price</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2EFD9"/>
                    </a:solidFill>
                  </a:tcPr>
                </a:tc>
                <a:tc>
                  <a:txBody>
                    <a:bodyPr/>
                    <a:lstStyle/>
                    <a:p>
                      <a:pPr algn="l" fontAlgn="base">
                        <a:lnSpc>
                          <a:spcPts val="3225"/>
                        </a:lnSpc>
                        <a:buNone/>
                      </a:pPr>
                      <a:r>
                        <a:rPr lang="en-AU" sz="1200" b="0" i="0">
                          <a:solidFill>
                            <a:srgbClr val="000000"/>
                          </a:solidFill>
                          <a:effectLst/>
                          <a:highlight>
                            <a:srgbClr val="EDEDED"/>
                          </a:highlight>
                          <a:latin typeface="Arial" panose="020B0604020202020204" pitchFamily="34" charset="0"/>
                        </a:rPr>
                        <a:t>Sandwiches</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DEDED"/>
                    </a:solidFill>
                  </a:tcPr>
                </a:tc>
                <a:tc>
                  <a:txBody>
                    <a:bodyPr/>
                    <a:lstStyle/>
                    <a:p>
                      <a:pPr algn="l" fontAlgn="base">
                        <a:lnSpc>
                          <a:spcPts val="3225"/>
                        </a:lnSpc>
                        <a:buNone/>
                      </a:pPr>
                      <a:r>
                        <a:rPr lang="en-AU" sz="1200" b="0" i="0">
                          <a:solidFill>
                            <a:srgbClr val="000000"/>
                          </a:solidFill>
                          <a:effectLst/>
                          <a:highlight>
                            <a:srgbClr val="EDEDED"/>
                          </a:highlight>
                          <a:latin typeface="Arial" panose="020B0604020202020204" pitchFamily="34" charset="0"/>
                        </a:rPr>
                        <a:t>Price</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EDEDED"/>
                    </a:solidFill>
                  </a:tcPr>
                </a:tc>
                <a:extLst>
                  <a:ext uri="{0D108BD9-81ED-4DB2-BD59-A6C34878D82A}">
                    <a16:rowId xmlns:a16="http://schemas.microsoft.com/office/drawing/2014/main" val="4245416823"/>
                  </a:ext>
                </a:extLst>
              </a:tr>
              <a:tr h="392445">
                <a:tc>
                  <a:txBody>
                    <a:bodyPr/>
                    <a:lstStyle/>
                    <a:p>
                      <a:pPr algn="l" fontAlgn="base">
                        <a:lnSpc>
                          <a:spcPts val="3225"/>
                        </a:lnSpc>
                        <a:buNone/>
                      </a:pPr>
                      <a:r>
                        <a:rPr lang="en-AU" sz="1200" b="0" i="0">
                          <a:solidFill>
                            <a:srgbClr val="000000"/>
                          </a:solidFill>
                          <a:effectLst/>
                          <a:highlight>
                            <a:srgbClr val="FBE4D5"/>
                          </a:highlight>
                          <a:latin typeface="Arial" panose="020B0604020202020204" pitchFamily="34" charset="0"/>
                        </a:rPr>
                        <a:t>Drinks</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BE4D5"/>
                    </a:solidFill>
                  </a:tcPr>
                </a:tc>
                <a:tc>
                  <a:txBody>
                    <a:bodyPr/>
                    <a:lstStyle/>
                    <a:p>
                      <a:pPr algn="l" fontAlgn="base">
                        <a:lnSpc>
                          <a:spcPts val="3225"/>
                        </a:lnSpc>
                        <a:buNone/>
                      </a:pPr>
                      <a:r>
                        <a:rPr lang="en-AU" sz="1200" b="0" i="0">
                          <a:solidFill>
                            <a:srgbClr val="000000"/>
                          </a:solidFill>
                          <a:effectLst/>
                          <a:highlight>
                            <a:srgbClr val="FBE4D5"/>
                          </a:highlight>
                          <a:latin typeface="Arial" panose="020B0604020202020204" pitchFamily="34" charset="0"/>
                        </a:rPr>
                        <a:t>Price</a:t>
                      </a:r>
                      <a:r>
                        <a:rPr lang="en-AU" sz="1200" b="0" i="0">
                          <a:solidFill>
                            <a:srgbClr val="22272B"/>
                          </a:solidFill>
                          <a:effectLst/>
                          <a:latin typeface="Arial" panose="020B0604020202020204" pitchFamily="34" charset="0"/>
                        </a:rPr>
                        <a: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solidFill>
                      <a:srgbClr val="FBE4D5"/>
                    </a:solidFill>
                  </a:tcPr>
                </a:tc>
                <a:tc>
                  <a:txBody>
                    <a:bodyPr/>
                    <a:lstStyle/>
                    <a:p>
                      <a:pPr algn="l" fontAlgn="base">
                        <a:lnSpc>
                          <a:spcPts val="3225"/>
                        </a:lnSpc>
                        <a:buNone/>
                      </a:pPr>
                      <a:r>
                        <a:rPr lang="en-AU" sz="1200" b="0" i="0">
                          <a:solidFill>
                            <a:srgbClr val="22272B"/>
                          </a:solidFill>
                          <a:effectLst/>
                          <a:latin typeface="Arial" panose="020B0604020202020204" pitchFamily="34" charset="0"/>
                        </a:rPr>
                        <a:t>Juice tubs​</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$1.50​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Egg​</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$2.00​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459274056"/>
                  </a:ext>
                </a:extLst>
              </a:tr>
              <a:tr h="392445">
                <a:tc>
                  <a:txBody>
                    <a:bodyPr/>
                    <a:lstStyle/>
                    <a:p>
                      <a:pPr algn="l" fontAlgn="base">
                        <a:lnSpc>
                          <a:spcPts val="3225"/>
                        </a:lnSpc>
                        <a:buNone/>
                      </a:pPr>
                      <a:r>
                        <a:rPr lang="en-AU" sz="1200" b="0" i="0">
                          <a:solidFill>
                            <a:srgbClr val="22272B"/>
                          </a:solidFill>
                          <a:effectLst/>
                          <a:latin typeface="Arial" panose="020B0604020202020204" pitchFamily="34" charset="0"/>
                        </a:rPr>
                        <a:t>Juice ​</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$2.50​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Frozen fruit​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$1.00​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Ham​</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$3.00​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39452683"/>
                  </a:ext>
                </a:extLst>
              </a:tr>
              <a:tr h="392445">
                <a:tc>
                  <a:txBody>
                    <a:bodyPr/>
                    <a:lstStyle/>
                    <a:p>
                      <a:pPr algn="l" fontAlgn="base">
                        <a:lnSpc>
                          <a:spcPts val="3225"/>
                        </a:lnSpc>
                        <a:buNone/>
                      </a:pPr>
                      <a:r>
                        <a:rPr lang="en-AU" sz="1200" b="0" i="0">
                          <a:solidFill>
                            <a:srgbClr val="22272B"/>
                          </a:solidFill>
                          <a:effectLst/>
                          <a:latin typeface="Arial" panose="020B0604020202020204" pitchFamily="34" charset="0"/>
                        </a:rPr>
                        <a:t>Flavoured milk​</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$2.00​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Sweet stick​</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$1.00​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Salad​</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$4.00​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659413693"/>
                  </a:ext>
                </a:extLst>
              </a:tr>
              <a:tr h="392445">
                <a:tc>
                  <a:txBody>
                    <a:bodyPr/>
                    <a:lstStyle/>
                    <a:p>
                      <a:pPr algn="l" fontAlgn="base">
                        <a:lnSpc>
                          <a:spcPts val="3225"/>
                        </a:lnSpc>
                        <a:buNone/>
                      </a:pPr>
                      <a:r>
                        <a:rPr lang="en-AU" sz="1200" b="0" i="0">
                          <a:solidFill>
                            <a:srgbClr val="22272B"/>
                          </a:solidFill>
                          <a:effectLst/>
                          <a:latin typeface="Arial" panose="020B0604020202020204" pitchFamily="34" charset="0"/>
                        </a:rPr>
                        <a:t>Water – 600mL​</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$2.00​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Frozen Yoghurt​</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$2.00​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Cheese​</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tc>
                  <a:txBody>
                    <a:bodyPr/>
                    <a:lstStyle/>
                    <a:p>
                      <a:pPr algn="l" fontAlgn="base">
                        <a:lnSpc>
                          <a:spcPts val="3225"/>
                        </a:lnSpc>
                        <a:buNone/>
                      </a:pPr>
                      <a:r>
                        <a:rPr lang="en-AU" sz="1200" b="0" i="0">
                          <a:solidFill>
                            <a:srgbClr val="22272B"/>
                          </a:solidFill>
                          <a:effectLst/>
                          <a:latin typeface="Arial" panose="020B0604020202020204" pitchFamily="34" charset="0"/>
                        </a:rPr>
                        <a:t>$2.00​</a:t>
                      </a:r>
                      <a:endParaRPr lang="en-AU" sz="1200" b="0" i="0">
                        <a:solidFill>
                          <a:srgbClr val="22272B"/>
                        </a:solidFill>
                        <a:effectLst/>
                      </a:endParaRPr>
                    </a:p>
                  </a:txBody>
                  <a:tcPr marL="40449" marR="40449" marT="20225" marB="20225">
                    <a:lnL w="7264" cap="flat" cmpd="sng" algn="ctr">
                      <a:solidFill>
                        <a:srgbClr val="000000"/>
                      </a:solidFill>
                      <a:prstDash val="solid"/>
                      <a:round/>
                      <a:headEnd type="none" w="med" len="med"/>
                      <a:tailEnd type="none" w="med" len="med"/>
                    </a:lnL>
                    <a:lnR w="7264" cap="flat" cmpd="sng" algn="ctr">
                      <a:solidFill>
                        <a:srgbClr val="000000"/>
                      </a:solidFill>
                      <a:prstDash val="solid"/>
                      <a:round/>
                      <a:headEnd type="none" w="med" len="med"/>
                      <a:tailEnd type="none" w="med" len="med"/>
                    </a:lnR>
                    <a:lnT w="7264" cap="flat" cmpd="sng" algn="ctr">
                      <a:solidFill>
                        <a:srgbClr val="000000"/>
                      </a:solidFill>
                      <a:prstDash val="solid"/>
                      <a:round/>
                      <a:headEnd type="none" w="med" len="med"/>
                      <a:tailEnd type="none" w="med" len="med"/>
                    </a:lnT>
                    <a:lnB w="7264"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86576917"/>
                  </a:ext>
                </a:extLst>
              </a:tr>
            </a:tbl>
          </a:graphicData>
        </a:graphic>
      </p:graphicFrame>
    </p:spTree>
    <p:extLst>
      <p:ext uri="{BB962C8B-B14F-4D97-AF65-F5344CB8AC3E}">
        <p14:creationId xmlns:p14="http://schemas.microsoft.com/office/powerpoint/2010/main" val="2067489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EE5048-C70E-7453-F9E5-507985776F16}"/>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E2BE1B1-6CD9-10A7-4664-27A4D73F0617}"/>
              </a:ext>
            </a:extLst>
          </p:cNvPr>
          <p:cNvSpPr>
            <a:spLocks noGrp="1"/>
          </p:cNvSpPr>
          <p:nvPr>
            <p:ph type="sldNum" sz="quarter" idx="12"/>
          </p:nvPr>
        </p:nvSpPr>
        <p:spPr/>
        <p:txBody>
          <a:bodyPr/>
          <a:lstStyle/>
          <a:p>
            <a:fld id="{10A01DC5-1685-4615-8240-15192985C6A2}" type="slidenum">
              <a:rPr lang="en-AU" smtClean="0"/>
              <a:t>57</a:t>
            </a:fld>
            <a:endParaRPr lang="en-AU"/>
          </a:p>
        </p:txBody>
      </p:sp>
      <p:sp>
        <p:nvSpPr>
          <p:cNvPr id="3" name="Title 2">
            <a:extLst>
              <a:ext uri="{FF2B5EF4-FFF2-40B4-BE49-F238E27FC236}">
                <a16:creationId xmlns:a16="http://schemas.microsoft.com/office/drawing/2014/main" id="{484B6BC0-2F0C-F390-AAB1-BCCBF88DB5D1}"/>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(33)</a:t>
            </a:r>
          </a:p>
        </p:txBody>
      </p:sp>
      <p:sp>
        <p:nvSpPr>
          <p:cNvPr id="11" name="Picture Placeholder 10">
            <a:extLst>
              <a:ext uri="{FF2B5EF4-FFF2-40B4-BE49-F238E27FC236}">
                <a16:creationId xmlns:a16="http://schemas.microsoft.com/office/drawing/2014/main" id="{93746974-51C1-ECF2-342C-DE409734E1F1}"/>
              </a:ext>
            </a:extLst>
          </p:cNvPr>
          <p:cNvSpPr>
            <a:spLocks noGrp="1"/>
          </p:cNvSpPr>
          <p:nvPr>
            <p:ph type="pic" sz="quarter" idx="21"/>
          </p:nvPr>
        </p:nvSpPr>
        <p:spPr>
          <a:xfrm>
            <a:off x="392197" y="1431596"/>
            <a:ext cx="11178643" cy="4234417"/>
          </a:xfrm>
        </p:spPr>
        <p:txBody>
          <a:bodyPr/>
          <a:lstStyle/>
          <a:p>
            <a:pPr algn="ctr"/>
            <a:r>
              <a:rPr lang="en-AU" sz="4400">
                <a:latin typeface="Arial"/>
                <a:cs typeface="Arial"/>
              </a:rPr>
              <a:t>Sandra has a bag of rice that weighs 1.5 kilograms. Her friend says it weighs 1 kg and 500 g. Are they both correct? Explain your reasoning.</a:t>
            </a:r>
            <a:endParaRPr lang="en-AU" sz="4400"/>
          </a:p>
          <a:p>
            <a:endParaRPr lang="en-US">
              <a:latin typeface="Arial"/>
              <a:cs typeface="Arial"/>
            </a:endParaRPr>
          </a:p>
        </p:txBody>
      </p:sp>
      <p:pic>
        <p:nvPicPr>
          <p:cNvPr id="4" name="Picture 3" descr="image of a clipboard with a pencil recording short answer responses">
            <a:extLst>
              <a:ext uri="{FF2B5EF4-FFF2-40B4-BE49-F238E27FC236}">
                <a16:creationId xmlns:a16="http://schemas.microsoft.com/office/drawing/2014/main" id="{A2EF237A-5FBF-BE77-1ED8-2DA35AFFC1E5}"/>
              </a:ext>
            </a:extLst>
          </p:cNvPr>
          <p:cNvPicPr>
            <a:picLocks noChangeAspect="1"/>
          </p:cNvPicPr>
          <p:nvPr/>
        </p:nvPicPr>
        <p:blipFill>
          <a:blip r:embed="rId3"/>
          <a:stretch>
            <a:fillRect/>
          </a:stretch>
        </p:blipFill>
        <p:spPr>
          <a:xfrm>
            <a:off x="11030476" y="268723"/>
            <a:ext cx="915500" cy="915500"/>
          </a:xfrm>
          <a:prstGeom prst="rect">
            <a:avLst/>
          </a:prstGeom>
        </p:spPr>
      </p:pic>
    </p:spTree>
    <p:extLst>
      <p:ext uri="{BB962C8B-B14F-4D97-AF65-F5344CB8AC3E}">
        <p14:creationId xmlns:p14="http://schemas.microsoft.com/office/powerpoint/2010/main" val="2110225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A04D6B-9189-E91A-94F1-0BFF176CCD6A}"/>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8AEA27B-161C-5E2A-F2CE-834142161ED0}"/>
              </a:ext>
            </a:extLst>
          </p:cNvPr>
          <p:cNvSpPr>
            <a:spLocks noGrp="1"/>
          </p:cNvSpPr>
          <p:nvPr>
            <p:ph type="sldNum" sz="quarter" idx="12"/>
          </p:nvPr>
        </p:nvSpPr>
        <p:spPr/>
        <p:txBody>
          <a:bodyPr/>
          <a:lstStyle/>
          <a:p>
            <a:fld id="{10A01DC5-1685-4615-8240-15192985C6A2}" type="slidenum">
              <a:rPr lang="en-AU" smtClean="0"/>
              <a:t>58</a:t>
            </a:fld>
            <a:endParaRPr lang="en-AU"/>
          </a:p>
        </p:txBody>
      </p:sp>
      <p:sp>
        <p:nvSpPr>
          <p:cNvPr id="3" name="Title 2">
            <a:extLst>
              <a:ext uri="{FF2B5EF4-FFF2-40B4-BE49-F238E27FC236}">
                <a16:creationId xmlns:a16="http://schemas.microsoft.com/office/drawing/2014/main" id="{71EF5B99-01ED-96BA-A959-B34AFEB0EDB8}"/>
              </a:ext>
            </a:extLst>
          </p:cNvPr>
          <p:cNvSpPr>
            <a:spLocks noGrp="1"/>
          </p:cNvSpPr>
          <p:nvPr>
            <p:ph type="title"/>
          </p:nvPr>
        </p:nvSpPr>
        <p:spPr/>
        <p:txBody>
          <a:bodyPr/>
          <a:lstStyle/>
          <a:p>
            <a:r>
              <a:rPr lang="en-US">
                <a:latin typeface="Arial"/>
                <a:cs typeface="Arial"/>
              </a:rPr>
              <a:t>Short response </a:t>
            </a:r>
            <a:r>
              <a:rPr lang="en-US">
                <a:solidFill>
                  <a:schemeClr val="bg1"/>
                </a:solidFill>
                <a:latin typeface="Arial"/>
                <a:cs typeface="Arial"/>
              </a:rPr>
              <a:t>(34)</a:t>
            </a:r>
          </a:p>
        </p:txBody>
      </p:sp>
      <p:sp>
        <p:nvSpPr>
          <p:cNvPr id="8" name="Rectangle 1">
            <a:extLst>
              <a:ext uri="{FF2B5EF4-FFF2-40B4-BE49-F238E27FC236}">
                <a16:creationId xmlns:a16="http://schemas.microsoft.com/office/drawing/2014/main" id="{5AC34F0C-28B1-3022-A067-304B23CEDBC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AU"/>
          </a:p>
        </p:txBody>
      </p:sp>
      <p:sp>
        <p:nvSpPr>
          <p:cNvPr id="14" name="TextBox 13">
            <a:extLst>
              <a:ext uri="{FF2B5EF4-FFF2-40B4-BE49-F238E27FC236}">
                <a16:creationId xmlns:a16="http://schemas.microsoft.com/office/drawing/2014/main" id="{51BCFBB5-7824-F17B-5948-CE18B7EDA9D7}"/>
              </a:ext>
            </a:extLst>
          </p:cNvPr>
          <p:cNvSpPr txBox="1"/>
          <p:nvPr/>
        </p:nvSpPr>
        <p:spPr>
          <a:xfrm>
            <a:off x="7598352" y="3069824"/>
            <a:ext cx="1385454" cy="717341"/>
          </a:xfrm>
          <a:prstGeom prst="rect">
            <a:avLst/>
          </a:prstGeom>
          <a:noFill/>
        </p:spPr>
        <p:txBody>
          <a:bodyPr wrap="square" lIns="0" tIns="0" rIns="0" bIns="0" rtlCol="0">
            <a:noAutofit/>
          </a:bodyPr>
          <a:lstStyle/>
          <a:p>
            <a:pPr algn="l"/>
            <a:r>
              <a:rPr lang="en-AU" b="1">
                <a:solidFill>
                  <a:schemeClr val="bg1"/>
                </a:solidFill>
              </a:rPr>
              <a:t>Shape B</a:t>
            </a:r>
          </a:p>
        </p:txBody>
      </p:sp>
      <p:sp>
        <p:nvSpPr>
          <p:cNvPr id="10" name="TextBox 9">
            <a:extLst>
              <a:ext uri="{FF2B5EF4-FFF2-40B4-BE49-F238E27FC236}">
                <a16:creationId xmlns:a16="http://schemas.microsoft.com/office/drawing/2014/main" id="{6F141943-82E3-9EF3-4E0A-961E3AE7383C}"/>
              </a:ext>
            </a:extLst>
          </p:cNvPr>
          <p:cNvSpPr txBox="1"/>
          <p:nvPr/>
        </p:nvSpPr>
        <p:spPr>
          <a:xfrm>
            <a:off x="451691" y="1105167"/>
            <a:ext cx="10672309" cy="769441"/>
          </a:xfrm>
          <a:prstGeom prst="rect">
            <a:avLst/>
          </a:prstGeom>
          <a:noFill/>
        </p:spPr>
        <p:txBody>
          <a:bodyPr wrap="square" lIns="91440" tIns="45720" rIns="91440" bIns="45720" anchor="t">
            <a:spAutoFit/>
          </a:bodyPr>
          <a:lstStyle/>
          <a:p>
            <a:pPr algn="ctr"/>
            <a:r>
              <a:rPr lang="en-AU" sz="4400" b="1"/>
              <a:t>Read </a:t>
            </a:r>
            <a:r>
              <a:rPr lang="en-AU" sz="4400"/>
              <a:t>the following times to the minute.</a:t>
            </a:r>
          </a:p>
        </p:txBody>
      </p:sp>
      <p:pic>
        <p:nvPicPr>
          <p:cNvPr id="4" name="Picture 3" descr="image of a clipboard with a pencil recording short answer responses">
            <a:extLst>
              <a:ext uri="{FF2B5EF4-FFF2-40B4-BE49-F238E27FC236}">
                <a16:creationId xmlns:a16="http://schemas.microsoft.com/office/drawing/2014/main" id="{539E078C-9C47-DE07-91D4-DB47EA04B8A3}"/>
              </a:ext>
            </a:extLst>
          </p:cNvPr>
          <p:cNvPicPr>
            <a:picLocks noChangeAspect="1"/>
          </p:cNvPicPr>
          <p:nvPr/>
        </p:nvPicPr>
        <p:blipFill>
          <a:blip r:embed="rId3"/>
          <a:stretch>
            <a:fillRect/>
          </a:stretch>
        </p:blipFill>
        <p:spPr>
          <a:xfrm>
            <a:off x="11030476" y="268723"/>
            <a:ext cx="915500" cy="915500"/>
          </a:xfrm>
          <a:prstGeom prst="rect">
            <a:avLst/>
          </a:prstGeom>
        </p:spPr>
      </p:pic>
      <p:pic>
        <p:nvPicPr>
          <p:cNvPr id="6" name="Picture 5" descr="5 analog clocks&#10;Clock 1: 10:30&#10;Clock 2: 10:15&#10;Clock 3: 1:15&#10;Clock 4: 6:00&#10;Clock 5: 7:45">
            <a:extLst>
              <a:ext uri="{FF2B5EF4-FFF2-40B4-BE49-F238E27FC236}">
                <a16:creationId xmlns:a16="http://schemas.microsoft.com/office/drawing/2014/main" id="{61333295-960C-5382-3881-B5AB35A5DDFF}"/>
              </a:ext>
            </a:extLst>
          </p:cNvPr>
          <p:cNvPicPr>
            <a:picLocks noChangeAspect="1"/>
          </p:cNvPicPr>
          <p:nvPr/>
        </p:nvPicPr>
        <p:blipFill>
          <a:blip r:embed="rId4"/>
          <a:stretch>
            <a:fillRect/>
          </a:stretch>
        </p:blipFill>
        <p:spPr>
          <a:xfrm>
            <a:off x="1767921" y="1874608"/>
            <a:ext cx="8562970" cy="4652713"/>
          </a:xfrm>
          <a:prstGeom prst="rect">
            <a:avLst/>
          </a:prstGeom>
          <a:effectLst>
            <a:outerShdw blurRad="50800" dist="38100" dir="2700000">
              <a:srgbClr val="000000">
                <a:alpha val="40000"/>
              </a:srgbClr>
            </a:outerShdw>
          </a:effectLst>
        </p:spPr>
      </p:pic>
    </p:spTree>
    <p:extLst>
      <p:ext uri="{BB962C8B-B14F-4D97-AF65-F5344CB8AC3E}">
        <p14:creationId xmlns:p14="http://schemas.microsoft.com/office/powerpoint/2010/main" val="8536281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4C0A72-2996-CB1D-124F-F0184490F8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18066-5363-5EA1-42A7-43C9E9C4CA76}"/>
              </a:ext>
            </a:extLst>
          </p:cNvPr>
          <p:cNvSpPr>
            <a:spLocks noGrp="1"/>
          </p:cNvSpPr>
          <p:nvPr>
            <p:ph type="sldNum" sz="quarter" idx="12"/>
          </p:nvPr>
        </p:nvSpPr>
        <p:spPr/>
        <p:txBody>
          <a:bodyPr/>
          <a:lstStyle/>
          <a:p>
            <a:fld id="{10A01DC5-1685-4615-8240-15192985C6A2}" type="slidenum">
              <a:rPr lang="en-AU" smtClean="0"/>
              <a:t>59</a:t>
            </a:fld>
            <a:endParaRPr lang="en-AU"/>
          </a:p>
        </p:txBody>
      </p:sp>
      <p:sp>
        <p:nvSpPr>
          <p:cNvPr id="3" name="Title 2">
            <a:extLst>
              <a:ext uri="{FF2B5EF4-FFF2-40B4-BE49-F238E27FC236}">
                <a16:creationId xmlns:a16="http://schemas.microsoft.com/office/drawing/2014/main" id="{A3A78C06-448C-5351-6974-261336393B3A}"/>
              </a:ext>
            </a:extLst>
          </p:cNvPr>
          <p:cNvSpPr>
            <a:spLocks noGrp="1"/>
          </p:cNvSpPr>
          <p:nvPr>
            <p:ph type="title"/>
          </p:nvPr>
        </p:nvSpPr>
        <p:spPr>
          <a:xfrm>
            <a:off x="360000" y="360000"/>
            <a:ext cx="11484000" cy="545601"/>
          </a:xfrm>
        </p:spPr>
        <p:txBody>
          <a:bodyPr/>
          <a:lstStyle/>
          <a:p>
            <a:r>
              <a:rPr lang="en-AU"/>
              <a:t>Activity 8 – fact families</a:t>
            </a:r>
          </a:p>
        </p:txBody>
      </p:sp>
      <p:pic>
        <p:nvPicPr>
          <p:cNvPr id="4" name="Picture 3" descr="5 triangles with fact families. Triangle 1- has 20, 5 and 4. Triangle 2 has 12, 2 and ?  Triangle 3 has 16, 2 and ? Triangle 4 has 40, 5 and ? Triangle 5 has 32 and ? ?. ">
            <a:extLst>
              <a:ext uri="{FF2B5EF4-FFF2-40B4-BE49-F238E27FC236}">
                <a16:creationId xmlns:a16="http://schemas.microsoft.com/office/drawing/2014/main" id="{385F33E7-77CE-0C2C-8CC4-F56F984E40EB}"/>
              </a:ext>
            </a:extLst>
          </p:cNvPr>
          <p:cNvPicPr>
            <a:picLocks noChangeAspect="1"/>
          </p:cNvPicPr>
          <p:nvPr/>
        </p:nvPicPr>
        <p:blipFill>
          <a:blip r:embed="rId3"/>
          <a:stretch>
            <a:fillRect/>
          </a:stretch>
        </p:blipFill>
        <p:spPr>
          <a:xfrm>
            <a:off x="1831692" y="1430654"/>
            <a:ext cx="7324373" cy="4783109"/>
          </a:xfrm>
          <a:prstGeom prst="rect">
            <a:avLst/>
          </a:prstGeom>
          <a:effectLst>
            <a:outerShdw blurRad="50800" dist="38100" dir="2700000">
              <a:srgbClr val="000000">
                <a:alpha val="40000"/>
              </a:srgbClr>
            </a:outerShdw>
          </a:effectLst>
        </p:spPr>
      </p:pic>
      <p:pic>
        <p:nvPicPr>
          <p:cNvPr id="5" name="Picture 4" descr="image of a head with cogs turning inside">
            <a:extLst>
              <a:ext uri="{FF2B5EF4-FFF2-40B4-BE49-F238E27FC236}">
                <a16:creationId xmlns:a16="http://schemas.microsoft.com/office/drawing/2014/main" id="{C95D9371-26C8-CE57-E565-A041D4084BF4}"/>
              </a:ext>
            </a:extLst>
          </p:cNvPr>
          <p:cNvPicPr>
            <a:picLocks noChangeAspect="1"/>
          </p:cNvPicPr>
          <p:nvPr/>
        </p:nvPicPr>
        <p:blipFill>
          <a:blip r:embed="rId4"/>
          <a:stretch>
            <a:fillRect/>
          </a:stretch>
        </p:blipFill>
        <p:spPr>
          <a:xfrm>
            <a:off x="11107003" y="240894"/>
            <a:ext cx="720000" cy="856364"/>
          </a:xfrm>
          <a:prstGeom prst="rect">
            <a:avLst/>
          </a:prstGeom>
        </p:spPr>
      </p:pic>
    </p:spTree>
    <p:extLst>
      <p:ext uri="{BB962C8B-B14F-4D97-AF65-F5344CB8AC3E}">
        <p14:creationId xmlns:p14="http://schemas.microsoft.com/office/powerpoint/2010/main" val="2484337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76AE76-8B26-8127-65E4-49BED9A52CBB}"/>
              </a:ext>
            </a:extLst>
          </p:cNvPr>
          <p:cNvSpPr>
            <a:spLocks noGrp="1"/>
          </p:cNvSpPr>
          <p:nvPr>
            <p:ph type="title"/>
          </p:nvPr>
        </p:nvSpPr>
        <p:spPr/>
        <p:txBody>
          <a:bodyPr/>
          <a:lstStyle/>
          <a:p>
            <a:r>
              <a:rPr lang="en-AU">
                <a:latin typeface="+mj-lt"/>
              </a:rPr>
              <a:t>Double Venn diagram</a:t>
            </a:r>
          </a:p>
        </p:txBody>
      </p:sp>
      <p:grpSp>
        <p:nvGrpSpPr>
          <p:cNvPr id="4" name="Group 3" descr="Object 1">
            <a:extLst>
              <a:ext uri="{FF2B5EF4-FFF2-40B4-BE49-F238E27FC236}">
                <a16:creationId xmlns:a16="http://schemas.microsoft.com/office/drawing/2014/main" id="{95D9560F-6B51-6AF3-CD5C-741454253462}"/>
              </a:ext>
            </a:extLst>
          </p:cNvPr>
          <p:cNvGrpSpPr/>
          <p:nvPr/>
        </p:nvGrpSpPr>
        <p:grpSpPr>
          <a:xfrm>
            <a:off x="1653639" y="1123760"/>
            <a:ext cx="5471315" cy="5247059"/>
            <a:chOff x="1653639" y="1123760"/>
            <a:chExt cx="5471315" cy="5247059"/>
          </a:xfrm>
        </p:grpSpPr>
        <p:sp>
          <p:nvSpPr>
            <p:cNvPr id="5" name="Google Shape;79;p15" descr="Venn object 1">
              <a:extLst>
                <a:ext uri="{FF2B5EF4-FFF2-40B4-BE49-F238E27FC236}">
                  <a16:creationId xmlns:a16="http://schemas.microsoft.com/office/drawing/2014/main" id="{4D104F2E-A9D0-AF8D-33D2-97F0566C71B0}"/>
                </a:ext>
              </a:extLst>
            </p:cNvPr>
            <p:cNvSpPr/>
            <p:nvPr/>
          </p:nvSpPr>
          <p:spPr>
            <a:xfrm>
              <a:off x="1653639" y="1284852"/>
              <a:ext cx="5471315" cy="5085967"/>
            </a:xfrm>
            <a:prstGeom prst="ellipse">
              <a:avLst/>
            </a:prstGeom>
            <a:noFill/>
            <a:ln w="57150" cap="flat" cmpd="sng">
              <a:solidFill>
                <a:srgbClr val="00ACC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9" name="Rectangle: Rounded Corners 8">
              <a:extLst>
                <a:ext uri="{FF2B5EF4-FFF2-40B4-BE49-F238E27FC236}">
                  <a16:creationId xmlns:a16="http://schemas.microsoft.com/office/drawing/2014/main" id="{6985327D-BA76-9959-01EB-1FAF158AA50C}"/>
                </a:ext>
              </a:extLst>
            </p:cNvPr>
            <p:cNvSpPr/>
            <p:nvPr/>
          </p:nvSpPr>
          <p:spPr>
            <a:xfrm>
              <a:off x="3468608" y="1123760"/>
              <a:ext cx="1841375" cy="544512"/>
            </a:xfrm>
            <a:prstGeom prst="roundRect">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1</a:t>
              </a:r>
            </a:p>
          </p:txBody>
        </p:sp>
      </p:grpSp>
      <p:grpSp>
        <p:nvGrpSpPr>
          <p:cNvPr id="12" name="Group 11" descr="Object 2">
            <a:extLst>
              <a:ext uri="{FF2B5EF4-FFF2-40B4-BE49-F238E27FC236}">
                <a16:creationId xmlns:a16="http://schemas.microsoft.com/office/drawing/2014/main" id="{C5AED732-DC57-3916-DBAC-438AE2CFC8ED}"/>
              </a:ext>
            </a:extLst>
          </p:cNvPr>
          <p:cNvGrpSpPr/>
          <p:nvPr/>
        </p:nvGrpSpPr>
        <p:grpSpPr>
          <a:xfrm>
            <a:off x="5012233" y="1123760"/>
            <a:ext cx="5471315" cy="5247059"/>
            <a:chOff x="5012233" y="1123760"/>
            <a:chExt cx="5471315" cy="5247059"/>
          </a:xfrm>
        </p:grpSpPr>
        <p:sp>
          <p:nvSpPr>
            <p:cNvPr id="10" name="Google Shape;79;p15" descr="Venn object 1">
              <a:extLst>
                <a:ext uri="{FF2B5EF4-FFF2-40B4-BE49-F238E27FC236}">
                  <a16:creationId xmlns:a16="http://schemas.microsoft.com/office/drawing/2014/main" id="{7F9AEF08-D20A-7C6A-BBCD-E7251FAFEF5D}"/>
                </a:ext>
              </a:extLst>
            </p:cNvPr>
            <p:cNvSpPr/>
            <p:nvPr/>
          </p:nvSpPr>
          <p:spPr>
            <a:xfrm>
              <a:off x="5012233" y="1284852"/>
              <a:ext cx="5471315" cy="5085967"/>
            </a:xfrm>
            <a:prstGeom prst="ellipse">
              <a:avLst/>
            </a:prstGeom>
            <a:noFill/>
            <a:ln w="57150" cap="flat" cmpd="sng">
              <a:solidFill>
                <a:srgbClr val="C81B62"/>
              </a:solidFill>
              <a:prstDash val="solid"/>
              <a:miter lim="800000"/>
              <a:headEnd type="none" w="sm" len="sm"/>
              <a:tailEnd type="none" w="sm" len="sm"/>
            </a:ln>
            <a:effectLst/>
          </p:spPr>
          <p:txBody>
            <a:bodyPr spcFirstLastPara="1" wrap="square" lIns="105500" tIns="52733" rIns="105500" bIns="52733" anchor="ctr" anchorCtr="0">
              <a:noAutofit/>
            </a:bodyPr>
            <a:lstStyle/>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a:p>
              <a:pPr algn="ctr" defTabSz="1219170">
                <a:buClr>
                  <a:srgbClr val="000000"/>
                </a:buClr>
                <a:buSzPts val="1200"/>
              </a:pPr>
              <a:endParaRPr sz="1600" kern="0">
                <a:solidFill>
                  <a:srgbClr val="000000"/>
                </a:solidFill>
                <a:latin typeface="Arial" panose="020B0604020202020204" pitchFamily="34" charset="0"/>
                <a:ea typeface="Montserrat"/>
                <a:cs typeface="Arial" panose="020B0604020202020204" pitchFamily="34" charset="0"/>
                <a:sym typeface="Montserrat"/>
              </a:endParaRPr>
            </a:p>
          </p:txBody>
        </p:sp>
        <p:sp>
          <p:nvSpPr>
            <p:cNvPr id="11" name="Rectangle: Rounded Corners 10">
              <a:extLst>
                <a:ext uri="{FF2B5EF4-FFF2-40B4-BE49-F238E27FC236}">
                  <a16:creationId xmlns:a16="http://schemas.microsoft.com/office/drawing/2014/main" id="{97CF7C23-ED1B-E42A-3AFD-251B65522A3A}"/>
                </a:ext>
              </a:extLst>
            </p:cNvPr>
            <p:cNvSpPr/>
            <p:nvPr/>
          </p:nvSpPr>
          <p:spPr>
            <a:xfrm>
              <a:off x="6827203" y="1123760"/>
              <a:ext cx="1841375" cy="544512"/>
            </a:xfrm>
            <a:prstGeom prst="roundRect">
              <a:avLst/>
            </a:prstGeom>
            <a:solidFill>
              <a:srgbClr val="FBDBE7"/>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AU" sz="1800" b="1">
                  <a:solidFill>
                    <a:srgbClr val="000000"/>
                  </a:solidFill>
                  <a:latin typeface="+mj-lt"/>
                  <a:cs typeface="Arial" panose="020B0604020202020204" pitchFamily="34" charset="0"/>
                </a:rPr>
                <a:t>Object 2</a:t>
              </a:r>
            </a:p>
          </p:txBody>
        </p:sp>
      </p:grpSp>
      <p:sp>
        <p:nvSpPr>
          <p:cNvPr id="6" name="Google Shape;83;p15">
            <a:extLst>
              <a:ext uri="{FF2B5EF4-FFF2-40B4-BE49-F238E27FC236}">
                <a16:creationId xmlns:a16="http://schemas.microsoft.com/office/drawing/2014/main" id="{7929AC78-7E3C-08A6-D26C-E99CB41BAD96}"/>
              </a:ext>
            </a:extLst>
          </p:cNvPr>
          <p:cNvSpPr txBox="1"/>
          <p:nvPr/>
        </p:nvSpPr>
        <p:spPr>
          <a:xfrm>
            <a:off x="2172233" y="3587341"/>
            <a:ext cx="2840000"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1</a:t>
            </a:r>
            <a:endParaRPr sz="1600" kern="0">
              <a:solidFill>
                <a:srgbClr val="000000"/>
              </a:solidFill>
              <a:ea typeface="Montserrat"/>
              <a:cs typeface="Arial" panose="020B0604020202020204" pitchFamily="34" charset="0"/>
              <a:sym typeface="Montserrat"/>
            </a:endParaRPr>
          </a:p>
        </p:txBody>
      </p:sp>
      <p:sp>
        <p:nvSpPr>
          <p:cNvPr id="8" name="Google Shape;85;p15">
            <a:extLst>
              <a:ext uri="{FF2B5EF4-FFF2-40B4-BE49-F238E27FC236}">
                <a16:creationId xmlns:a16="http://schemas.microsoft.com/office/drawing/2014/main" id="{F6A59A3B-162F-EA43-AD23-33BEF8DA5A86}"/>
              </a:ext>
            </a:extLst>
          </p:cNvPr>
          <p:cNvSpPr txBox="1"/>
          <p:nvPr/>
        </p:nvSpPr>
        <p:spPr>
          <a:xfrm>
            <a:off x="5475522" y="3317591"/>
            <a:ext cx="1504400" cy="1020486"/>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similar to both objects</a:t>
            </a:r>
            <a:endParaRPr sz="1600" kern="0">
              <a:solidFill>
                <a:srgbClr val="000000"/>
              </a:solidFill>
              <a:ea typeface="Montserrat"/>
              <a:cs typeface="Arial" panose="020B0604020202020204" pitchFamily="34" charset="0"/>
              <a:sym typeface="Montserrat"/>
            </a:endParaRPr>
          </a:p>
        </p:txBody>
      </p:sp>
      <p:sp>
        <p:nvSpPr>
          <p:cNvPr id="7" name="Google Shape;84;p15">
            <a:extLst>
              <a:ext uri="{FF2B5EF4-FFF2-40B4-BE49-F238E27FC236}">
                <a16:creationId xmlns:a16="http://schemas.microsoft.com/office/drawing/2014/main" id="{20C12809-0B2D-4F6C-1E45-A032BCB4FC87}"/>
              </a:ext>
            </a:extLst>
          </p:cNvPr>
          <p:cNvSpPr txBox="1"/>
          <p:nvPr/>
        </p:nvSpPr>
        <p:spPr>
          <a:xfrm>
            <a:off x="7659220" y="3548595"/>
            <a:ext cx="2290061" cy="480987"/>
          </a:xfrm>
          <a:prstGeom prst="rect">
            <a:avLst/>
          </a:prstGeom>
          <a:noFill/>
          <a:ln>
            <a:noFill/>
          </a:ln>
        </p:spPr>
        <p:txBody>
          <a:bodyPr spcFirstLastPara="1" wrap="square" lIns="121900" tIns="121900" rIns="121900" bIns="121900" anchor="t" anchorCtr="0">
            <a:noAutofit/>
          </a:bodyPr>
          <a:lstStyle/>
          <a:p>
            <a:pPr defTabSz="1219170">
              <a:buClr>
                <a:srgbClr val="000000"/>
              </a:buClr>
              <a:buSzPts val="1200"/>
            </a:pPr>
            <a:r>
              <a:rPr lang="en" sz="1600" kern="0">
                <a:solidFill>
                  <a:srgbClr val="000000"/>
                </a:solidFill>
                <a:ea typeface="Montserrat"/>
                <a:cs typeface="Arial" panose="020B0604020202020204" pitchFamily="34" charset="0"/>
                <a:sym typeface="Montserrat"/>
              </a:rPr>
              <a:t>Features of object 2</a:t>
            </a:r>
            <a:endParaRPr sz="1600" kern="0">
              <a:solidFill>
                <a:srgbClr val="000000"/>
              </a:solidFill>
              <a:ea typeface="Montserrat"/>
              <a:cs typeface="Arial" panose="020B0604020202020204" pitchFamily="34" charset="0"/>
              <a:sym typeface="Montserrat"/>
            </a:endParaRPr>
          </a:p>
        </p:txBody>
      </p:sp>
      <p:sp>
        <p:nvSpPr>
          <p:cNvPr id="2" name="Slide Number Placeholder 1">
            <a:extLst>
              <a:ext uri="{FF2B5EF4-FFF2-40B4-BE49-F238E27FC236}">
                <a16:creationId xmlns:a16="http://schemas.microsoft.com/office/drawing/2014/main" id="{9E573A6F-C19D-9FA9-6524-4645FC66BA07}"/>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60</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5970346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6D91289-EFA1-2A0B-F525-10593DC34D0E}"/>
              </a:ext>
            </a:extLst>
          </p:cNvPr>
          <p:cNvSpPr>
            <a:spLocks noGrp="1"/>
          </p:cNvSpPr>
          <p:nvPr>
            <p:ph type="title"/>
          </p:nvPr>
        </p:nvSpPr>
        <p:spPr/>
        <p:txBody>
          <a:bodyPr/>
          <a:lstStyle/>
          <a:p>
            <a:r>
              <a:rPr lang="en-AU">
                <a:latin typeface="+mj-lt"/>
              </a:rPr>
              <a:t>Frayer</a:t>
            </a:r>
          </a:p>
        </p:txBody>
      </p:sp>
      <p:sp>
        <p:nvSpPr>
          <p:cNvPr id="5" name="Google Shape;72;p15">
            <a:extLst>
              <a:ext uri="{FF2B5EF4-FFF2-40B4-BE49-F238E27FC236}">
                <a16:creationId xmlns:a16="http://schemas.microsoft.com/office/drawing/2014/main" id="{B9D6B4E5-9E93-B797-C630-047A8AA7C573}"/>
              </a:ext>
              <a:ext uri="{C183D7F6-B498-43B3-948B-1728B52AA6E4}">
                <adec:decorative xmlns:adec="http://schemas.microsoft.com/office/drawing/2017/decorative" val="1"/>
              </a:ext>
            </a:extLst>
          </p:cNvPr>
          <p:cNvSpPr/>
          <p:nvPr/>
        </p:nvSpPr>
        <p:spPr>
          <a:xfrm rot="16200000">
            <a:off x="2509649" y="61201"/>
            <a:ext cx="2525626" cy="4551266"/>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6" name="Google Shape;73;p15">
            <a:extLst>
              <a:ext uri="{FF2B5EF4-FFF2-40B4-BE49-F238E27FC236}">
                <a16:creationId xmlns:a16="http://schemas.microsoft.com/office/drawing/2014/main" id="{155B17CE-58EE-4032-EBBD-41AA0AD38601}"/>
              </a:ext>
            </a:extLst>
          </p:cNvPr>
          <p:cNvSpPr txBox="1"/>
          <p:nvPr/>
        </p:nvSpPr>
        <p:spPr>
          <a:xfrm>
            <a:off x="1496829" y="1074256"/>
            <a:ext cx="4551266" cy="2022942"/>
          </a:xfrm>
          <a:prstGeom prst="rect">
            <a:avLst/>
          </a:prstGeom>
          <a:noFill/>
          <a:ln>
            <a:noFill/>
          </a:ln>
        </p:spPr>
        <p:txBody>
          <a:bodyPr spcFirstLastPara="1" wrap="square" lIns="151700" tIns="36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Definition </a:t>
            </a:r>
            <a:endParaRPr sz="2000">
              <a:latin typeface="+mj-lt"/>
              <a:cs typeface="Arial" panose="020B0604020202020204" pitchFamily="34" charset="0"/>
            </a:endParaRPr>
          </a:p>
        </p:txBody>
      </p:sp>
      <p:sp>
        <p:nvSpPr>
          <p:cNvPr id="7" name="Google Shape;74;p15">
            <a:extLst>
              <a:ext uri="{FF2B5EF4-FFF2-40B4-BE49-F238E27FC236}">
                <a16:creationId xmlns:a16="http://schemas.microsoft.com/office/drawing/2014/main" id="{ACE9AFB6-504F-E966-D3E6-0982C9D9B403}"/>
              </a:ext>
              <a:ext uri="{C183D7F6-B498-43B3-948B-1728B52AA6E4}">
                <adec:decorative xmlns:adec="http://schemas.microsoft.com/office/drawing/2017/decorative" val="1"/>
              </a:ext>
            </a:extLst>
          </p:cNvPr>
          <p:cNvSpPr/>
          <p:nvPr/>
        </p:nvSpPr>
        <p:spPr>
          <a:xfrm>
            <a:off x="6198194" y="1059232"/>
            <a:ext cx="4497303" cy="2527829"/>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sym typeface="Calibri"/>
            </a:endParaRPr>
          </a:p>
        </p:txBody>
      </p:sp>
      <p:sp>
        <p:nvSpPr>
          <p:cNvPr id="8" name="Google Shape;75;p15">
            <a:extLst>
              <a:ext uri="{FF2B5EF4-FFF2-40B4-BE49-F238E27FC236}">
                <a16:creationId xmlns:a16="http://schemas.microsoft.com/office/drawing/2014/main" id="{EAA24362-2F3E-5787-7000-91A7ADFA07E0}"/>
              </a:ext>
            </a:extLst>
          </p:cNvPr>
          <p:cNvSpPr txBox="1"/>
          <p:nvPr/>
        </p:nvSpPr>
        <p:spPr>
          <a:xfrm>
            <a:off x="6198194" y="1059232"/>
            <a:ext cx="4497303" cy="2080650"/>
          </a:xfrm>
          <a:prstGeom prst="rect">
            <a:avLst/>
          </a:prstGeom>
          <a:noFill/>
          <a:ln>
            <a:noFill/>
          </a:ln>
        </p:spPr>
        <p:txBody>
          <a:bodyPr spcFirstLastPara="1" wrap="square" lIns="0" tIns="360000" rIns="170667" bIns="170667" anchor="t" anchorCtr="0">
            <a:noAutofit/>
          </a:bodyPr>
          <a:lstStyle/>
          <a:p>
            <a:pPr marL="479988">
              <a:lnSpc>
                <a:spcPct val="90000"/>
              </a:lnSpc>
              <a:buClr>
                <a:srgbClr val="1E4E79"/>
              </a:buClr>
              <a:buSzPts val="1800"/>
            </a:pPr>
            <a:r>
              <a:rPr lang="en" sz="2000" b="1">
                <a:latin typeface="+mj-lt"/>
                <a:ea typeface="Calibri"/>
                <a:cs typeface="Arial" panose="020B0604020202020204" pitchFamily="34" charset="0"/>
                <a:sym typeface="Calibri"/>
              </a:rPr>
              <a:t>Facts/Characteristics</a:t>
            </a:r>
            <a:endParaRPr sz="2000">
              <a:latin typeface="+mj-lt"/>
              <a:ea typeface="Calibri"/>
              <a:cs typeface="Arial" panose="020B0604020202020204" pitchFamily="34" charset="0"/>
              <a:sym typeface="Calibri"/>
            </a:endParaRPr>
          </a:p>
        </p:txBody>
      </p:sp>
      <p:sp>
        <p:nvSpPr>
          <p:cNvPr id="9" name="Google Shape;76;p15">
            <a:extLst>
              <a:ext uri="{FF2B5EF4-FFF2-40B4-BE49-F238E27FC236}">
                <a16:creationId xmlns:a16="http://schemas.microsoft.com/office/drawing/2014/main" id="{654479C0-7B02-5005-0AF7-67C0EE900317}"/>
              </a:ext>
              <a:ext uri="{C183D7F6-B498-43B3-948B-1728B52AA6E4}">
                <adec:decorative xmlns:adec="http://schemas.microsoft.com/office/drawing/2017/decorative" val="1"/>
              </a:ext>
            </a:extLst>
          </p:cNvPr>
          <p:cNvSpPr/>
          <p:nvPr/>
        </p:nvSpPr>
        <p:spPr>
          <a:xfrm rot="10800000">
            <a:off x="1496502" y="3693916"/>
            <a:ext cx="4551266" cy="263208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0" name="Google Shape;77;p15">
            <a:extLst>
              <a:ext uri="{FF2B5EF4-FFF2-40B4-BE49-F238E27FC236}">
                <a16:creationId xmlns:a16="http://schemas.microsoft.com/office/drawing/2014/main" id="{2CCF9001-759D-8324-2DF9-1254DE857686}"/>
              </a:ext>
            </a:extLst>
          </p:cNvPr>
          <p:cNvSpPr txBox="1"/>
          <p:nvPr/>
        </p:nvSpPr>
        <p:spPr>
          <a:xfrm>
            <a:off x="1496829" y="3690082"/>
            <a:ext cx="4551266" cy="2635516"/>
          </a:xfrm>
          <a:prstGeom prst="rect">
            <a:avLst/>
          </a:prstGeom>
          <a:noFill/>
          <a:ln>
            <a:noFill/>
          </a:ln>
        </p:spPr>
        <p:txBody>
          <a:bodyPr spcFirstLastPara="1" wrap="square" lIns="151700" tIns="720000" rIns="151700" bIns="151700" anchor="t" anchorCtr="0">
            <a:noAutofit/>
          </a:bodyPr>
          <a:lstStyle/>
          <a:p>
            <a:pPr marL="479988">
              <a:buClr>
                <a:srgbClr val="1E4E79"/>
              </a:buClr>
              <a:buSzPts val="1600"/>
            </a:pPr>
            <a:r>
              <a:rPr lang="en" sz="2000" b="1">
                <a:latin typeface="+mj-lt"/>
                <a:ea typeface="Calibri"/>
                <a:cs typeface="Arial" panose="020B0604020202020204" pitchFamily="34" charset="0"/>
                <a:sym typeface="Calibri"/>
              </a:rPr>
              <a:t>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1" name="Google Shape;78;p15">
            <a:extLst>
              <a:ext uri="{FF2B5EF4-FFF2-40B4-BE49-F238E27FC236}">
                <a16:creationId xmlns:a16="http://schemas.microsoft.com/office/drawing/2014/main" id="{A70112CF-B458-EE21-D197-F749A960826E}"/>
              </a:ext>
              <a:ext uri="{C183D7F6-B498-43B3-948B-1728B52AA6E4}">
                <adec:decorative xmlns:adec="http://schemas.microsoft.com/office/drawing/2017/decorative" val="1"/>
              </a:ext>
            </a:extLst>
          </p:cNvPr>
          <p:cNvSpPr/>
          <p:nvPr/>
        </p:nvSpPr>
        <p:spPr>
          <a:xfrm rot="5400000">
            <a:off x="7132622" y="2768367"/>
            <a:ext cx="2628413" cy="4483354"/>
          </a:xfrm>
          <a:prstGeom prst="round1Rect">
            <a:avLst>
              <a:gd name="adj" fmla="val 16667"/>
            </a:avLst>
          </a:prstGeom>
          <a:solidFill>
            <a:srgbClr val="E5F7FC"/>
          </a:solidFill>
          <a:ln w="19050" cap="rnd" cmpd="sng">
            <a:solidFill>
              <a:schemeClr val="bg1"/>
            </a:solidFill>
            <a:prstDash val="dot"/>
            <a:round/>
            <a:headEnd type="none" w="sm" len="sm"/>
            <a:tailEnd type="none" w="sm" len="sm"/>
          </a:ln>
          <a:effectLst/>
        </p:spPr>
        <p:txBody>
          <a:bodyPr spcFirstLastPara="1" wrap="square" lIns="121900" tIns="121900" rIns="121900" bIns="121900" anchor="ctr" anchorCtr="0">
            <a:noAutofit/>
          </a:bodyPr>
          <a:lstStyle/>
          <a:p>
            <a:endParaRPr sz="3200">
              <a:latin typeface="Arial" panose="020B0604020202020204" pitchFamily="34" charset="0"/>
              <a:cs typeface="Arial" panose="020B0604020202020204" pitchFamily="34" charset="0"/>
            </a:endParaRPr>
          </a:p>
        </p:txBody>
      </p:sp>
      <p:sp>
        <p:nvSpPr>
          <p:cNvPr id="12" name="Google Shape;79;p15">
            <a:extLst>
              <a:ext uri="{FF2B5EF4-FFF2-40B4-BE49-F238E27FC236}">
                <a16:creationId xmlns:a16="http://schemas.microsoft.com/office/drawing/2014/main" id="{33005813-EAC2-1551-6AB4-22EBA739B63E}"/>
              </a:ext>
            </a:extLst>
          </p:cNvPr>
          <p:cNvSpPr txBox="1"/>
          <p:nvPr/>
        </p:nvSpPr>
        <p:spPr>
          <a:xfrm>
            <a:off x="6205065" y="3691806"/>
            <a:ext cx="4483354" cy="2632085"/>
          </a:xfrm>
          <a:prstGeom prst="rect">
            <a:avLst/>
          </a:prstGeom>
          <a:noFill/>
          <a:ln>
            <a:noFill/>
          </a:ln>
        </p:spPr>
        <p:txBody>
          <a:bodyPr spcFirstLastPara="1" wrap="square" lIns="0" tIns="720000" rIns="151700" bIns="151700" anchor="t" anchorCtr="0">
            <a:noAutofit/>
          </a:bodyPr>
          <a:lstStyle/>
          <a:p>
            <a:pPr marL="479988">
              <a:lnSpc>
                <a:spcPct val="90000"/>
              </a:lnSpc>
              <a:buClr>
                <a:srgbClr val="1E4E79"/>
              </a:buClr>
              <a:buSzPts val="1600"/>
            </a:pPr>
            <a:r>
              <a:rPr lang="en" sz="2000" b="1">
                <a:latin typeface="+mj-lt"/>
                <a:ea typeface="Calibri"/>
                <a:cs typeface="Arial" panose="020B0604020202020204" pitchFamily="34" charset="0"/>
                <a:sym typeface="Calibri"/>
              </a:rPr>
              <a:t>Non-examples</a:t>
            </a:r>
            <a:br>
              <a:rPr lang="en" sz="2000" b="1">
                <a:latin typeface="+mj-lt"/>
                <a:ea typeface="Calibri"/>
                <a:cs typeface="Arial" panose="020B0604020202020204" pitchFamily="34" charset="0"/>
                <a:sym typeface="Calibri"/>
              </a:rPr>
            </a:br>
            <a:endParaRPr sz="2000">
              <a:latin typeface="+mj-lt"/>
              <a:ea typeface="Calibri"/>
              <a:cs typeface="Arial" panose="020B0604020202020204" pitchFamily="34" charset="0"/>
              <a:sym typeface="Calibri"/>
            </a:endParaRPr>
          </a:p>
        </p:txBody>
      </p:sp>
      <p:sp>
        <p:nvSpPr>
          <p:cNvPr id="13" name="Google Shape;80;p15">
            <a:extLst>
              <a:ext uri="{FF2B5EF4-FFF2-40B4-BE49-F238E27FC236}">
                <a16:creationId xmlns:a16="http://schemas.microsoft.com/office/drawing/2014/main" id="{A62C944F-23E5-C8E7-9836-BD34D0F59ABD}"/>
              </a:ext>
              <a:ext uri="{C183D7F6-B498-43B3-948B-1728B52AA6E4}">
                <adec:decorative xmlns:adec="http://schemas.microsoft.com/office/drawing/2017/decorative" val="1"/>
              </a:ext>
            </a:extLst>
          </p:cNvPr>
          <p:cNvSpPr/>
          <p:nvPr/>
        </p:nvSpPr>
        <p:spPr>
          <a:xfrm>
            <a:off x="4813068" y="3140242"/>
            <a:ext cx="2594640" cy="1039985"/>
          </a:xfrm>
          <a:prstGeom prst="roundRect">
            <a:avLst>
              <a:gd name="adj" fmla="val 16667"/>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endParaRPr sz="2000" b="1">
              <a:latin typeface="Arial" panose="020B0604020202020204" pitchFamily="34" charset="0"/>
              <a:cs typeface="Arial" panose="020B0604020202020204" pitchFamily="34" charset="0"/>
            </a:endParaRPr>
          </a:p>
        </p:txBody>
      </p:sp>
      <p:sp>
        <p:nvSpPr>
          <p:cNvPr id="14" name="Google Shape;81;p15">
            <a:extLst>
              <a:ext uri="{FF2B5EF4-FFF2-40B4-BE49-F238E27FC236}">
                <a16:creationId xmlns:a16="http://schemas.microsoft.com/office/drawing/2014/main" id="{5839A77F-3456-77D9-817C-2DE6B6AB4595}"/>
              </a:ext>
            </a:extLst>
          </p:cNvPr>
          <p:cNvSpPr txBox="1"/>
          <p:nvPr/>
        </p:nvSpPr>
        <p:spPr>
          <a:xfrm>
            <a:off x="4863817" y="3191467"/>
            <a:ext cx="2492955" cy="937932"/>
          </a:xfrm>
          <a:prstGeom prst="rect">
            <a:avLst/>
          </a:prstGeom>
          <a:noFill/>
          <a:ln>
            <a:noFill/>
          </a:ln>
        </p:spPr>
        <p:txBody>
          <a:bodyPr spcFirstLastPara="1" wrap="square" lIns="101600" tIns="101600" rIns="101600" bIns="101600" anchor="ctr" anchorCtr="0">
            <a:noAutofit/>
          </a:bodyPr>
          <a:lstStyle/>
          <a:p>
            <a:pPr algn="ctr">
              <a:buClr>
                <a:srgbClr val="1E4E79"/>
              </a:buClr>
              <a:buSzPts val="2000"/>
            </a:pPr>
            <a:r>
              <a:rPr lang="en" b="1">
                <a:latin typeface="+mj-lt"/>
                <a:ea typeface="Calibri"/>
                <a:cs typeface="Arial" panose="020B0604020202020204" pitchFamily="34" charset="0"/>
                <a:sym typeface="Calibri"/>
              </a:rPr>
              <a:t>Word, term, concept</a:t>
            </a:r>
            <a:endParaRPr>
              <a:latin typeface="+mj-lt"/>
              <a:cs typeface="Arial" panose="020B0604020202020204" pitchFamily="34" charset="0"/>
            </a:endParaRPr>
          </a:p>
        </p:txBody>
      </p:sp>
      <p:sp>
        <p:nvSpPr>
          <p:cNvPr id="2" name="Slide Number Placeholder 1">
            <a:extLst>
              <a:ext uri="{FF2B5EF4-FFF2-40B4-BE49-F238E27FC236}">
                <a16:creationId xmlns:a16="http://schemas.microsoft.com/office/drawing/2014/main" id="{A4070155-F260-7BBF-5A58-0C4E16363B7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latin typeface="Arial" panose="020B0604020202020204" pitchFamily="34" charset="0"/>
                <a:cs typeface="Arial" panose="020B0604020202020204" pitchFamily="34" charset="0"/>
              </a:rPr>
              <a:t>61</a:t>
            </a:fld>
            <a:endParaRPr lang="en-AU">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61420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6" name="Google Shape;125;p17">
            <a:extLst>
              <a:ext uri="{FF2B5EF4-FFF2-40B4-BE49-F238E27FC236}">
                <a16:creationId xmlns:a16="http://schemas.microsoft.com/office/drawing/2014/main" id="{3E705808-C767-CFA5-5BCC-DD7546162A49}"/>
              </a:ext>
              <a:ext uri="{C183D7F6-B498-43B3-948B-1728B52AA6E4}">
                <adec:decorative xmlns:adec="http://schemas.microsoft.com/office/drawing/2017/decorative" val="1"/>
              </a:ext>
            </a:extLst>
          </p:cNvPr>
          <p:cNvCxnSpPr/>
          <p:nvPr/>
        </p:nvCxnSpPr>
        <p:spPr>
          <a:xfrm>
            <a:off x="3501647" y="3588700"/>
            <a:ext cx="1674541" cy="0"/>
          </a:xfrm>
          <a:prstGeom prst="straightConnector1">
            <a:avLst/>
          </a:prstGeom>
          <a:noFill/>
          <a:ln w="19050" cap="flat" cmpd="sng">
            <a:solidFill>
              <a:srgbClr val="007A8A"/>
            </a:solidFill>
            <a:prstDash val="solid"/>
            <a:round/>
            <a:headEnd type="none" w="med" len="med"/>
            <a:tailEnd type="none" w="med" len="med"/>
          </a:ln>
        </p:spPr>
      </p:cxnSp>
      <p:cxnSp>
        <p:nvCxnSpPr>
          <p:cNvPr id="33" name="Google Shape;126;p17">
            <a:extLst>
              <a:ext uri="{FF2B5EF4-FFF2-40B4-BE49-F238E27FC236}">
                <a16:creationId xmlns:a16="http://schemas.microsoft.com/office/drawing/2014/main" id="{4D593D99-85C5-3753-C35F-70804D33E897}"/>
              </a:ext>
              <a:ext uri="{C183D7F6-B498-43B3-948B-1728B52AA6E4}">
                <adec:decorative xmlns:adec="http://schemas.microsoft.com/office/drawing/2017/decorative" val="1"/>
              </a:ext>
            </a:extLst>
          </p:cNvPr>
          <p:cNvCxnSpPr/>
          <p:nvPr/>
        </p:nvCxnSpPr>
        <p:spPr>
          <a:xfrm rot="10800000" flipH="1">
            <a:off x="7016136" y="3588822"/>
            <a:ext cx="1674177" cy="9471"/>
          </a:xfrm>
          <a:prstGeom prst="straightConnector1">
            <a:avLst/>
          </a:prstGeom>
          <a:noFill/>
          <a:ln w="19050" cap="flat" cmpd="sng">
            <a:solidFill>
              <a:srgbClr val="007A8A"/>
            </a:solidFill>
            <a:prstDash val="solid"/>
            <a:round/>
            <a:headEnd type="none" w="med" len="med"/>
            <a:tailEnd type="none" w="med" len="med"/>
          </a:ln>
        </p:spPr>
      </p:cxnSp>
      <p:cxnSp>
        <p:nvCxnSpPr>
          <p:cNvPr id="34" name="Google Shape;127;p17">
            <a:extLst>
              <a:ext uri="{FF2B5EF4-FFF2-40B4-BE49-F238E27FC236}">
                <a16:creationId xmlns:a16="http://schemas.microsoft.com/office/drawing/2014/main" id="{6241178A-8250-2EB4-990C-5E5C190B57EF}"/>
              </a:ext>
              <a:ext uri="{C183D7F6-B498-43B3-948B-1728B52AA6E4}">
                <adec:decorative xmlns:adec="http://schemas.microsoft.com/office/drawing/2017/decorative" val="1"/>
              </a:ext>
            </a:extLst>
          </p:cNvPr>
          <p:cNvCxnSpPr>
            <a:stCxn id="4" idx="4"/>
          </p:cNvCxnSpPr>
          <p:nvPr/>
        </p:nvCxnSpPr>
        <p:spPr>
          <a:xfrm>
            <a:off x="6096119" y="4336165"/>
            <a:ext cx="0" cy="1049092"/>
          </a:xfrm>
          <a:prstGeom prst="straightConnector1">
            <a:avLst/>
          </a:prstGeom>
          <a:noFill/>
          <a:ln w="19050" cap="flat" cmpd="sng">
            <a:solidFill>
              <a:srgbClr val="007A8A"/>
            </a:solidFill>
            <a:prstDash val="solid"/>
            <a:round/>
            <a:headEnd type="none" w="med" len="med"/>
            <a:tailEnd type="none" w="med" len="med"/>
          </a:ln>
        </p:spPr>
      </p:cxnSp>
      <p:cxnSp>
        <p:nvCxnSpPr>
          <p:cNvPr id="35" name="Google Shape;128;p17">
            <a:extLst>
              <a:ext uri="{FF2B5EF4-FFF2-40B4-BE49-F238E27FC236}">
                <a16:creationId xmlns:a16="http://schemas.microsoft.com/office/drawing/2014/main" id="{F5AEAD7C-EBDE-0F6D-747A-69E22D2A29DE}"/>
              </a:ext>
              <a:ext uri="{C183D7F6-B498-43B3-948B-1728B52AA6E4}">
                <adec:decorative xmlns:adec="http://schemas.microsoft.com/office/drawing/2017/decorative" val="1"/>
              </a:ext>
            </a:extLst>
          </p:cNvPr>
          <p:cNvCxnSpPr>
            <a:stCxn id="4" idx="0"/>
            <a:endCxn id="42" idx="4"/>
          </p:cNvCxnSpPr>
          <p:nvPr/>
        </p:nvCxnSpPr>
        <p:spPr>
          <a:xfrm rot="10800000">
            <a:off x="6076813" y="1814701"/>
            <a:ext cx="19306" cy="1026508"/>
          </a:xfrm>
          <a:prstGeom prst="straightConnector1">
            <a:avLst/>
          </a:prstGeom>
          <a:noFill/>
          <a:ln w="19050" cap="flat" cmpd="sng">
            <a:solidFill>
              <a:srgbClr val="007A8A"/>
            </a:solidFill>
            <a:prstDash val="solid"/>
            <a:round/>
            <a:headEnd type="none" w="med" len="med"/>
            <a:tailEnd type="none" w="med" len="med"/>
          </a:ln>
        </p:spPr>
      </p:cxnSp>
      <p:cxnSp>
        <p:nvCxnSpPr>
          <p:cNvPr id="36" name="Google Shape;130;p17">
            <a:extLst>
              <a:ext uri="{FF2B5EF4-FFF2-40B4-BE49-F238E27FC236}">
                <a16:creationId xmlns:a16="http://schemas.microsoft.com/office/drawing/2014/main" id="{785A2CF1-95F1-A338-3D65-77D8DE66BE5A}"/>
              </a:ext>
              <a:ext uri="{C183D7F6-B498-43B3-948B-1728B52AA6E4}">
                <adec:decorative xmlns:adec="http://schemas.microsoft.com/office/drawing/2017/decorative" val="1"/>
              </a:ext>
            </a:extLst>
          </p:cNvPr>
          <p:cNvCxnSpPr>
            <a:endCxn id="46" idx="7"/>
          </p:cNvCxnSpPr>
          <p:nvPr/>
        </p:nvCxnSpPr>
        <p:spPr>
          <a:xfrm flipH="1">
            <a:off x="4063742" y="4117156"/>
            <a:ext cx="1363820" cy="595579"/>
          </a:xfrm>
          <a:prstGeom prst="straightConnector1">
            <a:avLst/>
          </a:prstGeom>
          <a:noFill/>
          <a:ln w="19050" cap="flat" cmpd="sng">
            <a:solidFill>
              <a:srgbClr val="007A8A"/>
            </a:solidFill>
            <a:prstDash val="solid"/>
            <a:round/>
            <a:headEnd type="none" w="med" len="med"/>
            <a:tailEnd type="none" w="med" len="med"/>
          </a:ln>
        </p:spPr>
      </p:cxnSp>
      <p:cxnSp>
        <p:nvCxnSpPr>
          <p:cNvPr id="37" name="Google Shape;132;p17">
            <a:extLst>
              <a:ext uri="{FF2B5EF4-FFF2-40B4-BE49-F238E27FC236}">
                <a16:creationId xmlns:a16="http://schemas.microsoft.com/office/drawing/2014/main" id="{66A531BB-70E7-53AD-650E-EC53ED879874}"/>
              </a:ext>
              <a:ext uri="{C183D7F6-B498-43B3-948B-1728B52AA6E4}">
                <adec:decorative xmlns:adec="http://schemas.microsoft.com/office/drawing/2017/decorative" val="1"/>
              </a:ext>
            </a:extLst>
          </p:cNvPr>
          <p:cNvCxnSpPr>
            <a:stCxn id="4" idx="1"/>
            <a:endCxn id="40" idx="5"/>
          </p:cNvCxnSpPr>
          <p:nvPr/>
        </p:nvCxnSpPr>
        <p:spPr>
          <a:xfrm rot="10800000">
            <a:off x="4059932" y="2423399"/>
            <a:ext cx="1385676" cy="636741"/>
          </a:xfrm>
          <a:prstGeom prst="straightConnector1">
            <a:avLst/>
          </a:prstGeom>
          <a:noFill/>
          <a:ln w="19050" cap="flat" cmpd="sng">
            <a:solidFill>
              <a:srgbClr val="007A8A"/>
            </a:solidFill>
            <a:prstDash val="solid"/>
            <a:round/>
            <a:headEnd type="none" w="med" len="med"/>
            <a:tailEnd type="none" w="med" len="med"/>
          </a:ln>
        </p:spPr>
      </p:cxnSp>
      <p:cxnSp>
        <p:nvCxnSpPr>
          <p:cNvPr id="38" name="Google Shape;134;p17">
            <a:extLst>
              <a:ext uri="{FF2B5EF4-FFF2-40B4-BE49-F238E27FC236}">
                <a16:creationId xmlns:a16="http://schemas.microsoft.com/office/drawing/2014/main" id="{BB967329-4667-DDED-F05E-5823A1F34685}"/>
              </a:ext>
              <a:ext uri="{C183D7F6-B498-43B3-948B-1728B52AA6E4}">
                <adec:decorative xmlns:adec="http://schemas.microsoft.com/office/drawing/2017/decorative" val="1"/>
              </a:ext>
            </a:extLst>
          </p:cNvPr>
          <p:cNvCxnSpPr>
            <a:endCxn id="47" idx="1"/>
          </p:cNvCxnSpPr>
          <p:nvPr/>
        </p:nvCxnSpPr>
        <p:spPr>
          <a:xfrm>
            <a:off x="6764984" y="4105838"/>
            <a:ext cx="1385676" cy="772977"/>
          </a:xfrm>
          <a:prstGeom prst="straightConnector1">
            <a:avLst/>
          </a:prstGeom>
          <a:noFill/>
          <a:ln w="19050" cap="flat" cmpd="sng">
            <a:solidFill>
              <a:srgbClr val="007A8A"/>
            </a:solidFill>
            <a:prstDash val="solid"/>
            <a:round/>
            <a:headEnd type="none" w="med" len="med"/>
            <a:tailEnd type="none" w="med" len="med"/>
          </a:ln>
        </p:spPr>
      </p:cxnSp>
      <p:cxnSp>
        <p:nvCxnSpPr>
          <p:cNvPr id="39" name="Google Shape;136;p17">
            <a:extLst>
              <a:ext uri="{FF2B5EF4-FFF2-40B4-BE49-F238E27FC236}">
                <a16:creationId xmlns:a16="http://schemas.microsoft.com/office/drawing/2014/main" id="{C6252BA3-DB91-FDA2-FA30-142CEADB096E}"/>
              </a:ext>
              <a:ext uri="{C183D7F6-B498-43B3-948B-1728B52AA6E4}">
                <adec:decorative xmlns:adec="http://schemas.microsoft.com/office/drawing/2017/decorative" val="1"/>
              </a:ext>
            </a:extLst>
          </p:cNvPr>
          <p:cNvCxnSpPr>
            <a:endCxn id="43" idx="3"/>
          </p:cNvCxnSpPr>
          <p:nvPr/>
        </p:nvCxnSpPr>
        <p:spPr>
          <a:xfrm rot="10800000" flipH="1">
            <a:off x="6807967" y="2423263"/>
            <a:ext cx="1342693" cy="704495"/>
          </a:xfrm>
          <a:prstGeom prst="straightConnector1">
            <a:avLst/>
          </a:prstGeom>
          <a:noFill/>
          <a:ln w="19050" cap="flat" cmpd="sng">
            <a:solidFill>
              <a:srgbClr val="007A8A"/>
            </a:solidFill>
            <a:prstDash val="solid"/>
            <a:round/>
            <a:headEnd type="none" w="med" len="med"/>
            <a:tailEnd type="none" w="med" len="med"/>
          </a:ln>
        </p:spPr>
      </p:cxnSp>
      <p:sp>
        <p:nvSpPr>
          <p:cNvPr id="3" name="Title 2">
            <a:extLst>
              <a:ext uri="{FF2B5EF4-FFF2-40B4-BE49-F238E27FC236}">
                <a16:creationId xmlns:a16="http://schemas.microsoft.com/office/drawing/2014/main" id="{A043208B-6BF2-C65E-D4AF-ECD978662E75}"/>
              </a:ext>
            </a:extLst>
          </p:cNvPr>
          <p:cNvSpPr>
            <a:spLocks noGrp="1"/>
          </p:cNvSpPr>
          <p:nvPr>
            <p:ph type="title"/>
          </p:nvPr>
        </p:nvSpPr>
        <p:spPr/>
        <p:txBody>
          <a:bodyPr/>
          <a:lstStyle/>
          <a:p>
            <a:r>
              <a:rPr lang="en-AU">
                <a:latin typeface="+mj-lt"/>
              </a:rPr>
              <a:t>Spider map</a:t>
            </a:r>
          </a:p>
        </p:txBody>
      </p:sp>
      <p:sp>
        <p:nvSpPr>
          <p:cNvPr id="4" name="Google Shape;124;p17" descr="Subject ">
            <a:extLst>
              <a:ext uri="{FF2B5EF4-FFF2-40B4-BE49-F238E27FC236}">
                <a16:creationId xmlns:a16="http://schemas.microsoft.com/office/drawing/2014/main" id="{B2F3C6A1-3F2E-1BE6-7182-F224BC265587}"/>
              </a:ext>
            </a:extLst>
          </p:cNvPr>
          <p:cNvSpPr/>
          <p:nvPr/>
        </p:nvSpPr>
        <p:spPr>
          <a:xfrm>
            <a:off x="5176159" y="2841208"/>
            <a:ext cx="1839919" cy="1494957"/>
          </a:xfrm>
          <a:prstGeom prst="ellipse">
            <a:avLst/>
          </a:prstGeom>
          <a:solidFill>
            <a:schemeClr val="bg1"/>
          </a:solidFill>
          <a:ln w="38100" cap="flat" cmpd="sng">
            <a:solidFill>
              <a:schemeClr val="tx1"/>
            </a:solidFill>
            <a:prstDash val="solid"/>
            <a:miter lim="800000"/>
            <a:headEnd type="none" w="sm" len="sm"/>
            <a:tailEnd type="none" w="sm" len="sm"/>
          </a:ln>
        </p:spPr>
        <p:txBody>
          <a:bodyPr spcFirstLastPara="1" wrap="square" lIns="79125" tIns="39550" rIns="79125" bIns="39550" anchor="ctr" anchorCtr="0">
            <a:noAutofit/>
          </a:bodyPr>
          <a:lstStyle/>
          <a:p>
            <a:pPr algn="ctr">
              <a:buClr>
                <a:srgbClr val="000000"/>
              </a:buClr>
            </a:pPr>
            <a:r>
              <a:rPr lang="en" sz="2000" b="1">
                <a:latin typeface="+mj-lt"/>
                <a:cs typeface="Arial" panose="020B0604020202020204" pitchFamily="34" charset="0"/>
                <a:sym typeface="Montserrat"/>
              </a:rPr>
              <a:t>Subject</a:t>
            </a:r>
            <a:endParaRPr sz="2000" b="1">
              <a:latin typeface="+mj-lt"/>
              <a:cs typeface="Arial" panose="020B0604020202020204" pitchFamily="34" charset="0"/>
              <a:sym typeface="Montserrat"/>
            </a:endParaRPr>
          </a:p>
        </p:txBody>
      </p:sp>
      <p:sp>
        <p:nvSpPr>
          <p:cNvPr id="40" name="Google Shape;133;p17" descr="Idea bubble">
            <a:extLst>
              <a:ext uri="{FF2B5EF4-FFF2-40B4-BE49-F238E27FC236}">
                <a16:creationId xmlns:a16="http://schemas.microsoft.com/office/drawing/2014/main" id="{407D636A-5897-673F-FD31-EE27AAB7F3C7}"/>
              </a:ext>
            </a:extLst>
          </p:cNvPr>
          <p:cNvSpPr/>
          <p:nvPr/>
        </p:nvSpPr>
        <p:spPr>
          <a:xfrm>
            <a:off x="253893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r>
              <a:rPr lang="en" sz="1400">
                <a:solidFill>
                  <a:srgbClr val="000000"/>
                </a:solidFill>
                <a:cs typeface="Arial" panose="020B0604020202020204" pitchFamily="34" charset="0"/>
                <a:sym typeface="Montserrat Medium"/>
              </a:rPr>
              <a:t>Idea</a:t>
            </a:r>
            <a:endParaRPr sz="1400">
              <a:solidFill>
                <a:srgbClr val="000000"/>
              </a:solidFill>
              <a:cs typeface="Arial" panose="020B0604020202020204" pitchFamily="34" charset="0"/>
              <a:sym typeface="Montserrat Medium"/>
            </a:endParaRPr>
          </a:p>
        </p:txBody>
      </p:sp>
      <p:sp>
        <p:nvSpPr>
          <p:cNvPr id="42" name="Google Shape;129;p17">
            <a:extLst>
              <a:ext uri="{FF2B5EF4-FFF2-40B4-BE49-F238E27FC236}">
                <a16:creationId xmlns:a16="http://schemas.microsoft.com/office/drawing/2014/main" id="{59AED9FD-CCFB-691A-4DC8-14C28EBD4FF2}"/>
              </a:ext>
            </a:extLst>
          </p:cNvPr>
          <p:cNvSpPr/>
          <p:nvPr/>
        </p:nvSpPr>
        <p:spPr>
          <a:xfrm>
            <a:off x="5185729" y="109651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3" name="Google Shape;137;p17">
            <a:extLst>
              <a:ext uri="{FF2B5EF4-FFF2-40B4-BE49-F238E27FC236}">
                <a16:creationId xmlns:a16="http://schemas.microsoft.com/office/drawing/2014/main" id="{E609B3AC-51FA-4119-9DF1-EB907D2C5202}"/>
              </a:ext>
            </a:extLst>
          </p:cNvPr>
          <p:cNvSpPr/>
          <p:nvPr/>
        </p:nvSpPr>
        <p:spPr>
          <a:xfrm>
            <a:off x="7889692" y="1810124"/>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5" name="Google Shape;140;p17">
            <a:extLst>
              <a:ext uri="{FF2B5EF4-FFF2-40B4-BE49-F238E27FC236}">
                <a16:creationId xmlns:a16="http://schemas.microsoft.com/office/drawing/2014/main" id="{4E7E4470-2CA2-CE8A-1DDF-D2BB3C297511}"/>
              </a:ext>
            </a:extLst>
          </p:cNvPr>
          <p:cNvSpPr/>
          <p:nvPr/>
        </p:nvSpPr>
        <p:spPr>
          <a:xfrm>
            <a:off x="8690174" y="3222279"/>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7" name="Google Shape;135;p17">
            <a:extLst>
              <a:ext uri="{FF2B5EF4-FFF2-40B4-BE49-F238E27FC236}">
                <a16:creationId xmlns:a16="http://schemas.microsoft.com/office/drawing/2014/main" id="{C6846BAD-BA65-4B96-1B01-D9ADAEF0604F}"/>
              </a:ext>
            </a:extLst>
          </p:cNvPr>
          <p:cNvSpPr/>
          <p:nvPr/>
        </p:nvSpPr>
        <p:spPr>
          <a:xfrm>
            <a:off x="7889692" y="4773618"/>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4" name="Google Shape;139;p17">
            <a:extLst>
              <a:ext uri="{FF2B5EF4-FFF2-40B4-BE49-F238E27FC236}">
                <a16:creationId xmlns:a16="http://schemas.microsoft.com/office/drawing/2014/main" id="{2996E804-9D77-BAC1-44A7-255922CD1500}"/>
              </a:ext>
            </a:extLst>
          </p:cNvPr>
          <p:cNvSpPr/>
          <p:nvPr/>
        </p:nvSpPr>
        <p:spPr>
          <a:xfrm>
            <a:off x="5205237" y="5385283"/>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6" name="Google Shape;131;p17">
            <a:extLst>
              <a:ext uri="{FF2B5EF4-FFF2-40B4-BE49-F238E27FC236}">
                <a16:creationId xmlns:a16="http://schemas.microsoft.com/office/drawing/2014/main" id="{08CFCCC7-A9C6-E2D1-6D1B-5EE82E902EC5}"/>
              </a:ext>
            </a:extLst>
          </p:cNvPr>
          <p:cNvSpPr/>
          <p:nvPr/>
        </p:nvSpPr>
        <p:spPr>
          <a:xfrm>
            <a:off x="2542710" y="4607537"/>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41" name="Google Shape;138;p17">
            <a:extLst>
              <a:ext uri="{FF2B5EF4-FFF2-40B4-BE49-F238E27FC236}">
                <a16:creationId xmlns:a16="http://schemas.microsoft.com/office/drawing/2014/main" id="{09149727-8C6F-7285-D2A2-89762FD2C111}"/>
              </a:ext>
            </a:extLst>
          </p:cNvPr>
          <p:cNvSpPr/>
          <p:nvPr/>
        </p:nvSpPr>
        <p:spPr>
          <a:xfrm>
            <a:off x="1719825" y="3239082"/>
            <a:ext cx="1782000" cy="718337"/>
          </a:xfrm>
          <a:prstGeom prst="ellipse">
            <a:avLst/>
          </a:prstGeom>
          <a:solidFill>
            <a:srgbClr val="E5F7FC"/>
          </a:solidFill>
          <a:ln w="19050" cap="flat" cmpd="sng">
            <a:noFill/>
            <a:prstDash val="solid"/>
            <a:miter lim="800000"/>
            <a:headEnd type="none" w="sm" len="sm"/>
            <a:tailEnd type="none" w="sm" len="sm"/>
          </a:ln>
          <a:effectLst>
            <a:outerShdw blurRad="57150" dist="19050" dir="5400000" algn="bl" rotWithShape="0">
              <a:srgbClr val="000000">
                <a:alpha val="50000"/>
              </a:srgbClr>
            </a:outerShdw>
          </a:effectLst>
        </p:spPr>
        <p:txBody>
          <a:bodyPr spcFirstLastPara="1" wrap="square" lIns="79125" tIns="39550" rIns="79125" bIns="39550" anchor="ctr" anchorCtr="0">
            <a:noAutofit/>
          </a:bodyPr>
          <a:lstStyle/>
          <a:p>
            <a:pPr algn="ctr">
              <a:buClr>
                <a:srgbClr val="000000"/>
              </a:buClr>
              <a:buFont typeface="Arial"/>
            </a:pPr>
            <a:endParaRPr sz="1400">
              <a:solidFill>
                <a:srgbClr val="000000"/>
              </a:solidFill>
              <a:cs typeface="Arial" panose="020B0604020202020204" pitchFamily="34" charset="0"/>
              <a:sym typeface="Montserrat Medium"/>
            </a:endParaRPr>
          </a:p>
        </p:txBody>
      </p:sp>
      <p:sp>
        <p:nvSpPr>
          <p:cNvPr id="2" name="Slide Number Placeholder 1">
            <a:extLst>
              <a:ext uri="{FF2B5EF4-FFF2-40B4-BE49-F238E27FC236}">
                <a16:creationId xmlns:a16="http://schemas.microsoft.com/office/drawing/2014/main" id="{442089B0-B9B7-B171-D833-3B55372D4ADB}"/>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62</a:t>
            </a:fld>
            <a:endParaRPr lang="en-AU"/>
          </a:p>
        </p:txBody>
      </p:sp>
    </p:spTree>
    <p:extLst>
      <p:ext uri="{BB962C8B-B14F-4D97-AF65-F5344CB8AC3E}">
        <p14:creationId xmlns:p14="http://schemas.microsoft.com/office/powerpoint/2010/main" val="1447528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AE960D-9C2D-2ABE-4C84-4B30CC887790}"/>
              </a:ext>
            </a:extLst>
          </p:cNvPr>
          <p:cNvSpPr>
            <a:spLocks noGrp="1"/>
          </p:cNvSpPr>
          <p:nvPr>
            <p:ph type="title"/>
          </p:nvPr>
        </p:nvSpPr>
        <p:spPr/>
        <p:txBody>
          <a:bodyPr/>
          <a:lstStyle/>
          <a:p>
            <a:r>
              <a:rPr lang="en-AU">
                <a:latin typeface="+mj-lt"/>
              </a:rPr>
              <a:t>Cline</a:t>
            </a:r>
          </a:p>
        </p:txBody>
      </p:sp>
      <p:sp>
        <p:nvSpPr>
          <p:cNvPr id="5" name="Google Shape;157;p17">
            <a:extLst>
              <a:ext uri="{FF2B5EF4-FFF2-40B4-BE49-F238E27FC236}">
                <a16:creationId xmlns:a16="http://schemas.microsoft.com/office/drawing/2014/main" id="{99DB61E7-8AA7-ACF0-4D64-75BA648AB9A3}"/>
              </a:ext>
              <a:ext uri="{C183D7F6-B498-43B3-948B-1728B52AA6E4}">
                <adec:decorative xmlns:adec="http://schemas.microsoft.com/office/drawing/2017/decorative" val="1"/>
              </a:ext>
            </a:extLst>
          </p:cNvPr>
          <p:cNvSpPr/>
          <p:nvPr/>
        </p:nvSpPr>
        <p:spPr>
          <a:xfrm>
            <a:off x="360000" y="2166818"/>
            <a:ext cx="11425200" cy="1227200"/>
          </a:xfrm>
          <a:prstGeom prst="leftRightArrow">
            <a:avLst>
              <a:gd name="adj1" fmla="val 47499"/>
              <a:gd name="adj2" fmla="val 36248"/>
            </a:avLst>
          </a:prstGeom>
          <a:gradFill flip="none" rotWithShape="1">
            <a:gsLst>
              <a:gs pos="53000">
                <a:srgbClr val="7030A0"/>
              </a:gs>
              <a:gs pos="0">
                <a:srgbClr val="00ACC2"/>
              </a:gs>
              <a:gs pos="100000">
                <a:srgbClr val="B51458"/>
              </a:gs>
            </a:gsLst>
            <a:lin ang="0" scaled="1"/>
            <a:tileRect/>
          </a:gradFill>
          <a:ln>
            <a:noFill/>
          </a:ln>
        </p:spPr>
        <p:txBody>
          <a:bodyPr spcFirstLastPara="1" wrap="square" lIns="121900" tIns="60933" rIns="121900" bIns="60933" anchor="ctr" anchorCtr="0">
            <a:noAutofit/>
          </a:bodyPr>
          <a:lstStyle/>
          <a:p>
            <a:pPr algn="ctr"/>
            <a:endParaRPr sz="1867">
              <a:solidFill>
                <a:schemeClr val="lt1"/>
              </a:solidFill>
              <a:latin typeface="Calibri"/>
              <a:ea typeface="Calibri"/>
              <a:cs typeface="Calibri"/>
              <a:sym typeface="Calibri"/>
            </a:endParaRPr>
          </a:p>
        </p:txBody>
      </p:sp>
      <p:sp>
        <p:nvSpPr>
          <p:cNvPr id="6" name="Google Shape;159;p17">
            <a:extLst>
              <a:ext uri="{FF2B5EF4-FFF2-40B4-BE49-F238E27FC236}">
                <a16:creationId xmlns:a16="http://schemas.microsoft.com/office/drawing/2014/main" id="{7F1EB844-4665-02DA-BFAA-08669BB4D4C1}"/>
              </a:ext>
            </a:extLst>
          </p:cNvPr>
          <p:cNvSpPr txBox="1"/>
          <p:nvPr/>
        </p:nvSpPr>
        <p:spPr>
          <a:xfrm>
            <a:off x="817723" y="2567903"/>
            <a:ext cx="1609595" cy="416338"/>
          </a:xfrm>
          <a:prstGeom prst="rect">
            <a:avLst/>
          </a:prstGeom>
          <a:solidFill>
            <a:srgbClr val="E5F7FC"/>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1</a:t>
            </a:r>
            <a:endParaRPr>
              <a:latin typeface="+mj-lt"/>
            </a:endParaRPr>
          </a:p>
        </p:txBody>
      </p:sp>
      <p:sp>
        <p:nvSpPr>
          <p:cNvPr id="8" name="Google Shape;150;p17">
            <a:extLst>
              <a:ext uri="{FF2B5EF4-FFF2-40B4-BE49-F238E27FC236}">
                <a16:creationId xmlns:a16="http://schemas.microsoft.com/office/drawing/2014/main" id="{234BDE74-7DD4-C755-F683-2C37F4D2F388}"/>
              </a:ext>
            </a:extLst>
          </p:cNvPr>
          <p:cNvSpPr/>
          <p:nvPr/>
        </p:nvSpPr>
        <p:spPr>
          <a:xfrm>
            <a:off x="360000" y="3970718"/>
            <a:ext cx="1487200" cy="474400"/>
          </a:xfrm>
          <a:prstGeom prst="roundRect">
            <a:avLst>
              <a:gd name="adj" fmla="val 10628"/>
            </a:avLst>
          </a:prstGeom>
          <a:noFill/>
          <a:ln w="19050" cap="flat" cmpd="sng">
            <a:solidFill>
              <a:srgbClr val="0E9DBE"/>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5" name="Google Shape;150;p17">
            <a:extLst>
              <a:ext uri="{FF2B5EF4-FFF2-40B4-BE49-F238E27FC236}">
                <a16:creationId xmlns:a16="http://schemas.microsoft.com/office/drawing/2014/main" id="{2C8D5980-E31C-D116-C526-1E9BD2B1A7E5}"/>
              </a:ext>
            </a:extLst>
          </p:cNvPr>
          <p:cNvSpPr/>
          <p:nvPr/>
        </p:nvSpPr>
        <p:spPr>
          <a:xfrm>
            <a:off x="1355372" y="4751748"/>
            <a:ext cx="1487200" cy="474400"/>
          </a:xfrm>
          <a:prstGeom prst="roundRect">
            <a:avLst>
              <a:gd name="adj" fmla="val 10628"/>
            </a:avLst>
          </a:prstGeom>
          <a:noFill/>
          <a:ln w="19050" cap="flat" cmpd="sng">
            <a:solidFill>
              <a:srgbClr val="2088B8"/>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4" name="Google Shape;150;p17">
            <a:extLst>
              <a:ext uri="{FF2B5EF4-FFF2-40B4-BE49-F238E27FC236}">
                <a16:creationId xmlns:a16="http://schemas.microsoft.com/office/drawing/2014/main" id="{87964B53-2E38-3E11-BE23-36598CC6123F}"/>
              </a:ext>
            </a:extLst>
          </p:cNvPr>
          <p:cNvSpPr/>
          <p:nvPr/>
        </p:nvSpPr>
        <p:spPr>
          <a:xfrm>
            <a:off x="2347600" y="3970718"/>
            <a:ext cx="1487200" cy="474400"/>
          </a:xfrm>
          <a:prstGeom prst="roundRect">
            <a:avLst>
              <a:gd name="adj" fmla="val 10628"/>
            </a:avLst>
          </a:prstGeom>
          <a:noFill/>
          <a:ln w="19050" cap="flat" cmpd="sng">
            <a:solidFill>
              <a:srgbClr val="3274B3"/>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6" name="Google Shape;150;p17">
            <a:extLst>
              <a:ext uri="{FF2B5EF4-FFF2-40B4-BE49-F238E27FC236}">
                <a16:creationId xmlns:a16="http://schemas.microsoft.com/office/drawing/2014/main" id="{24C79FC4-C263-5F73-A14A-DCD403846F10}"/>
              </a:ext>
            </a:extLst>
          </p:cNvPr>
          <p:cNvSpPr/>
          <p:nvPr/>
        </p:nvSpPr>
        <p:spPr>
          <a:xfrm>
            <a:off x="3339704" y="4751748"/>
            <a:ext cx="1487200" cy="474400"/>
          </a:xfrm>
          <a:prstGeom prst="roundRect">
            <a:avLst>
              <a:gd name="adj" fmla="val 10628"/>
            </a:avLst>
          </a:prstGeom>
          <a:noFill/>
          <a:ln w="19050" cap="flat" cmpd="sng">
            <a:solidFill>
              <a:srgbClr val="4560A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3" name="Google Shape;150;p17">
            <a:extLst>
              <a:ext uri="{FF2B5EF4-FFF2-40B4-BE49-F238E27FC236}">
                <a16:creationId xmlns:a16="http://schemas.microsoft.com/office/drawing/2014/main" id="{859882BF-8E8C-13EE-6E19-3CA8744A567B}"/>
              </a:ext>
            </a:extLst>
          </p:cNvPr>
          <p:cNvSpPr/>
          <p:nvPr/>
        </p:nvSpPr>
        <p:spPr>
          <a:xfrm>
            <a:off x="4335200" y="3970718"/>
            <a:ext cx="1487200" cy="474400"/>
          </a:xfrm>
          <a:prstGeom prst="roundRect">
            <a:avLst>
              <a:gd name="adj" fmla="val 10628"/>
            </a:avLst>
          </a:prstGeom>
          <a:noFill/>
          <a:ln w="19050" cap="flat" cmpd="sng">
            <a:solidFill>
              <a:srgbClr val="574BA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7" name="Google Shape;150;p17">
            <a:extLst>
              <a:ext uri="{FF2B5EF4-FFF2-40B4-BE49-F238E27FC236}">
                <a16:creationId xmlns:a16="http://schemas.microsoft.com/office/drawing/2014/main" id="{52A0090A-7B72-4B94-D8D5-8C494E77D834}"/>
              </a:ext>
            </a:extLst>
          </p:cNvPr>
          <p:cNvSpPr/>
          <p:nvPr/>
        </p:nvSpPr>
        <p:spPr>
          <a:xfrm>
            <a:off x="5324036" y="4751748"/>
            <a:ext cx="1487200" cy="474400"/>
          </a:xfrm>
          <a:prstGeom prst="roundRect">
            <a:avLst>
              <a:gd name="adj" fmla="val 10628"/>
            </a:avLst>
          </a:prstGeom>
          <a:noFill/>
          <a:ln w="19050" cap="flat" cmpd="sng">
            <a:solidFill>
              <a:srgbClr val="6A37A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2" name="Google Shape;150;p17">
            <a:extLst>
              <a:ext uri="{FF2B5EF4-FFF2-40B4-BE49-F238E27FC236}">
                <a16:creationId xmlns:a16="http://schemas.microsoft.com/office/drawing/2014/main" id="{7757179D-2318-0202-844F-FDD1F4E647B7}"/>
              </a:ext>
            </a:extLst>
          </p:cNvPr>
          <p:cNvSpPr/>
          <p:nvPr/>
        </p:nvSpPr>
        <p:spPr>
          <a:xfrm>
            <a:off x="6322800" y="3970718"/>
            <a:ext cx="1487200" cy="474400"/>
          </a:xfrm>
          <a:prstGeom prst="roundRect">
            <a:avLst>
              <a:gd name="adj" fmla="val 10628"/>
            </a:avLst>
          </a:prstGeom>
          <a:noFill/>
          <a:ln w="19050" cap="flat" cmpd="sng">
            <a:solidFill>
              <a:srgbClr val="782D97"/>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8" name="Google Shape;150;p17">
            <a:extLst>
              <a:ext uri="{FF2B5EF4-FFF2-40B4-BE49-F238E27FC236}">
                <a16:creationId xmlns:a16="http://schemas.microsoft.com/office/drawing/2014/main" id="{897CA775-E96A-5087-90AA-AD1E8962328F}"/>
              </a:ext>
            </a:extLst>
          </p:cNvPr>
          <p:cNvSpPr/>
          <p:nvPr/>
        </p:nvSpPr>
        <p:spPr>
          <a:xfrm>
            <a:off x="7308368" y="4751748"/>
            <a:ext cx="1487200" cy="474400"/>
          </a:xfrm>
          <a:prstGeom prst="roundRect">
            <a:avLst>
              <a:gd name="adj" fmla="val 10628"/>
            </a:avLst>
          </a:prstGeom>
          <a:noFill/>
          <a:ln w="19050" cap="flat" cmpd="sng">
            <a:solidFill>
              <a:srgbClr val="85278A"/>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1" name="Google Shape;150;p17">
            <a:extLst>
              <a:ext uri="{FF2B5EF4-FFF2-40B4-BE49-F238E27FC236}">
                <a16:creationId xmlns:a16="http://schemas.microsoft.com/office/drawing/2014/main" id="{3EE05D73-B371-2EFF-C6AF-F2E7494886E7}"/>
              </a:ext>
            </a:extLst>
          </p:cNvPr>
          <p:cNvSpPr/>
          <p:nvPr/>
        </p:nvSpPr>
        <p:spPr>
          <a:xfrm>
            <a:off x="8310400" y="3970718"/>
            <a:ext cx="1487200" cy="474400"/>
          </a:xfrm>
          <a:prstGeom prst="roundRect">
            <a:avLst>
              <a:gd name="adj" fmla="val 10628"/>
            </a:avLst>
          </a:prstGeom>
          <a:noFill/>
          <a:ln w="19050" cap="flat" cmpd="sng">
            <a:solidFill>
              <a:srgbClr val="92227D"/>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9" name="Google Shape;150;p17">
            <a:extLst>
              <a:ext uri="{FF2B5EF4-FFF2-40B4-BE49-F238E27FC236}">
                <a16:creationId xmlns:a16="http://schemas.microsoft.com/office/drawing/2014/main" id="{82718AA7-663D-43F6-0B00-AECAE20F87E3}"/>
              </a:ext>
            </a:extLst>
          </p:cNvPr>
          <p:cNvSpPr/>
          <p:nvPr/>
        </p:nvSpPr>
        <p:spPr>
          <a:xfrm>
            <a:off x="9292701" y="4751748"/>
            <a:ext cx="1487200" cy="474400"/>
          </a:xfrm>
          <a:prstGeom prst="roundRect">
            <a:avLst>
              <a:gd name="adj" fmla="val 10628"/>
            </a:avLst>
          </a:prstGeom>
          <a:noFill/>
          <a:ln w="19050" cap="flat" cmpd="sng">
            <a:solidFill>
              <a:srgbClr val="9E1D70"/>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sp>
        <p:nvSpPr>
          <p:cNvPr id="30" name="Google Shape;150;p17">
            <a:extLst>
              <a:ext uri="{FF2B5EF4-FFF2-40B4-BE49-F238E27FC236}">
                <a16:creationId xmlns:a16="http://schemas.microsoft.com/office/drawing/2014/main" id="{44268CD6-EF93-44FB-A19C-DFABBA4D507B}"/>
              </a:ext>
            </a:extLst>
          </p:cNvPr>
          <p:cNvSpPr/>
          <p:nvPr/>
        </p:nvSpPr>
        <p:spPr>
          <a:xfrm>
            <a:off x="10298000" y="3970718"/>
            <a:ext cx="1487200" cy="474400"/>
          </a:xfrm>
          <a:prstGeom prst="roundRect">
            <a:avLst>
              <a:gd name="adj" fmla="val 10628"/>
            </a:avLst>
          </a:prstGeom>
          <a:noFill/>
          <a:ln w="19050" cap="flat" cmpd="sng">
            <a:solidFill>
              <a:srgbClr val="AB1862"/>
            </a:solidFill>
            <a:prstDash val="solid"/>
            <a:round/>
            <a:headEnd type="none" w="med" len="med"/>
            <a:tailEnd type="none" w="med" len="med"/>
          </a:ln>
        </p:spPr>
        <p:txBody>
          <a:bodyPr spcFirstLastPara="1" wrap="square" lIns="144000" tIns="0" rIns="144000" bIns="60933" anchor="b" anchorCtr="0">
            <a:noAutofit/>
          </a:bodyPr>
          <a:lstStyle/>
          <a:p>
            <a:pPr algn="ctr"/>
            <a:r>
              <a:rPr lang="en-US" sz="2000">
                <a:ea typeface="Calibri"/>
                <a:cs typeface="Arial" panose="020B0604020202020204" pitchFamily="34" charset="0"/>
                <a:sym typeface="Calibri"/>
              </a:rPr>
              <a:t>Word</a:t>
            </a:r>
            <a:endParaRPr sz="2000">
              <a:cs typeface="Arial" panose="020B0604020202020204" pitchFamily="34" charset="0"/>
            </a:endParaRPr>
          </a:p>
        </p:txBody>
      </p:sp>
      <p:cxnSp>
        <p:nvCxnSpPr>
          <p:cNvPr id="41" name="Straight Connector 40">
            <a:extLst>
              <a:ext uri="{FF2B5EF4-FFF2-40B4-BE49-F238E27FC236}">
                <a16:creationId xmlns:a16="http://schemas.microsoft.com/office/drawing/2014/main" id="{5C705940-5DA3-4CCF-20E1-1974290A6F40}"/>
              </a:ext>
              <a:ext uri="{C183D7F6-B498-43B3-948B-1728B52AA6E4}">
                <adec:decorative xmlns:adec="http://schemas.microsoft.com/office/drawing/2017/decorative" val="1"/>
              </a:ext>
            </a:extLst>
          </p:cNvPr>
          <p:cNvCxnSpPr>
            <a:cxnSpLocks/>
          </p:cNvCxnSpPr>
          <p:nvPr/>
        </p:nvCxnSpPr>
        <p:spPr>
          <a:xfrm>
            <a:off x="1103600" y="3070860"/>
            <a:ext cx="0" cy="899858"/>
          </a:xfrm>
          <a:prstGeom prst="line">
            <a:avLst/>
          </a:prstGeom>
          <a:noFill/>
          <a:ln w="19050" cap="flat" cmpd="sng">
            <a:solidFill>
              <a:srgbClr val="0E9DBE"/>
            </a:solidFill>
            <a:prstDash val="solid"/>
            <a:round/>
            <a:headEnd type="none" w="med" len="med"/>
            <a:tailEnd type="none" w="med" len="med"/>
          </a:ln>
        </p:spPr>
      </p:cxnSp>
      <p:cxnSp>
        <p:nvCxnSpPr>
          <p:cNvPr id="43" name="Straight Connector 42">
            <a:extLst>
              <a:ext uri="{FF2B5EF4-FFF2-40B4-BE49-F238E27FC236}">
                <a16:creationId xmlns:a16="http://schemas.microsoft.com/office/drawing/2014/main" id="{EA1B2EBF-C936-8ED3-1FEC-2A5062F21443}"/>
              </a:ext>
              <a:ext uri="{C183D7F6-B498-43B3-948B-1728B52AA6E4}">
                <adec:decorative xmlns:adec="http://schemas.microsoft.com/office/drawing/2017/decorative" val="1"/>
              </a:ext>
            </a:extLst>
          </p:cNvPr>
          <p:cNvCxnSpPr>
            <a:cxnSpLocks/>
          </p:cNvCxnSpPr>
          <p:nvPr/>
        </p:nvCxnSpPr>
        <p:spPr>
          <a:xfrm>
            <a:off x="3089208" y="3062108"/>
            <a:ext cx="0" cy="899858"/>
          </a:xfrm>
          <a:prstGeom prst="line">
            <a:avLst/>
          </a:prstGeom>
          <a:noFill/>
          <a:ln w="19050" cap="flat" cmpd="sng">
            <a:solidFill>
              <a:srgbClr val="3274B3"/>
            </a:solidFill>
            <a:prstDash val="solid"/>
            <a:round/>
            <a:headEnd type="none" w="med" len="med"/>
            <a:tailEnd type="none" w="med" len="med"/>
          </a:ln>
        </p:spPr>
      </p:cxnSp>
      <p:cxnSp>
        <p:nvCxnSpPr>
          <p:cNvPr id="44" name="Straight Connector 43">
            <a:extLst>
              <a:ext uri="{FF2B5EF4-FFF2-40B4-BE49-F238E27FC236}">
                <a16:creationId xmlns:a16="http://schemas.microsoft.com/office/drawing/2014/main" id="{4D504782-E17D-4247-6DEF-607613663E13}"/>
              </a:ext>
              <a:ext uri="{C183D7F6-B498-43B3-948B-1728B52AA6E4}">
                <adec:decorative xmlns:adec="http://schemas.microsoft.com/office/drawing/2017/decorative" val="1"/>
              </a:ext>
            </a:extLst>
          </p:cNvPr>
          <p:cNvCxnSpPr>
            <a:cxnSpLocks/>
          </p:cNvCxnSpPr>
          <p:nvPr/>
        </p:nvCxnSpPr>
        <p:spPr>
          <a:xfrm>
            <a:off x="5074816" y="3070860"/>
            <a:ext cx="0" cy="899858"/>
          </a:xfrm>
          <a:prstGeom prst="line">
            <a:avLst/>
          </a:prstGeom>
          <a:noFill/>
          <a:ln w="19050" cap="flat" cmpd="sng">
            <a:solidFill>
              <a:srgbClr val="574BA7"/>
            </a:solidFill>
            <a:prstDash val="solid"/>
            <a:round/>
            <a:headEnd type="none" w="med" len="med"/>
            <a:tailEnd type="none" w="med" len="med"/>
          </a:ln>
        </p:spPr>
      </p:cxnSp>
      <p:cxnSp>
        <p:nvCxnSpPr>
          <p:cNvPr id="45" name="Straight Connector 44">
            <a:extLst>
              <a:ext uri="{FF2B5EF4-FFF2-40B4-BE49-F238E27FC236}">
                <a16:creationId xmlns:a16="http://schemas.microsoft.com/office/drawing/2014/main" id="{D048D39B-ACB7-E88A-C258-0EBBA09AA163}"/>
              </a:ext>
              <a:ext uri="{C183D7F6-B498-43B3-948B-1728B52AA6E4}">
                <adec:decorative xmlns:adec="http://schemas.microsoft.com/office/drawing/2017/decorative" val="1"/>
              </a:ext>
            </a:extLst>
          </p:cNvPr>
          <p:cNvCxnSpPr>
            <a:cxnSpLocks/>
          </p:cNvCxnSpPr>
          <p:nvPr/>
        </p:nvCxnSpPr>
        <p:spPr>
          <a:xfrm>
            <a:off x="7060424" y="3070860"/>
            <a:ext cx="0" cy="899858"/>
          </a:xfrm>
          <a:prstGeom prst="line">
            <a:avLst/>
          </a:prstGeom>
          <a:noFill/>
          <a:ln w="19050" cap="flat" cmpd="sng">
            <a:solidFill>
              <a:srgbClr val="782D97"/>
            </a:solidFill>
            <a:prstDash val="solid"/>
            <a:round/>
            <a:headEnd type="none" w="med" len="med"/>
            <a:tailEnd type="none" w="med" len="med"/>
          </a:ln>
        </p:spPr>
      </p:cxnSp>
      <p:cxnSp>
        <p:nvCxnSpPr>
          <p:cNvPr id="46" name="Straight Connector 45">
            <a:extLst>
              <a:ext uri="{FF2B5EF4-FFF2-40B4-BE49-F238E27FC236}">
                <a16:creationId xmlns:a16="http://schemas.microsoft.com/office/drawing/2014/main" id="{E134792E-AB91-324D-C639-768AB3FFDE1B}"/>
              </a:ext>
              <a:ext uri="{C183D7F6-B498-43B3-948B-1728B52AA6E4}">
                <adec:decorative xmlns:adec="http://schemas.microsoft.com/office/drawing/2017/decorative" val="1"/>
              </a:ext>
            </a:extLst>
          </p:cNvPr>
          <p:cNvCxnSpPr>
            <a:cxnSpLocks/>
          </p:cNvCxnSpPr>
          <p:nvPr/>
        </p:nvCxnSpPr>
        <p:spPr>
          <a:xfrm>
            <a:off x="9046032" y="3070860"/>
            <a:ext cx="0" cy="899858"/>
          </a:xfrm>
          <a:prstGeom prst="line">
            <a:avLst/>
          </a:prstGeom>
          <a:noFill/>
          <a:ln w="19050" cap="flat" cmpd="sng">
            <a:solidFill>
              <a:srgbClr val="92227D"/>
            </a:solidFill>
            <a:prstDash val="solid"/>
            <a:round/>
            <a:headEnd type="none" w="med" len="med"/>
            <a:tailEnd type="none" w="med" len="med"/>
          </a:ln>
        </p:spPr>
      </p:cxnSp>
      <p:cxnSp>
        <p:nvCxnSpPr>
          <p:cNvPr id="47" name="Straight Connector 46">
            <a:extLst>
              <a:ext uri="{FF2B5EF4-FFF2-40B4-BE49-F238E27FC236}">
                <a16:creationId xmlns:a16="http://schemas.microsoft.com/office/drawing/2014/main" id="{E20DF637-B3E1-F115-5DF5-7491960661C3}"/>
              </a:ext>
              <a:ext uri="{C183D7F6-B498-43B3-948B-1728B52AA6E4}">
                <adec:decorative xmlns:adec="http://schemas.microsoft.com/office/drawing/2017/decorative" val="1"/>
              </a:ext>
            </a:extLst>
          </p:cNvPr>
          <p:cNvCxnSpPr>
            <a:cxnSpLocks/>
          </p:cNvCxnSpPr>
          <p:nvPr/>
        </p:nvCxnSpPr>
        <p:spPr>
          <a:xfrm>
            <a:off x="11031642" y="3070860"/>
            <a:ext cx="0" cy="899858"/>
          </a:xfrm>
          <a:prstGeom prst="line">
            <a:avLst/>
          </a:prstGeom>
          <a:noFill/>
          <a:ln w="19050" cap="flat" cmpd="sng">
            <a:solidFill>
              <a:srgbClr val="AB1862"/>
            </a:solidFill>
            <a:prstDash val="solid"/>
            <a:round/>
            <a:headEnd type="none" w="med" len="med"/>
            <a:tailEnd type="none" w="med" len="med"/>
          </a:ln>
        </p:spPr>
      </p:cxnSp>
      <p:cxnSp>
        <p:nvCxnSpPr>
          <p:cNvPr id="48" name="Straight Connector 47">
            <a:extLst>
              <a:ext uri="{FF2B5EF4-FFF2-40B4-BE49-F238E27FC236}">
                <a16:creationId xmlns:a16="http://schemas.microsoft.com/office/drawing/2014/main" id="{01A9A4E2-2672-096C-711E-54ED66A32AE6}"/>
              </a:ext>
              <a:ext uri="{C183D7F6-B498-43B3-948B-1728B52AA6E4}">
                <adec:decorative xmlns:adec="http://schemas.microsoft.com/office/drawing/2017/decorative" val="1"/>
              </a:ext>
            </a:extLst>
          </p:cNvPr>
          <p:cNvCxnSpPr>
            <a:cxnSpLocks/>
          </p:cNvCxnSpPr>
          <p:nvPr/>
        </p:nvCxnSpPr>
        <p:spPr>
          <a:xfrm>
            <a:off x="2096404" y="3073978"/>
            <a:ext cx="0" cy="1677770"/>
          </a:xfrm>
          <a:prstGeom prst="line">
            <a:avLst/>
          </a:prstGeom>
          <a:noFill/>
          <a:ln w="19050" cap="flat" cmpd="sng">
            <a:solidFill>
              <a:srgbClr val="2088B8"/>
            </a:solidFill>
            <a:prstDash val="solid"/>
            <a:round/>
            <a:headEnd type="none" w="med" len="med"/>
            <a:tailEnd type="none" w="med" len="med"/>
          </a:ln>
        </p:spPr>
      </p:cxnSp>
      <p:cxnSp>
        <p:nvCxnSpPr>
          <p:cNvPr id="50" name="Straight Connector 49">
            <a:extLst>
              <a:ext uri="{FF2B5EF4-FFF2-40B4-BE49-F238E27FC236}">
                <a16:creationId xmlns:a16="http://schemas.microsoft.com/office/drawing/2014/main" id="{A0D9E4C2-4E4F-7ADE-E43C-6578BB5CCB22}"/>
              </a:ext>
              <a:ext uri="{C183D7F6-B498-43B3-948B-1728B52AA6E4}">
                <adec:decorative xmlns:adec="http://schemas.microsoft.com/office/drawing/2017/decorative" val="1"/>
              </a:ext>
            </a:extLst>
          </p:cNvPr>
          <p:cNvCxnSpPr>
            <a:cxnSpLocks/>
          </p:cNvCxnSpPr>
          <p:nvPr/>
        </p:nvCxnSpPr>
        <p:spPr>
          <a:xfrm>
            <a:off x="10038837" y="3067468"/>
            <a:ext cx="0" cy="1677770"/>
          </a:xfrm>
          <a:prstGeom prst="line">
            <a:avLst/>
          </a:prstGeom>
          <a:noFill/>
          <a:ln w="19050" cap="flat" cmpd="sng">
            <a:solidFill>
              <a:srgbClr val="9E1D70"/>
            </a:solidFill>
            <a:prstDash val="solid"/>
            <a:round/>
            <a:headEnd type="none" w="med" len="med"/>
            <a:tailEnd type="none" w="med" len="med"/>
          </a:ln>
        </p:spPr>
      </p:cxnSp>
      <p:cxnSp>
        <p:nvCxnSpPr>
          <p:cNvPr id="51" name="Straight Connector 50">
            <a:extLst>
              <a:ext uri="{FF2B5EF4-FFF2-40B4-BE49-F238E27FC236}">
                <a16:creationId xmlns:a16="http://schemas.microsoft.com/office/drawing/2014/main" id="{E7058378-3163-6275-23B4-BC778702C830}"/>
              </a:ext>
              <a:ext uri="{C183D7F6-B498-43B3-948B-1728B52AA6E4}">
                <adec:decorative xmlns:adec="http://schemas.microsoft.com/office/drawing/2017/decorative" val="1"/>
              </a:ext>
            </a:extLst>
          </p:cNvPr>
          <p:cNvCxnSpPr>
            <a:cxnSpLocks/>
          </p:cNvCxnSpPr>
          <p:nvPr/>
        </p:nvCxnSpPr>
        <p:spPr>
          <a:xfrm>
            <a:off x="4082012" y="3073978"/>
            <a:ext cx="0" cy="1677770"/>
          </a:xfrm>
          <a:prstGeom prst="line">
            <a:avLst/>
          </a:prstGeom>
          <a:noFill/>
          <a:ln w="19050" cap="flat" cmpd="sng">
            <a:solidFill>
              <a:srgbClr val="4560AD"/>
            </a:solidFill>
            <a:prstDash val="solid"/>
            <a:round/>
            <a:headEnd type="none" w="med" len="med"/>
            <a:tailEnd type="none" w="med" len="med"/>
          </a:ln>
        </p:spPr>
      </p:cxnSp>
      <p:cxnSp>
        <p:nvCxnSpPr>
          <p:cNvPr id="52" name="Straight Connector 51">
            <a:extLst>
              <a:ext uri="{FF2B5EF4-FFF2-40B4-BE49-F238E27FC236}">
                <a16:creationId xmlns:a16="http://schemas.microsoft.com/office/drawing/2014/main" id="{799951D6-C396-497D-17A7-EF7D59083970}"/>
              </a:ext>
              <a:ext uri="{C183D7F6-B498-43B3-948B-1728B52AA6E4}">
                <adec:decorative xmlns:adec="http://schemas.microsoft.com/office/drawing/2017/decorative" val="1"/>
              </a:ext>
            </a:extLst>
          </p:cNvPr>
          <p:cNvCxnSpPr>
            <a:cxnSpLocks/>
          </p:cNvCxnSpPr>
          <p:nvPr/>
        </p:nvCxnSpPr>
        <p:spPr>
          <a:xfrm>
            <a:off x="6067620" y="3064448"/>
            <a:ext cx="0" cy="1677770"/>
          </a:xfrm>
          <a:prstGeom prst="line">
            <a:avLst/>
          </a:prstGeom>
          <a:noFill/>
          <a:ln w="19050" cap="flat" cmpd="sng">
            <a:solidFill>
              <a:srgbClr val="6A37A2"/>
            </a:solidFill>
            <a:prstDash val="solid"/>
            <a:round/>
            <a:headEnd type="none" w="med" len="med"/>
            <a:tailEnd type="none" w="med" len="med"/>
          </a:ln>
        </p:spPr>
      </p:cxnSp>
      <p:cxnSp>
        <p:nvCxnSpPr>
          <p:cNvPr id="53" name="Straight Connector 52">
            <a:extLst>
              <a:ext uri="{FF2B5EF4-FFF2-40B4-BE49-F238E27FC236}">
                <a16:creationId xmlns:a16="http://schemas.microsoft.com/office/drawing/2014/main" id="{E5240C6D-C529-CFAC-E423-A1441290840E}"/>
              </a:ext>
              <a:ext uri="{C183D7F6-B498-43B3-948B-1728B52AA6E4}">
                <adec:decorative xmlns:adec="http://schemas.microsoft.com/office/drawing/2017/decorative" val="1"/>
              </a:ext>
            </a:extLst>
          </p:cNvPr>
          <p:cNvCxnSpPr>
            <a:cxnSpLocks/>
          </p:cNvCxnSpPr>
          <p:nvPr/>
        </p:nvCxnSpPr>
        <p:spPr>
          <a:xfrm>
            <a:off x="8053228" y="3073978"/>
            <a:ext cx="0" cy="1677770"/>
          </a:xfrm>
          <a:prstGeom prst="line">
            <a:avLst/>
          </a:prstGeom>
          <a:noFill/>
          <a:ln w="19050" cap="flat" cmpd="sng">
            <a:solidFill>
              <a:srgbClr val="85278A"/>
            </a:solidFill>
            <a:prstDash val="solid"/>
            <a:round/>
            <a:headEnd type="none" w="med" len="med"/>
            <a:tailEnd type="none" w="med" len="med"/>
          </a:ln>
        </p:spPr>
      </p:cxnSp>
      <p:sp>
        <p:nvSpPr>
          <p:cNvPr id="54" name="Google Shape;159;p17">
            <a:extLst>
              <a:ext uri="{FF2B5EF4-FFF2-40B4-BE49-F238E27FC236}">
                <a16:creationId xmlns:a16="http://schemas.microsoft.com/office/drawing/2014/main" id="{32D4B2C4-C319-BC2D-5FDC-EC18B2446EB0}"/>
              </a:ext>
            </a:extLst>
          </p:cNvPr>
          <p:cNvSpPr txBox="1"/>
          <p:nvPr/>
        </p:nvSpPr>
        <p:spPr>
          <a:xfrm>
            <a:off x="9733613" y="2570961"/>
            <a:ext cx="1609595" cy="416338"/>
          </a:xfrm>
          <a:prstGeom prst="rect">
            <a:avLst/>
          </a:prstGeom>
          <a:solidFill>
            <a:srgbClr val="FBDBE7"/>
          </a:solidFill>
          <a:ln w="19050" cap="flat" cmpd="sng">
            <a:noFill/>
            <a:prstDash val="solid"/>
            <a:miter lim="800000"/>
            <a:headEnd type="none" w="sm" len="sm"/>
            <a:tailEnd type="none" w="sm" len="sm"/>
          </a:ln>
          <a:effectLst/>
        </p:spPr>
        <p:txBody>
          <a:bodyPr spcFirstLastPara="1" wrap="square" lIns="79125" tIns="39550" rIns="79125" bIns="39550" anchor="ctr" anchorCtr="0">
            <a:noAutofit/>
          </a:bodyPr>
          <a:lstStyle>
            <a:defPPr>
              <a:defRPr lang="en-US"/>
            </a:defPPr>
            <a:lvl1pPr algn="ctr">
              <a:buClr>
                <a:srgbClr val="000000"/>
              </a:buClr>
              <a:buFont typeface="Arial"/>
              <a:defRPr sz="1800" b="1">
                <a:solidFill>
                  <a:srgbClr val="000000"/>
                </a:solidFill>
                <a:latin typeface="Arial" panose="020B0604020202020204" pitchFamily="34" charset="0"/>
                <a:cs typeface="Arial" panose="020B0604020202020204" pitchFamily="34" charset="0"/>
              </a:defRPr>
            </a:lvl1pPr>
          </a:lstStyle>
          <a:p>
            <a:r>
              <a:rPr lang="en-US">
                <a:latin typeface="+mj-lt"/>
                <a:sym typeface="Calibri"/>
              </a:rPr>
              <a:t>Concept 2</a:t>
            </a:r>
            <a:endParaRPr>
              <a:latin typeface="+mj-lt"/>
            </a:endParaRPr>
          </a:p>
        </p:txBody>
      </p:sp>
      <p:sp>
        <p:nvSpPr>
          <p:cNvPr id="2" name="Slide Number Placeholder 1">
            <a:extLst>
              <a:ext uri="{FF2B5EF4-FFF2-40B4-BE49-F238E27FC236}">
                <a16:creationId xmlns:a16="http://schemas.microsoft.com/office/drawing/2014/main" id="{DEEC3785-2D83-C31F-CCD2-1FEB61AE3982}"/>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63</a:t>
            </a:fld>
            <a:endParaRPr lang="en-AU"/>
          </a:p>
        </p:txBody>
      </p:sp>
    </p:spTree>
    <p:extLst>
      <p:ext uri="{BB962C8B-B14F-4D97-AF65-F5344CB8AC3E}">
        <p14:creationId xmlns:p14="http://schemas.microsoft.com/office/powerpoint/2010/main" val="33688901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B602AB6-51FA-CA01-0AB7-6FA19E95AC04}"/>
              </a:ext>
            </a:extLst>
          </p:cNvPr>
          <p:cNvSpPr>
            <a:spLocks noGrp="1"/>
          </p:cNvSpPr>
          <p:nvPr>
            <p:ph type="title"/>
          </p:nvPr>
        </p:nvSpPr>
        <p:spPr/>
        <p:txBody>
          <a:bodyPr/>
          <a:lstStyle/>
          <a:p>
            <a:r>
              <a:rPr lang="en-AU">
                <a:latin typeface="+mj-lt"/>
              </a:rPr>
              <a:t>Compare and contrast</a:t>
            </a:r>
          </a:p>
        </p:txBody>
      </p:sp>
      <p:sp>
        <p:nvSpPr>
          <p:cNvPr id="4" name="Text Placeholder 3">
            <a:extLst>
              <a:ext uri="{FF2B5EF4-FFF2-40B4-BE49-F238E27FC236}">
                <a16:creationId xmlns:a16="http://schemas.microsoft.com/office/drawing/2014/main" id="{EB4C48A6-632A-10A7-9B85-40A6CEF59C26}"/>
              </a:ext>
            </a:extLst>
          </p:cNvPr>
          <p:cNvSpPr>
            <a:spLocks noGrp="1"/>
          </p:cNvSpPr>
          <p:nvPr>
            <p:ph type="body" sz="quarter" idx="18"/>
          </p:nvPr>
        </p:nvSpPr>
        <p:spPr/>
        <p:txBody>
          <a:bodyPr/>
          <a:lstStyle/>
          <a:p>
            <a:endParaRPr lang="en-AU">
              <a:latin typeface="+mj-lt"/>
            </a:endParaRPr>
          </a:p>
        </p:txBody>
      </p:sp>
      <p:sp>
        <p:nvSpPr>
          <p:cNvPr id="6" name="Graphic 5" descr="Button to go to the previous related slide">
            <a:hlinkClick r:id="rId3" action="ppaction://hlinksldjump"/>
            <a:extLst>
              <a:ext uri="{FF2B5EF4-FFF2-40B4-BE49-F238E27FC236}">
                <a16:creationId xmlns:a16="http://schemas.microsoft.com/office/drawing/2014/main" id="{168971B4-E59C-47FA-AAE6-BA93396F91A7}"/>
              </a:ext>
            </a:extLst>
          </p:cNvPr>
          <p:cNvSpPr/>
          <p:nvPr/>
        </p:nvSpPr>
        <p:spPr>
          <a:xfrm flipH="1">
            <a:off x="10164832" y="5786716"/>
            <a:ext cx="546734" cy="704850"/>
          </a:xfrm>
          <a:custGeom>
            <a:avLst/>
            <a:gdLst>
              <a:gd name="connsiteX0" fmla="*/ 0 w 546734"/>
              <a:gd name="connsiteY0" fmla="*/ 0 h 704850"/>
              <a:gd name="connsiteX1" fmla="*/ 546735 w 546734"/>
              <a:gd name="connsiteY1" fmla="*/ 352425 h 704850"/>
              <a:gd name="connsiteX2" fmla="*/ 0 w 546734"/>
              <a:gd name="connsiteY2" fmla="*/ 704850 h 704850"/>
            </a:gdLst>
            <a:ahLst/>
            <a:cxnLst>
              <a:cxn ang="0">
                <a:pos x="connsiteX0" y="connsiteY0"/>
              </a:cxn>
              <a:cxn ang="0">
                <a:pos x="connsiteX1" y="connsiteY1"/>
              </a:cxn>
              <a:cxn ang="0">
                <a:pos x="connsiteX2" y="connsiteY2"/>
              </a:cxn>
            </a:cxnLst>
            <a:rect l="l" t="t" r="r" b="b"/>
            <a:pathLst>
              <a:path w="546734" h="704850">
                <a:moveTo>
                  <a:pt x="0" y="0"/>
                </a:moveTo>
                <a:lnTo>
                  <a:pt x="546735" y="352425"/>
                </a:lnTo>
                <a:lnTo>
                  <a:pt x="0" y="704850"/>
                </a:lnTo>
                <a:close/>
              </a:path>
            </a:pathLst>
          </a:custGeom>
          <a:solidFill>
            <a:srgbClr val="000000"/>
          </a:solidFill>
          <a:ln w="9525" cap="flat">
            <a:noFill/>
            <a:prstDash val="solid"/>
            <a:miter/>
          </a:ln>
        </p:spPr>
        <p:txBody>
          <a:bodyPr rtlCol="0" anchor="ctr"/>
          <a:lstStyle/>
          <a:p>
            <a:endParaRPr lang="en-AU"/>
          </a:p>
        </p:txBody>
      </p:sp>
      <p:pic>
        <p:nvPicPr>
          <p:cNvPr id="5" name="Graphic 4" descr="Button to go to the next related slide">
            <a:hlinkClick r:id="rId4" action="ppaction://hlinksldjump"/>
            <a:extLst>
              <a:ext uri="{FF2B5EF4-FFF2-40B4-BE49-F238E27FC236}">
                <a16:creationId xmlns:a16="http://schemas.microsoft.com/office/drawing/2014/main" id="{B8B0DB6C-ED58-20DB-0EE1-4BC1C6B79DBD}"/>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666800" y="5681941"/>
            <a:ext cx="914400" cy="914400"/>
          </a:xfrm>
          <a:prstGeom prst="rect">
            <a:avLst/>
          </a:prstGeom>
        </p:spPr>
      </p:pic>
      <p:sp>
        <p:nvSpPr>
          <p:cNvPr id="2" name="Slide Number Placeholder 1">
            <a:extLst>
              <a:ext uri="{FF2B5EF4-FFF2-40B4-BE49-F238E27FC236}">
                <a16:creationId xmlns:a16="http://schemas.microsoft.com/office/drawing/2014/main" id="{102B8C52-7ED1-A945-9861-F8D6B99B3D9F}"/>
              </a:ext>
              <a:ext uri="{C183D7F6-B498-43B3-948B-1728B52AA6E4}">
                <adec:decorative xmlns:adec="http://schemas.microsoft.com/office/drawing/2017/decorative" val="1"/>
              </a:ext>
            </a:extLst>
          </p:cNvPr>
          <p:cNvSpPr>
            <a:spLocks noGrp="1"/>
          </p:cNvSpPr>
          <p:nvPr>
            <p:ph type="sldNum" sz="quarter" idx="12"/>
          </p:nvPr>
        </p:nvSpPr>
        <p:spPr/>
        <p:txBody>
          <a:bodyPr/>
          <a:lstStyle/>
          <a:p>
            <a:fld id="{10A01DC5-1685-4615-8240-15192985C6A2}" type="slidenum">
              <a:rPr lang="en-AU" smtClean="0"/>
              <a:t>64</a:t>
            </a:fld>
            <a:endParaRPr lang="en-AU"/>
          </a:p>
        </p:txBody>
      </p:sp>
    </p:spTree>
    <p:extLst>
      <p:ext uri="{BB962C8B-B14F-4D97-AF65-F5344CB8AC3E}">
        <p14:creationId xmlns:p14="http://schemas.microsoft.com/office/powerpoint/2010/main" val="9592397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EE9CE-D467-CF79-03E7-D0928BDD123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B0CABD8-EB9E-30C6-352A-9951178A7DB9}"/>
              </a:ext>
            </a:extLst>
          </p:cNvPr>
          <p:cNvSpPr>
            <a:spLocks noGrp="1"/>
          </p:cNvSpPr>
          <p:nvPr>
            <p:ph type="sldNum" sz="quarter" idx="12"/>
          </p:nvPr>
        </p:nvSpPr>
        <p:spPr/>
        <p:txBody>
          <a:bodyPr/>
          <a:lstStyle/>
          <a:p>
            <a:fld id="{10A01DC5-1685-4615-8240-15192985C6A2}" type="slidenum">
              <a:rPr lang="en-AU" smtClean="0"/>
              <a:t>65</a:t>
            </a:fld>
            <a:endParaRPr lang="en-AU"/>
          </a:p>
        </p:txBody>
      </p:sp>
      <p:sp>
        <p:nvSpPr>
          <p:cNvPr id="3" name="Title 2">
            <a:extLst>
              <a:ext uri="{FF2B5EF4-FFF2-40B4-BE49-F238E27FC236}">
                <a16:creationId xmlns:a16="http://schemas.microsoft.com/office/drawing/2014/main" id="{6F7B9B9F-1954-2BCA-9CE2-E9BF07F578A5}"/>
              </a:ext>
            </a:extLst>
          </p:cNvPr>
          <p:cNvSpPr>
            <a:spLocks noGrp="1"/>
          </p:cNvSpPr>
          <p:nvPr>
            <p:ph type="title"/>
          </p:nvPr>
        </p:nvSpPr>
        <p:spPr/>
        <p:txBody>
          <a:bodyPr/>
          <a:lstStyle/>
          <a:p>
            <a:r>
              <a:rPr lang="en-US" dirty="0"/>
              <a:t>Multiple choice </a:t>
            </a:r>
            <a:r>
              <a:rPr lang="en-US" dirty="0">
                <a:solidFill>
                  <a:schemeClr val="bg1"/>
                </a:solidFill>
              </a:rPr>
              <a:t>(1)</a:t>
            </a:r>
          </a:p>
        </p:txBody>
      </p:sp>
      <p:sp>
        <p:nvSpPr>
          <p:cNvPr id="13" name="Text Placeholder 12">
            <a:extLst>
              <a:ext uri="{FF2B5EF4-FFF2-40B4-BE49-F238E27FC236}">
                <a16:creationId xmlns:a16="http://schemas.microsoft.com/office/drawing/2014/main" id="{884A26B5-6F52-2F0A-8648-DEA4BF0E15B4}"/>
              </a:ext>
            </a:extLst>
          </p:cNvPr>
          <p:cNvSpPr>
            <a:spLocks noGrp="1"/>
          </p:cNvSpPr>
          <p:nvPr>
            <p:ph type="body" sz="quarter" idx="18"/>
          </p:nvPr>
        </p:nvSpPr>
        <p:spPr/>
        <p:txBody>
          <a:bodyPr/>
          <a:lstStyle/>
          <a:p>
            <a:endParaRPr lang="en-US"/>
          </a:p>
        </p:txBody>
      </p:sp>
      <p:sp>
        <p:nvSpPr>
          <p:cNvPr id="14" name="Text Placeholder 13">
            <a:extLst>
              <a:ext uri="{FF2B5EF4-FFF2-40B4-BE49-F238E27FC236}">
                <a16:creationId xmlns:a16="http://schemas.microsoft.com/office/drawing/2014/main" id="{2FAE27F9-31E0-BEE8-BFCB-40B14864DE84}"/>
              </a:ext>
            </a:extLst>
          </p:cNvPr>
          <p:cNvSpPr>
            <a:spLocks noGrp="1"/>
          </p:cNvSpPr>
          <p:nvPr>
            <p:ph type="body" sz="quarter" idx="27"/>
          </p:nvPr>
        </p:nvSpPr>
        <p:spPr>
          <a:xfrm>
            <a:off x="1345520" y="5425723"/>
            <a:ext cx="10175920" cy="641396"/>
          </a:xfrm>
        </p:spPr>
        <p:txBody>
          <a:bodyPr/>
          <a:lstStyle/>
          <a:p>
            <a:endParaRPr lang="en-US"/>
          </a:p>
        </p:txBody>
      </p:sp>
      <p:sp>
        <p:nvSpPr>
          <p:cNvPr id="15" name="Text Placeholder 14">
            <a:extLst>
              <a:ext uri="{FF2B5EF4-FFF2-40B4-BE49-F238E27FC236}">
                <a16:creationId xmlns:a16="http://schemas.microsoft.com/office/drawing/2014/main" id="{871424B5-AF1B-EBC1-192B-253358954B69}"/>
              </a:ext>
            </a:extLst>
          </p:cNvPr>
          <p:cNvSpPr>
            <a:spLocks noGrp="1"/>
          </p:cNvSpPr>
          <p:nvPr>
            <p:ph type="body" sz="quarter" idx="28"/>
          </p:nvPr>
        </p:nvSpPr>
        <p:spPr>
          <a:xfrm>
            <a:off x="360000" y="1625945"/>
            <a:ext cx="11243037" cy="754243"/>
          </a:xfrm>
        </p:spPr>
        <p:txBody>
          <a:bodyPr/>
          <a:lstStyle/>
          <a:p>
            <a:endParaRPr lang="en-US"/>
          </a:p>
        </p:txBody>
      </p:sp>
      <p:sp>
        <p:nvSpPr>
          <p:cNvPr id="16" name="Text Placeholder 15">
            <a:extLst>
              <a:ext uri="{FF2B5EF4-FFF2-40B4-BE49-F238E27FC236}">
                <a16:creationId xmlns:a16="http://schemas.microsoft.com/office/drawing/2014/main" id="{057F8B72-6486-DAFE-D378-A7E3F82B47C0}"/>
              </a:ext>
            </a:extLst>
          </p:cNvPr>
          <p:cNvSpPr>
            <a:spLocks noGrp="1"/>
          </p:cNvSpPr>
          <p:nvPr>
            <p:ph type="body" sz="quarter" idx="29"/>
          </p:nvPr>
        </p:nvSpPr>
        <p:spPr>
          <a:xfrm>
            <a:off x="1345520" y="4575670"/>
            <a:ext cx="10175920" cy="641396"/>
          </a:xfrm>
        </p:spPr>
        <p:txBody>
          <a:bodyPr/>
          <a:lstStyle/>
          <a:p>
            <a:endParaRPr lang="en-US"/>
          </a:p>
        </p:txBody>
      </p:sp>
      <p:sp>
        <p:nvSpPr>
          <p:cNvPr id="17" name="Text Placeholder 16">
            <a:extLst>
              <a:ext uri="{FF2B5EF4-FFF2-40B4-BE49-F238E27FC236}">
                <a16:creationId xmlns:a16="http://schemas.microsoft.com/office/drawing/2014/main" id="{586611D7-8B32-72EA-14FB-A57E82998441}"/>
              </a:ext>
            </a:extLst>
          </p:cNvPr>
          <p:cNvSpPr>
            <a:spLocks noGrp="1"/>
          </p:cNvSpPr>
          <p:nvPr>
            <p:ph type="body" sz="quarter" idx="30"/>
          </p:nvPr>
        </p:nvSpPr>
        <p:spPr>
          <a:xfrm>
            <a:off x="1345520" y="3725617"/>
            <a:ext cx="10175920" cy="641396"/>
          </a:xfrm>
        </p:spPr>
        <p:txBody>
          <a:bodyPr/>
          <a:lstStyle/>
          <a:p>
            <a:endParaRPr lang="en-US"/>
          </a:p>
        </p:txBody>
      </p:sp>
      <p:sp>
        <p:nvSpPr>
          <p:cNvPr id="18" name="Text Placeholder 17">
            <a:extLst>
              <a:ext uri="{FF2B5EF4-FFF2-40B4-BE49-F238E27FC236}">
                <a16:creationId xmlns:a16="http://schemas.microsoft.com/office/drawing/2014/main" id="{EA13EBFB-AE4F-2AC8-7064-60FC4C858E88}"/>
              </a:ext>
            </a:extLst>
          </p:cNvPr>
          <p:cNvSpPr>
            <a:spLocks noGrp="1"/>
          </p:cNvSpPr>
          <p:nvPr>
            <p:ph type="body" sz="quarter" idx="31"/>
          </p:nvPr>
        </p:nvSpPr>
        <p:spPr>
          <a:xfrm>
            <a:off x="1345520" y="2877704"/>
            <a:ext cx="10175920" cy="641396"/>
          </a:xfrm>
        </p:spPr>
        <p:txBody>
          <a:bodyPr/>
          <a:lstStyle/>
          <a:p>
            <a:endParaRPr lang="en-US"/>
          </a:p>
        </p:txBody>
      </p:sp>
      <p:sp>
        <p:nvSpPr>
          <p:cNvPr id="9" name="TextBox 8">
            <a:extLst>
              <a:ext uri="{FF2B5EF4-FFF2-40B4-BE49-F238E27FC236}">
                <a16:creationId xmlns:a16="http://schemas.microsoft.com/office/drawing/2014/main" id="{31E8794B-BDE8-037D-0CAF-AA0E5A7E8583}"/>
              </a:ext>
            </a:extLst>
          </p:cNvPr>
          <p:cNvSpPr txBox="1"/>
          <p:nvPr/>
        </p:nvSpPr>
        <p:spPr>
          <a:xfrm>
            <a:off x="670560" y="2829070"/>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68AE238C-3606-5F78-F03A-0E9E40F4FDA4}"/>
              </a:ext>
            </a:extLst>
          </p:cNvPr>
          <p:cNvSpPr txBox="1"/>
          <p:nvPr/>
        </p:nvSpPr>
        <p:spPr>
          <a:xfrm>
            <a:off x="670559" y="3676983"/>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6464E12C-842E-0AE5-19AB-798F6BC2845D}"/>
              </a:ext>
            </a:extLst>
          </p:cNvPr>
          <p:cNvSpPr txBox="1"/>
          <p:nvPr/>
        </p:nvSpPr>
        <p:spPr>
          <a:xfrm>
            <a:off x="670557" y="5377089"/>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E989C16C-1E4B-799F-ACDD-636F7693F2A6}"/>
              </a:ext>
            </a:extLst>
          </p:cNvPr>
          <p:cNvSpPr txBox="1"/>
          <p:nvPr/>
        </p:nvSpPr>
        <p:spPr>
          <a:xfrm>
            <a:off x="670558" y="452703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2643762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E7187-0435-DC00-BB5D-2125BBCA4389}"/>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E2BC893-9530-AC61-D7B3-3A452ECBB315}"/>
              </a:ext>
            </a:extLst>
          </p:cNvPr>
          <p:cNvSpPr>
            <a:spLocks noGrp="1"/>
          </p:cNvSpPr>
          <p:nvPr>
            <p:ph type="sldNum" sz="quarter" idx="12"/>
          </p:nvPr>
        </p:nvSpPr>
        <p:spPr/>
        <p:txBody>
          <a:bodyPr/>
          <a:lstStyle/>
          <a:p>
            <a:fld id="{10A01DC5-1685-4615-8240-15192985C6A2}" type="slidenum">
              <a:rPr lang="en-AU" smtClean="0"/>
              <a:t>66</a:t>
            </a:fld>
            <a:endParaRPr lang="en-AU"/>
          </a:p>
        </p:txBody>
      </p:sp>
      <p:sp>
        <p:nvSpPr>
          <p:cNvPr id="3" name="Title 2">
            <a:extLst>
              <a:ext uri="{FF2B5EF4-FFF2-40B4-BE49-F238E27FC236}">
                <a16:creationId xmlns:a16="http://schemas.microsoft.com/office/drawing/2014/main" id="{47BC9526-5863-A869-9375-A013AA9B1360}"/>
              </a:ext>
            </a:extLst>
          </p:cNvPr>
          <p:cNvSpPr>
            <a:spLocks noGrp="1"/>
          </p:cNvSpPr>
          <p:nvPr>
            <p:ph type="title"/>
          </p:nvPr>
        </p:nvSpPr>
        <p:spPr/>
        <p:txBody>
          <a:bodyPr/>
          <a:lstStyle/>
          <a:p>
            <a:r>
              <a:rPr lang="en-US" dirty="0"/>
              <a:t>Multiple choice </a:t>
            </a:r>
            <a:r>
              <a:rPr lang="en-US" dirty="0">
                <a:solidFill>
                  <a:schemeClr val="bg1"/>
                </a:solidFill>
              </a:rPr>
              <a:t>(2)</a:t>
            </a:r>
          </a:p>
        </p:txBody>
      </p:sp>
      <p:sp>
        <p:nvSpPr>
          <p:cNvPr id="14" name="Picture Placeholder 13">
            <a:extLst>
              <a:ext uri="{FF2B5EF4-FFF2-40B4-BE49-F238E27FC236}">
                <a16:creationId xmlns:a16="http://schemas.microsoft.com/office/drawing/2014/main" id="{29B9EC75-6577-E32D-99A2-E54978EE9438}"/>
              </a:ext>
            </a:extLst>
          </p:cNvPr>
          <p:cNvSpPr>
            <a:spLocks noGrp="1"/>
          </p:cNvSpPr>
          <p:nvPr>
            <p:ph type="pic" sz="quarter" idx="20"/>
          </p:nvPr>
        </p:nvSpPr>
        <p:spPr/>
        <p:txBody>
          <a:bodyPr/>
          <a:lstStyle/>
          <a:p>
            <a:pPr algn="ctr"/>
            <a:endParaRPr lang="en-AU" sz="4000"/>
          </a:p>
        </p:txBody>
      </p:sp>
      <p:sp>
        <p:nvSpPr>
          <p:cNvPr id="15" name="Picture Placeholder 14">
            <a:extLst>
              <a:ext uri="{FF2B5EF4-FFF2-40B4-BE49-F238E27FC236}">
                <a16:creationId xmlns:a16="http://schemas.microsoft.com/office/drawing/2014/main" id="{08C58CC8-E167-CE35-57C2-0AFB8730B7FA}"/>
              </a:ext>
            </a:extLst>
          </p:cNvPr>
          <p:cNvSpPr>
            <a:spLocks noGrp="1"/>
          </p:cNvSpPr>
          <p:nvPr>
            <p:ph type="pic" sz="quarter" idx="21"/>
          </p:nvPr>
        </p:nvSpPr>
        <p:spPr/>
        <p:txBody>
          <a:bodyPr/>
          <a:lstStyle/>
          <a:p>
            <a:endParaRPr lang="en-AU"/>
          </a:p>
        </p:txBody>
      </p:sp>
      <p:sp>
        <p:nvSpPr>
          <p:cNvPr id="16" name="Picture Placeholder 15">
            <a:extLst>
              <a:ext uri="{FF2B5EF4-FFF2-40B4-BE49-F238E27FC236}">
                <a16:creationId xmlns:a16="http://schemas.microsoft.com/office/drawing/2014/main" id="{4796CCA1-ED50-C4F4-B332-BD3BA3238549}"/>
              </a:ext>
            </a:extLst>
          </p:cNvPr>
          <p:cNvSpPr>
            <a:spLocks noGrp="1"/>
          </p:cNvSpPr>
          <p:nvPr>
            <p:ph type="pic" sz="quarter" idx="22"/>
          </p:nvPr>
        </p:nvSpPr>
        <p:spPr/>
        <p:txBody>
          <a:bodyPr/>
          <a:lstStyle/>
          <a:p>
            <a:endParaRPr lang="en-AU"/>
          </a:p>
        </p:txBody>
      </p:sp>
      <p:sp>
        <p:nvSpPr>
          <p:cNvPr id="17" name="Picture Placeholder 16">
            <a:extLst>
              <a:ext uri="{FF2B5EF4-FFF2-40B4-BE49-F238E27FC236}">
                <a16:creationId xmlns:a16="http://schemas.microsoft.com/office/drawing/2014/main" id="{86C354AA-6397-16D8-C4C4-474F76D4A1C7}"/>
              </a:ext>
            </a:extLst>
          </p:cNvPr>
          <p:cNvSpPr>
            <a:spLocks noGrp="1"/>
          </p:cNvSpPr>
          <p:nvPr>
            <p:ph type="pic" sz="quarter" idx="23"/>
          </p:nvPr>
        </p:nvSpPr>
        <p:spPr/>
        <p:txBody>
          <a:bodyPr/>
          <a:lstStyle/>
          <a:p>
            <a:endParaRPr lang="en-AU"/>
          </a:p>
        </p:txBody>
      </p:sp>
      <p:sp>
        <p:nvSpPr>
          <p:cNvPr id="18" name="Text Placeholder 17">
            <a:extLst>
              <a:ext uri="{FF2B5EF4-FFF2-40B4-BE49-F238E27FC236}">
                <a16:creationId xmlns:a16="http://schemas.microsoft.com/office/drawing/2014/main" id="{8B713342-A845-FC63-9421-B086E3AB3C41}"/>
              </a:ext>
            </a:extLst>
          </p:cNvPr>
          <p:cNvSpPr>
            <a:spLocks noGrp="1"/>
          </p:cNvSpPr>
          <p:nvPr>
            <p:ph type="body" sz="quarter" idx="24"/>
          </p:nvPr>
        </p:nvSpPr>
        <p:spPr>
          <a:xfrm>
            <a:off x="360000" y="1068785"/>
            <a:ext cx="11243037" cy="893226"/>
          </a:xfrm>
        </p:spPr>
        <p:txBody>
          <a:bodyPr vert="horz" lIns="0" tIns="0" rIns="0" bIns="0" rtlCol="0" anchor="t">
            <a:noAutofit/>
          </a:bodyPr>
          <a:lstStyle/>
          <a:p>
            <a:endParaRPr lang="en-US" sz="4000"/>
          </a:p>
        </p:txBody>
      </p:sp>
      <p:sp>
        <p:nvSpPr>
          <p:cNvPr id="9" name="TextBox 8">
            <a:extLst>
              <a:ext uri="{FF2B5EF4-FFF2-40B4-BE49-F238E27FC236}">
                <a16:creationId xmlns:a16="http://schemas.microsoft.com/office/drawing/2014/main" id="{277FD18C-1E47-9FBB-532B-0DE3C233677A}"/>
              </a:ext>
            </a:extLst>
          </p:cNvPr>
          <p:cNvSpPr txBox="1"/>
          <p:nvPr/>
        </p:nvSpPr>
        <p:spPr>
          <a:xfrm>
            <a:off x="121576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A</a:t>
            </a:r>
          </a:p>
        </p:txBody>
      </p:sp>
      <p:sp>
        <p:nvSpPr>
          <p:cNvPr id="10" name="TextBox 9">
            <a:extLst>
              <a:ext uri="{FF2B5EF4-FFF2-40B4-BE49-F238E27FC236}">
                <a16:creationId xmlns:a16="http://schemas.microsoft.com/office/drawing/2014/main" id="{0EFC4CB8-AF3F-406B-99FC-2C281AD6990A}"/>
              </a:ext>
            </a:extLst>
          </p:cNvPr>
          <p:cNvSpPr txBox="1"/>
          <p:nvPr/>
        </p:nvSpPr>
        <p:spPr>
          <a:xfrm>
            <a:off x="4219739"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B</a:t>
            </a:r>
          </a:p>
        </p:txBody>
      </p:sp>
      <p:sp>
        <p:nvSpPr>
          <p:cNvPr id="11" name="TextBox 10">
            <a:extLst>
              <a:ext uri="{FF2B5EF4-FFF2-40B4-BE49-F238E27FC236}">
                <a16:creationId xmlns:a16="http://schemas.microsoft.com/office/drawing/2014/main" id="{25B95680-E32C-1E10-95C3-D0583F057C8A}"/>
              </a:ext>
            </a:extLst>
          </p:cNvPr>
          <p:cNvSpPr txBox="1"/>
          <p:nvPr/>
        </p:nvSpPr>
        <p:spPr>
          <a:xfrm>
            <a:off x="10227686"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D</a:t>
            </a:r>
          </a:p>
        </p:txBody>
      </p:sp>
      <p:sp>
        <p:nvSpPr>
          <p:cNvPr id="12" name="TextBox 11">
            <a:extLst>
              <a:ext uri="{FF2B5EF4-FFF2-40B4-BE49-F238E27FC236}">
                <a16:creationId xmlns:a16="http://schemas.microsoft.com/office/drawing/2014/main" id="{5C468B22-5176-DF39-28C7-B9C61DEEF657}"/>
              </a:ext>
            </a:extLst>
          </p:cNvPr>
          <p:cNvSpPr txBox="1"/>
          <p:nvPr/>
        </p:nvSpPr>
        <p:spPr>
          <a:xfrm>
            <a:off x="7223712" y="5595856"/>
            <a:ext cx="529429" cy="738664"/>
          </a:xfrm>
          <a:prstGeom prst="rect">
            <a:avLst/>
          </a:prstGeom>
          <a:noFill/>
        </p:spPr>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algn="l"/>
            <a:r>
              <a:rPr lang="en-US" sz="4800" b="1"/>
              <a:t>C</a:t>
            </a:r>
          </a:p>
        </p:txBody>
      </p:sp>
    </p:spTree>
    <p:extLst>
      <p:ext uri="{BB962C8B-B14F-4D97-AF65-F5344CB8AC3E}">
        <p14:creationId xmlns:p14="http://schemas.microsoft.com/office/powerpoint/2010/main" val="884063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67</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5" name="Content Placeholder 3">
            <a:extLst>
              <a:ext uri="{FF2B5EF4-FFF2-40B4-BE49-F238E27FC236}">
                <a16:creationId xmlns:a16="http://schemas.microsoft.com/office/drawing/2014/main" id="{34E566D8-9457-1F40-B823-E5B5AD3C3DFE}"/>
              </a:ext>
            </a:extLst>
          </p:cNvPr>
          <p:cNvSpPr txBox="1">
            <a:spLocks/>
          </p:cNvSpPr>
          <p:nvPr/>
        </p:nvSpPr>
        <p:spPr>
          <a:xfrm>
            <a:off x="323825" y="3429000"/>
            <a:ext cx="11484000" cy="2927351"/>
          </a:xfrm>
          <a:prstGeom prst="rect">
            <a:avLst/>
          </a:prstGeom>
        </p:spPr>
        <p:txBody>
          <a:bodyPr vert="horz" lIns="0" tIns="0" rIns="0" bIns="0" rtlCol="0" anchor="t">
            <a:noAutofit/>
          </a:bodyPr>
          <a:lstStyle>
            <a:lvl1pPr marL="0" indent="0" algn="l" defTabSz="914377" rtl="0" eaLnBrk="1" latinLnBrk="0" hangingPunct="1">
              <a:lnSpc>
                <a:spcPct val="150000"/>
              </a:lnSpc>
              <a:spcBef>
                <a:spcPts val="0"/>
              </a:spcBef>
              <a:spcAft>
                <a:spcPts val="1200"/>
              </a:spcAft>
              <a:buFont typeface="Arial" panose="020B0604020202020204" pitchFamily="34" charset="0"/>
              <a:buNone/>
              <a:defRPr sz="1200" b="0" kern="1200">
                <a:solidFill>
                  <a:schemeClr val="tx1"/>
                </a:solidFill>
                <a:latin typeface="+mn-lt"/>
                <a:ea typeface="+mn-ea"/>
                <a:cs typeface="Arial" panose="020B0604020202020204" pitchFamily="34" charset="0"/>
              </a:defRPr>
            </a:lvl1pPr>
            <a:lvl2pPr marL="0" indent="0" algn="l" defTabSz="914377" rtl="0" eaLnBrk="1" latinLnBrk="0" hangingPunct="1">
              <a:lnSpc>
                <a:spcPct val="150000"/>
              </a:lnSpc>
              <a:spcBef>
                <a:spcPts val="0"/>
              </a:spcBef>
              <a:spcAft>
                <a:spcPts val="600"/>
              </a:spcAft>
              <a:buFont typeface="Arial" panose="020B0604020202020204" pitchFamily="34" charset="0"/>
              <a:buNone/>
              <a:defRPr sz="1200" b="0" kern="1200">
                <a:solidFill>
                  <a:schemeClr val="tx1"/>
                </a:solidFill>
                <a:latin typeface="Arial" panose="020B0604020202020204" pitchFamily="34" charset="0"/>
                <a:ea typeface="+mn-ea"/>
                <a:cs typeface="Arial" panose="020B0604020202020204" pitchFamily="34" charset="0"/>
              </a:defRPr>
            </a:lvl2pPr>
            <a:lvl3pPr marL="0" indent="0" algn="l" defTabSz="914377" rtl="0" eaLnBrk="1" latinLnBrk="0" hangingPunct="1">
              <a:lnSpc>
                <a:spcPct val="150000"/>
              </a:lnSpc>
              <a:spcBef>
                <a:spcPts val="0"/>
              </a:spcBef>
              <a:spcAft>
                <a:spcPts val="600"/>
              </a:spcAft>
              <a:buFont typeface="Arial" panose="020B0604020202020204" pitchFamily="34" charset="0"/>
              <a:buNone/>
              <a:defRPr sz="1800" kern="1200">
                <a:solidFill>
                  <a:schemeClr val="tx1"/>
                </a:solidFill>
                <a:latin typeface="Arial" panose="020B0604020202020204" pitchFamily="34" charset="0"/>
                <a:ea typeface="+mn-ea"/>
                <a:cs typeface="Arial" panose="020B0604020202020204" pitchFamily="34" charset="0"/>
              </a:defRPr>
            </a:lvl3pPr>
            <a:lvl4pPr marL="0" indent="-180000" algn="l" defTabSz="914377" rtl="0" eaLnBrk="1" latinLnBrk="0" hangingPunct="1">
              <a:lnSpc>
                <a:spcPct val="150000"/>
              </a:lnSpc>
              <a:spcBef>
                <a:spcPts val="0"/>
              </a:spcBef>
              <a:spcAft>
                <a:spcPts val="600"/>
              </a:spcAft>
              <a:buFont typeface="Arial" panose="020B0604020202020204" pitchFamily="34" charset="0"/>
              <a:buChar char="•"/>
              <a:defRPr sz="1200" kern="1200">
                <a:solidFill>
                  <a:schemeClr val="tx1"/>
                </a:solidFill>
                <a:latin typeface="Arial" panose="020B0604020202020204" pitchFamily="34" charset="0"/>
                <a:ea typeface="+mn-ea"/>
                <a:cs typeface="Arial" panose="020B0604020202020204" pitchFamily="34" charset="0"/>
              </a:defRPr>
            </a:lvl4pPr>
            <a:lvl5pPr marL="360000" indent="-180000" algn="l" defTabSz="914377" rtl="0" eaLnBrk="1" latinLnBrk="0" hangingPunct="1">
              <a:lnSpc>
                <a:spcPct val="150000"/>
              </a:lnSpc>
              <a:spcBef>
                <a:spcPts val="0"/>
              </a:spcBef>
              <a:spcAft>
                <a:spcPts val="600"/>
              </a:spcAft>
              <a:buFont typeface="Times New Roman" panose="02020603050405020304" pitchFamily="18" charset="0"/>
              <a:buChar char="–"/>
              <a:defRPr sz="1200" kern="1200">
                <a:solidFill>
                  <a:schemeClr val="tx1"/>
                </a:solidFill>
                <a:latin typeface="Arial" panose="020B0604020202020204" pitchFamily="34" charset="0"/>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AU">
                <a:cs typeface="Arial"/>
                <a:hlinkClick r:id="rId5"/>
              </a:rPr>
              <a:t>Mathematics K–10 Syllabus </a:t>
            </a:r>
            <a:r>
              <a:rPr lang="en-AU">
                <a:cs typeface="Arial"/>
              </a:rPr>
              <a:t>© NSW Education Standards Authority (NESA) for and on behalf of the Crown in right of the State of New South Wales, 2022. </a:t>
            </a:r>
          </a:p>
          <a:p>
            <a:r>
              <a:rPr lang="en-AU">
                <a:cs typeface="Arial"/>
                <a:hlinkClick r:id="rId6"/>
              </a:rPr>
              <a:t>National Numeracy Learning Progression </a:t>
            </a:r>
            <a:r>
              <a:rPr lang="en-AU">
                <a:cs typeface="Arial"/>
              </a:rPr>
              <a:t> © Australian Curriculum, Assessment and Reporting Authority (ACARA) 2010 to present, unless otherwise indicated. This material was downloaded from the </a:t>
            </a:r>
            <a:r>
              <a:rPr lang="en-AU">
                <a:cs typeface="Arial"/>
                <a:hlinkClick r:id="rId7"/>
              </a:rPr>
              <a:t>Australian Curriculum </a:t>
            </a:r>
            <a:r>
              <a:rPr lang="en-AU">
                <a:cs typeface="Arial"/>
              </a:rPr>
              <a:t>website (National Numeracy Learning Progression) (accessed 29 February 2024) and was not modified. </a:t>
            </a:r>
          </a:p>
          <a:p>
            <a:r>
              <a:rPr lang="en-AU">
                <a:cs typeface="Arial"/>
              </a:rPr>
              <a:t>ACARA (2023a) </a:t>
            </a:r>
            <a:r>
              <a:rPr lang="en-AU">
                <a:cs typeface="Arial"/>
                <a:hlinkClick r:id="rId8"/>
              </a:rPr>
              <a:t>NAPLAN 2014 Final test, Numeracy, Year 3 test papers and answers </a:t>
            </a:r>
            <a:r>
              <a:rPr lang="en-AU">
                <a:cs typeface="Arial"/>
              </a:rPr>
              <a:t>[PDF 4.48 MB], NAPLAN, accessed 29 February 2024. </a:t>
            </a:r>
          </a:p>
          <a:p>
            <a:r>
              <a:rPr lang="en-AU">
                <a:cs typeface="Arial"/>
              </a:rPr>
              <a:t>ACARA (2023b) </a:t>
            </a:r>
            <a:r>
              <a:rPr lang="en-AU">
                <a:cs typeface="Arial"/>
                <a:hlinkClick r:id="rId9"/>
              </a:rPr>
              <a:t>NAPLAN 2015 Final test, Numeracy, Year 3 test papers and answers </a:t>
            </a:r>
            <a:r>
              <a:rPr lang="en-AU">
                <a:cs typeface="Arial"/>
              </a:rPr>
              <a:t>[PDF 2.89 MB], NAPLAN, accessed 29 February 2024. </a:t>
            </a:r>
          </a:p>
          <a:p>
            <a:r>
              <a:rPr lang="en-AU">
                <a:cs typeface="Arial"/>
              </a:rPr>
              <a:t>Amplify Education (n.d.) </a:t>
            </a:r>
            <a:r>
              <a:rPr lang="en-AU">
                <a:cs typeface="Arial"/>
                <a:hlinkClick r:id="rId10"/>
              </a:rPr>
              <a:t>Virtual manipulatives</a:t>
            </a:r>
            <a:r>
              <a:rPr lang="en-AU">
                <a:cs typeface="Arial"/>
              </a:rPr>
              <a:t>, Amplify </a:t>
            </a:r>
            <a:r>
              <a:rPr lang="en-AU" err="1">
                <a:cs typeface="Arial"/>
              </a:rPr>
              <a:t>Polypad</a:t>
            </a:r>
            <a:r>
              <a:rPr lang="en-AU">
                <a:cs typeface="Arial"/>
              </a:rPr>
              <a:t> website, accessed 29 February 2024. </a:t>
            </a:r>
          </a:p>
          <a:p>
            <a:r>
              <a:rPr lang="en-AU">
                <a:cs typeface="Arial"/>
              </a:rPr>
              <a:t>Clarke D and Roche A (2014) ‘Colour in fractions’ in Clarke D and Roche A (eds) Engaging Maths: 25 favourite lessons, 2nd </a:t>
            </a:r>
            <a:r>
              <a:rPr lang="en-AU" err="1">
                <a:cs typeface="Arial"/>
              </a:rPr>
              <a:t>edn</a:t>
            </a:r>
            <a:r>
              <a:rPr lang="en-AU">
                <a:cs typeface="Arial"/>
              </a:rPr>
              <a:t>, Mathematics Teaching and Learning Centre, Australia. </a:t>
            </a:r>
          </a:p>
        </p:txBody>
      </p:sp>
    </p:spTree>
    <p:extLst>
      <p:ext uri="{BB962C8B-B14F-4D97-AF65-F5344CB8AC3E}">
        <p14:creationId xmlns:p14="http://schemas.microsoft.com/office/powerpoint/2010/main" val="40997728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8223418-AC99-D403-B6BA-7F5E5111A87A}"/>
              </a:ext>
            </a:extLst>
          </p:cNvPr>
          <p:cNvSpPr>
            <a:spLocks noGrp="1"/>
          </p:cNvSpPr>
          <p:nvPr>
            <p:ph type="sldNum" sz="quarter" idx="10"/>
          </p:nvPr>
        </p:nvSpPr>
        <p:spPr/>
        <p:txBody>
          <a:bodyPr/>
          <a:lstStyle/>
          <a:p>
            <a:fld id="{10A01DC5-1685-4615-8240-15192985C6A2}" type="slidenum">
              <a:rPr lang="en-AU" smtClean="0"/>
              <a:pPr/>
              <a:t>68</a:t>
            </a:fld>
            <a:endParaRPr lang="en-AU"/>
          </a:p>
        </p:txBody>
      </p:sp>
      <p:sp>
        <p:nvSpPr>
          <p:cNvPr id="3" name="Title 2">
            <a:extLst>
              <a:ext uri="{FF2B5EF4-FFF2-40B4-BE49-F238E27FC236}">
                <a16:creationId xmlns:a16="http://schemas.microsoft.com/office/drawing/2014/main" id="{CA8966FD-9600-3EC7-EF10-06492353388E}"/>
              </a:ext>
            </a:extLst>
          </p:cNvPr>
          <p:cNvSpPr>
            <a:spLocks noGrp="1"/>
          </p:cNvSpPr>
          <p:nvPr>
            <p:ph type="title"/>
          </p:nvPr>
        </p:nvSpPr>
        <p:spPr/>
        <p:txBody>
          <a:bodyPr/>
          <a:lstStyle/>
          <a:p>
            <a:r>
              <a:rPr lang="en-AU"/>
              <a:t>References</a:t>
            </a:r>
          </a:p>
        </p:txBody>
      </p:sp>
      <p:sp>
        <p:nvSpPr>
          <p:cNvPr id="6" name="TextBox 5">
            <a:extLst>
              <a:ext uri="{FF2B5EF4-FFF2-40B4-BE49-F238E27FC236}">
                <a16:creationId xmlns:a16="http://schemas.microsoft.com/office/drawing/2014/main" id="{EABCE76F-41B1-7EE2-14F1-DC744150DE0C}"/>
              </a:ext>
            </a:extLst>
          </p:cNvPr>
          <p:cNvSpPr txBox="1"/>
          <p:nvPr/>
        </p:nvSpPr>
        <p:spPr>
          <a:xfrm>
            <a:off x="335826" y="1397263"/>
            <a:ext cx="11471999" cy="1597297"/>
          </a:xfrm>
          <a:prstGeom prst="rect">
            <a:avLst/>
          </a:prstGeom>
          <a:noFill/>
        </p:spPr>
        <p:txBody>
          <a:bodyPr wrap="square">
            <a:spAutoFit/>
          </a:bodyPr>
          <a:lstStyle/>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This presentation contains NSW Curriculum and syllabus content. The NSW Curriculum is developed by the NSW Education Standards Authority. This content is prepared by NESA for and on behalf of the Crown in the right of the State of New South Wales. The material is protected by Crown copyright.</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Please refer to the NESA Copyright Disclaimer for more information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2">
                  <a:extLst>
                    <a:ext uri="{A12FA001-AC4F-418D-AE19-62706E023703}">
                      <ahyp:hlinkClr xmlns:ahyp="http://schemas.microsoft.com/office/drawing/2018/hyperlinkcolor" val="tx"/>
                    </a:ext>
                  </a:extLst>
                </a:hlinkClick>
              </a:rPr>
              <a:t>https://educationstandards.nsw.edu.au/wps/portal/nesa/mini-footer/copyright</a:t>
            </a:r>
            <a:r>
              <a:rPr kumimoji="0" lang="en-AU" sz="1200" b="0" i="0" u="none" strike="noStrike" kern="1200" cap="none" spc="0" normalizeH="0" baseline="0" noProof="0">
                <a:ln>
                  <a:noFill/>
                </a:ln>
                <a:solidFill>
                  <a:srgbClr val="FFFFFF"/>
                </a:solidFill>
                <a:effectLst/>
                <a:uLnTx/>
                <a:uFillTx/>
                <a:latin typeface="Public Sans Light"/>
                <a:ea typeface="+mn-ea"/>
                <a:cs typeface="+mn-cs"/>
              </a:rPr>
              <a:t>. </a:t>
            </a:r>
          </a:p>
          <a:p>
            <a:pPr marL="0" marR="0" lvl="0" indent="0" algn="l" defTabSz="609585" rtl="0" eaLnBrk="1" fontAlgn="auto" latinLnBrk="0" hangingPunct="1">
              <a:lnSpc>
                <a:spcPct val="150000"/>
              </a:lnSpc>
              <a:spcBef>
                <a:spcPts val="0"/>
              </a:spcBef>
              <a:spcAft>
                <a:spcPts val="600"/>
              </a:spcAft>
              <a:buClrTx/>
              <a:buSzTx/>
              <a:buFontTx/>
              <a:buNone/>
              <a:tabLst/>
              <a:defRPr/>
            </a:pPr>
            <a:r>
              <a:rPr kumimoji="0" lang="en-AU" sz="1200" b="0" i="0" u="none" strike="noStrike" kern="1200" cap="none" spc="0" normalizeH="0" baseline="0" noProof="0">
                <a:ln>
                  <a:noFill/>
                </a:ln>
                <a:solidFill>
                  <a:srgbClr val="FFFFFF"/>
                </a:solidFill>
                <a:effectLst/>
                <a:uLnTx/>
                <a:uFillTx/>
                <a:latin typeface="Public Sans Light"/>
                <a:ea typeface="+mn-ea"/>
                <a:cs typeface="+mn-cs"/>
              </a:rPr>
              <a:t>NESA holds the only official and up-to-date versions of the NSW Curriculum and syllabus documents. Please visit the NSW Education Standards Authority (NESA)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3">
                  <a:extLst>
                    <a:ext uri="{A12FA001-AC4F-418D-AE19-62706E023703}">
                      <ahyp:hlinkClr xmlns:ahyp="http://schemas.microsoft.com/office/drawing/2018/hyperlinkcolor" val="tx"/>
                    </a:ext>
                  </a:extLst>
                </a:hlinkClick>
              </a:rPr>
              <a:t>https://educationstandards.nsw.edu.au/wps/portal/nesa/home</a:t>
            </a:r>
            <a:r>
              <a:rPr kumimoji="0" lang="en-AU" sz="1200" b="0" i="0" u="none" strike="noStrike" kern="1200" cap="none" spc="0" normalizeH="0" baseline="0" noProof="0">
                <a:ln>
                  <a:noFill/>
                </a:ln>
                <a:solidFill>
                  <a:srgbClr val="CBEDFD"/>
                </a:solidFill>
                <a:effectLst/>
                <a:uLnTx/>
                <a:uFillTx/>
                <a:latin typeface="Public Sans Light"/>
                <a:ea typeface="+mn-ea"/>
                <a:cs typeface="+mn-cs"/>
              </a:rPr>
              <a:t> </a:t>
            </a:r>
            <a:r>
              <a:rPr kumimoji="0" lang="en-AU" sz="1200" b="0" i="0" u="none" strike="noStrike" kern="1200" cap="none" spc="0" normalizeH="0" baseline="0" noProof="0">
                <a:ln>
                  <a:noFill/>
                </a:ln>
                <a:solidFill>
                  <a:srgbClr val="FFFFFF"/>
                </a:solidFill>
                <a:effectLst/>
                <a:uLnTx/>
                <a:uFillTx/>
                <a:latin typeface="Public Sans Light"/>
                <a:ea typeface="+mn-ea"/>
                <a:cs typeface="+mn-cs"/>
              </a:rPr>
              <a:t>and the NSW Curriculum website </a:t>
            </a:r>
            <a:r>
              <a:rPr kumimoji="0" lang="en-AU" sz="1200" b="0" i="0" u="none" strike="noStrike" kern="1200" cap="none" spc="0" normalizeH="0" baseline="0" noProof="0">
                <a:ln>
                  <a:noFill/>
                </a:ln>
                <a:solidFill>
                  <a:srgbClr val="CBEDFD"/>
                </a:solidFill>
                <a:effectLst/>
                <a:uLnTx/>
                <a:uFillTx/>
                <a:latin typeface="Public Sans Light"/>
                <a:ea typeface="+mn-ea"/>
                <a:cs typeface="+mn-cs"/>
                <a:hlinkClick r:id="rId4">
                  <a:extLst>
                    <a:ext uri="{A12FA001-AC4F-418D-AE19-62706E023703}">
                      <ahyp:hlinkClr xmlns:ahyp="http://schemas.microsoft.com/office/drawing/2018/hyperlinkcolor" val="tx"/>
                    </a:ext>
                  </a:extLst>
                </a:hlinkClick>
              </a:rPr>
              <a:t>https://curriculum.nsw.edu.au</a:t>
            </a:r>
            <a:r>
              <a:rPr kumimoji="0" lang="en-AU" sz="1200" b="0" i="0" u="none" strike="noStrike" kern="1200" cap="none" spc="0" normalizeH="0" baseline="0" noProof="0">
                <a:ln>
                  <a:noFill/>
                </a:ln>
                <a:solidFill>
                  <a:srgbClr val="FFFFFF"/>
                </a:solidFill>
                <a:effectLst/>
                <a:uLnTx/>
                <a:uFillTx/>
                <a:latin typeface="Public Sans Light"/>
                <a:ea typeface="+mn-ea"/>
                <a:cs typeface="+mn-cs"/>
              </a:rPr>
              <a:t>.</a:t>
            </a:r>
          </a:p>
        </p:txBody>
      </p:sp>
      <p:sp>
        <p:nvSpPr>
          <p:cNvPr id="8" name="Content Placeholder 3">
            <a:extLst>
              <a:ext uri="{FF2B5EF4-FFF2-40B4-BE49-F238E27FC236}">
                <a16:creationId xmlns:a16="http://schemas.microsoft.com/office/drawing/2014/main" id="{D41DD75D-2CB3-0354-5E77-3395FED8FBB0}"/>
              </a:ext>
            </a:extLst>
          </p:cNvPr>
          <p:cNvSpPr>
            <a:spLocks noGrp="1"/>
          </p:cNvSpPr>
          <p:nvPr>
            <p:ph idx="1"/>
          </p:nvPr>
        </p:nvSpPr>
        <p:spPr>
          <a:xfrm>
            <a:off x="360000" y="3428999"/>
            <a:ext cx="11484000" cy="2927351"/>
          </a:xfrm>
        </p:spPr>
        <p:txBody>
          <a:bodyPr/>
          <a:lstStyle/>
          <a:p>
            <a:r>
              <a:rPr lang="en-AU" err="1"/>
              <a:t>Didax</a:t>
            </a:r>
            <a:r>
              <a:rPr lang="en-AU"/>
              <a:t>, Inc (2023) ‘</a:t>
            </a:r>
            <a:r>
              <a:rPr lang="en-AU">
                <a:hlinkClick r:id="rId5"/>
              </a:rPr>
              <a:t>Fraction number line</a:t>
            </a:r>
            <a:r>
              <a:rPr lang="en-AU"/>
              <a:t>’, Virtual Manipulatives, </a:t>
            </a:r>
            <a:r>
              <a:rPr lang="en-AU" err="1"/>
              <a:t>Didax</a:t>
            </a:r>
            <a:r>
              <a:rPr lang="en-AU"/>
              <a:t> website, accessed 29 February 2024. </a:t>
            </a:r>
          </a:p>
          <a:p>
            <a:r>
              <a:rPr lang="en-AU"/>
              <a:t>ESA (Education Services Australia Ltd) and AAMT (The Australian Association of Mathematics Teachers) (n.d.) ‘Fraction wall game’, Fractions, Top Drawer Teachers: Resources for Teachers of Mathematics website, accessed 29 February 2024. </a:t>
            </a:r>
          </a:p>
          <a:p>
            <a:r>
              <a:rPr lang="en-AU"/>
              <a:t>Siemon D, Warren E, Beswick K, Faragher R, Miller J, Horne M, </a:t>
            </a:r>
            <a:r>
              <a:rPr lang="en-AU" err="1"/>
              <a:t>Jazby</a:t>
            </a:r>
            <a:r>
              <a:rPr lang="en-AU"/>
              <a:t> D, Breed M, Clark J and Brady K (2022) Teaching Mathematics: Foundations to Middle Years, 3rd </a:t>
            </a:r>
            <a:r>
              <a:rPr lang="en-AU" err="1"/>
              <a:t>edn</a:t>
            </a:r>
            <a:r>
              <a:rPr lang="en-AU"/>
              <a:t>, Oxford University Press, Australia. </a:t>
            </a:r>
          </a:p>
          <a:p>
            <a:r>
              <a:rPr lang="en-AU"/>
              <a:t>Valentine J (2024) ‘</a:t>
            </a:r>
            <a:r>
              <a:rPr lang="en-AU">
                <a:hlinkClick r:id="rId6"/>
              </a:rPr>
              <a:t>Fractions on a Number Line - Beyond One Whole</a:t>
            </a:r>
            <a:r>
              <a:rPr lang="en-AU"/>
              <a:t>’, Unit 9: Fractions, </a:t>
            </a:r>
            <a:r>
              <a:rPr lang="en-AU" err="1"/>
              <a:t>BetterLesson</a:t>
            </a:r>
            <a:r>
              <a:rPr lang="en-AU"/>
              <a:t> website, accessed 29 February 2024. </a:t>
            </a:r>
          </a:p>
        </p:txBody>
      </p:sp>
    </p:spTree>
    <p:extLst>
      <p:ext uri="{BB962C8B-B14F-4D97-AF65-F5344CB8AC3E}">
        <p14:creationId xmlns:p14="http://schemas.microsoft.com/office/powerpoint/2010/main" val="12935367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146F84-0A22-2DEF-978C-013AB2B0CDA6}"/>
              </a:ext>
            </a:extLst>
          </p:cNvPr>
          <p:cNvSpPr>
            <a:spLocks noGrp="1"/>
          </p:cNvSpPr>
          <p:nvPr>
            <p:ph type="title"/>
          </p:nvPr>
        </p:nvSpPr>
        <p:spPr>
          <a:xfrm>
            <a:off x="360000" y="360000"/>
            <a:ext cx="10080000" cy="537467"/>
          </a:xfrm>
        </p:spPr>
        <p:txBody>
          <a:bodyPr/>
          <a:lstStyle/>
          <a:p>
            <a:r>
              <a:rPr lang="en-AU">
                <a:latin typeface="+mj-lt"/>
              </a:rPr>
              <a:t>Copyright</a:t>
            </a:r>
          </a:p>
        </p:txBody>
      </p:sp>
      <p:sp>
        <p:nvSpPr>
          <p:cNvPr id="7" name="Text Placeholder 6">
            <a:extLst>
              <a:ext uri="{FF2B5EF4-FFF2-40B4-BE49-F238E27FC236}">
                <a16:creationId xmlns:a16="http://schemas.microsoft.com/office/drawing/2014/main" id="{E762E711-B51D-9854-C2DD-A164FE59F882}"/>
              </a:ext>
            </a:extLst>
          </p:cNvPr>
          <p:cNvSpPr>
            <a:spLocks noGrp="1"/>
          </p:cNvSpPr>
          <p:nvPr>
            <p:ph type="body" sz="quarter" idx="18"/>
          </p:nvPr>
        </p:nvSpPr>
        <p:spPr/>
        <p:txBody>
          <a:bodyPr/>
          <a:lstStyle/>
          <a:p>
            <a:r>
              <a:rPr lang="en-AU">
                <a:latin typeface="+mj-lt"/>
              </a:rPr>
              <a:t>© State of New South Wales (Department of Education), 2025</a:t>
            </a:r>
          </a:p>
        </p:txBody>
      </p:sp>
      <p:sp>
        <p:nvSpPr>
          <p:cNvPr id="8" name="TextBox 7">
            <a:extLst>
              <a:ext uri="{FF2B5EF4-FFF2-40B4-BE49-F238E27FC236}">
                <a16:creationId xmlns:a16="http://schemas.microsoft.com/office/drawing/2014/main" id="{F70BB973-8437-BE43-4C71-6089E7F934FA}"/>
              </a:ext>
            </a:extLst>
          </p:cNvPr>
          <p:cNvSpPr txBox="1"/>
          <p:nvPr/>
        </p:nvSpPr>
        <p:spPr>
          <a:xfrm>
            <a:off x="360000" y="1453575"/>
            <a:ext cx="11484338" cy="5067724"/>
          </a:xfrm>
          <a:prstGeom prst="rect">
            <a:avLst/>
          </a:prstGeom>
          <a:noFill/>
        </p:spPr>
        <p:txBody>
          <a:bodyPr wrap="square" lIns="0" tIns="0" rIns="0" bIns="0" rtlCol="0">
            <a:noAutofit/>
          </a:bodyPr>
          <a:lstStyle/>
          <a:p>
            <a:pPr algn="l">
              <a:lnSpc>
                <a:spcPct val="150000"/>
              </a:lnSpc>
              <a:spcAft>
                <a:spcPts val="600"/>
              </a:spcAft>
            </a:pPr>
            <a:r>
              <a:rPr lang="en-AU" sz="1200">
                <a:solidFill>
                  <a:schemeClr val="bg1"/>
                </a:solidFill>
              </a:rPr>
              <a:t>The copyright material published in this resource is subject to the </a:t>
            </a:r>
            <a:r>
              <a:rPr lang="en-AU" sz="1200" i="1">
                <a:solidFill>
                  <a:schemeClr val="bg1"/>
                </a:solidFill>
              </a:rPr>
              <a:t>Copyright Act 1968</a:t>
            </a:r>
            <a:r>
              <a:rPr lang="en-AU" sz="1200">
                <a:solidFill>
                  <a:schemeClr val="bg1"/>
                </a:solidFill>
              </a:rPr>
              <a:t> (</a:t>
            </a:r>
            <a:r>
              <a:rPr lang="en-AU" sz="1200" err="1">
                <a:solidFill>
                  <a:schemeClr val="bg1"/>
                </a:solidFill>
              </a:rPr>
              <a:t>Cth</a:t>
            </a:r>
            <a:r>
              <a:rPr lang="en-AU" sz="1200">
                <a:solidFill>
                  <a:schemeClr val="bg1"/>
                </a:solidFill>
              </a:rPr>
              <a:t>) and is owned by the NSW Department of Education or, where indicated, by a party other than the NSW Department of Education (third-party material).</a:t>
            </a:r>
          </a:p>
          <a:p>
            <a:pPr algn="l">
              <a:lnSpc>
                <a:spcPct val="150000"/>
              </a:lnSpc>
              <a:spcAft>
                <a:spcPts val="600"/>
              </a:spcAft>
            </a:pPr>
            <a:r>
              <a:rPr lang="en-AU" sz="1200">
                <a:solidFill>
                  <a:schemeClr val="bg1"/>
                </a:solidFill>
              </a:rPr>
              <a:t>Copyright material available in this resource and owned by the NSW Department of Education is licensed under a </a:t>
            </a:r>
            <a:r>
              <a:rPr lang="en-AU" sz="1200">
                <a:solidFill>
                  <a:schemeClr val="accent4"/>
                </a:solidFill>
                <a:hlinkClick r:id="rId3">
                  <a:extLst>
                    <a:ext uri="{A12FA001-AC4F-418D-AE19-62706E023703}">
                      <ahyp:hlinkClr xmlns:ahyp="http://schemas.microsoft.com/office/drawing/2018/hyperlinkcolor" val="tx"/>
                    </a:ext>
                  </a:extLst>
                </a:hlinkClick>
              </a:rPr>
              <a:t>Creative Commons Attribution 4.0 International (CC BY 4.0) license</a:t>
            </a:r>
            <a:r>
              <a:rPr lang="en-AU" sz="1200">
                <a:solidFill>
                  <a:schemeClr val="bg1"/>
                </a:solidFill>
              </a:rPr>
              <a:t>.</a:t>
            </a:r>
          </a:p>
          <a:p>
            <a:pPr algn="l">
              <a:lnSpc>
                <a:spcPct val="150000"/>
              </a:lnSpc>
              <a:spcAft>
                <a:spcPts val="600"/>
              </a:spcAft>
            </a:pPr>
            <a:r>
              <a:rPr lang="en-AU" sz="1200">
                <a:solidFill>
                  <a:schemeClr val="bg1"/>
                </a:solidFill>
              </a:rPr>
              <a:t>This license allows you to share and adapt the material for any purpose, even commercially.</a:t>
            </a:r>
          </a:p>
          <a:p>
            <a:pPr algn="l">
              <a:lnSpc>
                <a:spcPct val="150000"/>
              </a:lnSpc>
              <a:spcAft>
                <a:spcPts val="600"/>
              </a:spcAft>
            </a:pPr>
            <a:r>
              <a:rPr lang="en-AU" sz="1200">
                <a:solidFill>
                  <a:schemeClr val="bg1"/>
                </a:solidFill>
              </a:rPr>
              <a:t>Attribution should be given to © State of New South Wales (Department of Education), 2025.</a:t>
            </a:r>
          </a:p>
          <a:p>
            <a:pPr algn="l">
              <a:lnSpc>
                <a:spcPct val="150000"/>
              </a:lnSpc>
            </a:pPr>
            <a:r>
              <a:rPr lang="en-AU" sz="1200">
                <a:solidFill>
                  <a:schemeClr val="bg1"/>
                </a:solidFill>
              </a:rPr>
              <a:t>Material in this resource not available under a Creative Commons license:</a:t>
            </a:r>
          </a:p>
          <a:p>
            <a:pPr marL="171450" indent="-171450" algn="l">
              <a:lnSpc>
                <a:spcPct val="150000"/>
              </a:lnSpc>
              <a:buFont typeface="Arial" panose="020B0604020202020204" pitchFamily="34" charset="0"/>
              <a:buChar char="•"/>
            </a:pPr>
            <a:r>
              <a:rPr lang="en-AU" sz="1200">
                <a:solidFill>
                  <a:schemeClr val="bg1"/>
                </a:solidFill>
              </a:rPr>
              <a:t>the NSW Department of Education logo, other logos and trademark-protected material</a:t>
            </a:r>
          </a:p>
          <a:p>
            <a:pPr marL="171450" indent="-171450" algn="l">
              <a:lnSpc>
                <a:spcPct val="150000"/>
              </a:lnSpc>
              <a:buFont typeface="Arial" panose="020B0604020202020204" pitchFamily="34" charset="0"/>
              <a:buChar char="•"/>
            </a:pPr>
            <a:r>
              <a:rPr lang="en-AU" sz="1200">
                <a:solidFill>
                  <a:schemeClr val="bg1"/>
                </a:solidFill>
              </a:rPr>
              <a:t>Material owned by a third party that has been reproduced with permission. You will need to obtain permission from the third party to reuse its material. </a:t>
            </a:r>
          </a:p>
          <a:p>
            <a:pPr algn="l">
              <a:lnSpc>
                <a:spcPct val="150000"/>
              </a:lnSpc>
              <a:spcBef>
                <a:spcPts val="1200"/>
              </a:spcBef>
              <a:spcAft>
                <a:spcPts val="600"/>
              </a:spcAft>
            </a:pPr>
            <a:r>
              <a:rPr lang="en-AU" sz="1200" b="1">
                <a:solidFill>
                  <a:schemeClr val="bg1"/>
                </a:solidFill>
                <a:latin typeface="+mj-lt"/>
              </a:rPr>
              <a:t>Links to third-party material and websites</a:t>
            </a:r>
          </a:p>
          <a:p>
            <a:pPr algn="l">
              <a:lnSpc>
                <a:spcPct val="150000"/>
              </a:lnSpc>
              <a:spcAft>
                <a:spcPts val="600"/>
              </a:spcAft>
            </a:pPr>
            <a:r>
              <a:rPr lang="en-AU" sz="1200">
                <a:solidFill>
                  <a:schemeClr val="bg1"/>
                </a:solidFill>
              </a:rPr>
              <a:t>Please note that the provided (reading/viewing material/list/links/texts) are a suggestion only and implies no endorsement, by the New South Wales Department of Education, of any author, publisher, or book title. School principals and teachers are best placed to assess the suitability of resources that would complement the curriculum and reflect the needs and interests of their students.</a:t>
            </a:r>
          </a:p>
          <a:p>
            <a:pPr algn="l">
              <a:lnSpc>
                <a:spcPct val="150000"/>
              </a:lnSpc>
              <a:spcAft>
                <a:spcPts val="600"/>
              </a:spcAft>
            </a:pPr>
            <a:r>
              <a:rPr lang="en-AU" sz="1200">
                <a:solidFill>
                  <a:schemeClr val="bg1"/>
                </a:solidFill>
              </a:rPr>
              <a:t>If you use the links provided in this document to access a third party’s website, you acknowledge that the terms of use, including licence terms set out on the third-party’s website apply to the use which may be made of the materials on that third-party website or where permitted by the </a:t>
            </a:r>
            <a:r>
              <a:rPr lang="en-AU" sz="1200" i="1">
                <a:solidFill>
                  <a:schemeClr val="bg1"/>
                </a:solidFill>
              </a:rPr>
              <a:t>Copyright Act 1968 </a:t>
            </a:r>
            <a:r>
              <a:rPr lang="en-AU" sz="1200">
                <a:solidFill>
                  <a:schemeClr val="bg1"/>
                </a:solidFill>
              </a:rPr>
              <a:t>(</a:t>
            </a:r>
            <a:r>
              <a:rPr lang="en-AU" sz="1200" err="1">
                <a:solidFill>
                  <a:schemeClr val="bg1"/>
                </a:solidFill>
              </a:rPr>
              <a:t>Cth</a:t>
            </a:r>
            <a:r>
              <a:rPr lang="en-AU" sz="1200">
                <a:solidFill>
                  <a:schemeClr val="bg1"/>
                </a:solidFill>
              </a:rPr>
              <a:t>). The department accepts no responsibility for content on third-party websites. </a:t>
            </a:r>
          </a:p>
        </p:txBody>
      </p:sp>
    </p:spTree>
    <p:extLst>
      <p:ext uri="{BB962C8B-B14F-4D97-AF65-F5344CB8AC3E}">
        <p14:creationId xmlns:p14="http://schemas.microsoft.com/office/powerpoint/2010/main" val="38204117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NSWG Corporate">
  <a:themeElements>
    <a:clrScheme name="Custom 14">
      <a:dk1>
        <a:srgbClr val="22272B"/>
      </a:dk1>
      <a:lt1>
        <a:srgbClr val="FFFFFF"/>
      </a:lt1>
      <a:dk2>
        <a:srgbClr val="D7153A"/>
      </a:dk2>
      <a:lt2>
        <a:srgbClr val="EBEBEB"/>
      </a:lt2>
      <a:accent1>
        <a:srgbClr val="002664"/>
      </a:accent1>
      <a:accent2>
        <a:srgbClr val="146CFD"/>
      </a:accent2>
      <a:accent3>
        <a:srgbClr val="8CE0FF"/>
      </a:accent3>
      <a:accent4>
        <a:srgbClr val="CBEDFD"/>
      </a:accent4>
      <a:accent5>
        <a:srgbClr val="495054"/>
      </a:accent5>
      <a:accent6>
        <a:srgbClr val="FFE6EA"/>
      </a:accent6>
      <a:hlink>
        <a:srgbClr val="146CFD"/>
      </a:hlink>
      <a:folHlink>
        <a:srgbClr val="146CFD"/>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lIns="0" tIns="0" rIns="0" bIns="0" rtlCol="0">
        <a:noAutofit/>
      </a:bodyPr>
      <a:lstStyle>
        <a:defPPr algn="l">
          <a:defRPr sz="1800" dirty="0"/>
        </a:defPPr>
      </a:lstStyle>
    </a:txDef>
  </a:objectDefaults>
  <a:extraClrSchemeLst/>
  <a:extLst>
    <a:ext uri="{05A4C25C-085E-4340-85A3-A5531E510DB2}">
      <thm15:themeFamily xmlns:thm15="http://schemas.microsoft.com/office/thememl/2012/main" name="student-facing-primary-template-2025-v1.5" id="{A9A19751-B500-3D41-BF6E-0C76E7DB2487}" vid="{D6BC33BF-2A14-9E48-959C-B41C5F1C3CB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28550904603AA64982DCAA86C5CFC06E" ma:contentTypeVersion="31" ma:contentTypeDescription="Create a new document." ma:contentTypeScope="" ma:versionID="9688e37b2af58268cd21140b8063bd69">
  <xsd:schema xmlns:xsd="http://www.w3.org/2001/XMLSchema" xmlns:xs="http://www.w3.org/2001/XMLSchema" xmlns:p="http://schemas.microsoft.com/office/2006/metadata/properties" xmlns:ns2="7e763d47-3c66-4c58-9425-1477fd3ccd1e" xmlns:ns3="60129b06-f64b-40a8-96e2-c5b2f86112b1" targetNamespace="http://schemas.microsoft.com/office/2006/metadata/properties" ma:root="true" ma:fieldsID="3bfa7b24e970bd6c4c2e6a1c402160d7" ns2:_="" ns3:_="">
    <xsd:import namespace="7e763d47-3c66-4c58-9425-1477fd3ccd1e"/>
    <xsd:import namespace="60129b06-f64b-40a8-96e2-c5b2f86112b1"/>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LengthInSeconds" minOccurs="0"/>
                <xsd:element ref="ns2:Writingpod" minOccurs="0"/>
                <xsd:element ref="ns2:Designanddevelopment" minOccurs="0"/>
                <xsd:element ref="ns2:FeedbackfromNSWMS" minOccurs="0"/>
                <xsd:element ref="ns2:Contentediting" minOccurs="0"/>
                <xsd:element ref="ns2:Projectleadreview" minOccurs="0"/>
                <xsd:element ref="ns2:Workstreamleadendorsement" minOccurs="0"/>
                <xsd:element ref="ns2:Digitalsupport" minOccurs="0"/>
                <xsd:element ref="ns2:StoredinTRIM" minOccurs="0"/>
                <xsd:element ref="ns2:Published" minOccurs="0"/>
                <xsd:element ref="ns2:Resourcedrop" minOccurs="0"/>
                <xsd:element ref="ns2:lcf76f155ced4ddcb4097134ff3c332f" minOccurs="0"/>
                <xsd:element ref="ns3:TaxCatchAll" minOccurs="0"/>
                <xsd:element ref="ns2:MediaServiceObjectDetectorVersions" minOccurs="0"/>
                <xsd:element ref="ns2:MediaServiceLocation" minOccurs="0"/>
                <xsd:element ref="ns2:MediaServiceSearchProperties" minOccurs="0"/>
                <xsd:element ref="ns2:Addedtoexce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e763d47-3c66-4c58-9425-1477fd3ccd1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LengthInSeconds" ma:index="19" nillable="true" ma:displayName="MediaLengthInSeconds" ma:hidden="true" ma:internalName="MediaLengthInSeconds" ma:readOnly="true">
      <xsd:simpleType>
        <xsd:restriction base="dms:Unknown"/>
      </xsd:simpleType>
    </xsd:element>
    <xsd:element name="Writingpod" ma:index="20" nillable="true" ma:displayName="Writing pod" ma:format="Dropdown" ma:list="UserInfo" ma:SharePointGroup="0" ma:internalName="Writingpod">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signanddevelopment" ma:index="21" nillable="true" ma:displayName="Design and development" ma:format="Dropdown" ma:internalName="Designanddevelopment">
      <xsd:simpleType>
        <xsd:restriction base="dms:Choice">
          <xsd:enumeration value="Not yet started"/>
          <xsd:enumeration value="In progress"/>
          <xsd:enumeration value="Complete"/>
        </xsd:restriction>
      </xsd:simpleType>
    </xsd:element>
    <xsd:element name="FeedbackfromNSWMS" ma:index="22" nillable="true" ma:displayName="Feedback from NSWMS" ma:description="Have leaders Michelle and Ayesha provided input?" ma:format="Dropdown" ma:internalName="FeedbackfromNSWMS">
      <xsd:simpleType>
        <xsd:restriction base="dms:Choice">
          <xsd:enumeration value="Not yet requested"/>
          <xsd:enumeration value="Request submitted"/>
          <xsd:enumeration value="Feedback received"/>
        </xsd:restriction>
      </xsd:simpleType>
    </xsd:element>
    <xsd:element name="Contentediting" ma:index="23" nillable="true" ma:displayName="Content editing" ma:description="Has unit content been edited by Senior Editor (R. Kilroy)?" ma:format="Dropdown" ma:internalName="Contentediting">
      <xsd:simpleType>
        <xsd:restriction base="dms:Choice">
          <xsd:enumeration value="Not yet requested"/>
          <xsd:enumeration value="Request submitted"/>
          <xsd:enumeration value="Editing complete"/>
        </xsd:restriction>
      </xsd:simpleType>
    </xsd:element>
    <xsd:element name="Projectleadreview" ma:index="24" nillable="true" ma:displayName="Project lead review" ma:description="Have project leads (H. Laverick and R. Cheal) reviewed the unit?" ma:format="Dropdown" ma:internalName="Projectleadreview">
      <xsd:simpleType>
        <xsd:restriction base="dms:Choice">
          <xsd:enumeration value="Not yet requested"/>
          <xsd:enumeration value="Request submitted"/>
          <xsd:enumeration value="Review complete"/>
        </xsd:restriction>
      </xsd:simpleType>
    </xsd:element>
    <xsd:element name="Workstreamleadendorsement" ma:index="25" nillable="true" ma:displayName="Workstream lead endorsement" ma:description="Has J. Hoffman endorsed the unit?" ma:format="Dropdown" ma:internalName="Workstreamleadendorsement">
      <xsd:simpleType>
        <xsd:restriction base="dms:Choice">
          <xsd:enumeration value="Not yet submitted"/>
          <xsd:enumeration value="Request submitted"/>
          <xsd:enumeration value="Endorsement complete"/>
        </xsd:restriction>
      </xsd:simpleType>
    </xsd:element>
    <xsd:element name="Digitalsupport" ma:index="26" nillable="true" ma:displayName="Digital support" ma:format="Dropdown" ma:internalName="Digitalsupport">
      <xsd:simpleType>
        <xsd:restriction base="dms:Choice">
          <xsd:enumeration value="Not yet submitted"/>
          <xsd:enumeration value="Request submitted (by project manager)"/>
          <xsd:enumeration value="Digital support complete"/>
        </xsd:restriction>
      </xsd:simpleType>
    </xsd:element>
    <xsd:element name="StoredinTRIM" ma:index="27" nillable="true" ma:displayName="Stored in TRIM" ma:format="Dropdown" ma:internalName="StoredinTRIM">
      <xsd:simpleType>
        <xsd:restriction base="dms:Choice">
          <xsd:enumeration value="Yes"/>
          <xsd:enumeration value="No"/>
        </xsd:restriction>
      </xsd:simpleType>
    </xsd:element>
    <xsd:element name="Published" ma:index="28" nillable="true" ma:displayName="Published" ma:format="Dropdown" ma:internalName="Published">
      <xsd:simpleType>
        <xsd:restriction base="dms:Choice">
          <xsd:enumeration value="Yes"/>
          <xsd:enumeration value="No"/>
        </xsd:restriction>
      </xsd:simpleType>
    </xsd:element>
    <xsd:element name="Resourcedrop" ma:index="29" nillable="true" ma:displayName="Drop week" ma:format="Dropdown" ma:internalName="Resourcedrop">
      <xsd:simpleType>
        <xsd:restriction base="dms:Choice">
          <xsd:enumeration value="T1, W1"/>
          <xsd:enumeration value="T1, W3"/>
          <xsd:enumeration value="T1, W7"/>
          <xsd:enumeration value="T1, W10"/>
          <xsd:enumeration value="T2, W1"/>
          <xsd:enumeration value="T2, W3"/>
          <xsd:enumeration value="T2, W7"/>
          <xsd:enumeration value="T2, W10"/>
          <xsd:enumeration value="T3, W1"/>
          <xsd:enumeration value="T3, W3"/>
          <xsd:enumeration value="T3, W7"/>
          <xsd:enumeration value="T3, W10"/>
          <xsd:enumeration value="T4, W1"/>
          <xsd:enumeration value="T4, W3"/>
          <xsd:enumeration value="T4, W7"/>
          <xsd:enumeration value="T4, W10"/>
        </xsd:restriction>
      </xsd:simpleType>
    </xsd:element>
    <xsd:element name="lcf76f155ced4ddcb4097134ff3c332f" ma:index="31" nillable="true" ma:taxonomy="true" ma:internalName="lcf76f155ced4ddcb4097134ff3c332f" ma:taxonomyFieldName="MediaServiceImageTags" ma:displayName="Image Tags" ma:readOnly="false" ma:fieldId="{5cf76f15-5ced-4ddc-b409-7134ff3c332f}" ma:taxonomyMulti="true" ma:sspId="51f47cd6-212f-4ea2-b6af-f1d1e47bdbaf"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33" nillable="true" ma:displayName="MediaServiceObjectDetectorVersions" ma:description="" ma:hidden="true" ma:indexed="true" ma:internalName="MediaServiceObjectDetectorVersions" ma:readOnly="true">
      <xsd:simpleType>
        <xsd:restriction base="dms:Text"/>
      </xsd:simpleType>
    </xsd:element>
    <xsd:element name="MediaServiceLocation" ma:index="34" nillable="true" ma:displayName="Location" ma:description="" ma:indexed="true" ma:internalName="MediaServiceLocation" ma:readOnly="true">
      <xsd:simpleType>
        <xsd:restriction base="dms:Text"/>
      </xsd:simpleType>
    </xsd:element>
    <xsd:element name="MediaServiceSearchProperties" ma:index="35" nillable="true" ma:displayName="MediaServiceSearchProperties" ma:hidden="true" ma:internalName="MediaServiceSearchProperties" ma:readOnly="true">
      <xsd:simpleType>
        <xsd:restriction base="dms:Note"/>
      </xsd:simpleType>
    </xsd:element>
    <xsd:element name="Addedtoexcel" ma:index="36" nillable="true" ma:displayName="Added to excel" ma:format="Dropdown" ma:internalName="Addedtoexcel">
      <xsd:simpleType>
        <xsd:restriction base="dms:Choice">
          <xsd:enumeration value="Yes"/>
        </xsd:restriction>
      </xsd:simpleType>
    </xsd:element>
  </xsd:schema>
  <xsd:schema xmlns:xsd="http://www.w3.org/2001/XMLSchema" xmlns:xs="http://www.w3.org/2001/XMLSchema" xmlns:dms="http://schemas.microsoft.com/office/2006/documentManagement/types" xmlns:pc="http://schemas.microsoft.com/office/infopath/2007/PartnerControls" targetNamespace="60129b06-f64b-40a8-96e2-c5b2f86112b1"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TaxCatchAll" ma:index="32" nillable="true" ma:displayName="Taxonomy Catch All Column" ma:hidden="true" ma:list="{d14652b1-c484-4c0c-a021-a754efd78e11}" ma:internalName="TaxCatchAll" ma:showField="CatchAllData" ma:web="60129b06-f64b-40a8-96e2-c5b2f86112b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rojectleadreview xmlns="7e763d47-3c66-4c58-9425-1477fd3ccd1e" xsi:nil="true"/>
    <Workstreamleadendorsement xmlns="7e763d47-3c66-4c58-9425-1477fd3ccd1e" xsi:nil="true"/>
    <Digitalsupport xmlns="7e763d47-3c66-4c58-9425-1477fd3ccd1e" xsi:nil="true"/>
    <TaxCatchAll xmlns="60129b06-f64b-40a8-96e2-c5b2f86112b1" xsi:nil="true"/>
    <Addedtoexcel xmlns="7e763d47-3c66-4c58-9425-1477fd3ccd1e" xsi:nil="true"/>
    <Writingpod xmlns="7e763d47-3c66-4c58-9425-1477fd3ccd1e">
      <UserInfo>
        <DisplayName/>
        <AccountId xsi:nil="true"/>
        <AccountType/>
      </UserInfo>
    </Writingpod>
    <FeedbackfromNSWMS xmlns="7e763d47-3c66-4c58-9425-1477fd3ccd1e" xsi:nil="true"/>
    <Resourcedrop xmlns="7e763d47-3c66-4c58-9425-1477fd3ccd1e" xsi:nil="true"/>
    <Designanddevelopment xmlns="7e763d47-3c66-4c58-9425-1477fd3ccd1e" xsi:nil="true"/>
    <StoredinTRIM xmlns="7e763d47-3c66-4c58-9425-1477fd3ccd1e" xsi:nil="true"/>
    <Contentediting xmlns="7e763d47-3c66-4c58-9425-1477fd3ccd1e" xsi:nil="true"/>
    <Published xmlns="7e763d47-3c66-4c58-9425-1477fd3ccd1e" xsi:nil="true"/>
    <lcf76f155ced4ddcb4097134ff3c332f xmlns="7e763d47-3c66-4c58-9425-1477fd3ccd1e">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B9C68242-C972-4815-B4EF-36DAD899F771}">
  <ds:schemaRefs>
    <ds:schemaRef ds:uri="http://schemas.microsoft.com/sharepoint/v3/contenttype/forms"/>
  </ds:schemaRefs>
</ds:datastoreItem>
</file>

<file path=customXml/itemProps2.xml><?xml version="1.0" encoding="utf-8"?>
<ds:datastoreItem xmlns:ds="http://schemas.openxmlformats.org/officeDocument/2006/customXml" ds:itemID="{BD5E22E3-A99B-4A9A-BE8C-FC00E7756EC5}">
  <ds:schemaRefs>
    <ds:schemaRef ds:uri="60129b06-f64b-40a8-96e2-c5b2f86112b1"/>
    <ds:schemaRef ds:uri="7e763d47-3c66-4c58-9425-1477fd3ccd1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A524F4DA-5415-43D4-8474-C9BE68919175}">
  <ds:schemaRefs>
    <ds:schemaRef ds:uri="60129b06-f64b-40a8-96e2-c5b2f86112b1"/>
    <ds:schemaRef ds:uri="7e763d47-3c66-4c58-9425-1477fd3ccd1e"/>
    <ds:schemaRef ds:uri="http://schemas.microsoft.com/office/2006/documentManagement/types"/>
    <ds:schemaRef ds:uri="http://purl.org/dc/terms/"/>
    <ds:schemaRef ds:uri="http://www.w3.org/XML/1998/namespace"/>
    <ds:schemaRef ds:uri="http://schemas.microsoft.com/office/infopath/2007/PartnerControls"/>
    <ds:schemaRef ds:uri="http://schemas.microsoft.com/office/2006/metadata/properties"/>
    <ds:schemaRef ds:uri="http://schemas.openxmlformats.org/package/2006/metadata/core-properties"/>
    <ds:schemaRef ds:uri="http://purl.org/dc/dcmitype/"/>
    <ds:schemaRef ds:uri="http://purl.org/dc/elements/1.1/"/>
  </ds:schemaRefs>
</ds:datastoreItem>
</file>

<file path=docProps/app.xml><?xml version="1.0" encoding="utf-8"?>
<Properties xmlns="http://schemas.openxmlformats.org/officeDocument/2006/extended-properties" xmlns:vt="http://schemas.openxmlformats.org/officeDocument/2006/docPropsVTypes">
  <Template>student-facing-primary-template-2025-v1-5 (1)</Template>
  <TotalTime>7</TotalTime>
  <Words>7179</Words>
  <Application>Microsoft Office PowerPoint</Application>
  <PresentationFormat>Widescreen</PresentationFormat>
  <Paragraphs>1269</Paragraphs>
  <Slides>69</Slides>
  <Notes>67</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69</vt:i4>
      </vt:variant>
    </vt:vector>
  </HeadingPairs>
  <TitlesOfParts>
    <vt:vector size="86" baseType="lpstr">
      <vt:lpstr>Wingdings</vt:lpstr>
      <vt:lpstr>Symbol</vt:lpstr>
      <vt:lpstr>Edu NSW ACT Foundation Medium</vt:lpstr>
      <vt:lpstr>Edu NSW ACT Foundation</vt:lpstr>
      <vt:lpstr>Arial Black</vt:lpstr>
      <vt:lpstr>Calibri</vt:lpstr>
      <vt:lpstr>Times New Roman</vt:lpstr>
      <vt:lpstr>Montserrat</vt:lpstr>
      <vt:lpstr>Cambria Math</vt:lpstr>
      <vt:lpstr>Dreaming Outloud Sans</vt:lpstr>
      <vt:lpstr>Courier New</vt:lpstr>
      <vt:lpstr>Public Sans Light</vt:lpstr>
      <vt:lpstr>Arial</vt:lpstr>
      <vt:lpstr>Public Sans</vt:lpstr>
      <vt:lpstr>League Spartan</vt:lpstr>
      <vt:lpstr>Arial,Sans-Serif</vt:lpstr>
      <vt:lpstr>NSWG Corporate</vt:lpstr>
      <vt:lpstr>Instructions for use</vt:lpstr>
      <vt:lpstr>Review of Learning </vt:lpstr>
      <vt:lpstr>Lessons</vt:lpstr>
      <vt:lpstr>Review of learning 1</vt:lpstr>
      <vt:lpstr>Multiple choice (1)</vt:lpstr>
      <vt:lpstr>Short response (1)</vt:lpstr>
      <vt:lpstr>Short response (2)</vt:lpstr>
      <vt:lpstr>Short response (3)</vt:lpstr>
      <vt:lpstr>Short response (4)</vt:lpstr>
      <vt:lpstr>Activity 1 – Is it half?</vt:lpstr>
      <vt:lpstr>Review of learning  2</vt:lpstr>
      <vt:lpstr>True or false (1)</vt:lpstr>
      <vt:lpstr>Short response (5)</vt:lpstr>
      <vt:lpstr>Short response (6)</vt:lpstr>
      <vt:lpstr>Short response (7)</vt:lpstr>
      <vt:lpstr>Short response (8)</vt:lpstr>
      <vt:lpstr>Activity 2 – Is he correct?</vt:lpstr>
      <vt:lpstr>Review of learning 3</vt:lpstr>
      <vt:lpstr>Multiple choice (2) </vt:lpstr>
      <vt:lpstr>Short response (9)</vt:lpstr>
      <vt:lpstr>Short response (10)</vt:lpstr>
      <vt:lpstr>Short response (11)</vt:lpstr>
      <vt:lpstr>Short response (12)</vt:lpstr>
      <vt:lpstr>Activity 3 – fractured fraction wall </vt:lpstr>
      <vt:lpstr>Review of learning 4</vt:lpstr>
      <vt:lpstr>True or false (2)</vt:lpstr>
      <vt:lpstr>Short response (13))</vt:lpstr>
      <vt:lpstr>Short response (14))</vt:lpstr>
      <vt:lpstr>Short response (15) </vt:lpstr>
      <vt:lpstr>Short response (16)</vt:lpstr>
      <vt:lpstr>Activity 4 – Who is winning?</vt:lpstr>
      <vt:lpstr>Review of learning 5</vt:lpstr>
      <vt:lpstr>Multiple choice (3)</vt:lpstr>
      <vt:lpstr>Short response (17)</vt:lpstr>
      <vt:lpstr>Short response (18) </vt:lpstr>
      <vt:lpstr>Short response (19) </vt:lpstr>
      <vt:lpstr>Short response (20)</vt:lpstr>
      <vt:lpstr>Activity 5 – using arrays</vt:lpstr>
      <vt:lpstr>Review of learning 6</vt:lpstr>
      <vt:lpstr>True or false (3)</vt:lpstr>
      <vt:lpstr>Short response (21)</vt:lpstr>
      <vt:lpstr>Short response (22)</vt:lpstr>
      <vt:lpstr>Short response (23) </vt:lpstr>
      <vt:lpstr>Short response (24)</vt:lpstr>
      <vt:lpstr>Activity 6 – looking for squares</vt:lpstr>
      <vt:lpstr>Review of learning  7</vt:lpstr>
      <vt:lpstr>Multiple choice (4)(1)</vt:lpstr>
      <vt:lpstr>Short response (25)</vt:lpstr>
      <vt:lpstr>Short response (26) </vt:lpstr>
      <vt:lpstr>Short response (29)</vt:lpstr>
      <vt:lpstr>Short response (30)</vt:lpstr>
      <vt:lpstr>Activity 7 – solve the problem</vt:lpstr>
      <vt:lpstr>Review of learning 8</vt:lpstr>
      <vt:lpstr>True or false (4) </vt:lpstr>
      <vt:lpstr>Short response (31)</vt:lpstr>
      <vt:lpstr>Short response (32)</vt:lpstr>
      <vt:lpstr>Short response (33)</vt:lpstr>
      <vt:lpstr>Short response (34)</vt:lpstr>
      <vt:lpstr>Activity 8 – fact families</vt:lpstr>
      <vt:lpstr>Double Venn diagram</vt:lpstr>
      <vt:lpstr>Frayer</vt:lpstr>
      <vt:lpstr>Spider map</vt:lpstr>
      <vt:lpstr>Cline</vt:lpstr>
      <vt:lpstr>Compare and contrast</vt:lpstr>
      <vt:lpstr>Multiple choice (1)</vt:lpstr>
      <vt:lpstr>Multiple choice (2)</vt:lpstr>
      <vt:lpstr>References</vt:lpstr>
      <vt:lpstr>References</vt:lpstr>
      <vt:lpstr>Copyright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Carolyn Matthews</dc:creator>
  <cp:keywords/>
  <dc:description/>
  <cp:lastModifiedBy>Daniel Archer</cp:lastModifiedBy>
  <cp:revision>2</cp:revision>
  <dcterms:created xsi:type="dcterms:W3CDTF">2025-07-07T07:05:15Z</dcterms:created>
  <dcterms:modified xsi:type="dcterms:W3CDTF">2025-08-03T22:16:45Z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b603dfd7-d93a-4381-a340-2995d8282205_Enabled">
    <vt:lpwstr>true</vt:lpwstr>
  </property>
  <property fmtid="{D5CDD505-2E9C-101B-9397-08002B2CF9AE}" pid="3" name="MSIP_Label_b603dfd7-d93a-4381-a340-2995d8282205_SetDate">
    <vt:lpwstr>2024-07-31T04:53:06Z</vt:lpwstr>
  </property>
  <property fmtid="{D5CDD505-2E9C-101B-9397-08002B2CF9AE}" pid="4" name="MSIP_Label_b603dfd7-d93a-4381-a340-2995d8282205_Method">
    <vt:lpwstr>Standard</vt:lpwstr>
  </property>
  <property fmtid="{D5CDD505-2E9C-101B-9397-08002B2CF9AE}" pid="5" name="MSIP_Label_b603dfd7-d93a-4381-a340-2995d8282205_Name">
    <vt:lpwstr>OFFICIAL</vt:lpwstr>
  </property>
  <property fmtid="{D5CDD505-2E9C-101B-9397-08002B2CF9AE}" pid="6" name="MSIP_Label_b603dfd7-d93a-4381-a340-2995d8282205_SiteId">
    <vt:lpwstr>05a0e69a-418a-47c1-9c25-9387261bf991</vt:lpwstr>
  </property>
  <property fmtid="{D5CDD505-2E9C-101B-9397-08002B2CF9AE}" pid="7" name="MSIP_Label_b603dfd7-d93a-4381-a340-2995d8282205_ActionId">
    <vt:lpwstr>52ebee92-659e-4fb8-a3b1-217e00faeb50</vt:lpwstr>
  </property>
  <property fmtid="{D5CDD505-2E9C-101B-9397-08002B2CF9AE}" pid="8" name="MSIP_Label_b603dfd7-d93a-4381-a340-2995d8282205_ContentBits">
    <vt:lpwstr>0</vt:lpwstr>
  </property>
  <property fmtid="{D5CDD505-2E9C-101B-9397-08002B2CF9AE}" pid="9" name="ContentTypeId">
    <vt:lpwstr>0x01010028550904603AA64982DCAA86C5CFC06E</vt:lpwstr>
  </property>
  <property fmtid="{D5CDD505-2E9C-101B-9397-08002B2CF9AE}" pid="10" name="MediaServiceImageTags">
    <vt:lpwstr/>
  </property>
</Properties>
</file>