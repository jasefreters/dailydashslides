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handoutMasters/handoutMaster1.xml" ContentType="application/vnd.openxmlformats-officedocument.presentationml.handoutMaster+xml"/>
  <Override PartName="/ppt/ink/ink1.xml" ContentType="application/inkml+xml"/>
  <Override PartName="/ppt/ink/ink2.xml" ContentType="application/inkml+xml"/>
  <Override PartName="/ppt/ink/ink3.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 id="2147483755" r:id="rId5"/>
  </p:sldMasterIdLst>
  <p:notesMasterIdLst>
    <p:notesMasterId r:id="rId48"/>
  </p:notesMasterIdLst>
  <p:handoutMasterIdLst>
    <p:handoutMasterId r:id="rId49"/>
  </p:handoutMasterIdLst>
  <p:sldIdLst>
    <p:sldId id="26515" r:id="rId6"/>
    <p:sldId id="26507" r:id="rId7"/>
    <p:sldId id="26546" r:id="rId8"/>
    <p:sldId id="26547" r:id="rId9"/>
    <p:sldId id="26548" r:id="rId10"/>
    <p:sldId id="26549" r:id="rId11"/>
    <p:sldId id="26484" r:id="rId12"/>
    <p:sldId id="26516" r:id="rId13"/>
    <p:sldId id="26550" r:id="rId14"/>
    <p:sldId id="26554" r:id="rId15"/>
    <p:sldId id="26553" r:id="rId16"/>
    <p:sldId id="26555" r:id="rId17"/>
    <p:sldId id="26556" r:id="rId18"/>
    <p:sldId id="26488" r:id="rId19"/>
    <p:sldId id="26427" r:id="rId20"/>
    <p:sldId id="26491" r:id="rId21"/>
    <p:sldId id="26517" r:id="rId22"/>
    <p:sldId id="26559" r:id="rId23"/>
    <p:sldId id="26560" r:id="rId24"/>
    <p:sldId id="26561" r:id="rId25"/>
    <p:sldId id="26562" r:id="rId26"/>
    <p:sldId id="26563" r:id="rId27"/>
    <p:sldId id="26432" r:id="rId28"/>
    <p:sldId id="26495" r:id="rId29"/>
    <p:sldId id="26573" r:id="rId30"/>
    <p:sldId id="26518" r:id="rId31"/>
    <p:sldId id="26564" r:id="rId32"/>
    <p:sldId id="26565" r:id="rId33"/>
    <p:sldId id="26567" r:id="rId34"/>
    <p:sldId id="26566" r:id="rId35"/>
    <p:sldId id="26568" r:id="rId36"/>
    <p:sldId id="26522" r:id="rId37"/>
    <p:sldId id="26393" r:id="rId38"/>
    <p:sldId id="26387" r:id="rId39"/>
    <p:sldId id="26395" r:id="rId40"/>
    <p:sldId id="26391" r:id="rId41"/>
    <p:sldId id="26402" r:id="rId42"/>
    <p:sldId id="26527" r:id="rId43"/>
    <p:sldId id="26545" r:id="rId44"/>
    <p:sldId id="26569" r:id="rId45"/>
    <p:sldId id="26570" r:id="rId46"/>
    <p:sldId id="361" r:id="rId47"/>
  </p:sldIdLst>
  <p:sldSz cx="12192000" cy="6858000"/>
  <p:notesSz cx="6858000" cy="9144000"/>
  <p:embeddedFontLst>
    <p:embeddedFont>
      <p:font typeface="Cambria Math" panose="02040503050406030204" pitchFamily="18" charset="0"/>
      <p:regular r:id="rId50"/>
    </p:embeddedFont>
    <p:embeddedFont>
      <p:font typeface="Canva Student Font" panose="020B0604020202020204" charset="0"/>
      <p:regular r:id="rId51"/>
    </p:embeddedFont>
    <p:embeddedFont>
      <p:font typeface="DengXian" panose="02010600030101010101" pitchFamily="2" charset="-122"/>
      <p:regular r:id="rId52"/>
      <p:bold r:id="rId53"/>
    </p:embeddedFont>
    <p:embeddedFont>
      <p:font typeface="Edu NSW ACT Foundation" pitchFamily="2" charset="0"/>
      <p:regular r:id="rId54"/>
      <p:bold r:id="rId55"/>
    </p:embeddedFont>
    <p:embeddedFont>
      <p:font typeface="Montserrat" panose="00000500000000000000" pitchFamily="2" charset="0"/>
      <p:regular r:id="rId56"/>
      <p:bold r:id="rId57"/>
      <p:italic r:id="rId58"/>
      <p:boldItalic r:id="rId59"/>
    </p:embeddedFont>
    <p:embeddedFont>
      <p:font typeface="Public Sans" panose="020B0604020202020204" charset="0"/>
      <p:regular r:id="rId60"/>
      <p:bold r:id="rId61"/>
      <p:italic r:id="rId62"/>
      <p:boldItalic r:id="rId63"/>
    </p:embeddedFont>
    <p:embeddedFont>
      <p:font typeface="Public Sans Light" panose="020B0604020202020204" charset="0"/>
      <p:regular r:id="rId64"/>
      <p:italic r:id="rId65"/>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ection>
        <p14:section name="Slide templates" id="{D5A8010D-981F-43AA-A0D6-182EC53CAA84}">
          <p14:sldIdLst>
            <p14:sldId id="26515"/>
            <p14:sldId id="26507"/>
            <p14:sldId id="26546"/>
            <p14:sldId id="26547"/>
            <p14:sldId id="26548"/>
            <p14:sldId id="26549"/>
            <p14:sldId id="26484"/>
            <p14:sldId id="26516"/>
            <p14:sldId id="26550"/>
            <p14:sldId id="26554"/>
            <p14:sldId id="26553"/>
            <p14:sldId id="26555"/>
            <p14:sldId id="26556"/>
            <p14:sldId id="26488"/>
            <p14:sldId id="26427"/>
            <p14:sldId id="26491"/>
            <p14:sldId id="26517"/>
            <p14:sldId id="26559"/>
            <p14:sldId id="26560"/>
            <p14:sldId id="26561"/>
            <p14:sldId id="26562"/>
            <p14:sldId id="26563"/>
            <p14:sldId id="26432"/>
            <p14:sldId id="26495"/>
            <p14:sldId id="26573"/>
            <p14:sldId id="26518"/>
            <p14:sldId id="26564"/>
            <p14:sldId id="26565"/>
            <p14:sldId id="26567"/>
            <p14:sldId id="26566"/>
            <p14:sldId id="26568"/>
            <p14:sldId id="26522"/>
          </p14:sldIdLst>
        </p14:section>
        <p14:section name="Assets for teachers to create own reviews" id="{ACCADEBA-79DB-4F18-8F19-E4DF86159DFB}">
          <p14:sldIdLst>
            <p14:sldId id="26393"/>
            <p14:sldId id="26387"/>
            <p14:sldId id="26395"/>
            <p14:sldId id="26391"/>
            <p14:sldId id="26402"/>
            <p14:sldId id="26527"/>
            <p14:sldId id="26545"/>
          </p14:sldIdLst>
        </p14:section>
        <p14:section name="References &amp; copyright" id="{DBC31484-F5F8-4CB1-8DB4-A562A9780899}">
          <p14:sldIdLst>
            <p14:sldId id="26569"/>
            <p14:sldId id="2657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1B1BAE1E-6EF3-DBA4-64B9-54D7242E20D4}" name="Stacey Makila" initials="SM" userId="S::Stacey.Wolfenden@det.nsw.edu.au::1f90aada-aa7f-459b-b23b-17275cc27e9e" providerId="AD"/>
  <p188:author id="{76652228-BA2A-8E0F-B69D-752F252CA8C9}" name="Carolyn Matthews" initials="CM" userId="S::Carolyn.Matthews2@det.nsw.edu.au::7f53049a-bf0f-477a-aa49-60e3a8d71d98" providerId="AD"/>
  <p188:author id="{38A50444-57C2-0ED5-4EF0-B001B3687B58}" name="Nadia Walker" initials="NW" userId="S::Nadia.Walker2@det.nsw.edu.au::1d1c495c-8f87-451e-994f-64d576866b6d" providerId="AD"/>
  <p188:author id="{117A025F-CECB-7403-D4EE-15F295013070}" name="Carolyn Matthews" initials="CM" userId="S::carolyn.matthews2@det.nsw.edu.au::7f53049a-bf0f-477a-aa49-60e3a8d71d98" providerId="AD"/>
  <p188:author id="{95D16B7D-CADB-F2BF-AC29-D680545C75EE}" name="Carrie Webeck" initials="CW" userId="S::CARRIE-ANN.WEBECK@det.nsw.edu.au::e5c4b697-ca15-4f3a-a906-1289ddc2fc07" providerId="AD"/>
  <p188:author id="{D9FAB2E2-FCDC-C762-1ECD-0FBBF02124FD}" name="Annette Price" initials="AP" userId="S::Annette.Price4@det.nsw.edu.au::c1f433aa-1df1-446c-8140-9fd9ba3c3a08"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9B0C"/>
    <a:srgbClr val="5FB803"/>
    <a:srgbClr val="EC6808"/>
    <a:srgbClr val="88308D"/>
    <a:srgbClr val="FFFFFF"/>
    <a:srgbClr val="96387A"/>
    <a:srgbClr val="872F8F"/>
    <a:srgbClr val="FBFBFB"/>
    <a:srgbClr val="146CFD"/>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font" Target="fonts/font14.fntdata"/><Relationship Id="rId68" Type="http://schemas.openxmlformats.org/officeDocument/2006/relationships/theme" Target="theme/theme1.xml"/><Relationship Id="rId7" Type="http://schemas.openxmlformats.org/officeDocument/2006/relationships/slide" Target="slides/slide2.xml"/><Relationship Id="rId71"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font" Target="fonts/font4.fntdata"/><Relationship Id="rId58" Type="http://schemas.openxmlformats.org/officeDocument/2006/relationships/font" Target="fonts/font9.fntdata"/><Relationship Id="rId66"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font" Target="fonts/font12.fntdata"/><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notesMaster" Target="notesMasters/notesMaster1.xml"/><Relationship Id="rId56" Type="http://schemas.openxmlformats.org/officeDocument/2006/relationships/font" Target="fonts/font7.fntdata"/><Relationship Id="rId64" Type="http://schemas.openxmlformats.org/officeDocument/2006/relationships/font" Target="fonts/font15.fntdata"/><Relationship Id="rId69"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font" Target="fonts/font2.fntdata"/><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font" Target="fonts/font10.fntdata"/><Relationship Id="rId67"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font" Target="fonts/font5.fntdata"/><Relationship Id="rId62" Type="http://schemas.openxmlformats.org/officeDocument/2006/relationships/font" Target="fonts/font13.fntdata"/><Relationship Id="rId7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handoutMaster" Target="handoutMasters/handoutMaster1.xml"/><Relationship Id="rId57" Type="http://schemas.openxmlformats.org/officeDocument/2006/relationships/font" Target="fonts/font8.fntdata"/><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font" Target="fonts/font16.fntdata"/><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font" Target="fonts/font1.fntdata"/><Relationship Id="rId55" Type="http://schemas.openxmlformats.org/officeDocument/2006/relationships/font" Target="fonts/font6.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son Fretwell" userId="236faa51-3e25-42ea-818b-3df7392b3740" providerId="ADAL" clId="{E13908BB-FCA8-48D3-AC32-E0FE8851F1D6}"/>
    <pc:docChg chg="delSld modSection">
      <pc:chgData name="Jason Fretwell" userId="236faa51-3e25-42ea-818b-3df7392b3740" providerId="ADAL" clId="{E13908BB-FCA8-48D3-AC32-E0FE8851F1D6}" dt="2026-10-20T09:19:10.872" v="0" actId="47"/>
      <pc:docMkLst>
        <pc:docMk/>
      </pc:docMkLst>
      <pc:sldChg chg="del">
        <pc:chgData name="Jason Fretwell" userId="236faa51-3e25-42ea-818b-3df7392b3740" providerId="ADAL" clId="{E13908BB-FCA8-48D3-AC32-E0FE8851F1D6}" dt="2026-10-20T09:19:10.872" v="0" actId="47"/>
        <pc:sldMkLst>
          <pc:docMk/>
          <pc:sldMk cId="2028193910" sldId="271"/>
        </pc:sldMkLst>
      </pc:sldChg>
      <pc:sldChg chg="del">
        <pc:chgData name="Jason Fretwell" userId="236faa51-3e25-42ea-818b-3df7392b3740" providerId="ADAL" clId="{E13908BB-FCA8-48D3-AC32-E0FE8851F1D6}" dt="2026-10-20T09:19:10.872" v="0" actId="47"/>
        <pc:sldMkLst>
          <pc:docMk/>
          <pc:sldMk cId="886162339" sldId="26359"/>
        </pc:sldMkLst>
      </pc:sldChg>
      <pc:sldChg chg="del">
        <pc:chgData name="Jason Fretwell" userId="236faa51-3e25-42ea-818b-3df7392b3740" providerId="ADAL" clId="{E13908BB-FCA8-48D3-AC32-E0FE8851F1D6}" dt="2026-10-20T09:19:10.872" v="0" actId="47"/>
        <pc:sldMkLst>
          <pc:docMk/>
          <pc:sldMk cId="3334841889" sldId="26470"/>
        </pc:sldMkLst>
      </pc:sldChg>
      <pc:sldChg chg="del">
        <pc:chgData name="Jason Fretwell" userId="236faa51-3e25-42ea-818b-3df7392b3740" providerId="ADAL" clId="{E13908BB-FCA8-48D3-AC32-E0FE8851F1D6}" dt="2026-10-20T09:19:10.872" v="0" actId="47"/>
        <pc:sldMkLst>
          <pc:docMk/>
          <pc:sldMk cId="3241832540" sldId="26473"/>
        </pc:sldMkLst>
      </pc:sldChg>
      <pc:sldChg chg="del">
        <pc:chgData name="Jason Fretwell" userId="236faa51-3e25-42ea-818b-3df7392b3740" providerId="ADAL" clId="{E13908BB-FCA8-48D3-AC32-E0FE8851F1D6}" dt="2026-10-20T09:19:10.872" v="0" actId="47"/>
        <pc:sldMkLst>
          <pc:docMk/>
          <pc:sldMk cId="1661965901" sldId="26505"/>
        </pc:sldMkLst>
      </pc:sldChg>
      <pc:sldChg chg="del">
        <pc:chgData name="Jason Fretwell" userId="236faa51-3e25-42ea-818b-3df7392b3740" providerId="ADAL" clId="{E13908BB-FCA8-48D3-AC32-E0FE8851F1D6}" dt="2026-10-20T09:19:10.872" v="0" actId="47"/>
        <pc:sldMkLst>
          <pc:docMk/>
          <pc:sldMk cId="2868920885" sldId="26508"/>
        </pc:sldMkLst>
      </pc:sldChg>
      <pc:sldChg chg="del">
        <pc:chgData name="Jason Fretwell" userId="236faa51-3e25-42ea-818b-3df7392b3740" providerId="ADAL" clId="{E13908BB-FCA8-48D3-AC32-E0FE8851F1D6}" dt="2026-10-20T09:19:10.872" v="0" actId="47"/>
        <pc:sldMkLst>
          <pc:docMk/>
          <pc:sldMk cId="4090065618" sldId="26509"/>
        </pc:sldMkLst>
      </pc:sldChg>
      <pc:sldChg chg="del">
        <pc:chgData name="Jason Fretwell" userId="236faa51-3e25-42ea-818b-3df7392b3740" providerId="ADAL" clId="{E13908BB-FCA8-48D3-AC32-E0FE8851F1D6}" dt="2026-10-20T09:19:10.872" v="0" actId="47"/>
        <pc:sldMkLst>
          <pc:docMk/>
          <pc:sldMk cId="3330546851" sldId="26511"/>
        </pc:sldMkLst>
      </pc:sldChg>
      <pc:sldChg chg="del">
        <pc:chgData name="Jason Fretwell" userId="236faa51-3e25-42ea-818b-3df7392b3740" providerId="ADAL" clId="{E13908BB-FCA8-48D3-AC32-E0FE8851F1D6}" dt="2026-10-20T09:19:10.872" v="0" actId="47"/>
        <pc:sldMkLst>
          <pc:docMk/>
          <pc:sldMk cId="3134920251" sldId="26512"/>
        </pc:sldMkLst>
      </pc:sldChg>
      <pc:sldChg chg="del">
        <pc:chgData name="Jason Fretwell" userId="236faa51-3e25-42ea-818b-3df7392b3740" providerId="ADAL" clId="{E13908BB-FCA8-48D3-AC32-E0FE8851F1D6}" dt="2026-10-20T09:19:10.872" v="0" actId="47"/>
        <pc:sldMkLst>
          <pc:docMk/>
          <pc:sldMk cId="122646385" sldId="26513"/>
        </pc:sldMkLst>
      </pc:sldChg>
      <pc:sldChg chg="del">
        <pc:chgData name="Jason Fretwell" userId="236faa51-3e25-42ea-818b-3df7392b3740" providerId="ADAL" clId="{E13908BB-FCA8-48D3-AC32-E0FE8851F1D6}" dt="2026-10-20T09:19:10.872" v="0" actId="47"/>
        <pc:sldMkLst>
          <pc:docMk/>
          <pc:sldMk cId="2097754910" sldId="26514"/>
        </pc:sldMkLst>
      </pc:sldChg>
      <pc:sldChg chg="del">
        <pc:chgData name="Jason Fretwell" userId="236faa51-3e25-42ea-818b-3df7392b3740" providerId="ADAL" clId="{E13908BB-FCA8-48D3-AC32-E0FE8851F1D6}" dt="2026-10-20T09:19:10.872" v="0" actId="47"/>
        <pc:sldMkLst>
          <pc:docMk/>
          <pc:sldMk cId="272658905" sldId="26519"/>
        </pc:sldMkLst>
      </pc:sldChg>
      <pc:sldChg chg="del">
        <pc:chgData name="Jason Fretwell" userId="236faa51-3e25-42ea-818b-3df7392b3740" providerId="ADAL" clId="{E13908BB-FCA8-48D3-AC32-E0FE8851F1D6}" dt="2026-10-20T09:19:10.872" v="0" actId="47"/>
        <pc:sldMkLst>
          <pc:docMk/>
          <pc:sldMk cId="3720419253" sldId="26521"/>
        </pc:sldMkLst>
      </pc:sldChg>
      <pc:sldChg chg="del">
        <pc:chgData name="Jason Fretwell" userId="236faa51-3e25-42ea-818b-3df7392b3740" providerId="ADAL" clId="{E13908BB-FCA8-48D3-AC32-E0FE8851F1D6}" dt="2026-10-20T09:19:10.872" v="0" actId="47"/>
        <pc:sldMkLst>
          <pc:docMk/>
          <pc:sldMk cId="1861443466" sldId="26523"/>
        </pc:sldMkLst>
      </pc:sldChg>
      <pc:sldChg chg="del">
        <pc:chgData name="Jason Fretwell" userId="236faa51-3e25-42ea-818b-3df7392b3740" providerId="ADAL" clId="{E13908BB-FCA8-48D3-AC32-E0FE8851F1D6}" dt="2026-10-20T09:19:10.872" v="0" actId="47"/>
        <pc:sldMkLst>
          <pc:docMk/>
          <pc:sldMk cId="471408892" sldId="26524"/>
        </pc:sldMkLst>
      </pc:sldChg>
      <pc:sldChg chg="del">
        <pc:chgData name="Jason Fretwell" userId="236faa51-3e25-42ea-818b-3df7392b3740" providerId="ADAL" clId="{E13908BB-FCA8-48D3-AC32-E0FE8851F1D6}" dt="2026-10-20T09:19:10.872" v="0" actId="47"/>
        <pc:sldMkLst>
          <pc:docMk/>
          <pc:sldMk cId="1859326111" sldId="26525"/>
        </pc:sldMkLst>
      </pc:sldChg>
      <pc:sldChg chg="del">
        <pc:chgData name="Jason Fretwell" userId="236faa51-3e25-42ea-818b-3df7392b3740" providerId="ADAL" clId="{E13908BB-FCA8-48D3-AC32-E0FE8851F1D6}" dt="2026-10-20T09:19:10.872" v="0" actId="47"/>
        <pc:sldMkLst>
          <pc:docMk/>
          <pc:sldMk cId="1446672533" sldId="26528"/>
        </pc:sldMkLst>
      </pc:sldChg>
      <pc:sldChg chg="del">
        <pc:chgData name="Jason Fretwell" userId="236faa51-3e25-42ea-818b-3df7392b3740" providerId="ADAL" clId="{E13908BB-FCA8-48D3-AC32-E0FE8851F1D6}" dt="2026-10-20T09:19:10.872" v="0" actId="47"/>
        <pc:sldMkLst>
          <pc:docMk/>
          <pc:sldMk cId="4206514482" sldId="26529"/>
        </pc:sldMkLst>
      </pc:sldChg>
      <pc:sldChg chg="del">
        <pc:chgData name="Jason Fretwell" userId="236faa51-3e25-42ea-818b-3df7392b3740" providerId="ADAL" clId="{E13908BB-FCA8-48D3-AC32-E0FE8851F1D6}" dt="2026-10-20T09:19:10.872" v="0" actId="47"/>
        <pc:sldMkLst>
          <pc:docMk/>
          <pc:sldMk cId="3098002426" sldId="26530"/>
        </pc:sldMkLst>
      </pc:sldChg>
      <pc:sldChg chg="del">
        <pc:chgData name="Jason Fretwell" userId="236faa51-3e25-42ea-818b-3df7392b3740" providerId="ADAL" clId="{E13908BB-FCA8-48D3-AC32-E0FE8851F1D6}" dt="2026-10-20T09:19:10.872" v="0" actId="47"/>
        <pc:sldMkLst>
          <pc:docMk/>
          <pc:sldMk cId="3923910979" sldId="26531"/>
        </pc:sldMkLst>
      </pc:sldChg>
      <pc:sldChg chg="del">
        <pc:chgData name="Jason Fretwell" userId="236faa51-3e25-42ea-818b-3df7392b3740" providerId="ADAL" clId="{E13908BB-FCA8-48D3-AC32-E0FE8851F1D6}" dt="2026-10-20T09:19:10.872" v="0" actId="47"/>
        <pc:sldMkLst>
          <pc:docMk/>
          <pc:sldMk cId="85618046" sldId="26534"/>
        </pc:sldMkLst>
      </pc:sldChg>
      <pc:sldChg chg="del">
        <pc:chgData name="Jason Fretwell" userId="236faa51-3e25-42ea-818b-3df7392b3740" providerId="ADAL" clId="{E13908BB-FCA8-48D3-AC32-E0FE8851F1D6}" dt="2026-10-20T09:19:10.872" v="0" actId="47"/>
        <pc:sldMkLst>
          <pc:docMk/>
          <pc:sldMk cId="3777370870" sldId="26535"/>
        </pc:sldMkLst>
      </pc:sldChg>
      <pc:sldChg chg="del">
        <pc:chgData name="Jason Fretwell" userId="236faa51-3e25-42ea-818b-3df7392b3740" providerId="ADAL" clId="{E13908BB-FCA8-48D3-AC32-E0FE8851F1D6}" dt="2026-10-20T09:19:10.872" v="0" actId="47"/>
        <pc:sldMkLst>
          <pc:docMk/>
          <pc:sldMk cId="4064626206" sldId="26536"/>
        </pc:sldMkLst>
      </pc:sldChg>
      <pc:sldChg chg="del">
        <pc:chgData name="Jason Fretwell" userId="236faa51-3e25-42ea-818b-3df7392b3740" providerId="ADAL" clId="{E13908BB-FCA8-48D3-AC32-E0FE8851F1D6}" dt="2026-10-20T09:19:10.872" v="0" actId="47"/>
        <pc:sldMkLst>
          <pc:docMk/>
          <pc:sldMk cId="287615638" sldId="26537"/>
        </pc:sldMkLst>
      </pc:sldChg>
      <pc:sldChg chg="del">
        <pc:chgData name="Jason Fretwell" userId="236faa51-3e25-42ea-818b-3df7392b3740" providerId="ADAL" clId="{E13908BB-FCA8-48D3-AC32-E0FE8851F1D6}" dt="2026-10-20T09:19:10.872" v="0" actId="47"/>
        <pc:sldMkLst>
          <pc:docMk/>
          <pc:sldMk cId="3938758948" sldId="26539"/>
        </pc:sldMkLst>
      </pc:sldChg>
      <pc:sldChg chg="del">
        <pc:chgData name="Jason Fretwell" userId="236faa51-3e25-42ea-818b-3df7392b3740" providerId="ADAL" clId="{E13908BB-FCA8-48D3-AC32-E0FE8851F1D6}" dt="2026-10-20T09:19:10.872" v="0" actId="47"/>
        <pc:sldMkLst>
          <pc:docMk/>
          <pc:sldMk cId="3623419310" sldId="26540"/>
        </pc:sldMkLst>
      </pc:sldChg>
      <pc:sldChg chg="del">
        <pc:chgData name="Jason Fretwell" userId="236faa51-3e25-42ea-818b-3df7392b3740" providerId="ADAL" clId="{E13908BB-FCA8-48D3-AC32-E0FE8851F1D6}" dt="2026-10-20T09:19:10.872" v="0" actId="47"/>
        <pc:sldMkLst>
          <pc:docMk/>
          <pc:sldMk cId="2126581308" sldId="26541"/>
        </pc:sldMkLst>
      </pc:sldChg>
      <pc:sldChg chg="del">
        <pc:chgData name="Jason Fretwell" userId="236faa51-3e25-42ea-818b-3df7392b3740" providerId="ADAL" clId="{E13908BB-FCA8-48D3-AC32-E0FE8851F1D6}" dt="2026-10-20T09:19:10.872" v="0" actId="47"/>
        <pc:sldMkLst>
          <pc:docMk/>
          <pc:sldMk cId="2344726712" sldId="26542"/>
        </pc:sldMkLst>
      </pc:sldChg>
      <pc:sldChg chg="del">
        <pc:chgData name="Jason Fretwell" userId="236faa51-3e25-42ea-818b-3df7392b3740" providerId="ADAL" clId="{E13908BB-FCA8-48D3-AC32-E0FE8851F1D6}" dt="2026-10-20T09:19:10.872" v="0" actId="47"/>
        <pc:sldMkLst>
          <pc:docMk/>
          <pc:sldMk cId="4173883803" sldId="26543"/>
        </pc:sldMkLst>
      </pc:sldChg>
      <pc:sldChg chg="del">
        <pc:chgData name="Jason Fretwell" userId="236faa51-3e25-42ea-818b-3df7392b3740" providerId="ADAL" clId="{E13908BB-FCA8-48D3-AC32-E0FE8851F1D6}" dt="2026-10-20T09:19:10.872" v="0" actId="47"/>
        <pc:sldMkLst>
          <pc:docMk/>
          <pc:sldMk cId="3042954053" sldId="26571"/>
        </pc:sldMkLst>
      </pc:sldChg>
      <pc:sldChg chg="del">
        <pc:chgData name="Jason Fretwell" userId="236faa51-3e25-42ea-818b-3df7392b3740" providerId="ADAL" clId="{E13908BB-FCA8-48D3-AC32-E0FE8851F1D6}" dt="2026-10-20T09:19:10.872" v="0" actId="47"/>
        <pc:sldMkLst>
          <pc:docMk/>
          <pc:sldMk cId="300473300" sldId="26572"/>
        </pc:sldMkLst>
      </pc:sldChg>
      <pc:sldChg chg="del">
        <pc:chgData name="Jason Fretwell" userId="236faa51-3e25-42ea-818b-3df7392b3740" providerId="ADAL" clId="{E13908BB-FCA8-48D3-AC32-E0FE8851F1D6}" dt="2026-10-20T09:19:10.872" v="0" actId="47"/>
        <pc:sldMkLst>
          <pc:docMk/>
          <pc:sldMk cId="3604808556" sldId="26574"/>
        </pc:sldMkLst>
      </pc:sldChg>
      <pc:sldMasterChg chg="delSldLayout">
        <pc:chgData name="Jason Fretwell" userId="236faa51-3e25-42ea-818b-3df7392b3740" providerId="ADAL" clId="{E13908BB-FCA8-48D3-AC32-E0FE8851F1D6}" dt="2026-10-20T09:19:10.872" v="0" actId="47"/>
        <pc:sldMasterMkLst>
          <pc:docMk/>
          <pc:sldMasterMk cId="4123316428" sldId="2147483660"/>
        </pc:sldMasterMkLst>
        <pc:sldLayoutChg chg="del">
          <pc:chgData name="Jason Fretwell" userId="236faa51-3e25-42ea-818b-3df7392b3740" providerId="ADAL" clId="{E13908BB-FCA8-48D3-AC32-E0FE8851F1D6}" dt="2026-10-20T09:19:10.872" v="0" actId="47"/>
          <pc:sldLayoutMkLst>
            <pc:docMk/>
            <pc:sldMasterMk cId="4123316428" sldId="2147483660"/>
            <pc:sldLayoutMk cId="2297222951" sldId="2147483747"/>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Favourite</a:t>
            </a:r>
            <a:r>
              <a:rPr lang="en-US" baseline="0"/>
              <a:t> sports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Sheet1!$A$3</c:f>
              <c:strCache>
                <c:ptCount val="1"/>
                <c:pt idx="0">
                  <c:v>Grade 2</c:v>
                </c:pt>
              </c:strCache>
            </c:strRef>
          </c:tx>
          <c:spPr>
            <a:solidFill>
              <a:schemeClr val="accent1"/>
            </a:solidFill>
            <a:ln>
              <a:noFill/>
            </a:ln>
            <a:effectLst/>
          </c:spPr>
          <c:invertIfNegative val="0"/>
          <c:cat>
            <c:strRef>
              <c:f>Sheet1!$B$2:$E$2</c:f>
              <c:strCache>
                <c:ptCount val="4"/>
                <c:pt idx="0">
                  <c:v>Basketball</c:v>
                </c:pt>
                <c:pt idx="1">
                  <c:v>Netball</c:v>
                </c:pt>
                <c:pt idx="2">
                  <c:v>Soccer</c:v>
                </c:pt>
                <c:pt idx="3">
                  <c:v>Swimming </c:v>
                </c:pt>
              </c:strCache>
            </c:strRef>
          </c:cat>
          <c:val>
            <c:numRef>
              <c:f>Sheet1!$B$3:$E$3</c:f>
              <c:numCache>
                <c:formatCode>General</c:formatCode>
                <c:ptCount val="4"/>
                <c:pt idx="0">
                  <c:v>15</c:v>
                </c:pt>
                <c:pt idx="1">
                  <c:v>7</c:v>
                </c:pt>
                <c:pt idx="2">
                  <c:v>18</c:v>
                </c:pt>
                <c:pt idx="3">
                  <c:v>16</c:v>
                </c:pt>
              </c:numCache>
            </c:numRef>
          </c:val>
          <c:extLst>
            <c:ext xmlns:c16="http://schemas.microsoft.com/office/drawing/2014/chart" uri="{C3380CC4-5D6E-409C-BE32-E72D297353CC}">
              <c16:uniqueId val="{00000000-03BB-439A-A8EA-B20E37BD21FF}"/>
            </c:ext>
          </c:extLst>
        </c:ser>
        <c:ser>
          <c:idx val="1"/>
          <c:order val="1"/>
          <c:tx>
            <c:strRef>
              <c:f>Sheet1!$A$4</c:f>
              <c:strCache>
                <c:ptCount val="1"/>
                <c:pt idx="0">
                  <c:v>Grade 3</c:v>
                </c:pt>
              </c:strCache>
            </c:strRef>
          </c:tx>
          <c:spPr>
            <a:solidFill>
              <a:schemeClr val="accent2"/>
            </a:solidFill>
            <a:ln>
              <a:noFill/>
            </a:ln>
            <a:effectLst/>
          </c:spPr>
          <c:invertIfNegative val="0"/>
          <c:cat>
            <c:strRef>
              <c:f>Sheet1!$B$2:$E$2</c:f>
              <c:strCache>
                <c:ptCount val="4"/>
                <c:pt idx="0">
                  <c:v>Basketball</c:v>
                </c:pt>
                <c:pt idx="1">
                  <c:v>Netball</c:v>
                </c:pt>
                <c:pt idx="2">
                  <c:v>Soccer</c:v>
                </c:pt>
                <c:pt idx="3">
                  <c:v>Swimming </c:v>
                </c:pt>
              </c:strCache>
            </c:strRef>
          </c:cat>
          <c:val>
            <c:numRef>
              <c:f>Sheet1!$B$4:$E$4</c:f>
              <c:numCache>
                <c:formatCode>General</c:formatCode>
                <c:ptCount val="4"/>
                <c:pt idx="0">
                  <c:v>18</c:v>
                </c:pt>
                <c:pt idx="1">
                  <c:v>13</c:v>
                </c:pt>
                <c:pt idx="2">
                  <c:v>4</c:v>
                </c:pt>
                <c:pt idx="3">
                  <c:v>16</c:v>
                </c:pt>
              </c:numCache>
            </c:numRef>
          </c:val>
          <c:extLst>
            <c:ext xmlns:c16="http://schemas.microsoft.com/office/drawing/2014/chart" uri="{C3380CC4-5D6E-409C-BE32-E72D297353CC}">
              <c16:uniqueId val="{00000001-03BB-439A-A8EA-B20E37BD21FF}"/>
            </c:ext>
          </c:extLst>
        </c:ser>
        <c:dLbls>
          <c:showLegendKey val="0"/>
          <c:showVal val="0"/>
          <c:showCatName val="0"/>
          <c:showSerName val="0"/>
          <c:showPercent val="0"/>
          <c:showBubbleSize val="0"/>
        </c:dLbls>
        <c:gapWidth val="219"/>
        <c:overlap val="-27"/>
        <c:axId val="807933487"/>
        <c:axId val="811065183"/>
      </c:barChart>
      <c:catAx>
        <c:axId val="8079334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1065183"/>
        <c:crosses val="autoZero"/>
        <c:auto val="1"/>
        <c:lblAlgn val="ctr"/>
        <c:lblOffset val="100"/>
        <c:noMultiLvlLbl val="0"/>
      </c:catAx>
      <c:valAx>
        <c:axId val="81106518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079334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20/10/2026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6T22:45:26.468"/>
    </inkml:context>
    <inkml:brush xml:id="br0">
      <inkml:brushProperty name="width" value="0.1" units="cm"/>
      <inkml:brushProperty name="height" value="0.1" units="cm"/>
      <inkml:brushProperty name="color" value="#E71224"/>
    </inkml:brush>
  </inkml:definitions>
  <inkml:trace contextRef="#ctx0" brushRef="#br0">0 1 24575,'10'0'0,"1"0"0,-1 0 0,1 1 0,-1 0 0,1 1 0,-1 0 0,0 1 0,18 6 0,715 287 0,-472-167 0,265 171 0,-523-292 0,0-1 0,-1 2 0,0 0 0,0 0 0,-1 1 0,-1 0 0,0 1 0,0 0 0,-1 1 0,11 17 0,-6-6-1365,-1-2-5461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6T22:45:30.293"/>
    </inkml:context>
    <inkml:brush xml:id="br0">
      <inkml:brushProperty name="width" value="0.1" units="cm"/>
      <inkml:brushProperty name="height" value="0.1" units="cm"/>
      <inkml:brushProperty name="color" value="#E71224"/>
    </inkml:brush>
  </inkml:definitions>
  <inkml:trace contextRef="#ctx0" brushRef="#br0">0 1 24129,'1795'1116'0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6T22:45:30.399"/>
    </inkml:context>
    <inkml:brush xml:id="br0">
      <inkml:brushProperty name="width" value="0.1" units="cm"/>
      <inkml:brushProperty name="height" value="0.1" units="cm"/>
      <inkml:brushProperty name="color" value="#E71224"/>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20/10/2026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818AF-DDC4-010C-0C3E-226873281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03B7B5-593F-4E30-4201-691EFD621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4148B8-A5EE-066C-084C-26B252FC0EF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CAEACBF-48FC-503B-3932-30BDA4DEBD8C}"/>
              </a:ext>
            </a:extLst>
          </p:cNvPr>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2863702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a:t>
            </a:r>
            <a:r>
              <a:rPr lang="en-AU">
                <a:latin typeface="Arial"/>
                <a:cs typeface="Arial"/>
              </a:rPr>
              <a:t>5</a:t>
            </a:r>
            <a:r>
              <a:rPr lang="en-AU" sz="1600" b="0" i="0">
                <a:solidFill>
                  <a:schemeClr val="tx1"/>
                </a:solidFill>
                <a:latin typeface="Arial"/>
                <a:cs typeface="Arial"/>
              </a:rPr>
              <a:t>)</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r>
              <a:rPr lang="en-AU">
                <a:latin typeface="Arial"/>
                <a:cs typeface="Arial"/>
              </a:rPr>
              <a:t>Representing quantity fractions B</a:t>
            </a:r>
            <a:endParaRPr lang="en-AU">
              <a:effectLst/>
              <a:ea typeface="Calibri" panose="020F0502020204030204" pitchFamily="34" charset="0"/>
              <a:cs typeface="Arial"/>
            </a:endParaRPr>
          </a:p>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B86A9-99E2-4149-56C2-0FAD4CDFC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F2718-A36C-7497-2EE5-81A240248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EB09EE-3E10-C8AF-9F92-5B1BBAB1078C}"/>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B: 2D shapes</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BBA043-81EA-77EE-E881-404311353372}"/>
              </a:ext>
            </a:extLst>
          </p:cNvPr>
          <p:cNvSpPr>
            <a:spLocks noGrp="1"/>
          </p:cNvSpPr>
          <p:nvPr>
            <p:ph type="sldNum" sz="quarter" idx="5"/>
          </p:nvPr>
        </p:nvSpPr>
        <p:spPr/>
        <p:txBody>
          <a:bodyPr/>
          <a:lstStyle/>
          <a:p>
            <a:fld id="{B07158C4-A119-4B78-9DE8-A50001BC31DC}" type="slidenum">
              <a:rPr lang="en-AU" smtClean="0"/>
              <a:pPr/>
              <a:t>3</a:t>
            </a:fld>
            <a:endParaRPr lang="en-AU"/>
          </a:p>
        </p:txBody>
      </p:sp>
    </p:spTree>
    <p:extLst>
      <p:ext uri="{BB962C8B-B14F-4D97-AF65-F5344CB8AC3E}">
        <p14:creationId xmlns:p14="http://schemas.microsoft.com/office/powerpoint/2010/main" val="11361160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04360-B294-6875-A777-8E65DF276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95FFA0-8D58-064B-822F-AFE07735A2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7C0922-ADB2-6D09-377E-996CEEE43E3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Chance B</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157227-2E00-F70A-D00B-E66E351F3B92}"/>
              </a:ext>
            </a:extLst>
          </p:cNvPr>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31593475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B75FC-45C2-0D96-62F4-2547ACD877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6E951-171E-CEBE-98D0-EAA8C416AD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A9FBF-0199-90F9-6207-B8212D2695D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B: Area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6675A1E-9728-DFA8-DCB5-8F3400B0B32B}"/>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10375124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94D49-0FEF-E22C-ADC0-C37054818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9EBDE-6325-50D3-1D8C-46C2A07207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CFC79-89C8-8091-6BD4-E413B8EB8F6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Three-dimensional spatial structure B: Volume</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3DCD472-CD43-2531-1524-996ECEDB5DEC}"/>
              </a:ext>
            </a:extLst>
          </p:cNvPr>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17101332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defTabSz="914400">
                  <a:lnSpc>
                    <a:spcPct val="150000"/>
                  </a:lnSpc>
                  <a:spcBef>
                    <a:spcPts val="1200"/>
                  </a:spcBef>
                  <a:spcAft>
                    <a:spcPts val="600"/>
                  </a:spcAft>
                </a:pPr>
                <a:r>
                  <a:rPr lang="en-AU" sz="1800">
                    <a:latin typeface="Arial"/>
                    <a:cs typeface="Arial"/>
                  </a:rPr>
                  <a:t>This is a developing number sense activity. </a:t>
                </a:r>
                <a:endParaRPr lang="en-US" sz="1800">
                  <a:solidFill>
                    <a:srgbClr val="444444"/>
                  </a:solidFill>
                  <a:latin typeface="Arial"/>
                  <a:cs typeface="Arial"/>
                </a:endParaRPr>
              </a:p>
              <a:p>
                <a:pPr defTabSz="914400">
                  <a:lnSpc>
                    <a:spcPct val="150000"/>
                  </a:lnSpc>
                  <a:spcBef>
                    <a:spcPts val="1200"/>
                  </a:spcBef>
                  <a:spcAft>
                    <a:spcPts val="600"/>
                  </a:spcAft>
                </a:pPr>
                <a:endParaRPr lang="en-AU" sz="1800">
                  <a:solidFill>
                    <a:srgbClr val="444444"/>
                  </a:solidFill>
                </a:endParaRPr>
              </a:p>
              <a:p>
                <a:pPr defTabSz="914400">
                  <a:lnSpc>
                    <a:spcPct val="150000"/>
                  </a:lnSpc>
                  <a:spcBef>
                    <a:spcPts val="1200"/>
                  </a:spcBef>
                  <a:spcAft>
                    <a:spcPts val="600"/>
                  </a:spcAft>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defTabSz="914400">
                  <a:lnSpc>
                    <a:spcPts val="1913"/>
                  </a:lnSpc>
                </a:pPr>
                <a:endParaRPr lang="en-AU" sz="1800">
                  <a:solidFill>
                    <a:srgbClr val="444444"/>
                  </a:solidFill>
                </a:endParaRPr>
              </a:p>
              <a:p>
                <a:pPr defTabSz="914400"/>
                <a:r>
                  <a:rPr lang="en-AU" sz="1800" b="1">
                    <a:latin typeface="Arial"/>
                    <a:cs typeface="Arial"/>
                  </a:rPr>
                  <a:t>Syllabus focus area:</a:t>
                </a:r>
                <a:endParaRPr lang="en-US" sz="1800">
                  <a:solidFill>
                    <a:srgbClr val="444444"/>
                  </a:solidFill>
                  <a:latin typeface="Arial"/>
                  <a:cs typeface="Arial"/>
                </a:endParaRPr>
              </a:p>
              <a:p>
                <a:pPr marL="0" lvl="0" indent="0">
                  <a:lnSpc>
                    <a:spcPct val="150000"/>
                  </a:lnSpc>
                  <a:spcBef>
                    <a:spcPts val="1200"/>
                  </a:spcBef>
                  <a:spcAft>
                    <a:spcPts val="600"/>
                  </a:spcAft>
                  <a:buFont typeface="Symbol" panose="05050102010706020507" pitchFamily="18" charset="2"/>
                  <a:buNone/>
                </a:pPr>
                <a:r>
                  <a:rPr lang="en-AU" sz="1800">
                    <a:effectLst/>
                    <a:latin typeface="Arial" panose="020B0604020202020204" pitchFamily="34" charset="0"/>
                    <a:ea typeface="Calibri" panose="020F0502020204030204" pitchFamily="34" charset="0"/>
                  </a:rPr>
                  <a:t>Representing quantity fractions B</a:t>
                </a:r>
              </a:p>
              <a:p>
                <a:pPr marL="0" lvl="0" indent="0">
                  <a:lnSpc>
                    <a:spcPct val="150000"/>
                  </a:lnSpc>
                  <a:spcBef>
                    <a:spcPts val="1200"/>
                  </a:spcBef>
                  <a:spcAft>
                    <a:spcPts val="600"/>
                  </a:spcAft>
                  <a:buFont typeface="Symbol" panose="05050102010706020507" pitchFamily="18" charset="2"/>
                  <a:buNone/>
                </a:pPr>
                <a:endParaRPr lang="en-AU" sz="1800">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50000"/>
                  </a:lnSpc>
                  <a:spcBef>
                    <a:spcPts val="1200"/>
                  </a:spcBef>
                  <a:spcAft>
                    <a:spcPts val="600"/>
                  </a:spcAft>
                  <a:buClrTx/>
                  <a:buSzTx/>
                  <a:buFont typeface="Symbol" panose="05050102010706020507" pitchFamily="18" charset="2"/>
                  <a:buNone/>
                  <a:tabLst/>
                  <a:defRPr/>
                </a:pPr>
                <a:r>
                  <a:rPr lang="en-AU" sz="1800"/>
                  <a:t>This resource corresponds to </a:t>
                </a:r>
                <a:r>
                  <a:rPr lang="en-AU" sz="1800" b="1"/>
                  <a:t>Resource 24 </a:t>
                </a:r>
                <a:r>
                  <a:rPr lang="en-AU" sz="1800"/>
                  <a:t>- decoration fractions in Stage 3 Year B Unit 39. </a:t>
                </a:r>
              </a:p>
              <a:p>
                <a:pPr marL="0" lvl="0" indent="0">
                  <a:lnSpc>
                    <a:spcPct val="150000"/>
                  </a:lnSpc>
                  <a:spcBef>
                    <a:spcPts val="1200"/>
                  </a:spcBef>
                  <a:spcAft>
                    <a:spcPts val="600"/>
                  </a:spcAft>
                  <a:buFont typeface="Symbol" panose="05050102010706020507" pitchFamily="18" charset="2"/>
                  <a:buNone/>
                </a:pPr>
                <a:endParaRPr lang="en-AU" sz="180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Symbol" panose="05050102010706020507" pitchFamily="18" charset="2"/>
                  <a:buNone/>
                </a:pPr>
                <a:r>
                  <a:rPr lang="en-AU" sz="1800">
                    <a:effectLst/>
                    <a:latin typeface="Arial" panose="020B0604020202020204" pitchFamily="34" charset="0"/>
                    <a:ea typeface="Calibri" panose="020F0502020204030204" pitchFamily="34" charset="0"/>
                  </a:rPr>
                  <a:t>Ask:</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How did you split the problem into parts to solve it?</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What fraction of the balloons is 24?</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What is </a:t>
                </a:r>
                <a14:m>
                  <m:oMath xmlns:m="http://schemas.openxmlformats.org/officeDocument/2006/math">
                    <m:f>
                      <m:fPr>
                        <m:ctrlPr>
                          <a:rPr lang="en-AU" sz="1800">
                            <a:effectLst/>
                            <a:latin typeface="Cambria Math" panose="02040503050406030204" pitchFamily="18" charset="0"/>
                            <a:ea typeface="Calibri" panose="020F0502020204030204" pitchFamily="34" charset="0"/>
                          </a:rPr>
                        </m:ctrlPr>
                      </m:fPr>
                      <m:num>
                        <m:r>
                          <a:rPr lang="en-AU" sz="1800">
                            <a:effectLst/>
                            <a:latin typeface="Cambria Math" panose="02040503050406030204" pitchFamily="18" charset="0"/>
                            <a:ea typeface="Calibri" panose="020F0502020204030204" pitchFamily="34" charset="0"/>
                          </a:rPr>
                          <m:t>1</m:t>
                        </m:r>
                      </m:num>
                      <m:den>
                        <m:r>
                          <a:rPr lang="en-AU" sz="1800">
                            <a:effectLst/>
                            <a:latin typeface="Cambria Math" panose="02040503050406030204" pitchFamily="18" charset="0"/>
                            <a:ea typeface="Calibri" panose="020F0502020204030204" pitchFamily="34" charset="0"/>
                          </a:rPr>
                          <m:t>5</m:t>
                        </m:r>
                      </m:den>
                    </m:f>
                  </m:oMath>
                </a14:m>
                <a:r>
                  <a:rPr lang="en-AU" sz="1800">
                    <a:effectLst/>
                    <a:latin typeface="Arial" panose="020B0604020202020204" pitchFamily="34" charset="0"/>
                    <a:ea typeface="Calibri" panose="020F0502020204030204" pitchFamily="34" charset="0"/>
                  </a:rPr>
                  <a:t> of the total amount?</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How many purple balloons did Gigi buy?</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What was the total amount of balloons?</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What strategy did you use to solve the problem?</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Were there strategies that other pairs used that you didn’t think of?</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Which strategy was the most effective in solving this problem?</a:t>
                </a:r>
              </a:p>
              <a:p>
                <a:pPr marL="342900" lvl="0" indent="-342900">
                  <a:lnSpc>
                    <a:spcPct val="150000"/>
                  </a:lnSpc>
                  <a:spcBef>
                    <a:spcPts val="1200"/>
                  </a:spcBef>
                  <a:spcAft>
                    <a:spcPts val="600"/>
                  </a:spcAft>
                  <a:buFont typeface="Symbol" panose="05050102010706020507" pitchFamily="18" charset="2"/>
                  <a:buChar char=""/>
                </a:pPr>
                <a:endParaRPr lang="en-AU" sz="1800">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50000"/>
                  </a:lnSpc>
                  <a:spcBef>
                    <a:spcPts val="1200"/>
                  </a:spcBef>
                  <a:spcAft>
                    <a:spcPts val="600"/>
                  </a:spcAft>
                  <a:buClrTx/>
                  <a:buSzTx/>
                  <a:buFont typeface="Symbol" panose="05050102010706020507" pitchFamily="18" charset="2"/>
                  <a:buNone/>
                  <a:tabLst/>
                  <a:defRPr/>
                </a:pPr>
                <a:r>
                  <a:rPr lang="en-AU" sz="1800">
                    <a:latin typeface="Public Sans"/>
                  </a:rPr>
                  <a:t>Consider the use of a bar model to demonstrate the problem solving and strategies applied by students</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Symbol" panose="05050102010706020507" pitchFamily="18" charset="2"/>
                  <a:buChar char=""/>
                </a:pP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Symbol" panose="05050102010706020507" pitchFamily="18" charset="2"/>
                  <a:buChar char=""/>
                </a:pPr>
                <a:endParaRPr lang="en-AU" sz="1800">
                  <a:effectLst/>
                  <a:latin typeface="Arial" panose="020B0604020202020204" pitchFamily="34" charset="0"/>
                  <a:ea typeface="Calibri" panose="020F0502020204030204" pitchFamily="34" charset="0"/>
                </a:endParaRPr>
              </a:p>
              <a:p>
                <a:endParaRPr lang="en-AU"/>
              </a:p>
            </p:txBody>
          </p:sp>
        </mc:Choice>
        <mc:Fallback xmlns="">
          <p:sp>
            <p:nvSpPr>
              <p:cNvPr id="3" name="Notes Placeholder 2"/>
              <p:cNvSpPr>
                <a:spLocks noGrp="1"/>
              </p:cNvSpPr>
              <p:nvPr>
                <p:ph type="body" idx="1"/>
              </p:nvPr>
            </p:nvSpPr>
            <p:spPr/>
            <p:txBody>
              <a:bodyPr/>
              <a:lstStyle/>
              <a:p>
                <a:pPr defTabSz="914400">
                  <a:lnSpc>
                    <a:spcPct val="150000"/>
                  </a:lnSpc>
                  <a:spcBef>
                    <a:spcPts val="1200"/>
                  </a:spcBef>
                  <a:spcAft>
                    <a:spcPts val="600"/>
                  </a:spcAft>
                </a:pPr>
                <a:r>
                  <a:rPr lang="en-AU" sz="1800">
                    <a:latin typeface="Arial"/>
                    <a:cs typeface="Arial"/>
                  </a:rPr>
                  <a:t>This is a developing number sense activity. </a:t>
                </a:r>
                <a:endParaRPr lang="en-US" sz="1800">
                  <a:solidFill>
                    <a:srgbClr val="444444"/>
                  </a:solidFill>
                  <a:latin typeface="Arial"/>
                  <a:cs typeface="Arial"/>
                </a:endParaRPr>
              </a:p>
              <a:p>
                <a:pPr defTabSz="914400">
                  <a:lnSpc>
                    <a:spcPct val="150000"/>
                  </a:lnSpc>
                  <a:spcBef>
                    <a:spcPts val="1200"/>
                  </a:spcBef>
                  <a:spcAft>
                    <a:spcPts val="600"/>
                  </a:spcAft>
                </a:pPr>
                <a:endParaRPr lang="en-AU" sz="1800">
                  <a:solidFill>
                    <a:srgbClr val="444444"/>
                  </a:solidFill>
                </a:endParaRPr>
              </a:p>
              <a:p>
                <a:pPr defTabSz="914400">
                  <a:lnSpc>
                    <a:spcPct val="150000"/>
                  </a:lnSpc>
                  <a:spcBef>
                    <a:spcPts val="1200"/>
                  </a:spcBef>
                  <a:spcAft>
                    <a:spcPts val="600"/>
                  </a:spcAft>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defTabSz="914400">
                  <a:lnSpc>
                    <a:spcPts val="1913"/>
                  </a:lnSpc>
                </a:pPr>
                <a:endParaRPr lang="en-AU" sz="1800">
                  <a:solidFill>
                    <a:srgbClr val="444444"/>
                  </a:solidFill>
                </a:endParaRPr>
              </a:p>
              <a:p>
                <a:pPr defTabSz="914400"/>
                <a:r>
                  <a:rPr lang="en-AU" sz="1800" b="1">
                    <a:latin typeface="Arial"/>
                    <a:cs typeface="Arial"/>
                  </a:rPr>
                  <a:t>Syllabus focus area:</a:t>
                </a:r>
                <a:endParaRPr lang="en-US" sz="1800">
                  <a:solidFill>
                    <a:srgbClr val="444444"/>
                  </a:solidFill>
                  <a:latin typeface="Arial"/>
                  <a:cs typeface="Arial"/>
                </a:endParaRPr>
              </a:p>
              <a:p>
                <a:pPr marL="0" lvl="0" indent="0">
                  <a:lnSpc>
                    <a:spcPct val="150000"/>
                  </a:lnSpc>
                  <a:spcBef>
                    <a:spcPts val="1200"/>
                  </a:spcBef>
                  <a:spcAft>
                    <a:spcPts val="600"/>
                  </a:spcAft>
                  <a:buFont typeface="Symbol" panose="05050102010706020507" pitchFamily="18" charset="2"/>
                  <a:buNone/>
                </a:pPr>
                <a:r>
                  <a:rPr lang="en-AU" sz="1800">
                    <a:effectLst/>
                    <a:latin typeface="Arial" panose="020B0604020202020204" pitchFamily="34" charset="0"/>
                    <a:ea typeface="Calibri" panose="020F0502020204030204" pitchFamily="34" charset="0"/>
                  </a:rPr>
                  <a:t>Representing quantity fractions B</a:t>
                </a:r>
              </a:p>
              <a:p>
                <a:pPr marL="0" lvl="0" indent="0">
                  <a:lnSpc>
                    <a:spcPct val="150000"/>
                  </a:lnSpc>
                  <a:spcBef>
                    <a:spcPts val="1200"/>
                  </a:spcBef>
                  <a:spcAft>
                    <a:spcPts val="600"/>
                  </a:spcAft>
                  <a:buFont typeface="Symbol" panose="05050102010706020507" pitchFamily="18" charset="2"/>
                  <a:buNone/>
                </a:pPr>
                <a:endParaRPr lang="en-AU" sz="1800">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50000"/>
                  </a:lnSpc>
                  <a:spcBef>
                    <a:spcPts val="1200"/>
                  </a:spcBef>
                  <a:spcAft>
                    <a:spcPts val="600"/>
                  </a:spcAft>
                  <a:buClrTx/>
                  <a:buSzTx/>
                  <a:buFont typeface="Symbol" panose="05050102010706020507" pitchFamily="18" charset="2"/>
                  <a:buNone/>
                  <a:tabLst/>
                  <a:defRPr/>
                </a:pPr>
                <a:r>
                  <a:rPr lang="en-AU" sz="1800"/>
                  <a:t>This resource corresponds to </a:t>
                </a:r>
                <a:r>
                  <a:rPr lang="en-AU" sz="1800" b="1"/>
                  <a:t>Resource 24 </a:t>
                </a:r>
                <a:r>
                  <a:rPr lang="en-AU" sz="1800"/>
                  <a:t>- decoration fractions in Stage 3 Year B Unit 39. </a:t>
                </a:r>
              </a:p>
              <a:p>
                <a:pPr marL="0" lvl="0" indent="0">
                  <a:lnSpc>
                    <a:spcPct val="150000"/>
                  </a:lnSpc>
                  <a:spcBef>
                    <a:spcPts val="1200"/>
                  </a:spcBef>
                  <a:spcAft>
                    <a:spcPts val="600"/>
                  </a:spcAft>
                  <a:buFont typeface="Symbol" panose="05050102010706020507" pitchFamily="18" charset="2"/>
                  <a:buNone/>
                </a:pPr>
                <a:endParaRPr lang="en-AU" sz="180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Symbol" panose="05050102010706020507" pitchFamily="18" charset="2"/>
                  <a:buNone/>
                </a:pPr>
                <a:r>
                  <a:rPr lang="en-AU" sz="1800">
                    <a:effectLst/>
                    <a:latin typeface="Arial" panose="020B0604020202020204" pitchFamily="34" charset="0"/>
                    <a:ea typeface="Calibri" panose="020F0502020204030204" pitchFamily="34" charset="0"/>
                  </a:rPr>
                  <a:t>Ask:</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How did you split the problem into parts to solve it?</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What fraction of the balloons is 24?</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What is </a:t>
                </a:r>
                <a:r>
                  <a:rPr lang="en-AU" sz="1800" i="0">
                    <a:effectLst/>
                    <a:latin typeface="Cambria Math" panose="02040503050406030204" pitchFamily="18" charset="0"/>
                    <a:ea typeface="Calibri" panose="020F0502020204030204" pitchFamily="34" charset="0"/>
                  </a:rPr>
                  <a:t>1/5</a:t>
                </a:r>
                <a:r>
                  <a:rPr lang="en-AU" sz="1800">
                    <a:effectLst/>
                    <a:latin typeface="Arial" panose="020B0604020202020204" pitchFamily="34" charset="0"/>
                    <a:ea typeface="Calibri" panose="020F0502020204030204" pitchFamily="34" charset="0"/>
                  </a:rPr>
                  <a:t> of the total amount?</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How many purple balloons did Gigi buy?</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What was the total amount of balloons?</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What strategy did you use to solve the problem?</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Were there strategies that other pairs used that you didn’t think of?</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Which strategy was the most effective in solving this problem?</a:t>
                </a:r>
              </a:p>
              <a:p>
                <a:pPr marL="342900" lvl="0" indent="-342900">
                  <a:lnSpc>
                    <a:spcPct val="150000"/>
                  </a:lnSpc>
                  <a:spcBef>
                    <a:spcPts val="1200"/>
                  </a:spcBef>
                  <a:spcAft>
                    <a:spcPts val="600"/>
                  </a:spcAft>
                  <a:buFont typeface="Symbol" panose="05050102010706020507" pitchFamily="18" charset="2"/>
                  <a:buChar char=""/>
                </a:pPr>
                <a:endParaRPr lang="en-AU" sz="1800">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50000"/>
                  </a:lnSpc>
                  <a:spcBef>
                    <a:spcPts val="1200"/>
                  </a:spcBef>
                  <a:spcAft>
                    <a:spcPts val="600"/>
                  </a:spcAft>
                  <a:buClrTx/>
                  <a:buSzTx/>
                  <a:buFont typeface="Symbol" panose="05050102010706020507" pitchFamily="18" charset="2"/>
                  <a:buNone/>
                  <a:tabLst/>
                  <a:defRPr/>
                </a:pPr>
                <a:r>
                  <a:rPr lang="en-AU" sz="1800">
                    <a:latin typeface="Public Sans"/>
                  </a:rPr>
                  <a:t>Consider the use of a bar model to demonstrate the problem solving and strategies applied by students</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Symbol" panose="05050102010706020507" pitchFamily="18" charset="2"/>
                  <a:buChar char=""/>
                </a:pP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Symbol" panose="05050102010706020507" pitchFamily="18" charset="2"/>
                  <a:buChar char=""/>
                </a:pPr>
                <a:endParaRPr lang="en-AU" sz="1800">
                  <a:effectLst/>
                  <a:latin typeface="Arial" panose="020B0604020202020204" pitchFamily="34" charset="0"/>
                  <a:ea typeface="Calibri" panose="020F0502020204030204" pitchFamily="34" charset="0"/>
                </a:endParaRPr>
              </a:p>
              <a:p>
                <a:endParaRPr lang="en-AU"/>
              </a:p>
            </p:txBody>
          </p:sp>
        </mc:Fallback>
      </mc:AlternateContent>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7</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282716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8C1CE-3D7B-8C22-AFC5-660902D599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37C5F-4ACE-3DE4-9D05-E15869C1E5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7D0275-1957-4FCD-4C9F-4F5014D4029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0ED9EA0-63F8-DCB3-45D1-47D40D33264E}"/>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6781621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85C66-E87F-8559-1BA9-FC3610A67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92896-D187-8BC4-AFD2-7703B8D5EA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077664-AA60-3C7F-EA05-E21A631F224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6</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quantity fractions B</a:t>
            </a: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57CEC59-E004-9475-6C50-843D04984AF6}"/>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4196807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76D1B-C30D-914C-D301-04E3D94155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5D6EBE-AC3C-D895-E00D-A6AB845EB2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934EA7-7CE3-4F4E-4C9B-79F74EFA3E1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Geometric measure B: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B20FF9E-D104-FB31-D6A0-7D894B5152CA}"/>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7602124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15048-2001-38E7-C6D8-4D56F3139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C8191-A82C-7584-98A7-AB3325A543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D1080-5AAD-6FC8-34A4-C308FFD0130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Data A</a:t>
            </a: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7AF038-93C9-4742-2CFB-CDB0907916EC}"/>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37718513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9237A-4851-3D2C-DEBB-BE3972BF45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8C423-A6E6-C5B7-7905-CC0BC5A1EE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63C889-7CAC-B141-2484-44CF565D2B6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Three-dimensional spatial structure B: Volume</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6C61C20-F4A1-5B16-3DAE-BF102D6A931F}"/>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1482671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88F32-0A67-FA95-4465-407CB7E45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2FD93-170C-A7F6-032B-206207344D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81DDA8-1CA3-B1ED-E0A4-4DA46EACB79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B: Area</a:t>
            </a:r>
            <a:endParaRPr lang="en-AU"/>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3B6ABB5-2F6F-3721-A6D1-DA32621E5284}"/>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24774733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sz="1800">
                <a:solidFill>
                  <a:srgbClr val="000000"/>
                </a:solidFill>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pPr>
            <a:endParaRPr lang="en-AU" sz="1800">
              <a:solidFill>
                <a:srgbClr val="444444"/>
              </a:solidFill>
            </a:endParaRPr>
          </a:p>
          <a:p>
            <a:pPr>
              <a:lnSpc>
                <a:spcPct val="150000"/>
              </a:lnSpc>
              <a:spcBef>
                <a:spcPts val="1200"/>
              </a:spcBef>
              <a:spcAft>
                <a:spcPts val="600"/>
              </a:spcAft>
            </a:pPr>
            <a:r>
              <a:rPr lang="en-AU" sz="1800">
                <a:solidFill>
                  <a:srgbClr val="000000"/>
                </a:solidFill>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pPr>
            <a:endParaRPr lang="en-AU" sz="1800">
              <a:solidFill>
                <a:srgbClr val="444444"/>
              </a:solidFill>
            </a:endParaRPr>
          </a:p>
          <a:p>
            <a:r>
              <a:rPr lang="en-AU" sz="1800" b="1">
                <a:solidFill>
                  <a:srgbClr val="000000"/>
                </a:solidFill>
                <a:latin typeface="Arial"/>
                <a:cs typeface="Arial"/>
              </a:rPr>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800">
                <a:solidFill>
                  <a:srgbClr val="000000"/>
                </a:solidFill>
                <a:latin typeface="Arial"/>
                <a:cs typeface="Arial"/>
              </a:rPr>
              <a:t>Representing quantity fractions B</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800">
              <a:solidFill>
                <a:srgbClr val="000000"/>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800"/>
              <a:t>This resource corresponds to </a:t>
            </a:r>
            <a:r>
              <a:rPr lang="en-AU" sz="1800" b="1"/>
              <a:t>Resource 25 </a:t>
            </a:r>
            <a:r>
              <a:rPr lang="en-AU" sz="1800"/>
              <a:t>– blank tape diagram in Stage 3 Year B Unit 39. </a:t>
            </a:r>
          </a:p>
          <a:p>
            <a:endParaRPr lang="en-US" sz="1800">
              <a:solidFill>
                <a:srgbClr val="444444"/>
              </a:solidFill>
              <a:latin typeface="Arial"/>
              <a:cs typeface="Arial"/>
            </a:endParaRPr>
          </a:p>
          <a:p>
            <a:pPr marL="0" marR="0" lvl="0" indent="0" algn="l" defTabSz="1219170" rtl="0" eaLnBrk="1" fontAlgn="auto" latinLnBrk="0" hangingPunct="1">
              <a:lnSpc>
                <a:spcPct val="150000"/>
              </a:lnSpc>
              <a:spcBef>
                <a:spcPts val="1200"/>
              </a:spcBef>
              <a:spcAft>
                <a:spcPts val="600"/>
              </a:spcAft>
              <a:buClrTx/>
              <a:buSzTx/>
              <a:buFont typeface="+mj-lt"/>
              <a:buNone/>
              <a:tabLst/>
              <a:defRPr/>
            </a:pPr>
            <a:r>
              <a:rPr lang="en-AU" sz="1800">
                <a:effectLst/>
                <a:latin typeface="Arial"/>
                <a:ea typeface="Calibri"/>
                <a:cs typeface="Arial"/>
              </a:rPr>
              <a:t>This activity is an adaptation of Fraction of a number inquiry from Inquiry Maths by Hindle.</a:t>
            </a:r>
          </a:p>
          <a:p>
            <a:pPr marL="0" marR="0" lvl="0" indent="0" algn="l" defTabSz="1219170" rtl="0" eaLnBrk="1" fontAlgn="auto" latinLnBrk="0" hangingPunct="1">
              <a:lnSpc>
                <a:spcPct val="150000"/>
              </a:lnSpc>
              <a:spcBef>
                <a:spcPts val="1200"/>
              </a:spcBef>
              <a:spcAft>
                <a:spcPts val="600"/>
              </a:spcAft>
              <a:buClrTx/>
              <a:buSzTx/>
              <a:buFont typeface="+mj-lt"/>
              <a:buNone/>
              <a:tabLst/>
              <a:defRPr/>
            </a:pPr>
            <a:endParaRPr lang="en-AU" sz="1800">
              <a:effectLst/>
              <a:latin typeface="Arial"/>
              <a:ea typeface="Calibri"/>
              <a:cs typeface="Arial"/>
            </a:endParaRPr>
          </a:p>
          <a:p>
            <a:pPr marL="0" marR="0" lvl="0" indent="0" algn="l" defTabSz="1219170" rtl="0" eaLnBrk="1" fontAlgn="auto" latinLnBrk="0" hangingPunct="1">
              <a:lnSpc>
                <a:spcPct val="150000"/>
              </a:lnSpc>
              <a:spcBef>
                <a:spcPts val="1200"/>
              </a:spcBef>
              <a:spcAft>
                <a:spcPts val="600"/>
              </a:spcAft>
              <a:buClrTx/>
              <a:buSzTx/>
              <a:buFont typeface="+mj-lt"/>
              <a:buNone/>
              <a:tabLst/>
              <a:defRPr/>
            </a:pPr>
            <a:r>
              <a:rPr lang="en-AU" sz="1800" b="1">
                <a:effectLst/>
                <a:latin typeface="Arial"/>
                <a:ea typeface="Calibri"/>
                <a:cs typeface="Arial"/>
              </a:rPr>
              <a:t>Slide 46-48 are used for this activity.</a:t>
            </a:r>
          </a:p>
          <a:p>
            <a:pPr marL="0" lvl="0" indent="0">
              <a:lnSpc>
                <a:spcPct val="150000"/>
              </a:lnSpc>
              <a:spcBef>
                <a:spcPts val="1200"/>
              </a:spcBef>
              <a:spcAft>
                <a:spcPts val="600"/>
              </a:spcAft>
              <a:buFont typeface="+mj-lt"/>
              <a:buNone/>
            </a:pPr>
            <a:endParaRPr lang="en-AU" sz="180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pPr>
            <a:r>
              <a:rPr lang="en-AU" sz="1800">
                <a:effectLst/>
                <a:latin typeface="Arial" panose="020B0604020202020204" pitchFamily="34" charset="0"/>
                <a:ea typeface="Calibri" panose="020F0502020204030204" pitchFamily="34" charset="0"/>
              </a:rPr>
              <a:t>Ask:</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Is the equation true or false? Explain your reasoning.</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Was using the tape diagram helpful to figure out the fraction of the quantity? Why or why not?</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What is another way you could have solved this problem?</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Do you see any connections to other mathematical concepts?</a:t>
            </a:r>
          </a:p>
          <a:p>
            <a:endParaRPr lang="en-AU"/>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14</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0932027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effectLst/>
              </a:rPr>
              <a:t>Note: </a:t>
            </a:r>
            <a:r>
              <a:rPr lang="en-AU">
                <a:effectLst/>
              </a:rPr>
              <a:t>This slide is designed to be used in presentation mode.</a:t>
            </a:r>
          </a:p>
          <a:p>
            <a:endParaRPr lang="en-AU" sz="1600" b="0" i="0" kern="1200">
              <a:solidFill>
                <a:schemeClr val="tx1"/>
              </a:solidFill>
              <a:effectLst/>
              <a:latin typeface="Arial" panose="020B0604020202020204" pitchFamily="34" charset="0"/>
              <a:ea typeface="+mn-ea"/>
              <a:cs typeface="Arial" panose="020B0604020202020204" pitchFamily="34" charset="0"/>
            </a:endParaRPr>
          </a:p>
          <a:p>
            <a:pPr rtl="0" fontAlgn="base"/>
            <a:r>
              <a:rPr lang="en-AU" sz="1600" b="0" i="0" kern="1200">
                <a:solidFill>
                  <a:schemeClr val="tx1"/>
                </a:solidFill>
                <a:effectLst/>
                <a:latin typeface="Arial" panose="020B0604020202020204" pitchFamily="34" charset="0"/>
                <a:ea typeface="+mn-ea"/>
                <a:cs typeface="Arial" panose="020B0604020202020204" pitchFamily="34" charset="0"/>
              </a:rPr>
              <a:t>Provide students with individual whiteboards. Explain that they need to determine whether the equation is true or false and justify their answer using a tape diagram. </a:t>
            </a:r>
          </a:p>
          <a:p>
            <a:pPr rtl="0" fontAlgn="base"/>
            <a:endParaRPr lang="en-AU" sz="1600" b="0" i="0" kern="1200">
              <a:solidFill>
                <a:schemeClr val="tx1"/>
              </a:solidFill>
              <a:effectLst/>
              <a:latin typeface="Arial" panose="020B0604020202020204" pitchFamily="34" charset="0"/>
              <a:ea typeface="+mn-ea"/>
              <a:cs typeface="Arial" panose="020B0604020202020204" pitchFamily="34" charset="0"/>
            </a:endParaRPr>
          </a:p>
          <a:p>
            <a:pPr rtl="0" fontAlgn="base"/>
            <a:r>
              <a:rPr lang="en-AU" sz="1600" b="0" i="0" kern="1200">
                <a:solidFill>
                  <a:schemeClr val="tx1"/>
                </a:solidFill>
                <a:effectLst/>
                <a:latin typeface="Arial" panose="020B0604020202020204" pitchFamily="34" charset="0"/>
                <a:ea typeface="+mn-ea"/>
                <a:cs typeface="Arial" panose="020B0604020202020204" pitchFamily="34" charset="0"/>
              </a:rPr>
              <a:t>Students turn and talk, sharing their diagrams and reasoning. </a:t>
            </a:r>
          </a:p>
          <a:p>
            <a:pPr rtl="0" fontAlgn="base"/>
            <a:endParaRPr lang="en-AU" sz="1600" b="0" i="0" kern="1200">
              <a:solidFill>
                <a:schemeClr val="tx1"/>
              </a:solidFill>
              <a:effectLst/>
              <a:latin typeface="Arial" panose="020B0604020202020204" pitchFamily="34" charset="0"/>
              <a:ea typeface="+mn-ea"/>
              <a:cs typeface="Arial" panose="020B0604020202020204" pitchFamily="34" charset="0"/>
            </a:endParaRPr>
          </a:p>
          <a:p>
            <a:pPr rtl="0" fontAlgn="base"/>
            <a:r>
              <a:rPr lang="en-AU" sz="1600" b="0" i="0" kern="1200">
                <a:solidFill>
                  <a:schemeClr val="tx1"/>
                </a:solidFill>
                <a:effectLst/>
                <a:latin typeface="Arial" panose="020B0604020202020204" pitchFamily="34" charset="0"/>
                <a:ea typeface="+mn-ea"/>
                <a:cs typeface="Arial" panose="020B0604020202020204" pitchFamily="34" charset="0"/>
              </a:rPr>
              <a:t>Regroup and ask the following questions: </a:t>
            </a: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Is the equation true or false? Explain your reasoning. </a:t>
            </a: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Was using the tape diagram helpful to figure out the fraction of the quantity? Why or why not? </a:t>
            </a: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What is another way you could have solved this problem? </a:t>
            </a: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Do you see any connections to other mathematical concepts? </a:t>
            </a:r>
          </a:p>
          <a:p>
            <a:endParaRPr lang="en-AU">
              <a:effectLst/>
            </a:endParaRPr>
          </a:p>
          <a:p>
            <a:endParaRPr lang="en-US">
              <a:latin typeface="Public Sans"/>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a:t>This resource corresponds to </a:t>
            </a:r>
            <a:r>
              <a:rPr lang="en-AU" b="1"/>
              <a:t>Resource 25 </a:t>
            </a:r>
            <a:r>
              <a:rPr lang="en-AU"/>
              <a:t>– blank tape diagram in Stage 3 Year B Unit 39. </a:t>
            </a:r>
          </a:p>
          <a:p>
            <a:endParaRPr lang="en-US">
              <a:latin typeface="Public Sans"/>
            </a:endParaRP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15</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8091002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1">
                <a:effectLst/>
              </a:rPr>
              <a:t>Note: </a:t>
            </a:r>
            <a:r>
              <a:rPr lang="en-AU" sz="1600">
                <a:effectLst/>
              </a:rPr>
              <a:t>This slide is designed to be used in presentation mode. </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a:effectLst/>
              <a:latin typeface="Arial" panose="020B0604020202020204" pitchFamily="34" charset="0"/>
              <a:ea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a:latin typeface="Public Sans"/>
              </a:rPr>
              <a:t>Animated tape diagram to model the problem solving and strategies applied by the students.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US">
              <a:latin typeface="Public Sans"/>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a:t>This resource corresponds to </a:t>
            </a:r>
            <a:r>
              <a:rPr lang="en-AU" b="1"/>
              <a:t>Resource 25 </a:t>
            </a:r>
            <a:r>
              <a:rPr lang="en-AU"/>
              <a:t>– blank tape diagram in Stage 3 Year B Unit 39. </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a:effectLst/>
              <a:latin typeface="Arial" panose="020B0604020202020204" pitchFamily="34" charset="0"/>
              <a:ea typeface="Arial" panose="020B0604020202020204" pitchFamily="34" charset="0"/>
            </a:endParaRPr>
          </a:p>
          <a:p>
            <a:endParaRPr lang="en-AU"/>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16</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2691140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FBFB4-718D-9541-6358-1F66A2F4A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E09BE8-202A-1EE8-AEE4-9E9DB4B623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AB54E4-EB56-2205-5728-0E201B3506CD}"/>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2B0FEF8-B0DC-2765-6F13-0A7C1C0229C9}"/>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40432991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4E1AA-AE86-2419-E2D4-2F289D4B1B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DB1A52-D738-FB15-6A68-894885BF73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E58CA6-89FC-61BC-201C-3E8BC638A2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a:t>
            </a:r>
            <a:r>
              <a:rPr lang="en-AU">
                <a:latin typeface="Arial"/>
                <a:cs typeface="Arial"/>
              </a:rPr>
              <a:t>7</a:t>
            </a:r>
            <a:r>
              <a:rPr lang="en-AU" sz="1600" b="0" i="0">
                <a:solidFill>
                  <a:schemeClr val="tx1"/>
                </a:solidFill>
                <a:latin typeface="Arial"/>
                <a:cs typeface="Arial"/>
              </a:rPr>
              <a:t>)</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quantity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6C2E524-5D71-6633-0348-9CDDC581B714}"/>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7992859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E809-2925-C87D-C957-FA32EC313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1B097-5E06-8DBA-B5EE-B58B05DC1B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1A37E-1569-41F2-C23C-502EC4ECAD3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Geometric measure A: Angles</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BCC9A5-6936-491A-994F-FDC4655C4B18}"/>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10979500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55F76-E6D2-7B99-F71E-DB1DF916E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54AB7-E54A-0179-7463-CC032467CD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CE1AFA-BE70-72AC-5BD2-4C54E311BE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Data B</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1420019-49F3-573E-EFF8-02A0493C57F5}"/>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1097490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69749-6644-6D33-6ACB-65D320559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CCD5A-639D-4F52-8240-8ACBA29FEB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18884-0DB2-8A77-3C87-7EBDCFECB0E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Three-dimensional spatial structure B: Volume</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EFECC54-4E5C-67BD-9FEF-B1C21BC22612}"/>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24659141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48F21-7A5A-0DB8-830C-E5544F511C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5E7E3-5F10-879E-2027-47EBFA1BE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928398-6724-9761-1EBB-94DC55BDE13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Non-spatial measure: Time</a:t>
            </a:r>
            <a:endParaRPr lang="en-AU" sz="1600">
              <a:latin typeface="Public Sans"/>
            </a:endParaRPr>
          </a:p>
          <a:p>
            <a:endParaRPr lang="en-AU" sz="1600" b="0" i="0">
              <a:latin typeface="Public Sans"/>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10DDF84-4C7C-EAD7-3908-FD10A1831FE5}"/>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29740096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a:effectLst/>
                  </a:rPr>
                  <a:t>Note: </a:t>
                </a:r>
                <a:r>
                  <a:rPr lang="en-AU" sz="1600">
                    <a:effectLst/>
                  </a:rPr>
                  <a:t>This slide is designed to be used in presentation mode. </a:t>
                </a:r>
              </a:p>
              <a:p>
                <a:pPr marL="0" marR="0" lvl="0" indent="0" algn="l" defTabSz="1219170" rtl="0" eaLnBrk="1" fontAlgn="auto" latinLnBrk="0" hangingPunct="1">
                  <a:lnSpc>
                    <a:spcPct val="150000"/>
                  </a:lnSpc>
                  <a:spcBef>
                    <a:spcPts val="1200"/>
                  </a:spcBef>
                  <a:spcAft>
                    <a:spcPts val="600"/>
                  </a:spcAft>
                  <a:buClrTx/>
                  <a:buSzTx/>
                  <a:buFontTx/>
                  <a:buNone/>
                  <a:tabLst/>
                  <a:defRPr/>
                </a:pPr>
                <a:endParaRPr kumimoji="0" lang="en-AU" sz="16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1219170" rtl="0" eaLnBrk="1" fontAlgn="auto" latinLnBrk="0" hangingPunct="1">
                  <a:lnSpc>
                    <a:spcPct val="150000"/>
                  </a:lnSpc>
                  <a:spcBef>
                    <a:spcPts val="1200"/>
                  </a:spcBef>
                  <a:spcAft>
                    <a:spcPts val="600"/>
                  </a:spcAft>
                  <a:buClrTx/>
                  <a:buSzTx/>
                  <a:buFontTx/>
                  <a:buNone/>
                  <a:tabLst/>
                  <a:defRPr/>
                </a:pPr>
                <a:endParaRPr kumimoji="0" lang="en-AU" sz="16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kumimoji="0" lang="en-AU" sz="1600" b="0" i="0" u="none" strike="noStrike" kern="1200" cap="none" spc="0" normalizeH="0" baseline="0" noProof="0">
                    <a:ln>
                      <a:noFill/>
                    </a:ln>
                    <a:solidFill>
                      <a:prstClr val="black"/>
                    </a:solidFill>
                    <a:effectLst/>
                    <a:uLnTx/>
                    <a:uFillTx/>
                    <a:latin typeface="Arial"/>
                    <a:ea typeface="+mn-ea"/>
                    <a:cs typeface="Arial"/>
                  </a:rPr>
                  <a:t>This is a developing number sense activity. </a:t>
                </a:r>
                <a:endParaRPr kumimoji="0" lang="en-US" sz="1600" b="0" i="0" u="none" strike="noStrike" kern="1200" cap="none" spc="0" normalizeH="0" baseline="0" noProof="0">
                  <a:ln>
                    <a:noFill/>
                  </a:ln>
                  <a:solidFill>
                    <a:srgbClr val="444444"/>
                  </a:solidFill>
                  <a:effectLst/>
                  <a:uLnTx/>
                  <a:uFillTx/>
                  <a:latin typeface="Arial"/>
                  <a:ea typeface="+mn-ea"/>
                  <a:cs typeface="Arial"/>
                </a:endParaRPr>
              </a:p>
              <a:p>
                <a:pPr marL="0" marR="0" lvl="0" indent="0" algn="l" defTabSz="1219170" rtl="0" eaLnBrk="1" fontAlgn="auto" latinLnBrk="0" hangingPunct="1">
                  <a:lnSpc>
                    <a:spcPct val="150000"/>
                  </a:lnSpc>
                  <a:spcBef>
                    <a:spcPts val="1200"/>
                  </a:spcBef>
                  <a:spcAft>
                    <a:spcPts val="600"/>
                  </a:spcAft>
                  <a:buClrTx/>
                  <a:buSzTx/>
                  <a:buFontTx/>
                  <a:buNone/>
                  <a:tabLst/>
                  <a:defRPr/>
                </a:pPr>
                <a:endParaRPr kumimoji="0" lang="en-AU" sz="1600" b="0" i="0" u="none" strike="noStrike" kern="1200" cap="none" spc="0" normalizeH="0" baseline="0" noProof="0">
                  <a:ln>
                    <a:noFill/>
                  </a:ln>
                  <a:solidFill>
                    <a:srgbClr val="444444"/>
                  </a:solidFill>
                  <a:effectLst/>
                  <a:uLnTx/>
                  <a:uFillTx/>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kumimoji="0" lang="en-AU" sz="1600" b="0" i="0" u="none" strike="noStrike" kern="1200" cap="none" spc="0" normalizeH="0" baseline="0" noProof="0">
                    <a:ln>
                      <a:noFill/>
                    </a:ln>
                    <a:solidFill>
                      <a:prstClr val="black"/>
                    </a:solidFill>
                    <a:effectLst/>
                    <a:uLnTx/>
                    <a:uFillTx/>
                    <a:latin typeface="Arial"/>
                    <a:ea typeface="+mn-ea"/>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kumimoji="0" lang="en-US" sz="1600" b="0" i="0" u="none" strike="noStrike" kern="1200" cap="none" spc="0" normalizeH="0" baseline="0" noProof="0">
                  <a:ln>
                    <a:noFill/>
                  </a:ln>
                  <a:solidFill>
                    <a:srgbClr val="444444"/>
                  </a:solidFill>
                  <a:effectLst/>
                  <a:uLnTx/>
                  <a:uFillTx/>
                  <a:latin typeface="Arial"/>
                  <a:ea typeface="+mn-ea"/>
                  <a:cs typeface="Arial"/>
                </a:endParaRPr>
              </a:p>
              <a:p>
                <a:pPr marL="0" marR="0" lvl="0" indent="0" algn="l" defTabSz="1219170" rtl="0" eaLnBrk="1" fontAlgn="auto" latinLnBrk="0" hangingPunct="1">
                  <a:lnSpc>
                    <a:spcPts val="1913"/>
                  </a:lnSpc>
                  <a:spcBef>
                    <a:spcPts val="0"/>
                  </a:spcBef>
                  <a:spcAft>
                    <a:spcPts val="0"/>
                  </a:spcAft>
                  <a:buClrTx/>
                  <a:buSzTx/>
                  <a:buFontTx/>
                  <a:buNone/>
                  <a:tabLst/>
                  <a:defRPr/>
                </a:pPr>
                <a:endParaRPr kumimoji="0" lang="en-AU" sz="1600" b="0" i="0" u="none" strike="noStrike" kern="1200" cap="none" spc="0" normalizeH="0" baseline="0" noProof="0">
                  <a:ln>
                    <a:noFill/>
                  </a:ln>
                  <a:solidFill>
                    <a:srgbClr val="444444"/>
                  </a:solidFill>
                  <a:effectLst/>
                  <a:uLnTx/>
                  <a:uFillTx/>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a:ln>
                      <a:noFill/>
                    </a:ln>
                    <a:solidFill>
                      <a:prstClr val="black"/>
                    </a:solidFill>
                    <a:effectLst/>
                    <a:uLnTx/>
                    <a:uFillTx/>
                    <a:latin typeface="Arial"/>
                    <a:ea typeface="+mn-ea"/>
                    <a:cs typeface="Arial"/>
                  </a:rPr>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kern="1200">
                    <a:solidFill>
                      <a:schemeClr val="tx1"/>
                    </a:solidFill>
                    <a:effectLst/>
                    <a:latin typeface="Arial" panose="020B0604020202020204" pitchFamily="34" charset="0"/>
                    <a:ea typeface="+mn-ea"/>
                    <a:cs typeface="Arial" panose="020B0604020202020204" pitchFamily="34" charset="0"/>
                  </a:rPr>
                  <a:t>Representing quantity fractions B</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b="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a:t>This resource corresponds to </a:t>
                </a:r>
                <a:r>
                  <a:rPr lang="en-AU" sz="1600" b="1"/>
                  <a:t>Resource 26 – </a:t>
                </a:r>
                <a:r>
                  <a:rPr lang="en-AU" sz="1600"/>
                  <a:t>fraction wall in Stage 3 Year B Unit 39. </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b="1">
                  <a:effectLst/>
                  <a:latin typeface="Arial"/>
                  <a:ea typeface="Calibri"/>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1">
                    <a:effectLst/>
                    <a:latin typeface="Arial"/>
                    <a:ea typeface="Calibri"/>
                    <a:cs typeface="Arial"/>
                  </a:rPr>
                  <a:t>Slide 55-58 are used for this activity.</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b="1">
                  <a:effectLst/>
                </a:endParaRPr>
              </a:p>
              <a:p>
                <a:pPr marL="0" lvl="0" indent="0">
                  <a:lnSpc>
                    <a:spcPct val="150000"/>
                  </a:lnSpc>
                  <a:spcBef>
                    <a:spcPts val="1200"/>
                  </a:spcBef>
                  <a:spcAft>
                    <a:spcPts val="600"/>
                  </a:spcAft>
                  <a:buFont typeface="+mj-lt"/>
                  <a:buNone/>
                </a:pPr>
                <a:r>
                  <a:rPr lang="en-AU" sz="1600">
                    <a:effectLst/>
                    <a:latin typeface="Arial" panose="020B0604020202020204" pitchFamily="34" charset="0"/>
                    <a:ea typeface="Calibri" panose="020F0502020204030204" pitchFamily="34" charset="0"/>
                  </a:rPr>
                  <a:t>Explain that </a:t>
                </a:r>
                <a14:m>
                  <m:oMath xmlns:m="http://schemas.openxmlformats.org/officeDocument/2006/math">
                    <m:f>
                      <m:fPr>
                        <m:ctrlPr>
                          <a:rPr lang="en-AU" sz="1600" i="1">
                            <a:effectLst/>
                            <a:latin typeface="Cambria Math" panose="02040503050406030204" pitchFamily="18" charset="0"/>
                            <a:ea typeface="Calibri" panose="020F0502020204030204" pitchFamily="34" charset="0"/>
                          </a:rPr>
                        </m:ctrlPr>
                      </m:fPr>
                      <m:num>
                        <m:r>
                          <a:rPr lang="en-AU" sz="1600" i="1">
                            <a:effectLst/>
                            <a:latin typeface="Cambria Math" panose="02040503050406030204" pitchFamily="18" charset="0"/>
                            <a:ea typeface="Calibri" panose="020F0502020204030204" pitchFamily="34" charset="0"/>
                          </a:rPr>
                          <m:t>1</m:t>
                        </m:r>
                      </m:num>
                      <m:den>
                        <m:r>
                          <a:rPr lang="en-AU" sz="1600" i="1">
                            <a:effectLst/>
                            <a:latin typeface="Cambria Math" panose="02040503050406030204" pitchFamily="18" charset="0"/>
                            <a:ea typeface="Calibri" panose="020F0502020204030204" pitchFamily="34" charset="0"/>
                          </a:rPr>
                          <m:t>4</m:t>
                        </m:r>
                      </m:den>
                    </m:f>
                  </m:oMath>
                </a14:m>
                <a:r>
                  <a:rPr lang="en-AU" sz="1600">
                    <a:effectLst/>
                    <a:latin typeface="Arial" panose="020B0604020202020204" pitchFamily="34" charset="0"/>
                    <a:ea typeface="Calibri" panose="020F0502020204030204" pitchFamily="34" charset="0"/>
                  </a:rPr>
                  <a:t> is equal to a half of a half.</a:t>
                </a:r>
              </a:p>
              <a:p>
                <a:pPr marL="0" lvl="0" indent="0">
                  <a:lnSpc>
                    <a:spcPct val="150000"/>
                  </a:lnSpc>
                  <a:spcBef>
                    <a:spcPts val="1200"/>
                  </a:spcBef>
                  <a:spcAft>
                    <a:spcPts val="600"/>
                  </a:spcAft>
                  <a:buFont typeface="+mj-lt"/>
                  <a:buNone/>
                </a:pPr>
                <a:r>
                  <a:rPr lang="en-AU" sz="1600">
                    <a:effectLst/>
                    <a:latin typeface="Arial" panose="020B0604020202020204" pitchFamily="34" charset="0"/>
                    <a:ea typeface="Calibri" panose="020F0502020204030204" pitchFamily="34" charset="0"/>
                  </a:rPr>
                  <a:t>Model how to apply this concept to fractions of a collection. For example, to calculate </a:t>
                </a:r>
                <a14:m>
                  <m:oMath xmlns:m="http://schemas.openxmlformats.org/officeDocument/2006/math">
                    <m:f>
                      <m:fPr>
                        <m:ctrlPr>
                          <a:rPr lang="en-AU" sz="1600" i="1">
                            <a:effectLst/>
                            <a:latin typeface="Cambria Math" panose="02040503050406030204" pitchFamily="18" charset="0"/>
                            <a:ea typeface="Calibri" panose="020F0502020204030204" pitchFamily="34" charset="0"/>
                          </a:rPr>
                        </m:ctrlPr>
                      </m:fPr>
                      <m:num>
                        <m:r>
                          <a:rPr lang="en-AU" sz="1600" i="1">
                            <a:effectLst/>
                            <a:latin typeface="Cambria Math" panose="02040503050406030204" pitchFamily="18" charset="0"/>
                            <a:ea typeface="Calibri" panose="020F0502020204030204" pitchFamily="34" charset="0"/>
                          </a:rPr>
                          <m:t>1</m:t>
                        </m:r>
                      </m:num>
                      <m:den>
                        <m:r>
                          <a:rPr lang="en-AU" sz="1600" i="1">
                            <a:effectLst/>
                            <a:latin typeface="Cambria Math" panose="02040503050406030204" pitchFamily="18" charset="0"/>
                            <a:ea typeface="Calibri" panose="020F0502020204030204" pitchFamily="34" charset="0"/>
                          </a:rPr>
                          <m:t>4</m:t>
                        </m:r>
                      </m:den>
                    </m:f>
                  </m:oMath>
                </a14:m>
                <a:r>
                  <a:rPr lang="en-AU" sz="1600">
                    <a:effectLst/>
                    <a:latin typeface="Arial" panose="020B0604020202020204" pitchFamily="34" charset="0"/>
                    <a:ea typeface="Calibri" panose="020F0502020204030204" pitchFamily="34" charset="0"/>
                  </a:rPr>
                  <a:t> of 10, we can calculate </a:t>
                </a:r>
                <a14:m>
                  <m:oMath xmlns:m="http://schemas.openxmlformats.org/officeDocument/2006/math">
                    <m:f>
                      <m:fPr>
                        <m:ctrlPr>
                          <a:rPr lang="en-AU" sz="1600" i="1">
                            <a:effectLst/>
                            <a:latin typeface="Cambria Math" panose="02040503050406030204" pitchFamily="18" charset="0"/>
                            <a:ea typeface="Calibri" panose="020F0502020204030204" pitchFamily="34" charset="0"/>
                          </a:rPr>
                        </m:ctrlPr>
                      </m:fPr>
                      <m:num>
                        <m:r>
                          <a:rPr lang="en-AU" sz="1600" i="1">
                            <a:effectLst/>
                            <a:latin typeface="Cambria Math" panose="02040503050406030204" pitchFamily="18" charset="0"/>
                            <a:ea typeface="Calibri" panose="020F0502020204030204" pitchFamily="34" charset="0"/>
                          </a:rPr>
                          <m:t>1</m:t>
                        </m:r>
                      </m:num>
                      <m:den>
                        <m:r>
                          <a:rPr lang="en-AU" sz="1600" i="1">
                            <a:effectLst/>
                            <a:latin typeface="Cambria Math" panose="02040503050406030204" pitchFamily="18" charset="0"/>
                            <a:ea typeface="Calibri" panose="020F0502020204030204" pitchFamily="34" charset="0"/>
                          </a:rPr>
                          <m:t>2</m:t>
                        </m:r>
                      </m:den>
                    </m:f>
                  </m:oMath>
                </a14:m>
                <a:r>
                  <a:rPr lang="en-AU" sz="1600">
                    <a:effectLst/>
                    <a:latin typeface="Arial" panose="020B0604020202020204" pitchFamily="34" charset="0"/>
                    <a:ea typeface="Calibri" panose="020F0502020204030204" pitchFamily="34" charset="0"/>
                  </a:rPr>
                  <a:t> of 10 is 5 and then </a:t>
                </a:r>
                <a14:m>
                  <m:oMath xmlns:m="http://schemas.openxmlformats.org/officeDocument/2006/math">
                    <m:f>
                      <m:fPr>
                        <m:ctrlPr>
                          <a:rPr lang="en-AU" sz="1600" i="1">
                            <a:effectLst/>
                            <a:latin typeface="Cambria Math" panose="02040503050406030204" pitchFamily="18" charset="0"/>
                            <a:ea typeface="Calibri" panose="020F0502020204030204" pitchFamily="34" charset="0"/>
                          </a:rPr>
                        </m:ctrlPr>
                      </m:fPr>
                      <m:num>
                        <m:r>
                          <a:rPr lang="en-AU" sz="1600" i="1">
                            <a:effectLst/>
                            <a:latin typeface="Cambria Math" panose="02040503050406030204" pitchFamily="18" charset="0"/>
                            <a:ea typeface="Calibri" panose="020F0502020204030204" pitchFamily="34" charset="0"/>
                          </a:rPr>
                          <m:t>1</m:t>
                        </m:r>
                      </m:num>
                      <m:den>
                        <m:r>
                          <a:rPr lang="en-AU" sz="1600" i="1">
                            <a:effectLst/>
                            <a:latin typeface="Cambria Math" panose="02040503050406030204" pitchFamily="18" charset="0"/>
                            <a:ea typeface="Calibri" panose="020F0502020204030204" pitchFamily="34" charset="0"/>
                          </a:rPr>
                          <m:t>2</m:t>
                        </m:r>
                      </m:den>
                    </m:f>
                  </m:oMath>
                </a14:m>
                <a:r>
                  <a:rPr lang="en-AU" sz="1600">
                    <a:effectLst/>
                    <a:latin typeface="Arial" panose="020B0604020202020204" pitchFamily="34" charset="0"/>
                    <a:ea typeface="Calibri" panose="020F0502020204030204" pitchFamily="34" charset="0"/>
                  </a:rPr>
                  <a:t> of 5 is 2</a:t>
                </a:r>
                <a14:m>
                  <m:oMath xmlns:m="http://schemas.openxmlformats.org/officeDocument/2006/math">
                    <m:r>
                      <a:rPr lang="en-AU" sz="1600" i="1">
                        <a:effectLst/>
                        <a:latin typeface="Cambria Math" panose="02040503050406030204" pitchFamily="18" charset="0"/>
                        <a:ea typeface="Calibri" panose="020F0502020204030204" pitchFamily="34" charset="0"/>
                      </a:rPr>
                      <m:t> </m:t>
                    </m:r>
                    <m:f>
                      <m:fPr>
                        <m:ctrlPr>
                          <a:rPr lang="en-AU" sz="1600" i="1">
                            <a:effectLst/>
                            <a:latin typeface="Cambria Math" panose="02040503050406030204" pitchFamily="18" charset="0"/>
                            <a:ea typeface="Calibri" panose="020F0502020204030204" pitchFamily="34" charset="0"/>
                          </a:rPr>
                        </m:ctrlPr>
                      </m:fPr>
                      <m:num>
                        <m:r>
                          <a:rPr lang="en-AU" sz="1600" i="1">
                            <a:effectLst/>
                            <a:latin typeface="Cambria Math" panose="02040503050406030204" pitchFamily="18" charset="0"/>
                            <a:ea typeface="Calibri" panose="020F0502020204030204" pitchFamily="34" charset="0"/>
                          </a:rPr>
                          <m:t>1</m:t>
                        </m:r>
                      </m:num>
                      <m:den>
                        <m:r>
                          <a:rPr lang="en-AU" sz="1600" i="1">
                            <a:effectLst/>
                            <a:latin typeface="Cambria Math" panose="02040503050406030204" pitchFamily="18" charset="0"/>
                            <a:ea typeface="Calibri" panose="020F0502020204030204" pitchFamily="34" charset="0"/>
                          </a:rPr>
                          <m:t>2</m:t>
                        </m:r>
                      </m:den>
                    </m:f>
                  </m:oMath>
                </a14:m>
                <a:r>
                  <a:rPr lang="en-AU" sz="1600">
                    <a:effectLst/>
                    <a:latin typeface="Arial" panose="020B0604020202020204" pitchFamily="34" charset="0"/>
                    <a:ea typeface="Calibri" panose="020F0502020204030204" pitchFamily="34" charset="0"/>
                  </a:rPr>
                  <a:t>, which can be expressed as 2.5.</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a:effectLst/>
                  <a:latin typeface="Arial" panose="020B0604020202020204" pitchFamily="34" charset="0"/>
                  <a:ea typeface="Arial" panose="020B0604020202020204" pitchFamily="34" charset="0"/>
                </a:endParaRPr>
              </a:p>
              <a:p>
                <a:endParaRPr lang="en-AU"/>
              </a:p>
            </p:txBody>
          </p:sp>
        </mc:Choice>
        <mc:Fallback xmlns="">
          <p:sp>
            <p:nvSpPr>
              <p:cNvPr id="3" name="Notes Placeholder 2"/>
              <p:cNvSpPr>
                <a:spLocks noGrp="1"/>
              </p:cNvSpPr>
              <p:nvPr>
                <p:ph type="body" idx="1"/>
              </p:nvPr>
            </p:nvSpPr>
            <p:spPr/>
            <p:txBody>
              <a:bodyPr/>
              <a:lstStyle/>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a:effectLst/>
                  </a:rPr>
                  <a:t>Note: </a:t>
                </a:r>
                <a:r>
                  <a:rPr lang="en-AU" sz="1600">
                    <a:effectLst/>
                  </a:rPr>
                  <a:t>This slide is designed to be used in presentation mode. </a:t>
                </a:r>
              </a:p>
              <a:p>
                <a:pPr marL="0" marR="0" lvl="0" indent="0" algn="l" defTabSz="1219170" rtl="0" eaLnBrk="1" fontAlgn="auto" latinLnBrk="0" hangingPunct="1">
                  <a:lnSpc>
                    <a:spcPct val="150000"/>
                  </a:lnSpc>
                  <a:spcBef>
                    <a:spcPts val="1200"/>
                  </a:spcBef>
                  <a:spcAft>
                    <a:spcPts val="600"/>
                  </a:spcAft>
                  <a:buClrTx/>
                  <a:buSzTx/>
                  <a:buFontTx/>
                  <a:buNone/>
                  <a:tabLst/>
                  <a:defRPr/>
                </a:pPr>
                <a:endParaRPr kumimoji="0" lang="en-AU" sz="16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1219170" rtl="0" eaLnBrk="1" fontAlgn="auto" latinLnBrk="0" hangingPunct="1">
                  <a:lnSpc>
                    <a:spcPct val="150000"/>
                  </a:lnSpc>
                  <a:spcBef>
                    <a:spcPts val="1200"/>
                  </a:spcBef>
                  <a:spcAft>
                    <a:spcPts val="600"/>
                  </a:spcAft>
                  <a:buClrTx/>
                  <a:buSzTx/>
                  <a:buFontTx/>
                  <a:buNone/>
                  <a:tabLst/>
                  <a:defRPr/>
                </a:pPr>
                <a:endParaRPr kumimoji="0" lang="en-AU" sz="16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kumimoji="0" lang="en-AU" sz="1600" b="0" i="0" u="none" strike="noStrike" kern="1200" cap="none" spc="0" normalizeH="0" baseline="0" noProof="0">
                    <a:ln>
                      <a:noFill/>
                    </a:ln>
                    <a:solidFill>
                      <a:prstClr val="black"/>
                    </a:solidFill>
                    <a:effectLst/>
                    <a:uLnTx/>
                    <a:uFillTx/>
                    <a:latin typeface="Arial"/>
                    <a:ea typeface="+mn-ea"/>
                    <a:cs typeface="Arial"/>
                  </a:rPr>
                  <a:t>This is a developing number sense activity. </a:t>
                </a:r>
                <a:endParaRPr kumimoji="0" lang="en-US" sz="1600" b="0" i="0" u="none" strike="noStrike" kern="1200" cap="none" spc="0" normalizeH="0" baseline="0" noProof="0">
                  <a:ln>
                    <a:noFill/>
                  </a:ln>
                  <a:solidFill>
                    <a:srgbClr val="444444"/>
                  </a:solidFill>
                  <a:effectLst/>
                  <a:uLnTx/>
                  <a:uFillTx/>
                  <a:latin typeface="Arial"/>
                  <a:ea typeface="+mn-ea"/>
                  <a:cs typeface="Arial"/>
                </a:endParaRPr>
              </a:p>
              <a:p>
                <a:pPr marL="0" marR="0" lvl="0" indent="0" algn="l" defTabSz="1219170" rtl="0" eaLnBrk="1" fontAlgn="auto" latinLnBrk="0" hangingPunct="1">
                  <a:lnSpc>
                    <a:spcPct val="150000"/>
                  </a:lnSpc>
                  <a:spcBef>
                    <a:spcPts val="1200"/>
                  </a:spcBef>
                  <a:spcAft>
                    <a:spcPts val="600"/>
                  </a:spcAft>
                  <a:buClrTx/>
                  <a:buSzTx/>
                  <a:buFontTx/>
                  <a:buNone/>
                  <a:tabLst/>
                  <a:defRPr/>
                </a:pPr>
                <a:endParaRPr kumimoji="0" lang="en-AU" sz="1600" b="0" i="0" u="none" strike="noStrike" kern="1200" cap="none" spc="0" normalizeH="0" baseline="0" noProof="0">
                  <a:ln>
                    <a:noFill/>
                  </a:ln>
                  <a:solidFill>
                    <a:srgbClr val="444444"/>
                  </a:solidFill>
                  <a:effectLst/>
                  <a:uLnTx/>
                  <a:uFillTx/>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kumimoji="0" lang="en-AU" sz="1600" b="0" i="0" u="none" strike="noStrike" kern="1200" cap="none" spc="0" normalizeH="0" baseline="0" noProof="0">
                    <a:ln>
                      <a:noFill/>
                    </a:ln>
                    <a:solidFill>
                      <a:prstClr val="black"/>
                    </a:solidFill>
                    <a:effectLst/>
                    <a:uLnTx/>
                    <a:uFillTx/>
                    <a:latin typeface="Arial"/>
                    <a:ea typeface="+mn-ea"/>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kumimoji="0" lang="en-US" sz="1600" b="0" i="0" u="none" strike="noStrike" kern="1200" cap="none" spc="0" normalizeH="0" baseline="0" noProof="0">
                  <a:ln>
                    <a:noFill/>
                  </a:ln>
                  <a:solidFill>
                    <a:srgbClr val="444444"/>
                  </a:solidFill>
                  <a:effectLst/>
                  <a:uLnTx/>
                  <a:uFillTx/>
                  <a:latin typeface="Arial"/>
                  <a:ea typeface="+mn-ea"/>
                  <a:cs typeface="Arial"/>
                </a:endParaRPr>
              </a:p>
              <a:p>
                <a:pPr marL="0" marR="0" lvl="0" indent="0" algn="l" defTabSz="1219170" rtl="0" eaLnBrk="1" fontAlgn="auto" latinLnBrk="0" hangingPunct="1">
                  <a:lnSpc>
                    <a:spcPts val="1913"/>
                  </a:lnSpc>
                  <a:spcBef>
                    <a:spcPts val="0"/>
                  </a:spcBef>
                  <a:spcAft>
                    <a:spcPts val="0"/>
                  </a:spcAft>
                  <a:buClrTx/>
                  <a:buSzTx/>
                  <a:buFontTx/>
                  <a:buNone/>
                  <a:tabLst/>
                  <a:defRPr/>
                </a:pPr>
                <a:endParaRPr kumimoji="0" lang="en-AU" sz="1600" b="0" i="0" u="none" strike="noStrike" kern="1200" cap="none" spc="0" normalizeH="0" baseline="0" noProof="0">
                  <a:ln>
                    <a:noFill/>
                  </a:ln>
                  <a:solidFill>
                    <a:srgbClr val="444444"/>
                  </a:solidFill>
                  <a:effectLst/>
                  <a:uLnTx/>
                  <a:uFillTx/>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a:ln>
                      <a:noFill/>
                    </a:ln>
                    <a:solidFill>
                      <a:prstClr val="black"/>
                    </a:solidFill>
                    <a:effectLst/>
                    <a:uLnTx/>
                    <a:uFillTx/>
                    <a:latin typeface="Arial"/>
                    <a:ea typeface="+mn-ea"/>
                    <a:cs typeface="Arial"/>
                  </a:rPr>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kern="1200">
                    <a:solidFill>
                      <a:schemeClr val="tx1"/>
                    </a:solidFill>
                    <a:effectLst/>
                    <a:latin typeface="Arial" panose="020B0604020202020204" pitchFamily="34" charset="0"/>
                    <a:ea typeface="+mn-ea"/>
                    <a:cs typeface="Arial" panose="020B0604020202020204" pitchFamily="34" charset="0"/>
                  </a:rPr>
                  <a:t>Representing quantity fractions B</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b="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a:t>This resource corresponds to </a:t>
                </a:r>
                <a:r>
                  <a:rPr lang="en-AU" sz="1600" b="1"/>
                  <a:t>Resource 26 – </a:t>
                </a:r>
                <a:r>
                  <a:rPr lang="en-AU" sz="1600"/>
                  <a:t>fraction wall in Stage 3 Year B Unit 39. </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b="1">
                  <a:effectLst/>
                  <a:latin typeface="Arial"/>
                  <a:ea typeface="Calibri"/>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1">
                    <a:effectLst/>
                    <a:latin typeface="Arial"/>
                    <a:ea typeface="Calibri"/>
                    <a:cs typeface="Arial"/>
                  </a:rPr>
                  <a:t>Slide 55-58 are used for this activity.</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b="1">
                  <a:effectLst/>
                </a:endParaRPr>
              </a:p>
              <a:p>
                <a:pPr marL="0" lvl="0" indent="0">
                  <a:lnSpc>
                    <a:spcPct val="150000"/>
                  </a:lnSpc>
                  <a:spcBef>
                    <a:spcPts val="1200"/>
                  </a:spcBef>
                  <a:spcAft>
                    <a:spcPts val="600"/>
                  </a:spcAft>
                  <a:buFont typeface="+mj-lt"/>
                  <a:buNone/>
                </a:pPr>
                <a:r>
                  <a:rPr lang="en-AU" sz="1600">
                    <a:effectLst/>
                    <a:latin typeface="Arial" panose="020B0604020202020204" pitchFamily="34" charset="0"/>
                    <a:ea typeface="Calibri" panose="020F0502020204030204" pitchFamily="34" charset="0"/>
                  </a:rPr>
                  <a:t>Explain that </a:t>
                </a:r>
                <a:r>
                  <a:rPr lang="en-AU" sz="1600" i="0">
                    <a:effectLst/>
                    <a:latin typeface="Cambria Math" panose="02040503050406030204" pitchFamily="18" charset="0"/>
                    <a:ea typeface="Calibri" panose="020F0502020204030204" pitchFamily="34" charset="0"/>
                  </a:rPr>
                  <a:t>1/4</a:t>
                </a:r>
                <a:r>
                  <a:rPr lang="en-AU" sz="1600">
                    <a:effectLst/>
                    <a:latin typeface="Arial" panose="020B0604020202020204" pitchFamily="34" charset="0"/>
                    <a:ea typeface="Calibri" panose="020F0502020204030204" pitchFamily="34" charset="0"/>
                  </a:rPr>
                  <a:t> is equal to a half of a half.</a:t>
                </a:r>
              </a:p>
              <a:p>
                <a:pPr marL="0" lvl="0" indent="0">
                  <a:lnSpc>
                    <a:spcPct val="150000"/>
                  </a:lnSpc>
                  <a:spcBef>
                    <a:spcPts val="1200"/>
                  </a:spcBef>
                  <a:spcAft>
                    <a:spcPts val="600"/>
                  </a:spcAft>
                  <a:buFont typeface="+mj-lt"/>
                  <a:buNone/>
                </a:pPr>
                <a:r>
                  <a:rPr lang="en-AU" sz="1600">
                    <a:effectLst/>
                    <a:latin typeface="Arial" panose="020B0604020202020204" pitchFamily="34" charset="0"/>
                    <a:ea typeface="Calibri" panose="020F0502020204030204" pitchFamily="34" charset="0"/>
                  </a:rPr>
                  <a:t>Model how to apply this concept to fractions of a collection. For example, to calculate </a:t>
                </a:r>
                <a:r>
                  <a:rPr lang="en-AU" sz="1600" i="0">
                    <a:effectLst/>
                    <a:latin typeface="Cambria Math" panose="02040503050406030204" pitchFamily="18" charset="0"/>
                    <a:ea typeface="Calibri" panose="020F0502020204030204" pitchFamily="34" charset="0"/>
                  </a:rPr>
                  <a:t>1/4</a:t>
                </a:r>
                <a:r>
                  <a:rPr lang="en-AU" sz="1600">
                    <a:effectLst/>
                    <a:latin typeface="Arial" panose="020B0604020202020204" pitchFamily="34" charset="0"/>
                    <a:ea typeface="Calibri" panose="020F0502020204030204" pitchFamily="34" charset="0"/>
                  </a:rPr>
                  <a:t> of 10, we can calculate </a:t>
                </a:r>
                <a:r>
                  <a:rPr lang="en-AU" sz="1600" i="0">
                    <a:effectLst/>
                    <a:latin typeface="Cambria Math" panose="02040503050406030204" pitchFamily="18" charset="0"/>
                    <a:ea typeface="Calibri" panose="020F0502020204030204" pitchFamily="34" charset="0"/>
                  </a:rPr>
                  <a:t>1/2</a:t>
                </a:r>
                <a:r>
                  <a:rPr lang="en-AU" sz="1600">
                    <a:effectLst/>
                    <a:latin typeface="Arial" panose="020B0604020202020204" pitchFamily="34" charset="0"/>
                    <a:ea typeface="Calibri" panose="020F0502020204030204" pitchFamily="34" charset="0"/>
                  </a:rPr>
                  <a:t> of 10 is 5 and then </a:t>
                </a:r>
                <a:r>
                  <a:rPr lang="en-AU" sz="1600" i="0">
                    <a:effectLst/>
                    <a:latin typeface="Cambria Math" panose="02040503050406030204" pitchFamily="18" charset="0"/>
                    <a:ea typeface="Calibri" panose="020F0502020204030204" pitchFamily="34" charset="0"/>
                  </a:rPr>
                  <a:t>1/2</a:t>
                </a:r>
                <a:r>
                  <a:rPr lang="en-AU" sz="1600">
                    <a:effectLst/>
                    <a:latin typeface="Arial" panose="020B0604020202020204" pitchFamily="34" charset="0"/>
                    <a:ea typeface="Calibri" panose="020F0502020204030204" pitchFamily="34" charset="0"/>
                  </a:rPr>
                  <a:t> of 5 is 2</a:t>
                </a:r>
                <a:r>
                  <a:rPr lang="en-AU" sz="1600" i="0">
                    <a:effectLst/>
                    <a:latin typeface="Cambria Math" panose="02040503050406030204" pitchFamily="18" charset="0"/>
                    <a:ea typeface="Calibri" panose="020F0502020204030204" pitchFamily="34" charset="0"/>
                  </a:rPr>
                  <a:t> </a:t>
                </a:r>
                <a:r>
                  <a:rPr lang="en-AU" sz="1600" i="0">
                    <a:effectLst/>
                    <a:latin typeface="Cambria Math" panose="02040503050406030204" pitchFamily="18" charset="0"/>
                  </a:rPr>
                  <a:t> </a:t>
                </a:r>
                <a:r>
                  <a:rPr lang="en-AU" sz="1600" i="0">
                    <a:effectLst/>
                    <a:latin typeface="Cambria Math" panose="02040503050406030204" pitchFamily="18" charset="0"/>
                    <a:ea typeface="Calibri" panose="020F0502020204030204" pitchFamily="34" charset="0"/>
                  </a:rPr>
                  <a:t>1/2</a:t>
                </a:r>
                <a:r>
                  <a:rPr lang="en-AU" sz="1600">
                    <a:effectLst/>
                    <a:latin typeface="Arial" panose="020B0604020202020204" pitchFamily="34" charset="0"/>
                    <a:ea typeface="Calibri" panose="020F0502020204030204" pitchFamily="34" charset="0"/>
                  </a:rPr>
                  <a:t>, which can be expressed as 2.5.</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a:effectLst/>
                  <a:latin typeface="Arial" panose="020B0604020202020204" pitchFamily="34" charset="0"/>
                  <a:ea typeface="Arial" panose="020B0604020202020204" pitchFamily="34" charset="0"/>
                </a:endParaRPr>
              </a:p>
              <a:p>
                <a:endParaRPr lang="en-AU"/>
              </a:p>
            </p:txBody>
          </p:sp>
        </mc:Fallback>
      </mc:AlternateContent>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23</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5279859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sz="1600"/>
                  <a:t>This resource corresponds to </a:t>
                </a:r>
                <a:r>
                  <a:rPr lang="en-AU" sz="1600" b="1"/>
                  <a:t>Resource 26 – </a:t>
                </a:r>
                <a:r>
                  <a:rPr lang="en-AU" sz="1600"/>
                  <a:t>fraction wall in Stage 3 Year B Unit 39. </a:t>
                </a:r>
              </a:p>
              <a:p>
                <a:endParaRPr lang="en-US"/>
              </a:p>
              <a:p>
                <a:endParaRPr lang="en-US"/>
              </a:p>
              <a:p>
                <a:r>
                  <a:rPr lang="en-US" sz="1800"/>
                  <a:t>Highlight equivalence between benchmark fractions and decimals.</a:t>
                </a:r>
              </a:p>
              <a:p>
                <a:pPr marL="0" lvl="0" indent="0">
                  <a:lnSpc>
                    <a:spcPct val="150000"/>
                  </a:lnSpc>
                  <a:spcBef>
                    <a:spcPts val="1200"/>
                  </a:spcBef>
                  <a:spcAft>
                    <a:spcPts val="600"/>
                  </a:spcAft>
                  <a:buFont typeface="+mj-lt"/>
                  <a:buNone/>
                </a:pPr>
                <a:r>
                  <a:rPr lang="en-AU" sz="1800">
                    <a:effectLst/>
                    <a:latin typeface="Arial" panose="020B0604020202020204" pitchFamily="34" charset="0"/>
                    <a:ea typeface="Calibri" panose="020F0502020204030204" pitchFamily="34" charset="0"/>
                  </a:rPr>
                  <a:t>Review that</a:t>
                </a:r>
                <a14:m>
                  <m:oMath xmlns:m="http://schemas.openxmlformats.org/officeDocument/2006/math">
                    <m:r>
                      <a:rPr lang="en-AU" sz="1800" i="1">
                        <a:effectLst/>
                        <a:latin typeface="Cambria Math" panose="02040503050406030204" pitchFamily="18" charset="0"/>
                        <a:ea typeface="Calibri" panose="020F0502020204030204" pitchFamily="34" charset="0"/>
                      </a:rPr>
                      <m:t> </m:t>
                    </m:r>
                    <m:f>
                      <m:fPr>
                        <m:ctrlPr>
                          <a:rPr lang="en-AU" sz="1800" i="1">
                            <a:effectLst/>
                            <a:latin typeface="Cambria Math" panose="02040503050406030204" pitchFamily="18" charset="0"/>
                            <a:ea typeface="Calibri" panose="020F0502020204030204" pitchFamily="34" charset="0"/>
                          </a:rPr>
                        </m:ctrlPr>
                      </m:fPr>
                      <m:num>
                        <m:r>
                          <a:rPr lang="en-AU" sz="1800" i="1">
                            <a:effectLst/>
                            <a:latin typeface="Cambria Math" panose="02040503050406030204" pitchFamily="18" charset="0"/>
                            <a:ea typeface="Calibri" panose="020F0502020204030204" pitchFamily="34" charset="0"/>
                          </a:rPr>
                          <m:t>1</m:t>
                        </m:r>
                      </m:num>
                      <m:den>
                        <m:r>
                          <a:rPr lang="en-AU" sz="1800" i="1">
                            <a:effectLst/>
                            <a:latin typeface="Cambria Math" panose="02040503050406030204" pitchFamily="18" charset="0"/>
                            <a:ea typeface="Calibri" panose="020F0502020204030204" pitchFamily="34" charset="0"/>
                          </a:rPr>
                          <m:t>2</m:t>
                        </m:r>
                      </m:den>
                    </m:f>
                  </m:oMath>
                </a14:m>
                <a:r>
                  <a:rPr lang="en-AU" sz="1800">
                    <a:effectLst/>
                    <a:latin typeface="Arial" panose="020B0604020202020204" pitchFamily="34" charset="0"/>
                    <a:ea typeface="Calibri" panose="020F0502020204030204" pitchFamily="34" charset="0"/>
                  </a:rPr>
                  <a:t> is expressed as 0.5 when written as a decimal. Repeat with </a:t>
                </a:r>
                <a14:m>
                  <m:oMath xmlns:m="http://schemas.openxmlformats.org/officeDocument/2006/math">
                    <m:f>
                      <m:fPr>
                        <m:ctrlPr>
                          <a:rPr lang="en-AU" sz="1800" i="1">
                            <a:effectLst/>
                            <a:latin typeface="Cambria Math" panose="02040503050406030204" pitchFamily="18" charset="0"/>
                            <a:ea typeface="Calibri" panose="020F0502020204030204" pitchFamily="34" charset="0"/>
                          </a:rPr>
                        </m:ctrlPr>
                      </m:fPr>
                      <m:num>
                        <m:r>
                          <a:rPr lang="en-AU" sz="1800" i="1">
                            <a:effectLst/>
                            <a:latin typeface="Cambria Math" panose="02040503050406030204" pitchFamily="18" charset="0"/>
                            <a:ea typeface="Calibri" panose="020F0502020204030204" pitchFamily="34" charset="0"/>
                          </a:rPr>
                          <m:t>1</m:t>
                        </m:r>
                      </m:num>
                      <m:den>
                        <m:r>
                          <a:rPr lang="en-AU" sz="1800" i="1">
                            <a:effectLst/>
                            <a:latin typeface="Cambria Math" panose="02040503050406030204" pitchFamily="18" charset="0"/>
                            <a:ea typeface="Calibri" panose="020F0502020204030204" pitchFamily="34" charset="0"/>
                          </a:rPr>
                          <m:t>4</m:t>
                        </m:r>
                      </m:den>
                    </m:f>
                  </m:oMath>
                </a14:m>
                <a:r>
                  <a:rPr lang="en-AU" sz="1800">
                    <a:effectLst/>
                    <a:latin typeface="Arial" panose="020B0604020202020204" pitchFamily="34" charset="0"/>
                    <a:ea typeface="Calibri" panose="020F0502020204030204" pitchFamily="34" charset="0"/>
                  </a:rPr>
                  <a:t> as .25, </a:t>
                </a:r>
                <a14:m>
                  <m:oMath xmlns:m="http://schemas.openxmlformats.org/officeDocument/2006/math">
                    <m:f>
                      <m:fPr>
                        <m:ctrlPr>
                          <a:rPr lang="en-AU" sz="1800" i="1">
                            <a:effectLst/>
                            <a:latin typeface="Cambria Math" panose="02040503050406030204" pitchFamily="18" charset="0"/>
                            <a:ea typeface="Calibri" panose="020F0502020204030204" pitchFamily="34" charset="0"/>
                          </a:rPr>
                        </m:ctrlPr>
                      </m:fPr>
                      <m:num>
                        <m:r>
                          <a:rPr lang="en-AU" sz="1800" i="1">
                            <a:effectLst/>
                            <a:latin typeface="Cambria Math" panose="02040503050406030204" pitchFamily="18" charset="0"/>
                            <a:ea typeface="Calibri" panose="020F0502020204030204" pitchFamily="34" charset="0"/>
                          </a:rPr>
                          <m:t>3</m:t>
                        </m:r>
                      </m:num>
                      <m:den>
                        <m:r>
                          <a:rPr lang="en-AU" sz="1800" i="1">
                            <a:effectLst/>
                            <a:latin typeface="Cambria Math" panose="02040503050406030204" pitchFamily="18" charset="0"/>
                            <a:ea typeface="Calibri" panose="020F0502020204030204" pitchFamily="34" charset="0"/>
                          </a:rPr>
                          <m:t>4</m:t>
                        </m:r>
                      </m:den>
                    </m:f>
                  </m:oMath>
                </a14:m>
                <a:r>
                  <a:rPr lang="en-AU" sz="1800">
                    <a:effectLst/>
                    <a:latin typeface="Arial" panose="020B0604020202020204" pitchFamily="34" charset="0"/>
                    <a:ea typeface="Calibri" panose="020F0502020204030204" pitchFamily="34" charset="0"/>
                  </a:rPr>
                  <a:t> as .75 and </a:t>
                </a:r>
                <a14:m>
                  <m:oMath xmlns:m="http://schemas.openxmlformats.org/officeDocument/2006/math">
                    <m:f>
                      <m:fPr>
                        <m:ctrlPr>
                          <a:rPr lang="en-AU" sz="1800" i="1">
                            <a:effectLst/>
                            <a:latin typeface="Cambria Math" panose="02040503050406030204" pitchFamily="18" charset="0"/>
                            <a:ea typeface="Calibri" panose="020F0502020204030204" pitchFamily="34" charset="0"/>
                          </a:rPr>
                        </m:ctrlPr>
                      </m:fPr>
                      <m:num>
                        <m:r>
                          <a:rPr lang="en-AU" sz="1800" i="1">
                            <a:effectLst/>
                            <a:latin typeface="Cambria Math" panose="02040503050406030204" pitchFamily="18" charset="0"/>
                            <a:ea typeface="Calibri" panose="020F0502020204030204" pitchFamily="34" charset="0"/>
                          </a:rPr>
                          <m:t>1</m:t>
                        </m:r>
                      </m:num>
                      <m:den>
                        <m:r>
                          <a:rPr lang="en-AU" sz="1800" i="1">
                            <a:effectLst/>
                            <a:latin typeface="Cambria Math" panose="02040503050406030204" pitchFamily="18" charset="0"/>
                            <a:ea typeface="Calibri" panose="020F0502020204030204" pitchFamily="34" charset="0"/>
                          </a:rPr>
                          <m:t>10</m:t>
                        </m:r>
                      </m:den>
                    </m:f>
                  </m:oMath>
                </a14:m>
                <a:r>
                  <a:rPr lang="en-AU" sz="1800">
                    <a:effectLst/>
                    <a:latin typeface="Arial" panose="020B0604020202020204" pitchFamily="34" charset="0"/>
                    <a:ea typeface="Calibri" panose="020F0502020204030204" pitchFamily="34" charset="0"/>
                  </a:rPr>
                  <a:t> as .10.</a:t>
                </a:r>
              </a:p>
              <a:p>
                <a:pPr marL="0" lvl="0" indent="0">
                  <a:lnSpc>
                    <a:spcPct val="150000"/>
                  </a:lnSpc>
                  <a:spcBef>
                    <a:spcPts val="1200"/>
                  </a:spcBef>
                  <a:spcAft>
                    <a:spcPts val="600"/>
                  </a:spcAft>
                  <a:buFont typeface="+mj-lt"/>
                  <a:buNone/>
                </a:pPr>
                <a:r>
                  <a:rPr lang="en-AU" sz="1800">
                    <a:effectLst/>
                    <a:latin typeface="Arial" panose="020B0604020202020204" pitchFamily="34" charset="0"/>
                    <a:ea typeface="Calibri" panose="020F0502020204030204" pitchFamily="34" charset="0"/>
                  </a:rPr>
                  <a:t>Explain to students that they will be calculating </a:t>
                </a:r>
                <a14:m>
                  <m:oMath xmlns:m="http://schemas.openxmlformats.org/officeDocument/2006/math">
                    <m:f>
                      <m:fPr>
                        <m:ctrlPr>
                          <a:rPr lang="en-AU" sz="1800" i="1">
                            <a:effectLst/>
                            <a:latin typeface="Cambria Math" panose="02040503050406030204" pitchFamily="18" charset="0"/>
                            <a:ea typeface="Calibri" panose="020F0502020204030204" pitchFamily="34" charset="0"/>
                          </a:rPr>
                        </m:ctrlPr>
                      </m:fPr>
                      <m:num>
                        <m:r>
                          <a:rPr lang="en-AU" sz="1800" i="1">
                            <a:effectLst/>
                            <a:latin typeface="Cambria Math" panose="02040503050406030204" pitchFamily="18" charset="0"/>
                            <a:ea typeface="Calibri" panose="020F0502020204030204" pitchFamily="34" charset="0"/>
                          </a:rPr>
                          <m:t>1</m:t>
                        </m:r>
                      </m:num>
                      <m:den>
                        <m:r>
                          <a:rPr lang="en-AU" sz="1800" i="1">
                            <a:effectLst/>
                            <a:latin typeface="Cambria Math" panose="02040503050406030204" pitchFamily="18" charset="0"/>
                            <a:ea typeface="Calibri" panose="020F0502020204030204" pitchFamily="34" charset="0"/>
                          </a:rPr>
                          <m:t>2</m:t>
                        </m:r>
                      </m:den>
                    </m:f>
                  </m:oMath>
                </a14:m>
                <a:r>
                  <a:rPr lang="en-AU" sz="1800">
                    <a:effectLst/>
                    <a:latin typeface="Arial" panose="020B0604020202020204" pitchFamily="34" charset="0"/>
                    <a:ea typeface="Calibri" panose="020F0502020204030204" pitchFamily="34" charset="0"/>
                  </a:rPr>
                  <a:t> and </a:t>
                </a:r>
                <a14:m>
                  <m:oMath xmlns:m="http://schemas.openxmlformats.org/officeDocument/2006/math">
                    <m:f>
                      <m:fPr>
                        <m:ctrlPr>
                          <a:rPr lang="en-AU" sz="1800" i="1">
                            <a:effectLst/>
                            <a:latin typeface="Cambria Math" panose="02040503050406030204" pitchFamily="18" charset="0"/>
                            <a:ea typeface="Calibri" panose="020F0502020204030204" pitchFamily="34" charset="0"/>
                          </a:rPr>
                        </m:ctrlPr>
                      </m:fPr>
                      <m:num>
                        <m:r>
                          <a:rPr lang="en-AU" sz="1800" i="1">
                            <a:effectLst/>
                            <a:latin typeface="Cambria Math" panose="02040503050406030204" pitchFamily="18" charset="0"/>
                            <a:ea typeface="Calibri" panose="020F0502020204030204" pitchFamily="34" charset="0"/>
                          </a:rPr>
                          <m:t>1</m:t>
                        </m:r>
                      </m:num>
                      <m:den>
                        <m:r>
                          <a:rPr lang="en-AU" sz="1800" i="1">
                            <a:effectLst/>
                            <a:latin typeface="Cambria Math" panose="02040503050406030204" pitchFamily="18" charset="0"/>
                            <a:ea typeface="Calibri" panose="020F0502020204030204" pitchFamily="34" charset="0"/>
                          </a:rPr>
                          <m:t>4</m:t>
                        </m:r>
                      </m:den>
                    </m:f>
                  </m:oMath>
                </a14:m>
                <a:r>
                  <a:rPr lang="en-AU" sz="1800">
                    <a:effectLst/>
                    <a:latin typeface="Arial" panose="020B0604020202020204" pitchFamily="34" charset="0"/>
                    <a:ea typeface="Calibri" panose="020F0502020204030204" pitchFamily="34" charset="0"/>
                  </a:rPr>
                  <a:t> of numbers where all the answers will have a remainder.</a:t>
                </a:r>
              </a:p>
              <a:p>
                <a:pPr marL="0" lvl="0" indent="0">
                  <a:lnSpc>
                    <a:spcPct val="150000"/>
                  </a:lnSpc>
                  <a:spcBef>
                    <a:spcPts val="1200"/>
                  </a:spcBef>
                  <a:spcAft>
                    <a:spcPts val="600"/>
                  </a:spcAft>
                  <a:buFont typeface="+mj-lt"/>
                  <a:buNone/>
                </a:pPr>
                <a:r>
                  <a:rPr lang="en-AU" sz="1800">
                    <a:effectLst/>
                    <a:latin typeface="Arial" panose="020B0604020202020204" pitchFamily="34" charset="0"/>
                    <a:ea typeface="Calibri" panose="020F0502020204030204" pitchFamily="34" charset="0"/>
                  </a:rPr>
                  <a:t>Explain that </a:t>
                </a:r>
                <a14:m>
                  <m:oMath xmlns:m="http://schemas.openxmlformats.org/officeDocument/2006/math">
                    <m:f>
                      <m:fPr>
                        <m:ctrlPr>
                          <a:rPr lang="en-AU" sz="1800" i="1">
                            <a:effectLst/>
                            <a:latin typeface="Cambria Math" panose="02040503050406030204" pitchFamily="18" charset="0"/>
                            <a:ea typeface="Calibri" panose="020F0502020204030204" pitchFamily="34" charset="0"/>
                          </a:rPr>
                        </m:ctrlPr>
                      </m:fPr>
                      <m:num>
                        <m:r>
                          <a:rPr lang="en-AU" sz="1800" i="1">
                            <a:effectLst/>
                            <a:latin typeface="Cambria Math" panose="02040503050406030204" pitchFamily="18" charset="0"/>
                            <a:ea typeface="Calibri" panose="020F0502020204030204" pitchFamily="34" charset="0"/>
                          </a:rPr>
                          <m:t>1</m:t>
                        </m:r>
                      </m:num>
                      <m:den>
                        <m:r>
                          <a:rPr lang="en-AU" sz="1800" i="1">
                            <a:effectLst/>
                            <a:latin typeface="Cambria Math" panose="02040503050406030204" pitchFamily="18" charset="0"/>
                            <a:ea typeface="Calibri" panose="020F0502020204030204" pitchFamily="34" charset="0"/>
                          </a:rPr>
                          <m:t>4</m:t>
                        </m:r>
                      </m:den>
                    </m:f>
                  </m:oMath>
                </a14:m>
                <a:r>
                  <a:rPr lang="en-AU" sz="1800">
                    <a:effectLst/>
                    <a:latin typeface="Arial" panose="020B0604020202020204" pitchFamily="34" charset="0"/>
                    <a:ea typeface="Calibri" panose="020F0502020204030204" pitchFamily="34" charset="0"/>
                  </a:rPr>
                  <a:t> is equal to a half of a half.</a:t>
                </a:r>
              </a:p>
              <a:p>
                <a:pPr marL="0" lvl="0" indent="0">
                  <a:lnSpc>
                    <a:spcPct val="150000"/>
                  </a:lnSpc>
                  <a:spcBef>
                    <a:spcPts val="1200"/>
                  </a:spcBef>
                  <a:spcAft>
                    <a:spcPts val="600"/>
                  </a:spcAft>
                  <a:buFont typeface="+mj-lt"/>
                  <a:buNone/>
                </a:pPr>
                <a:endParaRPr lang="en-AU" sz="1800">
                  <a:effectLst/>
                  <a:latin typeface="Arial" panose="020B0604020202020204" pitchFamily="34" charset="0"/>
                  <a:ea typeface="Calibri" panose="020F0502020204030204" pitchFamily="34" charset="0"/>
                </a:endParaRPr>
              </a:p>
            </p:txBody>
          </p:sp>
        </mc:Choice>
        <mc:Fallback xmlns="">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sz="1600"/>
                  <a:t>This resource corresponds to </a:t>
                </a:r>
                <a:r>
                  <a:rPr lang="en-AU" sz="1600" b="1"/>
                  <a:t>Resource 26 – </a:t>
                </a:r>
                <a:r>
                  <a:rPr lang="en-AU" sz="1600"/>
                  <a:t>fraction wall in Stage 3 Year B Unit 39. </a:t>
                </a:r>
              </a:p>
              <a:p>
                <a:endParaRPr lang="en-US"/>
              </a:p>
              <a:p>
                <a:endParaRPr lang="en-US"/>
              </a:p>
              <a:p>
                <a:r>
                  <a:rPr lang="en-US" sz="1800"/>
                  <a:t>Highlight equivalence between benchmark fractions and decimals.</a:t>
                </a:r>
              </a:p>
              <a:p>
                <a:pPr marL="0" lvl="0" indent="0">
                  <a:lnSpc>
                    <a:spcPct val="150000"/>
                  </a:lnSpc>
                  <a:spcBef>
                    <a:spcPts val="1200"/>
                  </a:spcBef>
                  <a:spcAft>
                    <a:spcPts val="600"/>
                  </a:spcAft>
                  <a:buFont typeface="+mj-lt"/>
                  <a:buNone/>
                </a:pPr>
                <a:r>
                  <a:rPr lang="en-AU" sz="1800">
                    <a:effectLst/>
                    <a:latin typeface="Arial" panose="020B0604020202020204" pitchFamily="34" charset="0"/>
                    <a:ea typeface="Calibri" panose="020F0502020204030204" pitchFamily="34" charset="0"/>
                  </a:rPr>
                  <a:t>Review that</a:t>
                </a:r>
                <a:r>
                  <a:rPr lang="en-AU" sz="1800" i="0">
                    <a:effectLst/>
                    <a:latin typeface="Cambria Math" panose="02040503050406030204" pitchFamily="18" charset="0"/>
                    <a:ea typeface="Calibri" panose="020F0502020204030204" pitchFamily="34" charset="0"/>
                  </a:rPr>
                  <a:t> </a:t>
                </a:r>
                <a:r>
                  <a:rPr lang="en-AU" sz="1800" i="0">
                    <a:effectLst/>
                    <a:latin typeface="Cambria Math" panose="02040503050406030204" pitchFamily="18" charset="0"/>
                  </a:rPr>
                  <a:t> </a:t>
                </a:r>
                <a:r>
                  <a:rPr lang="en-AU" sz="1800" i="0">
                    <a:effectLst/>
                    <a:latin typeface="Cambria Math" panose="02040503050406030204" pitchFamily="18" charset="0"/>
                    <a:ea typeface="Calibri" panose="020F0502020204030204" pitchFamily="34" charset="0"/>
                  </a:rPr>
                  <a:t>1/2</a:t>
                </a:r>
                <a:r>
                  <a:rPr lang="en-AU" sz="1800">
                    <a:effectLst/>
                    <a:latin typeface="Arial" panose="020B0604020202020204" pitchFamily="34" charset="0"/>
                    <a:ea typeface="Calibri" panose="020F0502020204030204" pitchFamily="34" charset="0"/>
                  </a:rPr>
                  <a:t> is expressed as 0.5 when written as a decimal. Repeat with </a:t>
                </a:r>
                <a:r>
                  <a:rPr lang="en-AU" sz="1800" i="0">
                    <a:effectLst/>
                    <a:latin typeface="Cambria Math" panose="02040503050406030204" pitchFamily="18" charset="0"/>
                    <a:ea typeface="Calibri" panose="020F0502020204030204" pitchFamily="34" charset="0"/>
                  </a:rPr>
                  <a:t>1/4</a:t>
                </a:r>
                <a:r>
                  <a:rPr lang="en-AU" sz="1800">
                    <a:effectLst/>
                    <a:latin typeface="Arial" panose="020B0604020202020204" pitchFamily="34" charset="0"/>
                    <a:ea typeface="Calibri" panose="020F0502020204030204" pitchFamily="34" charset="0"/>
                  </a:rPr>
                  <a:t> as .25, </a:t>
                </a:r>
                <a:r>
                  <a:rPr lang="en-AU" sz="1800" i="0">
                    <a:effectLst/>
                    <a:latin typeface="Cambria Math" panose="02040503050406030204" pitchFamily="18" charset="0"/>
                    <a:ea typeface="Calibri" panose="020F0502020204030204" pitchFamily="34" charset="0"/>
                  </a:rPr>
                  <a:t>3/4</a:t>
                </a:r>
                <a:r>
                  <a:rPr lang="en-AU" sz="1800">
                    <a:effectLst/>
                    <a:latin typeface="Arial" panose="020B0604020202020204" pitchFamily="34" charset="0"/>
                    <a:ea typeface="Calibri" panose="020F0502020204030204" pitchFamily="34" charset="0"/>
                  </a:rPr>
                  <a:t> as .75 and </a:t>
                </a:r>
                <a:r>
                  <a:rPr lang="en-AU" sz="1800" i="0">
                    <a:effectLst/>
                    <a:latin typeface="Cambria Math" panose="02040503050406030204" pitchFamily="18" charset="0"/>
                    <a:ea typeface="Calibri" panose="020F0502020204030204" pitchFamily="34" charset="0"/>
                  </a:rPr>
                  <a:t>1/10</a:t>
                </a:r>
                <a:r>
                  <a:rPr lang="en-AU" sz="1800">
                    <a:effectLst/>
                    <a:latin typeface="Arial" panose="020B0604020202020204" pitchFamily="34" charset="0"/>
                    <a:ea typeface="Calibri" panose="020F0502020204030204" pitchFamily="34" charset="0"/>
                  </a:rPr>
                  <a:t> as .10.</a:t>
                </a:r>
              </a:p>
              <a:p>
                <a:pPr marL="0" lvl="0" indent="0">
                  <a:lnSpc>
                    <a:spcPct val="150000"/>
                  </a:lnSpc>
                  <a:spcBef>
                    <a:spcPts val="1200"/>
                  </a:spcBef>
                  <a:spcAft>
                    <a:spcPts val="600"/>
                  </a:spcAft>
                  <a:buFont typeface="+mj-lt"/>
                  <a:buNone/>
                </a:pPr>
                <a:r>
                  <a:rPr lang="en-AU" sz="1800">
                    <a:effectLst/>
                    <a:latin typeface="Arial" panose="020B0604020202020204" pitchFamily="34" charset="0"/>
                    <a:ea typeface="Calibri" panose="020F0502020204030204" pitchFamily="34" charset="0"/>
                  </a:rPr>
                  <a:t>Explain to students that they will be calculating </a:t>
                </a:r>
                <a:r>
                  <a:rPr lang="en-AU" sz="1800" i="0">
                    <a:effectLst/>
                    <a:latin typeface="Cambria Math" panose="02040503050406030204" pitchFamily="18" charset="0"/>
                    <a:ea typeface="Calibri" panose="020F0502020204030204" pitchFamily="34" charset="0"/>
                  </a:rPr>
                  <a:t>1/2</a:t>
                </a:r>
                <a:r>
                  <a:rPr lang="en-AU" sz="1800">
                    <a:effectLst/>
                    <a:latin typeface="Arial" panose="020B0604020202020204" pitchFamily="34" charset="0"/>
                    <a:ea typeface="Calibri" panose="020F0502020204030204" pitchFamily="34" charset="0"/>
                  </a:rPr>
                  <a:t> and </a:t>
                </a:r>
                <a:r>
                  <a:rPr lang="en-AU" sz="1800" i="0">
                    <a:effectLst/>
                    <a:latin typeface="Cambria Math" panose="02040503050406030204" pitchFamily="18" charset="0"/>
                    <a:ea typeface="Calibri" panose="020F0502020204030204" pitchFamily="34" charset="0"/>
                  </a:rPr>
                  <a:t>1/4</a:t>
                </a:r>
                <a:r>
                  <a:rPr lang="en-AU" sz="1800">
                    <a:effectLst/>
                    <a:latin typeface="Arial" panose="020B0604020202020204" pitchFamily="34" charset="0"/>
                    <a:ea typeface="Calibri" panose="020F0502020204030204" pitchFamily="34" charset="0"/>
                  </a:rPr>
                  <a:t> of numbers where all the answers will have a remainder.</a:t>
                </a:r>
              </a:p>
              <a:p>
                <a:pPr marL="0" lvl="0" indent="0">
                  <a:lnSpc>
                    <a:spcPct val="150000"/>
                  </a:lnSpc>
                  <a:spcBef>
                    <a:spcPts val="1200"/>
                  </a:spcBef>
                  <a:spcAft>
                    <a:spcPts val="600"/>
                  </a:spcAft>
                  <a:buFont typeface="+mj-lt"/>
                  <a:buNone/>
                </a:pPr>
                <a:r>
                  <a:rPr lang="en-AU" sz="1800">
                    <a:effectLst/>
                    <a:latin typeface="Arial" panose="020B0604020202020204" pitchFamily="34" charset="0"/>
                    <a:ea typeface="Calibri" panose="020F0502020204030204" pitchFamily="34" charset="0"/>
                  </a:rPr>
                  <a:t>Explain that </a:t>
                </a:r>
                <a:r>
                  <a:rPr lang="en-AU" sz="1800" i="0">
                    <a:effectLst/>
                    <a:latin typeface="Cambria Math" panose="02040503050406030204" pitchFamily="18" charset="0"/>
                    <a:ea typeface="Calibri" panose="020F0502020204030204" pitchFamily="34" charset="0"/>
                  </a:rPr>
                  <a:t>1/4</a:t>
                </a:r>
                <a:r>
                  <a:rPr lang="en-AU" sz="1800">
                    <a:effectLst/>
                    <a:latin typeface="Arial" panose="020B0604020202020204" pitchFamily="34" charset="0"/>
                    <a:ea typeface="Calibri" panose="020F0502020204030204" pitchFamily="34" charset="0"/>
                  </a:rPr>
                  <a:t> is equal to a half of a half.</a:t>
                </a:r>
              </a:p>
              <a:p>
                <a:pPr marL="0" lvl="0" indent="0">
                  <a:lnSpc>
                    <a:spcPct val="150000"/>
                  </a:lnSpc>
                  <a:spcBef>
                    <a:spcPts val="1200"/>
                  </a:spcBef>
                  <a:spcAft>
                    <a:spcPts val="600"/>
                  </a:spcAft>
                  <a:buFont typeface="+mj-lt"/>
                  <a:buNone/>
                </a:pPr>
                <a:endParaRPr lang="en-AU" sz="1800">
                  <a:effectLst/>
                  <a:latin typeface="Arial" panose="020B0604020202020204" pitchFamily="34" charset="0"/>
                  <a:ea typeface="Calibri" panose="020F0502020204030204" pitchFamily="34" charset="0"/>
                </a:endParaRPr>
              </a:p>
            </p:txBody>
          </p:sp>
        </mc:Fallback>
      </mc:AlternateContent>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24</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3989643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CF30D-9C31-64DB-3ABC-D537619E69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33612B-0FCC-776D-A2D5-B15D77BCED99}"/>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088CA850-E15D-03C8-F86C-4097170FCEAC}"/>
                  </a:ext>
                </a:extLst>
              </p:cNvPr>
              <p:cNvSpPr>
                <a:spLocks noGrp="1"/>
              </p:cNvSpPr>
              <p:nvPr>
                <p:ph type="body" idx="1"/>
              </p:nvPr>
            </p:nvSpPr>
            <p:spPr/>
            <p:txBody>
              <a:bodyPr/>
              <a:lstStyle/>
              <a:p>
                <a:pPr marL="0" lvl="0" indent="0">
                  <a:lnSpc>
                    <a:spcPct val="150000"/>
                  </a:lnSpc>
                  <a:spcBef>
                    <a:spcPts val="1200"/>
                  </a:spcBef>
                  <a:spcAft>
                    <a:spcPts val="600"/>
                  </a:spcAft>
                  <a:buFont typeface="+mj-lt"/>
                  <a:buNone/>
                </a:pPr>
                <a:r>
                  <a:rPr lang="en-AU" sz="1600">
                    <a:effectLst/>
                    <a:latin typeface="Arial" panose="020B0604020202020204" pitchFamily="34" charset="0"/>
                    <a:ea typeface="Calibri" panose="020F0502020204030204" pitchFamily="34" charset="0"/>
                  </a:rPr>
                  <a:t>Provide students with individual whiteboards and ask them to create a 3 × 3 bingo board.</a:t>
                </a:r>
              </a:p>
              <a:p>
                <a:r>
                  <a:rPr lang="en-AU" sz="1600">
                    <a:effectLst/>
                    <a:latin typeface="Arial" panose="020B0604020202020204" pitchFamily="34" charset="0"/>
                    <a:ea typeface="Calibri" panose="020F0502020204030204" pitchFamily="34" charset="0"/>
                  </a:rPr>
                  <a:t>Ask students to fill the bingo board with numbers between 1–15. Explain all answers will have a remainder of </a:t>
                </a:r>
                <a14:m>
                  <m:oMath xmlns:m="http://schemas.openxmlformats.org/officeDocument/2006/math">
                    <m:f>
                      <m:fPr>
                        <m:ctrlPr>
                          <a:rPr lang="en-AU" sz="1600" i="1">
                            <a:effectLst/>
                            <a:latin typeface="Cambria Math" panose="02040503050406030204" pitchFamily="18" charset="0"/>
                            <a:ea typeface="Calibri" panose="020F0502020204030204" pitchFamily="34" charset="0"/>
                            <a:cs typeface="Arial" panose="020B0604020202020204" pitchFamily="34" charset="0"/>
                          </a:rPr>
                        </m:ctrlPr>
                      </m:fPr>
                      <m:num>
                        <m:r>
                          <a:rPr lang="en-AU" sz="1600" i="1">
                            <a:effectLst/>
                            <a:latin typeface="Cambria Math" panose="02040503050406030204" pitchFamily="18" charset="0"/>
                            <a:ea typeface="Calibri" panose="020F0502020204030204" pitchFamily="34" charset="0"/>
                            <a:cs typeface="Arial" panose="020B0604020202020204" pitchFamily="34" charset="0"/>
                          </a:rPr>
                          <m:t>1</m:t>
                        </m:r>
                      </m:num>
                      <m:den>
                        <m:r>
                          <a:rPr lang="en-AU" sz="1600" i="1">
                            <a:effectLst/>
                            <a:latin typeface="Cambria Math" panose="02040503050406030204" pitchFamily="18" charset="0"/>
                            <a:ea typeface="Calibri" panose="020F0502020204030204" pitchFamily="34" charset="0"/>
                            <a:cs typeface="Arial" panose="020B0604020202020204" pitchFamily="34" charset="0"/>
                          </a:rPr>
                          <m:t>2</m:t>
                        </m:r>
                      </m:den>
                    </m:f>
                  </m:oMath>
                </a14:m>
                <a:r>
                  <a:rPr lang="en-AU" sz="1600">
                    <a:effectLst/>
                    <a:latin typeface="Arial" panose="020B0604020202020204" pitchFamily="34" charset="0"/>
                    <a:ea typeface="Calibri" panose="020F0502020204030204" pitchFamily="34" charset="0"/>
                  </a:rPr>
                  <a:t>,  so each number they write must have a decimal value of .5 such as 3.5, 4.5 </a:t>
                </a:r>
              </a:p>
              <a:p>
                <a:endParaRPr lang="en-AU"/>
              </a:p>
            </p:txBody>
          </p:sp>
        </mc:Choice>
        <mc:Fallback xmlns="">
          <p:sp>
            <p:nvSpPr>
              <p:cNvPr id="3" name="Notes Placeholder 2">
                <a:extLst>
                  <a:ext uri="{FF2B5EF4-FFF2-40B4-BE49-F238E27FC236}">
                    <a16:creationId xmlns:a16="http://schemas.microsoft.com/office/drawing/2014/main" id="{088CA850-E15D-03C8-F86C-4097170FCEAC}"/>
                  </a:ext>
                </a:extLst>
              </p:cNvPr>
              <p:cNvSpPr>
                <a:spLocks noGrp="1"/>
              </p:cNvSpPr>
              <p:nvPr>
                <p:ph type="body" idx="1"/>
              </p:nvPr>
            </p:nvSpPr>
            <p:spPr/>
            <p:txBody>
              <a:bodyPr/>
              <a:lstStyle/>
              <a:p>
                <a:pPr marL="0" lvl="0" indent="0">
                  <a:lnSpc>
                    <a:spcPct val="150000"/>
                  </a:lnSpc>
                  <a:spcBef>
                    <a:spcPts val="1200"/>
                  </a:spcBef>
                  <a:spcAft>
                    <a:spcPts val="600"/>
                  </a:spcAft>
                  <a:buFont typeface="+mj-lt"/>
                  <a:buNone/>
                </a:pPr>
                <a:r>
                  <a:rPr lang="en-AU" sz="1600">
                    <a:effectLst/>
                    <a:latin typeface="Arial" panose="020B0604020202020204" pitchFamily="34" charset="0"/>
                    <a:ea typeface="Calibri" panose="020F0502020204030204" pitchFamily="34" charset="0"/>
                  </a:rPr>
                  <a:t>Provide students with individual whiteboards and ask them to create a 3 × 3 bingo board.</a:t>
                </a:r>
              </a:p>
              <a:p>
                <a:r>
                  <a:rPr lang="en-AU" sz="1600">
                    <a:effectLst/>
                    <a:latin typeface="Arial" panose="020B0604020202020204" pitchFamily="34" charset="0"/>
                    <a:ea typeface="Calibri" panose="020F0502020204030204" pitchFamily="34" charset="0"/>
                  </a:rPr>
                  <a:t>Ask students to fill the bingo board with numbers between 1–15. Explain all answers will have a remainder of </a:t>
                </a:r>
                <a:r>
                  <a:rPr lang="en-AU" sz="1600" i="0">
                    <a:effectLst/>
                    <a:latin typeface="Cambria Math" panose="02040503050406030204" pitchFamily="18" charset="0"/>
                    <a:ea typeface="Calibri" panose="020F0502020204030204" pitchFamily="34" charset="0"/>
                    <a:cs typeface="Arial" panose="020B0604020202020204" pitchFamily="34" charset="0"/>
                  </a:rPr>
                  <a:t>1</a:t>
                </a:r>
                <a:r>
                  <a:rPr lang="en-AU" sz="1800" i="0">
                    <a:effectLst/>
                    <a:latin typeface="Cambria Math" panose="02040503050406030204" pitchFamily="18" charset="0"/>
                    <a:ea typeface="Calibri" panose="020F0502020204030204" pitchFamily="34" charset="0"/>
                    <a:cs typeface="Arial" panose="020B0604020202020204" pitchFamily="34" charset="0"/>
                  </a:rPr>
                  <a:t>/</a:t>
                </a:r>
                <a:r>
                  <a:rPr lang="en-AU" sz="1600" i="0">
                    <a:effectLst/>
                    <a:latin typeface="Cambria Math" panose="02040503050406030204" pitchFamily="18" charset="0"/>
                    <a:ea typeface="Calibri" panose="020F0502020204030204" pitchFamily="34" charset="0"/>
                    <a:cs typeface="Arial" panose="020B0604020202020204" pitchFamily="34" charset="0"/>
                  </a:rPr>
                  <a:t>2</a:t>
                </a:r>
                <a:r>
                  <a:rPr lang="en-AU" sz="1600">
                    <a:effectLst/>
                    <a:latin typeface="Arial" panose="020B0604020202020204" pitchFamily="34" charset="0"/>
                    <a:ea typeface="Calibri" panose="020F0502020204030204" pitchFamily="34" charset="0"/>
                  </a:rPr>
                  <a:t>,  so each number they write must have a decimal value of .5 such as 3.5, 4.5 </a:t>
                </a:r>
              </a:p>
              <a:p>
                <a:endParaRPr lang="en-AU"/>
              </a:p>
            </p:txBody>
          </p:sp>
        </mc:Fallback>
      </mc:AlternateContent>
      <p:sp>
        <p:nvSpPr>
          <p:cNvPr id="4" name="Slide Number Placeholder 3">
            <a:extLst>
              <a:ext uri="{FF2B5EF4-FFF2-40B4-BE49-F238E27FC236}">
                <a16:creationId xmlns:a16="http://schemas.microsoft.com/office/drawing/2014/main" id="{05837484-D4A3-8C24-BA81-43CB79BA70A8}"/>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25</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6501424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03164-16C6-19AE-E51A-5BA4B3465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2EBD5-26DA-9FD5-0949-118C9D67EE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E585D-A265-A795-EB9A-C9041ADE398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76747B98-5F7E-AC75-DFE3-6D5FCD89656B}"/>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41481243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37C3A-DFF4-E87C-0263-2CB64DCC1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27C56C-5609-C780-6C83-DB98BFF089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79062C-1F8B-D341-F9D5-5EE25643251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8</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quantity fractions B</a:t>
            </a:r>
            <a:br>
              <a:rPr lang="en-AU" sz="1600" b="0" i="0">
                <a:latin typeface="Arial" panose="020B0604020202020204" pitchFamily="34" charset="0"/>
                <a:cs typeface="Arial" panose="020B0604020202020204" pitchFamily="34" charset="0"/>
              </a:rPr>
            </a:br>
            <a:endParaRPr lang="en-AU" sz="1600" b="0" i="0">
              <a:solidFill>
                <a:schemeClr val="tx1"/>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9BF44D-0A94-58EC-0CFA-15296355176C}"/>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25300093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819E3-B0F6-7F8F-03D3-6407A21A0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BA8AD-0665-4AF9-5A1C-332FB12138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972822-3E05-64AA-6A34-FA90BE4748E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Geometric measure A: Angles</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FF6F656-CCC2-ED1F-3E84-53642B1F7B01}"/>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7548873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6DD56-BE1A-23FB-10E3-378D5A007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A87B06-2D49-D04C-FEB0-5F2259A47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7C9C7B-0CDE-38B4-67CD-96D952AAD59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E637398-4945-92F8-11C9-21081FF5B415}"/>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37016406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D993A-B0EC-5958-6F66-C545E0BEB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EA9FF-B123-5F5A-0CCF-31A0BAF3DE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15045E-1C4C-8CA0-E96F-0AF9A3F0ABB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Three-dimensional spatial structure B: Volume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68A08A-0379-056A-4ADA-5D3F78B00160}"/>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35506083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4E264-FD26-1A93-B2BD-52E567F5A8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E50FF-7BD6-9625-55D4-41B34C434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67923A-C2D1-8735-1567-89B089B0E5F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2D shapes</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BB998A2-AF59-C506-C149-1C00BC7EDBA9}"/>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12374680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71DA5-19E3-4B5B-A156-9AB1738FE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8DE264-E3EE-157D-AC70-DBE8798A6C11}"/>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4E306A96-A19F-CF4F-2F9D-9EF41FBA3B4E}"/>
                  </a:ext>
                </a:extLst>
              </p:cNvPr>
              <p:cNvSpPr>
                <a:spLocks noGrp="1"/>
              </p:cNvSpPr>
              <p:nvPr>
                <p:ph type="body" idx="1"/>
              </p:nvPr>
            </p:nvSpPr>
            <p:spPr/>
            <p:txBody>
              <a:bodyPr/>
              <a:lstStyle/>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a:effectLst/>
                  </a:rPr>
                  <a:t>Note: </a:t>
                </a:r>
                <a:r>
                  <a:rPr lang="en-AU" sz="1600">
                    <a:effectLst/>
                  </a:rPr>
                  <a:t>This slide is designed to be used in presentation mode.</a:t>
                </a:r>
                <a:endParaRPr kumimoji="0" lang="en-AU" sz="16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1219170" rtl="0" eaLnBrk="1" fontAlgn="auto" latinLnBrk="0" hangingPunct="1">
                  <a:lnSpc>
                    <a:spcPct val="150000"/>
                  </a:lnSpc>
                  <a:spcBef>
                    <a:spcPts val="1200"/>
                  </a:spcBef>
                  <a:spcAft>
                    <a:spcPts val="600"/>
                  </a:spcAft>
                  <a:buClrTx/>
                  <a:buSzTx/>
                  <a:buFontTx/>
                  <a:buNone/>
                  <a:tabLst/>
                  <a:defRPr/>
                </a:pPr>
                <a:endParaRPr kumimoji="0" lang="en-AU" sz="16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kumimoji="0" lang="en-AU" sz="1600" b="0" i="0" u="none" strike="noStrike" kern="1200" cap="none" spc="0" normalizeH="0" baseline="0" noProof="0">
                    <a:ln>
                      <a:noFill/>
                    </a:ln>
                    <a:solidFill>
                      <a:prstClr val="black"/>
                    </a:solidFill>
                    <a:effectLst/>
                    <a:uLnTx/>
                    <a:uFillTx/>
                    <a:latin typeface="Arial"/>
                    <a:ea typeface="+mn-ea"/>
                    <a:cs typeface="Arial"/>
                  </a:rPr>
                  <a:t>This is a developing number sense activity. </a:t>
                </a:r>
                <a:endParaRPr kumimoji="0" lang="en-US" sz="1600" b="0" i="0" u="none" strike="noStrike" kern="1200" cap="none" spc="0" normalizeH="0" baseline="0" noProof="0">
                  <a:ln>
                    <a:noFill/>
                  </a:ln>
                  <a:solidFill>
                    <a:srgbClr val="444444"/>
                  </a:solidFill>
                  <a:effectLst/>
                  <a:uLnTx/>
                  <a:uFillTx/>
                  <a:latin typeface="Arial"/>
                  <a:ea typeface="+mn-ea"/>
                  <a:cs typeface="Arial"/>
                </a:endParaRPr>
              </a:p>
              <a:p>
                <a:pPr marL="0" marR="0" lvl="0" indent="0" algn="l" defTabSz="1219170" rtl="0" eaLnBrk="1" fontAlgn="auto" latinLnBrk="0" hangingPunct="1">
                  <a:lnSpc>
                    <a:spcPct val="150000"/>
                  </a:lnSpc>
                  <a:spcBef>
                    <a:spcPts val="1200"/>
                  </a:spcBef>
                  <a:spcAft>
                    <a:spcPts val="600"/>
                  </a:spcAft>
                  <a:buClrTx/>
                  <a:buSzTx/>
                  <a:buFontTx/>
                  <a:buNone/>
                  <a:tabLst/>
                  <a:defRPr/>
                </a:pPr>
                <a:endParaRPr kumimoji="0" lang="en-AU" sz="1600" b="0" i="0" u="none" strike="noStrike" kern="1200" cap="none" spc="0" normalizeH="0" baseline="0" noProof="0">
                  <a:ln>
                    <a:noFill/>
                  </a:ln>
                  <a:solidFill>
                    <a:srgbClr val="444444"/>
                  </a:solidFill>
                  <a:effectLst/>
                  <a:uLnTx/>
                  <a:uFillTx/>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kumimoji="0" lang="en-AU" sz="1600" b="0" i="0" u="none" strike="noStrike" kern="1200" cap="none" spc="0" normalizeH="0" baseline="0" noProof="0">
                    <a:ln>
                      <a:noFill/>
                    </a:ln>
                    <a:solidFill>
                      <a:prstClr val="black"/>
                    </a:solidFill>
                    <a:effectLst/>
                    <a:uLnTx/>
                    <a:uFillTx/>
                    <a:latin typeface="Arial"/>
                    <a:ea typeface="+mn-ea"/>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kumimoji="0" lang="en-US" sz="1600" b="0" i="0" u="none" strike="noStrike" kern="1200" cap="none" spc="0" normalizeH="0" baseline="0" noProof="0">
                  <a:ln>
                    <a:noFill/>
                  </a:ln>
                  <a:solidFill>
                    <a:srgbClr val="444444"/>
                  </a:solidFill>
                  <a:effectLst/>
                  <a:uLnTx/>
                  <a:uFillTx/>
                  <a:latin typeface="Arial"/>
                  <a:ea typeface="+mn-ea"/>
                  <a:cs typeface="Arial"/>
                </a:endParaRPr>
              </a:p>
              <a:p>
                <a:pPr marL="0" marR="0" lvl="0" indent="0" algn="l" defTabSz="1219170" rtl="0" eaLnBrk="1" fontAlgn="auto" latinLnBrk="0" hangingPunct="1">
                  <a:lnSpc>
                    <a:spcPts val="1913"/>
                  </a:lnSpc>
                  <a:spcBef>
                    <a:spcPts val="0"/>
                  </a:spcBef>
                  <a:spcAft>
                    <a:spcPts val="0"/>
                  </a:spcAft>
                  <a:buClrTx/>
                  <a:buSzTx/>
                  <a:buFontTx/>
                  <a:buNone/>
                  <a:tabLst/>
                  <a:defRPr/>
                </a:pPr>
                <a:endParaRPr kumimoji="0" lang="en-AU" sz="1600" b="0" i="0" u="none" strike="noStrike" kern="1200" cap="none" spc="0" normalizeH="0" baseline="0" noProof="0">
                  <a:ln>
                    <a:noFill/>
                  </a:ln>
                  <a:solidFill>
                    <a:srgbClr val="444444"/>
                  </a:solidFill>
                  <a:effectLst/>
                  <a:uLnTx/>
                  <a:uFillTx/>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a:ln>
                      <a:noFill/>
                    </a:ln>
                    <a:solidFill>
                      <a:prstClr val="black"/>
                    </a:solidFill>
                    <a:effectLst/>
                    <a:uLnTx/>
                    <a:uFillTx/>
                    <a:latin typeface="Arial"/>
                    <a:ea typeface="+mn-ea"/>
                    <a:cs typeface="Arial"/>
                  </a:rPr>
                  <a:t>Syllabus focus area:</a:t>
                </a:r>
                <a:endParaRPr kumimoji="0" lang="en-US" sz="1600" b="0" i="0" u="none" strike="noStrike" kern="1200" cap="none" spc="0" normalizeH="0" baseline="0" noProof="0">
                  <a:ln>
                    <a:noFill/>
                  </a:ln>
                  <a:solidFill>
                    <a:srgbClr val="444444"/>
                  </a:solidFill>
                  <a:effectLst/>
                  <a:uLnTx/>
                  <a:uFillTx/>
                  <a:latin typeface="Arial"/>
                  <a:ea typeface="+mn-ea"/>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kern="1200">
                    <a:solidFill>
                      <a:schemeClr val="tx1"/>
                    </a:solidFill>
                    <a:effectLst/>
                    <a:latin typeface="Arial" panose="020B0604020202020204" pitchFamily="34" charset="0"/>
                    <a:ea typeface="+mn-ea"/>
                    <a:cs typeface="Arial" panose="020B0604020202020204" pitchFamily="34" charset="0"/>
                  </a:rPr>
                  <a:t>Representing quantity fractions B</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800" b="1">
                  <a:effectLst/>
                </a:endParaRPr>
              </a:p>
              <a:p>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Pose the following question to students: To find </a:t>
                </a:r>
                <a14:m>
                  <m:oMath xmlns:m="http://schemas.openxmlformats.org/officeDocument/2006/math">
                    <m:f>
                      <m:fPr>
                        <m:ctrlPr>
                          <a:rPr lang="en-AU" sz="1800" i="1">
                            <a:effectLst/>
                            <a:latin typeface="Cambria Math" panose="02040503050406030204" pitchFamily="18" charset="0"/>
                            <a:ea typeface="Calibri" panose="020F0502020204030204" pitchFamily="34" charset="0"/>
                          </a:rPr>
                        </m:ctrlPr>
                      </m:fPr>
                      <m:num>
                        <m:r>
                          <a:rPr lang="en-AU" sz="1800" i="1">
                            <a:effectLst/>
                            <a:latin typeface="Cambria Math" panose="02040503050406030204" pitchFamily="18" charset="0"/>
                            <a:ea typeface="Calibri" panose="020F0502020204030204" pitchFamily="34" charset="0"/>
                          </a:rPr>
                          <m:t>3</m:t>
                        </m:r>
                      </m:num>
                      <m:den>
                        <m:r>
                          <a:rPr lang="en-AU" sz="1800" i="1">
                            <a:effectLst/>
                            <a:latin typeface="Cambria Math" panose="02040503050406030204" pitchFamily="18" charset="0"/>
                            <a:ea typeface="Calibri" panose="020F0502020204030204" pitchFamily="34" charset="0"/>
                          </a:rPr>
                          <m:t>5</m:t>
                        </m:r>
                      </m:den>
                    </m:f>
                  </m:oMath>
                </a14:m>
                <a:r>
                  <a:rPr lang="en-AU" sz="1800">
                    <a:effectLst/>
                    <a:latin typeface="Arial" panose="020B0604020202020204" pitchFamily="34" charset="0"/>
                    <a:ea typeface="Calibri" panose="020F0502020204030204" pitchFamily="34" charset="0"/>
                  </a:rPr>
                  <a:t> of 15, Josh divided 15 by 3 to get 5, then multiplied by 5 to get 25.</a:t>
                </a:r>
              </a:p>
              <a:p>
                <a:pPr marL="342900" lvl="0" indent="-342900">
                  <a:lnSpc>
                    <a:spcPct val="150000"/>
                  </a:lnSpc>
                  <a:spcBef>
                    <a:spcPts val="1200"/>
                  </a:spcBef>
                  <a:spcAft>
                    <a:spcPts val="600"/>
                  </a:spcAft>
                  <a:buFont typeface="+mj-lt"/>
                  <a:buAutoNum type="arabicPeriod"/>
                  <a:tabLst>
                    <a:tab pos="318770" algn="l"/>
                  </a:tabLst>
                </a:pPr>
                <a:r>
                  <a:rPr lang="en-AU" sz="1800">
                    <a:effectLst/>
                    <a:latin typeface="Arial" panose="020B0604020202020204" pitchFamily="34" charset="0"/>
                    <a:ea typeface="Calibri" panose="020F0502020204030204" pitchFamily="34" charset="0"/>
                  </a:rPr>
                  <a:t>Students work with a partner to use a tape diagram to solve calculate the answer and discuss if Grace was correct, justifying their reasoning and any mistakes that may have been made.</a:t>
                </a:r>
              </a:p>
              <a:p>
                <a:pPr marL="342900" lvl="0" indent="-342900">
                  <a:lnSpc>
                    <a:spcPct val="150000"/>
                  </a:lnSpc>
                  <a:spcBef>
                    <a:spcPts val="1200"/>
                  </a:spcBef>
                  <a:spcAft>
                    <a:spcPts val="600"/>
                  </a:spcAft>
                  <a:buFont typeface="+mj-lt"/>
                  <a:buAutoNum type="arabicPeriod"/>
                  <a:tabLst>
                    <a:tab pos="318770" algn="l"/>
                  </a:tabLst>
                </a:pPr>
                <a:r>
                  <a:rPr lang="en-AU" sz="1800">
                    <a:effectLst/>
                    <a:latin typeface="Arial" panose="020B0604020202020204" pitchFamily="34" charset="0"/>
                    <a:ea typeface="Calibri" panose="020F0502020204030204" pitchFamily="34" charset="0"/>
                  </a:rPr>
                  <a:t>Each group shares the mathematical thinking from their discussion.</a:t>
                </a:r>
              </a:p>
              <a:p>
                <a:pPr marL="342900" lvl="0" indent="-342900">
                  <a:lnSpc>
                    <a:spcPct val="150000"/>
                  </a:lnSpc>
                  <a:spcBef>
                    <a:spcPts val="1200"/>
                  </a:spcBef>
                  <a:spcAft>
                    <a:spcPts val="600"/>
                  </a:spcAft>
                  <a:buFont typeface="+mj-lt"/>
                  <a:buAutoNum type="arabicPeriod"/>
                  <a:tabLst>
                    <a:tab pos="318770" algn="l"/>
                  </a:tabLst>
                </a:pPr>
                <a:r>
                  <a:rPr lang="en-AU" sz="1800">
                    <a:effectLst/>
                    <a:latin typeface="Arial" panose="020B0604020202020204" pitchFamily="34" charset="0"/>
                    <a:ea typeface="Calibri" panose="020F0502020204030204" pitchFamily="34" charset="0"/>
                  </a:rPr>
                  <a:t>Repeat with further examples:</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To find </a:t>
                </a:r>
                <a14:m>
                  <m:oMath xmlns:m="http://schemas.openxmlformats.org/officeDocument/2006/math">
                    <m:f>
                      <m:fPr>
                        <m:ctrlPr>
                          <a:rPr lang="en-AU"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800" i="1">
                            <a:effectLst/>
                            <a:latin typeface="Cambria Math" panose="02040503050406030204" pitchFamily="18" charset="0"/>
                            <a:ea typeface="Calibri" panose="020F0502020204030204" pitchFamily="34" charset="0"/>
                            <a:cs typeface="Times New Roman" panose="02020603050405020304" pitchFamily="18" charset="0"/>
                          </a:rPr>
                          <m:t>2</m:t>
                        </m:r>
                      </m:num>
                      <m:den>
                        <m:r>
                          <a:rPr lang="en-AU" sz="1800" i="1">
                            <a:effectLst/>
                            <a:latin typeface="Cambria Math" panose="02040503050406030204" pitchFamily="18" charset="0"/>
                            <a:ea typeface="Calibri" panose="020F0502020204030204" pitchFamily="34" charset="0"/>
                            <a:cs typeface="Times New Roman" panose="02020603050405020304" pitchFamily="18" charset="0"/>
                          </a:rPr>
                          <m:t>5</m:t>
                        </m:r>
                      </m:den>
                    </m:f>
                  </m:oMath>
                </a14:m>
                <a:r>
                  <a:rPr lang="en-AU" sz="1800">
                    <a:effectLst/>
                    <a:latin typeface="Arial" panose="020B0604020202020204" pitchFamily="34" charset="0"/>
                    <a:ea typeface="Calibri" panose="020F0502020204030204" pitchFamily="34" charset="0"/>
                    <a:cs typeface="Times New Roman" panose="02020603050405020304" pitchFamily="18" charset="0"/>
                  </a:rPr>
                  <a:t> of 25, Grace divided by 5 to get 5, and then multiplied by 2 to get 10.</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To find </a:t>
                </a:r>
                <a14:m>
                  <m:oMath xmlns:m="http://schemas.openxmlformats.org/officeDocument/2006/math">
                    <m:f>
                      <m:fPr>
                        <m:ctrlPr>
                          <a:rPr lang="en-AU"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800" i="1">
                            <a:effectLst/>
                            <a:latin typeface="Cambria Math" panose="02040503050406030204" pitchFamily="18" charset="0"/>
                            <a:ea typeface="Calibri" panose="020F0502020204030204" pitchFamily="34" charset="0"/>
                            <a:cs typeface="Times New Roman" panose="02020603050405020304" pitchFamily="18" charset="0"/>
                          </a:rPr>
                          <m:t>3</m:t>
                        </m:r>
                      </m:num>
                      <m:den>
                        <m:r>
                          <a:rPr lang="en-AU" sz="1800" i="1">
                            <a:effectLst/>
                            <a:latin typeface="Cambria Math" panose="02040503050406030204" pitchFamily="18" charset="0"/>
                            <a:ea typeface="Calibri" panose="020F0502020204030204" pitchFamily="34" charset="0"/>
                            <a:cs typeface="Times New Roman" panose="02020603050405020304" pitchFamily="18" charset="0"/>
                          </a:rPr>
                          <m:t>4 </m:t>
                        </m:r>
                      </m:den>
                    </m:f>
                  </m:oMath>
                </a14:m>
                <a:r>
                  <a:rPr lang="en-AU" sz="1800">
                    <a:effectLst/>
                    <a:latin typeface="Arial" panose="020B0604020202020204" pitchFamily="34" charset="0"/>
                    <a:ea typeface="DengXian" panose="02010600030101010101" pitchFamily="2" charset="-122"/>
                    <a:cs typeface="Times New Roman" panose="02020603050405020304" pitchFamily="18" charset="0"/>
                  </a:rPr>
                  <a:t>  </a:t>
                </a:r>
                <a:r>
                  <a:rPr lang="en-AU" sz="1800">
                    <a:effectLst/>
                    <a:latin typeface="Arial" panose="020B0604020202020204" pitchFamily="34" charset="0"/>
                    <a:ea typeface="Calibri" panose="020F0502020204030204" pitchFamily="34" charset="0"/>
                    <a:cs typeface="Times New Roman" panose="02020603050405020304" pitchFamily="18" charset="0"/>
                  </a:rPr>
                  <a:t>of 24, Ben divided 24 by 4 to get 6.</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To find </a:t>
                </a:r>
                <a14:m>
                  <m:oMath xmlns:m="http://schemas.openxmlformats.org/officeDocument/2006/math">
                    <m:f>
                      <m:fPr>
                        <m:ctrlPr>
                          <a:rPr lang="en-AU"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800" i="1">
                            <a:effectLst/>
                            <a:latin typeface="Cambria Math" panose="02040503050406030204" pitchFamily="18" charset="0"/>
                            <a:ea typeface="Calibri" panose="020F0502020204030204" pitchFamily="34" charset="0"/>
                            <a:cs typeface="Times New Roman" panose="02020603050405020304" pitchFamily="18" charset="0"/>
                          </a:rPr>
                          <m:t>3</m:t>
                        </m:r>
                      </m:num>
                      <m:den>
                        <m:r>
                          <a:rPr lang="en-AU" sz="1800" i="1">
                            <a:effectLst/>
                            <a:latin typeface="Cambria Math" panose="02040503050406030204" pitchFamily="18" charset="0"/>
                            <a:ea typeface="Calibri" panose="020F0502020204030204" pitchFamily="34" charset="0"/>
                            <a:cs typeface="Times New Roman" panose="02020603050405020304" pitchFamily="18" charset="0"/>
                          </a:rPr>
                          <m:t>5</m:t>
                        </m:r>
                      </m:den>
                    </m:f>
                  </m:oMath>
                </a14:m>
                <a:r>
                  <a:rPr lang="en-AU" sz="1800">
                    <a:effectLst/>
                    <a:latin typeface="Arial" panose="020B0604020202020204" pitchFamily="34" charset="0"/>
                    <a:ea typeface="Calibri" panose="020F0502020204030204" pitchFamily="34" charset="0"/>
                    <a:cs typeface="Times New Roman" panose="02020603050405020304" pitchFamily="18" charset="0"/>
                  </a:rPr>
                  <a:t> of 20, Fatima divided 20 by 4 to get 5, then multiplied by 3 to get 15.</a:t>
                </a:r>
                <a:endParaRPr lang="en-AU" sz="1800">
                  <a:effectLst/>
                  <a:latin typeface="Arial" panose="020B0604020202020204" pitchFamily="34" charset="0"/>
                  <a:ea typeface="Calibri" panose="020F0502020204030204" pitchFamily="34" charset="0"/>
                </a:endParaRPr>
              </a:p>
              <a:p>
                <a:endParaRPr lang="en-AU" sz="1800">
                  <a:effectLst/>
                  <a:latin typeface="Arial" panose="020B0604020202020204" pitchFamily="34" charset="0"/>
                  <a:ea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4E306A96-A19F-CF4F-2F9D-9EF41FBA3B4E}"/>
                  </a:ext>
                </a:extLst>
              </p:cNvPr>
              <p:cNvSpPr>
                <a:spLocks noGrp="1"/>
              </p:cNvSpPr>
              <p:nvPr>
                <p:ph type="body" idx="1"/>
              </p:nvPr>
            </p:nvSpPr>
            <p:spPr/>
            <p:txBody>
              <a:bodyPr/>
              <a:lstStyle/>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a:effectLst/>
                  </a:rPr>
                  <a:t>Note: </a:t>
                </a:r>
                <a:r>
                  <a:rPr lang="en-AU" sz="1600">
                    <a:effectLst/>
                  </a:rPr>
                  <a:t>This slide is designed to be used in presentation mode.</a:t>
                </a:r>
                <a:endParaRPr kumimoji="0" lang="en-AU" sz="16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1219170" rtl="0" eaLnBrk="1" fontAlgn="auto" latinLnBrk="0" hangingPunct="1">
                  <a:lnSpc>
                    <a:spcPct val="150000"/>
                  </a:lnSpc>
                  <a:spcBef>
                    <a:spcPts val="1200"/>
                  </a:spcBef>
                  <a:spcAft>
                    <a:spcPts val="600"/>
                  </a:spcAft>
                  <a:buClrTx/>
                  <a:buSzTx/>
                  <a:buFontTx/>
                  <a:buNone/>
                  <a:tabLst/>
                  <a:defRPr/>
                </a:pPr>
                <a:endParaRPr kumimoji="0" lang="en-AU" sz="16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kumimoji="0" lang="en-AU" sz="1600" b="0" i="0" u="none" strike="noStrike" kern="1200" cap="none" spc="0" normalizeH="0" baseline="0" noProof="0">
                    <a:ln>
                      <a:noFill/>
                    </a:ln>
                    <a:solidFill>
                      <a:prstClr val="black"/>
                    </a:solidFill>
                    <a:effectLst/>
                    <a:uLnTx/>
                    <a:uFillTx/>
                    <a:latin typeface="Arial"/>
                    <a:ea typeface="+mn-ea"/>
                    <a:cs typeface="Arial"/>
                  </a:rPr>
                  <a:t>This is a developing number sense activity. </a:t>
                </a:r>
                <a:endParaRPr kumimoji="0" lang="en-US" sz="1600" b="0" i="0" u="none" strike="noStrike" kern="1200" cap="none" spc="0" normalizeH="0" baseline="0" noProof="0">
                  <a:ln>
                    <a:noFill/>
                  </a:ln>
                  <a:solidFill>
                    <a:srgbClr val="444444"/>
                  </a:solidFill>
                  <a:effectLst/>
                  <a:uLnTx/>
                  <a:uFillTx/>
                  <a:latin typeface="Arial"/>
                  <a:ea typeface="+mn-ea"/>
                  <a:cs typeface="Arial"/>
                </a:endParaRPr>
              </a:p>
              <a:p>
                <a:pPr marL="0" marR="0" lvl="0" indent="0" algn="l" defTabSz="1219170" rtl="0" eaLnBrk="1" fontAlgn="auto" latinLnBrk="0" hangingPunct="1">
                  <a:lnSpc>
                    <a:spcPct val="150000"/>
                  </a:lnSpc>
                  <a:spcBef>
                    <a:spcPts val="1200"/>
                  </a:spcBef>
                  <a:spcAft>
                    <a:spcPts val="600"/>
                  </a:spcAft>
                  <a:buClrTx/>
                  <a:buSzTx/>
                  <a:buFontTx/>
                  <a:buNone/>
                  <a:tabLst/>
                  <a:defRPr/>
                </a:pPr>
                <a:endParaRPr kumimoji="0" lang="en-AU" sz="1600" b="0" i="0" u="none" strike="noStrike" kern="1200" cap="none" spc="0" normalizeH="0" baseline="0" noProof="0">
                  <a:ln>
                    <a:noFill/>
                  </a:ln>
                  <a:solidFill>
                    <a:srgbClr val="444444"/>
                  </a:solidFill>
                  <a:effectLst/>
                  <a:uLnTx/>
                  <a:uFillTx/>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kumimoji="0" lang="en-AU" sz="1600" b="0" i="0" u="none" strike="noStrike" kern="1200" cap="none" spc="0" normalizeH="0" baseline="0" noProof="0">
                    <a:ln>
                      <a:noFill/>
                    </a:ln>
                    <a:solidFill>
                      <a:prstClr val="black"/>
                    </a:solidFill>
                    <a:effectLst/>
                    <a:uLnTx/>
                    <a:uFillTx/>
                    <a:latin typeface="Arial"/>
                    <a:ea typeface="+mn-ea"/>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kumimoji="0" lang="en-US" sz="1600" b="0" i="0" u="none" strike="noStrike" kern="1200" cap="none" spc="0" normalizeH="0" baseline="0" noProof="0">
                  <a:ln>
                    <a:noFill/>
                  </a:ln>
                  <a:solidFill>
                    <a:srgbClr val="444444"/>
                  </a:solidFill>
                  <a:effectLst/>
                  <a:uLnTx/>
                  <a:uFillTx/>
                  <a:latin typeface="Arial"/>
                  <a:ea typeface="+mn-ea"/>
                  <a:cs typeface="Arial"/>
                </a:endParaRPr>
              </a:p>
              <a:p>
                <a:pPr marL="0" marR="0" lvl="0" indent="0" algn="l" defTabSz="1219170" rtl="0" eaLnBrk="1" fontAlgn="auto" latinLnBrk="0" hangingPunct="1">
                  <a:lnSpc>
                    <a:spcPts val="1913"/>
                  </a:lnSpc>
                  <a:spcBef>
                    <a:spcPts val="0"/>
                  </a:spcBef>
                  <a:spcAft>
                    <a:spcPts val="0"/>
                  </a:spcAft>
                  <a:buClrTx/>
                  <a:buSzTx/>
                  <a:buFontTx/>
                  <a:buNone/>
                  <a:tabLst/>
                  <a:defRPr/>
                </a:pPr>
                <a:endParaRPr kumimoji="0" lang="en-AU" sz="1600" b="0" i="0" u="none" strike="noStrike" kern="1200" cap="none" spc="0" normalizeH="0" baseline="0" noProof="0">
                  <a:ln>
                    <a:noFill/>
                  </a:ln>
                  <a:solidFill>
                    <a:srgbClr val="444444"/>
                  </a:solidFill>
                  <a:effectLst/>
                  <a:uLnTx/>
                  <a:uFillTx/>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a:ln>
                      <a:noFill/>
                    </a:ln>
                    <a:solidFill>
                      <a:prstClr val="black"/>
                    </a:solidFill>
                    <a:effectLst/>
                    <a:uLnTx/>
                    <a:uFillTx/>
                    <a:latin typeface="Arial"/>
                    <a:ea typeface="+mn-ea"/>
                    <a:cs typeface="Arial"/>
                  </a:rPr>
                  <a:t>Syllabus focus area:</a:t>
                </a:r>
                <a:endParaRPr kumimoji="0" lang="en-US" sz="1600" b="0" i="0" u="none" strike="noStrike" kern="1200" cap="none" spc="0" normalizeH="0" baseline="0" noProof="0">
                  <a:ln>
                    <a:noFill/>
                  </a:ln>
                  <a:solidFill>
                    <a:srgbClr val="444444"/>
                  </a:solidFill>
                  <a:effectLst/>
                  <a:uLnTx/>
                  <a:uFillTx/>
                  <a:latin typeface="Arial"/>
                  <a:ea typeface="+mn-ea"/>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kern="1200">
                    <a:solidFill>
                      <a:schemeClr val="tx1"/>
                    </a:solidFill>
                    <a:effectLst/>
                    <a:latin typeface="Arial" panose="020B0604020202020204" pitchFamily="34" charset="0"/>
                    <a:ea typeface="+mn-ea"/>
                    <a:cs typeface="Arial" panose="020B0604020202020204" pitchFamily="34" charset="0"/>
                  </a:rPr>
                  <a:t>Representing quantity fractions B</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800" b="1">
                  <a:effectLst/>
                </a:endParaRPr>
              </a:p>
              <a:p>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Pose the following question to students: To find </a:t>
                </a:r>
                <a:r>
                  <a:rPr lang="en-AU" sz="1800" i="0">
                    <a:effectLst/>
                    <a:latin typeface="Cambria Math" panose="02040503050406030204" pitchFamily="18" charset="0"/>
                    <a:ea typeface="Calibri" panose="020F0502020204030204" pitchFamily="34" charset="0"/>
                  </a:rPr>
                  <a:t>3/5</a:t>
                </a:r>
                <a:r>
                  <a:rPr lang="en-AU" sz="1800">
                    <a:effectLst/>
                    <a:latin typeface="Arial" panose="020B0604020202020204" pitchFamily="34" charset="0"/>
                    <a:ea typeface="Calibri" panose="020F0502020204030204" pitchFamily="34" charset="0"/>
                  </a:rPr>
                  <a:t> of 15, Josh divided 15 by 3 to get 5, then multiplied by 5 to get 25.</a:t>
                </a:r>
              </a:p>
              <a:p>
                <a:pPr marL="342900" lvl="0" indent="-342900">
                  <a:lnSpc>
                    <a:spcPct val="150000"/>
                  </a:lnSpc>
                  <a:spcBef>
                    <a:spcPts val="1200"/>
                  </a:spcBef>
                  <a:spcAft>
                    <a:spcPts val="600"/>
                  </a:spcAft>
                  <a:buFont typeface="+mj-lt"/>
                  <a:buAutoNum type="arabicPeriod"/>
                  <a:tabLst>
                    <a:tab pos="318770" algn="l"/>
                  </a:tabLst>
                </a:pPr>
                <a:r>
                  <a:rPr lang="en-AU" sz="1800">
                    <a:effectLst/>
                    <a:latin typeface="Arial" panose="020B0604020202020204" pitchFamily="34" charset="0"/>
                    <a:ea typeface="Calibri" panose="020F0502020204030204" pitchFamily="34" charset="0"/>
                  </a:rPr>
                  <a:t>Students work with a partner to use a tape diagram to solve calculate the answer and discuss if Grace was correct, justifying their reasoning and any mistakes that may have been made.</a:t>
                </a:r>
              </a:p>
              <a:p>
                <a:pPr marL="342900" lvl="0" indent="-342900">
                  <a:lnSpc>
                    <a:spcPct val="150000"/>
                  </a:lnSpc>
                  <a:spcBef>
                    <a:spcPts val="1200"/>
                  </a:spcBef>
                  <a:spcAft>
                    <a:spcPts val="600"/>
                  </a:spcAft>
                  <a:buFont typeface="+mj-lt"/>
                  <a:buAutoNum type="arabicPeriod"/>
                  <a:tabLst>
                    <a:tab pos="318770" algn="l"/>
                  </a:tabLst>
                </a:pPr>
                <a:r>
                  <a:rPr lang="en-AU" sz="1800">
                    <a:effectLst/>
                    <a:latin typeface="Arial" panose="020B0604020202020204" pitchFamily="34" charset="0"/>
                    <a:ea typeface="Calibri" panose="020F0502020204030204" pitchFamily="34" charset="0"/>
                  </a:rPr>
                  <a:t>Each group shares the mathematical thinking from their discussion.</a:t>
                </a:r>
              </a:p>
              <a:p>
                <a:pPr marL="342900" lvl="0" indent="-342900">
                  <a:lnSpc>
                    <a:spcPct val="150000"/>
                  </a:lnSpc>
                  <a:spcBef>
                    <a:spcPts val="1200"/>
                  </a:spcBef>
                  <a:spcAft>
                    <a:spcPts val="600"/>
                  </a:spcAft>
                  <a:buFont typeface="+mj-lt"/>
                  <a:buAutoNum type="arabicPeriod"/>
                  <a:tabLst>
                    <a:tab pos="318770" algn="l"/>
                  </a:tabLst>
                </a:pPr>
                <a:r>
                  <a:rPr lang="en-AU" sz="1800">
                    <a:effectLst/>
                    <a:latin typeface="Arial" panose="020B0604020202020204" pitchFamily="34" charset="0"/>
                    <a:ea typeface="Calibri" panose="020F0502020204030204" pitchFamily="34" charset="0"/>
                  </a:rPr>
                  <a:t>Repeat with further examples:</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To find </a:t>
                </a:r>
                <a:r>
                  <a:rPr lang="en-AU" sz="1800" i="0">
                    <a:effectLst/>
                    <a:latin typeface="Cambria Math" panose="02040503050406030204" pitchFamily="18" charset="0"/>
                    <a:ea typeface="Calibri" panose="020F0502020204030204" pitchFamily="34" charset="0"/>
                    <a:cs typeface="Times New Roman" panose="02020603050405020304" pitchFamily="18" charset="0"/>
                  </a:rPr>
                  <a:t>2/5</a:t>
                </a:r>
                <a:r>
                  <a:rPr lang="en-AU" sz="1800">
                    <a:effectLst/>
                    <a:latin typeface="Arial" panose="020B0604020202020204" pitchFamily="34" charset="0"/>
                    <a:ea typeface="Calibri" panose="020F0502020204030204" pitchFamily="34" charset="0"/>
                    <a:cs typeface="Times New Roman" panose="02020603050405020304" pitchFamily="18" charset="0"/>
                  </a:rPr>
                  <a:t> of 25, Grace divided by 5 to get 5, and then multiplied by 2 to get 10.</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To find </a:t>
                </a:r>
                <a:r>
                  <a:rPr lang="en-AU" sz="1800" i="0">
                    <a:effectLst/>
                    <a:latin typeface="Cambria Math" panose="02040503050406030204" pitchFamily="18" charset="0"/>
                    <a:ea typeface="Calibri" panose="020F0502020204030204" pitchFamily="34" charset="0"/>
                    <a:cs typeface="Times New Roman" panose="02020603050405020304" pitchFamily="18" charset="0"/>
                  </a:rPr>
                  <a:t>3/(4 )</a:t>
                </a:r>
                <a:r>
                  <a:rPr lang="en-AU" sz="1800">
                    <a:effectLst/>
                    <a:latin typeface="Arial" panose="020B0604020202020204" pitchFamily="34" charset="0"/>
                    <a:ea typeface="DengXian" panose="02010600030101010101" pitchFamily="2" charset="-122"/>
                    <a:cs typeface="Times New Roman" panose="02020603050405020304" pitchFamily="18" charset="0"/>
                  </a:rPr>
                  <a:t>  </a:t>
                </a:r>
                <a:r>
                  <a:rPr lang="en-AU" sz="1800">
                    <a:effectLst/>
                    <a:latin typeface="Arial" panose="020B0604020202020204" pitchFamily="34" charset="0"/>
                    <a:ea typeface="Calibri" panose="020F0502020204030204" pitchFamily="34" charset="0"/>
                    <a:cs typeface="Times New Roman" panose="02020603050405020304" pitchFamily="18" charset="0"/>
                  </a:rPr>
                  <a:t>of 24, Ben divided 24 by 4 to get 6.</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To find </a:t>
                </a:r>
                <a:r>
                  <a:rPr lang="en-AU" sz="1800" i="0">
                    <a:effectLst/>
                    <a:latin typeface="Cambria Math" panose="02040503050406030204" pitchFamily="18" charset="0"/>
                    <a:ea typeface="Calibri" panose="020F0502020204030204" pitchFamily="34" charset="0"/>
                    <a:cs typeface="Times New Roman" panose="02020603050405020304" pitchFamily="18" charset="0"/>
                  </a:rPr>
                  <a:t>3/5</a:t>
                </a:r>
                <a:r>
                  <a:rPr lang="en-AU" sz="1800">
                    <a:effectLst/>
                    <a:latin typeface="Arial" panose="020B0604020202020204" pitchFamily="34" charset="0"/>
                    <a:ea typeface="Calibri" panose="020F0502020204030204" pitchFamily="34" charset="0"/>
                    <a:cs typeface="Times New Roman" panose="02020603050405020304" pitchFamily="18" charset="0"/>
                  </a:rPr>
                  <a:t> of 20, Fatima divided 20 by 4 to get 5, then multiplied by 3 to get 15.</a:t>
                </a:r>
                <a:endParaRPr lang="en-AU" sz="1800">
                  <a:effectLst/>
                  <a:latin typeface="Arial" panose="020B0604020202020204" pitchFamily="34" charset="0"/>
                  <a:ea typeface="Calibri" panose="020F0502020204030204" pitchFamily="34" charset="0"/>
                </a:endParaRPr>
              </a:p>
              <a:p>
                <a:endParaRPr lang="en-AU" sz="1800">
                  <a:effectLst/>
                  <a:latin typeface="Arial" panose="020B0604020202020204" pitchFamily="34" charset="0"/>
                  <a:ea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3EA3D61A-DA0D-517A-88F0-CC58907B4CC1}"/>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32</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4540852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a:t>Use the arrows to navigate between related activities.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a:t>Hyperlink each arrow to compare between related slides.</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3FC8-7C27-ADA4-A03B-5E48C1C14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F9E58-3C51-C638-D2A9-0DC09233C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681D0-1819-E9EE-FB6C-BDEED94D69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This question connects to the content in the developing number sense activity (Activity 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p>
        </p:txBody>
      </p:sp>
      <p:sp>
        <p:nvSpPr>
          <p:cNvPr id="4" name="Slide Number Placeholder 3">
            <a:extLst>
              <a:ext uri="{FF2B5EF4-FFF2-40B4-BE49-F238E27FC236}">
                <a16:creationId xmlns:a16="http://schemas.microsoft.com/office/drawing/2014/main" id="{53E40460-08D8-1BDD-6B68-F7DFB23337A6}"/>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11544438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37D30-8C3C-1F9B-1235-EED776AA1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F2E79-EC8B-85C4-64A1-B9824B577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281569-AF22-80CB-50D8-8C75DD35029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1)</a:t>
            </a:r>
            <a:br>
              <a:rPr lang="en-AU">
                <a:latin typeface="Arial"/>
                <a:cs typeface="Arial"/>
              </a:rPr>
            </a:br>
            <a:br>
              <a:rPr lang="en-AU"/>
            </a:br>
            <a:r>
              <a:rPr lang="en-AU" b="1"/>
              <a:t>Syllabus focus area:</a:t>
            </a:r>
            <a:endParaRPr lang="en-US">
              <a:solidFill>
                <a:srgbClr val="444444"/>
              </a:solidFill>
            </a:endParaRPr>
          </a:p>
          <a:p>
            <a:r>
              <a:rPr lang="en-AU"/>
              <a:t>Multiplicative relations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49558E46-6CF2-2491-6CB7-1B34BC401650}"/>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103638957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20887922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8452345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3488491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871011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6275389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5768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19110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639285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3288282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75175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342756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10" Type="http://schemas.openxmlformats.org/officeDocument/2006/relationships/theme" Target="../theme/theme2.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24" r:id="rId3"/>
    <p:sldLayoutId id="2147483751" r:id="rId4"/>
    <p:sldLayoutId id="2147483754" r:id="rId5"/>
    <p:sldLayoutId id="2147483752" r:id="rId6"/>
    <p:sldLayoutId id="2147483753" r:id="rId7"/>
    <p:sldLayoutId id="2147483723" r:id="rId8"/>
    <p:sldLayoutId id="2147483749" r:id="rId9"/>
    <p:sldLayoutId id="2147483746" r:id="rId10"/>
    <p:sldLayoutId id="2147483725" r:id="rId11"/>
    <p:sldLayoutId id="2147483743" r:id="rId12"/>
    <p:sldLayoutId id="2147483750" r:id="rId13"/>
    <p:sldLayoutId id="2147483744" r:id="rId1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2188589261"/>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0.sv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18.xml"/><Relationship Id="rId11" Type="http://schemas.openxmlformats.org/officeDocument/2006/relationships/image" Target="../media/image15.jpeg"/><Relationship Id="rId10" Type="http://schemas.openxmlformats.org/officeDocument/2006/relationships/image" Target="../media/image14.svg"/><Relationship Id="rId4" Type="http://schemas.openxmlformats.org/officeDocument/2006/relationships/image" Target="../media/image11.sv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6.sv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7.sv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18.xml"/><Relationship Id="rId4" Type="http://schemas.openxmlformats.org/officeDocument/2006/relationships/image" Target="../media/image15.jpeg"/></Relationships>
</file>

<file path=ppt/slides/_rels/slide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15.xml"/><Relationship Id="rId1" Type="http://schemas.openxmlformats.org/officeDocument/2006/relationships/slideLayout" Target="../slideLayouts/slideLayout18.xml"/><Relationship Id="rId5" Type="http://schemas.openxmlformats.org/officeDocument/2006/relationships/image" Target="../media/image15.jpeg"/><Relationship Id="rId4" Type="http://schemas.openxmlformats.org/officeDocument/2006/relationships/image" Target="../media/image20.svg"/></Relationships>
</file>

<file path=ppt/slides/_rels/slide1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16.xml"/><Relationship Id="rId1" Type="http://schemas.openxmlformats.org/officeDocument/2006/relationships/slideLayout" Target="../slideLayouts/slideLayout18.xml"/><Relationship Id="rId5" Type="http://schemas.openxmlformats.org/officeDocument/2006/relationships/image" Target="../media/image15.jpeg"/><Relationship Id="rId4" Type="http://schemas.openxmlformats.org/officeDocument/2006/relationships/image" Target="../media/image21.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24.xml"/><Relationship Id="rId1" Type="http://schemas.openxmlformats.org/officeDocument/2006/relationships/slideLayout" Target="../slideLayouts/slideLayout18.xml"/><Relationship Id="rId4" Type="http://schemas.openxmlformats.org/officeDocument/2006/relationships/image" Target="../media/image15.jpeg"/></Relationships>
</file>

<file path=ppt/slides/_rels/slide25.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25.png"/><Relationship Id="rId7" Type="http://schemas.openxmlformats.org/officeDocument/2006/relationships/image" Target="../media/image58.png"/><Relationship Id="rId2" Type="http://schemas.openxmlformats.org/officeDocument/2006/relationships/notesSlide" Target="../notesSlides/notesSlide25.xml"/><Relationship Id="rId1" Type="http://schemas.openxmlformats.org/officeDocument/2006/relationships/slideLayout" Target="../slideLayouts/slideLayout18.xml"/><Relationship Id="rId6" Type="http://schemas.openxmlformats.org/officeDocument/2006/relationships/customXml" Target="../ink/ink2.xml"/><Relationship Id="rId5" Type="http://schemas.openxmlformats.org/officeDocument/2006/relationships/image" Target="../media/image57.png"/><Relationship Id="rId10" Type="http://schemas.openxmlformats.org/officeDocument/2006/relationships/image" Target="../media/image15.jpeg"/><Relationship Id="rId4" Type="http://schemas.openxmlformats.org/officeDocument/2006/relationships/customXml" Target="../ink/ink1.xml"/><Relationship Id="rId9" Type="http://schemas.openxmlformats.org/officeDocument/2006/relationships/image" Target="../media/image5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chart" Target="../charts/chart1.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3" Type="http://schemas.openxmlformats.org/officeDocument/2006/relationships/image" Target="../media/image67.png"/><Relationship Id="rId7" Type="http://schemas.openxmlformats.org/officeDocument/2006/relationships/image" Target="../media/image15.jpeg"/><Relationship Id="rId2" Type="http://schemas.openxmlformats.org/officeDocument/2006/relationships/notesSlide" Target="../notesSlides/notesSlide32.xml"/><Relationship Id="rId1" Type="http://schemas.openxmlformats.org/officeDocument/2006/relationships/slideLayout" Target="../slideLayouts/slideLayout18.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7.xml"/><Relationship Id="rId1" Type="http://schemas.openxmlformats.org/officeDocument/2006/relationships/slideLayout" Target="../slideLayouts/slideLayout10.xml"/><Relationship Id="rId5" Type="http://schemas.openxmlformats.org/officeDocument/2006/relationships/image" Target="../media/image30.svg"/><Relationship Id="rId4" Type="http://schemas.openxmlformats.org/officeDocument/2006/relationships/slide" Target="slide2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8" Type="http://schemas.openxmlformats.org/officeDocument/2006/relationships/hyperlink" Target="https://curriculum.nsw.edu.au/learning-areas/mathematics/mathematics-k-10-2022/content/stage-3/fa51e61164?show=advice&amp;ta_scroll=no#:~:text=Teaching%20advice%20for%20Three%2Ddimensional%20spatial%20structure%20A" TargetMode="External"/><Relationship Id="rId3" Type="http://schemas.openxmlformats.org/officeDocument/2006/relationships/hyperlink" Target="https://curriculum.nsw.edu.au/learning-areas/mathematics/mathematics-k-10-2022" TargetMode="External"/><Relationship Id="rId7" Type="http://schemas.openxmlformats.org/officeDocument/2006/relationships/hyperlink" Target="https://mathforlove.com/lesson/fill-the-stairs/" TargetMode="External"/><Relationship Id="rId12" Type="http://schemas.openxmlformats.org/officeDocument/2006/relationships/hyperlink" Target="https://curriculum.nsw.edu.au/" TargetMode="External"/><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hyperlink" Target="https://mathsvenns.com/volume-of-a-cuboid-1/" TargetMode="External"/><Relationship Id="rId11" Type="http://schemas.openxmlformats.org/officeDocument/2006/relationships/hyperlink" Target="https://educationstandards.nsw.edu.au/wps/portal/nesa/home" TargetMode="External"/><Relationship Id="rId5" Type="http://schemas.openxmlformats.org/officeDocument/2006/relationships/hyperlink" Target="http://www.australiancurriculum.edu.au/" TargetMode="External"/><Relationship Id="rId10" Type="http://schemas.openxmlformats.org/officeDocument/2006/relationships/hyperlink" Target="https://educationstandards.nsw.edu.au/wps/portal/nesa/mini-footer/copyright" TargetMode="External"/><Relationship Id="rId4" Type="http://schemas.openxmlformats.org/officeDocument/2006/relationships/hyperlink" Target="https://education.nsw.gov.au/teaching-and-learning/curriculum/literacy-and-numeracy/resources-for-schools/learning-progressions" TargetMode="External"/><Relationship Id="rId9" Type="http://schemas.openxmlformats.org/officeDocument/2006/relationships/hyperlink" Target="https://education.nsw.gov.au/teaching-and-learning/curriculum/mathematics/mathematics-curriculum-resources-k-12/thinking-mathematically-resources/mathematics-s2-s3-factors-fun" TargetMode="External"/></Relationships>
</file>

<file path=ppt/slides/_rels/slide41.xml.rels><?xml version="1.0" encoding="UTF-8" standalone="yes"?>
<Relationships xmlns="http://schemas.openxmlformats.org/package/2006/relationships"><Relationship Id="rId8" Type="http://schemas.openxmlformats.org/officeDocument/2006/relationships/hyperlink" Target="https://educationstandards.nsw.edu.au/wps/portal/nesa/home" TargetMode="External"/><Relationship Id="rId3" Type="http://schemas.openxmlformats.org/officeDocument/2006/relationships/hyperlink" Target="https://nrich.maths.org/7280" TargetMode="External"/><Relationship Id="rId7" Type="http://schemas.openxmlformats.org/officeDocument/2006/relationships/hyperlink" Target="https://educationstandards.nsw.edu.au/wps/portal/nesa/mini-footer/copyright" TargetMode="External"/><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hyperlink" Target="https://nrich.maths.org/5632" TargetMode="External"/><Relationship Id="rId5" Type="http://schemas.openxmlformats.org/officeDocument/2006/relationships/hyperlink" Target="https://nrich.maths.org/14241" TargetMode="External"/><Relationship Id="rId4" Type="http://schemas.openxmlformats.org/officeDocument/2006/relationships/hyperlink" Target="https://nrich.maths.org/5578" TargetMode="External"/><Relationship Id="rId9" Type="http://schemas.openxmlformats.org/officeDocument/2006/relationships/hyperlink" Target="https://curriculum.nsw.edu.au/" TargetMode="External"/></Relationships>
</file>

<file path=ppt/slides/_rels/slide42.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AA317-177A-AB71-ADCD-8AE5EF981A1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9A12372-C1A2-E699-0EC6-99DCA1418796}"/>
              </a:ext>
            </a:extLst>
          </p:cNvPr>
          <p:cNvSpPr>
            <a:spLocks noGrp="1"/>
          </p:cNvSpPr>
          <p:nvPr>
            <p:ph type="ctrTitle"/>
          </p:nvPr>
        </p:nvSpPr>
        <p:spPr/>
        <p:txBody>
          <a:bodyPr/>
          <a:lstStyle/>
          <a:p>
            <a:r>
              <a:rPr lang="en-AU">
                <a:latin typeface="+mj-lt"/>
                <a:cs typeface="Arial"/>
              </a:rPr>
              <a:t>Review of learning 5</a:t>
            </a:r>
            <a:endParaRPr lang="en-AU">
              <a:latin typeface="+mj-lt"/>
            </a:endParaRPr>
          </a:p>
        </p:txBody>
      </p:sp>
    </p:spTree>
    <p:extLst>
      <p:ext uri="{BB962C8B-B14F-4D97-AF65-F5344CB8AC3E}">
        <p14:creationId xmlns:p14="http://schemas.microsoft.com/office/powerpoint/2010/main" val="2658045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2</a:t>
            </a:fld>
            <a:endParaRPr lang="en-AU"/>
          </a:p>
        </p:txBody>
      </p:sp>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(3)</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a:xfrm>
            <a:off x="360000" y="1158534"/>
            <a:ext cx="11243037" cy="893226"/>
          </a:xfrm>
        </p:spPr>
        <p:txBody>
          <a:bodyPr vert="horz" lIns="0" tIns="0" rIns="0" bIns="0" rtlCol="0" anchor="t">
            <a:noAutofit/>
          </a:bodyPr>
          <a:lstStyle/>
          <a:p>
            <a:pPr algn="ctr"/>
            <a:r>
              <a:rPr lang="en-AU" sz="3600"/>
              <a:t>Ava baked cupcakes for a party. She had completed </a:t>
            </a:r>
          </a:p>
          <a:p>
            <a:pPr algn="ctr"/>
            <a:r>
              <a:rPr lang="en-AU" sz="3600" b="1"/>
              <a:t>2-fifths</a:t>
            </a:r>
            <a:r>
              <a:rPr lang="en-AU" sz="3600"/>
              <a:t> of her baking when she stopped for lunch. After lunch, she baked </a:t>
            </a:r>
            <a:r>
              <a:rPr lang="en-AU" sz="3600" b="1"/>
              <a:t>36 more </a:t>
            </a:r>
            <a:r>
              <a:rPr lang="en-AU" sz="3600"/>
              <a:t>cupcakes to finish the job. How many did she bake </a:t>
            </a:r>
            <a:r>
              <a:rPr lang="en-AU" sz="3600" b="1"/>
              <a:t>in total</a:t>
            </a:r>
            <a:r>
              <a:rPr lang="en-AU" sz="3600"/>
              <a:t>?</a:t>
            </a:r>
            <a:endParaRPr lang="en-US" sz="3600"/>
          </a:p>
        </p:txBody>
      </p:sp>
      <p:graphicFrame>
        <p:nvGraphicFramePr>
          <p:cNvPr id="4" name="Table 3">
            <a:extLst>
              <a:ext uri="{FF2B5EF4-FFF2-40B4-BE49-F238E27FC236}">
                <a16:creationId xmlns:a16="http://schemas.microsoft.com/office/drawing/2014/main" id="{35E5AB9F-F464-7892-DE49-02CB519550E6}"/>
              </a:ext>
            </a:extLst>
          </p:cNvPr>
          <p:cNvGraphicFramePr>
            <a:graphicFrameLocks noGrp="1"/>
          </p:cNvGraphicFramePr>
          <p:nvPr>
            <p:extLst>
              <p:ext uri="{D42A27DB-BD31-4B8C-83A1-F6EECF244321}">
                <p14:modId xmlns:p14="http://schemas.microsoft.com/office/powerpoint/2010/main" val="843295667"/>
              </p:ext>
            </p:extLst>
          </p:nvPr>
        </p:nvGraphicFramePr>
        <p:xfrm>
          <a:off x="593497" y="4806240"/>
          <a:ext cx="11484000" cy="1504507"/>
        </p:xfrm>
        <a:graphic>
          <a:graphicData uri="http://schemas.openxmlformats.org/drawingml/2006/table">
            <a:tbl>
              <a:tblPr firstRow="1" bandRow="1">
                <a:tableStyleId>{5A111915-BE36-4E01-A7E5-04B1672EAD32}</a:tableStyleId>
              </a:tblPr>
              <a:tblGrid>
                <a:gridCol w="2871000">
                  <a:extLst>
                    <a:ext uri="{9D8B030D-6E8A-4147-A177-3AD203B41FA5}">
                      <a16:colId xmlns:a16="http://schemas.microsoft.com/office/drawing/2014/main" val="1764535638"/>
                    </a:ext>
                  </a:extLst>
                </a:gridCol>
                <a:gridCol w="2871000">
                  <a:extLst>
                    <a:ext uri="{9D8B030D-6E8A-4147-A177-3AD203B41FA5}">
                      <a16:colId xmlns:a16="http://schemas.microsoft.com/office/drawing/2014/main" val="1542929608"/>
                    </a:ext>
                  </a:extLst>
                </a:gridCol>
                <a:gridCol w="2871000">
                  <a:extLst>
                    <a:ext uri="{9D8B030D-6E8A-4147-A177-3AD203B41FA5}">
                      <a16:colId xmlns:a16="http://schemas.microsoft.com/office/drawing/2014/main" val="4128396063"/>
                    </a:ext>
                  </a:extLst>
                </a:gridCol>
                <a:gridCol w="2871000">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algn="ctr"/>
                      <a:r>
                        <a:rPr lang="en-AU" sz="3600"/>
                        <a:t>60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3600"/>
                        <a:t>40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3600"/>
                        <a:t>72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3600">
                          <a:latin typeface="+mn-lt"/>
                          <a:cs typeface="Arial"/>
                        </a:rPr>
                        <a:t>48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F31D1F19-3C77-CBD3-78E2-B3C67CA06991}"/>
              </a:ext>
            </a:extLst>
          </p:cNvPr>
          <p:cNvPicPr>
            <a:picLocks noChangeAspect="1"/>
          </p:cNvPicPr>
          <p:nvPr/>
        </p:nvPicPr>
        <p:blipFill>
          <a:blip r:embed="rId3"/>
          <a:stretch>
            <a:fillRect/>
          </a:stretch>
        </p:blipFill>
        <p:spPr>
          <a:xfrm>
            <a:off x="10639184" y="43303"/>
            <a:ext cx="1334510" cy="1305812"/>
          </a:xfrm>
          <a:prstGeom prst="rect">
            <a:avLst/>
          </a:prstGeom>
        </p:spPr>
      </p:pic>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D2BD3-C0AF-4708-6300-CAF6418A984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130AEC-A203-6E6F-E5BE-64487BE37563}"/>
              </a:ext>
            </a:extLst>
          </p:cNvPr>
          <p:cNvSpPr>
            <a:spLocks noGrp="1"/>
          </p:cNvSpPr>
          <p:nvPr>
            <p:ph type="sldNum" sz="quarter" idx="12"/>
          </p:nvPr>
        </p:nvSpPr>
        <p:spPr/>
        <p:txBody>
          <a:bodyPr/>
          <a:lstStyle/>
          <a:p>
            <a:fld id="{10A01DC5-1685-4615-8240-15192985C6A2}" type="slidenum">
              <a:rPr lang="en-AU" smtClean="0"/>
              <a:t>3</a:t>
            </a:fld>
            <a:endParaRPr lang="en-AU"/>
          </a:p>
        </p:txBody>
      </p:sp>
      <p:sp>
        <p:nvSpPr>
          <p:cNvPr id="3" name="Title 2">
            <a:extLst>
              <a:ext uri="{FF2B5EF4-FFF2-40B4-BE49-F238E27FC236}">
                <a16:creationId xmlns:a16="http://schemas.microsoft.com/office/drawing/2014/main" id="{B67F9A0C-D005-60FF-B9A6-94BD6542024F}"/>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(17)</a:t>
            </a:r>
          </a:p>
        </p:txBody>
      </p:sp>
      <p:sp>
        <p:nvSpPr>
          <p:cNvPr id="11" name="Picture Placeholder 10">
            <a:extLst>
              <a:ext uri="{FF2B5EF4-FFF2-40B4-BE49-F238E27FC236}">
                <a16:creationId xmlns:a16="http://schemas.microsoft.com/office/drawing/2014/main" id="{E3076825-3639-8154-0BA8-58E1ADFFDA47}"/>
              </a:ext>
            </a:extLst>
          </p:cNvPr>
          <p:cNvSpPr>
            <a:spLocks noGrp="1"/>
          </p:cNvSpPr>
          <p:nvPr>
            <p:ph type="pic" sz="quarter" idx="21"/>
          </p:nvPr>
        </p:nvSpPr>
        <p:spPr>
          <a:xfrm>
            <a:off x="541367" y="5431294"/>
            <a:ext cx="5431174" cy="1923094"/>
          </a:xfrm>
        </p:spPr>
        <p:txBody>
          <a:bodyPr/>
          <a:lstStyle/>
          <a:p>
            <a:pPr algn="ctr"/>
            <a:r>
              <a:rPr lang="en-US" sz="3200">
                <a:latin typeface="Arial"/>
                <a:cs typeface="Arial"/>
              </a:rPr>
              <a:t>The trapezium has been……</a:t>
            </a:r>
          </a:p>
        </p:txBody>
      </p:sp>
      <p:pic>
        <p:nvPicPr>
          <p:cNvPr id="4" name="Picture 3" descr="image of a clipboard with a pencil recording short answer responses">
            <a:extLst>
              <a:ext uri="{FF2B5EF4-FFF2-40B4-BE49-F238E27FC236}">
                <a16:creationId xmlns:a16="http://schemas.microsoft.com/office/drawing/2014/main" id="{BB099BAB-328B-59D1-278A-FFBF494FA8C0}"/>
              </a:ext>
            </a:extLst>
          </p:cNvPr>
          <p:cNvPicPr>
            <a:picLocks noChangeAspect="1"/>
          </p:cNvPicPr>
          <p:nvPr/>
        </p:nvPicPr>
        <p:blipFill>
          <a:blip r:embed="rId3"/>
          <a:stretch>
            <a:fillRect/>
          </a:stretch>
        </p:blipFill>
        <p:spPr>
          <a:xfrm>
            <a:off x="11124000" y="162000"/>
            <a:ext cx="915500" cy="915500"/>
          </a:xfrm>
          <a:prstGeom prst="rect">
            <a:avLst/>
          </a:prstGeom>
        </p:spPr>
      </p:pic>
      <p:pic>
        <p:nvPicPr>
          <p:cNvPr id="5" name="Picture 4" descr="A purple triangle and another copy of the same shape that has been translated.">
            <a:extLst>
              <a:ext uri="{FF2B5EF4-FFF2-40B4-BE49-F238E27FC236}">
                <a16:creationId xmlns:a16="http://schemas.microsoft.com/office/drawing/2014/main" id="{AD18E388-E15B-AD11-9F25-5AD64E905D52}"/>
              </a:ext>
            </a:extLst>
          </p:cNvPr>
          <p:cNvPicPr>
            <a:picLocks noChangeAspect="1"/>
          </p:cNvPicPr>
          <p:nvPr/>
        </p:nvPicPr>
        <p:blipFill>
          <a:blip r:embed="rId4"/>
          <a:srcRect l="46409" t="2197" r="3630" b="73970"/>
          <a:stretch>
            <a:fillRect/>
          </a:stretch>
        </p:blipFill>
        <p:spPr>
          <a:xfrm>
            <a:off x="6800481" y="3487359"/>
            <a:ext cx="5043519" cy="1772036"/>
          </a:xfrm>
          <a:prstGeom prst="rect">
            <a:avLst/>
          </a:prstGeom>
        </p:spPr>
      </p:pic>
      <p:pic>
        <p:nvPicPr>
          <p:cNvPr id="6" name="Picture 5" descr="A red trapezium and another copy of the same shape that has been quarter turned to the left.">
            <a:extLst>
              <a:ext uri="{FF2B5EF4-FFF2-40B4-BE49-F238E27FC236}">
                <a16:creationId xmlns:a16="http://schemas.microsoft.com/office/drawing/2014/main" id="{4A21BF35-5C91-2602-9C8F-DE8B7D2E7887}"/>
              </a:ext>
            </a:extLst>
          </p:cNvPr>
          <p:cNvPicPr>
            <a:picLocks noChangeAspect="1"/>
          </p:cNvPicPr>
          <p:nvPr/>
        </p:nvPicPr>
        <p:blipFill>
          <a:blip r:embed="rId5"/>
          <a:srcRect t="67158"/>
          <a:stretch>
            <a:fillRect/>
          </a:stretch>
        </p:blipFill>
        <p:spPr>
          <a:xfrm>
            <a:off x="524027" y="3487359"/>
            <a:ext cx="5255147" cy="1772036"/>
          </a:xfrm>
          <a:prstGeom prst="rect">
            <a:avLst/>
          </a:prstGeom>
        </p:spPr>
      </p:pic>
      <p:sp>
        <p:nvSpPr>
          <p:cNvPr id="8" name="Picture Placeholder 10">
            <a:extLst>
              <a:ext uri="{FF2B5EF4-FFF2-40B4-BE49-F238E27FC236}">
                <a16:creationId xmlns:a16="http://schemas.microsoft.com/office/drawing/2014/main" id="{6F0CA723-A254-E6B3-B338-76FF469DFAC3}"/>
              </a:ext>
            </a:extLst>
          </p:cNvPr>
          <p:cNvSpPr txBox="1">
            <a:spLocks/>
          </p:cNvSpPr>
          <p:nvPr/>
        </p:nvSpPr>
        <p:spPr>
          <a:xfrm>
            <a:off x="207501" y="1096884"/>
            <a:ext cx="11831999" cy="1923094"/>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latin typeface="Arial"/>
                <a:cs typeface="Arial"/>
              </a:rPr>
              <a:t>Which </a:t>
            </a:r>
            <a:r>
              <a:rPr lang="en-US" sz="4400" b="1">
                <a:latin typeface="Arial"/>
                <a:cs typeface="Arial"/>
              </a:rPr>
              <a:t>terms</a:t>
            </a:r>
            <a:r>
              <a:rPr lang="en-US" sz="4400">
                <a:latin typeface="Arial"/>
                <a:cs typeface="Arial"/>
              </a:rPr>
              <a:t> can be used to describe the </a:t>
            </a:r>
            <a:r>
              <a:rPr lang="en-US" sz="4400" b="1">
                <a:latin typeface="Arial"/>
                <a:cs typeface="Arial"/>
              </a:rPr>
              <a:t>transformation</a:t>
            </a:r>
            <a:r>
              <a:rPr lang="en-US" sz="4400">
                <a:latin typeface="Arial"/>
                <a:cs typeface="Arial"/>
              </a:rPr>
              <a:t> of these shape?</a:t>
            </a:r>
          </a:p>
        </p:txBody>
      </p:sp>
      <p:sp>
        <p:nvSpPr>
          <p:cNvPr id="9" name="Picture Placeholder 10">
            <a:extLst>
              <a:ext uri="{FF2B5EF4-FFF2-40B4-BE49-F238E27FC236}">
                <a16:creationId xmlns:a16="http://schemas.microsoft.com/office/drawing/2014/main" id="{FDF4752F-77CD-F0C8-21E0-79DC604B7927}"/>
              </a:ext>
            </a:extLst>
          </p:cNvPr>
          <p:cNvSpPr txBox="1">
            <a:spLocks/>
          </p:cNvSpPr>
          <p:nvPr/>
        </p:nvSpPr>
        <p:spPr>
          <a:xfrm>
            <a:off x="6800481" y="5431294"/>
            <a:ext cx="5266775" cy="1923094"/>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200">
                <a:latin typeface="Arial"/>
                <a:cs typeface="Arial"/>
              </a:rPr>
              <a:t>The triangle has been……</a:t>
            </a:r>
          </a:p>
        </p:txBody>
      </p:sp>
    </p:spTree>
    <p:extLst>
      <p:ext uri="{BB962C8B-B14F-4D97-AF65-F5344CB8AC3E}">
        <p14:creationId xmlns:p14="http://schemas.microsoft.com/office/powerpoint/2010/main" val="1672030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58B9F-C306-6503-3373-9BF6711EAAD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F2BFEC-E945-6F4C-3309-9F724EDCBBF2}"/>
              </a:ext>
            </a:extLst>
          </p:cNvPr>
          <p:cNvSpPr>
            <a:spLocks noGrp="1"/>
          </p:cNvSpPr>
          <p:nvPr>
            <p:ph type="sldNum" sz="quarter" idx="12"/>
          </p:nvPr>
        </p:nvSpPr>
        <p:spPr/>
        <p:txBody>
          <a:bodyPr/>
          <a:lstStyle/>
          <a:p>
            <a:fld id="{10A01DC5-1685-4615-8240-15192985C6A2}" type="slidenum">
              <a:rPr lang="en-AU" smtClean="0"/>
              <a:t>4</a:t>
            </a:fld>
            <a:endParaRPr lang="en-AU"/>
          </a:p>
        </p:txBody>
      </p:sp>
      <p:sp>
        <p:nvSpPr>
          <p:cNvPr id="3" name="Title 2">
            <a:extLst>
              <a:ext uri="{FF2B5EF4-FFF2-40B4-BE49-F238E27FC236}">
                <a16:creationId xmlns:a16="http://schemas.microsoft.com/office/drawing/2014/main" id="{4FACE562-8F72-5080-9D69-0EE65AC407B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(18)</a:t>
            </a:r>
          </a:p>
        </p:txBody>
      </p:sp>
      <p:sp>
        <p:nvSpPr>
          <p:cNvPr id="11" name="Picture Placeholder 10">
            <a:extLst>
              <a:ext uri="{FF2B5EF4-FFF2-40B4-BE49-F238E27FC236}">
                <a16:creationId xmlns:a16="http://schemas.microsoft.com/office/drawing/2014/main" id="{50CE3FA9-E73E-0225-40D3-D27739FD5AAA}"/>
              </a:ext>
            </a:extLst>
          </p:cNvPr>
          <p:cNvSpPr>
            <a:spLocks noGrp="1"/>
          </p:cNvSpPr>
          <p:nvPr>
            <p:ph type="pic" sz="quarter" idx="21"/>
          </p:nvPr>
        </p:nvSpPr>
        <p:spPr>
          <a:xfrm>
            <a:off x="573263" y="905601"/>
            <a:ext cx="7036406" cy="3632255"/>
          </a:xfrm>
        </p:spPr>
        <p:txBody>
          <a:bodyPr/>
          <a:lstStyle/>
          <a:p>
            <a:pPr algn="ctr"/>
            <a:r>
              <a:rPr lang="en-US" sz="4000">
                <a:latin typeface="Arial"/>
                <a:cs typeface="Arial"/>
              </a:rPr>
              <a:t>When Sam spun this spinner 12 times, it landed on green 4 times. </a:t>
            </a:r>
            <a:r>
              <a:rPr lang="en-AU" sz="4000" b="1"/>
              <a:t>Explain why </a:t>
            </a:r>
            <a:r>
              <a:rPr lang="en-AU" sz="4000"/>
              <a:t>the number of times it landed on green might be different to what he </a:t>
            </a:r>
            <a:r>
              <a:rPr lang="en-AU" sz="4000" b="1"/>
              <a:t>expected</a:t>
            </a:r>
            <a:r>
              <a:rPr lang="en-AU" sz="4000"/>
              <a:t>.</a:t>
            </a:r>
            <a:endParaRPr lang="en-US" sz="4000">
              <a:latin typeface="Arial"/>
              <a:cs typeface="Arial"/>
            </a:endParaRPr>
          </a:p>
        </p:txBody>
      </p:sp>
      <p:pic>
        <p:nvPicPr>
          <p:cNvPr id="5" name="Picture 4" descr="image of a clipboard with a pencil recording short answer responses">
            <a:extLst>
              <a:ext uri="{FF2B5EF4-FFF2-40B4-BE49-F238E27FC236}">
                <a16:creationId xmlns:a16="http://schemas.microsoft.com/office/drawing/2014/main" id="{FE345378-20FF-A172-6D0E-53FEDBC94114}"/>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6" name="Picture 5" descr="Pie chart 4 shows one-half green, one-sixth blue, one-sixth purple and one-sixth orange.">
            <a:extLst>
              <a:ext uri="{FF2B5EF4-FFF2-40B4-BE49-F238E27FC236}">
                <a16:creationId xmlns:a16="http://schemas.microsoft.com/office/drawing/2014/main" id="{77A572BF-0321-6712-2228-C821ACFEEFB5}"/>
              </a:ext>
            </a:extLst>
          </p:cNvPr>
          <p:cNvPicPr preferRelativeResize="0">
            <a:picLocks noChangeAspect="1"/>
          </p:cNvPicPr>
          <p:nvPr/>
        </p:nvPicPr>
        <p:blipFill>
          <a:blip r:embed="rId4"/>
          <a:stretch>
            <a:fillRect/>
          </a:stretch>
        </p:blipFill>
        <p:spPr>
          <a:xfrm>
            <a:off x="7421913" y="1462845"/>
            <a:ext cx="4196824" cy="4196824"/>
          </a:xfrm>
          <a:prstGeom prst="rect">
            <a:avLst/>
          </a:prstGeom>
        </p:spPr>
      </p:pic>
    </p:spTree>
    <p:extLst>
      <p:ext uri="{BB962C8B-B14F-4D97-AF65-F5344CB8AC3E}">
        <p14:creationId xmlns:p14="http://schemas.microsoft.com/office/powerpoint/2010/main" val="2560304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E5171-1234-D0DF-8708-3925C62E7E7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15FF86-1890-9ED1-C2D9-01A6B72ED73B}"/>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3" name="Title 2">
            <a:extLst>
              <a:ext uri="{FF2B5EF4-FFF2-40B4-BE49-F238E27FC236}">
                <a16:creationId xmlns:a16="http://schemas.microsoft.com/office/drawing/2014/main" id="{2C79D7C8-F241-CB18-CA93-BC27C3BD3394}"/>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(19)</a:t>
            </a:r>
          </a:p>
        </p:txBody>
      </p:sp>
      <p:pic>
        <p:nvPicPr>
          <p:cNvPr id="4" name="Picture 3" descr="image of a clipboard with a pencil recording short answer responses">
            <a:extLst>
              <a:ext uri="{FF2B5EF4-FFF2-40B4-BE49-F238E27FC236}">
                <a16:creationId xmlns:a16="http://schemas.microsoft.com/office/drawing/2014/main" id="{7DFD27BE-68F7-D289-2C28-ACC03945378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6" name="TextBox 5">
            <a:extLst>
              <a:ext uri="{FF2B5EF4-FFF2-40B4-BE49-F238E27FC236}">
                <a16:creationId xmlns:a16="http://schemas.microsoft.com/office/drawing/2014/main" id="{FB08B950-1904-BC3B-1048-2EF369B11EB0}"/>
              </a:ext>
            </a:extLst>
          </p:cNvPr>
          <p:cNvSpPr txBox="1"/>
          <p:nvPr/>
        </p:nvSpPr>
        <p:spPr>
          <a:xfrm>
            <a:off x="1687962" y="1795656"/>
            <a:ext cx="8816076" cy="3013838"/>
          </a:xfrm>
          <a:prstGeom prst="rect">
            <a:avLst/>
          </a:prstGeom>
          <a:noFill/>
        </p:spPr>
        <p:txBody>
          <a:bodyPr wrap="square">
            <a:spAutoFit/>
          </a:bodyPr>
          <a:lstStyle/>
          <a:p>
            <a:pPr algn="ctr">
              <a:lnSpc>
                <a:spcPct val="150000"/>
              </a:lnSpc>
            </a:pPr>
            <a:r>
              <a:rPr lang="en-AU" sz="4400" b="1"/>
              <a:t>Explain</a:t>
            </a:r>
            <a:r>
              <a:rPr lang="en-AU" sz="4400"/>
              <a:t> the relationship between the </a:t>
            </a:r>
            <a:r>
              <a:rPr lang="en-AU" sz="4400" b="1"/>
              <a:t>areas</a:t>
            </a:r>
            <a:r>
              <a:rPr lang="en-AU" sz="4400"/>
              <a:t> of a parallelogram, rectangle and triangle. </a:t>
            </a:r>
            <a:endParaRPr lang="en-AU" sz="4400">
              <a:highlight>
                <a:srgbClr val="FFFF00"/>
              </a:highlight>
            </a:endParaRPr>
          </a:p>
        </p:txBody>
      </p:sp>
    </p:spTree>
    <p:extLst>
      <p:ext uri="{BB962C8B-B14F-4D97-AF65-F5344CB8AC3E}">
        <p14:creationId xmlns:p14="http://schemas.microsoft.com/office/powerpoint/2010/main" val="79627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11101-C2AA-A4B8-D565-D0C731099D2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891367-9F77-2286-E613-6F1B7282E70A}"/>
              </a:ext>
            </a:extLst>
          </p:cNvPr>
          <p:cNvSpPr>
            <a:spLocks noGrp="1"/>
          </p:cNvSpPr>
          <p:nvPr>
            <p:ph type="sldNum" sz="quarter" idx="12"/>
          </p:nvPr>
        </p:nvSpPr>
        <p:spPr/>
        <p:txBody>
          <a:bodyPr/>
          <a:lstStyle/>
          <a:p>
            <a:fld id="{10A01DC5-1685-4615-8240-15192985C6A2}" type="slidenum">
              <a:rPr lang="en-AU" smtClean="0"/>
              <a:t>6</a:t>
            </a:fld>
            <a:endParaRPr lang="en-AU"/>
          </a:p>
        </p:txBody>
      </p:sp>
      <p:sp>
        <p:nvSpPr>
          <p:cNvPr id="3" name="Title 2">
            <a:extLst>
              <a:ext uri="{FF2B5EF4-FFF2-40B4-BE49-F238E27FC236}">
                <a16:creationId xmlns:a16="http://schemas.microsoft.com/office/drawing/2014/main" id="{D1012728-7DD3-DAD5-02D7-5D1F8430E7A9}"/>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(20)</a:t>
            </a:r>
          </a:p>
        </p:txBody>
      </p:sp>
      <p:pic>
        <p:nvPicPr>
          <p:cNvPr id="4" name="Picture 3" descr="image of a clipboard with a pencil recording short answer responses">
            <a:extLst>
              <a:ext uri="{FF2B5EF4-FFF2-40B4-BE49-F238E27FC236}">
                <a16:creationId xmlns:a16="http://schemas.microsoft.com/office/drawing/2014/main" id="{89697BB4-4FB9-C885-399C-CADFAFEEE3D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Picture Placeholder 10">
            <a:extLst>
              <a:ext uri="{FF2B5EF4-FFF2-40B4-BE49-F238E27FC236}">
                <a16:creationId xmlns:a16="http://schemas.microsoft.com/office/drawing/2014/main" id="{20F40C37-306B-C3C0-80AC-E32CDF17F97C}"/>
              </a:ext>
            </a:extLst>
          </p:cNvPr>
          <p:cNvSpPr txBox="1">
            <a:spLocks/>
          </p:cNvSpPr>
          <p:nvPr/>
        </p:nvSpPr>
        <p:spPr>
          <a:xfrm>
            <a:off x="596059" y="1184223"/>
            <a:ext cx="10770919" cy="4168875"/>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latin typeface="Arial"/>
                <a:cs typeface="Arial"/>
              </a:rPr>
              <a:t> A </a:t>
            </a:r>
            <a:r>
              <a:rPr lang="en-US" sz="4400" b="1">
                <a:latin typeface="Arial"/>
                <a:cs typeface="Arial"/>
              </a:rPr>
              <a:t>rectangular prism</a:t>
            </a:r>
            <a:r>
              <a:rPr lang="en-US" sz="4400">
                <a:latin typeface="Arial"/>
                <a:cs typeface="Arial"/>
              </a:rPr>
              <a:t> with a volume of </a:t>
            </a:r>
            <a:r>
              <a:rPr lang="en-US" sz="4400" b="1">
                <a:latin typeface="Arial"/>
                <a:cs typeface="Arial"/>
              </a:rPr>
              <a:t>36 </a:t>
            </a:r>
            <a:r>
              <a:rPr lang="en-AU" sz="4400" b="1"/>
              <a:t>cm</a:t>
            </a:r>
            <a:r>
              <a:rPr lang="en-AU" sz="4400" b="1" baseline="30000"/>
              <a:t>3</a:t>
            </a:r>
            <a:r>
              <a:rPr lang="en-AU" sz="4400" baseline="30000"/>
              <a:t> </a:t>
            </a:r>
            <a:r>
              <a:rPr lang="en-US" sz="4400">
                <a:latin typeface="Arial"/>
                <a:cs typeface="Arial"/>
              </a:rPr>
              <a:t>has been constructed from </a:t>
            </a:r>
            <a:r>
              <a:rPr lang="en-US" sz="4400" err="1">
                <a:latin typeface="Arial"/>
                <a:cs typeface="Arial"/>
              </a:rPr>
              <a:t>centimetre</a:t>
            </a:r>
            <a:r>
              <a:rPr lang="en-US" sz="4400">
                <a:latin typeface="Arial"/>
                <a:cs typeface="Arial"/>
              </a:rPr>
              <a:t> cubes. The </a:t>
            </a:r>
            <a:r>
              <a:rPr lang="en-US" sz="4400" b="1">
                <a:latin typeface="Arial"/>
                <a:cs typeface="Arial"/>
              </a:rPr>
              <a:t>base layer </a:t>
            </a:r>
            <a:r>
              <a:rPr lang="en-US" sz="4400">
                <a:latin typeface="Arial"/>
                <a:cs typeface="Arial"/>
              </a:rPr>
              <a:t>contains </a:t>
            </a:r>
            <a:r>
              <a:rPr lang="en-US" sz="4400" b="1">
                <a:latin typeface="Arial"/>
                <a:cs typeface="Arial"/>
              </a:rPr>
              <a:t>9 cubes</a:t>
            </a:r>
            <a:r>
              <a:rPr lang="en-US" sz="4400">
                <a:latin typeface="Arial"/>
                <a:cs typeface="Arial"/>
              </a:rPr>
              <a:t>. How many layers does it have?</a:t>
            </a:r>
          </a:p>
          <a:p>
            <a:pPr algn="ctr"/>
            <a:r>
              <a:rPr lang="en-US" sz="4400">
                <a:latin typeface="Arial"/>
                <a:cs typeface="Arial"/>
              </a:rPr>
              <a:t> </a:t>
            </a:r>
            <a:r>
              <a:rPr lang="en-US" sz="4400" b="1">
                <a:latin typeface="Arial"/>
                <a:cs typeface="Arial"/>
              </a:rPr>
              <a:t>Communicate</a:t>
            </a:r>
            <a:r>
              <a:rPr lang="en-US" sz="4400">
                <a:latin typeface="Arial"/>
                <a:cs typeface="Arial"/>
              </a:rPr>
              <a:t> your </a:t>
            </a:r>
            <a:r>
              <a:rPr lang="en-US" sz="4400" b="1">
                <a:latin typeface="Arial"/>
                <a:cs typeface="Arial"/>
              </a:rPr>
              <a:t>reasoning.</a:t>
            </a:r>
            <a:endParaRPr lang="en-US" sz="4400" b="1"/>
          </a:p>
          <a:p>
            <a:endParaRPr lang="en-US">
              <a:latin typeface="Arial"/>
              <a:cs typeface="Arial"/>
            </a:endParaRPr>
          </a:p>
        </p:txBody>
      </p:sp>
    </p:spTree>
    <p:extLst>
      <p:ext uri="{BB962C8B-B14F-4D97-AF65-F5344CB8AC3E}">
        <p14:creationId xmlns:p14="http://schemas.microsoft.com/office/powerpoint/2010/main" val="745713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7</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5 – fraction word problem </a:t>
            </a:r>
            <a:r>
              <a:rPr lang="en-AU">
                <a:solidFill>
                  <a:schemeClr val="bg1"/>
                </a:solidFill>
                <a:latin typeface="Arial"/>
                <a:cs typeface="Arial"/>
              </a:rPr>
              <a:t>(1)</a:t>
            </a:r>
          </a:p>
        </p:txBody>
      </p:sp>
      <p:grpSp>
        <p:nvGrpSpPr>
          <p:cNvPr id="4" name="Group 3" descr="The text reads: Gigi went to the party shop to buy balloons for the Year 6 farewell. The shop only had 3/5 of the amount of purple balloons she was after. They offered her 24 gold balloons to complete her order. How many balloons did she buy in total? &#10;&#10;Below the text, there is a photo arch with the sign ‘Class of’. A tower of purple and gold balloons stand next to the arch. There is a teen boy and girl standing in front of the photo arch in party clothes.">
            <a:extLst>
              <a:ext uri="{FF2B5EF4-FFF2-40B4-BE49-F238E27FC236}">
                <a16:creationId xmlns:a16="http://schemas.microsoft.com/office/drawing/2014/main" id="{DEC1D0D0-411A-22FF-BA25-1840C6F8FD7A}"/>
              </a:ext>
            </a:extLst>
          </p:cNvPr>
          <p:cNvGrpSpPr/>
          <p:nvPr/>
        </p:nvGrpSpPr>
        <p:grpSpPr>
          <a:xfrm>
            <a:off x="706721" y="1043633"/>
            <a:ext cx="10941752" cy="5979408"/>
            <a:chOff x="-1779026" y="1731339"/>
            <a:chExt cx="10941752" cy="5979408"/>
          </a:xfrm>
        </p:grpSpPr>
        <p:sp>
          <p:nvSpPr>
            <p:cNvPr id="5" name="Freeform 2">
              <a:extLst>
                <a:ext uri="{FF2B5EF4-FFF2-40B4-BE49-F238E27FC236}">
                  <a16:creationId xmlns:a16="http://schemas.microsoft.com/office/drawing/2014/main" id="{4664345D-52A1-7DD7-F3BB-50E882C4739F}"/>
                </a:ext>
              </a:extLst>
            </p:cNvPr>
            <p:cNvSpPr/>
            <p:nvPr/>
          </p:nvSpPr>
          <p:spPr>
            <a:xfrm>
              <a:off x="5610216" y="2953477"/>
              <a:ext cx="2545104" cy="4606523"/>
            </a:xfrm>
            <a:custGeom>
              <a:avLst/>
              <a:gdLst/>
              <a:ahLst/>
              <a:cxnLst/>
              <a:rect l="l" t="t" r="r" b="b"/>
              <a:pathLst>
                <a:path w="2545104" h="4606523">
                  <a:moveTo>
                    <a:pt x="0" y="0"/>
                  </a:moveTo>
                  <a:lnTo>
                    <a:pt x="2545104" y="0"/>
                  </a:lnTo>
                  <a:lnTo>
                    <a:pt x="2545104" y="4606523"/>
                  </a:lnTo>
                  <a:lnTo>
                    <a:pt x="0" y="460652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6" name="Freeform 3">
              <a:extLst>
                <a:ext uri="{FF2B5EF4-FFF2-40B4-BE49-F238E27FC236}">
                  <a16:creationId xmlns:a16="http://schemas.microsoft.com/office/drawing/2014/main" id="{46029306-93CE-D84C-7D3D-44653D4C6E8C}"/>
                </a:ext>
              </a:extLst>
            </p:cNvPr>
            <p:cNvSpPr/>
            <p:nvPr/>
          </p:nvSpPr>
          <p:spPr>
            <a:xfrm>
              <a:off x="5999501" y="3395696"/>
              <a:ext cx="1478435" cy="489732"/>
            </a:xfrm>
            <a:custGeom>
              <a:avLst/>
              <a:gdLst/>
              <a:ahLst/>
              <a:cxnLst/>
              <a:rect l="l" t="t" r="r" b="b"/>
              <a:pathLst>
                <a:path w="1478435" h="489732">
                  <a:moveTo>
                    <a:pt x="0" y="0"/>
                  </a:moveTo>
                  <a:lnTo>
                    <a:pt x="1478435" y="0"/>
                  </a:lnTo>
                  <a:lnTo>
                    <a:pt x="1478435" y="489732"/>
                  </a:lnTo>
                  <a:lnTo>
                    <a:pt x="0" y="4897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mc:AlternateContent xmlns:mc="http://schemas.openxmlformats.org/markup-compatibility/2006" xmlns:a14="http://schemas.microsoft.com/office/drawing/2010/main">
          <mc:Choice Requires="a14">
            <p:sp>
              <p:nvSpPr>
                <p:cNvPr id="7" name="TextBox 4">
                  <a:extLst>
                    <a:ext uri="{FF2B5EF4-FFF2-40B4-BE49-F238E27FC236}">
                      <a16:creationId xmlns:a16="http://schemas.microsoft.com/office/drawing/2014/main" id="{3FE473ED-AC41-128F-BDCE-D24877A9D071}"/>
                    </a:ext>
                  </a:extLst>
                </p:cNvPr>
                <p:cNvSpPr txBox="1"/>
                <p:nvPr/>
              </p:nvSpPr>
              <p:spPr>
                <a:xfrm>
                  <a:off x="-1779026" y="1731339"/>
                  <a:ext cx="5709620" cy="5656998"/>
                </a:xfrm>
                <a:prstGeom prst="rect">
                  <a:avLst/>
                </a:prstGeom>
              </p:spPr>
              <p:txBody>
                <a:bodyPr wrap="square" lIns="0" tIns="0" rIns="0" bIns="0" rtlCol="0" anchor="t">
                  <a:spAutoFit/>
                </a:bodyPr>
                <a:lstStyle/>
                <a:p>
                  <a:pPr marL="0" marR="0" lvl="0" indent="0" algn="l" defTabSz="609585" rtl="0" eaLnBrk="1" fontAlgn="auto" latinLnBrk="0" hangingPunct="1">
                    <a:lnSpc>
                      <a:spcPts val="5599"/>
                    </a:lnSpc>
                    <a:spcBef>
                      <a:spcPts val="0"/>
                    </a:spcBef>
                    <a:spcAft>
                      <a:spcPts val="0"/>
                    </a:spcAft>
                    <a:buClrTx/>
                    <a:buSzTx/>
                    <a:buFontTx/>
                    <a:buNone/>
                    <a:tabLst/>
                    <a:defRPr/>
                  </a:pPr>
                  <a:r>
                    <a:rPr kumimoji="0" lang="en-US" sz="28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Gigi went to the party shop to buy balloons for the Year 6 farewell. The shop only had </a:t>
                  </a:r>
                  <a14:m>
                    <m:oMath xmlns:m="http://schemas.openxmlformats.org/officeDocument/2006/math">
                      <m:f>
                        <m:fPr>
                          <m:ctrlPr>
                            <a:rPr kumimoji="0" lang="en-AU" sz="2800" b="0" i="1" u="none" strike="noStrike" kern="1200" cap="none" spc="0" normalizeH="0" baseline="0" noProof="0" smtClean="0">
                              <a:ln>
                                <a:noFill/>
                              </a:ln>
                              <a:solidFill>
                                <a:srgbClr val="000000"/>
                              </a:solidFill>
                              <a:effectLst/>
                              <a:uLnTx/>
                              <a:uFillTx/>
                              <a:latin typeface="Cambria Math" panose="02040503050406030204" pitchFamily="18" charset="0"/>
                              <a:ea typeface="Canva Student Font"/>
                              <a:cs typeface="Arial" panose="020B0604020202020204" pitchFamily="34" charset="0"/>
                              <a:sym typeface="Canva Student Font"/>
                            </a:rPr>
                          </m:ctrlPr>
                        </m:fPr>
                        <m:num>
                          <m:r>
                            <a:rPr kumimoji="0" lang="en-AU" sz="2800" b="0" i="1" u="none" strike="noStrike" kern="1200" cap="none" spc="0" normalizeH="0" baseline="0" noProof="0" smtClean="0">
                              <a:ln>
                                <a:noFill/>
                              </a:ln>
                              <a:solidFill>
                                <a:srgbClr val="000000"/>
                              </a:solidFill>
                              <a:effectLst/>
                              <a:uLnTx/>
                              <a:uFillTx/>
                              <a:latin typeface="Cambria Math" panose="02040503050406030204" pitchFamily="18" charset="0"/>
                              <a:ea typeface="Canva Student Font"/>
                              <a:cs typeface="Arial" panose="020B0604020202020204" pitchFamily="34" charset="0"/>
                              <a:sym typeface="Canva Student Font"/>
                            </a:rPr>
                            <m:t>3</m:t>
                          </m:r>
                        </m:num>
                        <m:den>
                          <m:r>
                            <a:rPr kumimoji="0" lang="en-AU" sz="2800" b="0" i="1" u="none" strike="noStrike" kern="1200" cap="none" spc="0" normalizeH="0" baseline="0" noProof="0" smtClean="0">
                              <a:ln>
                                <a:noFill/>
                              </a:ln>
                              <a:solidFill>
                                <a:srgbClr val="000000"/>
                              </a:solidFill>
                              <a:effectLst/>
                              <a:uLnTx/>
                              <a:uFillTx/>
                              <a:latin typeface="Cambria Math" panose="02040503050406030204" pitchFamily="18" charset="0"/>
                              <a:ea typeface="Canva Student Font"/>
                              <a:cs typeface="Arial" panose="020B0604020202020204" pitchFamily="34" charset="0"/>
                              <a:sym typeface="Canva Student Font"/>
                            </a:rPr>
                            <m:t>5</m:t>
                          </m:r>
                        </m:den>
                      </m:f>
                    </m:oMath>
                  </a14:m>
                  <a:r>
                    <a:rPr kumimoji="0" lang="en-US" sz="28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 of the amount of purple balloons she was after. They offered her 24 gold balloons to complete her order. How many balloons did she buy in total? </a:t>
                  </a:r>
                </a:p>
                <a:p>
                  <a:pPr marL="0" marR="0" lvl="0" indent="0" algn="ctr" defTabSz="609585" rtl="0" eaLnBrk="1" fontAlgn="auto" latinLnBrk="0" hangingPunct="1">
                    <a:lnSpc>
                      <a:spcPts val="5739"/>
                    </a:lnSpc>
                    <a:spcBef>
                      <a:spcPct val="0"/>
                    </a:spcBef>
                    <a:spcAft>
                      <a:spcPts val="0"/>
                    </a:spcAft>
                    <a:buClrTx/>
                    <a:buSzTx/>
                    <a:buFontTx/>
                    <a:buNone/>
                    <a:tabLst/>
                    <a:defRPr/>
                  </a:pPr>
                  <a:endParaRPr kumimoji="0" lang="en-US" sz="28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endParaRPr>
                </a:p>
              </p:txBody>
            </p:sp>
          </mc:Choice>
          <mc:Fallback xmlns="">
            <p:sp>
              <p:nvSpPr>
                <p:cNvPr id="7" name="TextBox 4">
                  <a:extLst>
                    <a:ext uri="{FF2B5EF4-FFF2-40B4-BE49-F238E27FC236}">
                      <a16:creationId xmlns:a16="http://schemas.microsoft.com/office/drawing/2014/main" id="{3FE473ED-AC41-128F-BDCE-D24877A9D071}"/>
                    </a:ext>
                  </a:extLst>
                </p:cNvPr>
                <p:cNvSpPr txBox="1">
                  <a:spLocks noRot="1" noChangeAspect="1" noMove="1" noResize="1" noEditPoints="1" noAdjustHandles="1" noChangeArrowheads="1" noChangeShapeType="1" noTextEdit="1"/>
                </p:cNvSpPr>
                <p:nvPr/>
              </p:nvSpPr>
              <p:spPr>
                <a:xfrm>
                  <a:off x="-1779026" y="1731339"/>
                  <a:ext cx="5709620" cy="5656998"/>
                </a:xfrm>
                <a:prstGeom prst="rect">
                  <a:avLst/>
                </a:prstGeom>
                <a:blipFill>
                  <a:blip r:embed="rId7"/>
                  <a:stretch>
                    <a:fillRect l="-3842" r="-4803"/>
                  </a:stretch>
                </a:blipFill>
              </p:spPr>
              <p:txBody>
                <a:bodyPr/>
                <a:lstStyle/>
                <a:p>
                  <a:r>
                    <a:rPr lang="en-US">
                      <a:noFill/>
                    </a:rPr>
                    <a:t> </a:t>
                  </a:r>
                </a:p>
              </p:txBody>
            </p:sp>
          </mc:Fallback>
        </mc:AlternateContent>
        <p:sp>
          <p:nvSpPr>
            <p:cNvPr id="8" name="Freeform 5">
              <a:extLst>
                <a:ext uri="{FF2B5EF4-FFF2-40B4-BE49-F238E27FC236}">
                  <a16:creationId xmlns:a16="http://schemas.microsoft.com/office/drawing/2014/main" id="{BE7F9BA3-6298-93C9-FCC7-44A505F117DA}"/>
                </a:ext>
              </a:extLst>
            </p:cNvPr>
            <p:cNvSpPr/>
            <p:nvPr/>
          </p:nvSpPr>
          <p:spPr>
            <a:xfrm>
              <a:off x="7452331" y="2753080"/>
              <a:ext cx="1710395" cy="4957667"/>
            </a:xfrm>
            <a:custGeom>
              <a:avLst/>
              <a:gdLst/>
              <a:ahLst/>
              <a:cxnLst/>
              <a:rect l="l" t="t" r="r" b="b"/>
              <a:pathLst>
                <a:path w="1710395" h="4957667">
                  <a:moveTo>
                    <a:pt x="0" y="0"/>
                  </a:moveTo>
                  <a:lnTo>
                    <a:pt x="1710395" y="0"/>
                  </a:lnTo>
                  <a:lnTo>
                    <a:pt x="1710395" y="4957667"/>
                  </a:lnTo>
                  <a:lnTo>
                    <a:pt x="0" y="4957667"/>
                  </a:lnTo>
                  <a:lnTo>
                    <a:pt x="0" y="0"/>
                  </a:lnTo>
                  <a:close/>
                </a:path>
              </a:pathLst>
            </a:custGeom>
            <a:blipFill>
              <a:blip r:embed="rId8"/>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9" name="Freeform 6">
              <a:extLst>
                <a:ext uri="{FF2B5EF4-FFF2-40B4-BE49-F238E27FC236}">
                  <a16:creationId xmlns:a16="http://schemas.microsoft.com/office/drawing/2014/main" id="{B6907033-C950-0170-D61D-73B65EDE5B76}"/>
                </a:ext>
              </a:extLst>
            </p:cNvPr>
            <p:cNvSpPr/>
            <p:nvPr/>
          </p:nvSpPr>
          <p:spPr>
            <a:xfrm>
              <a:off x="5805157" y="4306833"/>
              <a:ext cx="1077612" cy="3253167"/>
            </a:xfrm>
            <a:custGeom>
              <a:avLst/>
              <a:gdLst/>
              <a:ahLst/>
              <a:cxnLst/>
              <a:rect l="l" t="t" r="r" b="b"/>
              <a:pathLst>
                <a:path w="1077612" h="3253167">
                  <a:moveTo>
                    <a:pt x="0" y="0"/>
                  </a:moveTo>
                  <a:lnTo>
                    <a:pt x="1077611" y="0"/>
                  </a:lnTo>
                  <a:lnTo>
                    <a:pt x="1077611" y="3253167"/>
                  </a:lnTo>
                  <a:lnTo>
                    <a:pt x="0" y="3253167"/>
                  </a:lnTo>
                  <a:lnTo>
                    <a:pt x="0" y="0"/>
                  </a:lnTo>
                  <a:close/>
                </a:path>
              </a:pathLst>
            </a:custGeom>
            <a:blipFill>
              <a:blip r:embed="rId9"/>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0" name="Freeform 7">
              <a:extLst>
                <a:ext uri="{FF2B5EF4-FFF2-40B4-BE49-F238E27FC236}">
                  <a16:creationId xmlns:a16="http://schemas.microsoft.com/office/drawing/2014/main" id="{E8BD4D0A-5E97-BE7C-8D3C-D17FB673E647}"/>
                </a:ext>
              </a:extLst>
            </p:cNvPr>
            <p:cNvSpPr/>
            <p:nvPr/>
          </p:nvSpPr>
          <p:spPr>
            <a:xfrm>
              <a:off x="4657009" y="4569545"/>
              <a:ext cx="953207" cy="2990455"/>
            </a:xfrm>
            <a:custGeom>
              <a:avLst/>
              <a:gdLst/>
              <a:ahLst/>
              <a:cxnLst/>
              <a:rect l="l" t="t" r="r" b="b"/>
              <a:pathLst>
                <a:path w="953207" h="2990455">
                  <a:moveTo>
                    <a:pt x="0" y="0"/>
                  </a:moveTo>
                  <a:lnTo>
                    <a:pt x="953207" y="0"/>
                  </a:lnTo>
                  <a:lnTo>
                    <a:pt x="953207" y="2990455"/>
                  </a:lnTo>
                  <a:lnTo>
                    <a:pt x="0" y="2990455"/>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pic>
        <p:nvPicPr>
          <p:cNvPr id="11" name="Picture 10" descr="image of a head with cogs turning inside">
            <a:extLst>
              <a:ext uri="{FF2B5EF4-FFF2-40B4-BE49-F238E27FC236}">
                <a16:creationId xmlns:a16="http://schemas.microsoft.com/office/drawing/2014/main" id="{386EAF2D-5DE1-7711-1624-53CCED631546}"/>
              </a:ext>
            </a:extLst>
          </p:cNvPr>
          <p:cNvPicPr>
            <a:picLocks noChangeAspect="1"/>
          </p:cNvPicPr>
          <p:nvPr/>
        </p:nvPicPr>
        <p:blipFill>
          <a:blip r:embed="rId11"/>
          <a:stretch>
            <a:fillRect/>
          </a:stretch>
        </p:blipFill>
        <p:spPr>
          <a:xfrm>
            <a:off x="11282698" y="172993"/>
            <a:ext cx="723900" cy="866775"/>
          </a:xfrm>
          <a:prstGeom prst="rect">
            <a:avLst/>
          </a:prstGeom>
        </p:spPr>
      </p:pic>
    </p:spTree>
    <p:extLst>
      <p:ext uri="{BB962C8B-B14F-4D97-AF65-F5344CB8AC3E}">
        <p14:creationId xmlns:p14="http://schemas.microsoft.com/office/powerpoint/2010/main" val="1569537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F2A2D-5D54-42BE-C8C2-C2A6CB078AB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BD32E23-FB04-E164-BE83-F761F94A317D}"/>
              </a:ext>
            </a:extLst>
          </p:cNvPr>
          <p:cNvSpPr>
            <a:spLocks noGrp="1"/>
          </p:cNvSpPr>
          <p:nvPr>
            <p:ph type="ctrTitle"/>
          </p:nvPr>
        </p:nvSpPr>
        <p:spPr/>
        <p:txBody>
          <a:bodyPr/>
          <a:lstStyle/>
          <a:p>
            <a:r>
              <a:rPr lang="en-AU">
                <a:latin typeface="+mj-lt"/>
                <a:cs typeface="Arial"/>
              </a:rPr>
              <a:t>Review of learning 6</a:t>
            </a:r>
            <a:endParaRPr lang="en-AU">
              <a:latin typeface="+mj-lt"/>
            </a:endParaRPr>
          </a:p>
        </p:txBody>
      </p:sp>
    </p:spTree>
    <p:extLst>
      <p:ext uri="{BB962C8B-B14F-4D97-AF65-F5344CB8AC3E}">
        <p14:creationId xmlns:p14="http://schemas.microsoft.com/office/powerpoint/2010/main" val="3128611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BEE8F-3F48-A6A8-BFF8-F8998C7850C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3DBF4C-4471-70A6-E61E-AB472EE35E92}"/>
              </a:ext>
            </a:extLst>
          </p:cNvPr>
          <p:cNvSpPr>
            <a:spLocks noGrp="1"/>
          </p:cNvSpPr>
          <p:nvPr>
            <p:ph type="sldNum" sz="quarter" idx="12"/>
          </p:nvPr>
        </p:nvSpPr>
        <p:spPr/>
        <p:txBody>
          <a:bodyPr/>
          <a:lstStyle/>
          <a:p>
            <a:fld id="{10A01DC5-1685-4615-8240-15192985C6A2}" type="slidenum">
              <a:rPr lang="en-AU" smtClean="0"/>
              <a:t>9</a:t>
            </a:fld>
            <a:endParaRPr lang="en-AU"/>
          </a:p>
        </p:txBody>
      </p:sp>
      <p:sp>
        <p:nvSpPr>
          <p:cNvPr id="3" name="Title 2">
            <a:extLst>
              <a:ext uri="{FF2B5EF4-FFF2-40B4-BE49-F238E27FC236}">
                <a16:creationId xmlns:a16="http://schemas.microsoft.com/office/drawing/2014/main" id="{10239AA5-BD2F-916C-A693-02FBD1E332CB}"/>
              </a:ext>
            </a:extLst>
          </p:cNvPr>
          <p:cNvSpPr>
            <a:spLocks noGrp="1"/>
          </p:cNvSpPr>
          <p:nvPr>
            <p:ph type="title"/>
          </p:nvPr>
        </p:nvSpPr>
        <p:spPr/>
        <p:txBody>
          <a:bodyPr/>
          <a:lstStyle/>
          <a:p>
            <a:r>
              <a:rPr lang="en-US"/>
              <a:t>True or false </a:t>
            </a:r>
            <a:r>
              <a:rPr lang="en-US">
                <a:solidFill>
                  <a:schemeClr val="bg1"/>
                </a:solidFill>
              </a:rPr>
              <a:t>(3)</a:t>
            </a:r>
          </a:p>
        </p:txBody>
      </p:sp>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4743D993-BC52-886E-0C46-306156440477}"/>
                  </a:ext>
                </a:extLst>
              </p:cNvPr>
              <p:cNvSpPr>
                <a:spLocks noGrp="1"/>
              </p:cNvSpPr>
              <p:nvPr>
                <p:ph type="body" sz="quarter" idx="22"/>
              </p:nvPr>
            </p:nvSpPr>
            <p:spPr>
              <a:xfrm>
                <a:off x="303295" y="1279509"/>
                <a:ext cx="11185528" cy="2128068"/>
              </a:xfrm>
            </p:spPr>
            <p:txBody>
              <a:bodyPr vert="horz" lIns="0" tIns="0" rIns="0" bIns="0" rtlCol="0" anchor="t">
                <a:noAutofit/>
              </a:bodyPr>
              <a:lstStyle/>
              <a:p>
                <a:pPr algn="ctr"/>
                <a14:m>
                  <m:oMath xmlns:m="http://schemas.openxmlformats.org/officeDocument/2006/math">
                    <m:f>
                      <m:fPr>
                        <m:ctrlPr>
                          <a:rPr lang="en-AU" sz="5400" b="1" i="1" dirty="0" smtClean="0">
                            <a:latin typeface="Cambria Math" panose="02040503050406030204" pitchFamily="18" charset="0"/>
                          </a:rPr>
                        </m:ctrlPr>
                      </m:fPr>
                      <m:num>
                        <m:r>
                          <a:rPr lang="en-AU" sz="5400" b="1" i="1" dirty="0" smtClean="0">
                            <a:latin typeface="Cambria Math" panose="02040503050406030204" pitchFamily="18" charset="0"/>
                          </a:rPr>
                          <m:t>𝟑</m:t>
                        </m:r>
                      </m:num>
                      <m:den>
                        <m:r>
                          <a:rPr lang="en-AU" sz="5400" b="1" i="1" dirty="0" smtClean="0">
                            <a:latin typeface="Cambria Math" panose="02040503050406030204" pitchFamily="18" charset="0"/>
                          </a:rPr>
                          <m:t>𝟒</m:t>
                        </m:r>
                      </m:den>
                    </m:f>
                  </m:oMath>
                </a14:m>
                <a:r>
                  <a:rPr lang="en-AU" sz="5400" b="1"/>
                  <a:t> </a:t>
                </a:r>
                <a:r>
                  <a:rPr lang="en-AU" sz="4400"/>
                  <a:t>of 32 = </a:t>
                </a:r>
                <a14:m>
                  <m:oMath xmlns:m="http://schemas.openxmlformats.org/officeDocument/2006/math">
                    <m:f>
                      <m:fPr>
                        <m:ctrlPr>
                          <a:rPr lang="en-AU" sz="5400" b="1" i="1" dirty="0" smtClean="0">
                            <a:solidFill>
                              <a:srgbClr val="22272B"/>
                            </a:solidFill>
                            <a:latin typeface="Cambria Math" panose="02040503050406030204" pitchFamily="18" charset="0"/>
                          </a:rPr>
                        </m:ctrlPr>
                      </m:fPr>
                      <m:num>
                        <m:r>
                          <a:rPr lang="en-AU" sz="5400" b="1" i="1" dirty="0" smtClean="0">
                            <a:solidFill>
                              <a:srgbClr val="22272B"/>
                            </a:solidFill>
                            <a:latin typeface="Cambria Math" panose="02040503050406030204" pitchFamily="18" charset="0"/>
                          </a:rPr>
                          <m:t>𝟐</m:t>
                        </m:r>
                      </m:num>
                      <m:den>
                        <m:r>
                          <a:rPr lang="en-AU" sz="5400" b="1" i="1" dirty="0">
                            <a:solidFill>
                              <a:srgbClr val="22272B"/>
                            </a:solidFill>
                            <a:latin typeface="Cambria Math" panose="02040503050406030204" pitchFamily="18" charset="0"/>
                          </a:rPr>
                          <m:t>𝟒</m:t>
                        </m:r>
                      </m:den>
                    </m:f>
                  </m:oMath>
                </a14:m>
                <a:r>
                  <a:rPr lang="en-AU" sz="5400" b="1">
                    <a:solidFill>
                      <a:srgbClr val="22272B"/>
                    </a:solidFill>
                  </a:rPr>
                  <a:t> </a:t>
                </a:r>
                <a:r>
                  <a:rPr lang="en-AU" sz="4400"/>
                  <a:t>of 48</a:t>
                </a:r>
                <a:endParaRPr lang="en-US" sz="4400"/>
              </a:p>
            </p:txBody>
          </p:sp>
        </mc:Choice>
        <mc:Fallback xmlns="">
          <p:sp>
            <p:nvSpPr>
              <p:cNvPr id="7" name="Text Placeholder 6">
                <a:extLst>
                  <a:ext uri="{FF2B5EF4-FFF2-40B4-BE49-F238E27FC236}">
                    <a16:creationId xmlns:a16="http://schemas.microsoft.com/office/drawing/2014/main" id="{4743D993-BC52-886E-0C46-306156440477}"/>
                  </a:ext>
                </a:extLst>
              </p:cNvPr>
              <p:cNvSpPr>
                <a:spLocks noGrp="1" noRot="1" noChangeAspect="1" noMove="1" noResize="1" noEditPoints="1" noAdjustHandles="1" noChangeArrowheads="1" noChangeShapeType="1" noTextEdit="1"/>
              </p:cNvSpPr>
              <p:nvPr>
                <p:ph type="body" sz="quarter" idx="22"/>
              </p:nvPr>
            </p:nvSpPr>
            <p:spPr>
              <a:xfrm>
                <a:off x="303295" y="1279509"/>
                <a:ext cx="11185528" cy="2128068"/>
              </a:xfrm>
              <a:blipFill>
                <a:blip r:embed="rId3"/>
                <a:stretch>
                  <a:fillRect/>
                </a:stretch>
              </a:blipFill>
            </p:spPr>
            <p:txBody>
              <a:bodyPr/>
              <a:lstStyle/>
              <a:p>
                <a:r>
                  <a:rPr lang="en-US">
                    <a:noFill/>
                  </a:rPr>
                  <a:t> </a:t>
                </a:r>
              </a:p>
            </p:txBody>
          </p:sp>
        </mc:Fallback>
      </mc:AlternateContent>
      <p:sp>
        <p:nvSpPr>
          <p:cNvPr id="6" name="Text Placeholder 6">
            <a:extLst>
              <a:ext uri="{FF2B5EF4-FFF2-40B4-BE49-F238E27FC236}">
                <a16:creationId xmlns:a16="http://schemas.microsoft.com/office/drawing/2014/main" id="{0F92E5A7-6B31-AB53-C955-F26938BA825B}"/>
              </a:ext>
            </a:extLst>
          </p:cNvPr>
          <p:cNvSpPr txBox="1">
            <a:spLocks/>
          </p:cNvSpPr>
          <p:nvPr/>
        </p:nvSpPr>
        <p:spPr>
          <a:xfrm>
            <a:off x="470073" y="5098135"/>
            <a:ext cx="11243037" cy="1423578"/>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a:latin typeface="Arial"/>
                <a:cs typeface="Arial"/>
              </a:rPr>
              <a:t>Communicate</a:t>
            </a:r>
            <a:r>
              <a:rPr lang="en-US" sz="4400">
                <a:latin typeface="Arial"/>
                <a:cs typeface="Arial"/>
              </a:rPr>
              <a:t> your </a:t>
            </a:r>
            <a:r>
              <a:rPr lang="en-US" sz="4400" b="1">
                <a:latin typeface="Arial"/>
                <a:cs typeface="Arial"/>
              </a:rPr>
              <a:t>reasoning</a:t>
            </a:r>
            <a:r>
              <a:rPr lang="en-US" sz="4400">
                <a:latin typeface="Arial"/>
                <a:cs typeface="Arial"/>
              </a:rPr>
              <a:t>. </a:t>
            </a:r>
            <a:endParaRPr lang="en-US" sz="4400"/>
          </a:p>
        </p:txBody>
      </p:sp>
      <p:graphicFrame>
        <p:nvGraphicFramePr>
          <p:cNvPr id="13" name="Table 12">
            <a:extLst>
              <a:ext uri="{FF2B5EF4-FFF2-40B4-BE49-F238E27FC236}">
                <a16:creationId xmlns:a16="http://schemas.microsoft.com/office/drawing/2014/main" id="{B37F8FD6-1114-0311-68BF-0ED89EC52553}"/>
              </a:ext>
            </a:extLst>
          </p:cNvPr>
          <p:cNvGraphicFramePr>
            <a:graphicFrameLocks noGrp="1"/>
          </p:cNvGraphicFramePr>
          <p:nvPr>
            <p:extLst>
              <p:ext uri="{D42A27DB-BD31-4B8C-83A1-F6EECF244321}">
                <p14:modId xmlns:p14="http://schemas.microsoft.com/office/powerpoint/2010/main" val="2172982458"/>
              </p:ext>
            </p:extLst>
          </p:nvPr>
        </p:nvGraphicFramePr>
        <p:xfrm>
          <a:off x="2442981" y="3882016"/>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55D61279-F839-6A02-5B10-40DD79748FE7}"/>
              </a:ext>
            </a:extLst>
          </p:cNvPr>
          <p:cNvPicPr>
            <a:picLocks noChangeAspect="1"/>
          </p:cNvPicPr>
          <p:nvPr/>
        </p:nvPicPr>
        <p:blipFill>
          <a:blip r:embed="rId4"/>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462152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E5182-257F-1678-1C50-B8D0403D96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DCFCF7-04CF-C461-ECB1-3FC634BF5BAD}"/>
              </a:ext>
            </a:extLst>
          </p:cNvPr>
          <p:cNvSpPr>
            <a:spLocks noGrp="1"/>
          </p:cNvSpPr>
          <p:nvPr>
            <p:ph type="sldNum" sz="quarter" idx="12"/>
          </p:nvPr>
        </p:nvSpPr>
        <p:spPr/>
        <p:txBody>
          <a:bodyPr/>
          <a:lstStyle/>
          <a:p>
            <a:fld id="{10A01DC5-1685-4615-8240-15192985C6A2}" type="slidenum">
              <a:rPr lang="en-AU" smtClean="0"/>
              <a:t>10</a:t>
            </a:fld>
            <a:endParaRPr lang="en-AU"/>
          </a:p>
        </p:txBody>
      </p:sp>
      <p:sp>
        <p:nvSpPr>
          <p:cNvPr id="3" name="Title 2">
            <a:extLst>
              <a:ext uri="{FF2B5EF4-FFF2-40B4-BE49-F238E27FC236}">
                <a16:creationId xmlns:a16="http://schemas.microsoft.com/office/drawing/2014/main" id="{6D1DC104-86CB-4221-6644-89860C0DACB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(21)</a:t>
            </a:r>
          </a:p>
        </p:txBody>
      </p:sp>
      <p:sp>
        <p:nvSpPr>
          <p:cNvPr id="11" name="Picture Placeholder 10">
            <a:extLst>
              <a:ext uri="{FF2B5EF4-FFF2-40B4-BE49-F238E27FC236}">
                <a16:creationId xmlns:a16="http://schemas.microsoft.com/office/drawing/2014/main" id="{80B7212B-2801-5D27-0B76-52A657270CAF}"/>
              </a:ext>
            </a:extLst>
          </p:cNvPr>
          <p:cNvSpPr>
            <a:spLocks noGrp="1"/>
          </p:cNvSpPr>
          <p:nvPr>
            <p:ph type="pic" sz="quarter" idx="21"/>
          </p:nvPr>
        </p:nvSpPr>
        <p:spPr>
          <a:xfrm>
            <a:off x="360001" y="937299"/>
            <a:ext cx="11243037" cy="2178405"/>
          </a:xfrm>
        </p:spPr>
        <p:txBody>
          <a:bodyPr/>
          <a:lstStyle/>
          <a:p>
            <a:pPr algn="ctr"/>
            <a:r>
              <a:rPr lang="en-AU" sz="4400">
                <a:latin typeface="Arial"/>
                <a:cs typeface="Arial"/>
              </a:rPr>
              <a:t>One angle on this </a:t>
            </a:r>
            <a:r>
              <a:rPr lang="en-AU" sz="4400" b="1">
                <a:latin typeface="Arial"/>
                <a:cs typeface="Arial"/>
              </a:rPr>
              <a:t>straight line </a:t>
            </a:r>
            <a:r>
              <a:rPr lang="en-AU" sz="4400">
                <a:latin typeface="Arial"/>
                <a:cs typeface="Arial"/>
              </a:rPr>
              <a:t>is 125°. </a:t>
            </a:r>
          </a:p>
          <a:p>
            <a:pPr algn="ctr"/>
            <a:r>
              <a:rPr lang="en-AU" sz="4400">
                <a:latin typeface="Arial"/>
                <a:cs typeface="Arial"/>
              </a:rPr>
              <a:t>What is the </a:t>
            </a:r>
            <a:r>
              <a:rPr lang="en-AU" sz="4400" b="1">
                <a:latin typeface="Arial"/>
                <a:cs typeface="Arial"/>
              </a:rPr>
              <a:t>other</a:t>
            </a:r>
            <a:r>
              <a:rPr lang="en-AU" sz="4400">
                <a:latin typeface="Arial"/>
                <a:cs typeface="Arial"/>
              </a:rPr>
              <a:t> angle?</a:t>
            </a:r>
            <a:endParaRPr lang="en-US" sz="4400"/>
          </a:p>
          <a:p>
            <a:pPr algn="ct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A5C75FC3-3580-0C1D-8090-EC44658DAC9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Freeform 2" descr="A straight line showing an angle of 125 degrees and another angle of 55 degrees.">
            <a:extLst>
              <a:ext uri="{FF2B5EF4-FFF2-40B4-BE49-F238E27FC236}">
                <a16:creationId xmlns:a16="http://schemas.microsoft.com/office/drawing/2014/main" id="{DAF011C4-C6FD-30D9-80A6-D3D8DF6F8DAE}"/>
              </a:ext>
            </a:extLst>
          </p:cNvPr>
          <p:cNvSpPr/>
          <p:nvPr/>
        </p:nvSpPr>
        <p:spPr>
          <a:xfrm>
            <a:off x="3152775" y="3437495"/>
            <a:ext cx="5886450" cy="2483206"/>
          </a:xfrm>
          <a:custGeom>
            <a:avLst/>
            <a:gdLst/>
            <a:ahLst/>
            <a:cxnLst/>
            <a:rect l="l" t="t" r="r" b="b"/>
            <a:pathLst>
              <a:path w="7710205" h="3469592">
                <a:moveTo>
                  <a:pt x="0" y="0"/>
                </a:moveTo>
                <a:lnTo>
                  <a:pt x="7710205" y="0"/>
                </a:lnTo>
                <a:lnTo>
                  <a:pt x="7710205" y="3469592"/>
                </a:lnTo>
                <a:lnTo>
                  <a:pt x="0" y="346959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Tree>
    <p:extLst>
      <p:ext uri="{BB962C8B-B14F-4D97-AF65-F5344CB8AC3E}">
        <p14:creationId xmlns:p14="http://schemas.microsoft.com/office/powerpoint/2010/main" val="1847143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6F4A1-EDA2-571F-5B96-FDF8BD0C7E5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98F8AC-46DC-BE09-C063-0F99C404F8CD}"/>
              </a:ext>
            </a:extLst>
          </p:cNvPr>
          <p:cNvSpPr>
            <a:spLocks noGrp="1"/>
          </p:cNvSpPr>
          <p:nvPr>
            <p:ph type="sldNum" sz="quarter" idx="12"/>
          </p:nvPr>
        </p:nvSpPr>
        <p:spPr/>
        <p:txBody>
          <a:bodyPr/>
          <a:lstStyle/>
          <a:p>
            <a:fld id="{10A01DC5-1685-4615-8240-15192985C6A2}" type="slidenum">
              <a:rPr lang="en-AU" smtClean="0"/>
              <a:t>11</a:t>
            </a:fld>
            <a:endParaRPr lang="en-AU"/>
          </a:p>
        </p:txBody>
      </p:sp>
      <p:sp>
        <p:nvSpPr>
          <p:cNvPr id="3" name="Title 2">
            <a:extLst>
              <a:ext uri="{FF2B5EF4-FFF2-40B4-BE49-F238E27FC236}">
                <a16:creationId xmlns:a16="http://schemas.microsoft.com/office/drawing/2014/main" id="{6E88FA31-7274-55BC-6613-F0B8D3114635}"/>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(22)</a:t>
            </a:r>
          </a:p>
        </p:txBody>
      </p:sp>
      <p:sp>
        <p:nvSpPr>
          <p:cNvPr id="11" name="Picture Placeholder 10">
            <a:extLst>
              <a:ext uri="{FF2B5EF4-FFF2-40B4-BE49-F238E27FC236}">
                <a16:creationId xmlns:a16="http://schemas.microsoft.com/office/drawing/2014/main" id="{6AEDAC5B-7D79-7FBF-9542-5724B621995A}"/>
              </a:ext>
            </a:extLst>
          </p:cNvPr>
          <p:cNvSpPr>
            <a:spLocks noGrp="1"/>
          </p:cNvSpPr>
          <p:nvPr>
            <p:ph type="pic" sz="quarter" idx="21"/>
          </p:nvPr>
        </p:nvSpPr>
        <p:spPr>
          <a:xfrm>
            <a:off x="360000" y="1596044"/>
            <a:ext cx="11484000" cy="3757054"/>
          </a:xfrm>
        </p:spPr>
        <p:txBody>
          <a:bodyPr/>
          <a:lstStyle/>
          <a:p>
            <a:pPr algn="ctr"/>
            <a:r>
              <a:rPr lang="en-US" sz="4200">
                <a:latin typeface="Arial"/>
                <a:cs typeface="Arial"/>
              </a:rPr>
              <a:t> </a:t>
            </a:r>
            <a:r>
              <a:rPr lang="en-US" sz="4400">
                <a:latin typeface="Arial"/>
                <a:cs typeface="Arial"/>
              </a:rPr>
              <a:t>What does the term ‘bias’ mean</a:t>
            </a:r>
          </a:p>
          <a:p>
            <a:pPr algn="ctr"/>
            <a:r>
              <a:rPr lang="en-US" sz="4400" b="1">
                <a:latin typeface="Arial"/>
                <a:cs typeface="Arial"/>
              </a:rPr>
              <a:t>Identify </a:t>
            </a:r>
            <a:r>
              <a:rPr lang="en-US" sz="4400">
                <a:latin typeface="Arial"/>
                <a:cs typeface="Arial"/>
              </a:rPr>
              <a:t>3 sources of possible </a:t>
            </a:r>
            <a:r>
              <a:rPr lang="en-US" sz="4400" b="1">
                <a:latin typeface="Arial"/>
                <a:cs typeface="Arial"/>
              </a:rPr>
              <a:t>bias</a:t>
            </a:r>
            <a:r>
              <a:rPr lang="en-US" sz="4400">
                <a:latin typeface="Arial"/>
                <a:cs typeface="Arial"/>
              </a:rPr>
              <a:t> in </a:t>
            </a:r>
            <a:r>
              <a:rPr lang="en-US" sz="4400" b="1">
                <a:latin typeface="Arial"/>
                <a:cs typeface="Arial"/>
              </a:rPr>
              <a:t>data</a:t>
            </a:r>
            <a:r>
              <a:rPr lang="en-US" sz="4400">
                <a:latin typeface="Arial"/>
                <a:cs typeface="Arial"/>
              </a:rPr>
              <a:t> found in the media. </a:t>
            </a:r>
          </a:p>
          <a:p>
            <a:pPr algn="ctr"/>
            <a:endParaRPr lang="en-US" sz="32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FFC89052-219D-2803-0123-F3BA24E9962C}"/>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6891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9FF86-7C5B-FA31-D796-296DE0A8C80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FEA1A1-341D-8A60-97E6-8F9B65B0FF51}"/>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3" name="Title 2">
            <a:extLst>
              <a:ext uri="{FF2B5EF4-FFF2-40B4-BE49-F238E27FC236}">
                <a16:creationId xmlns:a16="http://schemas.microsoft.com/office/drawing/2014/main" id="{B91C906B-02BA-2EFD-6FF2-2138C2C6F5C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(23)</a:t>
            </a:r>
          </a:p>
        </p:txBody>
      </p:sp>
      <p:pic>
        <p:nvPicPr>
          <p:cNvPr id="4" name="Picture 3" descr="image of a clipboard with a pencil recording short answer responses">
            <a:extLst>
              <a:ext uri="{FF2B5EF4-FFF2-40B4-BE49-F238E27FC236}">
                <a16:creationId xmlns:a16="http://schemas.microsoft.com/office/drawing/2014/main" id="{60BD3A60-80E3-562B-92FB-07B4A07F11E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Freeform 2" descr="A rectangular prism with a length of 6 m, width of 6 m and a height of 4 m. ">
            <a:extLst>
              <a:ext uri="{FF2B5EF4-FFF2-40B4-BE49-F238E27FC236}">
                <a16:creationId xmlns:a16="http://schemas.microsoft.com/office/drawing/2014/main" id="{5BC844F0-0806-6D36-17D6-D080B3223BE8}"/>
              </a:ext>
            </a:extLst>
          </p:cNvPr>
          <p:cNvSpPr>
            <a:spLocks noChangeAspect="1"/>
          </p:cNvSpPr>
          <p:nvPr/>
        </p:nvSpPr>
        <p:spPr>
          <a:xfrm>
            <a:off x="4481785" y="1988354"/>
            <a:ext cx="3433083" cy="2962606"/>
          </a:xfrm>
          <a:custGeom>
            <a:avLst/>
            <a:gdLst/>
            <a:ahLst/>
            <a:cxnLst/>
            <a:rect l="l" t="t" r="r" b="b"/>
            <a:pathLst>
              <a:path w="3782109" h="4359779">
                <a:moveTo>
                  <a:pt x="0" y="0"/>
                </a:moveTo>
                <a:lnTo>
                  <a:pt x="3782108" y="0"/>
                </a:lnTo>
                <a:lnTo>
                  <a:pt x="3782108" y="4359779"/>
                </a:lnTo>
                <a:lnTo>
                  <a:pt x="0" y="435977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8" name="TextBox 3">
            <a:extLst>
              <a:ext uri="{FF2B5EF4-FFF2-40B4-BE49-F238E27FC236}">
                <a16:creationId xmlns:a16="http://schemas.microsoft.com/office/drawing/2014/main" id="{6741632D-E944-FDF6-B23F-1750E5540BDC}"/>
              </a:ext>
            </a:extLst>
          </p:cNvPr>
          <p:cNvSpPr txBox="1"/>
          <p:nvPr/>
        </p:nvSpPr>
        <p:spPr>
          <a:xfrm>
            <a:off x="1616952" y="1138380"/>
            <a:ext cx="9070642" cy="589905"/>
          </a:xfrm>
          <a:prstGeom prst="rect">
            <a:avLst/>
          </a:prstGeom>
        </p:spPr>
        <p:txBody>
          <a:bodyPr wrap="square" lIns="0" tIns="0" rIns="0" bIns="0" rtlCol="0" anchor="t">
            <a:spAutoFit/>
          </a:bodyPr>
          <a:lstStyle/>
          <a:p>
            <a:pPr algn="ctr">
              <a:lnSpc>
                <a:spcPts val="4647"/>
              </a:lnSpc>
            </a:pPr>
            <a:r>
              <a:rPr lang="en-US" sz="4400">
                <a:solidFill>
                  <a:srgbClr val="000000"/>
                </a:solidFill>
                <a:latin typeface="+mj-lt"/>
                <a:ea typeface="Canva Student Font"/>
                <a:cs typeface="Canva Student Font"/>
                <a:sym typeface="Canva Student Font"/>
              </a:rPr>
              <a:t>Find the volume of this prism. </a:t>
            </a:r>
          </a:p>
        </p:txBody>
      </p:sp>
      <p:sp>
        <p:nvSpPr>
          <p:cNvPr id="9" name="TextBox 4" descr="A cube with a length of 6 m, width of 6 m and a height of 4 m. ">
            <a:extLst>
              <a:ext uri="{FF2B5EF4-FFF2-40B4-BE49-F238E27FC236}">
                <a16:creationId xmlns:a16="http://schemas.microsoft.com/office/drawing/2014/main" id="{81160EDC-F5FC-37E5-73F1-659C0F9B34DA}"/>
              </a:ext>
            </a:extLst>
          </p:cNvPr>
          <p:cNvSpPr txBox="1"/>
          <p:nvPr/>
        </p:nvSpPr>
        <p:spPr>
          <a:xfrm>
            <a:off x="3456985" y="4705154"/>
            <a:ext cx="2524533" cy="655436"/>
          </a:xfrm>
          <a:prstGeom prst="rect">
            <a:avLst/>
          </a:prstGeom>
        </p:spPr>
        <p:txBody>
          <a:bodyPr wrap="square" lIns="0" tIns="0" rIns="0" bIns="0" rtlCol="0" anchor="t">
            <a:spAutoFit/>
          </a:bodyPr>
          <a:lstStyle/>
          <a:p>
            <a:pPr algn="ctr">
              <a:lnSpc>
                <a:spcPts val="5599"/>
              </a:lnSpc>
              <a:spcBef>
                <a:spcPct val="0"/>
              </a:spcBef>
            </a:pPr>
            <a:r>
              <a:rPr lang="en-US" sz="3999">
                <a:solidFill>
                  <a:srgbClr val="000000"/>
                </a:solidFill>
                <a:latin typeface="Canva Student Font"/>
                <a:ea typeface="Canva Student Font"/>
                <a:cs typeface="Canva Student Font"/>
                <a:sym typeface="Canva Student Font"/>
              </a:rPr>
              <a:t> </a:t>
            </a:r>
            <a:r>
              <a:rPr lang="en-US" sz="3999">
                <a:solidFill>
                  <a:srgbClr val="000000"/>
                </a:solidFill>
                <a:latin typeface="+mj-lt"/>
                <a:ea typeface="Canva Student Font"/>
                <a:cs typeface="Canva Student Font"/>
                <a:sym typeface="Canva Student Font"/>
              </a:rPr>
              <a:t>6 m</a:t>
            </a:r>
          </a:p>
        </p:txBody>
      </p:sp>
      <p:sp>
        <p:nvSpPr>
          <p:cNvPr id="10" name="AutoShape 5">
            <a:extLst>
              <a:ext uri="{FF2B5EF4-FFF2-40B4-BE49-F238E27FC236}">
                <a16:creationId xmlns:a16="http://schemas.microsoft.com/office/drawing/2014/main" id="{B65DEC9E-8CF5-47CE-B606-1D90FCAF9DA5}"/>
              </a:ext>
              <a:ext uri="{C183D7F6-B498-43B3-948B-1728B52AA6E4}">
                <adec:decorative xmlns:adec="http://schemas.microsoft.com/office/drawing/2017/decorative" val="1"/>
              </a:ext>
            </a:extLst>
          </p:cNvPr>
          <p:cNvSpPr/>
          <p:nvPr/>
        </p:nvSpPr>
        <p:spPr>
          <a:xfrm>
            <a:off x="4373885" y="4330883"/>
            <a:ext cx="1736167" cy="748543"/>
          </a:xfrm>
          <a:prstGeom prst="line">
            <a:avLst/>
          </a:prstGeom>
          <a:ln w="19050" cap="flat">
            <a:solidFill>
              <a:srgbClr val="000000"/>
            </a:solidFill>
            <a:prstDash val="solid"/>
            <a:headEnd type="arrow" w="med" len="sm"/>
            <a:tailEnd type="arrow" w="med" len="sm"/>
          </a:ln>
        </p:spPr>
        <p:txBody>
          <a:bodyPr/>
          <a:lstStyle/>
          <a:p>
            <a:endParaRPr lang="en-AU"/>
          </a:p>
        </p:txBody>
      </p:sp>
      <p:sp>
        <p:nvSpPr>
          <p:cNvPr id="12" name="TextBox 6" descr="A cube with a length of 6 m, width of 6 m and a height of 4 m. ">
            <a:extLst>
              <a:ext uri="{FF2B5EF4-FFF2-40B4-BE49-F238E27FC236}">
                <a16:creationId xmlns:a16="http://schemas.microsoft.com/office/drawing/2014/main" id="{571E5922-6797-00A3-2449-66EB0CCE6881}"/>
              </a:ext>
            </a:extLst>
          </p:cNvPr>
          <p:cNvSpPr txBox="1"/>
          <p:nvPr/>
        </p:nvSpPr>
        <p:spPr>
          <a:xfrm>
            <a:off x="6152273" y="4780681"/>
            <a:ext cx="2524533" cy="655436"/>
          </a:xfrm>
          <a:prstGeom prst="rect">
            <a:avLst/>
          </a:prstGeom>
        </p:spPr>
        <p:txBody>
          <a:bodyPr wrap="square" lIns="0" tIns="0" rIns="0" bIns="0" rtlCol="0" anchor="t">
            <a:spAutoFit/>
          </a:bodyPr>
          <a:lstStyle/>
          <a:p>
            <a:pPr algn="ctr">
              <a:lnSpc>
                <a:spcPts val="5599"/>
              </a:lnSpc>
              <a:spcBef>
                <a:spcPct val="0"/>
              </a:spcBef>
            </a:pPr>
            <a:r>
              <a:rPr lang="en-US" sz="3999">
                <a:solidFill>
                  <a:srgbClr val="000000"/>
                </a:solidFill>
                <a:latin typeface="Canva Student Font"/>
                <a:ea typeface="Canva Student Font"/>
                <a:cs typeface="Canva Student Font"/>
                <a:sym typeface="Canva Student Font"/>
              </a:rPr>
              <a:t> </a:t>
            </a:r>
            <a:r>
              <a:rPr lang="en-US" sz="3999">
                <a:solidFill>
                  <a:srgbClr val="000000"/>
                </a:solidFill>
                <a:latin typeface="+mj-lt"/>
                <a:ea typeface="Canva Student Font"/>
                <a:cs typeface="Canva Student Font"/>
                <a:sym typeface="Canva Student Font"/>
              </a:rPr>
              <a:t>6 m</a:t>
            </a:r>
          </a:p>
        </p:txBody>
      </p:sp>
      <p:sp>
        <p:nvSpPr>
          <p:cNvPr id="13" name="AutoShape 7">
            <a:extLst>
              <a:ext uri="{FF2B5EF4-FFF2-40B4-BE49-F238E27FC236}">
                <a16:creationId xmlns:a16="http://schemas.microsoft.com/office/drawing/2014/main" id="{FA28E89C-8088-E538-D350-AABE472755CD}"/>
              </a:ext>
              <a:ext uri="{C183D7F6-B498-43B3-948B-1728B52AA6E4}">
                <adec:decorative xmlns:adec="http://schemas.microsoft.com/office/drawing/2017/decorative" val="1"/>
              </a:ext>
            </a:extLst>
          </p:cNvPr>
          <p:cNvSpPr/>
          <p:nvPr/>
        </p:nvSpPr>
        <p:spPr>
          <a:xfrm flipV="1">
            <a:off x="6430147" y="4330883"/>
            <a:ext cx="1630913" cy="748544"/>
          </a:xfrm>
          <a:prstGeom prst="line">
            <a:avLst/>
          </a:prstGeom>
          <a:ln w="19050" cap="flat">
            <a:solidFill>
              <a:srgbClr val="000000"/>
            </a:solidFill>
            <a:prstDash val="solid"/>
            <a:headEnd type="arrow" w="med" len="sm"/>
            <a:tailEnd type="arrow" w="med" len="sm"/>
          </a:ln>
        </p:spPr>
        <p:txBody>
          <a:bodyPr/>
          <a:lstStyle/>
          <a:p>
            <a:endParaRPr lang="en-AU"/>
          </a:p>
        </p:txBody>
      </p:sp>
      <p:sp>
        <p:nvSpPr>
          <p:cNvPr id="14" name="TextBox 8" descr="A cube with a length of 6 m, width of 6 m and a height of 4 m. ">
            <a:extLst>
              <a:ext uri="{FF2B5EF4-FFF2-40B4-BE49-F238E27FC236}">
                <a16:creationId xmlns:a16="http://schemas.microsoft.com/office/drawing/2014/main" id="{DC2B23F2-A2DA-52DE-F2D5-87D5087E8EF9}"/>
              </a:ext>
            </a:extLst>
          </p:cNvPr>
          <p:cNvSpPr txBox="1"/>
          <p:nvPr/>
        </p:nvSpPr>
        <p:spPr>
          <a:xfrm>
            <a:off x="7414539" y="2998249"/>
            <a:ext cx="2242760" cy="655436"/>
          </a:xfrm>
          <a:prstGeom prst="rect">
            <a:avLst/>
          </a:prstGeom>
        </p:spPr>
        <p:txBody>
          <a:bodyPr wrap="square" lIns="0" tIns="0" rIns="0" bIns="0" rtlCol="0" anchor="t">
            <a:spAutoFit/>
          </a:bodyPr>
          <a:lstStyle/>
          <a:p>
            <a:pPr algn="ctr">
              <a:lnSpc>
                <a:spcPts val="5599"/>
              </a:lnSpc>
              <a:spcBef>
                <a:spcPct val="0"/>
              </a:spcBef>
            </a:pPr>
            <a:r>
              <a:rPr lang="en-US" sz="3999">
                <a:solidFill>
                  <a:srgbClr val="000000"/>
                </a:solidFill>
                <a:latin typeface="Canva Student Font"/>
                <a:ea typeface="Canva Student Font"/>
                <a:cs typeface="Canva Student Font"/>
                <a:sym typeface="Canva Student Font"/>
              </a:rPr>
              <a:t> </a:t>
            </a:r>
            <a:r>
              <a:rPr lang="en-US" sz="3999">
                <a:solidFill>
                  <a:srgbClr val="000000"/>
                </a:solidFill>
                <a:latin typeface="+mj-lt"/>
                <a:ea typeface="Canva Student Font"/>
                <a:cs typeface="Canva Student Font"/>
                <a:sym typeface="Canva Student Font"/>
              </a:rPr>
              <a:t>4 m</a:t>
            </a:r>
          </a:p>
        </p:txBody>
      </p:sp>
      <p:sp>
        <p:nvSpPr>
          <p:cNvPr id="15" name="AutoShape 9">
            <a:extLst>
              <a:ext uri="{FF2B5EF4-FFF2-40B4-BE49-F238E27FC236}">
                <a16:creationId xmlns:a16="http://schemas.microsoft.com/office/drawing/2014/main" id="{0AA35360-B0C8-2A5B-44F0-31EF3072FC66}"/>
              </a:ext>
              <a:ext uri="{C183D7F6-B498-43B3-948B-1728B52AA6E4}">
                <adec:decorative xmlns:adec="http://schemas.microsoft.com/office/drawing/2017/decorative" val="1"/>
              </a:ext>
            </a:extLst>
          </p:cNvPr>
          <p:cNvSpPr/>
          <p:nvPr/>
        </p:nvSpPr>
        <p:spPr>
          <a:xfrm flipH="1" flipV="1">
            <a:off x="8063143" y="2743023"/>
            <a:ext cx="24834" cy="1453267"/>
          </a:xfrm>
          <a:prstGeom prst="line">
            <a:avLst/>
          </a:prstGeom>
          <a:ln w="19050" cap="flat">
            <a:solidFill>
              <a:srgbClr val="000000"/>
            </a:solidFill>
            <a:prstDash val="solid"/>
            <a:headEnd type="arrow" w="med" len="sm"/>
            <a:tailEnd type="arrow" w="med" len="sm"/>
          </a:ln>
        </p:spPr>
        <p:txBody>
          <a:bodyPr/>
          <a:lstStyle/>
          <a:p>
            <a:endParaRPr lang="en-AU"/>
          </a:p>
        </p:txBody>
      </p:sp>
      <p:sp>
        <p:nvSpPr>
          <p:cNvPr id="16" name="Text Placeholder 6">
            <a:extLst>
              <a:ext uri="{FF2B5EF4-FFF2-40B4-BE49-F238E27FC236}">
                <a16:creationId xmlns:a16="http://schemas.microsoft.com/office/drawing/2014/main" id="{ABA71ACB-8840-00FC-A642-7B783AB0F5DD}"/>
              </a:ext>
            </a:extLst>
          </p:cNvPr>
          <p:cNvSpPr txBox="1">
            <a:spLocks/>
          </p:cNvSpPr>
          <p:nvPr/>
        </p:nvSpPr>
        <p:spPr>
          <a:xfrm>
            <a:off x="808628" y="5719620"/>
            <a:ext cx="11243037" cy="1423578"/>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a:latin typeface="Arial"/>
                <a:cs typeface="Arial"/>
              </a:rPr>
              <a:t>Communicate</a:t>
            </a:r>
            <a:r>
              <a:rPr lang="en-US" sz="4400">
                <a:latin typeface="Arial"/>
                <a:cs typeface="Arial"/>
              </a:rPr>
              <a:t> your method. </a:t>
            </a:r>
            <a:endParaRPr lang="en-US" sz="4400"/>
          </a:p>
        </p:txBody>
      </p:sp>
    </p:spTree>
    <p:extLst>
      <p:ext uri="{BB962C8B-B14F-4D97-AF65-F5344CB8AC3E}">
        <p14:creationId xmlns:p14="http://schemas.microsoft.com/office/powerpoint/2010/main" val="800713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1F0B1-A631-6222-A4F6-6ADABC92764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87200-480B-20DB-4C26-10675759AD1F}"/>
              </a:ext>
            </a:extLst>
          </p:cNvPr>
          <p:cNvSpPr>
            <a:spLocks noGrp="1"/>
          </p:cNvSpPr>
          <p:nvPr>
            <p:ph type="sldNum" sz="quarter" idx="12"/>
          </p:nvPr>
        </p:nvSpPr>
        <p:spPr/>
        <p:txBody>
          <a:bodyPr/>
          <a:lstStyle/>
          <a:p>
            <a:fld id="{10A01DC5-1685-4615-8240-15192985C6A2}" type="slidenum">
              <a:rPr lang="en-AU" smtClean="0"/>
              <a:t>13</a:t>
            </a:fld>
            <a:endParaRPr lang="en-AU"/>
          </a:p>
        </p:txBody>
      </p:sp>
      <p:sp>
        <p:nvSpPr>
          <p:cNvPr id="3" name="Title 2">
            <a:extLst>
              <a:ext uri="{FF2B5EF4-FFF2-40B4-BE49-F238E27FC236}">
                <a16:creationId xmlns:a16="http://schemas.microsoft.com/office/drawing/2014/main" id="{4CF2E279-7B70-6AD5-A87B-975C74B4C5A3}"/>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(24)</a:t>
            </a:r>
          </a:p>
        </p:txBody>
      </p:sp>
      <p:pic>
        <p:nvPicPr>
          <p:cNvPr id="4" name="Picture 3" descr="image of a clipboard with a pencil recording short answer responses">
            <a:extLst>
              <a:ext uri="{FF2B5EF4-FFF2-40B4-BE49-F238E27FC236}">
                <a16:creationId xmlns:a16="http://schemas.microsoft.com/office/drawing/2014/main" id="{9413A593-D677-BE14-4F68-8ED6884EFE1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Picture Placeholder 10">
            <a:extLst>
              <a:ext uri="{FF2B5EF4-FFF2-40B4-BE49-F238E27FC236}">
                <a16:creationId xmlns:a16="http://schemas.microsoft.com/office/drawing/2014/main" id="{06BAD18F-7F41-F1C8-F9BD-536880AD7C56}"/>
              </a:ext>
            </a:extLst>
          </p:cNvPr>
          <p:cNvSpPr txBox="1">
            <a:spLocks/>
          </p:cNvSpPr>
          <p:nvPr/>
        </p:nvSpPr>
        <p:spPr>
          <a:xfrm>
            <a:off x="360000" y="1287137"/>
            <a:ext cx="10764000" cy="1850677"/>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600">
                <a:latin typeface="Arial"/>
                <a:cs typeface="Arial"/>
              </a:rPr>
              <a:t>Show </a:t>
            </a:r>
            <a:r>
              <a:rPr lang="en-US" sz="3600" b="1">
                <a:latin typeface="Arial"/>
                <a:cs typeface="Arial"/>
              </a:rPr>
              <a:t>2 different ways </a:t>
            </a:r>
            <a:r>
              <a:rPr lang="en-US" sz="3600">
                <a:latin typeface="Arial"/>
                <a:cs typeface="Arial"/>
              </a:rPr>
              <a:t>to find the </a:t>
            </a:r>
            <a:r>
              <a:rPr lang="en-US" sz="3600" b="1">
                <a:latin typeface="Arial"/>
                <a:cs typeface="Arial"/>
              </a:rPr>
              <a:t>area</a:t>
            </a:r>
            <a:r>
              <a:rPr lang="en-US" sz="3600">
                <a:latin typeface="Arial"/>
                <a:cs typeface="Arial"/>
              </a:rPr>
              <a:t> of this composite shape.</a:t>
            </a:r>
            <a:endParaRPr lang="en-US" sz="3600"/>
          </a:p>
          <a:p>
            <a:endParaRPr lang="en-US">
              <a:latin typeface="Arial"/>
              <a:cs typeface="Arial"/>
            </a:endParaRPr>
          </a:p>
        </p:txBody>
      </p:sp>
      <p:pic>
        <p:nvPicPr>
          <p:cNvPr id="6" name="Picture 5" descr="An L-shaped polygon. The left vertical side measures 7 cm. The top horizontal side measures 4 cm. From the top right corner, the vertical drop to the inner corner is 4 cm. The inner horizontal section measures 5 cm to the right.">
            <a:extLst>
              <a:ext uri="{FF2B5EF4-FFF2-40B4-BE49-F238E27FC236}">
                <a16:creationId xmlns:a16="http://schemas.microsoft.com/office/drawing/2014/main" id="{2324C41E-378E-3DC5-CE0F-880997F207EC}"/>
              </a:ext>
            </a:extLst>
          </p:cNvPr>
          <p:cNvPicPr>
            <a:picLocks noChangeAspect="1"/>
          </p:cNvPicPr>
          <p:nvPr/>
        </p:nvPicPr>
        <p:blipFill>
          <a:blip r:embed="rId4"/>
          <a:stretch>
            <a:fillRect/>
          </a:stretch>
        </p:blipFill>
        <p:spPr>
          <a:xfrm>
            <a:off x="3483918" y="2788813"/>
            <a:ext cx="5587619" cy="3709187"/>
          </a:xfrm>
          <a:prstGeom prst="rect">
            <a:avLst/>
          </a:prstGeom>
        </p:spPr>
      </p:pic>
    </p:spTree>
    <p:extLst>
      <p:ext uri="{BB962C8B-B14F-4D97-AF65-F5344CB8AC3E}">
        <p14:creationId xmlns:p14="http://schemas.microsoft.com/office/powerpoint/2010/main" val="3284912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14</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6 – fraction inquiry </a:t>
            </a:r>
            <a:r>
              <a:rPr lang="en-AU">
                <a:solidFill>
                  <a:schemeClr val="bg1"/>
                </a:solidFill>
                <a:latin typeface="Arial"/>
                <a:cs typeface="Arial"/>
              </a:rPr>
              <a:t>(1)</a:t>
            </a:r>
            <a:endParaRPr lang="en-US">
              <a:solidFill>
                <a:schemeClr val="bg1"/>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D3884FF-53AD-8EC2-DDB9-D958428E109A}"/>
                  </a:ext>
                </a:extLst>
              </p:cNvPr>
              <p:cNvSpPr txBox="1"/>
              <p:nvPr/>
            </p:nvSpPr>
            <p:spPr>
              <a:xfrm>
                <a:off x="2095500" y="2460172"/>
                <a:ext cx="8001000" cy="2699657"/>
              </a:xfrm>
              <a:prstGeom prst="rect">
                <a:avLst/>
              </a:prstGeom>
              <a:noFill/>
            </p:spPr>
            <p:txBody>
              <a:bodyPr wrap="square" lIns="0" tIns="0" rIns="0" bIns="0" rtlCol="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14:m>
                  <m:oMath xmlns:m="http://schemas.openxmlformats.org/officeDocument/2006/math">
                    <m:f>
                      <m:fPr>
                        <m:ctrlPr>
                          <a:rPr kumimoji="0" lang="en-AU" sz="7200" b="1" i="1" u="none" strike="noStrike" kern="1200" cap="none" spc="0" normalizeH="0" baseline="0" noProof="0" smtClean="0">
                            <a:ln>
                              <a:noFill/>
                            </a:ln>
                            <a:solidFill>
                              <a:srgbClr val="22272B"/>
                            </a:solidFill>
                            <a:effectLst/>
                            <a:uLnTx/>
                            <a:uFillTx/>
                            <a:latin typeface="Cambria Math" panose="02040503050406030204" pitchFamily="18" charset="0"/>
                            <a:ea typeface="+mn-ea"/>
                          </a:rPr>
                        </m:ctrlPr>
                      </m:fPr>
                      <m:num>
                        <m:r>
                          <a:rPr kumimoji="0" lang="en-AU" sz="7200" b="1" i="1" u="none" strike="noStrike" kern="1200" cap="none" spc="0" normalizeH="0" baseline="0" noProof="0" smtClean="0">
                            <a:ln>
                              <a:noFill/>
                            </a:ln>
                            <a:solidFill>
                              <a:srgbClr val="22272B"/>
                            </a:solidFill>
                            <a:effectLst/>
                            <a:uLnTx/>
                            <a:uFillTx/>
                            <a:latin typeface="Cambria Math" panose="02040503050406030204" pitchFamily="18" charset="0"/>
                            <a:ea typeface="+mn-ea"/>
                          </a:rPr>
                          <m:t>𝟐</m:t>
                        </m:r>
                      </m:num>
                      <m:den>
                        <m:r>
                          <a:rPr kumimoji="0" lang="en-AU" sz="7200" b="1" i="1" u="none" strike="noStrike" kern="1200" cap="none" spc="0" normalizeH="0" baseline="0" noProof="0" smtClean="0">
                            <a:ln>
                              <a:noFill/>
                            </a:ln>
                            <a:solidFill>
                              <a:srgbClr val="22272B"/>
                            </a:solidFill>
                            <a:effectLst/>
                            <a:uLnTx/>
                            <a:uFillTx/>
                            <a:latin typeface="Cambria Math" panose="02040503050406030204" pitchFamily="18" charset="0"/>
                            <a:ea typeface="+mn-ea"/>
                          </a:rPr>
                          <m:t>𝟓</m:t>
                        </m:r>
                      </m:den>
                    </m:f>
                    <m:r>
                      <a:rPr kumimoji="0" lang="en-AU" sz="7200" b="1" i="1" u="none" strike="noStrike" kern="1200" cap="none" spc="0" normalizeH="0" baseline="0" noProof="0" smtClean="0">
                        <a:ln>
                          <a:noFill/>
                        </a:ln>
                        <a:solidFill>
                          <a:srgbClr val="22272B"/>
                        </a:solidFill>
                        <a:effectLst/>
                        <a:uLnTx/>
                        <a:uFillTx/>
                        <a:latin typeface="Cambria Math" panose="02040503050406030204" pitchFamily="18" charset="0"/>
                        <a:ea typeface="+mn-ea"/>
                      </a:rPr>
                      <m:t> </m:t>
                    </m:r>
                  </m:oMath>
                </a14:m>
                <a:r>
                  <a:rPr kumimoji="0" lang="en-AU" sz="66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rPr>
                  <a:t>of 40 = </a:t>
                </a:r>
                <a14:m>
                  <m:oMath xmlns:m="http://schemas.openxmlformats.org/officeDocument/2006/math">
                    <m:f>
                      <m:fPr>
                        <m:ctrlPr>
                          <a:rPr kumimoji="0" lang="en-AU" sz="7200" b="1" i="1" u="none" strike="noStrike" kern="1200" cap="none" spc="0" normalizeH="0" baseline="0" noProof="0" smtClean="0">
                            <a:ln>
                              <a:noFill/>
                            </a:ln>
                            <a:solidFill>
                              <a:srgbClr val="22272B"/>
                            </a:solidFill>
                            <a:effectLst/>
                            <a:uLnTx/>
                            <a:uFillTx/>
                            <a:latin typeface="Cambria Math" panose="02040503050406030204" pitchFamily="18" charset="0"/>
                            <a:ea typeface="+mn-ea"/>
                          </a:rPr>
                        </m:ctrlPr>
                      </m:fPr>
                      <m:num>
                        <m:r>
                          <a:rPr kumimoji="0" lang="en-AU" sz="7200" b="1" i="1" u="none" strike="noStrike" kern="1200" cap="none" spc="0" normalizeH="0" baseline="0" noProof="0" smtClean="0">
                            <a:ln>
                              <a:noFill/>
                            </a:ln>
                            <a:solidFill>
                              <a:srgbClr val="22272B"/>
                            </a:solidFill>
                            <a:effectLst/>
                            <a:uLnTx/>
                            <a:uFillTx/>
                            <a:latin typeface="Cambria Math" panose="02040503050406030204" pitchFamily="18" charset="0"/>
                            <a:ea typeface="+mn-ea"/>
                          </a:rPr>
                          <m:t>𝟒</m:t>
                        </m:r>
                      </m:num>
                      <m:den>
                        <m:r>
                          <a:rPr kumimoji="0" lang="en-AU" sz="7200" b="1" i="1" u="none" strike="noStrike" kern="1200" cap="none" spc="0" normalizeH="0" baseline="0" noProof="0" smtClean="0">
                            <a:ln>
                              <a:noFill/>
                            </a:ln>
                            <a:solidFill>
                              <a:srgbClr val="22272B"/>
                            </a:solidFill>
                            <a:effectLst/>
                            <a:uLnTx/>
                            <a:uFillTx/>
                            <a:latin typeface="Cambria Math" panose="02040503050406030204" pitchFamily="18" charset="0"/>
                            <a:ea typeface="+mn-ea"/>
                          </a:rPr>
                          <m:t>𝟓</m:t>
                        </m:r>
                      </m:den>
                    </m:f>
                  </m:oMath>
                </a14:m>
                <a:r>
                  <a:rPr kumimoji="0" lang="en-AU" sz="7200" b="1"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rPr>
                  <a:t> </a:t>
                </a:r>
                <a:r>
                  <a:rPr kumimoji="0" lang="en-AU" sz="66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rPr>
                  <a:t>of 20</a:t>
                </a:r>
              </a:p>
            </p:txBody>
          </p:sp>
        </mc:Choice>
        <mc:Fallback xmlns="">
          <p:sp>
            <p:nvSpPr>
              <p:cNvPr id="4" name="TextBox 3">
                <a:extLst>
                  <a:ext uri="{FF2B5EF4-FFF2-40B4-BE49-F238E27FC236}">
                    <a16:creationId xmlns:a16="http://schemas.microsoft.com/office/drawing/2014/main" id="{FD3884FF-53AD-8EC2-DDB9-D958428E109A}"/>
                  </a:ext>
                </a:extLst>
              </p:cNvPr>
              <p:cNvSpPr txBox="1">
                <a:spLocks noRot="1" noChangeAspect="1" noMove="1" noResize="1" noEditPoints="1" noAdjustHandles="1" noChangeArrowheads="1" noChangeShapeType="1" noTextEdit="1"/>
              </p:cNvSpPr>
              <p:nvPr/>
            </p:nvSpPr>
            <p:spPr>
              <a:xfrm>
                <a:off x="2095500" y="2460172"/>
                <a:ext cx="8001000" cy="2699657"/>
              </a:xfrm>
              <a:prstGeom prst="rect">
                <a:avLst/>
              </a:prstGeom>
              <a:blipFill>
                <a:blip r:embed="rId3"/>
                <a:stretch>
                  <a:fillRect/>
                </a:stretch>
              </a:blipFill>
            </p:spPr>
            <p:txBody>
              <a:bodyPr/>
              <a:lstStyle/>
              <a:p>
                <a:r>
                  <a:rPr lang="en-US">
                    <a:noFill/>
                  </a:rPr>
                  <a:t> </a:t>
                </a:r>
              </a:p>
            </p:txBody>
          </p:sp>
        </mc:Fallback>
      </mc:AlternateContent>
      <p:pic>
        <p:nvPicPr>
          <p:cNvPr id="5" name="Picture 4" descr="image of a head with cogs turning inside">
            <a:extLst>
              <a:ext uri="{FF2B5EF4-FFF2-40B4-BE49-F238E27FC236}">
                <a16:creationId xmlns:a16="http://schemas.microsoft.com/office/drawing/2014/main" id="{99F34D94-5191-3F1E-9792-1347FAF61CB4}"/>
              </a:ext>
            </a:extLst>
          </p:cNvPr>
          <p:cNvPicPr>
            <a:picLocks noChangeAspect="1"/>
          </p:cNvPicPr>
          <p:nvPr/>
        </p:nvPicPr>
        <p:blipFill>
          <a:blip r:embed="rId4"/>
          <a:stretch>
            <a:fillRect/>
          </a:stretch>
        </p:blipFill>
        <p:spPr>
          <a:xfrm>
            <a:off x="11293430" y="22740"/>
            <a:ext cx="723900" cy="866775"/>
          </a:xfrm>
          <a:prstGeom prst="rect">
            <a:avLst/>
          </a:prstGeom>
        </p:spPr>
      </p:pic>
    </p:spTree>
    <p:extLst>
      <p:ext uri="{BB962C8B-B14F-4D97-AF65-F5344CB8AC3E}">
        <p14:creationId xmlns:p14="http://schemas.microsoft.com/office/powerpoint/2010/main" val="3360724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15</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6 – fraction inquiry </a:t>
            </a:r>
            <a:r>
              <a:rPr lang="en-AU">
                <a:solidFill>
                  <a:schemeClr val="bg1"/>
                </a:solidFill>
                <a:latin typeface="Arial"/>
                <a:cs typeface="Arial"/>
              </a:rPr>
              <a:t>(2)</a:t>
            </a:r>
          </a:p>
        </p:txBody>
      </p:sp>
      <p:grpSp>
        <p:nvGrpSpPr>
          <p:cNvPr id="77" name="Group 76" descr="Two blank tape diagrams. Each tape diagram has 3 rectangles that are the same length and a blank number line.&#10;">
            <a:extLst>
              <a:ext uri="{FF2B5EF4-FFF2-40B4-BE49-F238E27FC236}">
                <a16:creationId xmlns:a16="http://schemas.microsoft.com/office/drawing/2014/main" id="{917AB58C-DFA7-64A3-ED57-969DF886BF9C}"/>
              </a:ext>
            </a:extLst>
          </p:cNvPr>
          <p:cNvGrpSpPr/>
          <p:nvPr/>
        </p:nvGrpSpPr>
        <p:grpSpPr>
          <a:xfrm>
            <a:off x="3383068" y="982416"/>
            <a:ext cx="5662477" cy="5587819"/>
            <a:chOff x="3383068" y="982416"/>
            <a:chExt cx="5662477" cy="5587819"/>
          </a:xfrm>
        </p:grpSpPr>
        <p:grpSp>
          <p:nvGrpSpPr>
            <p:cNvPr id="5" name="Group 2">
              <a:extLst>
                <a:ext uri="{FF2B5EF4-FFF2-40B4-BE49-F238E27FC236}">
                  <a16:creationId xmlns:a16="http://schemas.microsoft.com/office/drawing/2014/main" id="{D5D62D12-6544-CAED-6F93-0567DC80FBAA}"/>
                </a:ext>
              </a:extLst>
            </p:cNvPr>
            <p:cNvGrpSpPr/>
            <p:nvPr/>
          </p:nvGrpSpPr>
          <p:grpSpPr>
            <a:xfrm>
              <a:off x="3383068" y="982416"/>
              <a:ext cx="5485291" cy="588014"/>
              <a:chOff x="0" y="-28575"/>
              <a:chExt cx="2992394" cy="324182"/>
            </a:xfrm>
          </p:grpSpPr>
          <p:sp>
            <p:nvSpPr>
              <p:cNvPr id="70" name="Freeform 3">
                <a:extLst>
                  <a:ext uri="{FF2B5EF4-FFF2-40B4-BE49-F238E27FC236}">
                    <a16:creationId xmlns:a16="http://schemas.microsoft.com/office/drawing/2014/main" id="{B712F81C-203D-F6E0-B1ED-C72757A7BF1D}"/>
                  </a:ext>
                </a:extLst>
              </p:cNvPr>
              <p:cNvSpPr/>
              <p:nvPr/>
            </p:nvSpPr>
            <p:spPr>
              <a:xfrm>
                <a:off x="0" y="0"/>
                <a:ext cx="2992394" cy="295607"/>
              </a:xfrm>
              <a:custGeom>
                <a:avLst/>
                <a:gdLst/>
                <a:ahLst/>
                <a:cxnLst/>
                <a:rect l="l" t="t" r="r" b="b"/>
                <a:pathLst>
                  <a:path w="2992394" h="295607">
                    <a:moveTo>
                      <a:pt x="0" y="0"/>
                    </a:moveTo>
                    <a:lnTo>
                      <a:pt x="2992394" y="0"/>
                    </a:lnTo>
                    <a:lnTo>
                      <a:pt x="2992394" y="295607"/>
                    </a:lnTo>
                    <a:lnTo>
                      <a:pt x="0" y="295607"/>
                    </a:lnTo>
                    <a:close/>
                  </a:path>
                </a:pathLst>
              </a:custGeom>
              <a:solidFill>
                <a:srgbClr val="000000">
                  <a:alpha val="0"/>
                </a:srgbClr>
              </a:solidFill>
              <a:ln w="47625"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71" name="TextBox 4">
                <a:extLst>
                  <a:ext uri="{FF2B5EF4-FFF2-40B4-BE49-F238E27FC236}">
                    <a16:creationId xmlns:a16="http://schemas.microsoft.com/office/drawing/2014/main" id="{9508F794-5B4F-DBE7-098D-135AAF9DEB35}"/>
                  </a:ext>
                </a:extLst>
              </p:cNvPr>
              <p:cNvSpPr txBox="1"/>
              <p:nvPr/>
            </p:nvSpPr>
            <p:spPr>
              <a:xfrm>
                <a:off x="0" y="-28575"/>
                <a:ext cx="2992394" cy="324182"/>
              </a:xfrm>
              <a:prstGeom prst="rect">
                <a:avLst/>
              </a:prstGeom>
            </p:spPr>
            <p:txBody>
              <a:bodyPr lIns="37294" tIns="37294" rIns="37294" bIns="37294" rtlCol="0" anchor="ctr"/>
              <a:lstStyle/>
              <a:p>
                <a:pPr marL="0" marR="0" lvl="0" indent="0" algn="ctr" defTabSz="609585" rtl="0" eaLnBrk="1" fontAlgn="auto" latinLnBrk="0" hangingPunct="1">
                  <a:lnSpc>
                    <a:spcPts val="1852"/>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sp>
          <p:nvSpPr>
            <p:cNvPr id="68" name="Freeform 6">
              <a:extLst>
                <a:ext uri="{FF2B5EF4-FFF2-40B4-BE49-F238E27FC236}">
                  <a16:creationId xmlns:a16="http://schemas.microsoft.com/office/drawing/2014/main" id="{9024CF23-31F1-D449-F153-1DCBABEC4422}"/>
                </a:ext>
              </a:extLst>
            </p:cNvPr>
            <p:cNvSpPr/>
            <p:nvPr/>
          </p:nvSpPr>
          <p:spPr>
            <a:xfrm>
              <a:off x="3395373" y="2441590"/>
              <a:ext cx="5485291" cy="821630"/>
            </a:xfrm>
            <a:custGeom>
              <a:avLst/>
              <a:gdLst/>
              <a:ahLst/>
              <a:cxnLst/>
              <a:rect l="l" t="t" r="r" b="b"/>
              <a:pathLst>
                <a:path w="2992377" h="452976">
                  <a:moveTo>
                    <a:pt x="0" y="0"/>
                  </a:moveTo>
                  <a:lnTo>
                    <a:pt x="2992377" y="0"/>
                  </a:lnTo>
                  <a:lnTo>
                    <a:pt x="2992377" y="452976"/>
                  </a:lnTo>
                  <a:lnTo>
                    <a:pt x="0" y="452976"/>
                  </a:lnTo>
                  <a:close/>
                </a:path>
              </a:pathLst>
            </a:custGeom>
            <a:solidFill>
              <a:srgbClr val="000000">
                <a:alpha val="0"/>
              </a:srgbClr>
            </a:solidFill>
            <a:ln w="66675"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69" name="TextBox 7">
              <a:extLst>
                <a:ext uri="{FF2B5EF4-FFF2-40B4-BE49-F238E27FC236}">
                  <a16:creationId xmlns:a16="http://schemas.microsoft.com/office/drawing/2014/main" id="{736FE7C7-BE8B-C083-A754-283534D8D660}"/>
                </a:ext>
              </a:extLst>
            </p:cNvPr>
            <p:cNvSpPr txBox="1"/>
            <p:nvPr/>
          </p:nvSpPr>
          <p:spPr>
            <a:xfrm>
              <a:off x="3395373" y="2389759"/>
              <a:ext cx="5485291" cy="873461"/>
            </a:xfrm>
            <a:prstGeom prst="rect">
              <a:avLst/>
            </a:prstGeom>
          </p:spPr>
          <p:txBody>
            <a:bodyPr lIns="37294" tIns="37294" rIns="37294" bIns="37294" rtlCol="0" anchor="ctr"/>
            <a:lstStyle/>
            <a:p>
              <a:pPr marL="0" marR="0" lvl="0" indent="0" algn="ctr" defTabSz="609585" rtl="0" eaLnBrk="1" fontAlgn="auto" latinLnBrk="0" hangingPunct="1">
                <a:lnSpc>
                  <a:spcPts val="1852"/>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7" name="Freeform 8">
              <a:extLst>
                <a:ext uri="{FF2B5EF4-FFF2-40B4-BE49-F238E27FC236}">
                  <a16:creationId xmlns:a16="http://schemas.microsoft.com/office/drawing/2014/main" id="{3D0DF8C7-959B-311A-EC7C-3F5F1A86D0CA}"/>
                </a:ext>
              </a:extLst>
            </p:cNvPr>
            <p:cNvSpPr/>
            <p:nvPr/>
          </p:nvSpPr>
          <p:spPr>
            <a:xfrm rot="5400000">
              <a:off x="6300543" y="2835635"/>
              <a:ext cx="804648" cy="31286"/>
            </a:xfrm>
            <a:custGeom>
              <a:avLst/>
              <a:gdLst/>
              <a:ahLst/>
              <a:cxnLst/>
              <a:rect l="l" t="t" r="r" b="b"/>
              <a:pathLst>
                <a:path w="908748" h="34963">
                  <a:moveTo>
                    <a:pt x="0" y="0"/>
                  </a:moveTo>
                  <a:lnTo>
                    <a:pt x="908748" y="0"/>
                  </a:lnTo>
                  <a:lnTo>
                    <a:pt x="908748" y="34963"/>
                  </a:lnTo>
                  <a:lnTo>
                    <a:pt x="0" y="34963"/>
                  </a:lnTo>
                  <a:lnTo>
                    <a:pt x="0" y="0"/>
                  </a:lnTo>
                  <a:close/>
                </a:path>
              </a:pathLst>
            </a:custGeom>
            <a:blipFill>
              <a:blip>
                <a:extLst>
                  <a:ext uri="{96DAC541-7B7A-43D3-8B79-37D633B846F1}">
                    <asvg:svgBlip xmlns:asvg="http://schemas.microsoft.com/office/drawing/2016/SVG/main" r:embed="rId3"/>
                  </a:ext>
                </a:extLst>
              </a:blip>
              <a:stretch>
                <a:fillRect l="-83222" t="-53159" b="-49234"/>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8" name="Freeform 9">
              <a:extLst>
                <a:ext uri="{FF2B5EF4-FFF2-40B4-BE49-F238E27FC236}">
                  <a16:creationId xmlns:a16="http://schemas.microsoft.com/office/drawing/2014/main" id="{DBD6DCC9-AAA4-1D8E-A669-F583247B2191}"/>
                </a:ext>
              </a:extLst>
            </p:cNvPr>
            <p:cNvSpPr/>
            <p:nvPr/>
          </p:nvSpPr>
          <p:spPr>
            <a:xfrm rot="5400000">
              <a:off x="4080419" y="2834597"/>
              <a:ext cx="824650" cy="31286"/>
            </a:xfrm>
            <a:custGeom>
              <a:avLst/>
              <a:gdLst/>
              <a:ahLst/>
              <a:cxnLst/>
              <a:rect l="l" t="t" r="r" b="b"/>
              <a:pathLst>
                <a:path w="931338" h="34963">
                  <a:moveTo>
                    <a:pt x="0" y="0"/>
                  </a:moveTo>
                  <a:lnTo>
                    <a:pt x="931338" y="0"/>
                  </a:lnTo>
                  <a:lnTo>
                    <a:pt x="931338" y="34963"/>
                  </a:lnTo>
                  <a:lnTo>
                    <a:pt x="0" y="34963"/>
                  </a:lnTo>
                  <a:lnTo>
                    <a:pt x="0" y="0"/>
                  </a:lnTo>
                  <a:close/>
                </a:path>
              </a:pathLst>
            </a:custGeom>
            <a:blipFill>
              <a:blip>
                <a:extLst>
                  <a:ext uri="{96DAC541-7B7A-43D3-8B79-37D633B846F1}">
                    <asvg:svgBlip xmlns:asvg="http://schemas.microsoft.com/office/drawing/2016/SVG/main" r:embed="rId3"/>
                  </a:ext>
                </a:extLst>
              </a:blip>
              <a:stretch>
                <a:fillRect l="-78778" t="-102393"/>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9" name="Freeform 10">
              <a:extLst>
                <a:ext uri="{FF2B5EF4-FFF2-40B4-BE49-F238E27FC236}">
                  <a16:creationId xmlns:a16="http://schemas.microsoft.com/office/drawing/2014/main" id="{A756253F-4210-A9F1-4D78-1E27DF6C5A5E}"/>
                </a:ext>
              </a:extLst>
            </p:cNvPr>
            <p:cNvSpPr/>
            <p:nvPr/>
          </p:nvSpPr>
          <p:spPr>
            <a:xfrm rot="5400000">
              <a:off x="5208832" y="2850598"/>
              <a:ext cx="792647" cy="31286"/>
            </a:xfrm>
            <a:custGeom>
              <a:avLst/>
              <a:gdLst/>
              <a:ahLst/>
              <a:cxnLst/>
              <a:rect l="l" t="t" r="r" b="b"/>
              <a:pathLst>
                <a:path w="895194" h="34963">
                  <a:moveTo>
                    <a:pt x="0" y="0"/>
                  </a:moveTo>
                  <a:lnTo>
                    <a:pt x="895195" y="0"/>
                  </a:lnTo>
                  <a:lnTo>
                    <a:pt x="895195" y="34963"/>
                  </a:lnTo>
                  <a:lnTo>
                    <a:pt x="0" y="34963"/>
                  </a:lnTo>
                  <a:lnTo>
                    <a:pt x="0" y="0"/>
                  </a:lnTo>
                  <a:close/>
                </a:path>
              </a:pathLst>
            </a:custGeom>
            <a:blipFill>
              <a:blip>
                <a:extLst>
                  <a:ext uri="{96DAC541-7B7A-43D3-8B79-37D633B846F1}">
                    <asvg:svgBlip xmlns:asvg="http://schemas.microsoft.com/office/drawing/2016/SVG/main" r:embed="rId3"/>
                  </a:ext>
                </a:extLst>
              </a:blip>
              <a:stretch>
                <a:fillRect l="-85996" t="-53159" b="-49234"/>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0" name="Freeform 11">
              <a:extLst>
                <a:ext uri="{FF2B5EF4-FFF2-40B4-BE49-F238E27FC236}">
                  <a16:creationId xmlns:a16="http://schemas.microsoft.com/office/drawing/2014/main" id="{96FAB0E8-CC75-E02B-0834-976BEB7CFF54}"/>
                </a:ext>
              </a:extLst>
            </p:cNvPr>
            <p:cNvSpPr/>
            <p:nvPr/>
          </p:nvSpPr>
          <p:spPr>
            <a:xfrm rot="5400000">
              <a:off x="7385448" y="2831635"/>
              <a:ext cx="796647" cy="31286"/>
            </a:xfrm>
            <a:custGeom>
              <a:avLst/>
              <a:gdLst/>
              <a:ahLst/>
              <a:cxnLst/>
              <a:rect l="l" t="t" r="r" b="b"/>
              <a:pathLst>
                <a:path w="899712" h="34963">
                  <a:moveTo>
                    <a:pt x="0" y="0"/>
                  </a:moveTo>
                  <a:lnTo>
                    <a:pt x="899712" y="0"/>
                  </a:lnTo>
                  <a:lnTo>
                    <a:pt x="899712" y="34963"/>
                  </a:lnTo>
                  <a:lnTo>
                    <a:pt x="0" y="34963"/>
                  </a:lnTo>
                  <a:lnTo>
                    <a:pt x="0" y="0"/>
                  </a:lnTo>
                  <a:close/>
                </a:path>
              </a:pathLst>
            </a:custGeom>
            <a:blipFill>
              <a:blip>
                <a:extLst>
                  <a:ext uri="{96DAC541-7B7A-43D3-8B79-37D633B846F1}">
                    <asvg:svgBlip xmlns:asvg="http://schemas.microsoft.com/office/drawing/2016/SVG/main" r:embed="rId3"/>
                  </a:ext>
                </a:extLst>
              </a:blip>
              <a:stretch>
                <a:fillRect l="-85062" t="-102393"/>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1" name="AutoShape 12">
              <a:extLst>
                <a:ext uri="{FF2B5EF4-FFF2-40B4-BE49-F238E27FC236}">
                  <a16:creationId xmlns:a16="http://schemas.microsoft.com/office/drawing/2014/main" id="{FDD7DFD1-8592-C134-2036-9EE4C73460FE}"/>
                </a:ext>
              </a:extLst>
            </p:cNvPr>
            <p:cNvSpPr/>
            <p:nvPr/>
          </p:nvSpPr>
          <p:spPr>
            <a:xfrm>
              <a:off x="3443045" y="3525249"/>
              <a:ext cx="5602500" cy="3939"/>
            </a:xfrm>
            <a:prstGeom prst="line">
              <a:avLst/>
            </a:prstGeom>
            <a:ln w="28575" cap="flat">
              <a:solidFill>
                <a:srgbClr val="F51720"/>
              </a:solidFill>
              <a:prstDash val="solid"/>
              <a:headEnd type="none" w="sm" len="sm"/>
              <a:tailEnd type="arrow" w="med"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2" name="Freeform 13">
              <a:extLst>
                <a:ext uri="{FF2B5EF4-FFF2-40B4-BE49-F238E27FC236}">
                  <a16:creationId xmlns:a16="http://schemas.microsoft.com/office/drawing/2014/main" id="{4AE01AB0-8F71-2C38-4413-85E8BD4068DB}"/>
                </a:ext>
              </a:extLst>
            </p:cNvPr>
            <p:cNvSpPr/>
            <p:nvPr/>
          </p:nvSpPr>
          <p:spPr>
            <a:xfrm rot="5400000">
              <a:off x="6592005" y="3510098"/>
              <a:ext cx="222192" cy="31090"/>
            </a:xfrm>
            <a:custGeom>
              <a:avLst/>
              <a:gdLst/>
              <a:ahLst/>
              <a:cxnLst/>
              <a:rect l="l" t="t" r="r" b="b"/>
              <a:pathLst>
                <a:path w="250938" h="34744">
                  <a:moveTo>
                    <a:pt x="0" y="0"/>
                  </a:moveTo>
                  <a:lnTo>
                    <a:pt x="250938" y="0"/>
                  </a:lnTo>
                  <a:lnTo>
                    <a:pt x="250938" y="34744"/>
                  </a:lnTo>
                  <a:lnTo>
                    <a:pt x="0" y="34744"/>
                  </a:lnTo>
                  <a:lnTo>
                    <a:pt x="0" y="0"/>
                  </a:lnTo>
                  <a:close/>
                </a:path>
              </a:pathLst>
            </a:custGeom>
            <a:blipFill>
              <a:blip>
                <a:extLst>
                  <a:ext uri="{96DAC541-7B7A-43D3-8B79-37D633B846F1}">
                    <asvg:svgBlip xmlns:asvg="http://schemas.microsoft.com/office/drawing/2016/SVG/main" r:embed="rId3"/>
                  </a:ext>
                </a:extLst>
              </a:blip>
              <a:stretch>
                <a:fillRect l="-479570" t="-87026" r="-79787" b="-15367"/>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3" name="Freeform 14">
              <a:extLst>
                <a:ext uri="{FF2B5EF4-FFF2-40B4-BE49-F238E27FC236}">
                  <a16:creationId xmlns:a16="http://schemas.microsoft.com/office/drawing/2014/main" id="{8C619540-F852-2A21-49AD-A9713A0E96BE}"/>
                </a:ext>
              </a:extLst>
            </p:cNvPr>
            <p:cNvSpPr/>
            <p:nvPr/>
          </p:nvSpPr>
          <p:spPr>
            <a:xfrm rot="5400000">
              <a:off x="4387612" y="3520495"/>
              <a:ext cx="254421" cy="31090"/>
            </a:xfrm>
            <a:custGeom>
              <a:avLst/>
              <a:gdLst/>
              <a:ahLst/>
              <a:cxnLst/>
              <a:rect l="l" t="t" r="r" b="b"/>
              <a:pathLst>
                <a:path w="287336" h="34744">
                  <a:moveTo>
                    <a:pt x="0" y="0"/>
                  </a:moveTo>
                  <a:lnTo>
                    <a:pt x="287336" y="0"/>
                  </a:lnTo>
                  <a:lnTo>
                    <a:pt x="287336" y="34744"/>
                  </a:lnTo>
                  <a:lnTo>
                    <a:pt x="0" y="34744"/>
                  </a:lnTo>
                  <a:lnTo>
                    <a:pt x="0" y="0"/>
                  </a:lnTo>
                  <a:close/>
                </a:path>
              </a:pathLst>
            </a:custGeom>
            <a:blipFill>
              <a:blip>
                <a:extLst>
                  <a:ext uri="{96DAC541-7B7A-43D3-8B79-37D633B846F1}">
                    <asvg:svgBlip xmlns:asvg="http://schemas.microsoft.com/office/drawing/2016/SVG/main" r:embed="rId3"/>
                  </a:ext>
                </a:extLst>
              </a:blip>
              <a:stretch>
                <a:fillRect l="-413189" t="-102393" r="-62645"/>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4" name="Freeform 15">
              <a:extLst>
                <a:ext uri="{FF2B5EF4-FFF2-40B4-BE49-F238E27FC236}">
                  <a16:creationId xmlns:a16="http://schemas.microsoft.com/office/drawing/2014/main" id="{9E2B88AD-9B25-1AAC-392C-801B52C4D72E}"/>
                </a:ext>
              </a:extLst>
            </p:cNvPr>
            <p:cNvSpPr/>
            <p:nvPr/>
          </p:nvSpPr>
          <p:spPr>
            <a:xfrm rot="5400000">
              <a:off x="5510122" y="3507375"/>
              <a:ext cx="210373" cy="35748"/>
            </a:xfrm>
            <a:custGeom>
              <a:avLst/>
              <a:gdLst/>
              <a:ahLst/>
              <a:cxnLst/>
              <a:rect l="l" t="t" r="r" b="b"/>
              <a:pathLst>
                <a:path w="237590" h="39949">
                  <a:moveTo>
                    <a:pt x="0" y="0"/>
                  </a:moveTo>
                  <a:lnTo>
                    <a:pt x="237590" y="0"/>
                  </a:lnTo>
                  <a:lnTo>
                    <a:pt x="237590" y="39948"/>
                  </a:lnTo>
                  <a:lnTo>
                    <a:pt x="0" y="39948"/>
                  </a:lnTo>
                  <a:lnTo>
                    <a:pt x="0" y="0"/>
                  </a:lnTo>
                  <a:close/>
                </a:path>
              </a:pathLst>
            </a:custGeom>
            <a:blipFill>
              <a:blip>
                <a:extLst>
                  <a:ext uri="{96DAC541-7B7A-43D3-8B79-37D633B846F1}">
                    <asvg:svgBlip xmlns:asvg="http://schemas.microsoft.com/office/drawing/2016/SVG/main" r:embed="rId3"/>
                  </a:ext>
                </a:extLst>
              </a:blip>
              <a:stretch>
                <a:fillRect l="-505040" t="-76024" r="-91359"/>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5" name="Freeform 16">
              <a:extLst>
                <a:ext uri="{FF2B5EF4-FFF2-40B4-BE49-F238E27FC236}">
                  <a16:creationId xmlns:a16="http://schemas.microsoft.com/office/drawing/2014/main" id="{B8CBA870-B9AA-4EEF-2FB0-D995D70DAA60}"/>
                </a:ext>
              </a:extLst>
            </p:cNvPr>
            <p:cNvSpPr/>
            <p:nvPr/>
          </p:nvSpPr>
          <p:spPr>
            <a:xfrm rot="5400000">
              <a:off x="7697492" y="3513643"/>
              <a:ext cx="191464" cy="31090"/>
            </a:xfrm>
            <a:custGeom>
              <a:avLst/>
              <a:gdLst/>
              <a:ahLst/>
              <a:cxnLst/>
              <a:rect l="l" t="t" r="r" b="b"/>
              <a:pathLst>
                <a:path w="216234" h="34744">
                  <a:moveTo>
                    <a:pt x="0" y="0"/>
                  </a:moveTo>
                  <a:lnTo>
                    <a:pt x="216234" y="0"/>
                  </a:lnTo>
                  <a:lnTo>
                    <a:pt x="216234" y="34744"/>
                  </a:lnTo>
                  <a:lnTo>
                    <a:pt x="0" y="34744"/>
                  </a:lnTo>
                  <a:lnTo>
                    <a:pt x="0" y="0"/>
                  </a:lnTo>
                  <a:close/>
                </a:path>
              </a:pathLst>
            </a:custGeom>
            <a:blipFill>
              <a:blip>
                <a:extLst>
                  <a:ext uri="{96DAC541-7B7A-43D3-8B79-37D633B846F1}">
                    <asvg:svgBlip xmlns:asvg="http://schemas.microsoft.com/office/drawing/2016/SVG/main" r:embed="rId3"/>
                  </a:ext>
                </a:extLst>
              </a:blip>
              <a:stretch>
                <a:fillRect l="-561916" t="-102393" r="-103263"/>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6" name="Freeform 17">
              <a:extLst>
                <a:ext uri="{FF2B5EF4-FFF2-40B4-BE49-F238E27FC236}">
                  <a16:creationId xmlns:a16="http://schemas.microsoft.com/office/drawing/2014/main" id="{388C0E15-7138-3663-19D2-D8BB0DD075EC}"/>
                </a:ext>
              </a:extLst>
            </p:cNvPr>
            <p:cNvSpPr/>
            <p:nvPr/>
          </p:nvSpPr>
          <p:spPr>
            <a:xfrm rot="5400000">
              <a:off x="3321798" y="3509704"/>
              <a:ext cx="242495" cy="31090"/>
            </a:xfrm>
            <a:custGeom>
              <a:avLst/>
              <a:gdLst/>
              <a:ahLst/>
              <a:cxnLst/>
              <a:rect l="l" t="t" r="r" b="b"/>
              <a:pathLst>
                <a:path w="273867" h="34744">
                  <a:moveTo>
                    <a:pt x="0" y="0"/>
                  </a:moveTo>
                  <a:lnTo>
                    <a:pt x="273867" y="0"/>
                  </a:lnTo>
                  <a:lnTo>
                    <a:pt x="273867" y="34744"/>
                  </a:lnTo>
                  <a:lnTo>
                    <a:pt x="0" y="34744"/>
                  </a:lnTo>
                  <a:lnTo>
                    <a:pt x="0" y="0"/>
                  </a:lnTo>
                  <a:close/>
                </a:path>
              </a:pathLst>
            </a:custGeom>
            <a:blipFill>
              <a:blip>
                <a:extLst>
                  <a:ext uri="{96DAC541-7B7A-43D3-8B79-37D633B846F1}">
                    <asvg:svgBlip xmlns:asvg="http://schemas.microsoft.com/office/drawing/2016/SVG/main" r:embed="rId3"/>
                  </a:ext>
                </a:extLst>
              </a:blip>
              <a:stretch>
                <a:fillRect l="-430231" t="-102393" r="-73922"/>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7" name="Freeform 18">
              <a:extLst>
                <a:ext uri="{FF2B5EF4-FFF2-40B4-BE49-F238E27FC236}">
                  <a16:creationId xmlns:a16="http://schemas.microsoft.com/office/drawing/2014/main" id="{D6CB1ECA-B24B-A8C5-642C-D21163E6EF2C}"/>
                </a:ext>
              </a:extLst>
            </p:cNvPr>
            <p:cNvSpPr/>
            <p:nvPr/>
          </p:nvSpPr>
          <p:spPr>
            <a:xfrm rot="5400000">
              <a:off x="8766940" y="3509704"/>
              <a:ext cx="186735" cy="31090"/>
            </a:xfrm>
            <a:custGeom>
              <a:avLst/>
              <a:gdLst/>
              <a:ahLst/>
              <a:cxnLst/>
              <a:rect l="l" t="t" r="r" b="b"/>
              <a:pathLst>
                <a:path w="210894" h="34744">
                  <a:moveTo>
                    <a:pt x="0" y="0"/>
                  </a:moveTo>
                  <a:lnTo>
                    <a:pt x="210895" y="0"/>
                  </a:lnTo>
                  <a:lnTo>
                    <a:pt x="210895" y="34744"/>
                  </a:lnTo>
                  <a:lnTo>
                    <a:pt x="0" y="34744"/>
                  </a:lnTo>
                  <a:lnTo>
                    <a:pt x="0" y="0"/>
                  </a:lnTo>
                  <a:close/>
                </a:path>
              </a:pathLst>
            </a:custGeom>
            <a:blipFill>
              <a:blip>
                <a:extLst>
                  <a:ext uri="{96DAC541-7B7A-43D3-8B79-37D633B846F1}">
                    <asvg:svgBlip xmlns:asvg="http://schemas.microsoft.com/office/drawing/2016/SVG/main" r:embed="rId3"/>
                  </a:ext>
                </a:extLst>
              </a:blip>
              <a:stretch>
                <a:fillRect l="-573610" t="-102393" r="-110941"/>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grpSp>
          <p:nvGrpSpPr>
            <p:cNvPr id="18" name="Group 19">
              <a:extLst>
                <a:ext uri="{FF2B5EF4-FFF2-40B4-BE49-F238E27FC236}">
                  <a16:creationId xmlns:a16="http://schemas.microsoft.com/office/drawing/2014/main" id="{8C832082-2E46-7BAC-E734-33A0ABC9CEB9}"/>
                </a:ext>
              </a:extLst>
            </p:cNvPr>
            <p:cNvGrpSpPr/>
            <p:nvPr/>
          </p:nvGrpSpPr>
          <p:grpSpPr>
            <a:xfrm>
              <a:off x="3395373" y="1550957"/>
              <a:ext cx="5485291" cy="873462"/>
              <a:chOff x="0" y="-28575"/>
              <a:chExt cx="2992377" cy="481551"/>
            </a:xfrm>
          </p:grpSpPr>
          <p:sp>
            <p:nvSpPr>
              <p:cNvPr id="66" name="Freeform 20">
                <a:extLst>
                  <a:ext uri="{FF2B5EF4-FFF2-40B4-BE49-F238E27FC236}">
                    <a16:creationId xmlns:a16="http://schemas.microsoft.com/office/drawing/2014/main" id="{93D76633-6AFB-6213-521A-21D17FA3D665}"/>
                  </a:ext>
                </a:extLst>
              </p:cNvPr>
              <p:cNvSpPr/>
              <p:nvPr/>
            </p:nvSpPr>
            <p:spPr>
              <a:xfrm>
                <a:off x="0" y="0"/>
                <a:ext cx="2992377" cy="452976"/>
              </a:xfrm>
              <a:custGeom>
                <a:avLst/>
                <a:gdLst/>
                <a:ahLst/>
                <a:cxnLst/>
                <a:rect l="l" t="t" r="r" b="b"/>
                <a:pathLst>
                  <a:path w="2992377" h="452976">
                    <a:moveTo>
                      <a:pt x="0" y="0"/>
                    </a:moveTo>
                    <a:lnTo>
                      <a:pt x="2992377" y="0"/>
                    </a:lnTo>
                    <a:lnTo>
                      <a:pt x="2992377" y="452976"/>
                    </a:lnTo>
                    <a:lnTo>
                      <a:pt x="0" y="452976"/>
                    </a:lnTo>
                    <a:close/>
                  </a:path>
                </a:pathLst>
              </a:custGeom>
              <a:solidFill>
                <a:srgbClr val="000000">
                  <a:alpha val="0"/>
                </a:srgbClr>
              </a:solidFill>
              <a:ln w="66675"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67" name="TextBox 21">
                <a:extLst>
                  <a:ext uri="{FF2B5EF4-FFF2-40B4-BE49-F238E27FC236}">
                    <a16:creationId xmlns:a16="http://schemas.microsoft.com/office/drawing/2014/main" id="{7616544E-5A60-CF6D-F3BD-394BF30AB7E8}"/>
                  </a:ext>
                </a:extLst>
              </p:cNvPr>
              <p:cNvSpPr txBox="1"/>
              <p:nvPr/>
            </p:nvSpPr>
            <p:spPr>
              <a:xfrm>
                <a:off x="0" y="-28575"/>
                <a:ext cx="2992377" cy="481551"/>
              </a:xfrm>
              <a:prstGeom prst="rect">
                <a:avLst/>
              </a:prstGeom>
            </p:spPr>
            <p:txBody>
              <a:bodyPr lIns="37294" tIns="37294" rIns="37294" bIns="37294" rtlCol="0" anchor="ctr"/>
              <a:lstStyle/>
              <a:p>
                <a:pPr marL="0" marR="0" lvl="0" indent="0" algn="ctr" defTabSz="609585" rtl="0" eaLnBrk="1" fontAlgn="auto" latinLnBrk="0" hangingPunct="1">
                  <a:lnSpc>
                    <a:spcPts val="1852"/>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sp>
          <p:nvSpPr>
            <p:cNvPr id="19" name="Freeform 22">
              <a:extLst>
                <a:ext uri="{FF2B5EF4-FFF2-40B4-BE49-F238E27FC236}">
                  <a16:creationId xmlns:a16="http://schemas.microsoft.com/office/drawing/2014/main" id="{59BB2528-8A54-490C-FA48-8213924A178D}"/>
                </a:ext>
              </a:extLst>
            </p:cNvPr>
            <p:cNvSpPr/>
            <p:nvPr/>
          </p:nvSpPr>
          <p:spPr>
            <a:xfrm rot="5400000">
              <a:off x="6299842" y="2006452"/>
              <a:ext cx="804648" cy="31286"/>
            </a:xfrm>
            <a:custGeom>
              <a:avLst/>
              <a:gdLst/>
              <a:ahLst/>
              <a:cxnLst/>
              <a:rect l="l" t="t" r="r" b="b"/>
              <a:pathLst>
                <a:path w="908748" h="34963">
                  <a:moveTo>
                    <a:pt x="0" y="0"/>
                  </a:moveTo>
                  <a:lnTo>
                    <a:pt x="908748" y="0"/>
                  </a:lnTo>
                  <a:lnTo>
                    <a:pt x="908748" y="34963"/>
                  </a:lnTo>
                  <a:lnTo>
                    <a:pt x="0" y="34963"/>
                  </a:lnTo>
                  <a:lnTo>
                    <a:pt x="0" y="0"/>
                  </a:lnTo>
                  <a:close/>
                </a:path>
              </a:pathLst>
            </a:custGeom>
            <a:blipFill>
              <a:blip>
                <a:extLst>
                  <a:ext uri="{96DAC541-7B7A-43D3-8B79-37D633B846F1}">
                    <asvg:svgBlip xmlns:asvg="http://schemas.microsoft.com/office/drawing/2016/SVG/main" r:embed="rId3"/>
                  </a:ext>
                </a:extLst>
              </a:blip>
              <a:stretch>
                <a:fillRect l="-83222" t="-53159" b="-49234"/>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0" name="Freeform 23">
              <a:extLst>
                <a:ext uri="{FF2B5EF4-FFF2-40B4-BE49-F238E27FC236}">
                  <a16:creationId xmlns:a16="http://schemas.microsoft.com/office/drawing/2014/main" id="{16CC5B19-FD90-6CBE-9A26-8E054447BC7E}"/>
                </a:ext>
              </a:extLst>
            </p:cNvPr>
            <p:cNvSpPr/>
            <p:nvPr/>
          </p:nvSpPr>
          <p:spPr>
            <a:xfrm rot="5400000">
              <a:off x="4080419" y="1996450"/>
              <a:ext cx="824650" cy="31286"/>
            </a:xfrm>
            <a:custGeom>
              <a:avLst/>
              <a:gdLst/>
              <a:ahLst/>
              <a:cxnLst/>
              <a:rect l="l" t="t" r="r" b="b"/>
              <a:pathLst>
                <a:path w="931338" h="34963">
                  <a:moveTo>
                    <a:pt x="0" y="0"/>
                  </a:moveTo>
                  <a:lnTo>
                    <a:pt x="931338" y="0"/>
                  </a:lnTo>
                  <a:lnTo>
                    <a:pt x="931338" y="34963"/>
                  </a:lnTo>
                  <a:lnTo>
                    <a:pt x="0" y="34963"/>
                  </a:lnTo>
                  <a:lnTo>
                    <a:pt x="0" y="0"/>
                  </a:lnTo>
                  <a:close/>
                </a:path>
              </a:pathLst>
            </a:custGeom>
            <a:blipFill>
              <a:blip>
                <a:extLst>
                  <a:ext uri="{96DAC541-7B7A-43D3-8B79-37D633B846F1}">
                    <asvg:svgBlip xmlns:asvg="http://schemas.microsoft.com/office/drawing/2016/SVG/main" r:embed="rId3"/>
                  </a:ext>
                </a:extLst>
              </a:blip>
              <a:stretch>
                <a:fillRect l="-78778" t="-102393"/>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1" name="Freeform 24">
              <a:extLst>
                <a:ext uri="{FF2B5EF4-FFF2-40B4-BE49-F238E27FC236}">
                  <a16:creationId xmlns:a16="http://schemas.microsoft.com/office/drawing/2014/main" id="{8D62551E-6849-6536-FD63-29CCCDD6A7B3}"/>
                </a:ext>
              </a:extLst>
            </p:cNvPr>
            <p:cNvSpPr/>
            <p:nvPr/>
          </p:nvSpPr>
          <p:spPr>
            <a:xfrm rot="5400000">
              <a:off x="5208833" y="2012452"/>
              <a:ext cx="792647" cy="31286"/>
            </a:xfrm>
            <a:custGeom>
              <a:avLst/>
              <a:gdLst/>
              <a:ahLst/>
              <a:cxnLst/>
              <a:rect l="l" t="t" r="r" b="b"/>
              <a:pathLst>
                <a:path w="895194" h="34963">
                  <a:moveTo>
                    <a:pt x="0" y="0"/>
                  </a:moveTo>
                  <a:lnTo>
                    <a:pt x="895195" y="0"/>
                  </a:lnTo>
                  <a:lnTo>
                    <a:pt x="895195" y="34963"/>
                  </a:lnTo>
                  <a:lnTo>
                    <a:pt x="0" y="34963"/>
                  </a:lnTo>
                  <a:lnTo>
                    <a:pt x="0" y="0"/>
                  </a:lnTo>
                  <a:close/>
                </a:path>
              </a:pathLst>
            </a:custGeom>
            <a:blipFill>
              <a:blip>
                <a:extLst>
                  <a:ext uri="{96DAC541-7B7A-43D3-8B79-37D633B846F1}">
                    <asvg:svgBlip xmlns:asvg="http://schemas.microsoft.com/office/drawing/2016/SVG/main" r:embed="rId3"/>
                  </a:ext>
                </a:extLst>
              </a:blip>
              <a:stretch>
                <a:fillRect l="-85996" t="-53159" b="-49234"/>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2" name="Freeform 25">
              <a:extLst>
                <a:ext uri="{FF2B5EF4-FFF2-40B4-BE49-F238E27FC236}">
                  <a16:creationId xmlns:a16="http://schemas.microsoft.com/office/drawing/2014/main" id="{49873FA9-8B0A-C933-A951-79CCC27E6D01}"/>
                </a:ext>
              </a:extLst>
            </p:cNvPr>
            <p:cNvSpPr/>
            <p:nvPr/>
          </p:nvSpPr>
          <p:spPr>
            <a:xfrm rot="5400000">
              <a:off x="7385449" y="2010452"/>
              <a:ext cx="796647" cy="31286"/>
            </a:xfrm>
            <a:custGeom>
              <a:avLst/>
              <a:gdLst/>
              <a:ahLst/>
              <a:cxnLst/>
              <a:rect l="l" t="t" r="r" b="b"/>
              <a:pathLst>
                <a:path w="899712" h="34963">
                  <a:moveTo>
                    <a:pt x="0" y="0"/>
                  </a:moveTo>
                  <a:lnTo>
                    <a:pt x="899712" y="0"/>
                  </a:lnTo>
                  <a:lnTo>
                    <a:pt x="899712" y="34963"/>
                  </a:lnTo>
                  <a:lnTo>
                    <a:pt x="0" y="34963"/>
                  </a:lnTo>
                  <a:lnTo>
                    <a:pt x="0" y="0"/>
                  </a:lnTo>
                  <a:close/>
                </a:path>
              </a:pathLst>
            </a:custGeom>
            <a:blipFill>
              <a:blip>
                <a:extLst>
                  <a:ext uri="{96DAC541-7B7A-43D3-8B79-37D633B846F1}">
                    <asvg:svgBlip xmlns:asvg="http://schemas.microsoft.com/office/drawing/2016/SVG/main" r:embed="rId3"/>
                  </a:ext>
                </a:extLst>
              </a:blip>
              <a:stretch>
                <a:fillRect l="-85062" t="-102393"/>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grpSp>
          <p:nvGrpSpPr>
            <p:cNvPr id="23" name="Group 26">
              <a:extLst>
                <a:ext uri="{FF2B5EF4-FFF2-40B4-BE49-F238E27FC236}">
                  <a16:creationId xmlns:a16="http://schemas.microsoft.com/office/drawing/2014/main" id="{BDED599B-6319-C4C5-5154-9EC5B420F797}"/>
                </a:ext>
              </a:extLst>
            </p:cNvPr>
            <p:cNvGrpSpPr/>
            <p:nvPr/>
          </p:nvGrpSpPr>
          <p:grpSpPr>
            <a:xfrm>
              <a:off x="3842134" y="1733231"/>
              <a:ext cx="270903" cy="589730"/>
              <a:chOff x="0" y="0"/>
              <a:chExt cx="403652" cy="888034"/>
            </a:xfrm>
          </p:grpSpPr>
          <p:sp>
            <p:nvSpPr>
              <p:cNvPr id="65" name="Freeform 27">
                <a:extLst>
                  <a:ext uri="{FF2B5EF4-FFF2-40B4-BE49-F238E27FC236}">
                    <a16:creationId xmlns:a16="http://schemas.microsoft.com/office/drawing/2014/main" id="{B271EC65-A54D-DD02-A0F7-F4EEC1AEF658}"/>
                  </a:ext>
                </a:extLst>
              </p:cNvPr>
              <p:cNvSpPr/>
              <p:nvPr/>
            </p:nvSpPr>
            <p:spPr>
              <a:xfrm>
                <a:off x="0" y="0"/>
                <a:ext cx="403652" cy="888034"/>
              </a:xfrm>
              <a:custGeom>
                <a:avLst/>
                <a:gdLst/>
                <a:ahLst/>
                <a:cxnLst/>
                <a:rect l="l" t="t" r="r" b="b"/>
                <a:pathLst>
                  <a:path w="403652" h="888034">
                    <a:moveTo>
                      <a:pt x="0" y="0"/>
                    </a:moveTo>
                    <a:lnTo>
                      <a:pt x="403652" y="0"/>
                    </a:lnTo>
                    <a:lnTo>
                      <a:pt x="403652" y="888034"/>
                    </a:lnTo>
                    <a:lnTo>
                      <a:pt x="0" y="88803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41" name="Group 52">
              <a:extLst>
                <a:ext uri="{FF2B5EF4-FFF2-40B4-BE49-F238E27FC236}">
                  <a16:creationId xmlns:a16="http://schemas.microsoft.com/office/drawing/2014/main" id="{E4DA04C0-B17E-15F4-9E9A-1B6CDB884108}"/>
                </a:ext>
              </a:extLst>
            </p:cNvPr>
            <p:cNvGrpSpPr/>
            <p:nvPr/>
          </p:nvGrpSpPr>
          <p:grpSpPr>
            <a:xfrm>
              <a:off x="4913499" y="1733231"/>
              <a:ext cx="270903" cy="589730"/>
              <a:chOff x="0" y="0"/>
              <a:chExt cx="403652" cy="888034"/>
            </a:xfrm>
          </p:grpSpPr>
          <p:sp>
            <p:nvSpPr>
              <p:cNvPr id="58" name="Freeform 53">
                <a:extLst>
                  <a:ext uri="{FF2B5EF4-FFF2-40B4-BE49-F238E27FC236}">
                    <a16:creationId xmlns:a16="http://schemas.microsoft.com/office/drawing/2014/main" id="{CB353A05-ED7E-9FE6-4A49-9C4CF16D345E}"/>
                  </a:ext>
                </a:extLst>
              </p:cNvPr>
              <p:cNvSpPr/>
              <p:nvPr/>
            </p:nvSpPr>
            <p:spPr>
              <a:xfrm>
                <a:off x="0" y="0"/>
                <a:ext cx="403652" cy="888034"/>
              </a:xfrm>
              <a:custGeom>
                <a:avLst/>
                <a:gdLst/>
                <a:ahLst/>
                <a:cxnLst/>
                <a:rect l="l" t="t" r="r" b="b"/>
                <a:pathLst>
                  <a:path w="403652" h="888034">
                    <a:moveTo>
                      <a:pt x="0" y="0"/>
                    </a:moveTo>
                    <a:lnTo>
                      <a:pt x="403652" y="0"/>
                    </a:lnTo>
                    <a:lnTo>
                      <a:pt x="403652" y="888034"/>
                    </a:lnTo>
                    <a:lnTo>
                      <a:pt x="0" y="88803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42" name="Group 54">
              <a:extLst>
                <a:ext uri="{FF2B5EF4-FFF2-40B4-BE49-F238E27FC236}">
                  <a16:creationId xmlns:a16="http://schemas.microsoft.com/office/drawing/2014/main" id="{6FE7F143-514D-F523-DC10-C633442C72F5}"/>
                </a:ext>
              </a:extLst>
            </p:cNvPr>
            <p:cNvGrpSpPr/>
            <p:nvPr/>
          </p:nvGrpSpPr>
          <p:grpSpPr>
            <a:xfrm>
              <a:off x="6018211" y="1731442"/>
              <a:ext cx="270903" cy="589730"/>
              <a:chOff x="0" y="0"/>
              <a:chExt cx="403652" cy="888034"/>
            </a:xfrm>
          </p:grpSpPr>
          <p:sp>
            <p:nvSpPr>
              <p:cNvPr id="57" name="Freeform 55">
                <a:extLst>
                  <a:ext uri="{FF2B5EF4-FFF2-40B4-BE49-F238E27FC236}">
                    <a16:creationId xmlns:a16="http://schemas.microsoft.com/office/drawing/2014/main" id="{D81DB332-B89F-87B1-46A6-B207301A54D9}"/>
                  </a:ext>
                </a:extLst>
              </p:cNvPr>
              <p:cNvSpPr/>
              <p:nvPr/>
            </p:nvSpPr>
            <p:spPr>
              <a:xfrm>
                <a:off x="0" y="0"/>
                <a:ext cx="403652" cy="888034"/>
              </a:xfrm>
              <a:custGeom>
                <a:avLst/>
                <a:gdLst/>
                <a:ahLst/>
                <a:cxnLst/>
                <a:rect l="l" t="t" r="r" b="b"/>
                <a:pathLst>
                  <a:path w="403652" h="888034">
                    <a:moveTo>
                      <a:pt x="0" y="0"/>
                    </a:moveTo>
                    <a:lnTo>
                      <a:pt x="403652" y="0"/>
                    </a:lnTo>
                    <a:lnTo>
                      <a:pt x="403652" y="888034"/>
                    </a:lnTo>
                    <a:lnTo>
                      <a:pt x="0" y="88803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43" name="Group 56">
              <a:extLst>
                <a:ext uri="{FF2B5EF4-FFF2-40B4-BE49-F238E27FC236}">
                  <a16:creationId xmlns:a16="http://schemas.microsoft.com/office/drawing/2014/main" id="{E68F7C16-7B57-FC09-5AB5-F1FD8CEC6A8D}"/>
                </a:ext>
              </a:extLst>
            </p:cNvPr>
            <p:cNvGrpSpPr/>
            <p:nvPr/>
          </p:nvGrpSpPr>
          <p:grpSpPr>
            <a:xfrm>
              <a:off x="7107519" y="1733231"/>
              <a:ext cx="270903" cy="589730"/>
              <a:chOff x="0" y="0"/>
              <a:chExt cx="403652" cy="888034"/>
            </a:xfrm>
          </p:grpSpPr>
          <p:sp>
            <p:nvSpPr>
              <p:cNvPr id="56" name="Freeform 57">
                <a:extLst>
                  <a:ext uri="{FF2B5EF4-FFF2-40B4-BE49-F238E27FC236}">
                    <a16:creationId xmlns:a16="http://schemas.microsoft.com/office/drawing/2014/main" id="{6229C68A-DBB7-F070-A57E-15B6AB0CA3BB}"/>
                  </a:ext>
                </a:extLst>
              </p:cNvPr>
              <p:cNvSpPr/>
              <p:nvPr/>
            </p:nvSpPr>
            <p:spPr>
              <a:xfrm>
                <a:off x="0" y="0"/>
                <a:ext cx="403652" cy="888034"/>
              </a:xfrm>
              <a:custGeom>
                <a:avLst/>
                <a:gdLst/>
                <a:ahLst/>
                <a:cxnLst/>
                <a:rect l="l" t="t" r="r" b="b"/>
                <a:pathLst>
                  <a:path w="403652" h="888034">
                    <a:moveTo>
                      <a:pt x="0" y="0"/>
                    </a:moveTo>
                    <a:lnTo>
                      <a:pt x="403652" y="0"/>
                    </a:lnTo>
                    <a:lnTo>
                      <a:pt x="403652" y="888034"/>
                    </a:lnTo>
                    <a:lnTo>
                      <a:pt x="0" y="88803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44" name="Group 58">
              <a:extLst>
                <a:ext uri="{FF2B5EF4-FFF2-40B4-BE49-F238E27FC236}">
                  <a16:creationId xmlns:a16="http://schemas.microsoft.com/office/drawing/2014/main" id="{347CC508-3D20-BA2B-EB3C-553A3D5B2C7E}"/>
                </a:ext>
              </a:extLst>
            </p:cNvPr>
            <p:cNvGrpSpPr/>
            <p:nvPr/>
          </p:nvGrpSpPr>
          <p:grpSpPr>
            <a:xfrm>
              <a:off x="8208536" y="1717229"/>
              <a:ext cx="270903" cy="589730"/>
              <a:chOff x="0" y="0"/>
              <a:chExt cx="403652" cy="888034"/>
            </a:xfrm>
          </p:grpSpPr>
          <p:sp>
            <p:nvSpPr>
              <p:cNvPr id="55" name="Freeform 59">
                <a:extLst>
                  <a:ext uri="{FF2B5EF4-FFF2-40B4-BE49-F238E27FC236}">
                    <a16:creationId xmlns:a16="http://schemas.microsoft.com/office/drawing/2014/main" id="{1C2A5E1D-2911-E0F2-5844-FB723900158B}"/>
                  </a:ext>
                </a:extLst>
              </p:cNvPr>
              <p:cNvSpPr/>
              <p:nvPr/>
            </p:nvSpPr>
            <p:spPr>
              <a:xfrm>
                <a:off x="0" y="0"/>
                <a:ext cx="403652" cy="888034"/>
              </a:xfrm>
              <a:custGeom>
                <a:avLst/>
                <a:gdLst/>
                <a:ahLst/>
                <a:cxnLst/>
                <a:rect l="l" t="t" r="r" b="b"/>
                <a:pathLst>
                  <a:path w="403652" h="888034">
                    <a:moveTo>
                      <a:pt x="0" y="0"/>
                    </a:moveTo>
                    <a:lnTo>
                      <a:pt x="403652" y="0"/>
                    </a:lnTo>
                    <a:lnTo>
                      <a:pt x="403652" y="888034"/>
                    </a:lnTo>
                    <a:lnTo>
                      <a:pt x="0" y="88803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75" name="Group 74">
              <a:extLst>
                <a:ext uri="{FF2B5EF4-FFF2-40B4-BE49-F238E27FC236}">
                  <a16:creationId xmlns:a16="http://schemas.microsoft.com/office/drawing/2014/main" id="{7742AF6D-7A8B-1DA8-4547-BF7C00B7412E}"/>
                </a:ext>
              </a:extLst>
            </p:cNvPr>
            <p:cNvGrpSpPr/>
            <p:nvPr/>
          </p:nvGrpSpPr>
          <p:grpSpPr>
            <a:xfrm>
              <a:off x="3395373" y="3879644"/>
              <a:ext cx="5497846" cy="2285194"/>
              <a:chOff x="3395373" y="3879644"/>
              <a:chExt cx="5497846" cy="2285194"/>
            </a:xfrm>
          </p:grpSpPr>
          <p:grpSp>
            <p:nvGrpSpPr>
              <p:cNvPr id="24" name="Group 28">
                <a:extLst>
                  <a:ext uri="{FF2B5EF4-FFF2-40B4-BE49-F238E27FC236}">
                    <a16:creationId xmlns:a16="http://schemas.microsoft.com/office/drawing/2014/main" id="{28C41566-49A3-B1B5-A5EC-9C0B389C668C}"/>
                  </a:ext>
                </a:extLst>
              </p:cNvPr>
              <p:cNvGrpSpPr/>
              <p:nvPr/>
            </p:nvGrpSpPr>
            <p:grpSpPr>
              <a:xfrm>
                <a:off x="3395373" y="3879644"/>
                <a:ext cx="5485291" cy="588014"/>
                <a:chOff x="0" y="-28575"/>
                <a:chExt cx="2992394" cy="324182"/>
              </a:xfrm>
            </p:grpSpPr>
            <p:sp>
              <p:nvSpPr>
                <p:cNvPr id="63" name="Freeform 29">
                  <a:extLst>
                    <a:ext uri="{FF2B5EF4-FFF2-40B4-BE49-F238E27FC236}">
                      <a16:creationId xmlns:a16="http://schemas.microsoft.com/office/drawing/2014/main" id="{BE4C0FD4-DC5A-79B6-CB4C-DB6AAE810889}"/>
                    </a:ext>
                  </a:extLst>
                </p:cNvPr>
                <p:cNvSpPr/>
                <p:nvPr/>
              </p:nvSpPr>
              <p:spPr>
                <a:xfrm>
                  <a:off x="0" y="0"/>
                  <a:ext cx="2992394" cy="295607"/>
                </a:xfrm>
                <a:custGeom>
                  <a:avLst/>
                  <a:gdLst/>
                  <a:ahLst/>
                  <a:cxnLst/>
                  <a:rect l="l" t="t" r="r" b="b"/>
                  <a:pathLst>
                    <a:path w="2992394" h="295607">
                      <a:moveTo>
                        <a:pt x="0" y="0"/>
                      </a:moveTo>
                      <a:lnTo>
                        <a:pt x="2992394" y="0"/>
                      </a:lnTo>
                      <a:lnTo>
                        <a:pt x="2992394" y="295607"/>
                      </a:lnTo>
                      <a:lnTo>
                        <a:pt x="0" y="295607"/>
                      </a:lnTo>
                      <a:close/>
                    </a:path>
                  </a:pathLst>
                </a:custGeom>
                <a:solidFill>
                  <a:srgbClr val="000000">
                    <a:alpha val="0"/>
                  </a:srgbClr>
                </a:solidFill>
                <a:ln w="47625"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64" name="TextBox 30">
                  <a:extLst>
                    <a:ext uri="{FF2B5EF4-FFF2-40B4-BE49-F238E27FC236}">
                      <a16:creationId xmlns:a16="http://schemas.microsoft.com/office/drawing/2014/main" id="{D56D574B-FB78-45C8-AC20-DEDA054B9FF3}"/>
                    </a:ext>
                  </a:extLst>
                </p:cNvPr>
                <p:cNvSpPr txBox="1"/>
                <p:nvPr/>
              </p:nvSpPr>
              <p:spPr>
                <a:xfrm>
                  <a:off x="0" y="-28575"/>
                  <a:ext cx="2992394" cy="324182"/>
                </a:xfrm>
                <a:prstGeom prst="rect">
                  <a:avLst/>
                </a:prstGeom>
              </p:spPr>
              <p:txBody>
                <a:bodyPr lIns="37294" tIns="37294" rIns="37294" bIns="37294" rtlCol="0" anchor="ctr"/>
                <a:lstStyle/>
                <a:p>
                  <a:pPr marL="0" marR="0" lvl="0" indent="0" algn="ctr" defTabSz="609585" rtl="0" eaLnBrk="1" fontAlgn="auto" latinLnBrk="0" hangingPunct="1">
                    <a:lnSpc>
                      <a:spcPts val="1852"/>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74" name="Group 73">
                <a:extLst>
                  <a:ext uri="{FF2B5EF4-FFF2-40B4-BE49-F238E27FC236}">
                    <a16:creationId xmlns:a16="http://schemas.microsoft.com/office/drawing/2014/main" id="{93504055-9F44-AB17-AF99-43B1AAC43836}"/>
                  </a:ext>
                </a:extLst>
              </p:cNvPr>
              <p:cNvGrpSpPr/>
              <p:nvPr/>
            </p:nvGrpSpPr>
            <p:grpSpPr>
              <a:xfrm>
                <a:off x="3407928" y="5280792"/>
                <a:ext cx="5485291" cy="873462"/>
                <a:chOff x="3407928" y="5280792"/>
                <a:chExt cx="5485291" cy="873462"/>
              </a:xfrm>
            </p:grpSpPr>
            <p:sp>
              <p:nvSpPr>
                <p:cNvPr id="61" name="Freeform 32">
                  <a:extLst>
                    <a:ext uri="{FF2B5EF4-FFF2-40B4-BE49-F238E27FC236}">
                      <a16:creationId xmlns:a16="http://schemas.microsoft.com/office/drawing/2014/main" id="{5A284F5C-F4BA-EEEA-5497-A835B8DA476F}"/>
                    </a:ext>
                  </a:extLst>
                </p:cNvPr>
                <p:cNvSpPr/>
                <p:nvPr/>
              </p:nvSpPr>
              <p:spPr>
                <a:xfrm>
                  <a:off x="3407928" y="5332623"/>
                  <a:ext cx="5485291" cy="821631"/>
                </a:xfrm>
                <a:custGeom>
                  <a:avLst/>
                  <a:gdLst/>
                  <a:ahLst/>
                  <a:cxnLst/>
                  <a:rect l="l" t="t" r="r" b="b"/>
                  <a:pathLst>
                    <a:path w="2992377" h="452976">
                      <a:moveTo>
                        <a:pt x="0" y="0"/>
                      </a:moveTo>
                      <a:lnTo>
                        <a:pt x="2992377" y="0"/>
                      </a:lnTo>
                      <a:lnTo>
                        <a:pt x="2992377" y="452976"/>
                      </a:lnTo>
                      <a:lnTo>
                        <a:pt x="0" y="452976"/>
                      </a:lnTo>
                      <a:close/>
                    </a:path>
                  </a:pathLst>
                </a:custGeom>
                <a:solidFill>
                  <a:srgbClr val="000000">
                    <a:alpha val="0"/>
                  </a:srgbClr>
                </a:solidFill>
                <a:ln w="66675"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62" name="TextBox 33">
                  <a:extLst>
                    <a:ext uri="{FF2B5EF4-FFF2-40B4-BE49-F238E27FC236}">
                      <a16:creationId xmlns:a16="http://schemas.microsoft.com/office/drawing/2014/main" id="{E50D4C25-5512-CA62-AD9F-9FC7B4396961}"/>
                    </a:ext>
                  </a:extLst>
                </p:cNvPr>
                <p:cNvSpPr txBox="1"/>
                <p:nvPr/>
              </p:nvSpPr>
              <p:spPr>
                <a:xfrm>
                  <a:off x="3407928" y="5280792"/>
                  <a:ext cx="5485291" cy="873462"/>
                </a:xfrm>
                <a:prstGeom prst="rect">
                  <a:avLst/>
                </a:prstGeom>
              </p:spPr>
              <p:txBody>
                <a:bodyPr lIns="37294" tIns="37294" rIns="37294" bIns="37294" rtlCol="0" anchor="ctr"/>
                <a:lstStyle/>
                <a:p>
                  <a:pPr marL="0" marR="0" lvl="0" indent="0" algn="ctr" defTabSz="609585" rtl="0" eaLnBrk="1" fontAlgn="auto" latinLnBrk="0" hangingPunct="1">
                    <a:lnSpc>
                      <a:spcPts val="1852"/>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sp>
            <p:nvSpPr>
              <p:cNvPr id="26" name="Freeform 34">
                <a:extLst>
                  <a:ext uri="{FF2B5EF4-FFF2-40B4-BE49-F238E27FC236}">
                    <a16:creationId xmlns:a16="http://schemas.microsoft.com/office/drawing/2014/main" id="{F983F01F-615C-AB52-642C-19C54A1512BD}"/>
                  </a:ext>
                </a:extLst>
              </p:cNvPr>
              <p:cNvSpPr/>
              <p:nvPr/>
            </p:nvSpPr>
            <p:spPr>
              <a:xfrm rot="5400000">
                <a:off x="6312398" y="5721809"/>
                <a:ext cx="804648" cy="31286"/>
              </a:xfrm>
              <a:custGeom>
                <a:avLst/>
                <a:gdLst/>
                <a:ahLst/>
                <a:cxnLst/>
                <a:rect l="l" t="t" r="r" b="b"/>
                <a:pathLst>
                  <a:path w="908748" h="34963">
                    <a:moveTo>
                      <a:pt x="0" y="0"/>
                    </a:moveTo>
                    <a:lnTo>
                      <a:pt x="908748" y="0"/>
                    </a:lnTo>
                    <a:lnTo>
                      <a:pt x="908748" y="34964"/>
                    </a:lnTo>
                    <a:lnTo>
                      <a:pt x="0" y="34964"/>
                    </a:lnTo>
                    <a:lnTo>
                      <a:pt x="0" y="0"/>
                    </a:lnTo>
                    <a:close/>
                  </a:path>
                </a:pathLst>
              </a:custGeom>
              <a:blipFill>
                <a:blip>
                  <a:extLst>
                    <a:ext uri="{96DAC541-7B7A-43D3-8B79-37D633B846F1}">
                      <asvg:svgBlip xmlns:asvg="http://schemas.microsoft.com/office/drawing/2016/SVG/main" r:embed="rId3"/>
                    </a:ext>
                  </a:extLst>
                </a:blip>
                <a:stretch>
                  <a:fillRect l="-83222" t="-53159" b="-49234"/>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7" name="Freeform 35">
                <a:extLst>
                  <a:ext uri="{FF2B5EF4-FFF2-40B4-BE49-F238E27FC236}">
                    <a16:creationId xmlns:a16="http://schemas.microsoft.com/office/drawing/2014/main" id="{698BC4EE-CFBA-9D01-0AFD-0BCC61B4F108}"/>
                  </a:ext>
                </a:extLst>
              </p:cNvPr>
              <p:cNvSpPr/>
              <p:nvPr/>
            </p:nvSpPr>
            <p:spPr>
              <a:xfrm rot="5400000">
                <a:off x="4094360" y="5736870"/>
                <a:ext cx="824650" cy="31286"/>
              </a:xfrm>
              <a:custGeom>
                <a:avLst/>
                <a:gdLst/>
                <a:ahLst/>
                <a:cxnLst/>
                <a:rect l="l" t="t" r="r" b="b"/>
                <a:pathLst>
                  <a:path w="931338" h="34963">
                    <a:moveTo>
                      <a:pt x="0" y="0"/>
                    </a:moveTo>
                    <a:lnTo>
                      <a:pt x="931338" y="0"/>
                    </a:lnTo>
                    <a:lnTo>
                      <a:pt x="931338" y="34964"/>
                    </a:lnTo>
                    <a:lnTo>
                      <a:pt x="0" y="34964"/>
                    </a:lnTo>
                    <a:lnTo>
                      <a:pt x="0" y="0"/>
                    </a:lnTo>
                    <a:close/>
                  </a:path>
                </a:pathLst>
              </a:custGeom>
              <a:blipFill>
                <a:blip>
                  <a:extLst>
                    <a:ext uri="{96DAC541-7B7A-43D3-8B79-37D633B846F1}">
                      <asvg:svgBlip xmlns:asvg="http://schemas.microsoft.com/office/drawing/2016/SVG/main" r:embed="rId3"/>
                    </a:ext>
                  </a:extLst>
                </a:blip>
                <a:stretch>
                  <a:fillRect l="-78778" t="-102393"/>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8" name="Freeform 36">
                <a:extLst>
                  <a:ext uri="{FF2B5EF4-FFF2-40B4-BE49-F238E27FC236}">
                    <a16:creationId xmlns:a16="http://schemas.microsoft.com/office/drawing/2014/main" id="{23A4DE85-382C-EEBA-8B29-9AD9CE6CF9EE}"/>
                  </a:ext>
                </a:extLst>
              </p:cNvPr>
              <p:cNvSpPr/>
              <p:nvPr/>
            </p:nvSpPr>
            <p:spPr>
              <a:xfrm rot="5400000">
                <a:off x="5221388" y="5736870"/>
                <a:ext cx="792647" cy="31286"/>
              </a:xfrm>
              <a:custGeom>
                <a:avLst/>
                <a:gdLst/>
                <a:ahLst/>
                <a:cxnLst/>
                <a:rect l="l" t="t" r="r" b="b"/>
                <a:pathLst>
                  <a:path w="895194" h="34963">
                    <a:moveTo>
                      <a:pt x="0" y="0"/>
                    </a:moveTo>
                    <a:lnTo>
                      <a:pt x="895194" y="0"/>
                    </a:lnTo>
                    <a:lnTo>
                      <a:pt x="895194" y="34964"/>
                    </a:lnTo>
                    <a:lnTo>
                      <a:pt x="0" y="34964"/>
                    </a:lnTo>
                    <a:lnTo>
                      <a:pt x="0" y="0"/>
                    </a:lnTo>
                    <a:close/>
                  </a:path>
                </a:pathLst>
              </a:custGeom>
              <a:blipFill>
                <a:blip>
                  <a:extLst>
                    <a:ext uri="{96DAC541-7B7A-43D3-8B79-37D633B846F1}">
                      <asvg:svgBlip xmlns:asvg="http://schemas.microsoft.com/office/drawing/2016/SVG/main" r:embed="rId3"/>
                    </a:ext>
                  </a:extLst>
                </a:blip>
                <a:stretch>
                  <a:fillRect l="-85996" t="-53159" b="-49234"/>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9" name="Freeform 37">
                <a:extLst>
                  <a:ext uri="{FF2B5EF4-FFF2-40B4-BE49-F238E27FC236}">
                    <a16:creationId xmlns:a16="http://schemas.microsoft.com/office/drawing/2014/main" id="{F76E7BB0-F075-7CC6-823C-2752D09C5F5D}"/>
                  </a:ext>
                </a:extLst>
              </p:cNvPr>
              <p:cNvSpPr/>
              <p:nvPr/>
            </p:nvSpPr>
            <p:spPr>
              <a:xfrm rot="5400000">
                <a:off x="7386287" y="5725809"/>
                <a:ext cx="796647" cy="31286"/>
              </a:xfrm>
              <a:custGeom>
                <a:avLst/>
                <a:gdLst/>
                <a:ahLst/>
                <a:cxnLst/>
                <a:rect l="l" t="t" r="r" b="b"/>
                <a:pathLst>
                  <a:path w="899712" h="34963">
                    <a:moveTo>
                      <a:pt x="0" y="0"/>
                    </a:moveTo>
                    <a:lnTo>
                      <a:pt x="899712" y="0"/>
                    </a:lnTo>
                    <a:lnTo>
                      <a:pt x="899712" y="34964"/>
                    </a:lnTo>
                    <a:lnTo>
                      <a:pt x="0" y="34964"/>
                    </a:lnTo>
                    <a:lnTo>
                      <a:pt x="0" y="0"/>
                    </a:lnTo>
                    <a:close/>
                  </a:path>
                </a:pathLst>
              </a:custGeom>
              <a:blipFill>
                <a:blip>
                  <a:extLst>
                    <a:ext uri="{96DAC541-7B7A-43D3-8B79-37D633B846F1}">
                      <asvg:svgBlip xmlns:asvg="http://schemas.microsoft.com/office/drawing/2016/SVG/main" r:embed="rId3"/>
                    </a:ext>
                  </a:extLst>
                </a:blip>
                <a:stretch>
                  <a:fillRect l="-85062" t="-102393"/>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grpSp>
            <p:nvGrpSpPr>
              <p:cNvPr id="36" name="Group 45">
                <a:extLst>
                  <a:ext uri="{FF2B5EF4-FFF2-40B4-BE49-F238E27FC236}">
                    <a16:creationId xmlns:a16="http://schemas.microsoft.com/office/drawing/2014/main" id="{EA2F1016-31F9-2A7C-4968-402059011CD0}"/>
                  </a:ext>
                </a:extLst>
              </p:cNvPr>
              <p:cNvGrpSpPr/>
              <p:nvPr/>
            </p:nvGrpSpPr>
            <p:grpSpPr>
              <a:xfrm>
                <a:off x="3407928" y="4444683"/>
                <a:ext cx="5485291" cy="873462"/>
                <a:chOff x="0" y="-28575"/>
                <a:chExt cx="2992377" cy="481551"/>
              </a:xfrm>
            </p:grpSpPr>
            <p:sp>
              <p:nvSpPr>
                <p:cNvPr id="59" name="Freeform 46">
                  <a:extLst>
                    <a:ext uri="{FF2B5EF4-FFF2-40B4-BE49-F238E27FC236}">
                      <a16:creationId xmlns:a16="http://schemas.microsoft.com/office/drawing/2014/main" id="{E1B96C23-6AA8-6A52-820F-A02B9EF0062D}"/>
                    </a:ext>
                  </a:extLst>
                </p:cNvPr>
                <p:cNvSpPr/>
                <p:nvPr/>
              </p:nvSpPr>
              <p:spPr>
                <a:xfrm>
                  <a:off x="0" y="0"/>
                  <a:ext cx="2992377" cy="452976"/>
                </a:xfrm>
                <a:custGeom>
                  <a:avLst/>
                  <a:gdLst/>
                  <a:ahLst/>
                  <a:cxnLst/>
                  <a:rect l="l" t="t" r="r" b="b"/>
                  <a:pathLst>
                    <a:path w="2992377" h="452976">
                      <a:moveTo>
                        <a:pt x="0" y="0"/>
                      </a:moveTo>
                      <a:lnTo>
                        <a:pt x="2992377" y="0"/>
                      </a:lnTo>
                      <a:lnTo>
                        <a:pt x="2992377" y="452976"/>
                      </a:lnTo>
                      <a:lnTo>
                        <a:pt x="0" y="452976"/>
                      </a:lnTo>
                      <a:close/>
                    </a:path>
                  </a:pathLst>
                </a:custGeom>
                <a:solidFill>
                  <a:srgbClr val="000000">
                    <a:alpha val="0"/>
                  </a:srgbClr>
                </a:solidFill>
                <a:ln w="66675"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60" name="TextBox 47">
                  <a:extLst>
                    <a:ext uri="{FF2B5EF4-FFF2-40B4-BE49-F238E27FC236}">
                      <a16:creationId xmlns:a16="http://schemas.microsoft.com/office/drawing/2014/main" id="{3EE186E8-EBB4-3FF8-20B4-A56E7611E21E}"/>
                    </a:ext>
                  </a:extLst>
                </p:cNvPr>
                <p:cNvSpPr txBox="1"/>
                <p:nvPr/>
              </p:nvSpPr>
              <p:spPr>
                <a:xfrm>
                  <a:off x="0" y="-28575"/>
                  <a:ext cx="2992377" cy="481551"/>
                </a:xfrm>
                <a:prstGeom prst="rect">
                  <a:avLst/>
                </a:prstGeom>
              </p:spPr>
              <p:txBody>
                <a:bodyPr lIns="37294" tIns="37294" rIns="37294" bIns="37294" rtlCol="0" anchor="ctr"/>
                <a:lstStyle/>
                <a:p>
                  <a:pPr marL="0" marR="0" lvl="0" indent="0" algn="ctr" defTabSz="609585" rtl="0" eaLnBrk="1" fontAlgn="auto" latinLnBrk="0" hangingPunct="1">
                    <a:lnSpc>
                      <a:spcPts val="1852"/>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sp>
            <p:nvSpPr>
              <p:cNvPr id="37" name="Freeform 48">
                <a:extLst>
                  <a:ext uri="{FF2B5EF4-FFF2-40B4-BE49-F238E27FC236}">
                    <a16:creationId xmlns:a16="http://schemas.microsoft.com/office/drawing/2014/main" id="{518B0D88-2669-1C87-F91D-F71BFA2D05E0}"/>
                  </a:ext>
                </a:extLst>
              </p:cNvPr>
              <p:cNvSpPr/>
              <p:nvPr/>
            </p:nvSpPr>
            <p:spPr>
              <a:xfrm rot="5400000">
                <a:off x="6312398" y="4900178"/>
                <a:ext cx="804648" cy="31286"/>
              </a:xfrm>
              <a:custGeom>
                <a:avLst/>
                <a:gdLst/>
                <a:ahLst/>
                <a:cxnLst/>
                <a:rect l="l" t="t" r="r" b="b"/>
                <a:pathLst>
                  <a:path w="908748" h="34963">
                    <a:moveTo>
                      <a:pt x="0" y="0"/>
                    </a:moveTo>
                    <a:lnTo>
                      <a:pt x="908748" y="0"/>
                    </a:lnTo>
                    <a:lnTo>
                      <a:pt x="908748" y="34964"/>
                    </a:lnTo>
                    <a:lnTo>
                      <a:pt x="0" y="34964"/>
                    </a:lnTo>
                    <a:lnTo>
                      <a:pt x="0" y="0"/>
                    </a:lnTo>
                    <a:close/>
                  </a:path>
                </a:pathLst>
              </a:custGeom>
              <a:blipFill>
                <a:blip>
                  <a:extLst>
                    <a:ext uri="{96DAC541-7B7A-43D3-8B79-37D633B846F1}">
                      <asvg:svgBlip xmlns:asvg="http://schemas.microsoft.com/office/drawing/2016/SVG/main" r:embed="rId3"/>
                    </a:ext>
                  </a:extLst>
                </a:blip>
                <a:stretch>
                  <a:fillRect l="-83222" t="-53159" b="-49234"/>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8" name="Freeform 49">
                <a:extLst>
                  <a:ext uri="{FF2B5EF4-FFF2-40B4-BE49-F238E27FC236}">
                    <a16:creationId xmlns:a16="http://schemas.microsoft.com/office/drawing/2014/main" id="{0C90D0BB-C376-BB61-236E-83EAB311D4EB}"/>
                  </a:ext>
                </a:extLst>
              </p:cNvPr>
              <p:cNvSpPr/>
              <p:nvPr/>
            </p:nvSpPr>
            <p:spPr>
              <a:xfrm rot="5400000">
                <a:off x="4092974" y="4890177"/>
                <a:ext cx="824650" cy="31286"/>
              </a:xfrm>
              <a:custGeom>
                <a:avLst/>
                <a:gdLst/>
                <a:ahLst/>
                <a:cxnLst/>
                <a:rect l="l" t="t" r="r" b="b"/>
                <a:pathLst>
                  <a:path w="931338" h="34963">
                    <a:moveTo>
                      <a:pt x="0" y="0"/>
                    </a:moveTo>
                    <a:lnTo>
                      <a:pt x="931338" y="0"/>
                    </a:lnTo>
                    <a:lnTo>
                      <a:pt x="931338" y="34964"/>
                    </a:lnTo>
                    <a:lnTo>
                      <a:pt x="0" y="34964"/>
                    </a:lnTo>
                    <a:lnTo>
                      <a:pt x="0" y="0"/>
                    </a:lnTo>
                    <a:close/>
                  </a:path>
                </a:pathLst>
              </a:custGeom>
              <a:blipFill>
                <a:blip>
                  <a:extLst>
                    <a:ext uri="{96DAC541-7B7A-43D3-8B79-37D633B846F1}">
                      <asvg:svgBlip xmlns:asvg="http://schemas.microsoft.com/office/drawing/2016/SVG/main" r:embed="rId3"/>
                    </a:ext>
                  </a:extLst>
                </a:blip>
                <a:stretch>
                  <a:fillRect l="-78778" t="-102393"/>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9" name="Freeform 50">
                <a:extLst>
                  <a:ext uri="{FF2B5EF4-FFF2-40B4-BE49-F238E27FC236}">
                    <a16:creationId xmlns:a16="http://schemas.microsoft.com/office/drawing/2014/main" id="{72187A8B-E145-F2CA-AEE9-56286D349457}"/>
                  </a:ext>
                </a:extLst>
              </p:cNvPr>
              <p:cNvSpPr/>
              <p:nvPr/>
            </p:nvSpPr>
            <p:spPr>
              <a:xfrm rot="5400000">
                <a:off x="5221389" y="4906178"/>
                <a:ext cx="792647" cy="31286"/>
              </a:xfrm>
              <a:custGeom>
                <a:avLst/>
                <a:gdLst/>
                <a:ahLst/>
                <a:cxnLst/>
                <a:rect l="l" t="t" r="r" b="b"/>
                <a:pathLst>
                  <a:path w="895194" h="34963">
                    <a:moveTo>
                      <a:pt x="0" y="0"/>
                    </a:moveTo>
                    <a:lnTo>
                      <a:pt x="895194" y="0"/>
                    </a:lnTo>
                    <a:lnTo>
                      <a:pt x="895194" y="34964"/>
                    </a:lnTo>
                    <a:lnTo>
                      <a:pt x="0" y="34964"/>
                    </a:lnTo>
                    <a:lnTo>
                      <a:pt x="0" y="0"/>
                    </a:lnTo>
                    <a:close/>
                  </a:path>
                </a:pathLst>
              </a:custGeom>
              <a:blipFill>
                <a:blip>
                  <a:extLst>
                    <a:ext uri="{96DAC541-7B7A-43D3-8B79-37D633B846F1}">
                      <asvg:svgBlip xmlns:asvg="http://schemas.microsoft.com/office/drawing/2016/SVG/main" r:embed="rId3"/>
                    </a:ext>
                  </a:extLst>
                </a:blip>
                <a:stretch>
                  <a:fillRect l="-85996" t="-53159" b="-49234"/>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40" name="Freeform 51">
                <a:extLst>
                  <a:ext uri="{FF2B5EF4-FFF2-40B4-BE49-F238E27FC236}">
                    <a16:creationId xmlns:a16="http://schemas.microsoft.com/office/drawing/2014/main" id="{7CFE978F-D3E0-4220-93FE-8EFA7D0E985F}"/>
                  </a:ext>
                </a:extLst>
              </p:cNvPr>
              <p:cNvSpPr/>
              <p:nvPr/>
            </p:nvSpPr>
            <p:spPr>
              <a:xfrm rot="5400000">
                <a:off x="7398004" y="4904178"/>
                <a:ext cx="796647" cy="31286"/>
              </a:xfrm>
              <a:custGeom>
                <a:avLst/>
                <a:gdLst/>
                <a:ahLst/>
                <a:cxnLst/>
                <a:rect l="l" t="t" r="r" b="b"/>
                <a:pathLst>
                  <a:path w="899712" h="34963">
                    <a:moveTo>
                      <a:pt x="0" y="0"/>
                    </a:moveTo>
                    <a:lnTo>
                      <a:pt x="899712" y="0"/>
                    </a:lnTo>
                    <a:lnTo>
                      <a:pt x="899712" y="34964"/>
                    </a:lnTo>
                    <a:lnTo>
                      <a:pt x="0" y="34964"/>
                    </a:lnTo>
                    <a:lnTo>
                      <a:pt x="0" y="0"/>
                    </a:lnTo>
                    <a:close/>
                  </a:path>
                </a:pathLst>
              </a:custGeom>
              <a:blipFill>
                <a:blip>
                  <a:extLst>
                    <a:ext uri="{96DAC541-7B7A-43D3-8B79-37D633B846F1}">
                      <asvg:svgBlip xmlns:asvg="http://schemas.microsoft.com/office/drawing/2016/SVG/main" r:embed="rId3"/>
                    </a:ext>
                  </a:extLst>
                </a:blip>
                <a:stretch>
                  <a:fillRect l="-85062" t="-102393"/>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grpSp>
            <p:nvGrpSpPr>
              <p:cNvPr id="45" name="Group 60">
                <a:extLst>
                  <a:ext uri="{FF2B5EF4-FFF2-40B4-BE49-F238E27FC236}">
                    <a16:creationId xmlns:a16="http://schemas.microsoft.com/office/drawing/2014/main" id="{FEFBDF73-F41F-D5FD-640A-F46D166A8F80}"/>
                  </a:ext>
                </a:extLst>
              </p:cNvPr>
              <p:cNvGrpSpPr/>
              <p:nvPr/>
            </p:nvGrpSpPr>
            <p:grpSpPr>
              <a:xfrm>
                <a:off x="3870446" y="4616136"/>
                <a:ext cx="270903" cy="589730"/>
                <a:chOff x="0" y="0"/>
                <a:chExt cx="403652" cy="888034"/>
              </a:xfrm>
            </p:grpSpPr>
            <p:sp>
              <p:nvSpPr>
                <p:cNvPr id="54" name="Freeform 61">
                  <a:extLst>
                    <a:ext uri="{FF2B5EF4-FFF2-40B4-BE49-F238E27FC236}">
                      <a16:creationId xmlns:a16="http://schemas.microsoft.com/office/drawing/2014/main" id="{4ECEF935-8C89-E01F-7D51-067E58C81693}"/>
                    </a:ext>
                  </a:extLst>
                </p:cNvPr>
                <p:cNvSpPr/>
                <p:nvPr/>
              </p:nvSpPr>
              <p:spPr>
                <a:xfrm>
                  <a:off x="0" y="0"/>
                  <a:ext cx="403652" cy="888034"/>
                </a:xfrm>
                <a:custGeom>
                  <a:avLst/>
                  <a:gdLst/>
                  <a:ahLst/>
                  <a:cxnLst/>
                  <a:rect l="l" t="t" r="r" b="b"/>
                  <a:pathLst>
                    <a:path w="403652" h="888034">
                      <a:moveTo>
                        <a:pt x="0" y="0"/>
                      </a:moveTo>
                      <a:lnTo>
                        <a:pt x="403652" y="0"/>
                      </a:lnTo>
                      <a:lnTo>
                        <a:pt x="403652" y="888034"/>
                      </a:lnTo>
                      <a:lnTo>
                        <a:pt x="0" y="88803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46" name="Group 62">
                <a:extLst>
                  <a:ext uri="{FF2B5EF4-FFF2-40B4-BE49-F238E27FC236}">
                    <a16:creationId xmlns:a16="http://schemas.microsoft.com/office/drawing/2014/main" id="{C695789D-8C7F-24E4-1CC2-C7A511B899EF}"/>
                  </a:ext>
                </a:extLst>
              </p:cNvPr>
              <p:cNvGrpSpPr/>
              <p:nvPr/>
            </p:nvGrpSpPr>
            <p:grpSpPr>
              <a:xfrm>
                <a:off x="4960324" y="4626957"/>
                <a:ext cx="270903" cy="589730"/>
                <a:chOff x="0" y="0"/>
                <a:chExt cx="403652" cy="888034"/>
              </a:xfrm>
            </p:grpSpPr>
            <p:sp>
              <p:nvSpPr>
                <p:cNvPr id="53" name="Freeform 63">
                  <a:extLst>
                    <a:ext uri="{FF2B5EF4-FFF2-40B4-BE49-F238E27FC236}">
                      <a16:creationId xmlns:a16="http://schemas.microsoft.com/office/drawing/2014/main" id="{4BF0DA41-7623-5AE9-1A5F-CB0EE3B0D73A}"/>
                    </a:ext>
                  </a:extLst>
                </p:cNvPr>
                <p:cNvSpPr/>
                <p:nvPr/>
              </p:nvSpPr>
              <p:spPr>
                <a:xfrm>
                  <a:off x="0" y="0"/>
                  <a:ext cx="403652" cy="888034"/>
                </a:xfrm>
                <a:custGeom>
                  <a:avLst/>
                  <a:gdLst/>
                  <a:ahLst/>
                  <a:cxnLst/>
                  <a:rect l="l" t="t" r="r" b="b"/>
                  <a:pathLst>
                    <a:path w="403652" h="888034">
                      <a:moveTo>
                        <a:pt x="0" y="0"/>
                      </a:moveTo>
                      <a:lnTo>
                        <a:pt x="403652" y="0"/>
                      </a:lnTo>
                      <a:lnTo>
                        <a:pt x="403652" y="888034"/>
                      </a:lnTo>
                      <a:lnTo>
                        <a:pt x="0" y="88803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47" name="Group 64">
                <a:extLst>
                  <a:ext uri="{FF2B5EF4-FFF2-40B4-BE49-F238E27FC236}">
                    <a16:creationId xmlns:a16="http://schemas.microsoft.com/office/drawing/2014/main" id="{E0C236A1-8245-1341-847A-0008F099FC28}"/>
                  </a:ext>
                </a:extLst>
              </p:cNvPr>
              <p:cNvGrpSpPr/>
              <p:nvPr/>
            </p:nvGrpSpPr>
            <p:grpSpPr>
              <a:xfrm>
                <a:off x="6061672" y="4616136"/>
                <a:ext cx="270903" cy="589730"/>
                <a:chOff x="0" y="0"/>
                <a:chExt cx="403652" cy="888034"/>
              </a:xfrm>
            </p:grpSpPr>
            <p:sp>
              <p:nvSpPr>
                <p:cNvPr id="52" name="Freeform 65">
                  <a:extLst>
                    <a:ext uri="{FF2B5EF4-FFF2-40B4-BE49-F238E27FC236}">
                      <a16:creationId xmlns:a16="http://schemas.microsoft.com/office/drawing/2014/main" id="{AB0F09D0-B00A-EB3D-031D-282197C07CB5}"/>
                    </a:ext>
                  </a:extLst>
                </p:cNvPr>
                <p:cNvSpPr/>
                <p:nvPr/>
              </p:nvSpPr>
              <p:spPr>
                <a:xfrm>
                  <a:off x="0" y="0"/>
                  <a:ext cx="403652" cy="888034"/>
                </a:xfrm>
                <a:custGeom>
                  <a:avLst/>
                  <a:gdLst/>
                  <a:ahLst/>
                  <a:cxnLst/>
                  <a:rect l="l" t="t" r="r" b="b"/>
                  <a:pathLst>
                    <a:path w="403652" h="888034">
                      <a:moveTo>
                        <a:pt x="0" y="0"/>
                      </a:moveTo>
                      <a:lnTo>
                        <a:pt x="403652" y="0"/>
                      </a:lnTo>
                      <a:lnTo>
                        <a:pt x="403652" y="888034"/>
                      </a:lnTo>
                      <a:lnTo>
                        <a:pt x="0" y="88803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48" name="Group 66">
                <a:extLst>
                  <a:ext uri="{FF2B5EF4-FFF2-40B4-BE49-F238E27FC236}">
                    <a16:creationId xmlns:a16="http://schemas.microsoft.com/office/drawing/2014/main" id="{A2CFF10F-18C6-C4F2-8C98-386093D20F8A}"/>
                  </a:ext>
                </a:extLst>
              </p:cNvPr>
              <p:cNvGrpSpPr/>
              <p:nvPr/>
            </p:nvGrpSpPr>
            <p:grpSpPr>
              <a:xfrm>
                <a:off x="7140811" y="4616136"/>
                <a:ext cx="270903" cy="589730"/>
                <a:chOff x="0" y="0"/>
                <a:chExt cx="403652" cy="888034"/>
              </a:xfrm>
            </p:grpSpPr>
            <p:sp>
              <p:nvSpPr>
                <p:cNvPr id="51" name="Freeform 67">
                  <a:extLst>
                    <a:ext uri="{FF2B5EF4-FFF2-40B4-BE49-F238E27FC236}">
                      <a16:creationId xmlns:a16="http://schemas.microsoft.com/office/drawing/2014/main" id="{BB2A1597-658D-36AE-A03F-C736050B5678}"/>
                    </a:ext>
                  </a:extLst>
                </p:cNvPr>
                <p:cNvSpPr/>
                <p:nvPr/>
              </p:nvSpPr>
              <p:spPr>
                <a:xfrm>
                  <a:off x="0" y="0"/>
                  <a:ext cx="403652" cy="888034"/>
                </a:xfrm>
                <a:custGeom>
                  <a:avLst/>
                  <a:gdLst/>
                  <a:ahLst/>
                  <a:cxnLst/>
                  <a:rect l="l" t="t" r="r" b="b"/>
                  <a:pathLst>
                    <a:path w="403652" h="888034">
                      <a:moveTo>
                        <a:pt x="0" y="0"/>
                      </a:moveTo>
                      <a:lnTo>
                        <a:pt x="403652" y="0"/>
                      </a:lnTo>
                      <a:lnTo>
                        <a:pt x="403652" y="888034"/>
                      </a:lnTo>
                      <a:lnTo>
                        <a:pt x="0" y="88803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49" name="Group 68">
                <a:extLst>
                  <a:ext uri="{FF2B5EF4-FFF2-40B4-BE49-F238E27FC236}">
                    <a16:creationId xmlns:a16="http://schemas.microsoft.com/office/drawing/2014/main" id="{F0877FFD-B1AD-2577-E952-54341C6987F3}"/>
                  </a:ext>
                </a:extLst>
              </p:cNvPr>
              <p:cNvGrpSpPr/>
              <p:nvPr/>
            </p:nvGrpSpPr>
            <p:grpSpPr>
              <a:xfrm>
                <a:off x="8220290" y="4605285"/>
                <a:ext cx="270903" cy="589730"/>
                <a:chOff x="0" y="0"/>
                <a:chExt cx="403652" cy="888034"/>
              </a:xfrm>
            </p:grpSpPr>
            <p:sp>
              <p:nvSpPr>
                <p:cNvPr id="50" name="Freeform 69">
                  <a:extLst>
                    <a:ext uri="{FF2B5EF4-FFF2-40B4-BE49-F238E27FC236}">
                      <a16:creationId xmlns:a16="http://schemas.microsoft.com/office/drawing/2014/main" id="{2E7E1FC4-923E-DA00-D85A-659260DA28AD}"/>
                    </a:ext>
                  </a:extLst>
                </p:cNvPr>
                <p:cNvSpPr/>
                <p:nvPr/>
              </p:nvSpPr>
              <p:spPr>
                <a:xfrm>
                  <a:off x="0" y="0"/>
                  <a:ext cx="403652" cy="888034"/>
                </a:xfrm>
                <a:custGeom>
                  <a:avLst/>
                  <a:gdLst/>
                  <a:ahLst/>
                  <a:cxnLst/>
                  <a:rect l="l" t="t" r="r" b="b"/>
                  <a:pathLst>
                    <a:path w="403652" h="888034">
                      <a:moveTo>
                        <a:pt x="0" y="0"/>
                      </a:moveTo>
                      <a:lnTo>
                        <a:pt x="403652" y="0"/>
                      </a:lnTo>
                      <a:lnTo>
                        <a:pt x="403652" y="888034"/>
                      </a:lnTo>
                      <a:lnTo>
                        <a:pt x="0" y="88803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grpSp>
          <p:nvGrpSpPr>
            <p:cNvPr id="76" name="Group 75">
              <a:extLst>
                <a:ext uri="{FF2B5EF4-FFF2-40B4-BE49-F238E27FC236}">
                  <a16:creationId xmlns:a16="http://schemas.microsoft.com/office/drawing/2014/main" id="{2E9F1BC6-A123-E083-6286-DF18FAF6924B}"/>
                </a:ext>
              </a:extLst>
            </p:cNvPr>
            <p:cNvGrpSpPr/>
            <p:nvPr/>
          </p:nvGrpSpPr>
          <p:grpSpPr>
            <a:xfrm>
              <a:off x="3427501" y="6282899"/>
              <a:ext cx="5618044" cy="287336"/>
              <a:chOff x="3428302" y="6431085"/>
              <a:chExt cx="5618044" cy="287336"/>
            </a:xfrm>
          </p:grpSpPr>
          <p:sp>
            <p:nvSpPr>
              <p:cNvPr id="30" name="AutoShape 38">
                <a:extLst>
                  <a:ext uri="{FF2B5EF4-FFF2-40B4-BE49-F238E27FC236}">
                    <a16:creationId xmlns:a16="http://schemas.microsoft.com/office/drawing/2014/main" id="{7AAD35A0-DA53-5D1C-117A-27F29067061C}"/>
                  </a:ext>
                </a:extLst>
              </p:cNvPr>
              <p:cNvSpPr/>
              <p:nvPr/>
            </p:nvSpPr>
            <p:spPr>
              <a:xfrm>
                <a:off x="3443846" y="6574753"/>
                <a:ext cx="5602500" cy="3939"/>
              </a:xfrm>
              <a:prstGeom prst="line">
                <a:avLst/>
              </a:prstGeom>
              <a:ln w="28575" cap="flat">
                <a:solidFill>
                  <a:srgbClr val="F51720"/>
                </a:solidFill>
                <a:prstDash val="solid"/>
                <a:headEnd type="none" w="sm" len="sm"/>
                <a:tailEnd type="arrow" w="med"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1" name="Freeform 39">
                <a:extLst>
                  <a:ext uri="{FF2B5EF4-FFF2-40B4-BE49-F238E27FC236}">
                    <a16:creationId xmlns:a16="http://schemas.microsoft.com/office/drawing/2014/main" id="{EAD047EA-0475-9410-706B-4885C1A3FCDA}"/>
                  </a:ext>
                </a:extLst>
              </p:cNvPr>
              <p:cNvSpPr/>
              <p:nvPr/>
            </p:nvSpPr>
            <p:spPr>
              <a:xfrm rot="5400000">
                <a:off x="6592806" y="6559602"/>
                <a:ext cx="222192" cy="31090"/>
              </a:xfrm>
              <a:custGeom>
                <a:avLst/>
                <a:gdLst/>
                <a:ahLst/>
                <a:cxnLst/>
                <a:rect l="l" t="t" r="r" b="b"/>
                <a:pathLst>
                  <a:path w="250938" h="34744">
                    <a:moveTo>
                      <a:pt x="0" y="0"/>
                    </a:moveTo>
                    <a:lnTo>
                      <a:pt x="250938" y="0"/>
                    </a:lnTo>
                    <a:lnTo>
                      <a:pt x="250938" y="34744"/>
                    </a:lnTo>
                    <a:lnTo>
                      <a:pt x="0" y="34744"/>
                    </a:lnTo>
                    <a:lnTo>
                      <a:pt x="0" y="0"/>
                    </a:lnTo>
                    <a:close/>
                  </a:path>
                </a:pathLst>
              </a:custGeom>
              <a:blipFill>
                <a:blip>
                  <a:extLst>
                    <a:ext uri="{96DAC541-7B7A-43D3-8B79-37D633B846F1}">
                      <asvg:svgBlip xmlns:asvg="http://schemas.microsoft.com/office/drawing/2016/SVG/main" r:embed="rId3"/>
                    </a:ext>
                  </a:extLst>
                </a:blip>
                <a:stretch>
                  <a:fillRect l="-479570" t="-87026" r="-79787" b="-15367"/>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2" name="Freeform 41">
                <a:extLst>
                  <a:ext uri="{FF2B5EF4-FFF2-40B4-BE49-F238E27FC236}">
                    <a16:creationId xmlns:a16="http://schemas.microsoft.com/office/drawing/2014/main" id="{4520087A-04E1-5AE1-1FCF-D6E175F2C3AE}"/>
                  </a:ext>
                </a:extLst>
              </p:cNvPr>
              <p:cNvSpPr/>
              <p:nvPr/>
            </p:nvSpPr>
            <p:spPr>
              <a:xfrm rot="5400000">
                <a:off x="5510923" y="6556880"/>
                <a:ext cx="210373" cy="35748"/>
              </a:xfrm>
              <a:custGeom>
                <a:avLst/>
                <a:gdLst/>
                <a:ahLst/>
                <a:cxnLst/>
                <a:rect l="l" t="t" r="r" b="b"/>
                <a:pathLst>
                  <a:path w="237590" h="39949">
                    <a:moveTo>
                      <a:pt x="0" y="0"/>
                    </a:moveTo>
                    <a:lnTo>
                      <a:pt x="237590" y="0"/>
                    </a:lnTo>
                    <a:lnTo>
                      <a:pt x="237590" y="39949"/>
                    </a:lnTo>
                    <a:lnTo>
                      <a:pt x="0" y="39949"/>
                    </a:lnTo>
                    <a:lnTo>
                      <a:pt x="0" y="0"/>
                    </a:lnTo>
                    <a:close/>
                  </a:path>
                </a:pathLst>
              </a:custGeom>
              <a:blipFill>
                <a:blip>
                  <a:extLst>
                    <a:ext uri="{96DAC541-7B7A-43D3-8B79-37D633B846F1}">
                      <asvg:svgBlip xmlns:asvg="http://schemas.microsoft.com/office/drawing/2016/SVG/main" r:embed="rId3"/>
                    </a:ext>
                  </a:extLst>
                </a:blip>
                <a:stretch>
                  <a:fillRect l="-505040" t="-76024" r="-91359"/>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3" name="Freeform 42">
                <a:extLst>
                  <a:ext uri="{FF2B5EF4-FFF2-40B4-BE49-F238E27FC236}">
                    <a16:creationId xmlns:a16="http://schemas.microsoft.com/office/drawing/2014/main" id="{CBC1DE1A-81D9-E906-39BA-F1781CA2CA3B}"/>
                  </a:ext>
                </a:extLst>
              </p:cNvPr>
              <p:cNvSpPr/>
              <p:nvPr/>
            </p:nvSpPr>
            <p:spPr>
              <a:xfrm rot="5400000">
                <a:off x="7698293" y="6563148"/>
                <a:ext cx="191464" cy="31090"/>
              </a:xfrm>
              <a:custGeom>
                <a:avLst/>
                <a:gdLst/>
                <a:ahLst/>
                <a:cxnLst/>
                <a:rect l="l" t="t" r="r" b="b"/>
                <a:pathLst>
                  <a:path w="216234" h="34744">
                    <a:moveTo>
                      <a:pt x="0" y="0"/>
                    </a:moveTo>
                    <a:lnTo>
                      <a:pt x="216234" y="0"/>
                    </a:lnTo>
                    <a:lnTo>
                      <a:pt x="216234" y="34744"/>
                    </a:lnTo>
                    <a:lnTo>
                      <a:pt x="0" y="34744"/>
                    </a:lnTo>
                    <a:lnTo>
                      <a:pt x="0" y="0"/>
                    </a:lnTo>
                    <a:close/>
                  </a:path>
                </a:pathLst>
              </a:custGeom>
              <a:blipFill>
                <a:blip>
                  <a:extLst>
                    <a:ext uri="{96DAC541-7B7A-43D3-8B79-37D633B846F1}">
                      <asvg:svgBlip xmlns:asvg="http://schemas.microsoft.com/office/drawing/2016/SVG/main" r:embed="rId3"/>
                    </a:ext>
                  </a:extLst>
                </a:blip>
                <a:stretch>
                  <a:fillRect l="-561916" t="-102393" r="-103263"/>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4" name="Freeform 43">
                <a:extLst>
                  <a:ext uri="{FF2B5EF4-FFF2-40B4-BE49-F238E27FC236}">
                    <a16:creationId xmlns:a16="http://schemas.microsoft.com/office/drawing/2014/main" id="{DFDD2C23-8C33-BC1C-2D7E-5858ACC76D63}"/>
                  </a:ext>
                </a:extLst>
              </p:cNvPr>
              <p:cNvSpPr/>
              <p:nvPr/>
            </p:nvSpPr>
            <p:spPr>
              <a:xfrm rot="5400000">
                <a:off x="3322599" y="6559208"/>
                <a:ext cx="242495" cy="31090"/>
              </a:xfrm>
              <a:custGeom>
                <a:avLst/>
                <a:gdLst/>
                <a:ahLst/>
                <a:cxnLst/>
                <a:rect l="l" t="t" r="r" b="b"/>
                <a:pathLst>
                  <a:path w="273867" h="34744">
                    <a:moveTo>
                      <a:pt x="0" y="0"/>
                    </a:moveTo>
                    <a:lnTo>
                      <a:pt x="273867" y="0"/>
                    </a:lnTo>
                    <a:lnTo>
                      <a:pt x="273867" y="34744"/>
                    </a:lnTo>
                    <a:lnTo>
                      <a:pt x="0" y="34744"/>
                    </a:lnTo>
                    <a:lnTo>
                      <a:pt x="0" y="0"/>
                    </a:lnTo>
                    <a:close/>
                  </a:path>
                </a:pathLst>
              </a:custGeom>
              <a:blipFill>
                <a:blip>
                  <a:extLst>
                    <a:ext uri="{96DAC541-7B7A-43D3-8B79-37D633B846F1}">
                      <asvg:svgBlip xmlns:asvg="http://schemas.microsoft.com/office/drawing/2016/SVG/main" r:embed="rId3"/>
                    </a:ext>
                  </a:extLst>
                </a:blip>
                <a:stretch>
                  <a:fillRect l="-430231" t="-102393" r="-73922"/>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5" name="Freeform 44">
                <a:extLst>
                  <a:ext uri="{FF2B5EF4-FFF2-40B4-BE49-F238E27FC236}">
                    <a16:creationId xmlns:a16="http://schemas.microsoft.com/office/drawing/2014/main" id="{70D590D8-B1C8-55DD-E8B1-CBC93C94263C}"/>
                  </a:ext>
                </a:extLst>
              </p:cNvPr>
              <p:cNvSpPr/>
              <p:nvPr/>
            </p:nvSpPr>
            <p:spPr>
              <a:xfrm rot="5400000">
                <a:off x="8767742" y="6559208"/>
                <a:ext cx="186735" cy="31090"/>
              </a:xfrm>
              <a:custGeom>
                <a:avLst/>
                <a:gdLst/>
                <a:ahLst/>
                <a:cxnLst/>
                <a:rect l="l" t="t" r="r" b="b"/>
                <a:pathLst>
                  <a:path w="210894" h="34744">
                    <a:moveTo>
                      <a:pt x="0" y="0"/>
                    </a:moveTo>
                    <a:lnTo>
                      <a:pt x="210894" y="0"/>
                    </a:lnTo>
                    <a:lnTo>
                      <a:pt x="210894" y="34744"/>
                    </a:lnTo>
                    <a:lnTo>
                      <a:pt x="0" y="34744"/>
                    </a:lnTo>
                    <a:lnTo>
                      <a:pt x="0" y="0"/>
                    </a:lnTo>
                    <a:close/>
                  </a:path>
                </a:pathLst>
              </a:custGeom>
              <a:blipFill>
                <a:blip>
                  <a:extLst>
                    <a:ext uri="{96DAC541-7B7A-43D3-8B79-37D633B846F1}">
                      <asvg:svgBlip xmlns:asvg="http://schemas.microsoft.com/office/drawing/2016/SVG/main" r:embed="rId3"/>
                    </a:ext>
                  </a:extLst>
                </a:blip>
                <a:stretch>
                  <a:fillRect l="-573610" t="-102393" r="-110941"/>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72" name="Freeform 40">
                <a:extLst>
                  <a:ext uri="{FF2B5EF4-FFF2-40B4-BE49-F238E27FC236}">
                    <a16:creationId xmlns:a16="http://schemas.microsoft.com/office/drawing/2014/main" id="{0959F05E-EEC6-2522-5C1C-E6BAD828A4F1}"/>
                  </a:ext>
                </a:extLst>
              </p:cNvPr>
              <p:cNvSpPr/>
              <p:nvPr/>
            </p:nvSpPr>
            <p:spPr>
              <a:xfrm rot="5400000">
                <a:off x="4342107" y="6557381"/>
                <a:ext cx="287336" cy="34744"/>
              </a:xfrm>
              <a:custGeom>
                <a:avLst/>
                <a:gdLst/>
                <a:ahLst/>
                <a:cxnLst/>
                <a:rect l="l" t="t" r="r" b="b"/>
                <a:pathLst>
                  <a:path w="287336" h="34744">
                    <a:moveTo>
                      <a:pt x="0" y="0"/>
                    </a:moveTo>
                    <a:lnTo>
                      <a:pt x="287336" y="0"/>
                    </a:lnTo>
                    <a:lnTo>
                      <a:pt x="287336" y="34744"/>
                    </a:lnTo>
                    <a:lnTo>
                      <a:pt x="0" y="34744"/>
                    </a:lnTo>
                    <a:lnTo>
                      <a:pt x="0" y="0"/>
                    </a:lnTo>
                    <a:close/>
                  </a:path>
                </a:pathLst>
              </a:custGeom>
              <a:blipFill>
                <a:blip>
                  <a:extLst>
                    <a:ext uri="{96DAC541-7B7A-43D3-8B79-37D633B846F1}">
                      <asvg:svgBlip xmlns:asvg="http://schemas.microsoft.com/office/drawing/2016/SVG/main" r:embed="rId3"/>
                    </a:ext>
                  </a:extLst>
                </a:blip>
                <a:stretch>
                  <a:fillRect l="-413189" t="-102393" r="-62645"/>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pic>
        <p:nvPicPr>
          <p:cNvPr id="4" name="Picture 3" descr="image of a head with cogs turning inside">
            <a:extLst>
              <a:ext uri="{FF2B5EF4-FFF2-40B4-BE49-F238E27FC236}">
                <a16:creationId xmlns:a16="http://schemas.microsoft.com/office/drawing/2014/main" id="{DA3039E0-F16D-7866-A3E6-C6FA29E9E8BD}"/>
              </a:ext>
            </a:extLst>
          </p:cNvPr>
          <p:cNvPicPr>
            <a:picLocks noChangeAspect="1"/>
          </p:cNvPicPr>
          <p:nvPr/>
        </p:nvPicPr>
        <p:blipFill>
          <a:blip r:embed="rId5"/>
          <a:stretch>
            <a:fillRect/>
          </a:stretch>
        </p:blipFill>
        <p:spPr>
          <a:xfrm>
            <a:off x="11110980" y="108599"/>
            <a:ext cx="723900" cy="866775"/>
          </a:xfrm>
          <a:prstGeom prst="rect">
            <a:avLst/>
          </a:prstGeom>
        </p:spPr>
      </p:pic>
    </p:spTree>
    <p:extLst>
      <p:ext uri="{BB962C8B-B14F-4D97-AF65-F5344CB8AC3E}">
        <p14:creationId xmlns:p14="http://schemas.microsoft.com/office/powerpoint/2010/main" val="3275021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16</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18811" y="123480"/>
            <a:ext cx="11484000" cy="545601"/>
          </a:xfrm>
        </p:spPr>
        <p:txBody>
          <a:bodyPr/>
          <a:lstStyle/>
          <a:p>
            <a:r>
              <a:rPr lang="en-AU">
                <a:latin typeface="Arial"/>
                <a:cs typeface="Arial"/>
              </a:rPr>
              <a:t>Activity 6 – fraction inquiry </a:t>
            </a:r>
            <a:r>
              <a:rPr lang="en-AU">
                <a:solidFill>
                  <a:schemeClr val="bg1"/>
                </a:solidFill>
                <a:latin typeface="Arial"/>
                <a:cs typeface="Arial"/>
              </a:rPr>
              <a:t>(3)</a:t>
            </a:r>
            <a:endParaRPr lang="en-AU">
              <a:solidFill>
                <a:schemeClr val="bg1"/>
              </a:solidFill>
            </a:endParaRPr>
          </a:p>
        </p:txBody>
      </p:sp>
      <p:grpSp>
        <p:nvGrpSpPr>
          <p:cNvPr id="5" name="Group 2"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D5D62D12-6544-CAED-6F93-0567DC80FBAA}"/>
              </a:ext>
            </a:extLst>
          </p:cNvPr>
          <p:cNvGrpSpPr/>
          <p:nvPr/>
        </p:nvGrpSpPr>
        <p:grpSpPr>
          <a:xfrm>
            <a:off x="3264762" y="707209"/>
            <a:ext cx="5510151" cy="588014"/>
            <a:chOff x="0" y="-28575"/>
            <a:chExt cx="3005956" cy="324182"/>
          </a:xfrm>
        </p:grpSpPr>
        <p:sp>
          <p:nvSpPr>
            <p:cNvPr id="70" name="Freeform 3">
              <a:extLst>
                <a:ext uri="{FF2B5EF4-FFF2-40B4-BE49-F238E27FC236}">
                  <a16:creationId xmlns:a16="http://schemas.microsoft.com/office/drawing/2014/main" id="{B712F81C-203D-F6E0-B1ED-C72757A7BF1D}"/>
                </a:ext>
              </a:extLst>
            </p:cNvPr>
            <p:cNvSpPr/>
            <p:nvPr/>
          </p:nvSpPr>
          <p:spPr>
            <a:xfrm>
              <a:off x="0" y="0"/>
              <a:ext cx="3005956" cy="295607"/>
            </a:xfrm>
            <a:custGeom>
              <a:avLst/>
              <a:gdLst/>
              <a:ahLst/>
              <a:cxnLst/>
              <a:rect l="l" t="t" r="r" b="b"/>
              <a:pathLst>
                <a:path w="2992394" h="295607">
                  <a:moveTo>
                    <a:pt x="0" y="0"/>
                  </a:moveTo>
                  <a:lnTo>
                    <a:pt x="2992394" y="0"/>
                  </a:lnTo>
                  <a:lnTo>
                    <a:pt x="2992394" y="295607"/>
                  </a:lnTo>
                  <a:lnTo>
                    <a:pt x="0" y="295607"/>
                  </a:lnTo>
                  <a:close/>
                </a:path>
              </a:pathLst>
            </a:custGeom>
            <a:solidFill>
              <a:srgbClr val="000000">
                <a:alpha val="0"/>
              </a:srgbClr>
            </a:solidFill>
            <a:ln w="47625"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71" name="TextBox 4">
              <a:extLst>
                <a:ext uri="{FF2B5EF4-FFF2-40B4-BE49-F238E27FC236}">
                  <a16:creationId xmlns:a16="http://schemas.microsoft.com/office/drawing/2014/main" id="{9508F794-5B4F-DBE7-098D-135AAF9DEB35}"/>
                </a:ext>
              </a:extLst>
            </p:cNvPr>
            <p:cNvSpPr txBox="1"/>
            <p:nvPr/>
          </p:nvSpPr>
          <p:spPr>
            <a:xfrm>
              <a:off x="0" y="-28575"/>
              <a:ext cx="2992394" cy="324182"/>
            </a:xfrm>
            <a:prstGeom prst="rect">
              <a:avLst/>
            </a:prstGeom>
          </p:spPr>
          <p:txBody>
            <a:bodyPr lIns="37294" tIns="37294" rIns="37294" bIns="37294" rtlCol="0" anchor="ctr"/>
            <a:lstStyle/>
            <a:p>
              <a:pPr marL="0" marR="0" lvl="0" indent="0" algn="ctr" defTabSz="609585" rtl="0" eaLnBrk="1" fontAlgn="auto" latinLnBrk="0" hangingPunct="1">
                <a:lnSpc>
                  <a:spcPts val="1852"/>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sp>
        <p:nvSpPr>
          <p:cNvPr id="68" name="Freeform 6"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9024CF23-31F1-D449-F153-1DCBABEC4422}"/>
              </a:ext>
            </a:extLst>
          </p:cNvPr>
          <p:cNvSpPr/>
          <p:nvPr/>
        </p:nvSpPr>
        <p:spPr>
          <a:xfrm>
            <a:off x="3285585" y="2168326"/>
            <a:ext cx="5485291" cy="821630"/>
          </a:xfrm>
          <a:custGeom>
            <a:avLst/>
            <a:gdLst/>
            <a:ahLst/>
            <a:cxnLst/>
            <a:rect l="l" t="t" r="r" b="b"/>
            <a:pathLst>
              <a:path w="2992377" h="452976">
                <a:moveTo>
                  <a:pt x="0" y="0"/>
                </a:moveTo>
                <a:lnTo>
                  <a:pt x="2992377" y="0"/>
                </a:lnTo>
                <a:lnTo>
                  <a:pt x="2992377" y="452976"/>
                </a:lnTo>
                <a:lnTo>
                  <a:pt x="0" y="452976"/>
                </a:lnTo>
                <a:close/>
              </a:path>
            </a:pathLst>
          </a:custGeom>
          <a:solidFill>
            <a:srgbClr val="000000">
              <a:alpha val="0"/>
            </a:srgbClr>
          </a:solidFill>
          <a:ln w="66675"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69" name="TextBox 7"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736FE7C7-BE8B-C083-A754-283534D8D660}"/>
              </a:ext>
            </a:extLst>
          </p:cNvPr>
          <p:cNvSpPr txBox="1"/>
          <p:nvPr/>
        </p:nvSpPr>
        <p:spPr>
          <a:xfrm>
            <a:off x="3277067" y="2114552"/>
            <a:ext cx="5485291" cy="873461"/>
          </a:xfrm>
          <a:prstGeom prst="rect">
            <a:avLst/>
          </a:prstGeom>
        </p:spPr>
        <p:txBody>
          <a:bodyPr lIns="37294" tIns="37294" rIns="37294" bIns="37294" rtlCol="0" anchor="ctr"/>
          <a:lstStyle/>
          <a:p>
            <a:pPr marL="0" marR="0" lvl="0" indent="0" algn="ctr" defTabSz="609585" rtl="0" eaLnBrk="1" fontAlgn="auto" latinLnBrk="0" hangingPunct="1">
              <a:lnSpc>
                <a:spcPts val="1852"/>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7" name="Freeform 8"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3D0DF8C7-959B-311A-EC7C-3F5F1A86D0CA}"/>
              </a:ext>
            </a:extLst>
          </p:cNvPr>
          <p:cNvSpPr/>
          <p:nvPr/>
        </p:nvSpPr>
        <p:spPr>
          <a:xfrm rot="5400000">
            <a:off x="6182237" y="2560428"/>
            <a:ext cx="804648" cy="31286"/>
          </a:xfrm>
          <a:custGeom>
            <a:avLst/>
            <a:gdLst/>
            <a:ahLst/>
            <a:cxnLst/>
            <a:rect l="l" t="t" r="r" b="b"/>
            <a:pathLst>
              <a:path w="908748" h="34963">
                <a:moveTo>
                  <a:pt x="0" y="0"/>
                </a:moveTo>
                <a:lnTo>
                  <a:pt x="908748" y="0"/>
                </a:lnTo>
                <a:lnTo>
                  <a:pt x="908748" y="34963"/>
                </a:lnTo>
                <a:lnTo>
                  <a:pt x="0" y="34963"/>
                </a:lnTo>
                <a:lnTo>
                  <a:pt x="0" y="0"/>
                </a:lnTo>
                <a:close/>
              </a:path>
            </a:pathLst>
          </a:custGeom>
          <a:blipFill>
            <a:blip>
              <a:extLst>
                <a:ext uri="{96DAC541-7B7A-43D3-8B79-37D633B846F1}">
                  <asvg:svgBlip xmlns:asvg="http://schemas.microsoft.com/office/drawing/2016/SVG/main" r:embed="rId3"/>
                </a:ext>
              </a:extLst>
            </a:blip>
            <a:stretch>
              <a:fillRect l="-83222" t="-53159" b="-49234"/>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8" name="Freeform 9"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DBD6DCC9-AAA4-1D8E-A669-F583247B2191}"/>
              </a:ext>
            </a:extLst>
          </p:cNvPr>
          <p:cNvSpPr/>
          <p:nvPr/>
        </p:nvSpPr>
        <p:spPr>
          <a:xfrm rot="5400000">
            <a:off x="3962113" y="2559390"/>
            <a:ext cx="824650" cy="31286"/>
          </a:xfrm>
          <a:custGeom>
            <a:avLst/>
            <a:gdLst/>
            <a:ahLst/>
            <a:cxnLst/>
            <a:rect l="l" t="t" r="r" b="b"/>
            <a:pathLst>
              <a:path w="931338" h="34963">
                <a:moveTo>
                  <a:pt x="0" y="0"/>
                </a:moveTo>
                <a:lnTo>
                  <a:pt x="931338" y="0"/>
                </a:lnTo>
                <a:lnTo>
                  <a:pt x="931338" y="34963"/>
                </a:lnTo>
                <a:lnTo>
                  <a:pt x="0" y="34963"/>
                </a:lnTo>
                <a:lnTo>
                  <a:pt x="0" y="0"/>
                </a:lnTo>
                <a:close/>
              </a:path>
            </a:pathLst>
          </a:custGeom>
          <a:blipFill>
            <a:blip>
              <a:extLst>
                <a:ext uri="{96DAC541-7B7A-43D3-8B79-37D633B846F1}">
                  <asvg:svgBlip xmlns:asvg="http://schemas.microsoft.com/office/drawing/2016/SVG/main" r:embed="rId3"/>
                </a:ext>
              </a:extLst>
            </a:blip>
            <a:stretch>
              <a:fillRect l="-78778" t="-102393"/>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9" name="Freeform 10"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A756253F-4210-A9F1-4D78-1E27DF6C5A5E}"/>
              </a:ext>
            </a:extLst>
          </p:cNvPr>
          <p:cNvSpPr/>
          <p:nvPr/>
        </p:nvSpPr>
        <p:spPr>
          <a:xfrm rot="5400000">
            <a:off x="5090526" y="2575391"/>
            <a:ext cx="792647" cy="31286"/>
          </a:xfrm>
          <a:custGeom>
            <a:avLst/>
            <a:gdLst/>
            <a:ahLst/>
            <a:cxnLst/>
            <a:rect l="l" t="t" r="r" b="b"/>
            <a:pathLst>
              <a:path w="895194" h="34963">
                <a:moveTo>
                  <a:pt x="0" y="0"/>
                </a:moveTo>
                <a:lnTo>
                  <a:pt x="895195" y="0"/>
                </a:lnTo>
                <a:lnTo>
                  <a:pt x="895195" y="34963"/>
                </a:lnTo>
                <a:lnTo>
                  <a:pt x="0" y="34963"/>
                </a:lnTo>
                <a:lnTo>
                  <a:pt x="0" y="0"/>
                </a:lnTo>
                <a:close/>
              </a:path>
            </a:pathLst>
          </a:custGeom>
          <a:blipFill>
            <a:blip>
              <a:extLst>
                <a:ext uri="{96DAC541-7B7A-43D3-8B79-37D633B846F1}">
                  <asvg:svgBlip xmlns:asvg="http://schemas.microsoft.com/office/drawing/2016/SVG/main" r:embed="rId3"/>
                </a:ext>
              </a:extLst>
            </a:blip>
            <a:stretch>
              <a:fillRect l="-85996" t="-53159" b="-49234"/>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0" name="Freeform 11"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96FAB0E8-CC75-E02B-0834-976BEB7CFF54}"/>
              </a:ext>
            </a:extLst>
          </p:cNvPr>
          <p:cNvSpPr/>
          <p:nvPr/>
        </p:nvSpPr>
        <p:spPr>
          <a:xfrm rot="5400000">
            <a:off x="7267142" y="2556428"/>
            <a:ext cx="796647" cy="31286"/>
          </a:xfrm>
          <a:custGeom>
            <a:avLst/>
            <a:gdLst/>
            <a:ahLst/>
            <a:cxnLst/>
            <a:rect l="l" t="t" r="r" b="b"/>
            <a:pathLst>
              <a:path w="899712" h="34963">
                <a:moveTo>
                  <a:pt x="0" y="0"/>
                </a:moveTo>
                <a:lnTo>
                  <a:pt x="899712" y="0"/>
                </a:lnTo>
                <a:lnTo>
                  <a:pt x="899712" y="34963"/>
                </a:lnTo>
                <a:lnTo>
                  <a:pt x="0" y="34963"/>
                </a:lnTo>
                <a:lnTo>
                  <a:pt x="0" y="0"/>
                </a:lnTo>
                <a:close/>
              </a:path>
            </a:pathLst>
          </a:custGeom>
          <a:blipFill>
            <a:blip>
              <a:extLst>
                <a:ext uri="{96DAC541-7B7A-43D3-8B79-37D633B846F1}">
                  <asvg:svgBlip xmlns:asvg="http://schemas.microsoft.com/office/drawing/2016/SVG/main" r:embed="rId3"/>
                </a:ext>
              </a:extLst>
            </a:blip>
            <a:stretch>
              <a:fillRect l="-85062" t="-102393"/>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1" name="AutoShape 12"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FDD7DFD1-8592-C134-2036-9EE4C73460FE}"/>
              </a:ext>
            </a:extLst>
          </p:cNvPr>
          <p:cNvSpPr/>
          <p:nvPr/>
        </p:nvSpPr>
        <p:spPr>
          <a:xfrm>
            <a:off x="3324739" y="3250042"/>
            <a:ext cx="5602500" cy="3939"/>
          </a:xfrm>
          <a:prstGeom prst="line">
            <a:avLst/>
          </a:prstGeom>
          <a:ln w="28575" cap="flat">
            <a:solidFill>
              <a:srgbClr val="F51720"/>
            </a:solidFill>
            <a:prstDash val="solid"/>
            <a:headEnd type="none" w="sm" len="sm"/>
            <a:tailEnd type="arrow" w="med"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2" name="Freeform 13"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4AE01AB0-8F71-2C38-4413-85E8BD4068DB}"/>
              </a:ext>
            </a:extLst>
          </p:cNvPr>
          <p:cNvSpPr/>
          <p:nvPr/>
        </p:nvSpPr>
        <p:spPr>
          <a:xfrm rot="5400000">
            <a:off x="6473699" y="3234891"/>
            <a:ext cx="222192" cy="31090"/>
          </a:xfrm>
          <a:custGeom>
            <a:avLst/>
            <a:gdLst/>
            <a:ahLst/>
            <a:cxnLst/>
            <a:rect l="l" t="t" r="r" b="b"/>
            <a:pathLst>
              <a:path w="250938" h="34744">
                <a:moveTo>
                  <a:pt x="0" y="0"/>
                </a:moveTo>
                <a:lnTo>
                  <a:pt x="250938" y="0"/>
                </a:lnTo>
                <a:lnTo>
                  <a:pt x="250938" y="34744"/>
                </a:lnTo>
                <a:lnTo>
                  <a:pt x="0" y="34744"/>
                </a:lnTo>
                <a:lnTo>
                  <a:pt x="0" y="0"/>
                </a:lnTo>
                <a:close/>
              </a:path>
            </a:pathLst>
          </a:custGeom>
          <a:blipFill>
            <a:blip>
              <a:extLst>
                <a:ext uri="{96DAC541-7B7A-43D3-8B79-37D633B846F1}">
                  <asvg:svgBlip xmlns:asvg="http://schemas.microsoft.com/office/drawing/2016/SVG/main" r:embed="rId3"/>
                </a:ext>
              </a:extLst>
            </a:blip>
            <a:stretch>
              <a:fillRect l="-479570" t="-87026" r="-79787" b="-15367"/>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3" name="Freeform 14"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8C619540-F852-2A21-49AD-A9713A0E96BE}"/>
              </a:ext>
            </a:extLst>
          </p:cNvPr>
          <p:cNvSpPr/>
          <p:nvPr/>
        </p:nvSpPr>
        <p:spPr>
          <a:xfrm rot="5400000">
            <a:off x="4269306" y="3245288"/>
            <a:ext cx="254421" cy="31090"/>
          </a:xfrm>
          <a:custGeom>
            <a:avLst/>
            <a:gdLst/>
            <a:ahLst/>
            <a:cxnLst/>
            <a:rect l="l" t="t" r="r" b="b"/>
            <a:pathLst>
              <a:path w="287336" h="34744">
                <a:moveTo>
                  <a:pt x="0" y="0"/>
                </a:moveTo>
                <a:lnTo>
                  <a:pt x="287336" y="0"/>
                </a:lnTo>
                <a:lnTo>
                  <a:pt x="287336" y="34744"/>
                </a:lnTo>
                <a:lnTo>
                  <a:pt x="0" y="34744"/>
                </a:lnTo>
                <a:lnTo>
                  <a:pt x="0" y="0"/>
                </a:lnTo>
                <a:close/>
              </a:path>
            </a:pathLst>
          </a:custGeom>
          <a:blipFill>
            <a:blip>
              <a:extLst>
                <a:ext uri="{96DAC541-7B7A-43D3-8B79-37D633B846F1}">
                  <asvg:svgBlip xmlns:asvg="http://schemas.microsoft.com/office/drawing/2016/SVG/main" r:embed="rId3"/>
                </a:ext>
              </a:extLst>
            </a:blip>
            <a:stretch>
              <a:fillRect l="-413189" t="-102393" r="-62645"/>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4" name="Freeform 15"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9E2B88AD-9B25-1AAC-392C-801B52C4D72E}"/>
              </a:ext>
            </a:extLst>
          </p:cNvPr>
          <p:cNvSpPr/>
          <p:nvPr/>
        </p:nvSpPr>
        <p:spPr>
          <a:xfrm rot="5400000">
            <a:off x="5391816" y="3232168"/>
            <a:ext cx="210373" cy="35748"/>
          </a:xfrm>
          <a:custGeom>
            <a:avLst/>
            <a:gdLst/>
            <a:ahLst/>
            <a:cxnLst/>
            <a:rect l="l" t="t" r="r" b="b"/>
            <a:pathLst>
              <a:path w="237590" h="39949">
                <a:moveTo>
                  <a:pt x="0" y="0"/>
                </a:moveTo>
                <a:lnTo>
                  <a:pt x="237590" y="0"/>
                </a:lnTo>
                <a:lnTo>
                  <a:pt x="237590" y="39948"/>
                </a:lnTo>
                <a:lnTo>
                  <a:pt x="0" y="39948"/>
                </a:lnTo>
                <a:lnTo>
                  <a:pt x="0" y="0"/>
                </a:lnTo>
                <a:close/>
              </a:path>
            </a:pathLst>
          </a:custGeom>
          <a:blipFill>
            <a:blip>
              <a:extLst>
                <a:ext uri="{96DAC541-7B7A-43D3-8B79-37D633B846F1}">
                  <asvg:svgBlip xmlns:asvg="http://schemas.microsoft.com/office/drawing/2016/SVG/main" r:embed="rId3"/>
                </a:ext>
              </a:extLst>
            </a:blip>
            <a:stretch>
              <a:fillRect l="-505040" t="-76024" r="-91359"/>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5" name="Freeform 16"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B8CBA870-B9AA-4EEF-2FB0-D995D70DAA60}"/>
              </a:ext>
            </a:extLst>
          </p:cNvPr>
          <p:cNvSpPr/>
          <p:nvPr/>
        </p:nvSpPr>
        <p:spPr>
          <a:xfrm rot="5400000">
            <a:off x="7579186" y="3238436"/>
            <a:ext cx="191464" cy="31090"/>
          </a:xfrm>
          <a:custGeom>
            <a:avLst/>
            <a:gdLst/>
            <a:ahLst/>
            <a:cxnLst/>
            <a:rect l="l" t="t" r="r" b="b"/>
            <a:pathLst>
              <a:path w="216234" h="34744">
                <a:moveTo>
                  <a:pt x="0" y="0"/>
                </a:moveTo>
                <a:lnTo>
                  <a:pt x="216234" y="0"/>
                </a:lnTo>
                <a:lnTo>
                  <a:pt x="216234" y="34744"/>
                </a:lnTo>
                <a:lnTo>
                  <a:pt x="0" y="34744"/>
                </a:lnTo>
                <a:lnTo>
                  <a:pt x="0" y="0"/>
                </a:lnTo>
                <a:close/>
              </a:path>
            </a:pathLst>
          </a:custGeom>
          <a:blipFill>
            <a:blip>
              <a:extLst>
                <a:ext uri="{96DAC541-7B7A-43D3-8B79-37D633B846F1}">
                  <asvg:svgBlip xmlns:asvg="http://schemas.microsoft.com/office/drawing/2016/SVG/main" r:embed="rId3"/>
                </a:ext>
              </a:extLst>
            </a:blip>
            <a:stretch>
              <a:fillRect l="-561916" t="-102393" r="-103263"/>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6" name="Freeform 17"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388C0E15-7138-3663-19D2-D8BB0DD075EC}"/>
              </a:ext>
            </a:extLst>
          </p:cNvPr>
          <p:cNvSpPr/>
          <p:nvPr/>
        </p:nvSpPr>
        <p:spPr>
          <a:xfrm rot="5400000">
            <a:off x="3203492" y="3234497"/>
            <a:ext cx="242495" cy="31090"/>
          </a:xfrm>
          <a:custGeom>
            <a:avLst/>
            <a:gdLst/>
            <a:ahLst/>
            <a:cxnLst/>
            <a:rect l="l" t="t" r="r" b="b"/>
            <a:pathLst>
              <a:path w="273867" h="34744">
                <a:moveTo>
                  <a:pt x="0" y="0"/>
                </a:moveTo>
                <a:lnTo>
                  <a:pt x="273867" y="0"/>
                </a:lnTo>
                <a:lnTo>
                  <a:pt x="273867" y="34744"/>
                </a:lnTo>
                <a:lnTo>
                  <a:pt x="0" y="34744"/>
                </a:lnTo>
                <a:lnTo>
                  <a:pt x="0" y="0"/>
                </a:lnTo>
                <a:close/>
              </a:path>
            </a:pathLst>
          </a:custGeom>
          <a:blipFill>
            <a:blip>
              <a:extLst>
                <a:ext uri="{96DAC541-7B7A-43D3-8B79-37D633B846F1}">
                  <asvg:svgBlip xmlns:asvg="http://schemas.microsoft.com/office/drawing/2016/SVG/main" r:embed="rId3"/>
                </a:ext>
              </a:extLst>
            </a:blip>
            <a:stretch>
              <a:fillRect l="-430231" t="-102393" r="-73922"/>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7" name="Freeform 18"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D6CB1ECA-B24B-A8C5-642C-D21163E6EF2C}"/>
              </a:ext>
            </a:extLst>
          </p:cNvPr>
          <p:cNvSpPr/>
          <p:nvPr/>
        </p:nvSpPr>
        <p:spPr>
          <a:xfrm rot="5400000">
            <a:off x="8648634" y="3234497"/>
            <a:ext cx="186735" cy="31090"/>
          </a:xfrm>
          <a:custGeom>
            <a:avLst/>
            <a:gdLst/>
            <a:ahLst/>
            <a:cxnLst/>
            <a:rect l="l" t="t" r="r" b="b"/>
            <a:pathLst>
              <a:path w="210894" h="34744">
                <a:moveTo>
                  <a:pt x="0" y="0"/>
                </a:moveTo>
                <a:lnTo>
                  <a:pt x="210895" y="0"/>
                </a:lnTo>
                <a:lnTo>
                  <a:pt x="210895" y="34744"/>
                </a:lnTo>
                <a:lnTo>
                  <a:pt x="0" y="34744"/>
                </a:lnTo>
                <a:lnTo>
                  <a:pt x="0" y="0"/>
                </a:lnTo>
                <a:close/>
              </a:path>
            </a:pathLst>
          </a:custGeom>
          <a:blipFill>
            <a:blip>
              <a:extLst>
                <a:ext uri="{96DAC541-7B7A-43D3-8B79-37D633B846F1}">
                  <asvg:svgBlip xmlns:asvg="http://schemas.microsoft.com/office/drawing/2016/SVG/main" r:embed="rId3"/>
                </a:ext>
              </a:extLst>
            </a:blip>
            <a:stretch>
              <a:fillRect l="-573610" t="-102393" r="-110941"/>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66" name="Freeform 20"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93D76633-6AFB-6213-521A-21D17FA3D665}"/>
              </a:ext>
            </a:extLst>
          </p:cNvPr>
          <p:cNvSpPr/>
          <p:nvPr/>
        </p:nvSpPr>
        <p:spPr>
          <a:xfrm>
            <a:off x="3285585" y="1309893"/>
            <a:ext cx="5485291" cy="821631"/>
          </a:xfrm>
          <a:custGeom>
            <a:avLst/>
            <a:gdLst/>
            <a:ahLst/>
            <a:cxnLst/>
            <a:rect l="l" t="t" r="r" b="b"/>
            <a:pathLst>
              <a:path w="2992377" h="452976">
                <a:moveTo>
                  <a:pt x="0" y="0"/>
                </a:moveTo>
                <a:lnTo>
                  <a:pt x="2992377" y="0"/>
                </a:lnTo>
                <a:lnTo>
                  <a:pt x="2992377" y="452976"/>
                </a:lnTo>
                <a:lnTo>
                  <a:pt x="0" y="452976"/>
                </a:lnTo>
                <a:close/>
              </a:path>
            </a:pathLst>
          </a:custGeom>
          <a:solidFill>
            <a:srgbClr val="000000">
              <a:alpha val="0"/>
            </a:srgbClr>
          </a:solidFill>
          <a:ln w="66675"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67" name="TextBox 21"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7616544E-5A60-CF6D-F3BD-394BF30AB7E8}"/>
              </a:ext>
            </a:extLst>
          </p:cNvPr>
          <p:cNvSpPr txBox="1"/>
          <p:nvPr/>
        </p:nvSpPr>
        <p:spPr>
          <a:xfrm>
            <a:off x="3460303" y="1710668"/>
            <a:ext cx="5485291" cy="873462"/>
          </a:xfrm>
          <a:prstGeom prst="rect">
            <a:avLst/>
          </a:prstGeom>
        </p:spPr>
        <p:txBody>
          <a:bodyPr lIns="37294" tIns="37294" rIns="37294" bIns="37294" rtlCol="0" anchor="ctr"/>
          <a:lstStyle/>
          <a:p>
            <a:pPr marL="0" marR="0" lvl="0" indent="0" algn="ctr" defTabSz="609585" rtl="0" eaLnBrk="1" fontAlgn="auto" latinLnBrk="0" hangingPunct="1">
              <a:lnSpc>
                <a:spcPts val="1852"/>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9" name="Freeform 22"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59BB2528-8A54-490C-FA48-8213924A178D}"/>
              </a:ext>
            </a:extLst>
          </p:cNvPr>
          <p:cNvSpPr/>
          <p:nvPr/>
        </p:nvSpPr>
        <p:spPr>
          <a:xfrm rot="5400000">
            <a:off x="6181536" y="1731245"/>
            <a:ext cx="804648" cy="31286"/>
          </a:xfrm>
          <a:custGeom>
            <a:avLst/>
            <a:gdLst/>
            <a:ahLst/>
            <a:cxnLst/>
            <a:rect l="l" t="t" r="r" b="b"/>
            <a:pathLst>
              <a:path w="908748" h="34963">
                <a:moveTo>
                  <a:pt x="0" y="0"/>
                </a:moveTo>
                <a:lnTo>
                  <a:pt x="908748" y="0"/>
                </a:lnTo>
                <a:lnTo>
                  <a:pt x="908748" y="34963"/>
                </a:lnTo>
                <a:lnTo>
                  <a:pt x="0" y="34963"/>
                </a:lnTo>
                <a:lnTo>
                  <a:pt x="0" y="0"/>
                </a:lnTo>
                <a:close/>
              </a:path>
            </a:pathLst>
          </a:custGeom>
          <a:blipFill>
            <a:blip>
              <a:extLst>
                <a:ext uri="{96DAC541-7B7A-43D3-8B79-37D633B846F1}">
                  <asvg:svgBlip xmlns:asvg="http://schemas.microsoft.com/office/drawing/2016/SVG/main" r:embed="rId3"/>
                </a:ext>
              </a:extLst>
            </a:blip>
            <a:stretch>
              <a:fillRect l="-83222" t="-53159" b="-49234"/>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0" name="Freeform 23"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16CC5B19-FD90-6CBE-9A26-8E054447BC7E}"/>
              </a:ext>
            </a:extLst>
          </p:cNvPr>
          <p:cNvSpPr/>
          <p:nvPr/>
        </p:nvSpPr>
        <p:spPr>
          <a:xfrm rot="5400000">
            <a:off x="3962113" y="1721243"/>
            <a:ext cx="824650" cy="31286"/>
          </a:xfrm>
          <a:custGeom>
            <a:avLst/>
            <a:gdLst/>
            <a:ahLst/>
            <a:cxnLst/>
            <a:rect l="l" t="t" r="r" b="b"/>
            <a:pathLst>
              <a:path w="931338" h="34963">
                <a:moveTo>
                  <a:pt x="0" y="0"/>
                </a:moveTo>
                <a:lnTo>
                  <a:pt x="931338" y="0"/>
                </a:lnTo>
                <a:lnTo>
                  <a:pt x="931338" y="34963"/>
                </a:lnTo>
                <a:lnTo>
                  <a:pt x="0" y="34963"/>
                </a:lnTo>
                <a:lnTo>
                  <a:pt x="0" y="0"/>
                </a:lnTo>
                <a:close/>
              </a:path>
            </a:pathLst>
          </a:custGeom>
          <a:blipFill>
            <a:blip>
              <a:extLst>
                <a:ext uri="{96DAC541-7B7A-43D3-8B79-37D633B846F1}">
                  <asvg:svgBlip xmlns:asvg="http://schemas.microsoft.com/office/drawing/2016/SVG/main" r:embed="rId3"/>
                </a:ext>
              </a:extLst>
            </a:blip>
            <a:stretch>
              <a:fillRect l="-78778" t="-102393"/>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1" name="Freeform 24"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8D62551E-6849-6536-FD63-29CCCDD6A7B3}"/>
              </a:ext>
            </a:extLst>
          </p:cNvPr>
          <p:cNvSpPr/>
          <p:nvPr/>
        </p:nvSpPr>
        <p:spPr>
          <a:xfrm rot="5400000">
            <a:off x="5090527" y="1737245"/>
            <a:ext cx="792647" cy="31286"/>
          </a:xfrm>
          <a:custGeom>
            <a:avLst/>
            <a:gdLst/>
            <a:ahLst/>
            <a:cxnLst/>
            <a:rect l="l" t="t" r="r" b="b"/>
            <a:pathLst>
              <a:path w="895194" h="34963">
                <a:moveTo>
                  <a:pt x="0" y="0"/>
                </a:moveTo>
                <a:lnTo>
                  <a:pt x="895195" y="0"/>
                </a:lnTo>
                <a:lnTo>
                  <a:pt x="895195" y="34963"/>
                </a:lnTo>
                <a:lnTo>
                  <a:pt x="0" y="34963"/>
                </a:lnTo>
                <a:lnTo>
                  <a:pt x="0" y="0"/>
                </a:lnTo>
                <a:close/>
              </a:path>
            </a:pathLst>
          </a:custGeom>
          <a:blipFill>
            <a:blip>
              <a:extLst>
                <a:ext uri="{96DAC541-7B7A-43D3-8B79-37D633B846F1}">
                  <asvg:svgBlip xmlns:asvg="http://schemas.microsoft.com/office/drawing/2016/SVG/main" r:embed="rId3"/>
                </a:ext>
              </a:extLst>
            </a:blip>
            <a:stretch>
              <a:fillRect l="-85996" t="-53159" b="-49234"/>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2" name="Freeform 25"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49873FA9-8B0A-C933-A951-79CCC27E6D01}"/>
              </a:ext>
            </a:extLst>
          </p:cNvPr>
          <p:cNvSpPr/>
          <p:nvPr/>
        </p:nvSpPr>
        <p:spPr>
          <a:xfrm rot="5400000">
            <a:off x="7267143" y="1735245"/>
            <a:ext cx="796647" cy="31286"/>
          </a:xfrm>
          <a:custGeom>
            <a:avLst/>
            <a:gdLst/>
            <a:ahLst/>
            <a:cxnLst/>
            <a:rect l="l" t="t" r="r" b="b"/>
            <a:pathLst>
              <a:path w="899712" h="34963">
                <a:moveTo>
                  <a:pt x="0" y="0"/>
                </a:moveTo>
                <a:lnTo>
                  <a:pt x="899712" y="0"/>
                </a:lnTo>
                <a:lnTo>
                  <a:pt x="899712" y="34963"/>
                </a:lnTo>
                <a:lnTo>
                  <a:pt x="0" y="34963"/>
                </a:lnTo>
                <a:lnTo>
                  <a:pt x="0" y="0"/>
                </a:lnTo>
                <a:close/>
              </a:path>
            </a:pathLst>
          </a:custGeom>
          <a:blipFill>
            <a:blip>
              <a:extLst>
                <a:ext uri="{96DAC541-7B7A-43D3-8B79-37D633B846F1}">
                  <asvg:svgBlip xmlns:asvg="http://schemas.microsoft.com/office/drawing/2016/SVG/main" r:embed="rId3"/>
                </a:ext>
              </a:extLst>
            </a:blip>
            <a:stretch>
              <a:fillRect l="-85062" t="-102393"/>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grpSp>
        <p:nvGrpSpPr>
          <p:cNvPr id="6" name="Group 2"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CD993F04-2F6F-A55C-B6E4-CC0356FD9A73}"/>
              </a:ext>
            </a:extLst>
          </p:cNvPr>
          <p:cNvGrpSpPr/>
          <p:nvPr/>
        </p:nvGrpSpPr>
        <p:grpSpPr>
          <a:xfrm>
            <a:off x="3289622" y="752588"/>
            <a:ext cx="5460431" cy="527766"/>
            <a:chOff x="0" y="0"/>
            <a:chExt cx="2992377" cy="295607"/>
          </a:xfrm>
        </p:grpSpPr>
        <p:sp>
          <p:nvSpPr>
            <p:cNvPr id="123" name="Freeform 3">
              <a:extLst>
                <a:ext uri="{FF2B5EF4-FFF2-40B4-BE49-F238E27FC236}">
                  <a16:creationId xmlns:a16="http://schemas.microsoft.com/office/drawing/2014/main" id="{E2CF2780-A63A-7DE7-7C7D-D8C2BB4383BD}"/>
                </a:ext>
              </a:extLst>
            </p:cNvPr>
            <p:cNvSpPr/>
            <p:nvPr/>
          </p:nvSpPr>
          <p:spPr>
            <a:xfrm>
              <a:off x="0" y="0"/>
              <a:ext cx="2992377" cy="295607"/>
            </a:xfrm>
            <a:custGeom>
              <a:avLst/>
              <a:gdLst/>
              <a:ahLst/>
              <a:cxnLst/>
              <a:rect l="l" t="t" r="r" b="b"/>
              <a:pathLst>
                <a:path w="2992377" h="295607">
                  <a:moveTo>
                    <a:pt x="0" y="0"/>
                  </a:moveTo>
                  <a:lnTo>
                    <a:pt x="2992377" y="0"/>
                  </a:lnTo>
                  <a:lnTo>
                    <a:pt x="2992377" y="295607"/>
                  </a:lnTo>
                  <a:lnTo>
                    <a:pt x="0" y="295607"/>
                  </a:lnTo>
                  <a:close/>
                </a:path>
              </a:pathLst>
            </a:custGeom>
            <a:solidFill>
              <a:srgbClr val="CAFFEA"/>
            </a:solidFill>
            <a:ln w="47625"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24" name="TextBox 4">
              <a:extLst>
                <a:ext uri="{FF2B5EF4-FFF2-40B4-BE49-F238E27FC236}">
                  <a16:creationId xmlns:a16="http://schemas.microsoft.com/office/drawing/2014/main" id="{D20FB606-74FD-A0C5-3C96-6F6FBCDE3793}"/>
                </a:ext>
              </a:extLst>
            </p:cNvPr>
            <p:cNvSpPr txBox="1"/>
            <p:nvPr/>
          </p:nvSpPr>
          <p:spPr>
            <a:xfrm>
              <a:off x="0" y="-28575"/>
              <a:ext cx="2992377" cy="324182"/>
            </a:xfrm>
            <a:prstGeom prst="rect">
              <a:avLst/>
            </a:prstGeom>
          </p:spPr>
          <p:txBody>
            <a:bodyPr lIns="50800" tIns="50800" rIns="50800" bIns="50800" rtlCol="0" anchor="ctr"/>
            <a:lstStyle/>
            <a:p>
              <a:pPr marL="0" marR="0" lvl="0" indent="0" algn="ctr" defTabSz="609585" rtl="0" eaLnBrk="1" fontAlgn="auto" latinLnBrk="0" hangingPunct="1">
                <a:lnSpc>
                  <a:spcPts val="1852"/>
                </a:lnSpc>
                <a:spcBef>
                  <a:spcPts val="0"/>
                </a:spcBef>
                <a:spcAft>
                  <a:spcPts val="0"/>
                </a:spcAft>
                <a:buClrTx/>
                <a:buSzTx/>
                <a:buFontTx/>
                <a:buNone/>
                <a:tabLst/>
                <a:defRPr/>
              </a:pPr>
              <a:endParaRPr kumimoji="0"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sp>
        <p:nvSpPr>
          <p:cNvPr id="25" name="TextBox 5"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B4EE7252-22E9-07A4-41D5-A70B3807ACA9}"/>
              </a:ext>
            </a:extLst>
          </p:cNvPr>
          <p:cNvSpPr txBox="1"/>
          <p:nvPr/>
        </p:nvSpPr>
        <p:spPr>
          <a:xfrm>
            <a:off x="5636929" y="758348"/>
            <a:ext cx="714317" cy="487378"/>
          </a:xfrm>
          <a:prstGeom prst="rect">
            <a:avLst/>
          </a:prstGeom>
        </p:spPr>
        <p:txBody>
          <a:bodyPr wrap="square" lIns="0" tIns="0" rIns="0" bIns="0" rtlCol="0" anchor="t">
            <a:spAutoFit/>
          </a:bodyPr>
          <a:lstStyle/>
          <a:p>
            <a:pPr marL="0" marR="0" lvl="0" indent="0" algn="ctr" defTabSz="609585" rtl="0" eaLnBrk="1" fontAlgn="auto" latinLnBrk="0" hangingPunct="1">
              <a:lnSpc>
                <a:spcPts val="42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40</a:t>
            </a:r>
          </a:p>
        </p:txBody>
      </p:sp>
      <p:grpSp>
        <p:nvGrpSpPr>
          <p:cNvPr id="82" name="Group 13"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10E0B30D-93A5-CB02-224D-776A11A46ACA}"/>
              </a:ext>
            </a:extLst>
          </p:cNvPr>
          <p:cNvGrpSpPr/>
          <p:nvPr/>
        </p:nvGrpSpPr>
        <p:grpSpPr>
          <a:xfrm>
            <a:off x="3657694" y="1451304"/>
            <a:ext cx="321077" cy="646266"/>
            <a:chOff x="1730233" y="-4739574"/>
            <a:chExt cx="403652" cy="888034"/>
          </a:xfrm>
        </p:grpSpPr>
        <p:sp>
          <p:nvSpPr>
            <p:cNvPr id="120" name="Freeform 14">
              <a:extLst>
                <a:ext uri="{FF2B5EF4-FFF2-40B4-BE49-F238E27FC236}">
                  <a16:creationId xmlns:a16="http://schemas.microsoft.com/office/drawing/2014/main" id="{16138CA9-BD2C-5D2A-E28F-FCD93E47D92E}"/>
                </a:ext>
              </a:extLst>
            </p:cNvPr>
            <p:cNvSpPr/>
            <p:nvPr/>
          </p:nvSpPr>
          <p:spPr>
            <a:xfrm>
              <a:off x="1730233" y="-4739574"/>
              <a:ext cx="403652" cy="888034"/>
            </a:xfrm>
            <a:custGeom>
              <a:avLst/>
              <a:gdLst/>
              <a:ahLst/>
              <a:cxnLst/>
              <a:rect l="l" t="t" r="r" b="b"/>
              <a:pathLst>
                <a:path w="403652" h="888034">
                  <a:moveTo>
                    <a:pt x="0" y="0"/>
                  </a:moveTo>
                  <a:lnTo>
                    <a:pt x="403652" y="0"/>
                  </a:lnTo>
                  <a:lnTo>
                    <a:pt x="403652" y="888034"/>
                  </a:lnTo>
                  <a:lnTo>
                    <a:pt x="0" y="88803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grpSp>
        <p:nvGrpSpPr>
          <p:cNvPr id="87" name="Group 23"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2987E977-9C25-EB88-DCF2-EF41AEB86E43}"/>
              </a:ext>
            </a:extLst>
          </p:cNvPr>
          <p:cNvGrpSpPr/>
          <p:nvPr/>
        </p:nvGrpSpPr>
        <p:grpSpPr>
          <a:xfrm>
            <a:off x="3264762" y="2181577"/>
            <a:ext cx="5650163" cy="1584191"/>
            <a:chOff x="0" y="0"/>
            <a:chExt cx="11540156" cy="3196361"/>
          </a:xfrm>
        </p:grpSpPr>
        <p:grpSp>
          <p:nvGrpSpPr>
            <p:cNvPr id="91" name="Group 24">
              <a:extLst>
                <a:ext uri="{FF2B5EF4-FFF2-40B4-BE49-F238E27FC236}">
                  <a16:creationId xmlns:a16="http://schemas.microsoft.com/office/drawing/2014/main" id="{CA244853-F418-1711-038F-3A7F524743B8}"/>
                </a:ext>
              </a:extLst>
            </p:cNvPr>
            <p:cNvGrpSpPr/>
            <p:nvPr/>
          </p:nvGrpSpPr>
          <p:grpSpPr>
            <a:xfrm>
              <a:off x="60814" y="6194"/>
              <a:ext cx="11133056" cy="1685286"/>
              <a:chOff x="0" y="0"/>
              <a:chExt cx="2992377" cy="452976"/>
            </a:xfrm>
          </p:grpSpPr>
          <p:sp>
            <p:nvSpPr>
              <p:cNvPr id="114" name="Freeform 25">
                <a:extLst>
                  <a:ext uri="{FF2B5EF4-FFF2-40B4-BE49-F238E27FC236}">
                    <a16:creationId xmlns:a16="http://schemas.microsoft.com/office/drawing/2014/main" id="{4FBD9B2A-3FFF-FE0F-3F72-0EDA9B84E4AB}"/>
                  </a:ext>
                </a:extLst>
              </p:cNvPr>
              <p:cNvSpPr/>
              <p:nvPr/>
            </p:nvSpPr>
            <p:spPr>
              <a:xfrm>
                <a:off x="0" y="0"/>
                <a:ext cx="2992377" cy="452976"/>
              </a:xfrm>
              <a:custGeom>
                <a:avLst/>
                <a:gdLst/>
                <a:ahLst/>
                <a:cxnLst/>
                <a:rect l="l" t="t" r="r" b="b"/>
                <a:pathLst>
                  <a:path w="2992377" h="452976">
                    <a:moveTo>
                      <a:pt x="0" y="0"/>
                    </a:moveTo>
                    <a:lnTo>
                      <a:pt x="2992377" y="0"/>
                    </a:lnTo>
                    <a:lnTo>
                      <a:pt x="2992377" y="452976"/>
                    </a:lnTo>
                    <a:lnTo>
                      <a:pt x="0" y="452976"/>
                    </a:lnTo>
                    <a:close/>
                  </a:path>
                </a:pathLst>
              </a:custGeom>
              <a:solidFill>
                <a:srgbClr val="000000">
                  <a:alpha val="0"/>
                </a:srgbClr>
              </a:solidFill>
              <a:ln w="47625"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15" name="TextBox 26">
                <a:extLst>
                  <a:ext uri="{FF2B5EF4-FFF2-40B4-BE49-F238E27FC236}">
                    <a16:creationId xmlns:a16="http://schemas.microsoft.com/office/drawing/2014/main" id="{2FE0A828-B984-C5EE-6687-F653D315A265}"/>
                  </a:ext>
                </a:extLst>
              </p:cNvPr>
              <p:cNvSpPr txBox="1"/>
              <p:nvPr/>
            </p:nvSpPr>
            <p:spPr>
              <a:xfrm>
                <a:off x="0" y="-28575"/>
                <a:ext cx="2992377" cy="481551"/>
              </a:xfrm>
              <a:prstGeom prst="rect">
                <a:avLst/>
              </a:prstGeom>
            </p:spPr>
            <p:txBody>
              <a:bodyPr lIns="50800" tIns="50800" rIns="50800" bIns="50800" rtlCol="0" anchor="ctr"/>
              <a:lstStyle/>
              <a:p>
                <a:pPr marL="0" marR="0" lvl="0" indent="0" algn="ctr" defTabSz="609585" rtl="0" eaLnBrk="1" fontAlgn="auto" latinLnBrk="0" hangingPunct="1">
                  <a:lnSpc>
                    <a:spcPts val="1852"/>
                  </a:lnSpc>
                  <a:spcBef>
                    <a:spcPts val="0"/>
                  </a:spcBef>
                  <a:spcAft>
                    <a:spcPts val="0"/>
                  </a:spcAft>
                  <a:buClrTx/>
                  <a:buSzTx/>
                  <a:buFontTx/>
                  <a:buNone/>
                  <a:tabLst/>
                  <a:defRPr/>
                </a:pPr>
                <a:endParaRPr kumimoji="0"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sp>
          <p:nvSpPr>
            <p:cNvPr id="92" name="Freeform 27">
              <a:extLst>
                <a:ext uri="{FF2B5EF4-FFF2-40B4-BE49-F238E27FC236}">
                  <a16:creationId xmlns:a16="http://schemas.microsoft.com/office/drawing/2014/main" id="{A730104A-CD67-8942-75AF-470CF33455D4}"/>
                </a:ext>
              </a:extLst>
            </p:cNvPr>
            <p:cNvSpPr/>
            <p:nvPr/>
          </p:nvSpPr>
          <p:spPr>
            <a:xfrm rot="5400000">
              <a:off x="5947122" y="834504"/>
              <a:ext cx="1650452" cy="63500"/>
            </a:xfrm>
            <a:custGeom>
              <a:avLst/>
              <a:gdLst/>
              <a:ahLst/>
              <a:cxnLst/>
              <a:rect l="l" t="t" r="r" b="b"/>
              <a:pathLst>
                <a:path w="1650452" h="63500">
                  <a:moveTo>
                    <a:pt x="0" y="0"/>
                  </a:moveTo>
                  <a:lnTo>
                    <a:pt x="1650452" y="0"/>
                  </a:lnTo>
                  <a:lnTo>
                    <a:pt x="1650452" y="63500"/>
                  </a:lnTo>
                  <a:lnTo>
                    <a:pt x="0" y="63500"/>
                  </a:lnTo>
                  <a:lnTo>
                    <a:pt x="0" y="0"/>
                  </a:lnTo>
                  <a:close/>
                </a:path>
              </a:pathLst>
            </a:custGeom>
            <a:blipFill>
              <a:blip>
                <a:extLst>
                  <a:ext uri="{96DAC541-7B7A-43D3-8B79-37D633B846F1}">
                    <asvg:svgBlip xmlns:asvg="http://schemas.microsoft.com/office/drawing/2016/SVG/main" r:embed="rId3"/>
                  </a:ext>
                </a:extLst>
              </a:blip>
              <a:stretch>
                <a:fillRect l="-83222" t="-53159" b="-49234"/>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93" name="Freeform 28">
              <a:extLst>
                <a:ext uri="{FF2B5EF4-FFF2-40B4-BE49-F238E27FC236}">
                  <a16:creationId xmlns:a16="http://schemas.microsoft.com/office/drawing/2014/main" id="{6E317B30-5176-E9EE-4207-8A3F5266E364}"/>
                </a:ext>
              </a:extLst>
            </p:cNvPr>
            <p:cNvSpPr/>
            <p:nvPr/>
          </p:nvSpPr>
          <p:spPr>
            <a:xfrm rot="5400000">
              <a:off x="1442319" y="813990"/>
              <a:ext cx="1691480" cy="63500"/>
            </a:xfrm>
            <a:custGeom>
              <a:avLst/>
              <a:gdLst/>
              <a:ahLst/>
              <a:cxnLst/>
              <a:rect l="l" t="t" r="r" b="b"/>
              <a:pathLst>
                <a:path w="1691480" h="63500">
                  <a:moveTo>
                    <a:pt x="0" y="0"/>
                  </a:moveTo>
                  <a:lnTo>
                    <a:pt x="1691480" y="0"/>
                  </a:lnTo>
                  <a:lnTo>
                    <a:pt x="1691480" y="63500"/>
                  </a:lnTo>
                  <a:lnTo>
                    <a:pt x="0" y="63500"/>
                  </a:lnTo>
                  <a:lnTo>
                    <a:pt x="0" y="0"/>
                  </a:lnTo>
                  <a:close/>
                </a:path>
              </a:pathLst>
            </a:custGeom>
            <a:blipFill>
              <a:blip>
                <a:extLst>
                  <a:ext uri="{96DAC541-7B7A-43D3-8B79-37D633B846F1}">
                    <asvg:svgBlip xmlns:asvg="http://schemas.microsoft.com/office/drawing/2016/SVG/main" r:embed="rId3"/>
                  </a:ext>
                </a:extLst>
              </a:blip>
              <a:stretch>
                <a:fillRect l="-78778" t="-102393"/>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94" name="Freeform 29">
              <a:extLst>
                <a:ext uri="{FF2B5EF4-FFF2-40B4-BE49-F238E27FC236}">
                  <a16:creationId xmlns:a16="http://schemas.microsoft.com/office/drawing/2014/main" id="{AFA56D1C-651D-5B47-DCE9-19CD09B5A8D0}"/>
                </a:ext>
              </a:extLst>
            </p:cNvPr>
            <p:cNvSpPr/>
            <p:nvPr/>
          </p:nvSpPr>
          <p:spPr>
            <a:xfrm rot="5400000">
              <a:off x="3732918" y="846812"/>
              <a:ext cx="1625836" cy="63500"/>
            </a:xfrm>
            <a:custGeom>
              <a:avLst/>
              <a:gdLst/>
              <a:ahLst/>
              <a:cxnLst/>
              <a:rect l="l" t="t" r="r" b="b"/>
              <a:pathLst>
                <a:path w="1625836" h="63500">
                  <a:moveTo>
                    <a:pt x="0" y="0"/>
                  </a:moveTo>
                  <a:lnTo>
                    <a:pt x="1625836" y="0"/>
                  </a:lnTo>
                  <a:lnTo>
                    <a:pt x="1625836" y="63500"/>
                  </a:lnTo>
                  <a:lnTo>
                    <a:pt x="0" y="63500"/>
                  </a:lnTo>
                  <a:lnTo>
                    <a:pt x="0" y="0"/>
                  </a:lnTo>
                  <a:close/>
                </a:path>
              </a:pathLst>
            </a:custGeom>
            <a:blipFill>
              <a:blip>
                <a:extLst>
                  <a:ext uri="{96DAC541-7B7A-43D3-8B79-37D633B846F1}">
                    <asvg:svgBlip xmlns:asvg="http://schemas.microsoft.com/office/drawing/2016/SVG/main" r:embed="rId3"/>
                  </a:ext>
                </a:extLst>
              </a:blip>
              <a:stretch>
                <a:fillRect l="-85996" t="-53159" b="-49234"/>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95" name="Freeform 30">
              <a:extLst>
                <a:ext uri="{FF2B5EF4-FFF2-40B4-BE49-F238E27FC236}">
                  <a16:creationId xmlns:a16="http://schemas.microsoft.com/office/drawing/2014/main" id="{73109096-0096-974B-147D-1425DFF11ED5}"/>
                </a:ext>
              </a:extLst>
            </p:cNvPr>
            <p:cNvSpPr/>
            <p:nvPr/>
          </p:nvSpPr>
          <p:spPr>
            <a:xfrm rot="5400000">
              <a:off x="8150576" y="842709"/>
              <a:ext cx="1634041" cy="63500"/>
            </a:xfrm>
            <a:custGeom>
              <a:avLst/>
              <a:gdLst/>
              <a:ahLst/>
              <a:cxnLst/>
              <a:rect l="l" t="t" r="r" b="b"/>
              <a:pathLst>
                <a:path w="1634041" h="63500">
                  <a:moveTo>
                    <a:pt x="0" y="0"/>
                  </a:moveTo>
                  <a:lnTo>
                    <a:pt x="1634041" y="0"/>
                  </a:lnTo>
                  <a:lnTo>
                    <a:pt x="1634041" y="63500"/>
                  </a:lnTo>
                  <a:lnTo>
                    <a:pt x="0" y="63500"/>
                  </a:lnTo>
                  <a:lnTo>
                    <a:pt x="0" y="0"/>
                  </a:lnTo>
                  <a:close/>
                </a:path>
              </a:pathLst>
            </a:custGeom>
            <a:blipFill>
              <a:blip>
                <a:extLst>
                  <a:ext uri="{96DAC541-7B7A-43D3-8B79-37D633B846F1}">
                    <asvg:svgBlip xmlns:asvg="http://schemas.microsoft.com/office/drawing/2016/SVG/main" r:embed="rId3"/>
                  </a:ext>
                </a:extLst>
              </a:blip>
              <a:stretch>
                <a:fillRect l="-85062" t="-102393"/>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96" name="TextBox 31">
              <a:extLst>
                <a:ext uri="{FF2B5EF4-FFF2-40B4-BE49-F238E27FC236}">
                  <a16:creationId xmlns:a16="http://schemas.microsoft.com/office/drawing/2014/main" id="{93CCFD04-9017-C6B2-2FC6-0FEF4730894A}"/>
                </a:ext>
              </a:extLst>
            </p:cNvPr>
            <p:cNvSpPr txBox="1"/>
            <p:nvPr/>
          </p:nvSpPr>
          <p:spPr>
            <a:xfrm>
              <a:off x="3243464" y="538823"/>
              <a:ext cx="407734" cy="556683"/>
            </a:xfrm>
            <a:prstGeom prst="rect">
              <a:avLst/>
            </a:prstGeom>
          </p:spPr>
          <p:txBody>
            <a:bodyPr lIns="0" tIns="0" rIns="0" bIns="0" rtlCol="0" anchor="t">
              <a:spAutoFit/>
            </a:bodyPr>
            <a:lstStyle/>
            <a:p>
              <a:pPr marL="0" marR="0" lvl="0" indent="0" algn="ctr" defTabSz="609585" rtl="0" eaLnBrk="1" fontAlgn="auto" latinLnBrk="0" hangingPunct="1">
                <a:lnSpc>
                  <a:spcPts val="3499"/>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8</a:t>
              </a:r>
            </a:p>
          </p:txBody>
        </p:sp>
        <p:sp>
          <p:nvSpPr>
            <p:cNvPr id="97" name="TextBox 32">
              <a:extLst>
                <a:ext uri="{FF2B5EF4-FFF2-40B4-BE49-F238E27FC236}">
                  <a16:creationId xmlns:a16="http://schemas.microsoft.com/office/drawing/2014/main" id="{BF135367-902E-3221-42E7-488058F796B4}"/>
                </a:ext>
              </a:extLst>
            </p:cNvPr>
            <p:cNvSpPr txBox="1"/>
            <p:nvPr/>
          </p:nvSpPr>
          <p:spPr>
            <a:xfrm>
              <a:off x="987741" y="530261"/>
              <a:ext cx="407734" cy="556683"/>
            </a:xfrm>
            <a:prstGeom prst="rect">
              <a:avLst/>
            </a:prstGeom>
          </p:spPr>
          <p:txBody>
            <a:bodyPr lIns="0" tIns="0" rIns="0" bIns="0" rtlCol="0" anchor="t">
              <a:spAutoFit/>
            </a:bodyPr>
            <a:lstStyle/>
            <a:p>
              <a:pPr marL="0" marR="0" lvl="0" indent="0" algn="ctr" defTabSz="609585" rtl="0" eaLnBrk="1" fontAlgn="auto" latinLnBrk="0" hangingPunct="1">
                <a:lnSpc>
                  <a:spcPts val="3499"/>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8</a:t>
              </a:r>
            </a:p>
          </p:txBody>
        </p:sp>
        <p:sp>
          <p:nvSpPr>
            <p:cNvPr id="98" name="TextBox 33">
              <a:extLst>
                <a:ext uri="{FF2B5EF4-FFF2-40B4-BE49-F238E27FC236}">
                  <a16:creationId xmlns:a16="http://schemas.microsoft.com/office/drawing/2014/main" id="{BA587D25-0A36-D331-90D5-EEF52BC62368}"/>
                </a:ext>
              </a:extLst>
            </p:cNvPr>
            <p:cNvSpPr txBox="1"/>
            <p:nvPr/>
          </p:nvSpPr>
          <p:spPr>
            <a:xfrm>
              <a:off x="5455225" y="530261"/>
              <a:ext cx="407734" cy="556683"/>
            </a:xfrm>
            <a:prstGeom prst="rect">
              <a:avLst/>
            </a:prstGeom>
          </p:spPr>
          <p:txBody>
            <a:bodyPr lIns="0" tIns="0" rIns="0" bIns="0" rtlCol="0" anchor="t">
              <a:spAutoFit/>
            </a:bodyPr>
            <a:lstStyle/>
            <a:p>
              <a:pPr marL="0" marR="0" lvl="0" indent="0" algn="ctr" defTabSz="609585" rtl="0" eaLnBrk="1" fontAlgn="auto" latinLnBrk="0" hangingPunct="1">
                <a:lnSpc>
                  <a:spcPts val="3499"/>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8</a:t>
              </a:r>
            </a:p>
          </p:txBody>
        </p:sp>
        <p:sp>
          <p:nvSpPr>
            <p:cNvPr id="99" name="TextBox 34">
              <a:extLst>
                <a:ext uri="{FF2B5EF4-FFF2-40B4-BE49-F238E27FC236}">
                  <a16:creationId xmlns:a16="http://schemas.microsoft.com/office/drawing/2014/main" id="{0986935C-50A3-8952-7BF3-95901129DC68}"/>
                </a:ext>
              </a:extLst>
            </p:cNvPr>
            <p:cNvSpPr txBox="1"/>
            <p:nvPr/>
          </p:nvSpPr>
          <p:spPr>
            <a:xfrm>
              <a:off x="7743385" y="530261"/>
              <a:ext cx="407734" cy="556683"/>
            </a:xfrm>
            <a:prstGeom prst="rect">
              <a:avLst/>
            </a:prstGeom>
          </p:spPr>
          <p:txBody>
            <a:bodyPr lIns="0" tIns="0" rIns="0" bIns="0" rtlCol="0" anchor="t">
              <a:spAutoFit/>
            </a:bodyPr>
            <a:lstStyle/>
            <a:p>
              <a:pPr marL="0" marR="0" lvl="0" indent="0" algn="ctr" defTabSz="609585" rtl="0" eaLnBrk="1" fontAlgn="auto" latinLnBrk="0" hangingPunct="1">
                <a:lnSpc>
                  <a:spcPts val="3499"/>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8</a:t>
              </a:r>
            </a:p>
          </p:txBody>
        </p:sp>
        <p:sp>
          <p:nvSpPr>
            <p:cNvPr id="100" name="TextBox 35">
              <a:extLst>
                <a:ext uri="{FF2B5EF4-FFF2-40B4-BE49-F238E27FC236}">
                  <a16:creationId xmlns:a16="http://schemas.microsoft.com/office/drawing/2014/main" id="{316D30C8-3511-A5B8-3F7F-A6365EC76AE9}"/>
                </a:ext>
              </a:extLst>
            </p:cNvPr>
            <p:cNvSpPr txBox="1"/>
            <p:nvPr/>
          </p:nvSpPr>
          <p:spPr>
            <a:xfrm>
              <a:off x="9971687" y="530261"/>
              <a:ext cx="407734" cy="556683"/>
            </a:xfrm>
            <a:prstGeom prst="rect">
              <a:avLst/>
            </a:prstGeom>
          </p:spPr>
          <p:txBody>
            <a:bodyPr lIns="0" tIns="0" rIns="0" bIns="0" rtlCol="0" anchor="t">
              <a:spAutoFit/>
            </a:bodyPr>
            <a:lstStyle/>
            <a:p>
              <a:pPr marL="0" marR="0" lvl="0" indent="0" algn="ctr" defTabSz="609585" rtl="0" eaLnBrk="1" fontAlgn="auto" latinLnBrk="0" hangingPunct="1">
                <a:lnSpc>
                  <a:spcPts val="3499"/>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8</a:t>
              </a:r>
            </a:p>
          </p:txBody>
        </p:sp>
        <p:sp>
          <p:nvSpPr>
            <p:cNvPr id="101" name="AutoShape 36">
              <a:extLst>
                <a:ext uri="{FF2B5EF4-FFF2-40B4-BE49-F238E27FC236}">
                  <a16:creationId xmlns:a16="http://schemas.microsoft.com/office/drawing/2014/main" id="{09A3CE8F-F68C-8A96-28B2-618498C817C8}"/>
                </a:ext>
              </a:extLst>
            </p:cNvPr>
            <p:cNvSpPr/>
            <p:nvPr/>
          </p:nvSpPr>
          <p:spPr>
            <a:xfrm>
              <a:off x="65617" y="2146709"/>
              <a:ext cx="11474539" cy="8132"/>
            </a:xfrm>
            <a:prstGeom prst="line">
              <a:avLst/>
            </a:prstGeom>
            <a:ln w="50800" cap="flat">
              <a:solidFill>
                <a:srgbClr val="F51720"/>
              </a:solidFill>
              <a:prstDash val="solid"/>
              <a:headEnd type="none" w="sm" len="sm"/>
              <a:tailEnd type="arrow" w="med"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02" name="Freeform 37">
              <a:extLst>
                <a:ext uri="{FF2B5EF4-FFF2-40B4-BE49-F238E27FC236}">
                  <a16:creationId xmlns:a16="http://schemas.microsoft.com/office/drawing/2014/main" id="{6FA4B48F-861C-080D-4AAF-5047729BD0B1}"/>
                </a:ext>
              </a:extLst>
            </p:cNvPr>
            <p:cNvSpPr/>
            <p:nvPr/>
          </p:nvSpPr>
          <p:spPr>
            <a:xfrm rot="5400000">
              <a:off x="6526534" y="2115773"/>
              <a:ext cx="458628" cy="63500"/>
            </a:xfrm>
            <a:custGeom>
              <a:avLst/>
              <a:gdLst/>
              <a:ahLst/>
              <a:cxnLst/>
              <a:rect l="l" t="t" r="r" b="b"/>
              <a:pathLst>
                <a:path w="458628" h="63500">
                  <a:moveTo>
                    <a:pt x="0" y="0"/>
                  </a:moveTo>
                  <a:lnTo>
                    <a:pt x="458628" y="0"/>
                  </a:lnTo>
                  <a:lnTo>
                    <a:pt x="458628" y="63500"/>
                  </a:lnTo>
                  <a:lnTo>
                    <a:pt x="0" y="63500"/>
                  </a:lnTo>
                  <a:lnTo>
                    <a:pt x="0" y="0"/>
                  </a:lnTo>
                  <a:close/>
                </a:path>
              </a:pathLst>
            </a:custGeom>
            <a:blipFill>
              <a:blip>
                <a:extLst>
                  <a:ext uri="{96DAC541-7B7A-43D3-8B79-37D633B846F1}">
                    <asvg:svgBlip xmlns:asvg="http://schemas.microsoft.com/office/drawing/2016/SVG/main" r:embed="rId3"/>
                  </a:ext>
                </a:extLst>
              </a:blip>
              <a:stretch>
                <a:fillRect l="-479570" t="-87026" r="-79787" b="-15367"/>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03" name="Freeform 38">
              <a:extLst>
                <a:ext uri="{FF2B5EF4-FFF2-40B4-BE49-F238E27FC236}">
                  <a16:creationId xmlns:a16="http://schemas.microsoft.com/office/drawing/2014/main" id="{C201CC2F-F769-8331-DF99-CBD9ABE7DE12}"/>
                </a:ext>
              </a:extLst>
            </p:cNvPr>
            <p:cNvSpPr/>
            <p:nvPr/>
          </p:nvSpPr>
          <p:spPr>
            <a:xfrm rot="5400000">
              <a:off x="2023836" y="2137233"/>
              <a:ext cx="525151" cy="63500"/>
            </a:xfrm>
            <a:custGeom>
              <a:avLst/>
              <a:gdLst/>
              <a:ahLst/>
              <a:cxnLst/>
              <a:rect l="l" t="t" r="r" b="b"/>
              <a:pathLst>
                <a:path w="525151" h="63500">
                  <a:moveTo>
                    <a:pt x="0" y="0"/>
                  </a:moveTo>
                  <a:lnTo>
                    <a:pt x="525151" y="0"/>
                  </a:lnTo>
                  <a:lnTo>
                    <a:pt x="525151" y="63500"/>
                  </a:lnTo>
                  <a:lnTo>
                    <a:pt x="0" y="63500"/>
                  </a:lnTo>
                  <a:lnTo>
                    <a:pt x="0" y="0"/>
                  </a:lnTo>
                  <a:close/>
                </a:path>
              </a:pathLst>
            </a:custGeom>
            <a:blipFill>
              <a:blip>
                <a:extLst>
                  <a:ext uri="{96DAC541-7B7A-43D3-8B79-37D633B846F1}">
                    <asvg:svgBlip xmlns:asvg="http://schemas.microsoft.com/office/drawing/2016/SVG/main" r:embed="rId3"/>
                  </a:ext>
                </a:extLst>
              </a:blip>
              <a:stretch>
                <a:fillRect l="-413189" t="-102393" r="-62645"/>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04" name="Freeform 39">
              <a:extLst>
                <a:ext uri="{FF2B5EF4-FFF2-40B4-BE49-F238E27FC236}">
                  <a16:creationId xmlns:a16="http://schemas.microsoft.com/office/drawing/2014/main" id="{927DC349-4121-C045-A279-4A76BCB8C4CB}"/>
                </a:ext>
              </a:extLst>
            </p:cNvPr>
            <p:cNvSpPr/>
            <p:nvPr/>
          </p:nvSpPr>
          <p:spPr>
            <a:xfrm rot="5400000">
              <a:off x="4316975" y="2110203"/>
              <a:ext cx="434233" cy="73013"/>
            </a:xfrm>
            <a:custGeom>
              <a:avLst/>
              <a:gdLst/>
              <a:ahLst/>
              <a:cxnLst/>
              <a:rect l="l" t="t" r="r" b="b"/>
              <a:pathLst>
                <a:path w="434233" h="73013">
                  <a:moveTo>
                    <a:pt x="0" y="0"/>
                  </a:moveTo>
                  <a:lnTo>
                    <a:pt x="434233" y="0"/>
                  </a:lnTo>
                  <a:lnTo>
                    <a:pt x="434233" y="73013"/>
                  </a:lnTo>
                  <a:lnTo>
                    <a:pt x="0" y="73013"/>
                  </a:lnTo>
                  <a:lnTo>
                    <a:pt x="0" y="0"/>
                  </a:lnTo>
                  <a:close/>
                </a:path>
              </a:pathLst>
            </a:custGeom>
            <a:blipFill>
              <a:blip>
                <a:extLst>
                  <a:ext uri="{96DAC541-7B7A-43D3-8B79-37D633B846F1}">
                    <asvg:svgBlip xmlns:asvg="http://schemas.microsoft.com/office/drawing/2016/SVG/main" r:embed="rId3"/>
                  </a:ext>
                </a:extLst>
              </a:blip>
              <a:stretch>
                <a:fillRect l="-505040" t="-76024" r="-91359"/>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05" name="Freeform 40">
              <a:extLst>
                <a:ext uri="{FF2B5EF4-FFF2-40B4-BE49-F238E27FC236}">
                  <a16:creationId xmlns:a16="http://schemas.microsoft.com/office/drawing/2014/main" id="{E51DA488-4891-6725-5E92-6390992D5303}"/>
                </a:ext>
              </a:extLst>
            </p:cNvPr>
            <p:cNvSpPr/>
            <p:nvPr/>
          </p:nvSpPr>
          <p:spPr>
            <a:xfrm rot="5400000">
              <a:off x="8784760" y="2123091"/>
              <a:ext cx="395201" cy="63500"/>
            </a:xfrm>
            <a:custGeom>
              <a:avLst/>
              <a:gdLst/>
              <a:ahLst/>
              <a:cxnLst/>
              <a:rect l="l" t="t" r="r" b="b"/>
              <a:pathLst>
                <a:path w="395201" h="63500">
                  <a:moveTo>
                    <a:pt x="0" y="0"/>
                  </a:moveTo>
                  <a:lnTo>
                    <a:pt x="395201" y="0"/>
                  </a:lnTo>
                  <a:lnTo>
                    <a:pt x="395201" y="63500"/>
                  </a:lnTo>
                  <a:lnTo>
                    <a:pt x="0" y="63500"/>
                  </a:lnTo>
                  <a:lnTo>
                    <a:pt x="0" y="0"/>
                  </a:lnTo>
                  <a:close/>
                </a:path>
              </a:pathLst>
            </a:custGeom>
            <a:blipFill>
              <a:blip>
                <a:extLst>
                  <a:ext uri="{96DAC541-7B7A-43D3-8B79-37D633B846F1}">
                    <asvg:svgBlip xmlns:asvg="http://schemas.microsoft.com/office/drawing/2016/SVG/main" r:embed="rId3"/>
                  </a:ext>
                </a:extLst>
              </a:blip>
              <a:stretch>
                <a:fillRect l="-561916" t="-102393" r="-103263"/>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06" name="Freeform 41">
              <a:extLst>
                <a:ext uri="{FF2B5EF4-FFF2-40B4-BE49-F238E27FC236}">
                  <a16:creationId xmlns:a16="http://schemas.microsoft.com/office/drawing/2014/main" id="{F41FD11F-D9D4-C7E5-1F25-497E538685B8}"/>
                </a:ext>
              </a:extLst>
            </p:cNvPr>
            <p:cNvSpPr/>
            <p:nvPr/>
          </p:nvSpPr>
          <p:spPr>
            <a:xfrm rot="5400000">
              <a:off x="-152901" y="2114959"/>
              <a:ext cx="500534" cy="63500"/>
            </a:xfrm>
            <a:custGeom>
              <a:avLst/>
              <a:gdLst/>
              <a:ahLst/>
              <a:cxnLst/>
              <a:rect l="l" t="t" r="r" b="b"/>
              <a:pathLst>
                <a:path w="500534" h="63500">
                  <a:moveTo>
                    <a:pt x="0" y="0"/>
                  </a:moveTo>
                  <a:lnTo>
                    <a:pt x="500535" y="0"/>
                  </a:lnTo>
                  <a:lnTo>
                    <a:pt x="500535" y="63500"/>
                  </a:lnTo>
                  <a:lnTo>
                    <a:pt x="0" y="63500"/>
                  </a:lnTo>
                  <a:lnTo>
                    <a:pt x="0" y="0"/>
                  </a:lnTo>
                  <a:close/>
                </a:path>
              </a:pathLst>
            </a:custGeom>
            <a:blipFill>
              <a:blip>
                <a:extLst>
                  <a:ext uri="{96DAC541-7B7A-43D3-8B79-37D633B846F1}">
                    <asvg:svgBlip xmlns:asvg="http://schemas.microsoft.com/office/drawing/2016/SVG/main" r:embed="rId3"/>
                  </a:ext>
                </a:extLst>
              </a:blip>
              <a:stretch>
                <a:fillRect l="-430231" t="-102393" r="-73922"/>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07" name="Freeform 42">
              <a:extLst>
                <a:ext uri="{FF2B5EF4-FFF2-40B4-BE49-F238E27FC236}">
                  <a16:creationId xmlns:a16="http://schemas.microsoft.com/office/drawing/2014/main" id="{50533C8A-46FC-8503-5E62-B087BA0A34E6}"/>
                </a:ext>
              </a:extLst>
            </p:cNvPr>
            <p:cNvSpPr/>
            <p:nvPr/>
          </p:nvSpPr>
          <p:spPr>
            <a:xfrm rot="5400000">
              <a:off x="10969100" y="2114959"/>
              <a:ext cx="385443" cy="63500"/>
            </a:xfrm>
            <a:custGeom>
              <a:avLst/>
              <a:gdLst/>
              <a:ahLst/>
              <a:cxnLst/>
              <a:rect l="l" t="t" r="r" b="b"/>
              <a:pathLst>
                <a:path w="385443" h="63500">
                  <a:moveTo>
                    <a:pt x="0" y="0"/>
                  </a:moveTo>
                  <a:lnTo>
                    <a:pt x="385443" y="0"/>
                  </a:lnTo>
                  <a:lnTo>
                    <a:pt x="385443" y="63500"/>
                  </a:lnTo>
                  <a:lnTo>
                    <a:pt x="0" y="63500"/>
                  </a:lnTo>
                  <a:lnTo>
                    <a:pt x="0" y="0"/>
                  </a:lnTo>
                  <a:close/>
                </a:path>
              </a:pathLst>
            </a:custGeom>
            <a:blipFill>
              <a:blip>
                <a:extLst>
                  <a:ext uri="{96DAC541-7B7A-43D3-8B79-37D633B846F1}">
                    <asvg:svgBlip xmlns:asvg="http://schemas.microsoft.com/office/drawing/2016/SVG/main" r:embed="rId3"/>
                  </a:ext>
                </a:extLst>
              </a:blip>
              <a:stretch>
                <a:fillRect l="-573610" t="-102393" r="-110941"/>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08" name="TextBox 43">
              <a:extLst>
                <a:ext uri="{FF2B5EF4-FFF2-40B4-BE49-F238E27FC236}">
                  <a16:creationId xmlns:a16="http://schemas.microsoft.com/office/drawing/2014/main" id="{C947B970-C563-C6B1-05D4-141F8713E19A}"/>
                </a:ext>
              </a:extLst>
            </p:cNvPr>
            <p:cNvSpPr txBox="1"/>
            <p:nvPr/>
          </p:nvSpPr>
          <p:spPr>
            <a:xfrm>
              <a:off x="1943939" y="2375879"/>
              <a:ext cx="604262" cy="820482"/>
            </a:xfrm>
            <a:prstGeom prst="rect">
              <a:avLst/>
            </a:prstGeom>
          </p:spPr>
          <p:txBody>
            <a:bodyPr wrap="square" lIns="0" tIns="0" rIns="0" bIns="0" rtlCol="0" anchor="t">
              <a:spAutoFit/>
            </a:bodyPr>
            <a:lstStyle/>
            <a:p>
              <a:pPr marL="0" marR="0" lvl="0" indent="0" algn="ctr" defTabSz="609585" rtl="0" eaLnBrk="1" fontAlgn="auto" latinLnBrk="0" hangingPunct="1">
                <a:lnSpc>
                  <a:spcPts val="3499"/>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8</a:t>
              </a:r>
            </a:p>
          </p:txBody>
        </p:sp>
        <p:sp>
          <p:nvSpPr>
            <p:cNvPr id="109" name="TextBox 44">
              <a:extLst>
                <a:ext uri="{FF2B5EF4-FFF2-40B4-BE49-F238E27FC236}">
                  <a16:creationId xmlns:a16="http://schemas.microsoft.com/office/drawing/2014/main" id="{37160153-E3EB-17BC-DC9B-C34FC1F6096D}"/>
                </a:ext>
              </a:extLst>
            </p:cNvPr>
            <p:cNvSpPr txBox="1"/>
            <p:nvPr/>
          </p:nvSpPr>
          <p:spPr>
            <a:xfrm>
              <a:off x="0" y="2374408"/>
              <a:ext cx="194733" cy="556683"/>
            </a:xfrm>
            <a:prstGeom prst="rect">
              <a:avLst/>
            </a:prstGeom>
          </p:spPr>
          <p:txBody>
            <a:bodyPr lIns="0" tIns="0" rIns="0" bIns="0" rtlCol="0" anchor="t">
              <a:spAutoFit/>
            </a:bodyPr>
            <a:lstStyle/>
            <a:p>
              <a:pPr marL="0" marR="0" lvl="0" indent="0" algn="ctr" defTabSz="609585" rtl="0" eaLnBrk="1" fontAlgn="auto" latinLnBrk="0" hangingPunct="1">
                <a:lnSpc>
                  <a:spcPts val="3499"/>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0</a:t>
              </a:r>
            </a:p>
          </p:txBody>
        </p:sp>
        <p:sp>
          <p:nvSpPr>
            <p:cNvPr id="110" name="TextBox 45">
              <a:extLst>
                <a:ext uri="{FF2B5EF4-FFF2-40B4-BE49-F238E27FC236}">
                  <a16:creationId xmlns:a16="http://schemas.microsoft.com/office/drawing/2014/main" id="{06B870C3-2FEE-B7E6-78BC-7444F6F839B3}"/>
                </a:ext>
              </a:extLst>
            </p:cNvPr>
            <p:cNvSpPr txBox="1"/>
            <p:nvPr/>
          </p:nvSpPr>
          <p:spPr>
            <a:xfrm>
              <a:off x="3975016" y="2305691"/>
              <a:ext cx="1022289" cy="820482"/>
            </a:xfrm>
            <a:prstGeom prst="rect">
              <a:avLst/>
            </a:prstGeom>
          </p:spPr>
          <p:txBody>
            <a:bodyPr wrap="square" lIns="0" tIns="0" rIns="0" bIns="0" rtlCol="0" anchor="t">
              <a:spAutoFit/>
            </a:bodyPr>
            <a:lstStyle/>
            <a:p>
              <a:pPr marL="0" marR="0" lvl="0" indent="0" algn="ctr" defTabSz="609585" rtl="0" eaLnBrk="1" fontAlgn="auto" latinLnBrk="0" hangingPunct="1">
                <a:lnSpc>
                  <a:spcPts val="3499"/>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16</a:t>
              </a:r>
            </a:p>
          </p:txBody>
        </p:sp>
        <p:sp>
          <p:nvSpPr>
            <p:cNvPr id="111" name="TextBox 46">
              <a:extLst>
                <a:ext uri="{FF2B5EF4-FFF2-40B4-BE49-F238E27FC236}">
                  <a16:creationId xmlns:a16="http://schemas.microsoft.com/office/drawing/2014/main" id="{D1ABFFA9-9091-14B2-BBAF-5C88420963DF}"/>
                </a:ext>
              </a:extLst>
            </p:cNvPr>
            <p:cNvSpPr txBox="1"/>
            <p:nvPr/>
          </p:nvSpPr>
          <p:spPr>
            <a:xfrm>
              <a:off x="6262627" y="2302521"/>
              <a:ext cx="928239" cy="820482"/>
            </a:xfrm>
            <a:prstGeom prst="rect">
              <a:avLst/>
            </a:prstGeom>
          </p:spPr>
          <p:txBody>
            <a:bodyPr wrap="square" lIns="0" tIns="0" rIns="0" bIns="0" rtlCol="0" anchor="t">
              <a:spAutoFit/>
            </a:bodyPr>
            <a:lstStyle/>
            <a:p>
              <a:pPr marL="0" marR="0" lvl="0" indent="0" algn="ctr" defTabSz="609585" rtl="0" eaLnBrk="1" fontAlgn="auto" latinLnBrk="0" hangingPunct="1">
                <a:lnSpc>
                  <a:spcPts val="3499"/>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24</a:t>
              </a:r>
            </a:p>
          </p:txBody>
        </p:sp>
        <p:sp>
          <p:nvSpPr>
            <p:cNvPr id="112" name="TextBox 47">
              <a:extLst>
                <a:ext uri="{FF2B5EF4-FFF2-40B4-BE49-F238E27FC236}">
                  <a16:creationId xmlns:a16="http://schemas.microsoft.com/office/drawing/2014/main" id="{64961D15-3E22-369B-902A-707A5C8C348D}"/>
                </a:ext>
              </a:extLst>
            </p:cNvPr>
            <p:cNvSpPr txBox="1"/>
            <p:nvPr/>
          </p:nvSpPr>
          <p:spPr>
            <a:xfrm>
              <a:off x="8485295" y="2272246"/>
              <a:ext cx="837242" cy="820482"/>
            </a:xfrm>
            <a:prstGeom prst="rect">
              <a:avLst/>
            </a:prstGeom>
          </p:spPr>
          <p:txBody>
            <a:bodyPr wrap="square" lIns="0" tIns="0" rIns="0" bIns="0" rtlCol="0" anchor="t">
              <a:spAutoFit/>
            </a:bodyPr>
            <a:lstStyle/>
            <a:p>
              <a:pPr marL="0" marR="0" lvl="0" indent="0" algn="ctr" defTabSz="609585" rtl="0" eaLnBrk="1" fontAlgn="auto" latinLnBrk="0" hangingPunct="1">
                <a:lnSpc>
                  <a:spcPts val="3499"/>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32</a:t>
              </a:r>
            </a:p>
          </p:txBody>
        </p:sp>
        <p:sp>
          <p:nvSpPr>
            <p:cNvPr id="113" name="TextBox 48">
              <a:extLst>
                <a:ext uri="{FF2B5EF4-FFF2-40B4-BE49-F238E27FC236}">
                  <a16:creationId xmlns:a16="http://schemas.microsoft.com/office/drawing/2014/main" id="{B965B850-527D-18F4-072F-3D045A9E96BD}"/>
                </a:ext>
              </a:extLst>
            </p:cNvPr>
            <p:cNvSpPr txBox="1"/>
            <p:nvPr/>
          </p:nvSpPr>
          <p:spPr>
            <a:xfrm>
              <a:off x="10599056" y="2258604"/>
              <a:ext cx="913917" cy="820482"/>
            </a:xfrm>
            <a:prstGeom prst="rect">
              <a:avLst/>
            </a:prstGeom>
          </p:spPr>
          <p:txBody>
            <a:bodyPr wrap="square" lIns="0" tIns="0" rIns="0" bIns="0" rtlCol="0" anchor="t">
              <a:spAutoFit/>
            </a:bodyPr>
            <a:lstStyle/>
            <a:p>
              <a:pPr marL="0" marR="0" lvl="0" indent="0" algn="ctr" defTabSz="609585" rtl="0" eaLnBrk="1" fontAlgn="auto" latinLnBrk="0" hangingPunct="1">
                <a:lnSpc>
                  <a:spcPts val="3499"/>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40</a:t>
              </a:r>
            </a:p>
          </p:txBody>
        </p:sp>
      </p:grpSp>
      <p:sp>
        <p:nvSpPr>
          <p:cNvPr id="89" name="Freeform 50"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8EDAD29D-A99E-801C-8736-349AF32AFC11}"/>
              </a:ext>
            </a:extLst>
          </p:cNvPr>
          <p:cNvSpPr/>
          <p:nvPr/>
        </p:nvSpPr>
        <p:spPr>
          <a:xfrm>
            <a:off x="3317025" y="1274034"/>
            <a:ext cx="2178918" cy="1954071"/>
          </a:xfrm>
          <a:custGeom>
            <a:avLst/>
            <a:gdLst/>
            <a:ahLst/>
            <a:cxnLst/>
            <a:rect l="l" t="t" r="r" b="b"/>
            <a:pathLst>
              <a:path w="1205498" h="1039776">
                <a:moveTo>
                  <a:pt x="0" y="0"/>
                </a:moveTo>
                <a:lnTo>
                  <a:pt x="1205498" y="0"/>
                </a:lnTo>
                <a:lnTo>
                  <a:pt x="1205498" y="1039776"/>
                </a:lnTo>
                <a:lnTo>
                  <a:pt x="0" y="1039776"/>
                </a:lnTo>
                <a:close/>
              </a:path>
            </a:pathLst>
          </a:custGeom>
          <a:solidFill>
            <a:srgbClr val="6D227D">
              <a:alpha val="45882"/>
            </a:srgbClr>
          </a:solidFill>
          <a:ln w="47625" cap="sq">
            <a:solidFill>
              <a:srgbClr val="000000">
                <a:alpha val="45882"/>
              </a:srgbClr>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58" name="Freeform 50"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E05C493F-8898-4378-030C-FE7992DA600C}"/>
              </a:ext>
            </a:extLst>
          </p:cNvPr>
          <p:cNvSpPr/>
          <p:nvPr/>
        </p:nvSpPr>
        <p:spPr>
          <a:xfrm>
            <a:off x="3254469" y="4355766"/>
            <a:ext cx="4377150" cy="1954071"/>
          </a:xfrm>
          <a:custGeom>
            <a:avLst/>
            <a:gdLst/>
            <a:ahLst/>
            <a:cxnLst/>
            <a:rect l="l" t="t" r="r" b="b"/>
            <a:pathLst>
              <a:path w="1205498" h="1039776">
                <a:moveTo>
                  <a:pt x="0" y="0"/>
                </a:moveTo>
                <a:lnTo>
                  <a:pt x="1205498" y="0"/>
                </a:lnTo>
                <a:lnTo>
                  <a:pt x="1205498" y="1039776"/>
                </a:lnTo>
                <a:lnTo>
                  <a:pt x="0" y="1039776"/>
                </a:lnTo>
                <a:close/>
              </a:path>
            </a:pathLst>
          </a:custGeom>
          <a:solidFill>
            <a:srgbClr val="6D227D">
              <a:alpha val="45882"/>
            </a:srgbClr>
          </a:solidFill>
          <a:ln w="47625" cap="sq">
            <a:solidFill>
              <a:srgbClr val="000000">
                <a:alpha val="45882"/>
              </a:srgbClr>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nvGrpSpPr>
          <p:cNvPr id="125" name="Group 13"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84F6BA46-41EA-F827-0490-8ABDF565EB92}"/>
              </a:ext>
            </a:extLst>
          </p:cNvPr>
          <p:cNvGrpSpPr/>
          <p:nvPr/>
        </p:nvGrpSpPr>
        <p:grpSpPr>
          <a:xfrm>
            <a:off x="4777807" y="1470281"/>
            <a:ext cx="321077" cy="646266"/>
            <a:chOff x="1730233" y="-4739574"/>
            <a:chExt cx="403652" cy="888034"/>
          </a:xfrm>
        </p:grpSpPr>
        <p:sp>
          <p:nvSpPr>
            <p:cNvPr id="126" name="Freeform 14">
              <a:extLst>
                <a:ext uri="{FF2B5EF4-FFF2-40B4-BE49-F238E27FC236}">
                  <a16:creationId xmlns:a16="http://schemas.microsoft.com/office/drawing/2014/main" id="{FBF0477F-148D-FB9A-A3A6-31EC3D9C908F}"/>
                </a:ext>
              </a:extLst>
            </p:cNvPr>
            <p:cNvSpPr/>
            <p:nvPr/>
          </p:nvSpPr>
          <p:spPr>
            <a:xfrm>
              <a:off x="1730233" y="-4739574"/>
              <a:ext cx="403652" cy="888034"/>
            </a:xfrm>
            <a:custGeom>
              <a:avLst/>
              <a:gdLst/>
              <a:ahLst/>
              <a:cxnLst/>
              <a:rect l="l" t="t" r="r" b="b"/>
              <a:pathLst>
                <a:path w="403652" h="888034">
                  <a:moveTo>
                    <a:pt x="0" y="0"/>
                  </a:moveTo>
                  <a:lnTo>
                    <a:pt x="403652" y="0"/>
                  </a:lnTo>
                  <a:lnTo>
                    <a:pt x="403652" y="888034"/>
                  </a:lnTo>
                  <a:lnTo>
                    <a:pt x="0" y="88803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grpSp>
        <p:nvGrpSpPr>
          <p:cNvPr id="127" name="Group 13"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57CE9329-7F2E-177C-8290-FD602194A438}"/>
              </a:ext>
            </a:extLst>
          </p:cNvPr>
          <p:cNvGrpSpPr/>
          <p:nvPr/>
        </p:nvGrpSpPr>
        <p:grpSpPr>
          <a:xfrm>
            <a:off x="6997417" y="1445049"/>
            <a:ext cx="321077" cy="646266"/>
            <a:chOff x="1730233" y="-4739574"/>
            <a:chExt cx="403652" cy="888034"/>
          </a:xfrm>
        </p:grpSpPr>
        <p:sp>
          <p:nvSpPr>
            <p:cNvPr id="128" name="Freeform 14">
              <a:extLst>
                <a:ext uri="{FF2B5EF4-FFF2-40B4-BE49-F238E27FC236}">
                  <a16:creationId xmlns:a16="http://schemas.microsoft.com/office/drawing/2014/main" id="{45B13748-1209-F28A-52F3-4505D92DD8EE}"/>
                </a:ext>
              </a:extLst>
            </p:cNvPr>
            <p:cNvSpPr/>
            <p:nvPr/>
          </p:nvSpPr>
          <p:spPr>
            <a:xfrm>
              <a:off x="1730233" y="-4739574"/>
              <a:ext cx="403652" cy="888034"/>
            </a:xfrm>
            <a:custGeom>
              <a:avLst/>
              <a:gdLst/>
              <a:ahLst/>
              <a:cxnLst/>
              <a:rect l="l" t="t" r="r" b="b"/>
              <a:pathLst>
                <a:path w="403652" h="888034">
                  <a:moveTo>
                    <a:pt x="0" y="0"/>
                  </a:moveTo>
                  <a:lnTo>
                    <a:pt x="403652" y="0"/>
                  </a:lnTo>
                  <a:lnTo>
                    <a:pt x="403652" y="888034"/>
                  </a:lnTo>
                  <a:lnTo>
                    <a:pt x="0" y="88803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grpSp>
        <p:nvGrpSpPr>
          <p:cNvPr id="129" name="Group 13"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6383810E-3E53-E7A6-23CC-5CF90A6D6974}"/>
              </a:ext>
            </a:extLst>
          </p:cNvPr>
          <p:cNvGrpSpPr/>
          <p:nvPr/>
        </p:nvGrpSpPr>
        <p:grpSpPr>
          <a:xfrm>
            <a:off x="5900408" y="1457011"/>
            <a:ext cx="321077" cy="646266"/>
            <a:chOff x="1730233" y="-4739574"/>
            <a:chExt cx="403652" cy="888034"/>
          </a:xfrm>
        </p:grpSpPr>
        <p:sp>
          <p:nvSpPr>
            <p:cNvPr id="130" name="Freeform 14">
              <a:extLst>
                <a:ext uri="{FF2B5EF4-FFF2-40B4-BE49-F238E27FC236}">
                  <a16:creationId xmlns:a16="http://schemas.microsoft.com/office/drawing/2014/main" id="{437C6FFA-5A1D-685E-7D0A-A01B486606AD}"/>
                </a:ext>
              </a:extLst>
            </p:cNvPr>
            <p:cNvSpPr/>
            <p:nvPr/>
          </p:nvSpPr>
          <p:spPr>
            <a:xfrm>
              <a:off x="1730233" y="-4739574"/>
              <a:ext cx="403652" cy="888034"/>
            </a:xfrm>
            <a:custGeom>
              <a:avLst/>
              <a:gdLst/>
              <a:ahLst/>
              <a:cxnLst/>
              <a:rect l="l" t="t" r="r" b="b"/>
              <a:pathLst>
                <a:path w="403652" h="888034">
                  <a:moveTo>
                    <a:pt x="0" y="0"/>
                  </a:moveTo>
                  <a:lnTo>
                    <a:pt x="403652" y="0"/>
                  </a:lnTo>
                  <a:lnTo>
                    <a:pt x="403652" y="888034"/>
                  </a:lnTo>
                  <a:lnTo>
                    <a:pt x="0" y="88803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grpSp>
        <p:nvGrpSpPr>
          <p:cNvPr id="131" name="Group 13"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18D1A78D-6460-6D79-5014-CD48B0DF448C}"/>
              </a:ext>
            </a:extLst>
          </p:cNvPr>
          <p:cNvGrpSpPr/>
          <p:nvPr/>
        </p:nvGrpSpPr>
        <p:grpSpPr>
          <a:xfrm>
            <a:off x="8051810" y="1437377"/>
            <a:ext cx="321077" cy="646266"/>
            <a:chOff x="1730233" y="-4739574"/>
            <a:chExt cx="403652" cy="888034"/>
          </a:xfrm>
        </p:grpSpPr>
        <p:sp>
          <p:nvSpPr>
            <p:cNvPr id="132" name="Freeform 14">
              <a:extLst>
                <a:ext uri="{FF2B5EF4-FFF2-40B4-BE49-F238E27FC236}">
                  <a16:creationId xmlns:a16="http://schemas.microsoft.com/office/drawing/2014/main" id="{65A1E9CD-9C40-2227-B1D0-0AB4423B4FE0}"/>
                </a:ext>
              </a:extLst>
            </p:cNvPr>
            <p:cNvSpPr/>
            <p:nvPr/>
          </p:nvSpPr>
          <p:spPr>
            <a:xfrm>
              <a:off x="1730233" y="-4739574"/>
              <a:ext cx="403652" cy="888034"/>
            </a:xfrm>
            <a:custGeom>
              <a:avLst/>
              <a:gdLst/>
              <a:ahLst/>
              <a:cxnLst/>
              <a:rect l="l" t="t" r="r" b="b"/>
              <a:pathLst>
                <a:path w="403652" h="888034">
                  <a:moveTo>
                    <a:pt x="0" y="0"/>
                  </a:moveTo>
                  <a:lnTo>
                    <a:pt x="403652" y="0"/>
                  </a:lnTo>
                  <a:lnTo>
                    <a:pt x="403652" y="888034"/>
                  </a:lnTo>
                  <a:lnTo>
                    <a:pt x="0" y="88803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grpSp>
        <p:nvGrpSpPr>
          <p:cNvPr id="195" name="Group 2"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9BD10746-5D47-7AC0-65A5-EA5BC495CFC0}"/>
              </a:ext>
            </a:extLst>
          </p:cNvPr>
          <p:cNvGrpSpPr/>
          <p:nvPr/>
        </p:nvGrpSpPr>
        <p:grpSpPr>
          <a:xfrm>
            <a:off x="3239138" y="3877034"/>
            <a:ext cx="5510151" cy="588014"/>
            <a:chOff x="0" y="-28575"/>
            <a:chExt cx="3005956" cy="324182"/>
          </a:xfrm>
        </p:grpSpPr>
        <p:sp>
          <p:nvSpPr>
            <p:cNvPr id="196" name="Freeform 3">
              <a:extLst>
                <a:ext uri="{FF2B5EF4-FFF2-40B4-BE49-F238E27FC236}">
                  <a16:creationId xmlns:a16="http://schemas.microsoft.com/office/drawing/2014/main" id="{2892F3C9-1BD9-74B9-EDFE-CB606F39F4FA}"/>
                </a:ext>
              </a:extLst>
            </p:cNvPr>
            <p:cNvSpPr/>
            <p:nvPr/>
          </p:nvSpPr>
          <p:spPr>
            <a:xfrm>
              <a:off x="0" y="0"/>
              <a:ext cx="3005956" cy="295607"/>
            </a:xfrm>
            <a:custGeom>
              <a:avLst/>
              <a:gdLst/>
              <a:ahLst/>
              <a:cxnLst/>
              <a:rect l="l" t="t" r="r" b="b"/>
              <a:pathLst>
                <a:path w="2992394" h="295607">
                  <a:moveTo>
                    <a:pt x="0" y="0"/>
                  </a:moveTo>
                  <a:lnTo>
                    <a:pt x="2992394" y="0"/>
                  </a:lnTo>
                  <a:lnTo>
                    <a:pt x="2992394" y="295607"/>
                  </a:lnTo>
                  <a:lnTo>
                    <a:pt x="0" y="295607"/>
                  </a:lnTo>
                  <a:close/>
                </a:path>
              </a:pathLst>
            </a:custGeom>
            <a:solidFill>
              <a:srgbClr val="000000">
                <a:alpha val="0"/>
              </a:srgbClr>
            </a:solidFill>
            <a:ln w="47625"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97" name="TextBox 4">
              <a:extLst>
                <a:ext uri="{FF2B5EF4-FFF2-40B4-BE49-F238E27FC236}">
                  <a16:creationId xmlns:a16="http://schemas.microsoft.com/office/drawing/2014/main" id="{DBD9E1D1-9F48-0F67-05C5-EF78E012D937}"/>
                </a:ext>
              </a:extLst>
            </p:cNvPr>
            <p:cNvSpPr txBox="1"/>
            <p:nvPr/>
          </p:nvSpPr>
          <p:spPr>
            <a:xfrm>
              <a:off x="0" y="-28575"/>
              <a:ext cx="2992394" cy="324182"/>
            </a:xfrm>
            <a:prstGeom prst="rect">
              <a:avLst/>
            </a:prstGeom>
          </p:spPr>
          <p:txBody>
            <a:bodyPr lIns="37294" tIns="37294" rIns="37294" bIns="37294" rtlCol="0" anchor="ctr"/>
            <a:lstStyle/>
            <a:p>
              <a:pPr marL="0" marR="0" lvl="0" indent="0" algn="ctr" defTabSz="609585" rtl="0" eaLnBrk="1" fontAlgn="auto" latinLnBrk="0" hangingPunct="1">
                <a:lnSpc>
                  <a:spcPts val="1852"/>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sp>
        <p:nvSpPr>
          <p:cNvPr id="198" name="Freeform 6"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DB760179-E158-09BC-37F7-6C361A484E8D}"/>
              </a:ext>
            </a:extLst>
          </p:cNvPr>
          <p:cNvSpPr/>
          <p:nvPr/>
        </p:nvSpPr>
        <p:spPr>
          <a:xfrm>
            <a:off x="3259962" y="5268459"/>
            <a:ext cx="5485291" cy="821630"/>
          </a:xfrm>
          <a:custGeom>
            <a:avLst/>
            <a:gdLst/>
            <a:ahLst/>
            <a:cxnLst/>
            <a:rect l="l" t="t" r="r" b="b"/>
            <a:pathLst>
              <a:path w="2992377" h="452976">
                <a:moveTo>
                  <a:pt x="0" y="0"/>
                </a:moveTo>
                <a:lnTo>
                  <a:pt x="2992377" y="0"/>
                </a:lnTo>
                <a:lnTo>
                  <a:pt x="2992377" y="452976"/>
                </a:lnTo>
                <a:lnTo>
                  <a:pt x="0" y="452976"/>
                </a:lnTo>
                <a:close/>
              </a:path>
            </a:pathLst>
          </a:custGeom>
          <a:solidFill>
            <a:srgbClr val="000000">
              <a:alpha val="0"/>
            </a:srgbClr>
          </a:solidFill>
          <a:ln w="66675"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99" name="TextBox 7"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BD140BF1-B64E-FDEE-26BD-8AEEF5C03FFB}"/>
              </a:ext>
            </a:extLst>
          </p:cNvPr>
          <p:cNvSpPr txBox="1"/>
          <p:nvPr/>
        </p:nvSpPr>
        <p:spPr>
          <a:xfrm>
            <a:off x="3251444" y="5214685"/>
            <a:ext cx="5485291" cy="873461"/>
          </a:xfrm>
          <a:prstGeom prst="rect">
            <a:avLst/>
          </a:prstGeom>
        </p:spPr>
        <p:txBody>
          <a:bodyPr lIns="37294" tIns="37294" rIns="37294" bIns="37294" rtlCol="0" anchor="ctr"/>
          <a:lstStyle/>
          <a:p>
            <a:pPr marL="0" marR="0" lvl="0" indent="0" algn="ctr" defTabSz="609585" rtl="0" eaLnBrk="1" fontAlgn="auto" latinLnBrk="0" hangingPunct="1">
              <a:lnSpc>
                <a:spcPts val="1852"/>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00" name="Freeform 8"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09D54628-FDE1-1BCB-0DA7-F0898AC30B26}"/>
              </a:ext>
            </a:extLst>
          </p:cNvPr>
          <p:cNvSpPr/>
          <p:nvPr/>
        </p:nvSpPr>
        <p:spPr>
          <a:xfrm rot="5400000">
            <a:off x="6156614" y="5660561"/>
            <a:ext cx="804648" cy="31286"/>
          </a:xfrm>
          <a:custGeom>
            <a:avLst/>
            <a:gdLst/>
            <a:ahLst/>
            <a:cxnLst/>
            <a:rect l="l" t="t" r="r" b="b"/>
            <a:pathLst>
              <a:path w="908748" h="34963">
                <a:moveTo>
                  <a:pt x="0" y="0"/>
                </a:moveTo>
                <a:lnTo>
                  <a:pt x="908748" y="0"/>
                </a:lnTo>
                <a:lnTo>
                  <a:pt x="908748" y="34963"/>
                </a:lnTo>
                <a:lnTo>
                  <a:pt x="0" y="34963"/>
                </a:lnTo>
                <a:lnTo>
                  <a:pt x="0" y="0"/>
                </a:lnTo>
                <a:close/>
              </a:path>
            </a:pathLst>
          </a:custGeom>
          <a:blipFill>
            <a:blip>
              <a:extLst>
                <a:ext uri="{96DAC541-7B7A-43D3-8B79-37D633B846F1}">
                  <asvg:svgBlip xmlns:asvg="http://schemas.microsoft.com/office/drawing/2016/SVG/main" r:embed="rId3"/>
                </a:ext>
              </a:extLst>
            </a:blip>
            <a:stretch>
              <a:fillRect l="-83222" t="-53159" b="-49234"/>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01" name="Freeform 9"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0465959C-EF0D-21CB-6FC8-E604CABF041F}"/>
              </a:ext>
            </a:extLst>
          </p:cNvPr>
          <p:cNvSpPr/>
          <p:nvPr/>
        </p:nvSpPr>
        <p:spPr>
          <a:xfrm rot="5400000">
            <a:off x="3936490" y="5659523"/>
            <a:ext cx="824650" cy="31286"/>
          </a:xfrm>
          <a:custGeom>
            <a:avLst/>
            <a:gdLst/>
            <a:ahLst/>
            <a:cxnLst/>
            <a:rect l="l" t="t" r="r" b="b"/>
            <a:pathLst>
              <a:path w="931338" h="34963">
                <a:moveTo>
                  <a:pt x="0" y="0"/>
                </a:moveTo>
                <a:lnTo>
                  <a:pt x="931338" y="0"/>
                </a:lnTo>
                <a:lnTo>
                  <a:pt x="931338" y="34963"/>
                </a:lnTo>
                <a:lnTo>
                  <a:pt x="0" y="34963"/>
                </a:lnTo>
                <a:lnTo>
                  <a:pt x="0" y="0"/>
                </a:lnTo>
                <a:close/>
              </a:path>
            </a:pathLst>
          </a:custGeom>
          <a:blipFill>
            <a:blip>
              <a:extLst>
                <a:ext uri="{96DAC541-7B7A-43D3-8B79-37D633B846F1}">
                  <asvg:svgBlip xmlns:asvg="http://schemas.microsoft.com/office/drawing/2016/SVG/main" r:embed="rId3"/>
                </a:ext>
              </a:extLst>
            </a:blip>
            <a:stretch>
              <a:fillRect l="-78778" t="-102393"/>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02" name="Freeform 10"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7662AB51-6DD1-9D78-4E78-85217EFEAA47}"/>
              </a:ext>
            </a:extLst>
          </p:cNvPr>
          <p:cNvSpPr/>
          <p:nvPr/>
        </p:nvSpPr>
        <p:spPr>
          <a:xfrm rot="5400000">
            <a:off x="5064903" y="5675524"/>
            <a:ext cx="792647" cy="31286"/>
          </a:xfrm>
          <a:custGeom>
            <a:avLst/>
            <a:gdLst/>
            <a:ahLst/>
            <a:cxnLst/>
            <a:rect l="l" t="t" r="r" b="b"/>
            <a:pathLst>
              <a:path w="895194" h="34963">
                <a:moveTo>
                  <a:pt x="0" y="0"/>
                </a:moveTo>
                <a:lnTo>
                  <a:pt x="895195" y="0"/>
                </a:lnTo>
                <a:lnTo>
                  <a:pt x="895195" y="34963"/>
                </a:lnTo>
                <a:lnTo>
                  <a:pt x="0" y="34963"/>
                </a:lnTo>
                <a:lnTo>
                  <a:pt x="0" y="0"/>
                </a:lnTo>
                <a:close/>
              </a:path>
            </a:pathLst>
          </a:custGeom>
          <a:blipFill>
            <a:blip>
              <a:extLst>
                <a:ext uri="{96DAC541-7B7A-43D3-8B79-37D633B846F1}">
                  <asvg:svgBlip xmlns:asvg="http://schemas.microsoft.com/office/drawing/2016/SVG/main" r:embed="rId3"/>
                </a:ext>
              </a:extLst>
            </a:blip>
            <a:stretch>
              <a:fillRect l="-85996" t="-53159" b="-49234"/>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03" name="Freeform 11"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AF82C32A-C43F-352A-8EE6-B8692590A945}"/>
              </a:ext>
            </a:extLst>
          </p:cNvPr>
          <p:cNvSpPr/>
          <p:nvPr/>
        </p:nvSpPr>
        <p:spPr>
          <a:xfrm rot="5400000">
            <a:off x="7241519" y="5656561"/>
            <a:ext cx="796647" cy="31286"/>
          </a:xfrm>
          <a:custGeom>
            <a:avLst/>
            <a:gdLst/>
            <a:ahLst/>
            <a:cxnLst/>
            <a:rect l="l" t="t" r="r" b="b"/>
            <a:pathLst>
              <a:path w="899712" h="34963">
                <a:moveTo>
                  <a:pt x="0" y="0"/>
                </a:moveTo>
                <a:lnTo>
                  <a:pt x="899712" y="0"/>
                </a:lnTo>
                <a:lnTo>
                  <a:pt x="899712" y="34963"/>
                </a:lnTo>
                <a:lnTo>
                  <a:pt x="0" y="34963"/>
                </a:lnTo>
                <a:lnTo>
                  <a:pt x="0" y="0"/>
                </a:lnTo>
                <a:close/>
              </a:path>
            </a:pathLst>
          </a:custGeom>
          <a:blipFill>
            <a:blip>
              <a:extLst>
                <a:ext uri="{96DAC541-7B7A-43D3-8B79-37D633B846F1}">
                  <asvg:svgBlip xmlns:asvg="http://schemas.microsoft.com/office/drawing/2016/SVG/main" r:embed="rId3"/>
                </a:ext>
              </a:extLst>
            </a:blip>
            <a:stretch>
              <a:fillRect l="-85062" t="-102393"/>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04" name="AutoShape 12"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DB36C2C7-2ED2-D920-7464-2A6AB5AB0390}"/>
              </a:ext>
            </a:extLst>
          </p:cNvPr>
          <p:cNvSpPr/>
          <p:nvPr/>
        </p:nvSpPr>
        <p:spPr>
          <a:xfrm>
            <a:off x="3299116" y="6350175"/>
            <a:ext cx="5602500" cy="3939"/>
          </a:xfrm>
          <a:prstGeom prst="line">
            <a:avLst/>
          </a:prstGeom>
          <a:ln w="28575" cap="flat">
            <a:solidFill>
              <a:srgbClr val="F51720"/>
            </a:solidFill>
            <a:prstDash val="solid"/>
            <a:headEnd type="none" w="sm" len="sm"/>
            <a:tailEnd type="arrow" w="med"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05" name="Freeform 13"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8BD4E1D1-5006-FC54-F90C-7410E293F5D1}"/>
              </a:ext>
            </a:extLst>
          </p:cNvPr>
          <p:cNvSpPr/>
          <p:nvPr/>
        </p:nvSpPr>
        <p:spPr>
          <a:xfrm rot="5400000">
            <a:off x="6448076" y="6335024"/>
            <a:ext cx="222192" cy="31090"/>
          </a:xfrm>
          <a:custGeom>
            <a:avLst/>
            <a:gdLst/>
            <a:ahLst/>
            <a:cxnLst/>
            <a:rect l="l" t="t" r="r" b="b"/>
            <a:pathLst>
              <a:path w="250938" h="34744">
                <a:moveTo>
                  <a:pt x="0" y="0"/>
                </a:moveTo>
                <a:lnTo>
                  <a:pt x="250938" y="0"/>
                </a:lnTo>
                <a:lnTo>
                  <a:pt x="250938" y="34744"/>
                </a:lnTo>
                <a:lnTo>
                  <a:pt x="0" y="34744"/>
                </a:lnTo>
                <a:lnTo>
                  <a:pt x="0" y="0"/>
                </a:lnTo>
                <a:close/>
              </a:path>
            </a:pathLst>
          </a:custGeom>
          <a:blipFill>
            <a:blip>
              <a:extLst>
                <a:ext uri="{96DAC541-7B7A-43D3-8B79-37D633B846F1}">
                  <asvg:svgBlip xmlns:asvg="http://schemas.microsoft.com/office/drawing/2016/SVG/main" r:embed="rId3"/>
                </a:ext>
              </a:extLst>
            </a:blip>
            <a:stretch>
              <a:fillRect l="-479570" t="-87026" r="-79787" b="-15367"/>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06" name="Freeform 14"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1A1D567F-3FC8-3DDE-30AA-78EDF17D64D6}"/>
              </a:ext>
            </a:extLst>
          </p:cNvPr>
          <p:cNvSpPr/>
          <p:nvPr/>
        </p:nvSpPr>
        <p:spPr>
          <a:xfrm rot="5400000">
            <a:off x="4243683" y="6345421"/>
            <a:ext cx="254421" cy="31090"/>
          </a:xfrm>
          <a:custGeom>
            <a:avLst/>
            <a:gdLst/>
            <a:ahLst/>
            <a:cxnLst/>
            <a:rect l="l" t="t" r="r" b="b"/>
            <a:pathLst>
              <a:path w="287336" h="34744">
                <a:moveTo>
                  <a:pt x="0" y="0"/>
                </a:moveTo>
                <a:lnTo>
                  <a:pt x="287336" y="0"/>
                </a:lnTo>
                <a:lnTo>
                  <a:pt x="287336" y="34744"/>
                </a:lnTo>
                <a:lnTo>
                  <a:pt x="0" y="34744"/>
                </a:lnTo>
                <a:lnTo>
                  <a:pt x="0" y="0"/>
                </a:lnTo>
                <a:close/>
              </a:path>
            </a:pathLst>
          </a:custGeom>
          <a:blipFill>
            <a:blip>
              <a:extLst>
                <a:ext uri="{96DAC541-7B7A-43D3-8B79-37D633B846F1}">
                  <asvg:svgBlip xmlns:asvg="http://schemas.microsoft.com/office/drawing/2016/SVG/main" r:embed="rId3"/>
                </a:ext>
              </a:extLst>
            </a:blip>
            <a:stretch>
              <a:fillRect l="-413189" t="-102393" r="-62645"/>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07" name="Freeform 15"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DFD30723-F97A-06CB-EC14-029E3099F9C6}"/>
              </a:ext>
            </a:extLst>
          </p:cNvPr>
          <p:cNvSpPr/>
          <p:nvPr/>
        </p:nvSpPr>
        <p:spPr>
          <a:xfrm rot="5400000">
            <a:off x="5366193" y="6332301"/>
            <a:ext cx="210373" cy="35748"/>
          </a:xfrm>
          <a:custGeom>
            <a:avLst/>
            <a:gdLst/>
            <a:ahLst/>
            <a:cxnLst/>
            <a:rect l="l" t="t" r="r" b="b"/>
            <a:pathLst>
              <a:path w="237590" h="39949">
                <a:moveTo>
                  <a:pt x="0" y="0"/>
                </a:moveTo>
                <a:lnTo>
                  <a:pt x="237590" y="0"/>
                </a:lnTo>
                <a:lnTo>
                  <a:pt x="237590" y="39948"/>
                </a:lnTo>
                <a:lnTo>
                  <a:pt x="0" y="39948"/>
                </a:lnTo>
                <a:lnTo>
                  <a:pt x="0" y="0"/>
                </a:lnTo>
                <a:close/>
              </a:path>
            </a:pathLst>
          </a:custGeom>
          <a:blipFill>
            <a:blip>
              <a:extLst>
                <a:ext uri="{96DAC541-7B7A-43D3-8B79-37D633B846F1}">
                  <asvg:svgBlip xmlns:asvg="http://schemas.microsoft.com/office/drawing/2016/SVG/main" r:embed="rId3"/>
                </a:ext>
              </a:extLst>
            </a:blip>
            <a:stretch>
              <a:fillRect l="-505040" t="-76024" r="-91359"/>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08" name="Freeform 16"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A13301A7-FD92-680C-B9CA-3FD778B3FB2A}"/>
              </a:ext>
            </a:extLst>
          </p:cNvPr>
          <p:cNvSpPr/>
          <p:nvPr/>
        </p:nvSpPr>
        <p:spPr>
          <a:xfrm rot="5400000">
            <a:off x="7553563" y="6338569"/>
            <a:ext cx="191464" cy="31090"/>
          </a:xfrm>
          <a:custGeom>
            <a:avLst/>
            <a:gdLst/>
            <a:ahLst/>
            <a:cxnLst/>
            <a:rect l="l" t="t" r="r" b="b"/>
            <a:pathLst>
              <a:path w="216234" h="34744">
                <a:moveTo>
                  <a:pt x="0" y="0"/>
                </a:moveTo>
                <a:lnTo>
                  <a:pt x="216234" y="0"/>
                </a:lnTo>
                <a:lnTo>
                  <a:pt x="216234" y="34744"/>
                </a:lnTo>
                <a:lnTo>
                  <a:pt x="0" y="34744"/>
                </a:lnTo>
                <a:lnTo>
                  <a:pt x="0" y="0"/>
                </a:lnTo>
                <a:close/>
              </a:path>
            </a:pathLst>
          </a:custGeom>
          <a:blipFill>
            <a:blip>
              <a:extLst>
                <a:ext uri="{96DAC541-7B7A-43D3-8B79-37D633B846F1}">
                  <asvg:svgBlip xmlns:asvg="http://schemas.microsoft.com/office/drawing/2016/SVG/main" r:embed="rId3"/>
                </a:ext>
              </a:extLst>
            </a:blip>
            <a:stretch>
              <a:fillRect l="-561916" t="-102393" r="-103263"/>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09" name="Freeform 17"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30DE5B3E-FFE6-91EE-8955-ADE140CAF7F4}"/>
              </a:ext>
            </a:extLst>
          </p:cNvPr>
          <p:cNvSpPr/>
          <p:nvPr/>
        </p:nvSpPr>
        <p:spPr>
          <a:xfrm rot="5400000">
            <a:off x="3177869" y="6334630"/>
            <a:ext cx="242495" cy="31090"/>
          </a:xfrm>
          <a:custGeom>
            <a:avLst/>
            <a:gdLst/>
            <a:ahLst/>
            <a:cxnLst/>
            <a:rect l="l" t="t" r="r" b="b"/>
            <a:pathLst>
              <a:path w="273867" h="34744">
                <a:moveTo>
                  <a:pt x="0" y="0"/>
                </a:moveTo>
                <a:lnTo>
                  <a:pt x="273867" y="0"/>
                </a:lnTo>
                <a:lnTo>
                  <a:pt x="273867" y="34744"/>
                </a:lnTo>
                <a:lnTo>
                  <a:pt x="0" y="34744"/>
                </a:lnTo>
                <a:lnTo>
                  <a:pt x="0" y="0"/>
                </a:lnTo>
                <a:close/>
              </a:path>
            </a:pathLst>
          </a:custGeom>
          <a:blipFill>
            <a:blip>
              <a:extLst>
                <a:ext uri="{96DAC541-7B7A-43D3-8B79-37D633B846F1}">
                  <asvg:svgBlip xmlns:asvg="http://schemas.microsoft.com/office/drawing/2016/SVG/main" r:embed="rId3"/>
                </a:ext>
              </a:extLst>
            </a:blip>
            <a:stretch>
              <a:fillRect l="-430231" t="-102393" r="-73922"/>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10" name="Freeform 18"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51689397-2372-3A18-FF93-3666497E615E}"/>
              </a:ext>
            </a:extLst>
          </p:cNvPr>
          <p:cNvSpPr/>
          <p:nvPr/>
        </p:nvSpPr>
        <p:spPr>
          <a:xfrm rot="5400000">
            <a:off x="8623011" y="6334630"/>
            <a:ext cx="186735" cy="31090"/>
          </a:xfrm>
          <a:custGeom>
            <a:avLst/>
            <a:gdLst/>
            <a:ahLst/>
            <a:cxnLst/>
            <a:rect l="l" t="t" r="r" b="b"/>
            <a:pathLst>
              <a:path w="210894" h="34744">
                <a:moveTo>
                  <a:pt x="0" y="0"/>
                </a:moveTo>
                <a:lnTo>
                  <a:pt x="210895" y="0"/>
                </a:lnTo>
                <a:lnTo>
                  <a:pt x="210895" y="34744"/>
                </a:lnTo>
                <a:lnTo>
                  <a:pt x="0" y="34744"/>
                </a:lnTo>
                <a:lnTo>
                  <a:pt x="0" y="0"/>
                </a:lnTo>
                <a:close/>
              </a:path>
            </a:pathLst>
          </a:custGeom>
          <a:blipFill>
            <a:blip>
              <a:extLst>
                <a:ext uri="{96DAC541-7B7A-43D3-8B79-37D633B846F1}">
                  <asvg:svgBlip xmlns:asvg="http://schemas.microsoft.com/office/drawing/2016/SVG/main" r:embed="rId3"/>
                </a:ext>
              </a:extLst>
            </a:blip>
            <a:stretch>
              <a:fillRect l="-573610" t="-102393" r="-110941"/>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11" name="Freeform 20"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1CBCA369-4002-4D49-5C92-FAD6F2CA5057}"/>
              </a:ext>
            </a:extLst>
          </p:cNvPr>
          <p:cNvSpPr/>
          <p:nvPr/>
        </p:nvSpPr>
        <p:spPr>
          <a:xfrm>
            <a:off x="3251443" y="4455594"/>
            <a:ext cx="5485291" cy="821631"/>
          </a:xfrm>
          <a:custGeom>
            <a:avLst/>
            <a:gdLst/>
            <a:ahLst/>
            <a:cxnLst/>
            <a:rect l="l" t="t" r="r" b="b"/>
            <a:pathLst>
              <a:path w="2992377" h="452976">
                <a:moveTo>
                  <a:pt x="0" y="0"/>
                </a:moveTo>
                <a:lnTo>
                  <a:pt x="2992377" y="0"/>
                </a:lnTo>
                <a:lnTo>
                  <a:pt x="2992377" y="452976"/>
                </a:lnTo>
                <a:lnTo>
                  <a:pt x="0" y="452976"/>
                </a:lnTo>
                <a:close/>
              </a:path>
            </a:pathLst>
          </a:custGeom>
          <a:solidFill>
            <a:srgbClr val="000000">
              <a:alpha val="0"/>
            </a:srgbClr>
          </a:solidFill>
          <a:ln w="66675"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12" name="TextBox 21"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AD972F9F-9FE7-BB51-75C3-F2202D7EFF69}"/>
              </a:ext>
            </a:extLst>
          </p:cNvPr>
          <p:cNvSpPr txBox="1"/>
          <p:nvPr/>
        </p:nvSpPr>
        <p:spPr>
          <a:xfrm>
            <a:off x="3434680" y="4810801"/>
            <a:ext cx="5485291" cy="873462"/>
          </a:xfrm>
          <a:prstGeom prst="rect">
            <a:avLst/>
          </a:prstGeom>
        </p:spPr>
        <p:txBody>
          <a:bodyPr lIns="37294" tIns="37294" rIns="37294" bIns="37294" rtlCol="0" anchor="ctr"/>
          <a:lstStyle/>
          <a:p>
            <a:pPr marL="0" marR="0" lvl="0" indent="0" algn="ctr" defTabSz="609585" rtl="0" eaLnBrk="1" fontAlgn="auto" latinLnBrk="0" hangingPunct="1">
              <a:lnSpc>
                <a:spcPts val="1852"/>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13" name="Freeform 22"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5CCB7C95-ED00-FE42-3316-2B94C35A2D96}"/>
              </a:ext>
            </a:extLst>
          </p:cNvPr>
          <p:cNvSpPr/>
          <p:nvPr/>
        </p:nvSpPr>
        <p:spPr>
          <a:xfrm rot="5400000">
            <a:off x="6155913" y="4831378"/>
            <a:ext cx="804648" cy="31286"/>
          </a:xfrm>
          <a:custGeom>
            <a:avLst/>
            <a:gdLst/>
            <a:ahLst/>
            <a:cxnLst/>
            <a:rect l="l" t="t" r="r" b="b"/>
            <a:pathLst>
              <a:path w="908748" h="34963">
                <a:moveTo>
                  <a:pt x="0" y="0"/>
                </a:moveTo>
                <a:lnTo>
                  <a:pt x="908748" y="0"/>
                </a:lnTo>
                <a:lnTo>
                  <a:pt x="908748" y="34963"/>
                </a:lnTo>
                <a:lnTo>
                  <a:pt x="0" y="34963"/>
                </a:lnTo>
                <a:lnTo>
                  <a:pt x="0" y="0"/>
                </a:lnTo>
                <a:close/>
              </a:path>
            </a:pathLst>
          </a:custGeom>
          <a:blipFill>
            <a:blip>
              <a:extLst>
                <a:ext uri="{96DAC541-7B7A-43D3-8B79-37D633B846F1}">
                  <asvg:svgBlip xmlns:asvg="http://schemas.microsoft.com/office/drawing/2016/SVG/main" r:embed="rId3"/>
                </a:ext>
              </a:extLst>
            </a:blip>
            <a:stretch>
              <a:fillRect l="-83222" t="-53159" b="-49234"/>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14" name="Freeform 23"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44894F23-A920-0126-2047-21CD3770AF1C}"/>
              </a:ext>
            </a:extLst>
          </p:cNvPr>
          <p:cNvSpPr/>
          <p:nvPr/>
        </p:nvSpPr>
        <p:spPr>
          <a:xfrm rot="5400000">
            <a:off x="3936490" y="4821376"/>
            <a:ext cx="824650" cy="31286"/>
          </a:xfrm>
          <a:custGeom>
            <a:avLst/>
            <a:gdLst/>
            <a:ahLst/>
            <a:cxnLst/>
            <a:rect l="l" t="t" r="r" b="b"/>
            <a:pathLst>
              <a:path w="931338" h="34963">
                <a:moveTo>
                  <a:pt x="0" y="0"/>
                </a:moveTo>
                <a:lnTo>
                  <a:pt x="931338" y="0"/>
                </a:lnTo>
                <a:lnTo>
                  <a:pt x="931338" y="34963"/>
                </a:lnTo>
                <a:lnTo>
                  <a:pt x="0" y="34963"/>
                </a:lnTo>
                <a:lnTo>
                  <a:pt x="0" y="0"/>
                </a:lnTo>
                <a:close/>
              </a:path>
            </a:pathLst>
          </a:custGeom>
          <a:blipFill>
            <a:blip>
              <a:extLst>
                <a:ext uri="{96DAC541-7B7A-43D3-8B79-37D633B846F1}">
                  <asvg:svgBlip xmlns:asvg="http://schemas.microsoft.com/office/drawing/2016/SVG/main" r:embed="rId3"/>
                </a:ext>
              </a:extLst>
            </a:blip>
            <a:stretch>
              <a:fillRect l="-78778" t="-102393"/>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15" name="Freeform 24"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D43FA8E6-F6F7-B08E-4F01-D92F09C6D0B6}"/>
              </a:ext>
            </a:extLst>
          </p:cNvPr>
          <p:cNvSpPr/>
          <p:nvPr/>
        </p:nvSpPr>
        <p:spPr>
          <a:xfrm rot="5400000">
            <a:off x="5064904" y="4837378"/>
            <a:ext cx="792647" cy="31286"/>
          </a:xfrm>
          <a:custGeom>
            <a:avLst/>
            <a:gdLst/>
            <a:ahLst/>
            <a:cxnLst/>
            <a:rect l="l" t="t" r="r" b="b"/>
            <a:pathLst>
              <a:path w="895194" h="34963">
                <a:moveTo>
                  <a:pt x="0" y="0"/>
                </a:moveTo>
                <a:lnTo>
                  <a:pt x="895195" y="0"/>
                </a:lnTo>
                <a:lnTo>
                  <a:pt x="895195" y="34963"/>
                </a:lnTo>
                <a:lnTo>
                  <a:pt x="0" y="34963"/>
                </a:lnTo>
                <a:lnTo>
                  <a:pt x="0" y="0"/>
                </a:lnTo>
                <a:close/>
              </a:path>
            </a:pathLst>
          </a:custGeom>
          <a:blipFill>
            <a:blip>
              <a:extLst>
                <a:ext uri="{96DAC541-7B7A-43D3-8B79-37D633B846F1}">
                  <asvg:svgBlip xmlns:asvg="http://schemas.microsoft.com/office/drawing/2016/SVG/main" r:embed="rId3"/>
                </a:ext>
              </a:extLst>
            </a:blip>
            <a:stretch>
              <a:fillRect l="-85996" t="-53159" b="-49234"/>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16" name="Freeform 25"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CC3C38B4-0D8D-FEE6-957A-8C1CA2494CBC}"/>
              </a:ext>
            </a:extLst>
          </p:cNvPr>
          <p:cNvSpPr/>
          <p:nvPr/>
        </p:nvSpPr>
        <p:spPr>
          <a:xfrm rot="5400000">
            <a:off x="7241520" y="4835378"/>
            <a:ext cx="796647" cy="31286"/>
          </a:xfrm>
          <a:custGeom>
            <a:avLst/>
            <a:gdLst/>
            <a:ahLst/>
            <a:cxnLst/>
            <a:rect l="l" t="t" r="r" b="b"/>
            <a:pathLst>
              <a:path w="899712" h="34963">
                <a:moveTo>
                  <a:pt x="0" y="0"/>
                </a:moveTo>
                <a:lnTo>
                  <a:pt x="899712" y="0"/>
                </a:lnTo>
                <a:lnTo>
                  <a:pt x="899712" y="34963"/>
                </a:lnTo>
                <a:lnTo>
                  <a:pt x="0" y="34963"/>
                </a:lnTo>
                <a:lnTo>
                  <a:pt x="0" y="0"/>
                </a:lnTo>
                <a:close/>
              </a:path>
            </a:pathLst>
          </a:custGeom>
          <a:blipFill>
            <a:blip>
              <a:extLst>
                <a:ext uri="{96DAC541-7B7A-43D3-8B79-37D633B846F1}">
                  <asvg:svgBlip xmlns:asvg="http://schemas.microsoft.com/office/drawing/2016/SVG/main" r:embed="rId3"/>
                </a:ext>
              </a:extLst>
            </a:blip>
            <a:stretch>
              <a:fillRect l="-85062" t="-102393"/>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grpSp>
        <p:nvGrpSpPr>
          <p:cNvPr id="217" name="Group 2"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05CEC4D0-FCC9-1949-DBC3-E3CA58AB5015}"/>
              </a:ext>
            </a:extLst>
          </p:cNvPr>
          <p:cNvGrpSpPr/>
          <p:nvPr/>
        </p:nvGrpSpPr>
        <p:grpSpPr>
          <a:xfrm>
            <a:off x="3259211" y="3905336"/>
            <a:ext cx="5460431" cy="527766"/>
            <a:chOff x="0" y="0"/>
            <a:chExt cx="2992377" cy="295607"/>
          </a:xfrm>
        </p:grpSpPr>
        <p:sp>
          <p:nvSpPr>
            <p:cNvPr id="218" name="Freeform 3">
              <a:extLst>
                <a:ext uri="{FF2B5EF4-FFF2-40B4-BE49-F238E27FC236}">
                  <a16:creationId xmlns:a16="http://schemas.microsoft.com/office/drawing/2014/main" id="{450B50A3-89DD-53E7-5754-BF13B0B7D561}"/>
                </a:ext>
              </a:extLst>
            </p:cNvPr>
            <p:cNvSpPr/>
            <p:nvPr/>
          </p:nvSpPr>
          <p:spPr>
            <a:xfrm>
              <a:off x="0" y="0"/>
              <a:ext cx="2992377" cy="295607"/>
            </a:xfrm>
            <a:custGeom>
              <a:avLst/>
              <a:gdLst/>
              <a:ahLst/>
              <a:cxnLst/>
              <a:rect l="l" t="t" r="r" b="b"/>
              <a:pathLst>
                <a:path w="2992377" h="295607">
                  <a:moveTo>
                    <a:pt x="0" y="0"/>
                  </a:moveTo>
                  <a:lnTo>
                    <a:pt x="2992377" y="0"/>
                  </a:lnTo>
                  <a:lnTo>
                    <a:pt x="2992377" y="295607"/>
                  </a:lnTo>
                  <a:lnTo>
                    <a:pt x="0" y="295607"/>
                  </a:lnTo>
                  <a:close/>
                </a:path>
              </a:pathLst>
            </a:custGeom>
            <a:solidFill>
              <a:srgbClr val="CAFFEA"/>
            </a:solidFill>
            <a:ln w="47625"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19" name="TextBox 4">
              <a:extLst>
                <a:ext uri="{FF2B5EF4-FFF2-40B4-BE49-F238E27FC236}">
                  <a16:creationId xmlns:a16="http://schemas.microsoft.com/office/drawing/2014/main" id="{921D5C99-DDCD-0E57-5AB7-0A4D865821BA}"/>
                </a:ext>
              </a:extLst>
            </p:cNvPr>
            <p:cNvSpPr txBox="1"/>
            <p:nvPr/>
          </p:nvSpPr>
          <p:spPr>
            <a:xfrm>
              <a:off x="0" y="-28575"/>
              <a:ext cx="2992377" cy="324182"/>
            </a:xfrm>
            <a:prstGeom prst="rect">
              <a:avLst/>
            </a:prstGeom>
          </p:spPr>
          <p:txBody>
            <a:bodyPr lIns="50800" tIns="50800" rIns="50800" bIns="50800" rtlCol="0" anchor="ctr"/>
            <a:lstStyle/>
            <a:p>
              <a:pPr marL="0" marR="0" lvl="0" indent="0" algn="ctr" defTabSz="609585" rtl="0" eaLnBrk="1" fontAlgn="auto" latinLnBrk="0" hangingPunct="1">
                <a:lnSpc>
                  <a:spcPts val="1852"/>
                </a:lnSpc>
                <a:spcBef>
                  <a:spcPts val="0"/>
                </a:spcBef>
                <a:spcAft>
                  <a:spcPts val="0"/>
                </a:spcAft>
                <a:buClrTx/>
                <a:buSzTx/>
                <a:buFontTx/>
                <a:buNone/>
                <a:tabLst/>
                <a:defRPr/>
              </a:pPr>
              <a:endParaRPr kumimoji="0"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sp>
        <p:nvSpPr>
          <p:cNvPr id="220" name="TextBox 5"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1646D0ED-E764-BA0C-EA32-025E58048C78}"/>
              </a:ext>
            </a:extLst>
          </p:cNvPr>
          <p:cNvSpPr txBox="1"/>
          <p:nvPr/>
        </p:nvSpPr>
        <p:spPr>
          <a:xfrm>
            <a:off x="5767526" y="3867756"/>
            <a:ext cx="656948" cy="487378"/>
          </a:xfrm>
          <a:prstGeom prst="rect">
            <a:avLst/>
          </a:prstGeom>
        </p:spPr>
        <p:txBody>
          <a:bodyPr wrap="square" lIns="0" tIns="0" rIns="0" bIns="0" rtlCol="0" anchor="t">
            <a:spAutoFit/>
          </a:bodyPr>
          <a:lstStyle/>
          <a:p>
            <a:pPr marL="0" marR="0" lvl="0" indent="0" algn="ctr" defTabSz="609585" rtl="0" eaLnBrk="1" fontAlgn="auto" latinLnBrk="0" hangingPunct="1">
              <a:lnSpc>
                <a:spcPts val="42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20</a:t>
            </a:r>
          </a:p>
        </p:txBody>
      </p:sp>
      <p:grpSp>
        <p:nvGrpSpPr>
          <p:cNvPr id="221" name="Group 13"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E62DB771-D0B5-AF42-315D-5EC5F9B1AF79}"/>
              </a:ext>
            </a:extLst>
          </p:cNvPr>
          <p:cNvGrpSpPr/>
          <p:nvPr/>
        </p:nvGrpSpPr>
        <p:grpSpPr>
          <a:xfrm>
            <a:off x="3632071" y="4551437"/>
            <a:ext cx="321077" cy="646266"/>
            <a:chOff x="1730233" y="-4739574"/>
            <a:chExt cx="403652" cy="888034"/>
          </a:xfrm>
        </p:grpSpPr>
        <p:sp>
          <p:nvSpPr>
            <p:cNvPr id="222" name="Freeform 14">
              <a:extLst>
                <a:ext uri="{FF2B5EF4-FFF2-40B4-BE49-F238E27FC236}">
                  <a16:creationId xmlns:a16="http://schemas.microsoft.com/office/drawing/2014/main" id="{C2F52369-3BF4-15CE-9151-0AB7F8AE8DB3}"/>
                </a:ext>
              </a:extLst>
            </p:cNvPr>
            <p:cNvSpPr/>
            <p:nvPr/>
          </p:nvSpPr>
          <p:spPr>
            <a:xfrm>
              <a:off x="1730233" y="-4739574"/>
              <a:ext cx="403652" cy="888034"/>
            </a:xfrm>
            <a:custGeom>
              <a:avLst/>
              <a:gdLst/>
              <a:ahLst/>
              <a:cxnLst/>
              <a:rect l="l" t="t" r="r" b="b"/>
              <a:pathLst>
                <a:path w="403652" h="888034">
                  <a:moveTo>
                    <a:pt x="0" y="0"/>
                  </a:moveTo>
                  <a:lnTo>
                    <a:pt x="403652" y="0"/>
                  </a:lnTo>
                  <a:lnTo>
                    <a:pt x="403652" y="888034"/>
                  </a:lnTo>
                  <a:lnTo>
                    <a:pt x="0" y="88803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grpSp>
        <p:nvGrpSpPr>
          <p:cNvPr id="223" name="Group 23"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
            <a:extLst>
              <a:ext uri="{FF2B5EF4-FFF2-40B4-BE49-F238E27FC236}">
                <a16:creationId xmlns:a16="http://schemas.microsoft.com/office/drawing/2014/main" id="{01483392-0873-1DED-FBD9-0E96CD6EC7C2}"/>
              </a:ext>
            </a:extLst>
          </p:cNvPr>
          <p:cNvGrpSpPr/>
          <p:nvPr/>
        </p:nvGrpSpPr>
        <p:grpSpPr>
          <a:xfrm>
            <a:off x="3239139" y="5281710"/>
            <a:ext cx="5650163" cy="1584937"/>
            <a:chOff x="0" y="0"/>
            <a:chExt cx="11540156" cy="3197866"/>
          </a:xfrm>
        </p:grpSpPr>
        <p:grpSp>
          <p:nvGrpSpPr>
            <p:cNvPr id="224" name="Group 24">
              <a:extLst>
                <a:ext uri="{FF2B5EF4-FFF2-40B4-BE49-F238E27FC236}">
                  <a16:creationId xmlns:a16="http://schemas.microsoft.com/office/drawing/2014/main" id="{010FBF3D-18D0-C153-BB4F-4629D79954FA}"/>
                </a:ext>
              </a:extLst>
            </p:cNvPr>
            <p:cNvGrpSpPr/>
            <p:nvPr/>
          </p:nvGrpSpPr>
          <p:grpSpPr>
            <a:xfrm>
              <a:off x="60814" y="6194"/>
              <a:ext cx="11133056" cy="1685286"/>
              <a:chOff x="0" y="0"/>
              <a:chExt cx="2992377" cy="452976"/>
            </a:xfrm>
          </p:grpSpPr>
          <p:sp>
            <p:nvSpPr>
              <p:cNvPr id="247" name="Freeform 25">
                <a:extLst>
                  <a:ext uri="{FF2B5EF4-FFF2-40B4-BE49-F238E27FC236}">
                    <a16:creationId xmlns:a16="http://schemas.microsoft.com/office/drawing/2014/main" id="{86252B44-9907-C83B-5366-F3A8B48F3BE2}"/>
                  </a:ext>
                </a:extLst>
              </p:cNvPr>
              <p:cNvSpPr/>
              <p:nvPr/>
            </p:nvSpPr>
            <p:spPr>
              <a:xfrm>
                <a:off x="0" y="0"/>
                <a:ext cx="2992377" cy="452976"/>
              </a:xfrm>
              <a:custGeom>
                <a:avLst/>
                <a:gdLst/>
                <a:ahLst/>
                <a:cxnLst/>
                <a:rect l="l" t="t" r="r" b="b"/>
                <a:pathLst>
                  <a:path w="2992377" h="452976">
                    <a:moveTo>
                      <a:pt x="0" y="0"/>
                    </a:moveTo>
                    <a:lnTo>
                      <a:pt x="2992377" y="0"/>
                    </a:lnTo>
                    <a:lnTo>
                      <a:pt x="2992377" y="452976"/>
                    </a:lnTo>
                    <a:lnTo>
                      <a:pt x="0" y="452976"/>
                    </a:lnTo>
                    <a:close/>
                  </a:path>
                </a:pathLst>
              </a:custGeom>
              <a:solidFill>
                <a:srgbClr val="000000">
                  <a:alpha val="0"/>
                </a:srgbClr>
              </a:solidFill>
              <a:ln w="47625"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48" name="TextBox 26">
                <a:extLst>
                  <a:ext uri="{FF2B5EF4-FFF2-40B4-BE49-F238E27FC236}">
                    <a16:creationId xmlns:a16="http://schemas.microsoft.com/office/drawing/2014/main" id="{87823827-A86C-D294-F690-CBB45F45EBA6}"/>
                  </a:ext>
                </a:extLst>
              </p:cNvPr>
              <p:cNvSpPr txBox="1"/>
              <p:nvPr/>
            </p:nvSpPr>
            <p:spPr>
              <a:xfrm>
                <a:off x="0" y="-28575"/>
                <a:ext cx="2992377" cy="481551"/>
              </a:xfrm>
              <a:prstGeom prst="rect">
                <a:avLst/>
              </a:prstGeom>
            </p:spPr>
            <p:txBody>
              <a:bodyPr lIns="50800" tIns="50800" rIns="50800" bIns="50800" rtlCol="0" anchor="ctr"/>
              <a:lstStyle/>
              <a:p>
                <a:pPr marL="0" marR="0" lvl="0" indent="0" algn="ctr" defTabSz="609585" rtl="0" eaLnBrk="1" fontAlgn="auto" latinLnBrk="0" hangingPunct="1">
                  <a:lnSpc>
                    <a:spcPts val="1852"/>
                  </a:lnSpc>
                  <a:spcBef>
                    <a:spcPts val="0"/>
                  </a:spcBef>
                  <a:spcAft>
                    <a:spcPts val="0"/>
                  </a:spcAft>
                  <a:buClrTx/>
                  <a:buSzTx/>
                  <a:buFontTx/>
                  <a:buNone/>
                  <a:tabLst/>
                  <a:defRPr/>
                </a:pPr>
                <a:endParaRPr kumimoji="0"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sp>
          <p:nvSpPr>
            <p:cNvPr id="225" name="Freeform 27">
              <a:extLst>
                <a:ext uri="{FF2B5EF4-FFF2-40B4-BE49-F238E27FC236}">
                  <a16:creationId xmlns:a16="http://schemas.microsoft.com/office/drawing/2014/main" id="{8762F7AC-E540-CAEF-D208-2EBECF4BA6D1}"/>
                </a:ext>
              </a:extLst>
            </p:cNvPr>
            <p:cNvSpPr/>
            <p:nvPr/>
          </p:nvSpPr>
          <p:spPr>
            <a:xfrm rot="5400000">
              <a:off x="5947122" y="834504"/>
              <a:ext cx="1650452" cy="63500"/>
            </a:xfrm>
            <a:custGeom>
              <a:avLst/>
              <a:gdLst/>
              <a:ahLst/>
              <a:cxnLst/>
              <a:rect l="l" t="t" r="r" b="b"/>
              <a:pathLst>
                <a:path w="1650452" h="63500">
                  <a:moveTo>
                    <a:pt x="0" y="0"/>
                  </a:moveTo>
                  <a:lnTo>
                    <a:pt x="1650452" y="0"/>
                  </a:lnTo>
                  <a:lnTo>
                    <a:pt x="1650452" y="63500"/>
                  </a:lnTo>
                  <a:lnTo>
                    <a:pt x="0" y="63500"/>
                  </a:lnTo>
                  <a:lnTo>
                    <a:pt x="0" y="0"/>
                  </a:lnTo>
                  <a:close/>
                </a:path>
              </a:pathLst>
            </a:custGeom>
            <a:blipFill>
              <a:blip>
                <a:extLst>
                  <a:ext uri="{96DAC541-7B7A-43D3-8B79-37D633B846F1}">
                    <asvg:svgBlip xmlns:asvg="http://schemas.microsoft.com/office/drawing/2016/SVG/main" r:embed="rId3"/>
                  </a:ext>
                </a:extLst>
              </a:blip>
              <a:stretch>
                <a:fillRect l="-83222" t="-53159" b="-49234"/>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26" name="Freeform 28">
              <a:extLst>
                <a:ext uri="{FF2B5EF4-FFF2-40B4-BE49-F238E27FC236}">
                  <a16:creationId xmlns:a16="http://schemas.microsoft.com/office/drawing/2014/main" id="{A7FDE63E-1A59-060F-17DE-22AA7F70C3F1}"/>
                </a:ext>
              </a:extLst>
            </p:cNvPr>
            <p:cNvSpPr/>
            <p:nvPr/>
          </p:nvSpPr>
          <p:spPr>
            <a:xfrm rot="5400000">
              <a:off x="1442319" y="813990"/>
              <a:ext cx="1691480" cy="63500"/>
            </a:xfrm>
            <a:custGeom>
              <a:avLst/>
              <a:gdLst/>
              <a:ahLst/>
              <a:cxnLst/>
              <a:rect l="l" t="t" r="r" b="b"/>
              <a:pathLst>
                <a:path w="1691480" h="63500">
                  <a:moveTo>
                    <a:pt x="0" y="0"/>
                  </a:moveTo>
                  <a:lnTo>
                    <a:pt x="1691480" y="0"/>
                  </a:lnTo>
                  <a:lnTo>
                    <a:pt x="1691480" y="63500"/>
                  </a:lnTo>
                  <a:lnTo>
                    <a:pt x="0" y="63500"/>
                  </a:lnTo>
                  <a:lnTo>
                    <a:pt x="0" y="0"/>
                  </a:lnTo>
                  <a:close/>
                </a:path>
              </a:pathLst>
            </a:custGeom>
            <a:blipFill>
              <a:blip>
                <a:extLst>
                  <a:ext uri="{96DAC541-7B7A-43D3-8B79-37D633B846F1}">
                    <asvg:svgBlip xmlns:asvg="http://schemas.microsoft.com/office/drawing/2016/SVG/main" r:embed="rId3"/>
                  </a:ext>
                </a:extLst>
              </a:blip>
              <a:stretch>
                <a:fillRect l="-78778" t="-102393"/>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27" name="Freeform 29">
              <a:extLst>
                <a:ext uri="{FF2B5EF4-FFF2-40B4-BE49-F238E27FC236}">
                  <a16:creationId xmlns:a16="http://schemas.microsoft.com/office/drawing/2014/main" id="{22FCCE1D-A970-922C-A0BA-67356D9D4AF4}"/>
                </a:ext>
              </a:extLst>
            </p:cNvPr>
            <p:cNvSpPr/>
            <p:nvPr/>
          </p:nvSpPr>
          <p:spPr>
            <a:xfrm rot="5400000">
              <a:off x="3732918" y="846812"/>
              <a:ext cx="1625836" cy="63500"/>
            </a:xfrm>
            <a:custGeom>
              <a:avLst/>
              <a:gdLst/>
              <a:ahLst/>
              <a:cxnLst/>
              <a:rect l="l" t="t" r="r" b="b"/>
              <a:pathLst>
                <a:path w="1625836" h="63500">
                  <a:moveTo>
                    <a:pt x="0" y="0"/>
                  </a:moveTo>
                  <a:lnTo>
                    <a:pt x="1625836" y="0"/>
                  </a:lnTo>
                  <a:lnTo>
                    <a:pt x="1625836" y="63500"/>
                  </a:lnTo>
                  <a:lnTo>
                    <a:pt x="0" y="63500"/>
                  </a:lnTo>
                  <a:lnTo>
                    <a:pt x="0" y="0"/>
                  </a:lnTo>
                  <a:close/>
                </a:path>
              </a:pathLst>
            </a:custGeom>
            <a:blipFill>
              <a:blip>
                <a:extLst>
                  <a:ext uri="{96DAC541-7B7A-43D3-8B79-37D633B846F1}">
                    <asvg:svgBlip xmlns:asvg="http://schemas.microsoft.com/office/drawing/2016/SVG/main" r:embed="rId3"/>
                  </a:ext>
                </a:extLst>
              </a:blip>
              <a:stretch>
                <a:fillRect l="-85996" t="-53159" b="-49234"/>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28" name="Freeform 30">
              <a:extLst>
                <a:ext uri="{FF2B5EF4-FFF2-40B4-BE49-F238E27FC236}">
                  <a16:creationId xmlns:a16="http://schemas.microsoft.com/office/drawing/2014/main" id="{C0F00723-02E5-8602-545A-0798E535F95E}"/>
                </a:ext>
              </a:extLst>
            </p:cNvPr>
            <p:cNvSpPr/>
            <p:nvPr/>
          </p:nvSpPr>
          <p:spPr>
            <a:xfrm rot="5400000">
              <a:off x="8150576" y="842709"/>
              <a:ext cx="1634041" cy="63500"/>
            </a:xfrm>
            <a:custGeom>
              <a:avLst/>
              <a:gdLst/>
              <a:ahLst/>
              <a:cxnLst/>
              <a:rect l="l" t="t" r="r" b="b"/>
              <a:pathLst>
                <a:path w="1634041" h="63500">
                  <a:moveTo>
                    <a:pt x="0" y="0"/>
                  </a:moveTo>
                  <a:lnTo>
                    <a:pt x="1634041" y="0"/>
                  </a:lnTo>
                  <a:lnTo>
                    <a:pt x="1634041" y="63500"/>
                  </a:lnTo>
                  <a:lnTo>
                    <a:pt x="0" y="63500"/>
                  </a:lnTo>
                  <a:lnTo>
                    <a:pt x="0" y="0"/>
                  </a:lnTo>
                  <a:close/>
                </a:path>
              </a:pathLst>
            </a:custGeom>
            <a:blipFill>
              <a:blip>
                <a:extLst>
                  <a:ext uri="{96DAC541-7B7A-43D3-8B79-37D633B846F1}">
                    <asvg:svgBlip xmlns:asvg="http://schemas.microsoft.com/office/drawing/2016/SVG/main" r:embed="rId3"/>
                  </a:ext>
                </a:extLst>
              </a:blip>
              <a:stretch>
                <a:fillRect l="-85062" t="-102393"/>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29" name="TextBox 31">
              <a:extLst>
                <a:ext uri="{FF2B5EF4-FFF2-40B4-BE49-F238E27FC236}">
                  <a16:creationId xmlns:a16="http://schemas.microsoft.com/office/drawing/2014/main" id="{C2017E32-A1D4-DCE2-113B-3BE5F003C0E2}"/>
                </a:ext>
              </a:extLst>
            </p:cNvPr>
            <p:cNvSpPr txBox="1"/>
            <p:nvPr/>
          </p:nvSpPr>
          <p:spPr>
            <a:xfrm>
              <a:off x="3243464" y="538823"/>
              <a:ext cx="407734" cy="823458"/>
            </a:xfrm>
            <a:prstGeom prst="rect">
              <a:avLst/>
            </a:prstGeom>
          </p:spPr>
          <p:txBody>
            <a:bodyPr lIns="0" tIns="0" rIns="0" bIns="0" rtlCol="0" anchor="t">
              <a:spAutoFit/>
            </a:bodyPr>
            <a:lstStyle/>
            <a:p>
              <a:pPr marL="0" marR="0" lvl="0" indent="0" algn="ctr" defTabSz="609585" rtl="0" eaLnBrk="1" fontAlgn="auto" latinLnBrk="0" hangingPunct="1">
                <a:lnSpc>
                  <a:spcPts val="3499"/>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4</a:t>
              </a:r>
            </a:p>
          </p:txBody>
        </p:sp>
        <p:sp>
          <p:nvSpPr>
            <p:cNvPr id="230" name="TextBox 32">
              <a:extLst>
                <a:ext uri="{FF2B5EF4-FFF2-40B4-BE49-F238E27FC236}">
                  <a16:creationId xmlns:a16="http://schemas.microsoft.com/office/drawing/2014/main" id="{536978F5-19B2-D961-418F-7B1AFC6E8530}"/>
                </a:ext>
              </a:extLst>
            </p:cNvPr>
            <p:cNvSpPr txBox="1"/>
            <p:nvPr/>
          </p:nvSpPr>
          <p:spPr>
            <a:xfrm>
              <a:off x="987741" y="530262"/>
              <a:ext cx="407734" cy="823458"/>
            </a:xfrm>
            <a:prstGeom prst="rect">
              <a:avLst/>
            </a:prstGeom>
          </p:spPr>
          <p:txBody>
            <a:bodyPr lIns="0" tIns="0" rIns="0" bIns="0" rtlCol="0" anchor="t">
              <a:spAutoFit/>
            </a:bodyPr>
            <a:lstStyle/>
            <a:p>
              <a:pPr marL="0" marR="0" lvl="0" indent="0" algn="ctr" defTabSz="609585" rtl="0" eaLnBrk="1" fontAlgn="auto" latinLnBrk="0" hangingPunct="1">
                <a:lnSpc>
                  <a:spcPts val="3499"/>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4</a:t>
              </a:r>
            </a:p>
          </p:txBody>
        </p:sp>
        <p:sp>
          <p:nvSpPr>
            <p:cNvPr id="231" name="TextBox 33">
              <a:extLst>
                <a:ext uri="{FF2B5EF4-FFF2-40B4-BE49-F238E27FC236}">
                  <a16:creationId xmlns:a16="http://schemas.microsoft.com/office/drawing/2014/main" id="{BBFE83C5-17C9-CF72-23A9-3028D2D36464}"/>
                </a:ext>
              </a:extLst>
            </p:cNvPr>
            <p:cNvSpPr txBox="1"/>
            <p:nvPr/>
          </p:nvSpPr>
          <p:spPr>
            <a:xfrm>
              <a:off x="5455226" y="530262"/>
              <a:ext cx="407734" cy="823458"/>
            </a:xfrm>
            <a:prstGeom prst="rect">
              <a:avLst/>
            </a:prstGeom>
          </p:spPr>
          <p:txBody>
            <a:bodyPr lIns="0" tIns="0" rIns="0" bIns="0" rtlCol="0" anchor="t">
              <a:spAutoFit/>
            </a:bodyPr>
            <a:lstStyle/>
            <a:p>
              <a:pPr marL="0" marR="0" lvl="0" indent="0" algn="ctr" defTabSz="609585" rtl="0" eaLnBrk="1" fontAlgn="auto" latinLnBrk="0" hangingPunct="1">
                <a:lnSpc>
                  <a:spcPts val="3499"/>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4</a:t>
              </a:r>
            </a:p>
          </p:txBody>
        </p:sp>
        <p:sp>
          <p:nvSpPr>
            <p:cNvPr id="232" name="TextBox 34">
              <a:extLst>
                <a:ext uri="{FF2B5EF4-FFF2-40B4-BE49-F238E27FC236}">
                  <a16:creationId xmlns:a16="http://schemas.microsoft.com/office/drawing/2014/main" id="{2789F1B9-9D7F-5B10-342F-DF33AC694CF7}"/>
                </a:ext>
              </a:extLst>
            </p:cNvPr>
            <p:cNvSpPr txBox="1"/>
            <p:nvPr/>
          </p:nvSpPr>
          <p:spPr>
            <a:xfrm>
              <a:off x="7743385" y="530262"/>
              <a:ext cx="407734" cy="823458"/>
            </a:xfrm>
            <a:prstGeom prst="rect">
              <a:avLst/>
            </a:prstGeom>
          </p:spPr>
          <p:txBody>
            <a:bodyPr lIns="0" tIns="0" rIns="0" bIns="0" rtlCol="0" anchor="t">
              <a:spAutoFit/>
            </a:bodyPr>
            <a:lstStyle/>
            <a:p>
              <a:pPr marL="0" marR="0" lvl="0" indent="0" algn="ctr" defTabSz="609585" rtl="0" eaLnBrk="1" fontAlgn="auto" latinLnBrk="0" hangingPunct="1">
                <a:lnSpc>
                  <a:spcPts val="3499"/>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4</a:t>
              </a:r>
            </a:p>
          </p:txBody>
        </p:sp>
        <p:sp>
          <p:nvSpPr>
            <p:cNvPr id="233" name="TextBox 35">
              <a:extLst>
                <a:ext uri="{FF2B5EF4-FFF2-40B4-BE49-F238E27FC236}">
                  <a16:creationId xmlns:a16="http://schemas.microsoft.com/office/drawing/2014/main" id="{A81B24BB-FD60-B2AF-D083-A5EBCF21BA9F}"/>
                </a:ext>
              </a:extLst>
            </p:cNvPr>
            <p:cNvSpPr txBox="1"/>
            <p:nvPr/>
          </p:nvSpPr>
          <p:spPr>
            <a:xfrm>
              <a:off x="9971688" y="530262"/>
              <a:ext cx="407734" cy="823458"/>
            </a:xfrm>
            <a:prstGeom prst="rect">
              <a:avLst/>
            </a:prstGeom>
          </p:spPr>
          <p:txBody>
            <a:bodyPr lIns="0" tIns="0" rIns="0" bIns="0" rtlCol="0" anchor="t">
              <a:spAutoFit/>
            </a:bodyPr>
            <a:lstStyle/>
            <a:p>
              <a:pPr marL="0" marR="0" lvl="0" indent="0" algn="ctr" defTabSz="609585" rtl="0" eaLnBrk="1" fontAlgn="auto" latinLnBrk="0" hangingPunct="1">
                <a:lnSpc>
                  <a:spcPts val="3499"/>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4</a:t>
              </a:r>
            </a:p>
          </p:txBody>
        </p:sp>
        <p:sp>
          <p:nvSpPr>
            <p:cNvPr id="234" name="AutoShape 36">
              <a:extLst>
                <a:ext uri="{FF2B5EF4-FFF2-40B4-BE49-F238E27FC236}">
                  <a16:creationId xmlns:a16="http://schemas.microsoft.com/office/drawing/2014/main" id="{37834063-FBD9-A87E-ED9B-E4854F801E0A}"/>
                </a:ext>
              </a:extLst>
            </p:cNvPr>
            <p:cNvSpPr/>
            <p:nvPr/>
          </p:nvSpPr>
          <p:spPr>
            <a:xfrm>
              <a:off x="65617" y="2146709"/>
              <a:ext cx="11474539" cy="8132"/>
            </a:xfrm>
            <a:prstGeom prst="line">
              <a:avLst/>
            </a:prstGeom>
            <a:ln w="50800" cap="flat">
              <a:solidFill>
                <a:srgbClr val="F51720"/>
              </a:solidFill>
              <a:prstDash val="solid"/>
              <a:headEnd type="none" w="sm" len="sm"/>
              <a:tailEnd type="arrow" w="med"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35" name="Freeform 37">
              <a:extLst>
                <a:ext uri="{FF2B5EF4-FFF2-40B4-BE49-F238E27FC236}">
                  <a16:creationId xmlns:a16="http://schemas.microsoft.com/office/drawing/2014/main" id="{853FA45E-2B5C-E3D6-7BB3-51751B289C17}"/>
                </a:ext>
              </a:extLst>
            </p:cNvPr>
            <p:cNvSpPr/>
            <p:nvPr/>
          </p:nvSpPr>
          <p:spPr>
            <a:xfrm rot="5400000">
              <a:off x="6526534" y="2115773"/>
              <a:ext cx="458628" cy="63500"/>
            </a:xfrm>
            <a:custGeom>
              <a:avLst/>
              <a:gdLst/>
              <a:ahLst/>
              <a:cxnLst/>
              <a:rect l="l" t="t" r="r" b="b"/>
              <a:pathLst>
                <a:path w="458628" h="63500">
                  <a:moveTo>
                    <a:pt x="0" y="0"/>
                  </a:moveTo>
                  <a:lnTo>
                    <a:pt x="458628" y="0"/>
                  </a:lnTo>
                  <a:lnTo>
                    <a:pt x="458628" y="63500"/>
                  </a:lnTo>
                  <a:lnTo>
                    <a:pt x="0" y="63500"/>
                  </a:lnTo>
                  <a:lnTo>
                    <a:pt x="0" y="0"/>
                  </a:lnTo>
                  <a:close/>
                </a:path>
              </a:pathLst>
            </a:custGeom>
            <a:blipFill>
              <a:blip>
                <a:extLst>
                  <a:ext uri="{96DAC541-7B7A-43D3-8B79-37D633B846F1}">
                    <asvg:svgBlip xmlns:asvg="http://schemas.microsoft.com/office/drawing/2016/SVG/main" r:embed="rId3"/>
                  </a:ext>
                </a:extLst>
              </a:blip>
              <a:stretch>
                <a:fillRect l="-479570" t="-87026" r="-79787" b="-15367"/>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36" name="Freeform 38">
              <a:extLst>
                <a:ext uri="{FF2B5EF4-FFF2-40B4-BE49-F238E27FC236}">
                  <a16:creationId xmlns:a16="http://schemas.microsoft.com/office/drawing/2014/main" id="{51BF2406-954E-4D95-0F46-035280AF478F}"/>
                </a:ext>
              </a:extLst>
            </p:cNvPr>
            <p:cNvSpPr/>
            <p:nvPr/>
          </p:nvSpPr>
          <p:spPr>
            <a:xfrm rot="5400000">
              <a:off x="2023836" y="2137233"/>
              <a:ext cx="525151" cy="63500"/>
            </a:xfrm>
            <a:custGeom>
              <a:avLst/>
              <a:gdLst/>
              <a:ahLst/>
              <a:cxnLst/>
              <a:rect l="l" t="t" r="r" b="b"/>
              <a:pathLst>
                <a:path w="525151" h="63500">
                  <a:moveTo>
                    <a:pt x="0" y="0"/>
                  </a:moveTo>
                  <a:lnTo>
                    <a:pt x="525151" y="0"/>
                  </a:lnTo>
                  <a:lnTo>
                    <a:pt x="525151" y="63500"/>
                  </a:lnTo>
                  <a:lnTo>
                    <a:pt x="0" y="63500"/>
                  </a:lnTo>
                  <a:lnTo>
                    <a:pt x="0" y="0"/>
                  </a:lnTo>
                  <a:close/>
                </a:path>
              </a:pathLst>
            </a:custGeom>
            <a:blipFill>
              <a:blip>
                <a:extLst>
                  <a:ext uri="{96DAC541-7B7A-43D3-8B79-37D633B846F1}">
                    <asvg:svgBlip xmlns:asvg="http://schemas.microsoft.com/office/drawing/2016/SVG/main" r:embed="rId3"/>
                  </a:ext>
                </a:extLst>
              </a:blip>
              <a:stretch>
                <a:fillRect l="-413189" t="-102393" r="-62645"/>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37" name="Freeform 39">
              <a:extLst>
                <a:ext uri="{FF2B5EF4-FFF2-40B4-BE49-F238E27FC236}">
                  <a16:creationId xmlns:a16="http://schemas.microsoft.com/office/drawing/2014/main" id="{200E125A-3610-709D-A2FC-0ABB5C53CE82}"/>
                </a:ext>
              </a:extLst>
            </p:cNvPr>
            <p:cNvSpPr/>
            <p:nvPr/>
          </p:nvSpPr>
          <p:spPr>
            <a:xfrm rot="5400000">
              <a:off x="4316975" y="2110203"/>
              <a:ext cx="434233" cy="73013"/>
            </a:xfrm>
            <a:custGeom>
              <a:avLst/>
              <a:gdLst/>
              <a:ahLst/>
              <a:cxnLst/>
              <a:rect l="l" t="t" r="r" b="b"/>
              <a:pathLst>
                <a:path w="434233" h="73013">
                  <a:moveTo>
                    <a:pt x="0" y="0"/>
                  </a:moveTo>
                  <a:lnTo>
                    <a:pt x="434233" y="0"/>
                  </a:lnTo>
                  <a:lnTo>
                    <a:pt x="434233" y="73013"/>
                  </a:lnTo>
                  <a:lnTo>
                    <a:pt x="0" y="73013"/>
                  </a:lnTo>
                  <a:lnTo>
                    <a:pt x="0" y="0"/>
                  </a:lnTo>
                  <a:close/>
                </a:path>
              </a:pathLst>
            </a:custGeom>
            <a:blipFill>
              <a:blip>
                <a:extLst>
                  <a:ext uri="{96DAC541-7B7A-43D3-8B79-37D633B846F1}">
                    <asvg:svgBlip xmlns:asvg="http://schemas.microsoft.com/office/drawing/2016/SVG/main" r:embed="rId3"/>
                  </a:ext>
                </a:extLst>
              </a:blip>
              <a:stretch>
                <a:fillRect l="-505040" t="-76024" r="-91359"/>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38" name="Freeform 40">
              <a:extLst>
                <a:ext uri="{FF2B5EF4-FFF2-40B4-BE49-F238E27FC236}">
                  <a16:creationId xmlns:a16="http://schemas.microsoft.com/office/drawing/2014/main" id="{1E70DB1A-F47F-6BD6-7BA8-4444CB48803B}"/>
                </a:ext>
              </a:extLst>
            </p:cNvPr>
            <p:cNvSpPr/>
            <p:nvPr/>
          </p:nvSpPr>
          <p:spPr>
            <a:xfrm rot="5400000">
              <a:off x="8784760" y="2123091"/>
              <a:ext cx="395201" cy="63500"/>
            </a:xfrm>
            <a:custGeom>
              <a:avLst/>
              <a:gdLst/>
              <a:ahLst/>
              <a:cxnLst/>
              <a:rect l="l" t="t" r="r" b="b"/>
              <a:pathLst>
                <a:path w="395201" h="63500">
                  <a:moveTo>
                    <a:pt x="0" y="0"/>
                  </a:moveTo>
                  <a:lnTo>
                    <a:pt x="395201" y="0"/>
                  </a:lnTo>
                  <a:lnTo>
                    <a:pt x="395201" y="63500"/>
                  </a:lnTo>
                  <a:lnTo>
                    <a:pt x="0" y="63500"/>
                  </a:lnTo>
                  <a:lnTo>
                    <a:pt x="0" y="0"/>
                  </a:lnTo>
                  <a:close/>
                </a:path>
              </a:pathLst>
            </a:custGeom>
            <a:blipFill>
              <a:blip>
                <a:extLst>
                  <a:ext uri="{96DAC541-7B7A-43D3-8B79-37D633B846F1}">
                    <asvg:svgBlip xmlns:asvg="http://schemas.microsoft.com/office/drawing/2016/SVG/main" r:embed="rId3"/>
                  </a:ext>
                </a:extLst>
              </a:blip>
              <a:stretch>
                <a:fillRect l="-561916" t="-102393" r="-103263"/>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39" name="Freeform 41">
              <a:extLst>
                <a:ext uri="{FF2B5EF4-FFF2-40B4-BE49-F238E27FC236}">
                  <a16:creationId xmlns:a16="http://schemas.microsoft.com/office/drawing/2014/main" id="{BADC24E6-B7B9-B4E8-0D04-3EFF373D6E94}"/>
                </a:ext>
              </a:extLst>
            </p:cNvPr>
            <p:cNvSpPr/>
            <p:nvPr/>
          </p:nvSpPr>
          <p:spPr>
            <a:xfrm rot="5400000">
              <a:off x="-152901" y="2114959"/>
              <a:ext cx="500534" cy="63500"/>
            </a:xfrm>
            <a:custGeom>
              <a:avLst/>
              <a:gdLst/>
              <a:ahLst/>
              <a:cxnLst/>
              <a:rect l="l" t="t" r="r" b="b"/>
              <a:pathLst>
                <a:path w="500534" h="63500">
                  <a:moveTo>
                    <a:pt x="0" y="0"/>
                  </a:moveTo>
                  <a:lnTo>
                    <a:pt x="500535" y="0"/>
                  </a:lnTo>
                  <a:lnTo>
                    <a:pt x="500535" y="63500"/>
                  </a:lnTo>
                  <a:lnTo>
                    <a:pt x="0" y="63500"/>
                  </a:lnTo>
                  <a:lnTo>
                    <a:pt x="0" y="0"/>
                  </a:lnTo>
                  <a:close/>
                </a:path>
              </a:pathLst>
            </a:custGeom>
            <a:blipFill>
              <a:blip>
                <a:extLst>
                  <a:ext uri="{96DAC541-7B7A-43D3-8B79-37D633B846F1}">
                    <asvg:svgBlip xmlns:asvg="http://schemas.microsoft.com/office/drawing/2016/SVG/main" r:embed="rId3"/>
                  </a:ext>
                </a:extLst>
              </a:blip>
              <a:stretch>
                <a:fillRect l="-430231" t="-102393" r="-73922"/>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40" name="Freeform 42">
              <a:extLst>
                <a:ext uri="{FF2B5EF4-FFF2-40B4-BE49-F238E27FC236}">
                  <a16:creationId xmlns:a16="http://schemas.microsoft.com/office/drawing/2014/main" id="{7786D8D7-6399-9025-0884-38720367DAF2}"/>
                </a:ext>
              </a:extLst>
            </p:cNvPr>
            <p:cNvSpPr/>
            <p:nvPr/>
          </p:nvSpPr>
          <p:spPr>
            <a:xfrm rot="5400000">
              <a:off x="10969100" y="2114959"/>
              <a:ext cx="385443" cy="63500"/>
            </a:xfrm>
            <a:custGeom>
              <a:avLst/>
              <a:gdLst/>
              <a:ahLst/>
              <a:cxnLst/>
              <a:rect l="l" t="t" r="r" b="b"/>
              <a:pathLst>
                <a:path w="385443" h="63500">
                  <a:moveTo>
                    <a:pt x="0" y="0"/>
                  </a:moveTo>
                  <a:lnTo>
                    <a:pt x="385443" y="0"/>
                  </a:lnTo>
                  <a:lnTo>
                    <a:pt x="385443" y="63500"/>
                  </a:lnTo>
                  <a:lnTo>
                    <a:pt x="0" y="63500"/>
                  </a:lnTo>
                  <a:lnTo>
                    <a:pt x="0" y="0"/>
                  </a:lnTo>
                  <a:close/>
                </a:path>
              </a:pathLst>
            </a:custGeom>
            <a:blipFill>
              <a:blip>
                <a:extLst>
                  <a:ext uri="{96DAC541-7B7A-43D3-8B79-37D633B846F1}">
                    <asvg:svgBlip xmlns:asvg="http://schemas.microsoft.com/office/drawing/2016/SVG/main" r:embed="rId3"/>
                  </a:ext>
                </a:extLst>
              </a:blip>
              <a:stretch>
                <a:fillRect l="-573610" t="-102393" r="-110941"/>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41" name="TextBox 43">
              <a:extLst>
                <a:ext uri="{FF2B5EF4-FFF2-40B4-BE49-F238E27FC236}">
                  <a16:creationId xmlns:a16="http://schemas.microsoft.com/office/drawing/2014/main" id="{3A395A3F-67B1-49C6-2DC5-6E6C4E6F5DE8}"/>
                </a:ext>
              </a:extLst>
            </p:cNvPr>
            <p:cNvSpPr txBox="1"/>
            <p:nvPr/>
          </p:nvSpPr>
          <p:spPr>
            <a:xfrm>
              <a:off x="2098348" y="2374408"/>
              <a:ext cx="353617" cy="823458"/>
            </a:xfrm>
            <a:prstGeom prst="rect">
              <a:avLst/>
            </a:prstGeom>
          </p:spPr>
          <p:txBody>
            <a:bodyPr lIns="0" tIns="0" rIns="0" bIns="0" rtlCol="0" anchor="t">
              <a:spAutoFit/>
            </a:bodyPr>
            <a:lstStyle/>
            <a:p>
              <a:pPr marL="0" marR="0" lvl="0" indent="0" algn="ctr" defTabSz="609585" rtl="0" eaLnBrk="1" fontAlgn="auto" latinLnBrk="0" hangingPunct="1">
                <a:lnSpc>
                  <a:spcPts val="3499"/>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4</a:t>
              </a:r>
            </a:p>
          </p:txBody>
        </p:sp>
        <p:sp>
          <p:nvSpPr>
            <p:cNvPr id="242" name="TextBox 44">
              <a:extLst>
                <a:ext uri="{FF2B5EF4-FFF2-40B4-BE49-F238E27FC236}">
                  <a16:creationId xmlns:a16="http://schemas.microsoft.com/office/drawing/2014/main" id="{D0E9EA7C-1804-9257-F9BE-0BED804A8EB7}"/>
                </a:ext>
              </a:extLst>
            </p:cNvPr>
            <p:cNvSpPr txBox="1"/>
            <p:nvPr/>
          </p:nvSpPr>
          <p:spPr>
            <a:xfrm>
              <a:off x="0" y="2374408"/>
              <a:ext cx="194733" cy="556683"/>
            </a:xfrm>
            <a:prstGeom prst="rect">
              <a:avLst/>
            </a:prstGeom>
          </p:spPr>
          <p:txBody>
            <a:bodyPr lIns="0" tIns="0" rIns="0" bIns="0" rtlCol="0" anchor="t">
              <a:spAutoFit/>
            </a:bodyPr>
            <a:lstStyle/>
            <a:p>
              <a:pPr marL="0" marR="0" lvl="0" indent="0" algn="ctr" defTabSz="609585" rtl="0" eaLnBrk="1" fontAlgn="auto" latinLnBrk="0" hangingPunct="1">
                <a:lnSpc>
                  <a:spcPts val="3499"/>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0</a:t>
              </a:r>
            </a:p>
          </p:txBody>
        </p:sp>
        <p:sp>
          <p:nvSpPr>
            <p:cNvPr id="243" name="TextBox 45">
              <a:extLst>
                <a:ext uri="{FF2B5EF4-FFF2-40B4-BE49-F238E27FC236}">
                  <a16:creationId xmlns:a16="http://schemas.microsoft.com/office/drawing/2014/main" id="{17933080-34AF-7C2D-8A11-7297801BCF36}"/>
                </a:ext>
              </a:extLst>
            </p:cNvPr>
            <p:cNvSpPr txBox="1"/>
            <p:nvPr/>
          </p:nvSpPr>
          <p:spPr>
            <a:xfrm>
              <a:off x="4226678" y="2339827"/>
              <a:ext cx="638318" cy="823458"/>
            </a:xfrm>
            <a:prstGeom prst="rect">
              <a:avLst/>
            </a:prstGeom>
          </p:spPr>
          <p:txBody>
            <a:bodyPr lIns="0" tIns="0" rIns="0" bIns="0" rtlCol="0" anchor="t">
              <a:spAutoFit/>
            </a:bodyPr>
            <a:lstStyle/>
            <a:p>
              <a:pPr marL="0" marR="0" lvl="0" indent="0" algn="ctr" defTabSz="609585" rtl="0" eaLnBrk="1" fontAlgn="auto" latinLnBrk="0" hangingPunct="1">
                <a:lnSpc>
                  <a:spcPts val="3499"/>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8</a:t>
              </a:r>
            </a:p>
          </p:txBody>
        </p:sp>
        <p:sp>
          <p:nvSpPr>
            <p:cNvPr id="244" name="TextBox 46">
              <a:extLst>
                <a:ext uri="{FF2B5EF4-FFF2-40B4-BE49-F238E27FC236}">
                  <a16:creationId xmlns:a16="http://schemas.microsoft.com/office/drawing/2014/main" id="{A478721E-CA6E-AC9B-2E69-80A4362CB8A7}"/>
                </a:ext>
              </a:extLst>
            </p:cNvPr>
            <p:cNvSpPr txBox="1"/>
            <p:nvPr/>
          </p:nvSpPr>
          <p:spPr>
            <a:xfrm>
              <a:off x="6436687" y="2339827"/>
              <a:ext cx="889794" cy="823458"/>
            </a:xfrm>
            <a:prstGeom prst="rect">
              <a:avLst/>
            </a:prstGeom>
          </p:spPr>
          <p:txBody>
            <a:bodyPr wrap="square" lIns="0" tIns="0" rIns="0" bIns="0" rtlCol="0" anchor="t">
              <a:spAutoFit/>
            </a:bodyPr>
            <a:lstStyle/>
            <a:p>
              <a:pPr marL="0" marR="0" lvl="0" indent="0" algn="ctr" defTabSz="609585" rtl="0" eaLnBrk="1" fontAlgn="auto" latinLnBrk="0" hangingPunct="1">
                <a:lnSpc>
                  <a:spcPts val="3499"/>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12</a:t>
              </a:r>
            </a:p>
          </p:txBody>
        </p:sp>
        <p:sp>
          <p:nvSpPr>
            <p:cNvPr id="245" name="TextBox 47">
              <a:extLst>
                <a:ext uri="{FF2B5EF4-FFF2-40B4-BE49-F238E27FC236}">
                  <a16:creationId xmlns:a16="http://schemas.microsoft.com/office/drawing/2014/main" id="{6DAC1F9E-E5CC-BEAE-AFCF-068EF8EADF5A}"/>
                </a:ext>
              </a:extLst>
            </p:cNvPr>
            <p:cNvSpPr txBox="1"/>
            <p:nvPr/>
          </p:nvSpPr>
          <p:spPr>
            <a:xfrm>
              <a:off x="8511463" y="2308628"/>
              <a:ext cx="889575" cy="823458"/>
            </a:xfrm>
            <a:prstGeom prst="rect">
              <a:avLst/>
            </a:prstGeom>
          </p:spPr>
          <p:txBody>
            <a:bodyPr wrap="square" lIns="0" tIns="0" rIns="0" bIns="0" rtlCol="0" anchor="t">
              <a:spAutoFit/>
            </a:bodyPr>
            <a:lstStyle/>
            <a:p>
              <a:pPr marL="0" marR="0" lvl="0" indent="0" algn="ctr" defTabSz="609585" rtl="0" eaLnBrk="1" fontAlgn="auto" latinLnBrk="0" hangingPunct="1">
                <a:lnSpc>
                  <a:spcPts val="3499"/>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16</a:t>
              </a:r>
            </a:p>
          </p:txBody>
        </p:sp>
        <p:sp>
          <p:nvSpPr>
            <p:cNvPr id="246" name="TextBox 48">
              <a:extLst>
                <a:ext uri="{FF2B5EF4-FFF2-40B4-BE49-F238E27FC236}">
                  <a16:creationId xmlns:a16="http://schemas.microsoft.com/office/drawing/2014/main" id="{92A43EF3-4FEE-6444-1100-CEBB1B3ADB82}"/>
                </a:ext>
              </a:extLst>
            </p:cNvPr>
            <p:cNvSpPr txBox="1"/>
            <p:nvPr/>
          </p:nvSpPr>
          <p:spPr>
            <a:xfrm>
              <a:off x="10516988" y="2295291"/>
              <a:ext cx="963992" cy="823458"/>
            </a:xfrm>
            <a:prstGeom prst="rect">
              <a:avLst/>
            </a:prstGeom>
          </p:spPr>
          <p:txBody>
            <a:bodyPr wrap="square" lIns="0" tIns="0" rIns="0" bIns="0" rtlCol="0" anchor="t">
              <a:spAutoFit/>
            </a:bodyPr>
            <a:lstStyle/>
            <a:p>
              <a:pPr marL="0" marR="0" lvl="0" indent="0" algn="ctr" defTabSz="609585" rtl="0" eaLnBrk="1" fontAlgn="auto" latinLnBrk="0" hangingPunct="1">
                <a:lnSpc>
                  <a:spcPts val="3499"/>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20</a:t>
              </a:r>
            </a:p>
          </p:txBody>
        </p:sp>
      </p:grpSp>
      <p:grpSp>
        <p:nvGrpSpPr>
          <p:cNvPr id="249" name="Group 13"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09400312-7C8D-7836-7F35-1D196E734ADE}"/>
              </a:ext>
            </a:extLst>
          </p:cNvPr>
          <p:cNvGrpSpPr/>
          <p:nvPr/>
        </p:nvGrpSpPr>
        <p:grpSpPr>
          <a:xfrm>
            <a:off x="4752184" y="4570414"/>
            <a:ext cx="321077" cy="646266"/>
            <a:chOff x="1730233" y="-4739574"/>
            <a:chExt cx="403652" cy="888034"/>
          </a:xfrm>
        </p:grpSpPr>
        <p:sp>
          <p:nvSpPr>
            <p:cNvPr id="250" name="Freeform 14">
              <a:extLst>
                <a:ext uri="{FF2B5EF4-FFF2-40B4-BE49-F238E27FC236}">
                  <a16:creationId xmlns:a16="http://schemas.microsoft.com/office/drawing/2014/main" id="{6690A02E-4A12-4AD1-ECDF-B779AC712F46}"/>
                </a:ext>
              </a:extLst>
            </p:cNvPr>
            <p:cNvSpPr/>
            <p:nvPr/>
          </p:nvSpPr>
          <p:spPr>
            <a:xfrm>
              <a:off x="1730233" y="-4739574"/>
              <a:ext cx="403652" cy="888034"/>
            </a:xfrm>
            <a:custGeom>
              <a:avLst/>
              <a:gdLst/>
              <a:ahLst/>
              <a:cxnLst/>
              <a:rect l="l" t="t" r="r" b="b"/>
              <a:pathLst>
                <a:path w="403652" h="888034">
                  <a:moveTo>
                    <a:pt x="0" y="0"/>
                  </a:moveTo>
                  <a:lnTo>
                    <a:pt x="403652" y="0"/>
                  </a:lnTo>
                  <a:lnTo>
                    <a:pt x="403652" y="888034"/>
                  </a:lnTo>
                  <a:lnTo>
                    <a:pt x="0" y="88803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grpSp>
        <p:nvGrpSpPr>
          <p:cNvPr id="251" name="Group 13"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89D43F52-8CA9-8101-738F-8D0F9F8F2D45}"/>
              </a:ext>
            </a:extLst>
          </p:cNvPr>
          <p:cNvGrpSpPr/>
          <p:nvPr/>
        </p:nvGrpSpPr>
        <p:grpSpPr>
          <a:xfrm>
            <a:off x="6971794" y="4545182"/>
            <a:ext cx="321077" cy="646266"/>
            <a:chOff x="1730233" y="-4739574"/>
            <a:chExt cx="403652" cy="888034"/>
          </a:xfrm>
        </p:grpSpPr>
        <p:sp>
          <p:nvSpPr>
            <p:cNvPr id="252" name="Freeform 14">
              <a:extLst>
                <a:ext uri="{FF2B5EF4-FFF2-40B4-BE49-F238E27FC236}">
                  <a16:creationId xmlns:a16="http://schemas.microsoft.com/office/drawing/2014/main" id="{94746B37-3592-5B79-C0DF-90E6D46A15BA}"/>
                </a:ext>
              </a:extLst>
            </p:cNvPr>
            <p:cNvSpPr/>
            <p:nvPr/>
          </p:nvSpPr>
          <p:spPr>
            <a:xfrm>
              <a:off x="1730233" y="-4739574"/>
              <a:ext cx="403652" cy="888034"/>
            </a:xfrm>
            <a:custGeom>
              <a:avLst/>
              <a:gdLst/>
              <a:ahLst/>
              <a:cxnLst/>
              <a:rect l="l" t="t" r="r" b="b"/>
              <a:pathLst>
                <a:path w="403652" h="888034">
                  <a:moveTo>
                    <a:pt x="0" y="0"/>
                  </a:moveTo>
                  <a:lnTo>
                    <a:pt x="403652" y="0"/>
                  </a:lnTo>
                  <a:lnTo>
                    <a:pt x="403652" y="888034"/>
                  </a:lnTo>
                  <a:lnTo>
                    <a:pt x="0" y="88803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grpSp>
        <p:nvGrpSpPr>
          <p:cNvPr id="253" name="Group 13"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ED1221AF-BFFE-380B-3299-76D5F31C7272}"/>
              </a:ext>
            </a:extLst>
          </p:cNvPr>
          <p:cNvGrpSpPr/>
          <p:nvPr/>
        </p:nvGrpSpPr>
        <p:grpSpPr>
          <a:xfrm>
            <a:off x="5874785" y="4557144"/>
            <a:ext cx="321077" cy="646266"/>
            <a:chOff x="1730233" y="-4739574"/>
            <a:chExt cx="403652" cy="888034"/>
          </a:xfrm>
        </p:grpSpPr>
        <p:sp>
          <p:nvSpPr>
            <p:cNvPr id="254" name="Freeform 14">
              <a:extLst>
                <a:ext uri="{FF2B5EF4-FFF2-40B4-BE49-F238E27FC236}">
                  <a16:creationId xmlns:a16="http://schemas.microsoft.com/office/drawing/2014/main" id="{20F12B9C-7076-8596-7CFA-2BA51D8104E8}"/>
                </a:ext>
              </a:extLst>
            </p:cNvPr>
            <p:cNvSpPr/>
            <p:nvPr/>
          </p:nvSpPr>
          <p:spPr>
            <a:xfrm>
              <a:off x="1730233" y="-4739574"/>
              <a:ext cx="403652" cy="888034"/>
            </a:xfrm>
            <a:custGeom>
              <a:avLst/>
              <a:gdLst/>
              <a:ahLst/>
              <a:cxnLst/>
              <a:rect l="l" t="t" r="r" b="b"/>
              <a:pathLst>
                <a:path w="403652" h="888034">
                  <a:moveTo>
                    <a:pt x="0" y="0"/>
                  </a:moveTo>
                  <a:lnTo>
                    <a:pt x="403652" y="0"/>
                  </a:lnTo>
                  <a:lnTo>
                    <a:pt x="403652" y="888034"/>
                  </a:lnTo>
                  <a:lnTo>
                    <a:pt x="0" y="88803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grpSp>
        <p:nvGrpSpPr>
          <p:cNvPr id="255" name="Group 13"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E1CFAA67-7957-DA00-3583-900530D7988F}"/>
              </a:ext>
            </a:extLst>
          </p:cNvPr>
          <p:cNvGrpSpPr/>
          <p:nvPr/>
        </p:nvGrpSpPr>
        <p:grpSpPr>
          <a:xfrm>
            <a:off x="8026187" y="4537510"/>
            <a:ext cx="321077" cy="646266"/>
            <a:chOff x="1730233" y="-4739574"/>
            <a:chExt cx="403652" cy="888034"/>
          </a:xfrm>
        </p:grpSpPr>
        <p:sp>
          <p:nvSpPr>
            <p:cNvPr id="256" name="Freeform 14">
              <a:extLst>
                <a:ext uri="{FF2B5EF4-FFF2-40B4-BE49-F238E27FC236}">
                  <a16:creationId xmlns:a16="http://schemas.microsoft.com/office/drawing/2014/main" id="{61DDF38E-36AE-12A8-BEE4-2215C62B210B}"/>
                </a:ext>
              </a:extLst>
            </p:cNvPr>
            <p:cNvSpPr/>
            <p:nvPr/>
          </p:nvSpPr>
          <p:spPr>
            <a:xfrm>
              <a:off x="1730233" y="-4739574"/>
              <a:ext cx="403652" cy="888034"/>
            </a:xfrm>
            <a:custGeom>
              <a:avLst/>
              <a:gdLst/>
              <a:ahLst/>
              <a:cxnLst/>
              <a:rect l="l" t="t" r="r" b="b"/>
              <a:pathLst>
                <a:path w="403652" h="888034">
                  <a:moveTo>
                    <a:pt x="0" y="0"/>
                  </a:moveTo>
                  <a:lnTo>
                    <a:pt x="403652" y="0"/>
                  </a:lnTo>
                  <a:lnTo>
                    <a:pt x="403652" y="888034"/>
                  </a:lnTo>
                  <a:lnTo>
                    <a:pt x="0" y="88803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sp>
        <p:nvSpPr>
          <p:cNvPr id="259" name="Oval 258"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DEDED39F-A26E-1727-1693-30438D1ABEBF}"/>
              </a:ext>
            </a:extLst>
          </p:cNvPr>
          <p:cNvSpPr/>
          <p:nvPr/>
        </p:nvSpPr>
        <p:spPr>
          <a:xfrm>
            <a:off x="5177755" y="3267518"/>
            <a:ext cx="656948" cy="600238"/>
          </a:xfrm>
          <a:prstGeom prst="ellipse">
            <a:avLst/>
          </a:prstGeom>
          <a:noFill/>
          <a:ln w="571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260" name="Oval 259" descr="Example of a tape diagram. At the bottom is a number line starting at zero, divided into even intervals marked as 8, 16, 24, 32 and 40. &#10;&#10;Above the number line is a tape diagram showing each of the 5 sections has a value of 8.&#10;&#10;Above that is a tape diagram showing each of the 5 sections has a value of 1/5. &#10;&#10;Across the top is a tape that shows the entire section has a value of 40. 2/5 has been shaded.&#10;&#10;This is repeated for 20 - one fifths, 4 in each segment and a numberline increasing in 4's to 20.">
            <a:extLst>
              <a:ext uri="{FF2B5EF4-FFF2-40B4-BE49-F238E27FC236}">
                <a16:creationId xmlns:a16="http://schemas.microsoft.com/office/drawing/2014/main" id="{B41C2174-FB5D-50F8-44C9-C111E0FDCC04}"/>
              </a:ext>
            </a:extLst>
          </p:cNvPr>
          <p:cNvSpPr/>
          <p:nvPr/>
        </p:nvSpPr>
        <p:spPr>
          <a:xfrm>
            <a:off x="7378867" y="6364384"/>
            <a:ext cx="545713" cy="496928"/>
          </a:xfrm>
          <a:prstGeom prst="ellipse">
            <a:avLst/>
          </a:prstGeom>
          <a:noFill/>
          <a:ln w="571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pic>
        <p:nvPicPr>
          <p:cNvPr id="4" name="Picture 3" descr="image of a head with cogs turning inside">
            <a:extLst>
              <a:ext uri="{FF2B5EF4-FFF2-40B4-BE49-F238E27FC236}">
                <a16:creationId xmlns:a16="http://schemas.microsoft.com/office/drawing/2014/main" id="{63468A2D-FD3F-EB9B-F85D-439DC188C0A6}"/>
              </a:ext>
            </a:extLst>
          </p:cNvPr>
          <p:cNvPicPr>
            <a:picLocks noChangeAspect="1"/>
          </p:cNvPicPr>
          <p:nvPr/>
        </p:nvPicPr>
        <p:blipFill>
          <a:blip r:embed="rId5"/>
          <a:stretch>
            <a:fillRect/>
          </a:stretch>
        </p:blipFill>
        <p:spPr>
          <a:xfrm>
            <a:off x="11250501" y="1275"/>
            <a:ext cx="723900" cy="866775"/>
          </a:xfrm>
          <a:prstGeom prst="rect">
            <a:avLst/>
          </a:prstGeom>
        </p:spPr>
      </p:pic>
    </p:spTree>
    <p:extLst>
      <p:ext uri="{BB962C8B-B14F-4D97-AF65-F5344CB8AC3E}">
        <p14:creationId xmlns:p14="http://schemas.microsoft.com/office/powerpoint/2010/main" val="1504358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2"/>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125"/>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nodeType="afterEffect">
                                  <p:stCondLst>
                                    <p:cond delay="0"/>
                                  </p:stCondLst>
                                  <p:childTnLst>
                                    <p:set>
                                      <p:cBhvr>
                                        <p:cTn id="18" dur="1" fill="hold">
                                          <p:stCondLst>
                                            <p:cond delay="0"/>
                                          </p:stCondLst>
                                        </p:cTn>
                                        <p:tgtEl>
                                          <p:spTgt spid="129"/>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127"/>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13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7"/>
                                        </p:tgtEl>
                                        <p:attrNameLst>
                                          <p:attrName>style.visibility</p:attrName>
                                        </p:attrNameLst>
                                      </p:cBhvr>
                                      <p:to>
                                        <p:strVal val="visible"/>
                                      </p:to>
                                    </p:set>
                                  </p:childTnLst>
                                </p:cTn>
                              </p:par>
                              <p:par>
                                <p:cTn id="29" presetID="1" presetClass="exit" presetSubtype="0" fill="hold" grpId="0" nodeType="withEffect">
                                  <p:stCondLst>
                                    <p:cond delay="0"/>
                                  </p:stCondLst>
                                  <p:childTnLst>
                                    <p:set>
                                      <p:cBhvr>
                                        <p:cTn id="30" dur="1" fill="hold">
                                          <p:stCondLst>
                                            <p:cond delay="0"/>
                                          </p:stCondLst>
                                        </p:cTn>
                                        <p:tgtEl>
                                          <p:spTgt spid="68"/>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hidden"/>
                                      </p:to>
                                    </p:set>
                                  </p:childTnLst>
                                </p:cTn>
                              </p:par>
                              <p:par>
                                <p:cTn id="35" presetID="1" presetClass="exit"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hidden"/>
                                      </p:to>
                                    </p:set>
                                  </p:childTnLst>
                                </p:cTn>
                              </p:par>
                              <p:par>
                                <p:cTn id="37" presetID="1" presetClass="exit"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hidden"/>
                                      </p:to>
                                    </p:set>
                                  </p:childTnLst>
                                </p:cTn>
                              </p:par>
                              <p:par>
                                <p:cTn id="39" presetID="1" presetClass="exit" presetSubtype="0" fill="hold" grpId="0" nodeType="withEffect">
                                  <p:stCondLst>
                                    <p:cond delay="0"/>
                                  </p:stCondLst>
                                  <p:childTnLst>
                                    <p:set>
                                      <p:cBhvr>
                                        <p:cTn id="40" dur="1" fill="hold">
                                          <p:stCondLst>
                                            <p:cond delay="0"/>
                                          </p:stCondLst>
                                        </p:cTn>
                                        <p:tgtEl>
                                          <p:spTgt spid="7"/>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2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2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4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5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5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5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2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5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5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7" grpId="0" animBg="1"/>
      <p:bldP spid="8" grpId="0" animBg="1"/>
      <p:bldP spid="9" grpId="0" animBg="1"/>
      <p:bldP spid="10" grpId="0" animBg="1"/>
      <p:bldP spid="16" grpId="0" animBg="1"/>
      <p:bldP spid="25" grpId="0"/>
      <p:bldP spid="89" grpId="0" animBg="1"/>
      <p:bldP spid="258" grpId="0" animBg="1"/>
      <p:bldP spid="220" grpId="0"/>
      <p:bldP spid="259" grpId="0" animBg="1"/>
      <p:bldP spid="26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B424F-7DD0-3E03-466D-8D5582F980A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55B056C-EFDF-07CA-9F8C-380C2D645C57}"/>
              </a:ext>
            </a:extLst>
          </p:cNvPr>
          <p:cNvSpPr>
            <a:spLocks noGrp="1"/>
          </p:cNvSpPr>
          <p:nvPr>
            <p:ph type="ctrTitle"/>
          </p:nvPr>
        </p:nvSpPr>
        <p:spPr/>
        <p:txBody>
          <a:bodyPr/>
          <a:lstStyle/>
          <a:p>
            <a:r>
              <a:rPr lang="en-AU">
                <a:latin typeface="+mj-lt"/>
                <a:cs typeface="Arial"/>
              </a:rPr>
              <a:t>Review of learning  7</a:t>
            </a:r>
            <a:endParaRPr lang="en-AU">
              <a:latin typeface="+mj-lt"/>
            </a:endParaRPr>
          </a:p>
        </p:txBody>
      </p:sp>
    </p:spTree>
    <p:extLst>
      <p:ext uri="{BB962C8B-B14F-4D97-AF65-F5344CB8AC3E}">
        <p14:creationId xmlns:p14="http://schemas.microsoft.com/office/powerpoint/2010/main" val="532709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DEC98-6E64-B27A-62A0-329A669AEC8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4353F3-AFA1-F86F-DE0E-4EEDDC077D1C}"/>
              </a:ext>
            </a:extLst>
          </p:cNvPr>
          <p:cNvSpPr>
            <a:spLocks noGrp="1"/>
          </p:cNvSpPr>
          <p:nvPr>
            <p:ph type="sldNum" sz="quarter" idx="12"/>
          </p:nvPr>
        </p:nvSpPr>
        <p:spPr/>
        <p:txBody>
          <a:bodyPr/>
          <a:lstStyle/>
          <a:p>
            <a:fld id="{10A01DC5-1685-4615-8240-15192985C6A2}" type="slidenum">
              <a:rPr lang="en-AU" smtClean="0"/>
              <a:t>18</a:t>
            </a:fld>
            <a:endParaRPr lang="en-AU"/>
          </a:p>
        </p:txBody>
      </p:sp>
      <p:sp>
        <p:nvSpPr>
          <p:cNvPr id="3" name="Title 2">
            <a:extLst>
              <a:ext uri="{FF2B5EF4-FFF2-40B4-BE49-F238E27FC236}">
                <a16:creationId xmlns:a16="http://schemas.microsoft.com/office/drawing/2014/main" id="{E0021225-41F1-0C16-7955-7A20CE3F9226}"/>
              </a:ext>
            </a:extLst>
          </p:cNvPr>
          <p:cNvSpPr>
            <a:spLocks noGrp="1"/>
          </p:cNvSpPr>
          <p:nvPr>
            <p:ph type="title"/>
          </p:nvPr>
        </p:nvSpPr>
        <p:spPr/>
        <p:txBody>
          <a:bodyPr/>
          <a:lstStyle/>
          <a:p>
            <a:r>
              <a:rPr lang="en-US"/>
              <a:t>Multiple choice </a:t>
            </a:r>
            <a:r>
              <a:rPr lang="en-US">
                <a:solidFill>
                  <a:schemeClr val="bg1"/>
                </a:solidFill>
              </a:rPr>
              <a:t>(4)</a:t>
            </a:r>
          </a:p>
        </p:txBody>
      </p:sp>
      <p:sp>
        <p:nvSpPr>
          <p:cNvPr id="14" name="Text Placeholder 13">
            <a:extLst>
              <a:ext uri="{FF2B5EF4-FFF2-40B4-BE49-F238E27FC236}">
                <a16:creationId xmlns:a16="http://schemas.microsoft.com/office/drawing/2014/main" id="{675CACB5-5FB0-E2CF-54E9-1F4523AF622E}"/>
              </a:ext>
            </a:extLst>
          </p:cNvPr>
          <p:cNvSpPr>
            <a:spLocks noGrp="1"/>
          </p:cNvSpPr>
          <p:nvPr>
            <p:ph type="body" sz="quarter" idx="27"/>
          </p:nvPr>
        </p:nvSpPr>
        <p:spPr>
          <a:xfrm>
            <a:off x="1345520" y="5267227"/>
            <a:ext cx="10175920" cy="641396"/>
          </a:xfrm>
        </p:spPr>
        <p:txBody>
          <a:bodyPr vert="horz" lIns="0" tIns="0" rIns="0" bIns="0" rtlCol="0" anchor="t">
            <a:noAutofit/>
          </a:bodyPr>
          <a:lstStyle/>
          <a:p>
            <a:r>
              <a:rPr lang="en-US" sz="4000">
                <a:ea typeface="+mn-lt"/>
                <a:cs typeface="+mn-lt"/>
              </a:rPr>
              <a:t>10.25</a:t>
            </a:r>
            <a:endParaRPr lang="en-US" sz="4000"/>
          </a:p>
        </p:txBody>
      </p:sp>
      <p:sp>
        <p:nvSpPr>
          <p:cNvPr id="15" name="Text Placeholder 14">
            <a:extLst>
              <a:ext uri="{FF2B5EF4-FFF2-40B4-BE49-F238E27FC236}">
                <a16:creationId xmlns:a16="http://schemas.microsoft.com/office/drawing/2014/main" id="{CA95A8D3-8910-15F9-8CCD-CC5CE999586C}"/>
              </a:ext>
            </a:extLst>
          </p:cNvPr>
          <p:cNvSpPr>
            <a:spLocks noGrp="1"/>
          </p:cNvSpPr>
          <p:nvPr>
            <p:ph type="body" sz="quarter" idx="28"/>
          </p:nvPr>
        </p:nvSpPr>
        <p:spPr>
          <a:xfrm>
            <a:off x="360000" y="1408922"/>
            <a:ext cx="11639167" cy="1420148"/>
          </a:xfrm>
        </p:spPr>
        <p:txBody>
          <a:bodyPr vert="horz" lIns="0" tIns="0" rIns="0" bIns="0" rtlCol="0" anchor="t">
            <a:noAutofit/>
          </a:bodyPr>
          <a:lstStyle/>
          <a:p>
            <a:pPr algn="ctr"/>
            <a:r>
              <a:rPr lang="en-US" sz="4800">
                <a:latin typeface="Arial"/>
                <a:cs typeface="Arial"/>
              </a:rPr>
              <a:t>A </a:t>
            </a:r>
            <a:r>
              <a:rPr lang="en-US" sz="4800" b="1">
                <a:latin typeface="Arial"/>
                <a:cs typeface="Arial"/>
              </a:rPr>
              <a:t>quarter</a:t>
            </a:r>
            <a:r>
              <a:rPr lang="en-US" sz="4800">
                <a:latin typeface="Arial"/>
                <a:cs typeface="Arial"/>
              </a:rPr>
              <a:t> of 36 is…</a:t>
            </a:r>
            <a:endParaRPr lang="en-US" sz="4800"/>
          </a:p>
          <a:p>
            <a:endParaRPr lang="en-US" sz="4000">
              <a:latin typeface="Arial"/>
              <a:cs typeface="Arial"/>
            </a:endParaRPr>
          </a:p>
        </p:txBody>
      </p:sp>
      <p:sp>
        <p:nvSpPr>
          <p:cNvPr id="16" name="Text Placeholder 15">
            <a:extLst>
              <a:ext uri="{FF2B5EF4-FFF2-40B4-BE49-F238E27FC236}">
                <a16:creationId xmlns:a16="http://schemas.microsoft.com/office/drawing/2014/main" id="{E0D6F30C-8CEC-E4E0-1551-B27B081FFF00}"/>
              </a:ext>
            </a:extLst>
          </p:cNvPr>
          <p:cNvSpPr>
            <a:spLocks noGrp="1"/>
          </p:cNvSpPr>
          <p:nvPr>
            <p:ph type="body" sz="quarter" idx="29"/>
          </p:nvPr>
        </p:nvSpPr>
        <p:spPr>
          <a:xfrm>
            <a:off x="1345520" y="4417174"/>
            <a:ext cx="10175920" cy="641396"/>
          </a:xfrm>
        </p:spPr>
        <p:txBody>
          <a:bodyPr vert="horz" lIns="0" tIns="0" rIns="0" bIns="0" rtlCol="0" anchor="t">
            <a:noAutofit/>
          </a:bodyPr>
          <a:lstStyle/>
          <a:p>
            <a:r>
              <a:rPr lang="en-US" sz="4000">
                <a:ea typeface="+mn-lt"/>
                <a:cs typeface="+mn-lt"/>
              </a:rPr>
              <a:t>17</a:t>
            </a:r>
            <a:endParaRPr lang="en-US" sz="4000"/>
          </a:p>
        </p:txBody>
      </p:sp>
      <p:sp>
        <p:nvSpPr>
          <p:cNvPr id="17" name="Text Placeholder 16">
            <a:extLst>
              <a:ext uri="{FF2B5EF4-FFF2-40B4-BE49-F238E27FC236}">
                <a16:creationId xmlns:a16="http://schemas.microsoft.com/office/drawing/2014/main" id="{44BFA8E5-50BD-0893-BC01-B6B36BC802E1}"/>
              </a:ext>
            </a:extLst>
          </p:cNvPr>
          <p:cNvSpPr>
            <a:spLocks noGrp="1"/>
          </p:cNvSpPr>
          <p:nvPr>
            <p:ph type="body" sz="quarter" idx="30"/>
          </p:nvPr>
        </p:nvSpPr>
        <p:spPr>
          <a:xfrm>
            <a:off x="1345520" y="3567121"/>
            <a:ext cx="10175920" cy="641396"/>
          </a:xfrm>
        </p:spPr>
        <p:txBody>
          <a:bodyPr vert="horz" lIns="0" tIns="0" rIns="0" bIns="0" rtlCol="0" anchor="t">
            <a:noAutofit/>
          </a:bodyPr>
          <a:lstStyle/>
          <a:p>
            <a:r>
              <a:rPr lang="en-US" sz="4000">
                <a:cs typeface="Arial"/>
              </a:rPr>
              <a:t>8.5</a:t>
            </a:r>
          </a:p>
        </p:txBody>
      </p:sp>
      <p:sp>
        <p:nvSpPr>
          <p:cNvPr id="18" name="Text Placeholder 17">
            <a:extLst>
              <a:ext uri="{FF2B5EF4-FFF2-40B4-BE49-F238E27FC236}">
                <a16:creationId xmlns:a16="http://schemas.microsoft.com/office/drawing/2014/main" id="{9E79809D-9372-E31A-587E-B87233AE7FEB}"/>
              </a:ext>
            </a:extLst>
          </p:cNvPr>
          <p:cNvSpPr>
            <a:spLocks noGrp="1"/>
          </p:cNvSpPr>
          <p:nvPr>
            <p:ph type="body" sz="quarter" idx="31"/>
          </p:nvPr>
        </p:nvSpPr>
        <p:spPr>
          <a:xfrm>
            <a:off x="1345520" y="2688728"/>
            <a:ext cx="10175920" cy="641396"/>
          </a:xfrm>
        </p:spPr>
        <p:txBody>
          <a:bodyPr vert="horz" lIns="0" tIns="0" rIns="0" bIns="0" rtlCol="0" anchor="t">
            <a:noAutofit/>
          </a:bodyPr>
          <a:lstStyle/>
          <a:p>
            <a:r>
              <a:rPr lang="en-US" sz="4000">
                <a:cs typeface="Arial"/>
              </a:rPr>
              <a:t>9</a:t>
            </a:r>
          </a:p>
        </p:txBody>
      </p:sp>
      <p:sp>
        <p:nvSpPr>
          <p:cNvPr id="9" name="TextBox 8">
            <a:extLst>
              <a:ext uri="{FF2B5EF4-FFF2-40B4-BE49-F238E27FC236}">
                <a16:creationId xmlns:a16="http://schemas.microsoft.com/office/drawing/2014/main" id="{01959E7F-5339-4140-06DD-3FCB073486C3}"/>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BEE40492-9435-5860-3C94-30096476C915}"/>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5912478F-CB84-AC6C-FE6E-1FCE453E61F6}"/>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C86D3D05-3E76-5A4E-DF8C-4677FB0BC3BF}"/>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4" name="Picture 3" descr="image of a finger selecting an option for a multiple choice or true and false">
            <a:extLst>
              <a:ext uri="{FF2B5EF4-FFF2-40B4-BE49-F238E27FC236}">
                <a16:creationId xmlns:a16="http://schemas.microsoft.com/office/drawing/2014/main" id="{762B9242-51CC-E9FE-F0ED-48F177A9021B}"/>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2587296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17138-09C4-3779-3ADC-C5FC41EBD76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2BE3BE-2958-C89B-F3EF-B2EDE80629D7}"/>
              </a:ext>
            </a:extLst>
          </p:cNvPr>
          <p:cNvSpPr>
            <a:spLocks noGrp="1"/>
          </p:cNvSpPr>
          <p:nvPr>
            <p:ph type="sldNum" sz="quarter" idx="12"/>
          </p:nvPr>
        </p:nvSpPr>
        <p:spPr/>
        <p:txBody>
          <a:bodyPr/>
          <a:lstStyle/>
          <a:p>
            <a:fld id="{10A01DC5-1685-4615-8240-15192985C6A2}" type="slidenum">
              <a:rPr lang="en-AU" smtClean="0"/>
              <a:t>19</a:t>
            </a:fld>
            <a:endParaRPr lang="en-AU"/>
          </a:p>
        </p:txBody>
      </p:sp>
      <p:sp>
        <p:nvSpPr>
          <p:cNvPr id="3" name="Title 2">
            <a:extLst>
              <a:ext uri="{FF2B5EF4-FFF2-40B4-BE49-F238E27FC236}">
                <a16:creationId xmlns:a16="http://schemas.microsoft.com/office/drawing/2014/main" id="{7A79083A-0495-1351-2474-66F37FD0839A}"/>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(25)</a:t>
            </a:r>
          </a:p>
        </p:txBody>
      </p:sp>
      <p:pic>
        <p:nvPicPr>
          <p:cNvPr id="4" name="Picture 3" descr="image of a clipboard with a pencil recording short answer responses">
            <a:extLst>
              <a:ext uri="{FF2B5EF4-FFF2-40B4-BE49-F238E27FC236}">
                <a16:creationId xmlns:a16="http://schemas.microsoft.com/office/drawing/2014/main" id="{0B2658E5-897D-F102-F9BC-10C464CD9E83}"/>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2" name="Picture 11" descr="A diagram showing three blue rays meeting at a common vertex, forming two adjacent angles. Each angle is marked as 45°, shown with a red arc. The two angles together form a right angle of 90°. The image is rotated so the diagram appears tilted.">
            <a:extLst>
              <a:ext uri="{FF2B5EF4-FFF2-40B4-BE49-F238E27FC236}">
                <a16:creationId xmlns:a16="http://schemas.microsoft.com/office/drawing/2014/main" id="{8072BED6-DCB8-820F-F1CC-A6034D705D9D}"/>
              </a:ext>
            </a:extLst>
          </p:cNvPr>
          <p:cNvPicPr>
            <a:picLocks noChangeAspect="1"/>
          </p:cNvPicPr>
          <p:nvPr/>
        </p:nvPicPr>
        <p:blipFill>
          <a:blip r:embed="rId4"/>
          <a:stretch>
            <a:fillRect/>
          </a:stretch>
        </p:blipFill>
        <p:spPr>
          <a:xfrm rot="17019574">
            <a:off x="4359348" y="2949419"/>
            <a:ext cx="3473303" cy="3593487"/>
          </a:xfrm>
          <a:prstGeom prst="rect">
            <a:avLst/>
          </a:prstGeom>
        </p:spPr>
      </p:pic>
      <p:sp>
        <p:nvSpPr>
          <p:cNvPr id="11" name="Picture Placeholder 10">
            <a:extLst>
              <a:ext uri="{FF2B5EF4-FFF2-40B4-BE49-F238E27FC236}">
                <a16:creationId xmlns:a16="http://schemas.microsoft.com/office/drawing/2014/main" id="{ACDE4623-0E37-0882-ACB4-C9EF952037E5}"/>
              </a:ext>
            </a:extLst>
          </p:cNvPr>
          <p:cNvSpPr>
            <a:spLocks noGrp="1"/>
          </p:cNvSpPr>
          <p:nvPr>
            <p:ph type="pic" sz="quarter" idx="21"/>
          </p:nvPr>
        </p:nvSpPr>
        <p:spPr>
          <a:xfrm>
            <a:off x="179013" y="1454241"/>
            <a:ext cx="11189376" cy="3140959"/>
          </a:xfrm>
        </p:spPr>
        <p:txBody>
          <a:bodyPr/>
          <a:lstStyle/>
          <a:p>
            <a:pPr algn="ctr"/>
            <a:r>
              <a:rPr lang="en-US" sz="4400">
                <a:latin typeface="Arial"/>
                <a:cs typeface="Arial"/>
              </a:rPr>
              <a:t> Do these angles form a </a:t>
            </a:r>
            <a:r>
              <a:rPr lang="en-US" sz="4400" b="1">
                <a:latin typeface="Arial"/>
                <a:cs typeface="Arial"/>
              </a:rPr>
              <a:t>right angle</a:t>
            </a:r>
            <a:r>
              <a:rPr lang="en-US" sz="4400">
                <a:latin typeface="Arial"/>
                <a:cs typeface="Arial"/>
              </a:rPr>
              <a:t>? </a:t>
            </a:r>
          </a:p>
          <a:p>
            <a:pPr algn="ctr"/>
            <a:r>
              <a:rPr lang="en-US" sz="4400" b="1">
                <a:latin typeface="Arial"/>
                <a:cs typeface="Arial"/>
              </a:rPr>
              <a:t>How </a:t>
            </a:r>
            <a:r>
              <a:rPr lang="en-US" sz="4400">
                <a:latin typeface="Arial"/>
                <a:cs typeface="Arial"/>
              </a:rPr>
              <a:t>do you know?</a:t>
            </a:r>
            <a:endParaRPr lang="en-US" sz="4400"/>
          </a:p>
          <a:p>
            <a:pPr algn="ctr"/>
            <a:endParaRPr lang="en-US" sz="4400">
              <a:highlight>
                <a:srgbClr val="FFFF00"/>
              </a:highlight>
            </a:endParaRPr>
          </a:p>
          <a:p>
            <a:endParaRPr lang="en-US">
              <a:latin typeface="Arial"/>
              <a:cs typeface="Arial"/>
            </a:endParaRPr>
          </a:p>
        </p:txBody>
      </p:sp>
    </p:spTree>
    <p:extLst>
      <p:ext uri="{BB962C8B-B14F-4D97-AF65-F5344CB8AC3E}">
        <p14:creationId xmlns:p14="http://schemas.microsoft.com/office/powerpoint/2010/main" val="2796038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9FC73-CB73-205A-CAA7-7FD0D6436E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EF37E2-888E-CB04-88EA-19DCDE0D7B10}"/>
              </a:ext>
            </a:extLst>
          </p:cNvPr>
          <p:cNvSpPr>
            <a:spLocks noGrp="1"/>
          </p:cNvSpPr>
          <p:nvPr>
            <p:ph type="sldNum" sz="quarter" idx="12"/>
          </p:nvPr>
        </p:nvSpPr>
        <p:spPr/>
        <p:txBody>
          <a:bodyPr/>
          <a:lstStyle/>
          <a:p>
            <a:fld id="{10A01DC5-1685-4615-8240-15192985C6A2}" type="slidenum">
              <a:rPr lang="en-AU" smtClean="0"/>
              <a:t>20</a:t>
            </a:fld>
            <a:endParaRPr lang="en-AU"/>
          </a:p>
        </p:txBody>
      </p:sp>
      <p:sp>
        <p:nvSpPr>
          <p:cNvPr id="3" name="Title 2">
            <a:extLst>
              <a:ext uri="{FF2B5EF4-FFF2-40B4-BE49-F238E27FC236}">
                <a16:creationId xmlns:a16="http://schemas.microsoft.com/office/drawing/2014/main" id="{7B9F4F55-65F7-47E4-8121-CF7185730C4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(26)</a:t>
            </a:r>
          </a:p>
        </p:txBody>
      </p:sp>
      <p:sp>
        <p:nvSpPr>
          <p:cNvPr id="11" name="Picture Placeholder 10">
            <a:extLst>
              <a:ext uri="{FF2B5EF4-FFF2-40B4-BE49-F238E27FC236}">
                <a16:creationId xmlns:a16="http://schemas.microsoft.com/office/drawing/2014/main" id="{21E9C82F-FE72-F379-EE54-EC40C9DE00C1}"/>
              </a:ext>
            </a:extLst>
          </p:cNvPr>
          <p:cNvSpPr>
            <a:spLocks noGrp="1"/>
          </p:cNvSpPr>
          <p:nvPr>
            <p:ph type="pic" sz="quarter" idx="21"/>
          </p:nvPr>
        </p:nvSpPr>
        <p:spPr>
          <a:xfrm>
            <a:off x="334102" y="934138"/>
            <a:ext cx="6471138" cy="4769889"/>
          </a:xfrm>
        </p:spPr>
        <p:txBody>
          <a:bodyPr/>
          <a:lstStyle/>
          <a:p>
            <a:pPr algn="ctr"/>
            <a:r>
              <a:rPr lang="en-AU" sz="2800">
                <a:latin typeface="Arial"/>
                <a:cs typeface="Arial"/>
              </a:rPr>
              <a:t>Use the data to answer:</a:t>
            </a:r>
          </a:p>
          <a:p>
            <a:pPr marL="360363" indent="-360363">
              <a:spcAft>
                <a:spcPts val="2400"/>
              </a:spcAft>
              <a:buAutoNum type="arabicPeriod"/>
              <a:tabLst>
                <a:tab pos="360363" algn="l"/>
              </a:tabLst>
            </a:pPr>
            <a:r>
              <a:rPr lang="en-AU" sz="2600"/>
              <a:t>Which year had the </a:t>
            </a:r>
            <a:r>
              <a:rPr lang="en-AU" sz="2600" b="1"/>
              <a:t>highest total </a:t>
            </a:r>
            <a:r>
              <a:rPr lang="en-AU" sz="2600"/>
              <a:t>number of visitors? What was that </a:t>
            </a:r>
            <a:r>
              <a:rPr lang="en-AU" sz="2600" b="1"/>
              <a:t>total</a:t>
            </a:r>
            <a:r>
              <a:rPr lang="en-AU" sz="2600"/>
              <a:t>?</a:t>
            </a:r>
          </a:p>
          <a:p>
            <a:pPr marL="360363" indent="-360363">
              <a:spcAft>
                <a:spcPts val="2400"/>
              </a:spcAft>
              <a:buAutoNum type="arabicPeriod"/>
              <a:tabLst>
                <a:tab pos="360363" algn="l"/>
              </a:tabLst>
            </a:pPr>
            <a:r>
              <a:rPr lang="en-AU" sz="2600"/>
              <a:t>In which year did international visitors make up the </a:t>
            </a:r>
            <a:r>
              <a:rPr lang="en-AU" sz="2600" b="1"/>
              <a:t>largest proportion </a:t>
            </a:r>
            <a:r>
              <a:rPr lang="en-AU" sz="2600"/>
              <a:t>of </a:t>
            </a:r>
            <a:r>
              <a:rPr lang="en-AU" sz="2600" b="1"/>
              <a:t>total</a:t>
            </a:r>
            <a:r>
              <a:rPr lang="en-AU" sz="2600"/>
              <a:t> visitors?</a:t>
            </a:r>
          </a:p>
          <a:p>
            <a:pPr marL="360363" indent="-360363">
              <a:spcAft>
                <a:spcPts val="2400"/>
              </a:spcAft>
              <a:buAutoNum type="arabicPeriod"/>
              <a:tabLst>
                <a:tab pos="360363" algn="l"/>
              </a:tabLst>
            </a:pPr>
            <a:r>
              <a:rPr lang="en-AU" sz="2600">
                <a:latin typeface="Arial"/>
                <a:cs typeface="Arial"/>
              </a:rPr>
              <a:t>What might you </a:t>
            </a:r>
            <a:r>
              <a:rPr lang="en-AU" sz="2600" b="1">
                <a:latin typeface="Arial"/>
                <a:cs typeface="Arial"/>
              </a:rPr>
              <a:t>predict</a:t>
            </a:r>
            <a:r>
              <a:rPr lang="en-AU" sz="2600">
                <a:latin typeface="Arial"/>
                <a:cs typeface="Arial"/>
              </a:rPr>
              <a:t> about visitor numbers in 2024? </a:t>
            </a:r>
            <a:endParaRPr lang="en-US" sz="2600"/>
          </a:p>
          <a:p>
            <a:pPr algn="ct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03DE4DA9-4B9A-92DD-CA74-B2C1DDF4FB03}"/>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A bar graph showing the number of domestic and international visitors (in millions) from 2014 to 2023. Purple bars represent domestic visitors and blue bars represent international visitors. Visitor numbers for both groups peak around 2019, drop sharply in 2020, and gradually rise again through 2023.">
            <a:extLst>
              <a:ext uri="{FF2B5EF4-FFF2-40B4-BE49-F238E27FC236}">
                <a16:creationId xmlns:a16="http://schemas.microsoft.com/office/drawing/2014/main" id="{931EC749-BA20-7DDD-909C-87FEFDCB7BC3}"/>
              </a:ext>
            </a:extLst>
          </p:cNvPr>
          <p:cNvPicPr>
            <a:picLocks noChangeAspect="1"/>
          </p:cNvPicPr>
          <p:nvPr/>
        </p:nvPicPr>
        <p:blipFill>
          <a:blip r:embed="rId4"/>
          <a:stretch>
            <a:fillRect/>
          </a:stretch>
        </p:blipFill>
        <p:spPr>
          <a:xfrm>
            <a:off x="6931742" y="1625593"/>
            <a:ext cx="4912258" cy="342038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25170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0F56B-0B8D-BD79-E370-6AC7E4243CD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1E675D-63E6-6EF0-A7F8-7CA3E2680A94}"/>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3" name="Title 2">
            <a:extLst>
              <a:ext uri="{FF2B5EF4-FFF2-40B4-BE49-F238E27FC236}">
                <a16:creationId xmlns:a16="http://schemas.microsoft.com/office/drawing/2014/main" id="{617A4F92-D5D2-B138-7BEF-D1ED6B9CE5C1}"/>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(27)</a:t>
            </a:r>
          </a:p>
        </p:txBody>
      </p:sp>
      <p:pic>
        <p:nvPicPr>
          <p:cNvPr id="4" name="Picture 3" descr="image of a clipboard with a pencil recording short answer responses">
            <a:extLst>
              <a:ext uri="{FF2B5EF4-FFF2-40B4-BE49-F238E27FC236}">
                <a16:creationId xmlns:a16="http://schemas.microsoft.com/office/drawing/2014/main" id="{1E63D2BF-38DB-BA0C-BA80-947F471E806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FDEA7CB3-21D8-8130-7459-5E443DDDC3B7}"/>
              </a:ext>
            </a:extLst>
          </p:cNvPr>
          <p:cNvSpPr txBox="1"/>
          <p:nvPr/>
        </p:nvSpPr>
        <p:spPr>
          <a:xfrm>
            <a:off x="551543" y="1275500"/>
            <a:ext cx="11051495" cy="5016758"/>
          </a:xfrm>
          <a:prstGeom prst="rect">
            <a:avLst/>
          </a:prstGeom>
          <a:noFill/>
        </p:spPr>
        <p:txBody>
          <a:bodyPr wrap="square">
            <a:spAutoFit/>
          </a:bodyPr>
          <a:lstStyle/>
          <a:p>
            <a:r>
              <a:rPr lang="en-AU" sz="4000"/>
              <a:t>Two prisms have the same volume. </a:t>
            </a:r>
          </a:p>
          <a:p>
            <a:endParaRPr lang="en-AU" sz="4000"/>
          </a:p>
          <a:p>
            <a:r>
              <a:rPr lang="en-AU" sz="4000"/>
              <a:t>Prism A is </a:t>
            </a:r>
            <a:r>
              <a:rPr lang="en-AU" sz="4000" b="1"/>
              <a:t>2 cm</a:t>
            </a:r>
            <a:r>
              <a:rPr lang="en-AU" sz="4000"/>
              <a:t> long, </a:t>
            </a:r>
            <a:r>
              <a:rPr lang="en-AU" sz="4000" b="1"/>
              <a:t>3 cm </a:t>
            </a:r>
            <a:r>
              <a:rPr lang="en-AU" sz="4000"/>
              <a:t>wide and </a:t>
            </a:r>
            <a:r>
              <a:rPr lang="en-AU" sz="4000" b="1"/>
              <a:t>10</a:t>
            </a:r>
            <a:r>
              <a:rPr lang="en-AU" sz="4000"/>
              <a:t> cm high. </a:t>
            </a:r>
          </a:p>
          <a:p>
            <a:endParaRPr lang="en-AU" sz="4000"/>
          </a:p>
          <a:p>
            <a:r>
              <a:rPr lang="en-AU" sz="4000"/>
              <a:t>Prism B is </a:t>
            </a:r>
            <a:r>
              <a:rPr lang="en-AU" sz="4000" b="1"/>
              <a:t>5 cm </a:t>
            </a:r>
            <a:r>
              <a:rPr lang="en-AU" sz="4000"/>
              <a:t>long and </a:t>
            </a:r>
            <a:r>
              <a:rPr lang="en-AU" sz="4000" b="1"/>
              <a:t>2 cm </a:t>
            </a:r>
            <a:r>
              <a:rPr lang="en-AU" sz="4000"/>
              <a:t>wide. </a:t>
            </a:r>
          </a:p>
          <a:p>
            <a:endParaRPr lang="en-AU" sz="4000"/>
          </a:p>
          <a:p>
            <a:r>
              <a:rPr lang="en-AU" sz="4000" b="1"/>
              <a:t>Calculate</a:t>
            </a:r>
            <a:r>
              <a:rPr lang="en-AU" sz="4000"/>
              <a:t> the missing </a:t>
            </a:r>
            <a:r>
              <a:rPr lang="en-AU" sz="4000" b="1"/>
              <a:t>dimension</a:t>
            </a:r>
            <a:r>
              <a:rPr lang="en-AU" sz="4000"/>
              <a:t> of prism B?</a:t>
            </a:r>
          </a:p>
        </p:txBody>
      </p:sp>
    </p:spTree>
    <p:extLst>
      <p:ext uri="{BB962C8B-B14F-4D97-AF65-F5344CB8AC3E}">
        <p14:creationId xmlns:p14="http://schemas.microsoft.com/office/powerpoint/2010/main" val="1770370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7636B-D9FA-D8F2-87DC-26F9E69DDCA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936BF7-7EEA-E829-93CD-C96F10F9ADE7}"/>
              </a:ext>
            </a:extLst>
          </p:cNvPr>
          <p:cNvSpPr>
            <a:spLocks noGrp="1"/>
          </p:cNvSpPr>
          <p:nvPr>
            <p:ph type="sldNum" sz="quarter" idx="12"/>
          </p:nvPr>
        </p:nvSpPr>
        <p:spPr/>
        <p:txBody>
          <a:bodyPr/>
          <a:lstStyle/>
          <a:p>
            <a:fld id="{10A01DC5-1685-4615-8240-15192985C6A2}" type="slidenum">
              <a:rPr lang="en-AU" smtClean="0"/>
              <a:t>22</a:t>
            </a:fld>
            <a:endParaRPr lang="en-AU"/>
          </a:p>
        </p:txBody>
      </p:sp>
      <p:sp>
        <p:nvSpPr>
          <p:cNvPr id="3" name="Title 2">
            <a:extLst>
              <a:ext uri="{FF2B5EF4-FFF2-40B4-BE49-F238E27FC236}">
                <a16:creationId xmlns:a16="http://schemas.microsoft.com/office/drawing/2014/main" id="{1EF2F071-69AF-26E6-9BD8-ADFB0EF0B312}"/>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(28)</a:t>
            </a:r>
          </a:p>
        </p:txBody>
      </p:sp>
      <p:pic>
        <p:nvPicPr>
          <p:cNvPr id="4" name="Picture 3" descr="image of a clipboard with a pencil recording short answer responses">
            <a:extLst>
              <a:ext uri="{FF2B5EF4-FFF2-40B4-BE49-F238E27FC236}">
                <a16:creationId xmlns:a16="http://schemas.microsoft.com/office/drawing/2014/main" id="{4B75951C-A82E-F9E5-67E0-9214B5EB3E9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6" name="TextBox 5">
            <a:extLst>
              <a:ext uri="{FF2B5EF4-FFF2-40B4-BE49-F238E27FC236}">
                <a16:creationId xmlns:a16="http://schemas.microsoft.com/office/drawing/2014/main" id="{226B99BF-C575-844F-7DF6-72501E06BE35}"/>
              </a:ext>
            </a:extLst>
          </p:cNvPr>
          <p:cNvSpPr txBox="1"/>
          <p:nvPr/>
        </p:nvSpPr>
        <p:spPr>
          <a:xfrm>
            <a:off x="955947" y="1184223"/>
            <a:ext cx="10051143" cy="5656164"/>
          </a:xfrm>
          <a:prstGeom prst="rect">
            <a:avLst/>
          </a:prstGeom>
          <a:noFill/>
        </p:spPr>
        <p:txBody>
          <a:bodyPr wrap="square">
            <a:spAutoFit/>
          </a:bodyPr>
          <a:lstStyle/>
          <a:p>
            <a:pPr algn="ctr">
              <a:lnSpc>
                <a:spcPct val="150000"/>
              </a:lnSpc>
              <a:buNone/>
            </a:pPr>
            <a:r>
              <a:rPr lang="en-AU" sz="4400"/>
              <a:t>A bus leaves Sydney Central Station at </a:t>
            </a:r>
            <a:r>
              <a:rPr lang="en-AU" sz="4400" b="1"/>
              <a:t>10:35 am</a:t>
            </a:r>
            <a:r>
              <a:rPr lang="en-AU" sz="4400"/>
              <a:t> and arrives in Newcastle at </a:t>
            </a:r>
            <a:r>
              <a:rPr lang="en-AU" sz="4400" b="1"/>
              <a:t>14:20</a:t>
            </a:r>
            <a:r>
              <a:rPr lang="en-AU" sz="4400"/>
              <a:t>.</a:t>
            </a:r>
          </a:p>
          <a:p>
            <a:pPr algn="ctr">
              <a:lnSpc>
                <a:spcPct val="150000"/>
              </a:lnSpc>
            </a:pPr>
            <a:endParaRPr lang="en-AU" sz="4400" b="1"/>
          </a:p>
          <a:p>
            <a:pPr algn="ctr">
              <a:lnSpc>
                <a:spcPct val="150000"/>
              </a:lnSpc>
            </a:pPr>
            <a:r>
              <a:rPr lang="en-AU" sz="4400"/>
              <a:t>How long did the journey take?</a:t>
            </a:r>
            <a:br>
              <a:rPr lang="en-AU"/>
            </a:br>
            <a:endParaRPr lang="en-AU"/>
          </a:p>
        </p:txBody>
      </p:sp>
    </p:spTree>
    <p:extLst>
      <p:ext uri="{BB962C8B-B14F-4D97-AF65-F5344CB8AC3E}">
        <p14:creationId xmlns:p14="http://schemas.microsoft.com/office/powerpoint/2010/main" val="1212306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23</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7 – fraction bingo </a:t>
            </a:r>
            <a:r>
              <a:rPr lang="en-AU">
                <a:solidFill>
                  <a:schemeClr val="bg1"/>
                </a:solidFill>
              </a:rPr>
              <a:t>(1)</a:t>
            </a:r>
          </a:p>
        </p:txBody>
      </p:sp>
      <p:grpSp>
        <p:nvGrpSpPr>
          <p:cNvPr id="5" name="Group 2" descr="1/2 and 1/4 from the fraction wall. text reads 1/4 is half of a 1/2. 1/4 of 10... we can say 1/2 of 10 is 5 and 1/2 of 5 is 2.5">
            <a:extLst>
              <a:ext uri="{FF2B5EF4-FFF2-40B4-BE49-F238E27FC236}">
                <a16:creationId xmlns:a16="http://schemas.microsoft.com/office/drawing/2014/main" id="{8E407DFE-13C2-5BA6-26D4-7E5248C050CF}"/>
              </a:ext>
            </a:extLst>
          </p:cNvPr>
          <p:cNvGrpSpPr>
            <a:grpSpLocks/>
          </p:cNvGrpSpPr>
          <p:nvPr/>
        </p:nvGrpSpPr>
        <p:grpSpPr>
          <a:xfrm>
            <a:off x="1025084" y="1818106"/>
            <a:ext cx="4888156" cy="530704"/>
            <a:chOff x="0" y="0"/>
            <a:chExt cx="3503610" cy="190192"/>
          </a:xfrm>
        </p:grpSpPr>
        <p:sp>
          <p:nvSpPr>
            <p:cNvPr id="95" name="Freeform 3">
              <a:extLst>
                <a:ext uri="{FF2B5EF4-FFF2-40B4-BE49-F238E27FC236}">
                  <a16:creationId xmlns:a16="http://schemas.microsoft.com/office/drawing/2014/main" id="{ADD2C594-F029-E95C-FCA2-C111D607BF4F}"/>
                </a:ext>
              </a:extLst>
            </p:cNvPr>
            <p:cNvSpPr>
              <a:spLocks/>
            </p:cNvSpPr>
            <p:nvPr/>
          </p:nvSpPr>
          <p:spPr>
            <a:xfrm>
              <a:off x="0" y="0"/>
              <a:ext cx="3503610" cy="190192"/>
            </a:xfrm>
            <a:custGeom>
              <a:avLst/>
              <a:gdLst/>
              <a:ahLst/>
              <a:cxnLst/>
              <a:rect l="l" t="t" r="r" b="b"/>
              <a:pathLst>
                <a:path w="3503610" h="190192">
                  <a:moveTo>
                    <a:pt x="0" y="0"/>
                  </a:moveTo>
                  <a:lnTo>
                    <a:pt x="3503610" y="0"/>
                  </a:lnTo>
                  <a:lnTo>
                    <a:pt x="3503610" y="190192"/>
                  </a:lnTo>
                  <a:lnTo>
                    <a:pt x="0" y="190192"/>
                  </a:lnTo>
                  <a:close/>
                </a:path>
              </a:pathLst>
            </a:custGeom>
            <a:solidFill>
              <a:srgbClr val="CB6CE6"/>
            </a:solid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96" name="TextBox 4">
              <a:extLst>
                <a:ext uri="{FF2B5EF4-FFF2-40B4-BE49-F238E27FC236}">
                  <a16:creationId xmlns:a16="http://schemas.microsoft.com/office/drawing/2014/main" id="{5D086008-CCB2-EFCD-1FA8-33BA2B2CEA2C}"/>
                </a:ext>
              </a:extLst>
            </p:cNvPr>
            <p:cNvSpPr txBox="1">
              <a:spLocks/>
            </p:cNvSpPr>
            <p:nvPr/>
          </p:nvSpPr>
          <p:spPr>
            <a:xfrm>
              <a:off x="0" y="-19050"/>
              <a:ext cx="3503610" cy="209242"/>
            </a:xfrm>
            <a:prstGeom prst="rect">
              <a:avLst/>
            </a:prstGeom>
          </p:spPr>
          <p:txBody>
            <a:bodyPr lIns="50800" tIns="50800" rIns="50800" bIns="50800" rtlCol="0" anchor="ctr"/>
            <a:lstStyle/>
            <a:p>
              <a:pPr marL="0" marR="0" lvl="0" indent="0" algn="ctr" defTabSz="609585" rtl="0" eaLnBrk="1" fontAlgn="auto" latinLnBrk="0" hangingPunct="1">
                <a:lnSpc>
                  <a:spcPts val="1631"/>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grpSp>
        <p:nvGrpSpPr>
          <p:cNvPr id="6" name="Group 5" descr="1/2 and 1/4 from the fraction wall. text reads 1/4 is half of a 1/2. 1/4 of 10... we can say 1/2 of 10 is 5 and 1/2 of 5 is 2.5">
            <a:extLst>
              <a:ext uri="{FF2B5EF4-FFF2-40B4-BE49-F238E27FC236}">
                <a16:creationId xmlns:a16="http://schemas.microsoft.com/office/drawing/2014/main" id="{C8DD2896-2241-4122-7035-761C12DCFA74}"/>
              </a:ext>
            </a:extLst>
          </p:cNvPr>
          <p:cNvGrpSpPr>
            <a:grpSpLocks/>
          </p:cNvGrpSpPr>
          <p:nvPr/>
        </p:nvGrpSpPr>
        <p:grpSpPr>
          <a:xfrm>
            <a:off x="1025083" y="2462060"/>
            <a:ext cx="2377501" cy="530704"/>
            <a:chOff x="0" y="0"/>
            <a:chExt cx="3503610" cy="190192"/>
          </a:xfrm>
        </p:grpSpPr>
        <p:sp>
          <p:nvSpPr>
            <p:cNvPr id="93" name="Freeform 6">
              <a:extLst>
                <a:ext uri="{FF2B5EF4-FFF2-40B4-BE49-F238E27FC236}">
                  <a16:creationId xmlns:a16="http://schemas.microsoft.com/office/drawing/2014/main" id="{CD32755E-5C43-1E78-B17A-97D64F65A13A}"/>
                </a:ext>
              </a:extLst>
            </p:cNvPr>
            <p:cNvSpPr>
              <a:spLocks/>
            </p:cNvSpPr>
            <p:nvPr/>
          </p:nvSpPr>
          <p:spPr>
            <a:xfrm>
              <a:off x="0" y="0"/>
              <a:ext cx="3503610" cy="190192"/>
            </a:xfrm>
            <a:custGeom>
              <a:avLst/>
              <a:gdLst/>
              <a:ahLst/>
              <a:cxnLst/>
              <a:rect l="l" t="t" r="r" b="b"/>
              <a:pathLst>
                <a:path w="3503610" h="190192">
                  <a:moveTo>
                    <a:pt x="0" y="0"/>
                  </a:moveTo>
                  <a:lnTo>
                    <a:pt x="3503610" y="0"/>
                  </a:lnTo>
                  <a:lnTo>
                    <a:pt x="3503610" y="190192"/>
                  </a:lnTo>
                  <a:lnTo>
                    <a:pt x="0" y="190192"/>
                  </a:lnTo>
                  <a:close/>
                </a:path>
              </a:pathLst>
            </a:custGeom>
            <a:solidFill>
              <a:srgbClr val="0CC0DF"/>
            </a:solid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94" name="TextBox 7">
              <a:extLst>
                <a:ext uri="{FF2B5EF4-FFF2-40B4-BE49-F238E27FC236}">
                  <a16:creationId xmlns:a16="http://schemas.microsoft.com/office/drawing/2014/main" id="{01C3E5AB-66BC-44B5-F12A-EE00856CC8E4}"/>
                </a:ext>
              </a:extLst>
            </p:cNvPr>
            <p:cNvSpPr txBox="1">
              <a:spLocks/>
            </p:cNvSpPr>
            <p:nvPr/>
          </p:nvSpPr>
          <p:spPr>
            <a:xfrm>
              <a:off x="0" y="-19050"/>
              <a:ext cx="3503610" cy="209242"/>
            </a:xfrm>
            <a:prstGeom prst="rect">
              <a:avLst/>
            </a:prstGeom>
          </p:spPr>
          <p:txBody>
            <a:bodyPr lIns="50800" tIns="50800" rIns="50800" bIns="50800" rtlCol="0" anchor="ctr"/>
            <a:lstStyle/>
            <a:p>
              <a:pPr marL="0" marR="0" lvl="0" indent="0" algn="ctr" defTabSz="609585" rtl="0" eaLnBrk="1" fontAlgn="auto" latinLnBrk="0" hangingPunct="1">
                <a:lnSpc>
                  <a:spcPts val="1631"/>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sp>
        <p:nvSpPr>
          <p:cNvPr id="7" name="AutoShape 8" descr="1/2 and 1/4 from the fraction wall. text reads 1/4 is half of a 1/2. 1/4 of 10... we can say 1/2 of 10 is 5 and 1/2 of 5 is 2.5">
            <a:extLst>
              <a:ext uri="{FF2B5EF4-FFF2-40B4-BE49-F238E27FC236}">
                <a16:creationId xmlns:a16="http://schemas.microsoft.com/office/drawing/2014/main" id="{01EF3999-CF4D-D13C-AB41-C1FABB3BE6DC}"/>
              </a:ext>
            </a:extLst>
          </p:cNvPr>
          <p:cNvSpPr>
            <a:spLocks/>
          </p:cNvSpPr>
          <p:nvPr/>
        </p:nvSpPr>
        <p:spPr>
          <a:xfrm>
            <a:off x="5913239" y="1818106"/>
            <a:ext cx="0" cy="530704"/>
          </a:xfrm>
          <a:prstGeom prst="line">
            <a:avLst/>
          </a:prstGeom>
          <a:ln w="28575" cap="flat">
            <a:solidFill>
              <a:srgbClr val="000000"/>
            </a:solidFill>
            <a:prstDash val="sysDash"/>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0" name="TextBox 13" descr="1/2 and 1/4 from the fraction wall. text reads 1/4 is half of a 1/2. 1/4 of 10... we can say 1/2 of 10 is 5 and 1/2 of 5 is 2.5">
            <a:extLst>
              <a:ext uri="{FF2B5EF4-FFF2-40B4-BE49-F238E27FC236}">
                <a16:creationId xmlns:a16="http://schemas.microsoft.com/office/drawing/2014/main" id="{18BD633F-3888-DA02-C32C-83BC56836C88}"/>
              </a:ext>
            </a:extLst>
          </p:cNvPr>
          <p:cNvSpPr txBox="1">
            <a:spLocks/>
          </p:cNvSpPr>
          <p:nvPr/>
        </p:nvSpPr>
        <p:spPr>
          <a:xfrm>
            <a:off x="3382838" y="1853095"/>
            <a:ext cx="36714" cy="290195"/>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a:t>
            </a:r>
          </a:p>
        </p:txBody>
      </p:sp>
      <p:sp>
        <p:nvSpPr>
          <p:cNvPr id="11" name="AutoShape 14" descr="1/2 and 1/4 from the fraction wall. text reads 1/4 is half of a 1/2. 1/4 of 10... we can say 1/2 of 10 is 5 and 1/2 of 5 is 2.5">
            <a:extLst>
              <a:ext uri="{FF2B5EF4-FFF2-40B4-BE49-F238E27FC236}">
                <a16:creationId xmlns:a16="http://schemas.microsoft.com/office/drawing/2014/main" id="{3B7B7CD0-5567-464A-5C53-0CAA8B8B1822}"/>
              </a:ext>
            </a:extLst>
          </p:cNvPr>
          <p:cNvSpPr>
            <a:spLocks/>
          </p:cNvSpPr>
          <p:nvPr/>
        </p:nvSpPr>
        <p:spPr>
          <a:xfrm>
            <a:off x="3319825" y="2116059"/>
            <a:ext cx="162740" cy="0"/>
          </a:xfrm>
          <a:prstGeom prst="line">
            <a:avLst/>
          </a:prstGeom>
          <a:ln w="9525"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5" name="AutoShape 18" descr="1/2 and 1/4 from the fraction wall. text reads 1/4 is half of a 1/2. 1/4 of 10... we can say 1/2 of 10 is 5 and 1/2 of 5 is 2.5">
            <a:extLst>
              <a:ext uri="{FF2B5EF4-FFF2-40B4-BE49-F238E27FC236}">
                <a16:creationId xmlns:a16="http://schemas.microsoft.com/office/drawing/2014/main" id="{99C7A02A-42D3-5701-3CCB-25B59967C35E}"/>
              </a:ext>
            </a:extLst>
          </p:cNvPr>
          <p:cNvSpPr>
            <a:spLocks/>
          </p:cNvSpPr>
          <p:nvPr/>
        </p:nvSpPr>
        <p:spPr>
          <a:xfrm>
            <a:off x="3394608" y="2462060"/>
            <a:ext cx="0" cy="530704"/>
          </a:xfrm>
          <a:prstGeom prst="line">
            <a:avLst/>
          </a:prstGeom>
          <a:ln w="28575" cap="flat">
            <a:solidFill>
              <a:srgbClr val="000000"/>
            </a:solidFill>
            <a:prstDash val="sysDash"/>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7" name="TextBox 20" descr="1/2 and 1/4 from the fraction wall. text reads 1/4 is half of a 1/2. 1/4 of 10... we can say 1/2 of 10 is 5 and 1/2 of 5 is 2.5">
            <a:extLst>
              <a:ext uri="{FF2B5EF4-FFF2-40B4-BE49-F238E27FC236}">
                <a16:creationId xmlns:a16="http://schemas.microsoft.com/office/drawing/2014/main" id="{3246CC9C-BD96-0334-4A71-9D8057FBAA8F}"/>
              </a:ext>
            </a:extLst>
          </p:cNvPr>
          <p:cNvSpPr txBox="1">
            <a:spLocks/>
          </p:cNvSpPr>
          <p:nvPr/>
        </p:nvSpPr>
        <p:spPr>
          <a:xfrm>
            <a:off x="3360928" y="2105190"/>
            <a:ext cx="80534" cy="290195"/>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2</a:t>
            </a:r>
          </a:p>
        </p:txBody>
      </p:sp>
      <p:grpSp>
        <p:nvGrpSpPr>
          <p:cNvPr id="19" name="Group 22" descr="1/2 and 1/4 from the fraction wall. text reads 1/4 is half of a 1/2. 1/4 of 10... we can say 1/2 of 10 is 5 and 1/2 of 5 is 2.5">
            <a:extLst>
              <a:ext uri="{FF2B5EF4-FFF2-40B4-BE49-F238E27FC236}">
                <a16:creationId xmlns:a16="http://schemas.microsoft.com/office/drawing/2014/main" id="{0155172D-2341-EE6B-4081-7CF70293563D}"/>
              </a:ext>
            </a:extLst>
          </p:cNvPr>
          <p:cNvGrpSpPr>
            <a:grpSpLocks/>
          </p:cNvGrpSpPr>
          <p:nvPr/>
        </p:nvGrpSpPr>
        <p:grpSpPr>
          <a:xfrm>
            <a:off x="2080236" y="2467878"/>
            <a:ext cx="162740" cy="532765"/>
            <a:chOff x="0" y="-38100"/>
            <a:chExt cx="216986" cy="710353"/>
          </a:xfrm>
        </p:grpSpPr>
        <p:sp>
          <p:nvSpPr>
            <p:cNvPr id="88" name="TextBox 23">
              <a:extLst>
                <a:ext uri="{FF2B5EF4-FFF2-40B4-BE49-F238E27FC236}">
                  <a16:creationId xmlns:a16="http://schemas.microsoft.com/office/drawing/2014/main" id="{664E9AAD-E133-D40B-9093-A91F1BFB9BBE}"/>
                </a:ext>
              </a:extLst>
            </p:cNvPr>
            <p:cNvSpPr txBox="1">
              <a:spLocks/>
            </p:cNvSpPr>
            <p:nvPr/>
          </p:nvSpPr>
          <p:spPr>
            <a:xfrm>
              <a:off x="84017" y="-38100"/>
              <a:ext cx="48952" cy="374228"/>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a:t>
              </a:r>
            </a:p>
          </p:txBody>
        </p:sp>
        <p:sp>
          <p:nvSpPr>
            <p:cNvPr id="89" name="AutoShape 24">
              <a:extLst>
                <a:ext uri="{FF2B5EF4-FFF2-40B4-BE49-F238E27FC236}">
                  <a16:creationId xmlns:a16="http://schemas.microsoft.com/office/drawing/2014/main" id="{D56664EF-E77D-DE4C-D0BD-B6A683329A78}"/>
                </a:ext>
              </a:extLst>
            </p:cNvPr>
            <p:cNvSpPr>
              <a:spLocks/>
            </p:cNvSpPr>
            <p:nvPr/>
          </p:nvSpPr>
          <p:spPr>
            <a:xfrm>
              <a:off x="0" y="299819"/>
              <a:ext cx="216986" cy="0"/>
            </a:xfrm>
            <a:prstGeom prst="line">
              <a:avLst/>
            </a:prstGeom>
            <a:ln w="127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90" name="TextBox 25">
              <a:extLst>
                <a:ext uri="{FF2B5EF4-FFF2-40B4-BE49-F238E27FC236}">
                  <a16:creationId xmlns:a16="http://schemas.microsoft.com/office/drawing/2014/main" id="{0FFF5F20-F74C-7F7A-5880-76DC3335EC8A}"/>
                </a:ext>
              </a:extLst>
            </p:cNvPr>
            <p:cNvSpPr txBox="1">
              <a:spLocks/>
            </p:cNvSpPr>
            <p:nvPr/>
          </p:nvSpPr>
          <p:spPr>
            <a:xfrm>
              <a:off x="43048" y="298026"/>
              <a:ext cx="130890" cy="374227"/>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4</a:t>
              </a:r>
            </a:p>
          </p:txBody>
        </p:sp>
      </p:grpSp>
      <p:grpSp>
        <p:nvGrpSpPr>
          <p:cNvPr id="22" name="Group 34" descr="1/2 and 1/4 from the fraction wall. text reads 1/4 is half of a 1/2. 1/4 of 10... we can say 1/2 of 10 is 5 and 1/2 of 5 is 2.5">
            <a:extLst>
              <a:ext uri="{FF2B5EF4-FFF2-40B4-BE49-F238E27FC236}">
                <a16:creationId xmlns:a16="http://schemas.microsoft.com/office/drawing/2014/main" id="{E501E798-B7C9-C912-8F5F-5704F371B4AA}"/>
              </a:ext>
            </a:extLst>
          </p:cNvPr>
          <p:cNvGrpSpPr>
            <a:grpSpLocks/>
          </p:cNvGrpSpPr>
          <p:nvPr/>
        </p:nvGrpSpPr>
        <p:grpSpPr>
          <a:xfrm>
            <a:off x="2815891" y="3757393"/>
            <a:ext cx="603662" cy="1410445"/>
            <a:chOff x="-9015" y="-38100"/>
            <a:chExt cx="178886" cy="772249"/>
          </a:xfrm>
        </p:grpSpPr>
        <p:sp>
          <p:nvSpPr>
            <p:cNvPr id="79" name="TextBox 35">
              <a:extLst>
                <a:ext uri="{FF2B5EF4-FFF2-40B4-BE49-F238E27FC236}">
                  <a16:creationId xmlns:a16="http://schemas.microsoft.com/office/drawing/2014/main" id="{10BDA0F2-AEF7-2211-AB00-7AC1A8B35DC5}"/>
                </a:ext>
              </a:extLst>
            </p:cNvPr>
            <p:cNvSpPr txBox="1">
              <a:spLocks/>
            </p:cNvSpPr>
            <p:nvPr/>
          </p:nvSpPr>
          <p:spPr>
            <a:xfrm>
              <a:off x="46122" y="-38100"/>
              <a:ext cx="63500" cy="214505"/>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5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a:t>
              </a:r>
            </a:p>
          </p:txBody>
        </p:sp>
        <p:sp>
          <p:nvSpPr>
            <p:cNvPr id="80" name="AutoShape 36">
              <a:extLst>
                <a:ext uri="{FF2B5EF4-FFF2-40B4-BE49-F238E27FC236}">
                  <a16:creationId xmlns:a16="http://schemas.microsoft.com/office/drawing/2014/main" id="{08FE3756-509E-4A15-9835-B0C3AB3CA8C7}"/>
                </a:ext>
              </a:extLst>
            </p:cNvPr>
            <p:cNvSpPr>
              <a:spLocks/>
            </p:cNvSpPr>
            <p:nvPr/>
          </p:nvSpPr>
          <p:spPr>
            <a:xfrm>
              <a:off x="-9015" y="184966"/>
              <a:ext cx="178886" cy="0"/>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72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81" name="TextBox 37">
              <a:extLst>
                <a:ext uri="{FF2B5EF4-FFF2-40B4-BE49-F238E27FC236}">
                  <a16:creationId xmlns:a16="http://schemas.microsoft.com/office/drawing/2014/main" id="{FB1FB7DD-1983-2DFD-7102-6FA658DBE42A}"/>
                </a:ext>
              </a:extLst>
            </p:cNvPr>
            <p:cNvSpPr txBox="1">
              <a:spLocks/>
            </p:cNvSpPr>
            <p:nvPr/>
          </p:nvSpPr>
          <p:spPr>
            <a:xfrm>
              <a:off x="34635" y="519644"/>
              <a:ext cx="107907" cy="214505"/>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5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4</a:t>
              </a:r>
            </a:p>
          </p:txBody>
        </p:sp>
      </p:grpSp>
      <p:sp>
        <p:nvSpPr>
          <p:cNvPr id="97" name="TextBox 96" descr="1/2 and 1/4 from the fraction wall. text reads 1/4 is half of a 1/2. 1/4 of 10... we can say 1/2 of 10 is 5 and 1/2 of 5 is 2.5">
            <a:extLst>
              <a:ext uri="{FF2B5EF4-FFF2-40B4-BE49-F238E27FC236}">
                <a16:creationId xmlns:a16="http://schemas.microsoft.com/office/drawing/2014/main" id="{65EBCB50-1D9D-1E1A-ED5B-48479CA83A4B}"/>
              </a:ext>
            </a:extLst>
          </p:cNvPr>
          <p:cNvSpPr txBox="1"/>
          <p:nvPr/>
        </p:nvSpPr>
        <p:spPr>
          <a:xfrm>
            <a:off x="4145873" y="3757393"/>
            <a:ext cx="2192784" cy="930015"/>
          </a:xfrm>
          <a:prstGeom prst="rect">
            <a:avLst/>
          </a:prstGeom>
          <a:noFill/>
        </p:spPr>
        <p:txBody>
          <a:bodyPr wrap="square" lIns="0" tIns="0" rIns="0" bIns="0" rtlCol="0">
            <a:no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a:ln>
                  <a:noFill/>
                </a:ln>
                <a:solidFill>
                  <a:srgbClr val="22272B"/>
                </a:solidFill>
                <a:effectLst/>
                <a:uLnTx/>
                <a:uFillTx/>
                <a:latin typeface="Edu NSW ACT Foundation" panose="020B0604020202020204" charset="0"/>
                <a:ea typeface="+mn-ea"/>
                <a:cs typeface="+mn-cs"/>
              </a:rPr>
              <a:t>is half of a </a:t>
            </a:r>
          </a:p>
        </p:txBody>
      </p:sp>
      <p:grpSp>
        <p:nvGrpSpPr>
          <p:cNvPr id="98" name="Group 34" descr="1/2 and 1/4 from the fraction wall. text reads 1/4 is half of a 1/2. 1/4 of 10... we can say 1/2 of 10 is 5 and 1/2 of 5 is 2.5">
            <a:extLst>
              <a:ext uri="{FF2B5EF4-FFF2-40B4-BE49-F238E27FC236}">
                <a16:creationId xmlns:a16="http://schemas.microsoft.com/office/drawing/2014/main" id="{4C679D43-56F0-973E-F166-3D249F9035DC}"/>
              </a:ext>
            </a:extLst>
          </p:cNvPr>
          <p:cNvGrpSpPr>
            <a:grpSpLocks/>
          </p:cNvGrpSpPr>
          <p:nvPr/>
        </p:nvGrpSpPr>
        <p:grpSpPr>
          <a:xfrm>
            <a:off x="6609224" y="3704582"/>
            <a:ext cx="603662" cy="1410445"/>
            <a:chOff x="-9015" y="-38100"/>
            <a:chExt cx="178886" cy="772249"/>
          </a:xfrm>
        </p:grpSpPr>
        <p:sp>
          <p:nvSpPr>
            <p:cNvPr id="99" name="TextBox 35">
              <a:extLst>
                <a:ext uri="{FF2B5EF4-FFF2-40B4-BE49-F238E27FC236}">
                  <a16:creationId xmlns:a16="http://schemas.microsoft.com/office/drawing/2014/main" id="{B6C2764C-CBF1-068F-C608-AFA71A3FA2C5}"/>
                </a:ext>
              </a:extLst>
            </p:cNvPr>
            <p:cNvSpPr txBox="1">
              <a:spLocks/>
            </p:cNvSpPr>
            <p:nvPr/>
          </p:nvSpPr>
          <p:spPr>
            <a:xfrm>
              <a:off x="46122" y="-38100"/>
              <a:ext cx="63500" cy="214505"/>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5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a:t>
              </a:r>
            </a:p>
          </p:txBody>
        </p:sp>
        <p:sp>
          <p:nvSpPr>
            <p:cNvPr id="100" name="AutoShape 36">
              <a:extLst>
                <a:ext uri="{FF2B5EF4-FFF2-40B4-BE49-F238E27FC236}">
                  <a16:creationId xmlns:a16="http://schemas.microsoft.com/office/drawing/2014/main" id="{CB2E5B2B-2572-D88A-B318-7640E0D8410B}"/>
                </a:ext>
              </a:extLst>
            </p:cNvPr>
            <p:cNvSpPr>
              <a:spLocks/>
            </p:cNvSpPr>
            <p:nvPr/>
          </p:nvSpPr>
          <p:spPr>
            <a:xfrm>
              <a:off x="-9015" y="184966"/>
              <a:ext cx="178886" cy="0"/>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72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01" name="TextBox 37">
              <a:extLst>
                <a:ext uri="{FF2B5EF4-FFF2-40B4-BE49-F238E27FC236}">
                  <a16:creationId xmlns:a16="http://schemas.microsoft.com/office/drawing/2014/main" id="{A8205D95-20AD-FCCE-BDBA-F1357D1F7090}"/>
                </a:ext>
              </a:extLst>
            </p:cNvPr>
            <p:cNvSpPr txBox="1">
              <a:spLocks/>
            </p:cNvSpPr>
            <p:nvPr/>
          </p:nvSpPr>
          <p:spPr>
            <a:xfrm>
              <a:off x="34635" y="519644"/>
              <a:ext cx="107907" cy="214505"/>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5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2</a:t>
              </a:r>
            </a:p>
          </p:txBody>
        </p:sp>
      </p:grpSp>
      <p:cxnSp>
        <p:nvCxnSpPr>
          <p:cNvPr id="103" name="Straight Arrow Connector 102" descr="1/2 and 1/4 from the fraction wall. text reads 1/4 is half of a 1/2. 1/4 of 10... we can say 1/2 of 10 is 5 and 1/2 of 5 is 2.5">
            <a:extLst>
              <a:ext uri="{FF2B5EF4-FFF2-40B4-BE49-F238E27FC236}">
                <a16:creationId xmlns:a16="http://schemas.microsoft.com/office/drawing/2014/main" id="{99F1F90D-E82D-5F62-98D6-FDC2018670FD}"/>
              </a:ext>
            </a:extLst>
          </p:cNvPr>
          <p:cNvCxnSpPr/>
          <p:nvPr/>
        </p:nvCxnSpPr>
        <p:spPr>
          <a:xfrm flipH="1" flipV="1">
            <a:off x="1775534" y="3231472"/>
            <a:ext cx="932155" cy="917696"/>
          </a:xfrm>
          <a:prstGeom prst="straightConnector1">
            <a:avLst/>
          </a:prstGeom>
          <a:ln w="38100">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4" name="Straight Arrow Connector 103" descr="1/2 and 1/4 from the fraction wall. text reads 1/4 is half of a 1/2. 1/4 of 10... we can say 1/2 of 10 is 5 and 1/2 of 5 is 2.5">
            <a:extLst>
              <a:ext uri="{FF2B5EF4-FFF2-40B4-BE49-F238E27FC236}">
                <a16:creationId xmlns:a16="http://schemas.microsoft.com/office/drawing/2014/main" id="{46CAE0AB-DB2B-1003-3331-466F8CA3748B}"/>
              </a:ext>
            </a:extLst>
          </p:cNvPr>
          <p:cNvCxnSpPr/>
          <p:nvPr/>
        </p:nvCxnSpPr>
        <p:spPr>
          <a:xfrm flipH="1" flipV="1">
            <a:off x="5523390" y="2541796"/>
            <a:ext cx="932155" cy="917696"/>
          </a:xfrm>
          <a:prstGeom prst="straightConnector1">
            <a:avLst/>
          </a:prstGeom>
          <a:ln w="38100">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05" name="Group 34" descr="1/2 and 1/4 from the fraction wall. text reads 1/4 is half of a 1/2. 1/4 of 10... we can say 1/2 of 10 is 5 and 1/2 of 5 is 2.5">
            <a:extLst>
              <a:ext uri="{FF2B5EF4-FFF2-40B4-BE49-F238E27FC236}">
                <a16:creationId xmlns:a16="http://schemas.microsoft.com/office/drawing/2014/main" id="{89BD1C92-8931-D806-1DDE-93EDFFED1723}"/>
              </a:ext>
            </a:extLst>
          </p:cNvPr>
          <p:cNvGrpSpPr>
            <a:grpSpLocks/>
          </p:cNvGrpSpPr>
          <p:nvPr/>
        </p:nvGrpSpPr>
        <p:grpSpPr>
          <a:xfrm>
            <a:off x="4816639" y="5285555"/>
            <a:ext cx="603662" cy="1410445"/>
            <a:chOff x="-9015" y="-38100"/>
            <a:chExt cx="178886" cy="772249"/>
          </a:xfrm>
        </p:grpSpPr>
        <p:sp>
          <p:nvSpPr>
            <p:cNvPr id="106" name="TextBox 35">
              <a:extLst>
                <a:ext uri="{FF2B5EF4-FFF2-40B4-BE49-F238E27FC236}">
                  <a16:creationId xmlns:a16="http://schemas.microsoft.com/office/drawing/2014/main" id="{441B82A8-BB6E-4566-6F3A-B7F832CCFEBB}"/>
                </a:ext>
              </a:extLst>
            </p:cNvPr>
            <p:cNvSpPr txBox="1">
              <a:spLocks/>
            </p:cNvSpPr>
            <p:nvPr/>
          </p:nvSpPr>
          <p:spPr>
            <a:xfrm>
              <a:off x="46122" y="-38100"/>
              <a:ext cx="63500" cy="214505"/>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5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a:t>
              </a:r>
            </a:p>
          </p:txBody>
        </p:sp>
        <p:sp>
          <p:nvSpPr>
            <p:cNvPr id="107" name="AutoShape 36">
              <a:extLst>
                <a:ext uri="{FF2B5EF4-FFF2-40B4-BE49-F238E27FC236}">
                  <a16:creationId xmlns:a16="http://schemas.microsoft.com/office/drawing/2014/main" id="{49397AA6-380B-1C1E-70F0-ED613CB04F90}"/>
                </a:ext>
              </a:extLst>
            </p:cNvPr>
            <p:cNvSpPr>
              <a:spLocks/>
            </p:cNvSpPr>
            <p:nvPr/>
          </p:nvSpPr>
          <p:spPr>
            <a:xfrm>
              <a:off x="-9015" y="184966"/>
              <a:ext cx="178886" cy="0"/>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72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08" name="TextBox 37">
              <a:extLst>
                <a:ext uri="{FF2B5EF4-FFF2-40B4-BE49-F238E27FC236}">
                  <a16:creationId xmlns:a16="http://schemas.microsoft.com/office/drawing/2014/main" id="{4C21C8DD-5CE4-AECC-A7D1-40FBE924B244}"/>
                </a:ext>
              </a:extLst>
            </p:cNvPr>
            <p:cNvSpPr txBox="1">
              <a:spLocks/>
            </p:cNvSpPr>
            <p:nvPr/>
          </p:nvSpPr>
          <p:spPr>
            <a:xfrm>
              <a:off x="34635" y="519644"/>
              <a:ext cx="107907" cy="214505"/>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5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2</a:t>
              </a:r>
            </a:p>
          </p:txBody>
        </p:sp>
      </p:grpSp>
      <p:grpSp>
        <p:nvGrpSpPr>
          <p:cNvPr id="109" name="Group 34" descr="1/2 and 1/4 from the fraction wall. text reads 1/4 is half of a 1/2. 1/4 of 10... we can say 1/2 of 10 is 5 and 1/2 of 5 is 2.5">
            <a:extLst>
              <a:ext uri="{FF2B5EF4-FFF2-40B4-BE49-F238E27FC236}">
                <a16:creationId xmlns:a16="http://schemas.microsoft.com/office/drawing/2014/main" id="{A86A6462-16F9-9BF3-FFF8-16BC8D1FD4FA}"/>
              </a:ext>
            </a:extLst>
          </p:cNvPr>
          <p:cNvGrpSpPr>
            <a:grpSpLocks/>
          </p:cNvGrpSpPr>
          <p:nvPr/>
        </p:nvGrpSpPr>
        <p:grpSpPr>
          <a:xfrm>
            <a:off x="2837800" y="3749899"/>
            <a:ext cx="603662" cy="1410445"/>
            <a:chOff x="-9015" y="-38100"/>
            <a:chExt cx="178886" cy="772249"/>
          </a:xfrm>
        </p:grpSpPr>
        <p:sp>
          <p:nvSpPr>
            <p:cNvPr id="110" name="TextBox 35">
              <a:extLst>
                <a:ext uri="{FF2B5EF4-FFF2-40B4-BE49-F238E27FC236}">
                  <a16:creationId xmlns:a16="http://schemas.microsoft.com/office/drawing/2014/main" id="{36101D0A-1D31-09B3-1D1C-81B80E6310E6}"/>
                </a:ext>
              </a:extLst>
            </p:cNvPr>
            <p:cNvSpPr txBox="1">
              <a:spLocks/>
            </p:cNvSpPr>
            <p:nvPr/>
          </p:nvSpPr>
          <p:spPr>
            <a:xfrm>
              <a:off x="46122" y="-38100"/>
              <a:ext cx="63500" cy="214505"/>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5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a:t>
              </a:r>
            </a:p>
          </p:txBody>
        </p:sp>
        <p:sp>
          <p:nvSpPr>
            <p:cNvPr id="111" name="AutoShape 36">
              <a:extLst>
                <a:ext uri="{FF2B5EF4-FFF2-40B4-BE49-F238E27FC236}">
                  <a16:creationId xmlns:a16="http://schemas.microsoft.com/office/drawing/2014/main" id="{E4DF18F9-22C4-15C4-B83C-E7D6B51E50B2}"/>
                </a:ext>
              </a:extLst>
            </p:cNvPr>
            <p:cNvSpPr>
              <a:spLocks/>
            </p:cNvSpPr>
            <p:nvPr/>
          </p:nvSpPr>
          <p:spPr>
            <a:xfrm>
              <a:off x="-9015" y="184966"/>
              <a:ext cx="178886" cy="0"/>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72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12" name="TextBox 37">
              <a:extLst>
                <a:ext uri="{FF2B5EF4-FFF2-40B4-BE49-F238E27FC236}">
                  <a16:creationId xmlns:a16="http://schemas.microsoft.com/office/drawing/2014/main" id="{F4DC94B0-AEBB-BDD7-1A89-E319D4CA710A}"/>
                </a:ext>
              </a:extLst>
            </p:cNvPr>
            <p:cNvSpPr txBox="1">
              <a:spLocks/>
            </p:cNvSpPr>
            <p:nvPr/>
          </p:nvSpPr>
          <p:spPr>
            <a:xfrm>
              <a:off x="34635" y="519644"/>
              <a:ext cx="107907" cy="214505"/>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5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4</a:t>
              </a:r>
            </a:p>
          </p:txBody>
        </p:sp>
      </p:grpSp>
      <p:sp>
        <p:nvSpPr>
          <p:cNvPr id="113" name="TextBox 112" descr="1/2 and 1/4 from the fraction wall. text reads 1/4 is half of a 1/2. 1/4 of 10... we can say 1/2 of 10 is 5 and 1/2 of 5 is 2.5">
            <a:extLst>
              <a:ext uri="{FF2B5EF4-FFF2-40B4-BE49-F238E27FC236}">
                <a16:creationId xmlns:a16="http://schemas.microsoft.com/office/drawing/2014/main" id="{7F078556-E82C-383F-CA67-6ADAEC7918F7}"/>
              </a:ext>
            </a:extLst>
          </p:cNvPr>
          <p:cNvSpPr txBox="1"/>
          <p:nvPr/>
        </p:nvSpPr>
        <p:spPr>
          <a:xfrm>
            <a:off x="4082573" y="3798740"/>
            <a:ext cx="2192784" cy="930015"/>
          </a:xfrm>
          <a:prstGeom prst="rect">
            <a:avLst/>
          </a:prstGeom>
          <a:noFill/>
        </p:spPr>
        <p:txBody>
          <a:bodyPr wrap="square" lIns="0" tIns="0" rIns="0" bIns="0" rtlCol="0">
            <a:no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a:ln>
                  <a:noFill/>
                </a:ln>
                <a:solidFill>
                  <a:srgbClr val="22272B"/>
                </a:solidFill>
                <a:effectLst/>
                <a:uLnTx/>
                <a:uFillTx/>
                <a:latin typeface="Edu NSW ACT Foundation" panose="020B0604020202020204" charset="0"/>
                <a:ea typeface="+mn-ea"/>
                <a:cs typeface="+mn-cs"/>
              </a:rPr>
              <a:t>of 10</a:t>
            </a:r>
          </a:p>
        </p:txBody>
      </p:sp>
      <p:sp>
        <p:nvSpPr>
          <p:cNvPr id="114" name="TextBox 113" descr="1/2 and 1/4 from the fraction wall. text reads 1/4 is half of a 1/2. 1/4 of 10... we can say 1/2 of 10 is 5 and 1/2 of 5 is 2.5">
            <a:extLst>
              <a:ext uri="{FF2B5EF4-FFF2-40B4-BE49-F238E27FC236}">
                <a16:creationId xmlns:a16="http://schemas.microsoft.com/office/drawing/2014/main" id="{4FCA8386-4066-E2DF-6095-6DE36DCD09D6}"/>
              </a:ext>
            </a:extLst>
          </p:cNvPr>
          <p:cNvSpPr txBox="1"/>
          <p:nvPr/>
        </p:nvSpPr>
        <p:spPr>
          <a:xfrm>
            <a:off x="1837284" y="5454226"/>
            <a:ext cx="2529642" cy="930015"/>
          </a:xfrm>
          <a:prstGeom prst="rect">
            <a:avLst/>
          </a:prstGeom>
          <a:noFill/>
        </p:spPr>
        <p:txBody>
          <a:bodyPr wrap="square" lIns="0" tIns="0" rIns="0" bIns="0" rtlCol="0">
            <a:no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a:ln>
                  <a:noFill/>
                </a:ln>
                <a:solidFill>
                  <a:srgbClr val="22272B"/>
                </a:solidFill>
                <a:effectLst/>
                <a:uLnTx/>
                <a:uFillTx/>
                <a:latin typeface="Edu NSW ACT Foundation" panose="020B0604020202020204" charset="0"/>
                <a:ea typeface="+mn-ea"/>
                <a:cs typeface="+mn-cs"/>
              </a:rPr>
              <a:t>We can say</a:t>
            </a:r>
          </a:p>
        </p:txBody>
      </p:sp>
      <p:sp>
        <p:nvSpPr>
          <p:cNvPr id="115" name="TextBox 114" descr="1/2 and 1/4 from the fraction wall. text reads 1/4 is half of a 1/2. 1/4 of 10... we can say 1/2 of 10 is 5 and 1/2 of 5 is 2.5">
            <a:extLst>
              <a:ext uri="{FF2B5EF4-FFF2-40B4-BE49-F238E27FC236}">
                <a16:creationId xmlns:a16="http://schemas.microsoft.com/office/drawing/2014/main" id="{C5BEAEDA-3BF1-BEC4-4739-E0CB17AB4F5D}"/>
              </a:ext>
            </a:extLst>
          </p:cNvPr>
          <p:cNvSpPr txBox="1"/>
          <p:nvPr/>
        </p:nvSpPr>
        <p:spPr>
          <a:xfrm>
            <a:off x="5696397" y="5376447"/>
            <a:ext cx="2529642" cy="930015"/>
          </a:xfrm>
          <a:prstGeom prst="rect">
            <a:avLst/>
          </a:prstGeom>
          <a:noFill/>
        </p:spPr>
        <p:txBody>
          <a:bodyPr wrap="square" lIns="0" tIns="0" rIns="0" bIns="0" rtlCol="0">
            <a:no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a:ln>
                  <a:noFill/>
                </a:ln>
                <a:solidFill>
                  <a:srgbClr val="22272B"/>
                </a:solidFill>
                <a:effectLst/>
                <a:uLnTx/>
                <a:uFillTx/>
                <a:latin typeface="Edu NSW ACT Foundation" panose="020B0604020202020204" charset="0"/>
                <a:ea typeface="+mn-ea"/>
                <a:cs typeface="+mn-cs"/>
              </a:rPr>
              <a:t>of 10 is 5</a:t>
            </a:r>
          </a:p>
        </p:txBody>
      </p:sp>
      <p:grpSp>
        <p:nvGrpSpPr>
          <p:cNvPr id="116" name="Group 34" descr="1/2 and 1/4 from the fraction wall. text reads 1/4 is half of a 1/2. 1/4 of 10... we can say 1/2 of 10 is 5 and 1/2 of 5 is 2.5">
            <a:extLst>
              <a:ext uri="{FF2B5EF4-FFF2-40B4-BE49-F238E27FC236}">
                <a16:creationId xmlns:a16="http://schemas.microsoft.com/office/drawing/2014/main" id="{410D1D6F-0D5D-E55B-BC03-F312B86A96F4}"/>
              </a:ext>
            </a:extLst>
          </p:cNvPr>
          <p:cNvGrpSpPr>
            <a:grpSpLocks/>
          </p:cNvGrpSpPr>
          <p:nvPr/>
        </p:nvGrpSpPr>
        <p:grpSpPr>
          <a:xfrm>
            <a:off x="8010279" y="5283318"/>
            <a:ext cx="603662" cy="1410445"/>
            <a:chOff x="-9015" y="-38100"/>
            <a:chExt cx="178886" cy="772249"/>
          </a:xfrm>
        </p:grpSpPr>
        <p:sp>
          <p:nvSpPr>
            <p:cNvPr id="117" name="TextBox 35">
              <a:extLst>
                <a:ext uri="{FF2B5EF4-FFF2-40B4-BE49-F238E27FC236}">
                  <a16:creationId xmlns:a16="http://schemas.microsoft.com/office/drawing/2014/main" id="{3154373F-4625-4618-6D44-224CA9DFA90E}"/>
                </a:ext>
              </a:extLst>
            </p:cNvPr>
            <p:cNvSpPr txBox="1">
              <a:spLocks/>
            </p:cNvSpPr>
            <p:nvPr/>
          </p:nvSpPr>
          <p:spPr>
            <a:xfrm>
              <a:off x="46122" y="-38100"/>
              <a:ext cx="63500" cy="214505"/>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5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a:t>
              </a:r>
            </a:p>
          </p:txBody>
        </p:sp>
        <p:sp>
          <p:nvSpPr>
            <p:cNvPr id="118" name="AutoShape 36">
              <a:extLst>
                <a:ext uri="{FF2B5EF4-FFF2-40B4-BE49-F238E27FC236}">
                  <a16:creationId xmlns:a16="http://schemas.microsoft.com/office/drawing/2014/main" id="{C57761B7-DB55-38D8-A57B-D7A2DBDA7B56}"/>
                </a:ext>
              </a:extLst>
            </p:cNvPr>
            <p:cNvSpPr>
              <a:spLocks/>
            </p:cNvSpPr>
            <p:nvPr/>
          </p:nvSpPr>
          <p:spPr>
            <a:xfrm>
              <a:off x="-9015" y="184966"/>
              <a:ext cx="178886" cy="0"/>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72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19" name="TextBox 37">
              <a:extLst>
                <a:ext uri="{FF2B5EF4-FFF2-40B4-BE49-F238E27FC236}">
                  <a16:creationId xmlns:a16="http://schemas.microsoft.com/office/drawing/2014/main" id="{FF44EA29-E749-2460-BAFC-CDE0E020817A}"/>
                </a:ext>
              </a:extLst>
            </p:cNvPr>
            <p:cNvSpPr txBox="1">
              <a:spLocks/>
            </p:cNvSpPr>
            <p:nvPr/>
          </p:nvSpPr>
          <p:spPr>
            <a:xfrm>
              <a:off x="34635" y="519644"/>
              <a:ext cx="107907" cy="214505"/>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5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2</a:t>
              </a:r>
            </a:p>
          </p:txBody>
        </p:sp>
      </p:grpSp>
      <p:sp>
        <p:nvSpPr>
          <p:cNvPr id="120" name="TextBox 119" descr="1/2 and 1/4 from the fraction wall. text reads 1/4 is half of a 1/2. 1/4 of 10... we can say 1/2 of 10 is 5 and 1/2 of 5 is 2.5">
            <a:extLst>
              <a:ext uri="{FF2B5EF4-FFF2-40B4-BE49-F238E27FC236}">
                <a16:creationId xmlns:a16="http://schemas.microsoft.com/office/drawing/2014/main" id="{57B051FC-7439-9B5B-2394-B79BD4C12206}"/>
              </a:ext>
            </a:extLst>
          </p:cNvPr>
          <p:cNvSpPr txBox="1"/>
          <p:nvPr/>
        </p:nvSpPr>
        <p:spPr>
          <a:xfrm>
            <a:off x="8890037" y="5374210"/>
            <a:ext cx="2529642" cy="930015"/>
          </a:xfrm>
          <a:prstGeom prst="rect">
            <a:avLst/>
          </a:prstGeom>
          <a:noFill/>
        </p:spPr>
        <p:txBody>
          <a:bodyPr wrap="square" lIns="0" tIns="0" rIns="0" bIns="0" rtlCol="0">
            <a:no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a:ln>
                  <a:noFill/>
                </a:ln>
                <a:solidFill>
                  <a:srgbClr val="22272B"/>
                </a:solidFill>
                <a:effectLst/>
                <a:uLnTx/>
                <a:uFillTx/>
                <a:latin typeface="Edu NSW ACT Foundation" panose="020B0604020202020204" charset="0"/>
                <a:ea typeface="+mn-ea"/>
                <a:cs typeface="+mn-cs"/>
              </a:rPr>
              <a:t>of 5 is 2.5</a:t>
            </a:r>
          </a:p>
        </p:txBody>
      </p:sp>
      <p:grpSp>
        <p:nvGrpSpPr>
          <p:cNvPr id="121" name="Group 34" descr="1/2 and 1/4 from the fraction wall. text reads 1/4 is half of a 1/2. 1/4 of 10... we can say 1/2 of 10 is 5 and 1/2 of 5 is 2.5">
            <a:extLst>
              <a:ext uri="{FF2B5EF4-FFF2-40B4-BE49-F238E27FC236}">
                <a16:creationId xmlns:a16="http://schemas.microsoft.com/office/drawing/2014/main" id="{CD0BCC81-DCB3-DA62-1A4F-02E1620D33DE}"/>
              </a:ext>
            </a:extLst>
          </p:cNvPr>
          <p:cNvGrpSpPr>
            <a:grpSpLocks/>
          </p:cNvGrpSpPr>
          <p:nvPr/>
        </p:nvGrpSpPr>
        <p:grpSpPr>
          <a:xfrm>
            <a:off x="2837800" y="3749899"/>
            <a:ext cx="603662" cy="1410445"/>
            <a:chOff x="-9015" y="-38100"/>
            <a:chExt cx="178886" cy="772249"/>
          </a:xfrm>
        </p:grpSpPr>
        <p:sp>
          <p:nvSpPr>
            <p:cNvPr id="122" name="TextBox 35">
              <a:extLst>
                <a:ext uri="{FF2B5EF4-FFF2-40B4-BE49-F238E27FC236}">
                  <a16:creationId xmlns:a16="http://schemas.microsoft.com/office/drawing/2014/main" id="{464E44C1-401A-C4A4-9583-3F176BB0D6E3}"/>
                </a:ext>
              </a:extLst>
            </p:cNvPr>
            <p:cNvSpPr txBox="1">
              <a:spLocks/>
            </p:cNvSpPr>
            <p:nvPr/>
          </p:nvSpPr>
          <p:spPr>
            <a:xfrm>
              <a:off x="46122" y="-38100"/>
              <a:ext cx="63500" cy="214505"/>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5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a:t>
              </a:r>
            </a:p>
          </p:txBody>
        </p:sp>
        <p:sp>
          <p:nvSpPr>
            <p:cNvPr id="123" name="AutoShape 36">
              <a:extLst>
                <a:ext uri="{FF2B5EF4-FFF2-40B4-BE49-F238E27FC236}">
                  <a16:creationId xmlns:a16="http://schemas.microsoft.com/office/drawing/2014/main" id="{15C718CF-1D9C-B218-4DBD-08B2BF3F76F1}"/>
                </a:ext>
              </a:extLst>
            </p:cNvPr>
            <p:cNvSpPr>
              <a:spLocks/>
            </p:cNvSpPr>
            <p:nvPr/>
          </p:nvSpPr>
          <p:spPr>
            <a:xfrm>
              <a:off x="-9015" y="184966"/>
              <a:ext cx="178886" cy="0"/>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72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24" name="TextBox 37">
              <a:extLst>
                <a:ext uri="{FF2B5EF4-FFF2-40B4-BE49-F238E27FC236}">
                  <a16:creationId xmlns:a16="http://schemas.microsoft.com/office/drawing/2014/main" id="{3BA7D77B-6B39-0C58-0C3A-C0964D4E493B}"/>
                </a:ext>
              </a:extLst>
            </p:cNvPr>
            <p:cNvSpPr txBox="1">
              <a:spLocks/>
            </p:cNvSpPr>
            <p:nvPr/>
          </p:nvSpPr>
          <p:spPr>
            <a:xfrm>
              <a:off x="34635" y="519644"/>
              <a:ext cx="107907" cy="214505"/>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54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4</a:t>
              </a:r>
            </a:p>
          </p:txBody>
        </p:sp>
      </p:grpSp>
      <p:sp>
        <p:nvSpPr>
          <p:cNvPr id="125" name="TextBox 124" descr="1/2 and 1/4 from the fraction wall. text reads 1/4 is half of a 1/2. 1/4 of 10... we can say 1/2 of 10 is 5 and 1/2 of 5 is 2.5">
            <a:extLst>
              <a:ext uri="{FF2B5EF4-FFF2-40B4-BE49-F238E27FC236}">
                <a16:creationId xmlns:a16="http://schemas.microsoft.com/office/drawing/2014/main" id="{0114344C-A1E2-AA10-A4CB-5DC010D415E0}"/>
              </a:ext>
            </a:extLst>
          </p:cNvPr>
          <p:cNvSpPr txBox="1"/>
          <p:nvPr/>
        </p:nvSpPr>
        <p:spPr>
          <a:xfrm>
            <a:off x="4082573" y="3787479"/>
            <a:ext cx="2192784" cy="930015"/>
          </a:xfrm>
          <a:prstGeom prst="rect">
            <a:avLst/>
          </a:prstGeom>
          <a:noFill/>
        </p:spPr>
        <p:txBody>
          <a:bodyPr wrap="square" lIns="0" tIns="0" rIns="0" bIns="0" rtlCol="0">
            <a:no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a:ln>
                  <a:noFill/>
                </a:ln>
                <a:solidFill>
                  <a:srgbClr val="22272B"/>
                </a:solidFill>
                <a:effectLst/>
                <a:uLnTx/>
                <a:uFillTx/>
                <a:latin typeface="Edu NSW ACT Foundation" panose="020B0604020202020204" charset="0"/>
                <a:ea typeface="+mn-ea"/>
                <a:cs typeface="+mn-cs"/>
              </a:rPr>
              <a:t>of 10</a:t>
            </a:r>
          </a:p>
        </p:txBody>
      </p:sp>
      <p:sp>
        <p:nvSpPr>
          <p:cNvPr id="126" name="TextBox 125" descr="1/2 and 1/4 from the fraction wall. text reads 1/4 is half of a 1/2. 1/4 of 10... we can say 1/2 of 10 is 5 and 1/2 of 5 is 2.5">
            <a:extLst>
              <a:ext uri="{FF2B5EF4-FFF2-40B4-BE49-F238E27FC236}">
                <a16:creationId xmlns:a16="http://schemas.microsoft.com/office/drawing/2014/main" id="{3F87BA00-CC14-7DAB-C799-2D54C614B417}"/>
              </a:ext>
            </a:extLst>
          </p:cNvPr>
          <p:cNvSpPr txBox="1"/>
          <p:nvPr/>
        </p:nvSpPr>
        <p:spPr>
          <a:xfrm>
            <a:off x="5462904" y="3757393"/>
            <a:ext cx="2529642" cy="930015"/>
          </a:xfrm>
          <a:prstGeom prst="rect">
            <a:avLst/>
          </a:prstGeom>
          <a:noFill/>
        </p:spPr>
        <p:txBody>
          <a:bodyPr wrap="square" lIns="0" tIns="0" rIns="0" bIns="0" rtlCol="0">
            <a:no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a:ln>
                  <a:noFill/>
                </a:ln>
                <a:solidFill>
                  <a:srgbClr val="22272B"/>
                </a:solidFill>
                <a:effectLst/>
                <a:uLnTx/>
                <a:uFillTx/>
                <a:latin typeface="Edu NSW ACT Foundation" panose="020B0604020202020204" charset="0"/>
                <a:ea typeface="+mn-ea"/>
                <a:cs typeface="+mn-cs"/>
              </a:rPr>
              <a:t>is 2.5</a:t>
            </a:r>
          </a:p>
        </p:txBody>
      </p:sp>
      <p:pic>
        <p:nvPicPr>
          <p:cNvPr id="4" name="Picture 3" descr="image of a head with cogs turning inside">
            <a:extLst>
              <a:ext uri="{FF2B5EF4-FFF2-40B4-BE49-F238E27FC236}">
                <a16:creationId xmlns:a16="http://schemas.microsoft.com/office/drawing/2014/main" id="{37D37833-D415-3E9D-D7A4-39DAD2C1D4D2}"/>
              </a:ext>
            </a:extLst>
          </p:cNvPr>
          <p:cNvPicPr>
            <a:picLocks noChangeAspect="1"/>
          </p:cNvPicPr>
          <p:nvPr/>
        </p:nvPicPr>
        <p:blipFill>
          <a:blip r:embed="rId3"/>
          <a:stretch>
            <a:fillRect/>
          </a:stretch>
        </p:blipFill>
        <p:spPr>
          <a:xfrm>
            <a:off x="11057318" y="194458"/>
            <a:ext cx="723900" cy="866775"/>
          </a:xfrm>
          <a:prstGeom prst="rect">
            <a:avLst/>
          </a:prstGeom>
        </p:spPr>
      </p:pic>
    </p:spTree>
    <p:extLst>
      <p:ext uri="{BB962C8B-B14F-4D97-AF65-F5344CB8AC3E}">
        <p14:creationId xmlns:p14="http://schemas.microsoft.com/office/powerpoint/2010/main" val="468032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22"/>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97"/>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98"/>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10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1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114"/>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105"/>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115"/>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116"/>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120"/>
                                        </p:tgtEl>
                                        <p:attrNameLst>
                                          <p:attrName>style.visibility</p:attrName>
                                        </p:attrNameLst>
                                      </p:cBhvr>
                                      <p:to>
                                        <p:strVal val="hidden"/>
                                      </p:to>
                                    </p:set>
                                  </p:childTnLst>
                                </p:cTn>
                              </p:par>
                              <p:par>
                                <p:cTn id="59" presetID="1" presetClass="entr" presetSubtype="0" fill="hold" nodeType="withEffect">
                                  <p:stCondLst>
                                    <p:cond delay="0"/>
                                  </p:stCondLst>
                                  <p:childTnLst>
                                    <p:set>
                                      <p:cBhvr>
                                        <p:cTn id="60" dur="1" fill="hold">
                                          <p:stCondLst>
                                            <p:cond delay="0"/>
                                          </p:stCondLst>
                                        </p:cTn>
                                        <p:tgtEl>
                                          <p:spTgt spid="12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2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p:bldP spid="97" grpId="1"/>
      <p:bldP spid="113" grpId="0"/>
      <p:bldP spid="114" grpId="0"/>
      <p:bldP spid="114" grpId="1"/>
      <p:bldP spid="115" grpId="0"/>
      <p:bldP spid="115" grpId="1"/>
      <p:bldP spid="120" grpId="0"/>
      <p:bldP spid="120" grpId="1"/>
      <p:bldP spid="125" grpId="0"/>
      <p:bldP spid="12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24</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7 – fraction bingo </a:t>
            </a:r>
            <a:r>
              <a:rPr lang="en-AU">
                <a:solidFill>
                  <a:schemeClr val="bg1"/>
                </a:solidFill>
                <a:latin typeface="Arial"/>
                <a:cs typeface="Arial"/>
              </a:rPr>
              <a:t>(3)</a:t>
            </a:r>
          </a:p>
        </p:txBody>
      </p:sp>
      <p:grpSp>
        <p:nvGrpSpPr>
          <p:cNvPr id="4" name="Group 3" descr="A fraction wall with a bar showing 1 whole, a bar cut in halves and labelled, a bar cut into quarters and labelled and finally a bar cut into tenths and labelled. &#10;&#10;There is a number line underneath with the points, 0.1, 0.25, 0.5, 0.75, matching up to the fractions above.">
            <a:extLst>
              <a:ext uri="{FF2B5EF4-FFF2-40B4-BE49-F238E27FC236}">
                <a16:creationId xmlns:a16="http://schemas.microsoft.com/office/drawing/2014/main" id="{9E769E37-3616-D2FF-6228-3D342093529F}"/>
              </a:ext>
            </a:extLst>
          </p:cNvPr>
          <p:cNvGrpSpPr>
            <a:grpSpLocks/>
          </p:cNvGrpSpPr>
          <p:nvPr/>
        </p:nvGrpSpPr>
        <p:grpSpPr>
          <a:xfrm>
            <a:off x="802479" y="1609233"/>
            <a:ext cx="10428201" cy="3607753"/>
            <a:chOff x="16847" y="955393"/>
            <a:chExt cx="10428201" cy="3607753"/>
          </a:xfrm>
        </p:grpSpPr>
        <p:grpSp>
          <p:nvGrpSpPr>
            <p:cNvPr id="5" name="Group 2">
              <a:extLst>
                <a:ext uri="{FF2B5EF4-FFF2-40B4-BE49-F238E27FC236}">
                  <a16:creationId xmlns:a16="http://schemas.microsoft.com/office/drawing/2014/main" id="{193CF4E6-715E-32E7-D80A-1202C8884824}"/>
                </a:ext>
              </a:extLst>
            </p:cNvPr>
            <p:cNvGrpSpPr>
              <a:grpSpLocks/>
            </p:cNvGrpSpPr>
            <p:nvPr/>
          </p:nvGrpSpPr>
          <p:grpSpPr>
            <a:xfrm>
              <a:off x="346131" y="1614030"/>
              <a:ext cx="9776313" cy="583860"/>
              <a:chOff x="0" y="-19050"/>
              <a:chExt cx="3503610" cy="209242"/>
            </a:xfrm>
          </p:grpSpPr>
          <p:sp>
            <p:nvSpPr>
              <p:cNvPr id="95" name="Freeform 3">
                <a:extLst>
                  <a:ext uri="{FF2B5EF4-FFF2-40B4-BE49-F238E27FC236}">
                    <a16:creationId xmlns:a16="http://schemas.microsoft.com/office/drawing/2014/main" id="{7B1608C8-8341-CCD4-9157-971172424BDF}"/>
                  </a:ext>
                </a:extLst>
              </p:cNvPr>
              <p:cNvSpPr>
                <a:spLocks/>
              </p:cNvSpPr>
              <p:nvPr/>
            </p:nvSpPr>
            <p:spPr>
              <a:xfrm>
                <a:off x="0" y="0"/>
                <a:ext cx="3503610" cy="190192"/>
              </a:xfrm>
              <a:custGeom>
                <a:avLst/>
                <a:gdLst/>
                <a:ahLst/>
                <a:cxnLst/>
                <a:rect l="l" t="t" r="r" b="b"/>
                <a:pathLst>
                  <a:path w="3503610" h="190192">
                    <a:moveTo>
                      <a:pt x="0" y="0"/>
                    </a:moveTo>
                    <a:lnTo>
                      <a:pt x="3503610" y="0"/>
                    </a:lnTo>
                    <a:lnTo>
                      <a:pt x="3503610" y="190192"/>
                    </a:lnTo>
                    <a:lnTo>
                      <a:pt x="0" y="190192"/>
                    </a:lnTo>
                    <a:close/>
                  </a:path>
                </a:pathLst>
              </a:custGeom>
              <a:solidFill>
                <a:srgbClr val="CB6CE6"/>
              </a:solid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96" name="TextBox 4">
                <a:extLst>
                  <a:ext uri="{FF2B5EF4-FFF2-40B4-BE49-F238E27FC236}">
                    <a16:creationId xmlns:a16="http://schemas.microsoft.com/office/drawing/2014/main" id="{6541AF5F-44D1-95BD-84C4-EC782751962C}"/>
                  </a:ext>
                </a:extLst>
              </p:cNvPr>
              <p:cNvSpPr txBox="1">
                <a:spLocks/>
              </p:cNvSpPr>
              <p:nvPr/>
            </p:nvSpPr>
            <p:spPr>
              <a:xfrm>
                <a:off x="0" y="-19050"/>
                <a:ext cx="3503610" cy="209242"/>
              </a:xfrm>
              <a:prstGeom prst="rect">
                <a:avLst/>
              </a:prstGeom>
            </p:spPr>
            <p:txBody>
              <a:bodyPr lIns="50800" tIns="50800" rIns="50800" bIns="50800" rtlCol="0" anchor="ctr"/>
              <a:lstStyle/>
              <a:p>
                <a:pPr marL="0" marR="0" lvl="0" indent="0" algn="ctr" defTabSz="609585" rtl="0" eaLnBrk="1" fontAlgn="auto" latinLnBrk="0" hangingPunct="1">
                  <a:lnSpc>
                    <a:spcPts val="1631"/>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grpSp>
          <p:nvGrpSpPr>
            <p:cNvPr id="6" name="Group 5">
              <a:extLst>
                <a:ext uri="{FF2B5EF4-FFF2-40B4-BE49-F238E27FC236}">
                  <a16:creationId xmlns:a16="http://schemas.microsoft.com/office/drawing/2014/main" id="{1402AA01-C95C-6DB5-E847-539E28DE6630}"/>
                </a:ext>
              </a:extLst>
            </p:cNvPr>
            <p:cNvGrpSpPr>
              <a:grpSpLocks/>
            </p:cNvGrpSpPr>
            <p:nvPr/>
          </p:nvGrpSpPr>
          <p:grpSpPr>
            <a:xfrm>
              <a:off x="346131" y="2257984"/>
              <a:ext cx="9776313" cy="583860"/>
              <a:chOff x="0" y="-19050"/>
              <a:chExt cx="3503610" cy="209242"/>
            </a:xfrm>
          </p:grpSpPr>
          <p:sp>
            <p:nvSpPr>
              <p:cNvPr id="93" name="Freeform 6">
                <a:extLst>
                  <a:ext uri="{FF2B5EF4-FFF2-40B4-BE49-F238E27FC236}">
                    <a16:creationId xmlns:a16="http://schemas.microsoft.com/office/drawing/2014/main" id="{E30A9B5A-B941-E4E1-A889-BDB462D2A5D0}"/>
                  </a:ext>
                </a:extLst>
              </p:cNvPr>
              <p:cNvSpPr>
                <a:spLocks/>
              </p:cNvSpPr>
              <p:nvPr/>
            </p:nvSpPr>
            <p:spPr>
              <a:xfrm>
                <a:off x="0" y="0"/>
                <a:ext cx="3503610" cy="190192"/>
              </a:xfrm>
              <a:custGeom>
                <a:avLst/>
                <a:gdLst/>
                <a:ahLst/>
                <a:cxnLst/>
                <a:rect l="l" t="t" r="r" b="b"/>
                <a:pathLst>
                  <a:path w="3503610" h="190192">
                    <a:moveTo>
                      <a:pt x="0" y="0"/>
                    </a:moveTo>
                    <a:lnTo>
                      <a:pt x="3503610" y="0"/>
                    </a:lnTo>
                    <a:lnTo>
                      <a:pt x="3503610" y="190192"/>
                    </a:lnTo>
                    <a:lnTo>
                      <a:pt x="0" y="190192"/>
                    </a:lnTo>
                    <a:close/>
                  </a:path>
                </a:pathLst>
              </a:custGeom>
              <a:solidFill>
                <a:srgbClr val="0CC0DF"/>
              </a:solid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94" name="TextBox 7">
                <a:extLst>
                  <a:ext uri="{FF2B5EF4-FFF2-40B4-BE49-F238E27FC236}">
                    <a16:creationId xmlns:a16="http://schemas.microsoft.com/office/drawing/2014/main" id="{8BF149E5-FA09-4468-8540-A32A62E4C114}"/>
                  </a:ext>
                </a:extLst>
              </p:cNvPr>
              <p:cNvSpPr txBox="1">
                <a:spLocks/>
              </p:cNvSpPr>
              <p:nvPr/>
            </p:nvSpPr>
            <p:spPr>
              <a:xfrm>
                <a:off x="0" y="-19050"/>
                <a:ext cx="3503610" cy="209242"/>
              </a:xfrm>
              <a:prstGeom prst="rect">
                <a:avLst/>
              </a:prstGeom>
            </p:spPr>
            <p:txBody>
              <a:bodyPr lIns="50800" tIns="50800" rIns="50800" bIns="50800" rtlCol="0" anchor="ctr"/>
              <a:lstStyle/>
              <a:p>
                <a:pPr marL="0" marR="0" lvl="0" indent="0" algn="ctr" defTabSz="609585" rtl="0" eaLnBrk="1" fontAlgn="auto" latinLnBrk="0" hangingPunct="1">
                  <a:lnSpc>
                    <a:spcPts val="1631"/>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sp>
          <p:nvSpPr>
            <p:cNvPr id="7" name="AutoShape 8">
              <a:extLst>
                <a:ext uri="{FF2B5EF4-FFF2-40B4-BE49-F238E27FC236}">
                  <a16:creationId xmlns:a16="http://schemas.microsoft.com/office/drawing/2014/main" id="{8A25688B-2018-CCC1-ECD8-78068877BAEC}"/>
                </a:ext>
              </a:extLst>
            </p:cNvPr>
            <p:cNvSpPr>
              <a:spLocks/>
            </p:cNvSpPr>
            <p:nvPr/>
          </p:nvSpPr>
          <p:spPr>
            <a:xfrm>
              <a:off x="5234287" y="1667186"/>
              <a:ext cx="0" cy="530704"/>
            </a:xfrm>
            <a:prstGeom prst="line">
              <a:avLst/>
            </a:prstGeom>
            <a:ln w="28575" cap="flat">
              <a:solidFill>
                <a:srgbClr val="000000"/>
              </a:solidFill>
              <a:prstDash val="sysDash"/>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nvGrpSpPr>
            <p:cNvPr id="8" name="Group 9">
              <a:extLst>
                <a:ext uri="{FF2B5EF4-FFF2-40B4-BE49-F238E27FC236}">
                  <a16:creationId xmlns:a16="http://schemas.microsoft.com/office/drawing/2014/main" id="{71F8CD69-1492-C0BA-A8FC-A3F787884172}"/>
                </a:ext>
              </a:extLst>
            </p:cNvPr>
            <p:cNvGrpSpPr>
              <a:grpSpLocks/>
            </p:cNvGrpSpPr>
            <p:nvPr/>
          </p:nvGrpSpPr>
          <p:grpSpPr>
            <a:xfrm>
              <a:off x="331843" y="955393"/>
              <a:ext cx="9776313" cy="583860"/>
              <a:chOff x="0" y="-19050"/>
              <a:chExt cx="3503610" cy="209242"/>
            </a:xfrm>
          </p:grpSpPr>
          <p:sp>
            <p:nvSpPr>
              <p:cNvPr id="91" name="Freeform 10">
                <a:extLst>
                  <a:ext uri="{FF2B5EF4-FFF2-40B4-BE49-F238E27FC236}">
                    <a16:creationId xmlns:a16="http://schemas.microsoft.com/office/drawing/2014/main" id="{DFA4432F-6358-50FD-9D23-076AB022559B}"/>
                  </a:ext>
                </a:extLst>
              </p:cNvPr>
              <p:cNvSpPr>
                <a:spLocks/>
              </p:cNvSpPr>
              <p:nvPr/>
            </p:nvSpPr>
            <p:spPr>
              <a:xfrm>
                <a:off x="0" y="0"/>
                <a:ext cx="3503610" cy="190192"/>
              </a:xfrm>
              <a:custGeom>
                <a:avLst/>
                <a:gdLst/>
                <a:ahLst/>
                <a:cxnLst/>
                <a:rect l="l" t="t" r="r" b="b"/>
                <a:pathLst>
                  <a:path w="3503610" h="190192">
                    <a:moveTo>
                      <a:pt x="0" y="0"/>
                    </a:moveTo>
                    <a:lnTo>
                      <a:pt x="3503610" y="0"/>
                    </a:lnTo>
                    <a:lnTo>
                      <a:pt x="3503610" y="190192"/>
                    </a:lnTo>
                    <a:lnTo>
                      <a:pt x="0" y="190192"/>
                    </a:lnTo>
                    <a:close/>
                  </a:path>
                </a:pathLst>
              </a:custGeom>
              <a:solidFill>
                <a:srgbClr val="FF66C4"/>
              </a:solid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92" name="TextBox 11">
                <a:extLst>
                  <a:ext uri="{FF2B5EF4-FFF2-40B4-BE49-F238E27FC236}">
                    <a16:creationId xmlns:a16="http://schemas.microsoft.com/office/drawing/2014/main" id="{DBFA9051-C7B2-7BB3-7F07-146F920208F9}"/>
                  </a:ext>
                </a:extLst>
              </p:cNvPr>
              <p:cNvSpPr txBox="1">
                <a:spLocks/>
              </p:cNvSpPr>
              <p:nvPr/>
            </p:nvSpPr>
            <p:spPr>
              <a:xfrm>
                <a:off x="0" y="-19050"/>
                <a:ext cx="3503610" cy="209242"/>
              </a:xfrm>
              <a:prstGeom prst="rect">
                <a:avLst/>
              </a:prstGeom>
            </p:spPr>
            <p:txBody>
              <a:bodyPr lIns="50800" tIns="50800" rIns="50800" bIns="50800" rtlCol="0" anchor="ctr"/>
              <a:lstStyle/>
              <a:p>
                <a:pPr marL="0" marR="0" lvl="0" indent="0" algn="ctr" defTabSz="609585" rtl="0" eaLnBrk="1" fontAlgn="auto" latinLnBrk="0" hangingPunct="1">
                  <a:lnSpc>
                    <a:spcPts val="1631"/>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sp>
          <p:nvSpPr>
            <p:cNvPr id="9" name="AutoShape 12">
              <a:extLst>
                <a:ext uri="{FF2B5EF4-FFF2-40B4-BE49-F238E27FC236}">
                  <a16:creationId xmlns:a16="http://schemas.microsoft.com/office/drawing/2014/main" id="{E8B4FA0E-69B2-3FC0-F51C-BFA034AA55AB}"/>
                </a:ext>
              </a:extLst>
            </p:cNvPr>
            <p:cNvSpPr>
              <a:spLocks/>
            </p:cNvSpPr>
            <p:nvPr/>
          </p:nvSpPr>
          <p:spPr>
            <a:xfrm flipV="1">
              <a:off x="5234288" y="2311140"/>
              <a:ext cx="0" cy="530704"/>
            </a:xfrm>
            <a:prstGeom prst="line">
              <a:avLst/>
            </a:prstGeom>
            <a:ln w="28575" cap="flat">
              <a:solidFill>
                <a:srgbClr val="000000"/>
              </a:solidFill>
              <a:prstDash val="sysDash"/>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0" name="TextBox 13">
              <a:extLst>
                <a:ext uri="{FF2B5EF4-FFF2-40B4-BE49-F238E27FC236}">
                  <a16:creationId xmlns:a16="http://schemas.microsoft.com/office/drawing/2014/main" id="{0D50349A-88D2-5C08-27BB-52A251F00147}"/>
                </a:ext>
              </a:extLst>
            </p:cNvPr>
            <p:cNvSpPr txBox="1">
              <a:spLocks/>
            </p:cNvSpPr>
            <p:nvPr/>
          </p:nvSpPr>
          <p:spPr>
            <a:xfrm>
              <a:off x="2703886" y="1702175"/>
              <a:ext cx="36714" cy="290195"/>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a:t>
              </a:r>
            </a:p>
          </p:txBody>
        </p:sp>
        <p:sp>
          <p:nvSpPr>
            <p:cNvPr id="11" name="AutoShape 14">
              <a:extLst>
                <a:ext uri="{FF2B5EF4-FFF2-40B4-BE49-F238E27FC236}">
                  <a16:creationId xmlns:a16="http://schemas.microsoft.com/office/drawing/2014/main" id="{10E94F42-5FF0-D92A-810B-1D8A03F52223}"/>
                </a:ext>
              </a:extLst>
            </p:cNvPr>
            <p:cNvSpPr>
              <a:spLocks/>
            </p:cNvSpPr>
            <p:nvPr/>
          </p:nvSpPr>
          <p:spPr>
            <a:xfrm>
              <a:off x="2640873" y="1965139"/>
              <a:ext cx="162740" cy="0"/>
            </a:xfrm>
            <a:prstGeom prst="line">
              <a:avLst/>
            </a:prstGeom>
            <a:ln w="9525"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2" name="TextBox 15">
              <a:extLst>
                <a:ext uri="{FF2B5EF4-FFF2-40B4-BE49-F238E27FC236}">
                  <a16:creationId xmlns:a16="http://schemas.microsoft.com/office/drawing/2014/main" id="{EF6E42D5-3786-3C1A-7AD8-DA2E5A346E68}"/>
                </a:ext>
              </a:extLst>
            </p:cNvPr>
            <p:cNvSpPr txBox="1">
              <a:spLocks/>
            </p:cNvSpPr>
            <p:nvPr/>
          </p:nvSpPr>
          <p:spPr>
            <a:xfrm>
              <a:off x="6820751" y="1702175"/>
              <a:ext cx="36714" cy="290195"/>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a:t>
              </a:r>
            </a:p>
          </p:txBody>
        </p:sp>
        <p:sp>
          <p:nvSpPr>
            <p:cNvPr id="13" name="AutoShape 16">
              <a:extLst>
                <a:ext uri="{FF2B5EF4-FFF2-40B4-BE49-F238E27FC236}">
                  <a16:creationId xmlns:a16="http://schemas.microsoft.com/office/drawing/2014/main" id="{7C700856-A1FB-D0D4-D19D-2785EF85EE77}"/>
                </a:ext>
              </a:extLst>
            </p:cNvPr>
            <p:cNvSpPr>
              <a:spLocks/>
            </p:cNvSpPr>
            <p:nvPr/>
          </p:nvSpPr>
          <p:spPr>
            <a:xfrm>
              <a:off x="6757738" y="1965139"/>
              <a:ext cx="162740" cy="0"/>
            </a:xfrm>
            <a:prstGeom prst="line">
              <a:avLst/>
            </a:prstGeom>
            <a:ln w="9525"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4" name="AutoShape 17">
              <a:extLst>
                <a:ext uri="{FF2B5EF4-FFF2-40B4-BE49-F238E27FC236}">
                  <a16:creationId xmlns:a16="http://schemas.microsoft.com/office/drawing/2014/main" id="{DECB2809-2B0E-EA51-649D-E18FCD1E5BA7}"/>
                </a:ext>
              </a:extLst>
            </p:cNvPr>
            <p:cNvSpPr>
              <a:spLocks/>
            </p:cNvSpPr>
            <p:nvPr/>
          </p:nvSpPr>
          <p:spPr>
            <a:xfrm flipH="1">
              <a:off x="7659399" y="2316016"/>
              <a:ext cx="6921" cy="525641"/>
            </a:xfrm>
            <a:prstGeom prst="line">
              <a:avLst/>
            </a:prstGeom>
            <a:ln w="28575" cap="flat">
              <a:solidFill>
                <a:srgbClr val="000000"/>
              </a:solidFill>
              <a:prstDash val="sysDash"/>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5" name="AutoShape 18">
              <a:extLst>
                <a:ext uri="{FF2B5EF4-FFF2-40B4-BE49-F238E27FC236}">
                  <a16:creationId xmlns:a16="http://schemas.microsoft.com/office/drawing/2014/main" id="{886818DF-D7E5-777E-98AA-6949FD5234DA}"/>
                </a:ext>
              </a:extLst>
            </p:cNvPr>
            <p:cNvSpPr>
              <a:spLocks/>
            </p:cNvSpPr>
            <p:nvPr/>
          </p:nvSpPr>
          <p:spPr>
            <a:xfrm>
              <a:off x="2715656" y="2311140"/>
              <a:ext cx="0" cy="530704"/>
            </a:xfrm>
            <a:prstGeom prst="line">
              <a:avLst/>
            </a:prstGeom>
            <a:ln w="28575" cap="flat">
              <a:solidFill>
                <a:srgbClr val="000000"/>
              </a:solidFill>
              <a:prstDash val="sysDash"/>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6" name="TextBox 19">
              <a:extLst>
                <a:ext uri="{FF2B5EF4-FFF2-40B4-BE49-F238E27FC236}">
                  <a16:creationId xmlns:a16="http://schemas.microsoft.com/office/drawing/2014/main" id="{D4511700-48A9-DBD7-4DCA-8DD39FE81E68}"/>
                </a:ext>
              </a:extLst>
            </p:cNvPr>
            <p:cNvSpPr txBox="1">
              <a:spLocks/>
            </p:cNvSpPr>
            <p:nvPr/>
          </p:nvSpPr>
          <p:spPr>
            <a:xfrm>
              <a:off x="5194856" y="1031868"/>
              <a:ext cx="72182" cy="540725"/>
            </a:xfrm>
            <a:prstGeom prst="rect">
              <a:avLst/>
            </a:prstGeom>
          </p:spPr>
          <p:txBody>
            <a:bodyPr lIns="0" tIns="0" rIns="0" bIns="0" rtlCol="0" anchor="t">
              <a:spAutoFit/>
            </a:bodyPr>
            <a:lstStyle/>
            <a:p>
              <a:pPr marL="0" marR="0" lvl="0" indent="0" algn="ctr" defTabSz="609585" rtl="0" eaLnBrk="1" fontAlgn="auto" latinLnBrk="0" hangingPunct="1">
                <a:lnSpc>
                  <a:spcPts val="4619"/>
                </a:lnSpc>
                <a:spcBef>
                  <a:spcPct val="0"/>
                </a:spcBef>
                <a:spcAft>
                  <a:spcPts val="0"/>
                </a:spcAft>
                <a:buClrTx/>
                <a:buSzTx/>
                <a:buFontTx/>
                <a:buNone/>
                <a:tabLst/>
                <a:defRPr/>
              </a:pPr>
              <a:r>
                <a:rPr kumimoji="0" lang="en-US" sz="329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a:t>
              </a:r>
            </a:p>
          </p:txBody>
        </p:sp>
        <p:sp>
          <p:nvSpPr>
            <p:cNvPr id="17" name="TextBox 20">
              <a:extLst>
                <a:ext uri="{FF2B5EF4-FFF2-40B4-BE49-F238E27FC236}">
                  <a16:creationId xmlns:a16="http://schemas.microsoft.com/office/drawing/2014/main" id="{5489D173-8D8D-774B-21D5-286899CEBA31}"/>
                </a:ext>
              </a:extLst>
            </p:cNvPr>
            <p:cNvSpPr txBox="1">
              <a:spLocks/>
            </p:cNvSpPr>
            <p:nvPr/>
          </p:nvSpPr>
          <p:spPr>
            <a:xfrm>
              <a:off x="2681976" y="1954270"/>
              <a:ext cx="80534" cy="290195"/>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2</a:t>
              </a:r>
            </a:p>
          </p:txBody>
        </p:sp>
        <p:sp>
          <p:nvSpPr>
            <p:cNvPr id="18" name="TextBox 21">
              <a:extLst>
                <a:ext uri="{FF2B5EF4-FFF2-40B4-BE49-F238E27FC236}">
                  <a16:creationId xmlns:a16="http://schemas.microsoft.com/office/drawing/2014/main" id="{64EFC528-B82F-529C-65DA-20A9E2B1906E}"/>
                </a:ext>
              </a:extLst>
            </p:cNvPr>
            <p:cNvSpPr txBox="1">
              <a:spLocks/>
            </p:cNvSpPr>
            <p:nvPr/>
          </p:nvSpPr>
          <p:spPr>
            <a:xfrm>
              <a:off x="6798841" y="1954270"/>
              <a:ext cx="80534" cy="290195"/>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2</a:t>
              </a:r>
            </a:p>
          </p:txBody>
        </p:sp>
        <p:grpSp>
          <p:nvGrpSpPr>
            <p:cNvPr id="19" name="Group 22">
              <a:extLst>
                <a:ext uri="{FF2B5EF4-FFF2-40B4-BE49-F238E27FC236}">
                  <a16:creationId xmlns:a16="http://schemas.microsoft.com/office/drawing/2014/main" id="{805A411C-80C2-97C7-8B44-46E00AE3E141}"/>
                </a:ext>
              </a:extLst>
            </p:cNvPr>
            <p:cNvGrpSpPr>
              <a:grpSpLocks/>
            </p:cNvGrpSpPr>
            <p:nvPr/>
          </p:nvGrpSpPr>
          <p:grpSpPr>
            <a:xfrm>
              <a:off x="1401284" y="2316958"/>
              <a:ext cx="162740" cy="532767"/>
              <a:chOff x="0" y="-38100"/>
              <a:chExt cx="216986" cy="710354"/>
            </a:xfrm>
          </p:grpSpPr>
          <p:sp>
            <p:nvSpPr>
              <p:cNvPr id="88" name="TextBox 23">
                <a:extLst>
                  <a:ext uri="{FF2B5EF4-FFF2-40B4-BE49-F238E27FC236}">
                    <a16:creationId xmlns:a16="http://schemas.microsoft.com/office/drawing/2014/main" id="{0103751C-6AB7-D4D8-E2D6-07FB23CF8192}"/>
                  </a:ext>
                </a:extLst>
              </p:cNvPr>
              <p:cNvSpPr txBox="1">
                <a:spLocks/>
              </p:cNvSpPr>
              <p:nvPr/>
            </p:nvSpPr>
            <p:spPr>
              <a:xfrm>
                <a:off x="84017" y="-38100"/>
                <a:ext cx="48952" cy="374227"/>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a:t>
                </a:r>
              </a:p>
            </p:txBody>
          </p:sp>
          <p:sp>
            <p:nvSpPr>
              <p:cNvPr id="89" name="AutoShape 24">
                <a:extLst>
                  <a:ext uri="{FF2B5EF4-FFF2-40B4-BE49-F238E27FC236}">
                    <a16:creationId xmlns:a16="http://schemas.microsoft.com/office/drawing/2014/main" id="{0F56FCEE-8BB2-E82A-7397-AB31E6875255}"/>
                  </a:ext>
                </a:extLst>
              </p:cNvPr>
              <p:cNvSpPr>
                <a:spLocks/>
              </p:cNvSpPr>
              <p:nvPr/>
            </p:nvSpPr>
            <p:spPr>
              <a:xfrm>
                <a:off x="0" y="299819"/>
                <a:ext cx="216986" cy="0"/>
              </a:xfrm>
              <a:prstGeom prst="line">
                <a:avLst/>
              </a:prstGeom>
              <a:ln w="127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90" name="TextBox 25">
                <a:extLst>
                  <a:ext uri="{FF2B5EF4-FFF2-40B4-BE49-F238E27FC236}">
                    <a16:creationId xmlns:a16="http://schemas.microsoft.com/office/drawing/2014/main" id="{351E7032-33F7-DC37-E72D-181248417684}"/>
                  </a:ext>
                </a:extLst>
              </p:cNvPr>
              <p:cNvSpPr txBox="1">
                <a:spLocks/>
              </p:cNvSpPr>
              <p:nvPr/>
            </p:nvSpPr>
            <p:spPr>
              <a:xfrm>
                <a:off x="43048" y="298027"/>
                <a:ext cx="130890" cy="374227"/>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4</a:t>
                </a:r>
              </a:p>
            </p:txBody>
          </p:sp>
        </p:grpSp>
        <p:grpSp>
          <p:nvGrpSpPr>
            <p:cNvPr id="20" name="Group 26">
              <a:extLst>
                <a:ext uri="{FF2B5EF4-FFF2-40B4-BE49-F238E27FC236}">
                  <a16:creationId xmlns:a16="http://schemas.microsoft.com/office/drawing/2014/main" id="{13F798C5-8C23-3F3F-FD0D-D186B94AF549}"/>
                </a:ext>
              </a:extLst>
            </p:cNvPr>
            <p:cNvGrpSpPr>
              <a:grpSpLocks/>
            </p:cNvGrpSpPr>
            <p:nvPr/>
          </p:nvGrpSpPr>
          <p:grpSpPr>
            <a:xfrm>
              <a:off x="3845572" y="2345533"/>
              <a:ext cx="162740" cy="532767"/>
              <a:chOff x="0" y="-38100"/>
              <a:chExt cx="216986" cy="710354"/>
            </a:xfrm>
          </p:grpSpPr>
          <p:sp>
            <p:nvSpPr>
              <p:cNvPr id="85" name="TextBox 27">
                <a:extLst>
                  <a:ext uri="{FF2B5EF4-FFF2-40B4-BE49-F238E27FC236}">
                    <a16:creationId xmlns:a16="http://schemas.microsoft.com/office/drawing/2014/main" id="{BF435F25-3440-2D34-60D8-E5790AA7248F}"/>
                  </a:ext>
                </a:extLst>
              </p:cNvPr>
              <p:cNvSpPr txBox="1">
                <a:spLocks/>
              </p:cNvSpPr>
              <p:nvPr/>
            </p:nvSpPr>
            <p:spPr>
              <a:xfrm>
                <a:off x="84017" y="-38100"/>
                <a:ext cx="48952" cy="374227"/>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a:t>
                </a:r>
              </a:p>
            </p:txBody>
          </p:sp>
          <p:sp>
            <p:nvSpPr>
              <p:cNvPr id="86" name="AutoShape 28">
                <a:extLst>
                  <a:ext uri="{FF2B5EF4-FFF2-40B4-BE49-F238E27FC236}">
                    <a16:creationId xmlns:a16="http://schemas.microsoft.com/office/drawing/2014/main" id="{DD413938-B7E7-90B5-7DE7-3E45208A3D35}"/>
                  </a:ext>
                </a:extLst>
              </p:cNvPr>
              <p:cNvSpPr>
                <a:spLocks/>
              </p:cNvSpPr>
              <p:nvPr/>
            </p:nvSpPr>
            <p:spPr>
              <a:xfrm>
                <a:off x="0" y="299819"/>
                <a:ext cx="216986" cy="0"/>
              </a:xfrm>
              <a:prstGeom prst="line">
                <a:avLst/>
              </a:prstGeom>
              <a:ln w="127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87" name="TextBox 29">
                <a:extLst>
                  <a:ext uri="{FF2B5EF4-FFF2-40B4-BE49-F238E27FC236}">
                    <a16:creationId xmlns:a16="http://schemas.microsoft.com/office/drawing/2014/main" id="{EB671BD0-CBC9-5AC3-8B60-2385F8790B81}"/>
                  </a:ext>
                </a:extLst>
              </p:cNvPr>
              <p:cNvSpPr txBox="1">
                <a:spLocks/>
              </p:cNvSpPr>
              <p:nvPr/>
            </p:nvSpPr>
            <p:spPr>
              <a:xfrm>
                <a:off x="43048" y="298027"/>
                <a:ext cx="130890" cy="374227"/>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4</a:t>
                </a:r>
              </a:p>
            </p:txBody>
          </p:sp>
        </p:grpSp>
        <p:grpSp>
          <p:nvGrpSpPr>
            <p:cNvPr id="21" name="Group 30">
              <a:extLst>
                <a:ext uri="{FF2B5EF4-FFF2-40B4-BE49-F238E27FC236}">
                  <a16:creationId xmlns:a16="http://schemas.microsoft.com/office/drawing/2014/main" id="{F67ABE7A-B426-57EF-2D8A-7CDD7EA5DD13}"/>
                </a:ext>
              </a:extLst>
            </p:cNvPr>
            <p:cNvGrpSpPr>
              <a:grpSpLocks/>
            </p:cNvGrpSpPr>
            <p:nvPr/>
          </p:nvGrpSpPr>
          <p:grpSpPr>
            <a:xfrm>
              <a:off x="6390404" y="2316958"/>
              <a:ext cx="162740" cy="532767"/>
              <a:chOff x="0" y="-38100"/>
              <a:chExt cx="216986" cy="710354"/>
            </a:xfrm>
          </p:grpSpPr>
          <p:sp>
            <p:nvSpPr>
              <p:cNvPr id="82" name="TextBox 31">
                <a:extLst>
                  <a:ext uri="{FF2B5EF4-FFF2-40B4-BE49-F238E27FC236}">
                    <a16:creationId xmlns:a16="http://schemas.microsoft.com/office/drawing/2014/main" id="{A0D3AC37-AFF2-F9A0-BFA0-A16CBEC7B282}"/>
                  </a:ext>
                </a:extLst>
              </p:cNvPr>
              <p:cNvSpPr txBox="1">
                <a:spLocks/>
              </p:cNvSpPr>
              <p:nvPr/>
            </p:nvSpPr>
            <p:spPr>
              <a:xfrm>
                <a:off x="84017" y="-38100"/>
                <a:ext cx="48952" cy="374227"/>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a:t>
                </a:r>
              </a:p>
            </p:txBody>
          </p:sp>
          <p:sp>
            <p:nvSpPr>
              <p:cNvPr id="83" name="AutoShape 32">
                <a:extLst>
                  <a:ext uri="{FF2B5EF4-FFF2-40B4-BE49-F238E27FC236}">
                    <a16:creationId xmlns:a16="http://schemas.microsoft.com/office/drawing/2014/main" id="{0232B433-C85B-FA7D-5D36-B4B2B7951ACD}"/>
                  </a:ext>
                </a:extLst>
              </p:cNvPr>
              <p:cNvSpPr>
                <a:spLocks/>
              </p:cNvSpPr>
              <p:nvPr/>
            </p:nvSpPr>
            <p:spPr>
              <a:xfrm>
                <a:off x="0" y="299819"/>
                <a:ext cx="216986" cy="0"/>
              </a:xfrm>
              <a:prstGeom prst="line">
                <a:avLst/>
              </a:prstGeom>
              <a:ln w="127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84" name="TextBox 33">
                <a:extLst>
                  <a:ext uri="{FF2B5EF4-FFF2-40B4-BE49-F238E27FC236}">
                    <a16:creationId xmlns:a16="http://schemas.microsoft.com/office/drawing/2014/main" id="{40CA9B4F-173A-46EF-FF75-122C93A6E221}"/>
                  </a:ext>
                </a:extLst>
              </p:cNvPr>
              <p:cNvSpPr txBox="1">
                <a:spLocks/>
              </p:cNvSpPr>
              <p:nvPr/>
            </p:nvSpPr>
            <p:spPr>
              <a:xfrm>
                <a:off x="43048" y="298027"/>
                <a:ext cx="130890" cy="374227"/>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4</a:t>
                </a:r>
              </a:p>
            </p:txBody>
          </p:sp>
        </p:grpSp>
        <p:grpSp>
          <p:nvGrpSpPr>
            <p:cNvPr id="22" name="Group 34">
              <a:extLst>
                <a:ext uri="{FF2B5EF4-FFF2-40B4-BE49-F238E27FC236}">
                  <a16:creationId xmlns:a16="http://schemas.microsoft.com/office/drawing/2014/main" id="{8D377585-38A7-A453-0686-D1EABD066E8B}"/>
                </a:ext>
              </a:extLst>
            </p:cNvPr>
            <p:cNvGrpSpPr>
              <a:grpSpLocks/>
            </p:cNvGrpSpPr>
            <p:nvPr/>
          </p:nvGrpSpPr>
          <p:grpSpPr>
            <a:xfrm>
              <a:off x="8793536" y="2345533"/>
              <a:ext cx="134165" cy="532767"/>
              <a:chOff x="0" y="-38100"/>
              <a:chExt cx="178886" cy="710354"/>
            </a:xfrm>
          </p:grpSpPr>
          <p:sp>
            <p:nvSpPr>
              <p:cNvPr id="79" name="TextBox 35">
                <a:extLst>
                  <a:ext uri="{FF2B5EF4-FFF2-40B4-BE49-F238E27FC236}">
                    <a16:creationId xmlns:a16="http://schemas.microsoft.com/office/drawing/2014/main" id="{C095B680-F67D-C621-C2DF-AB3AF9AC39AC}"/>
                  </a:ext>
                </a:extLst>
              </p:cNvPr>
              <p:cNvSpPr txBox="1">
                <a:spLocks/>
              </p:cNvSpPr>
              <p:nvPr/>
            </p:nvSpPr>
            <p:spPr>
              <a:xfrm>
                <a:off x="46122" y="-38100"/>
                <a:ext cx="63500" cy="374227"/>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a:t>
                </a:r>
              </a:p>
            </p:txBody>
          </p:sp>
          <p:sp>
            <p:nvSpPr>
              <p:cNvPr id="80" name="AutoShape 36">
                <a:extLst>
                  <a:ext uri="{FF2B5EF4-FFF2-40B4-BE49-F238E27FC236}">
                    <a16:creationId xmlns:a16="http://schemas.microsoft.com/office/drawing/2014/main" id="{3927FC97-E3ED-3179-8EB2-547E6313E516}"/>
                  </a:ext>
                </a:extLst>
              </p:cNvPr>
              <p:cNvSpPr>
                <a:spLocks/>
              </p:cNvSpPr>
              <p:nvPr/>
            </p:nvSpPr>
            <p:spPr>
              <a:xfrm>
                <a:off x="0" y="299819"/>
                <a:ext cx="178886" cy="0"/>
              </a:xfrm>
              <a:prstGeom prst="line">
                <a:avLst/>
              </a:prstGeom>
              <a:ln w="127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81" name="TextBox 37">
                <a:extLst>
                  <a:ext uri="{FF2B5EF4-FFF2-40B4-BE49-F238E27FC236}">
                    <a16:creationId xmlns:a16="http://schemas.microsoft.com/office/drawing/2014/main" id="{83973544-15F6-6D33-12C6-21F40F71FE4E}"/>
                  </a:ext>
                </a:extLst>
              </p:cNvPr>
              <p:cNvSpPr txBox="1">
                <a:spLocks/>
              </p:cNvSpPr>
              <p:nvPr/>
            </p:nvSpPr>
            <p:spPr>
              <a:xfrm>
                <a:off x="35489" y="298027"/>
                <a:ext cx="107907" cy="374227"/>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4</a:t>
                </a:r>
              </a:p>
            </p:txBody>
          </p:sp>
        </p:grpSp>
        <p:sp>
          <p:nvSpPr>
            <p:cNvPr id="23" name="Freeform 38">
              <a:extLst>
                <a:ext uri="{FF2B5EF4-FFF2-40B4-BE49-F238E27FC236}">
                  <a16:creationId xmlns:a16="http://schemas.microsoft.com/office/drawing/2014/main" id="{5730FAE4-A52E-B902-9746-E117BCB070D6}"/>
                </a:ext>
              </a:extLst>
            </p:cNvPr>
            <p:cNvSpPr>
              <a:spLocks/>
            </p:cNvSpPr>
            <p:nvPr/>
          </p:nvSpPr>
          <p:spPr>
            <a:xfrm>
              <a:off x="16847" y="3468921"/>
              <a:ext cx="10428201" cy="430163"/>
            </a:xfrm>
            <a:custGeom>
              <a:avLst/>
              <a:gdLst/>
              <a:ahLst/>
              <a:cxnLst/>
              <a:rect l="l" t="t" r="r" b="b"/>
              <a:pathLst>
                <a:path w="10428201" h="430163">
                  <a:moveTo>
                    <a:pt x="0" y="0"/>
                  </a:moveTo>
                  <a:lnTo>
                    <a:pt x="10428200" y="0"/>
                  </a:lnTo>
                  <a:lnTo>
                    <a:pt x="10428200" y="430163"/>
                  </a:lnTo>
                  <a:lnTo>
                    <a:pt x="0" y="43016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4" name="TextBox 39">
              <a:extLst>
                <a:ext uri="{FF2B5EF4-FFF2-40B4-BE49-F238E27FC236}">
                  <a16:creationId xmlns:a16="http://schemas.microsoft.com/office/drawing/2014/main" id="{995E847A-50C5-AB83-BD00-CA707B0951F7}"/>
                </a:ext>
              </a:extLst>
            </p:cNvPr>
            <p:cNvSpPr txBox="1">
              <a:spLocks/>
            </p:cNvSpPr>
            <p:nvPr/>
          </p:nvSpPr>
          <p:spPr>
            <a:xfrm>
              <a:off x="243439" y="4069806"/>
              <a:ext cx="176808" cy="493340"/>
            </a:xfrm>
            <a:prstGeom prst="rect">
              <a:avLst/>
            </a:prstGeom>
          </p:spPr>
          <p:txBody>
            <a:bodyPr lIns="0" tIns="0" rIns="0" bIns="0" rtlCol="0" anchor="t">
              <a:spAutoFit/>
            </a:bodyPr>
            <a:lstStyle/>
            <a:p>
              <a:pPr marL="0" marR="0" lvl="0" indent="0" algn="ctr" defTabSz="609585" rtl="0" eaLnBrk="1" fontAlgn="auto" latinLnBrk="0" hangingPunct="1">
                <a:lnSpc>
                  <a:spcPts val="4200"/>
                </a:lnSpc>
                <a:spcBef>
                  <a:spcPts val="0"/>
                </a:spcBef>
                <a:spcAft>
                  <a:spcPts val="0"/>
                </a:spcAft>
                <a:buClrTx/>
                <a:buSzTx/>
                <a:buFontTx/>
                <a:buNone/>
                <a:tabLst/>
                <a:defRPr/>
              </a:pPr>
              <a:r>
                <a:rPr kumimoji="0" lang="en-US" sz="30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0</a:t>
              </a:r>
            </a:p>
          </p:txBody>
        </p:sp>
        <p:sp>
          <p:nvSpPr>
            <p:cNvPr id="25" name="TextBox 40">
              <a:extLst>
                <a:ext uri="{FF2B5EF4-FFF2-40B4-BE49-F238E27FC236}">
                  <a16:creationId xmlns:a16="http://schemas.microsoft.com/office/drawing/2014/main" id="{07E1264A-1FF4-D0E1-68BD-4EB4CAC053BB}"/>
                </a:ext>
              </a:extLst>
            </p:cNvPr>
            <p:cNvSpPr txBox="1">
              <a:spLocks/>
            </p:cNvSpPr>
            <p:nvPr/>
          </p:nvSpPr>
          <p:spPr>
            <a:xfrm>
              <a:off x="2433898" y="3934520"/>
              <a:ext cx="657225" cy="493340"/>
            </a:xfrm>
            <a:prstGeom prst="rect">
              <a:avLst/>
            </a:prstGeom>
          </p:spPr>
          <p:txBody>
            <a:bodyPr lIns="0" tIns="0" rIns="0" bIns="0" rtlCol="0" anchor="t">
              <a:spAutoFit/>
            </a:bodyPr>
            <a:lstStyle/>
            <a:p>
              <a:pPr marL="0" marR="0" lvl="0" indent="0" algn="ctr" defTabSz="609585" rtl="0" eaLnBrk="1" fontAlgn="auto" latinLnBrk="0" hangingPunct="1">
                <a:lnSpc>
                  <a:spcPts val="4200"/>
                </a:lnSpc>
                <a:spcBef>
                  <a:spcPts val="0"/>
                </a:spcBef>
                <a:spcAft>
                  <a:spcPts val="0"/>
                </a:spcAft>
                <a:buClrTx/>
                <a:buSzTx/>
                <a:buFontTx/>
                <a:buNone/>
                <a:tabLst/>
                <a:defRPr/>
              </a:pPr>
              <a:r>
                <a:rPr kumimoji="0" lang="en-US" sz="3000" b="0" i="0" u="none" strike="noStrike" kern="1200" cap="none" spc="0" normalizeH="0" baseline="0" noProof="0">
                  <a:ln>
                    <a:noFill/>
                  </a:ln>
                  <a:solidFill>
                    <a:srgbClr val="000000"/>
                  </a:solidFill>
                  <a:effectLst/>
                  <a:uLnTx/>
                  <a:uFillTx/>
                  <a:latin typeface="Edu NSW ACT Foundation" panose="020B0604020202020204" charset="0"/>
                  <a:ea typeface="Dreaming Outloud Sans"/>
                  <a:cs typeface="Dreaming Outloud Sans"/>
                  <a:sym typeface="Dreaming Outloud Sans"/>
                </a:rPr>
                <a:t>0.25</a:t>
              </a:r>
            </a:p>
          </p:txBody>
        </p:sp>
        <p:sp>
          <p:nvSpPr>
            <p:cNvPr id="26" name="AutoShape 41">
              <a:extLst>
                <a:ext uri="{FF2B5EF4-FFF2-40B4-BE49-F238E27FC236}">
                  <a16:creationId xmlns:a16="http://schemas.microsoft.com/office/drawing/2014/main" id="{C02F410E-0905-8B4D-1878-73E264F73B16}"/>
                </a:ext>
              </a:extLst>
            </p:cNvPr>
            <p:cNvSpPr>
              <a:spLocks/>
            </p:cNvSpPr>
            <p:nvPr/>
          </p:nvSpPr>
          <p:spPr>
            <a:xfrm flipH="1" flipV="1">
              <a:off x="350893" y="3661686"/>
              <a:ext cx="0" cy="474795"/>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7" name="AutoShape 42">
              <a:extLst>
                <a:ext uri="{FF2B5EF4-FFF2-40B4-BE49-F238E27FC236}">
                  <a16:creationId xmlns:a16="http://schemas.microsoft.com/office/drawing/2014/main" id="{2633ACD4-92C6-1E1C-E2D6-8382EA3919B3}"/>
                </a:ext>
              </a:extLst>
            </p:cNvPr>
            <p:cNvSpPr>
              <a:spLocks/>
            </p:cNvSpPr>
            <p:nvPr/>
          </p:nvSpPr>
          <p:spPr>
            <a:xfrm flipV="1">
              <a:off x="2743460" y="3684002"/>
              <a:ext cx="0" cy="240993"/>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8" name="AutoShape 43">
              <a:extLst>
                <a:ext uri="{FF2B5EF4-FFF2-40B4-BE49-F238E27FC236}">
                  <a16:creationId xmlns:a16="http://schemas.microsoft.com/office/drawing/2014/main" id="{E0066F7A-75A3-A8D4-2E65-23E5B3E4E779}"/>
                </a:ext>
              </a:extLst>
            </p:cNvPr>
            <p:cNvSpPr>
              <a:spLocks/>
            </p:cNvSpPr>
            <p:nvPr/>
          </p:nvSpPr>
          <p:spPr>
            <a:xfrm flipV="1">
              <a:off x="10122444" y="3542602"/>
              <a:ext cx="0" cy="474795"/>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9" name="TextBox 44">
              <a:extLst>
                <a:ext uri="{FF2B5EF4-FFF2-40B4-BE49-F238E27FC236}">
                  <a16:creationId xmlns:a16="http://schemas.microsoft.com/office/drawing/2014/main" id="{3C0A9E15-7BFD-F81C-0AAA-16DD17160146}"/>
                </a:ext>
              </a:extLst>
            </p:cNvPr>
            <p:cNvSpPr txBox="1">
              <a:spLocks/>
            </p:cNvSpPr>
            <p:nvPr/>
          </p:nvSpPr>
          <p:spPr>
            <a:xfrm>
              <a:off x="10075365" y="3960248"/>
              <a:ext cx="65584" cy="493340"/>
            </a:xfrm>
            <a:prstGeom prst="rect">
              <a:avLst/>
            </a:prstGeom>
          </p:spPr>
          <p:txBody>
            <a:bodyPr lIns="0" tIns="0" rIns="0" bIns="0" rtlCol="0" anchor="t">
              <a:spAutoFit/>
            </a:bodyPr>
            <a:lstStyle/>
            <a:p>
              <a:pPr marL="0" marR="0" lvl="0" indent="0" algn="ctr" defTabSz="609585" rtl="0" eaLnBrk="1" fontAlgn="auto" latinLnBrk="0" hangingPunct="1">
                <a:lnSpc>
                  <a:spcPts val="4200"/>
                </a:lnSpc>
                <a:spcBef>
                  <a:spcPts val="0"/>
                </a:spcBef>
                <a:spcAft>
                  <a:spcPts val="0"/>
                </a:spcAft>
                <a:buClrTx/>
                <a:buSzTx/>
                <a:buFontTx/>
                <a:buNone/>
                <a:tabLst/>
                <a:defRPr/>
              </a:pPr>
              <a:r>
                <a:rPr kumimoji="0" lang="en-US" sz="30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a:t>
              </a:r>
            </a:p>
          </p:txBody>
        </p:sp>
        <p:grpSp>
          <p:nvGrpSpPr>
            <p:cNvPr id="30" name="Group 45">
              <a:extLst>
                <a:ext uri="{FF2B5EF4-FFF2-40B4-BE49-F238E27FC236}">
                  <a16:creationId xmlns:a16="http://schemas.microsoft.com/office/drawing/2014/main" id="{1B3F745E-2F1C-03BC-ED5C-EA0C5ADD5FD5}"/>
                </a:ext>
              </a:extLst>
            </p:cNvPr>
            <p:cNvGrpSpPr>
              <a:grpSpLocks/>
            </p:cNvGrpSpPr>
            <p:nvPr/>
          </p:nvGrpSpPr>
          <p:grpSpPr>
            <a:xfrm>
              <a:off x="331843" y="2891818"/>
              <a:ext cx="9776313" cy="614446"/>
              <a:chOff x="0" y="-70875"/>
              <a:chExt cx="13035084" cy="819261"/>
            </a:xfrm>
          </p:grpSpPr>
          <p:grpSp>
            <p:nvGrpSpPr>
              <p:cNvPr id="37" name="Group 46">
                <a:extLst>
                  <a:ext uri="{FF2B5EF4-FFF2-40B4-BE49-F238E27FC236}">
                    <a16:creationId xmlns:a16="http://schemas.microsoft.com/office/drawing/2014/main" id="{A1214751-F1DE-0627-A340-3F9EE7D10AC7}"/>
                  </a:ext>
                </a:extLst>
              </p:cNvPr>
              <p:cNvGrpSpPr>
                <a:grpSpLocks/>
              </p:cNvGrpSpPr>
              <p:nvPr/>
            </p:nvGrpSpPr>
            <p:grpSpPr>
              <a:xfrm>
                <a:off x="0" y="-70875"/>
                <a:ext cx="13035084" cy="778480"/>
                <a:chOff x="0" y="-19050"/>
                <a:chExt cx="3503610" cy="209242"/>
              </a:xfrm>
            </p:grpSpPr>
            <p:sp>
              <p:nvSpPr>
                <p:cNvPr id="77" name="Freeform 47">
                  <a:extLst>
                    <a:ext uri="{FF2B5EF4-FFF2-40B4-BE49-F238E27FC236}">
                      <a16:creationId xmlns:a16="http://schemas.microsoft.com/office/drawing/2014/main" id="{557F6902-44F9-C328-7240-C7904CF92162}"/>
                    </a:ext>
                  </a:extLst>
                </p:cNvPr>
                <p:cNvSpPr>
                  <a:spLocks/>
                </p:cNvSpPr>
                <p:nvPr/>
              </p:nvSpPr>
              <p:spPr>
                <a:xfrm>
                  <a:off x="0" y="0"/>
                  <a:ext cx="3503610" cy="190192"/>
                </a:xfrm>
                <a:custGeom>
                  <a:avLst/>
                  <a:gdLst/>
                  <a:ahLst/>
                  <a:cxnLst/>
                  <a:rect l="l" t="t" r="r" b="b"/>
                  <a:pathLst>
                    <a:path w="3503610" h="190192">
                      <a:moveTo>
                        <a:pt x="0" y="0"/>
                      </a:moveTo>
                      <a:lnTo>
                        <a:pt x="3503610" y="0"/>
                      </a:lnTo>
                      <a:lnTo>
                        <a:pt x="3503610" y="190192"/>
                      </a:lnTo>
                      <a:lnTo>
                        <a:pt x="0" y="190192"/>
                      </a:lnTo>
                      <a:close/>
                    </a:path>
                  </a:pathLst>
                </a:custGeom>
                <a:solidFill>
                  <a:srgbClr val="FF914D"/>
                </a:solid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78" name="TextBox 48">
                  <a:extLst>
                    <a:ext uri="{FF2B5EF4-FFF2-40B4-BE49-F238E27FC236}">
                      <a16:creationId xmlns:a16="http://schemas.microsoft.com/office/drawing/2014/main" id="{0BBE534E-B7E3-BE66-95AC-87332A62F84D}"/>
                    </a:ext>
                  </a:extLst>
                </p:cNvPr>
                <p:cNvSpPr txBox="1">
                  <a:spLocks/>
                </p:cNvSpPr>
                <p:nvPr/>
              </p:nvSpPr>
              <p:spPr>
                <a:xfrm>
                  <a:off x="0" y="-19050"/>
                  <a:ext cx="3503610" cy="209242"/>
                </a:xfrm>
                <a:prstGeom prst="rect">
                  <a:avLst/>
                </a:prstGeom>
              </p:spPr>
              <p:txBody>
                <a:bodyPr lIns="50800" tIns="50800" rIns="50800" bIns="50800" rtlCol="0" anchor="ctr"/>
                <a:lstStyle/>
                <a:p>
                  <a:pPr marL="0" marR="0" lvl="0" indent="0" algn="ctr" defTabSz="609585" rtl="0" eaLnBrk="1" fontAlgn="auto" latinLnBrk="0" hangingPunct="1">
                    <a:lnSpc>
                      <a:spcPts val="1631"/>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sp>
            <p:nvSpPr>
              <p:cNvPr id="38" name="AutoShape 49">
                <a:extLst>
                  <a:ext uri="{FF2B5EF4-FFF2-40B4-BE49-F238E27FC236}">
                    <a16:creationId xmlns:a16="http://schemas.microsoft.com/office/drawing/2014/main" id="{23180094-2C26-AB52-45CA-F6907A1BE580}"/>
                  </a:ext>
                </a:extLst>
              </p:cNvPr>
              <p:cNvSpPr>
                <a:spLocks/>
              </p:cNvSpPr>
              <p:nvPr/>
            </p:nvSpPr>
            <p:spPr>
              <a:xfrm>
                <a:off x="6536592" y="138"/>
                <a:ext cx="0" cy="707605"/>
              </a:xfrm>
              <a:prstGeom prst="line">
                <a:avLst/>
              </a:prstGeom>
              <a:ln w="38100" cap="flat">
                <a:solidFill>
                  <a:srgbClr val="000000"/>
                </a:solidFill>
                <a:prstDash val="sysDash"/>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39" name="AutoShape 50">
                <a:extLst>
                  <a:ext uri="{FF2B5EF4-FFF2-40B4-BE49-F238E27FC236}">
                    <a16:creationId xmlns:a16="http://schemas.microsoft.com/office/drawing/2014/main" id="{855FDAB9-3C08-0A6E-E9C3-65F9649D469E}"/>
                  </a:ext>
                </a:extLst>
              </p:cNvPr>
              <p:cNvSpPr>
                <a:spLocks/>
              </p:cNvSpPr>
              <p:nvPr/>
            </p:nvSpPr>
            <p:spPr>
              <a:xfrm flipH="1">
                <a:off x="1316705" y="0"/>
                <a:ext cx="0" cy="707605"/>
              </a:xfrm>
              <a:prstGeom prst="line">
                <a:avLst/>
              </a:prstGeom>
              <a:ln w="38100" cap="flat">
                <a:solidFill>
                  <a:srgbClr val="000000"/>
                </a:solidFill>
                <a:prstDash val="sysDash"/>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40" name="AutoShape 51">
                <a:extLst>
                  <a:ext uri="{FF2B5EF4-FFF2-40B4-BE49-F238E27FC236}">
                    <a16:creationId xmlns:a16="http://schemas.microsoft.com/office/drawing/2014/main" id="{409EABAE-C38D-169F-4506-33E998288899}"/>
                  </a:ext>
                </a:extLst>
              </p:cNvPr>
              <p:cNvSpPr>
                <a:spLocks/>
              </p:cNvSpPr>
              <p:nvPr/>
            </p:nvSpPr>
            <p:spPr>
              <a:xfrm flipH="1">
                <a:off x="2595309" y="138"/>
                <a:ext cx="0" cy="707605"/>
              </a:xfrm>
              <a:prstGeom prst="line">
                <a:avLst/>
              </a:prstGeom>
              <a:ln w="38100" cap="flat">
                <a:solidFill>
                  <a:srgbClr val="000000"/>
                </a:solidFill>
                <a:prstDash val="sysDash"/>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41" name="AutoShape 52">
                <a:extLst>
                  <a:ext uri="{FF2B5EF4-FFF2-40B4-BE49-F238E27FC236}">
                    <a16:creationId xmlns:a16="http://schemas.microsoft.com/office/drawing/2014/main" id="{71C8CE5D-FDC3-2CF4-F6E6-A24162AB8A58}"/>
                  </a:ext>
                </a:extLst>
              </p:cNvPr>
              <p:cNvSpPr>
                <a:spLocks/>
              </p:cNvSpPr>
              <p:nvPr/>
            </p:nvSpPr>
            <p:spPr>
              <a:xfrm flipH="1">
                <a:off x="5219540" y="138"/>
                <a:ext cx="0" cy="707605"/>
              </a:xfrm>
              <a:prstGeom prst="line">
                <a:avLst/>
              </a:prstGeom>
              <a:ln w="38100" cap="flat">
                <a:solidFill>
                  <a:srgbClr val="000000"/>
                </a:solidFill>
                <a:prstDash val="sysDash"/>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42" name="AutoShape 53">
                <a:extLst>
                  <a:ext uri="{FF2B5EF4-FFF2-40B4-BE49-F238E27FC236}">
                    <a16:creationId xmlns:a16="http://schemas.microsoft.com/office/drawing/2014/main" id="{E3AE4123-8E94-274A-A959-9E37130D4C6A}"/>
                  </a:ext>
                </a:extLst>
              </p:cNvPr>
              <p:cNvSpPr>
                <a:spLocks/>
              </p:cNvSpPr>
              <p:nvPr/>
            </p:nvSpPr>
            <p:spPr>
              <a:xfrm>
                <a:off x="7881872" y="138"/>
                <a:ext cx="0" cy="707605"/>
              </a:xfrm>
              <a:prstGeom prst="line">
                <a:avLst/>
              </a:prstGeom>
              <a:ln w="38100" cap="flat">
                <a:solidFill>
                  <a:srgbClr val="000000"/>
                </a:solidFill>
                <a:prstDash val="sysDash"/>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43" name="AutoShape 54">
                <a:extLst>
                  <a:ext uri="{FF2B5EF4-FFF2-40B4-BE49-F238E27FC236}">
                    <a16:creationId xmlns:a16="http://schemas.microsoft.com/office/drawing/2014/main" id="{FB6CD6A3-E541-C9B3-F091-C9501200BA27}"/>
                  </a:ext>
                </a:extLst>
              </p:cNvPr>
              <p:cNvSpPr>
                <a:spLocks/>
              </p:cNvSpPr>
              <p:nvPr/>
            </p:nvSpPr>
            <p:spPr>
              <a:xfrm flipH="1">
                <a:off x="10502581" y="138"/>
                <a:ext cx="0" cy="707605"/>
              </a:xfrm>
              <a:prstGeom prst="line">
                <a:avLst/>
              </a:prstGeom>
              <a:ln w="38100" cap="flat">
                <a:solidFill>
                  <a:srgbClr val="000000"/>
                </a:solidFill>
                <a:prstDash val="sysDash"/>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44" name="AutoShape 55">
                <a:extLst>
                  <a:ext uri="{FF2B5EF4-FFF2-40B4-BE49-F238E27FC236}">
                    <a16:creationId xmlns:a16="http://schemas.microsoft.com/office/drawing/2014/main" id="{3F924F90-D51B-FC08-CAA3-018111A123AF}"/>
                  </a:ext>
                </a:extLst>
              </p:cNvPr>
              <p:cNvSpPr>
                <a:spLocks/>
              </p:cNvSpPr>
              <p:nvPr/>
            </p:nvSpPr>
            <p:spPr>
              <a:xfrm>
                <a:off x="3940936" y="138"/>
                <a:ext cx="0" cy="707605"/>
              </a:xfrm>
              <a:prstGeom prst="line">
                <a:avLst/>
              </a:prstGeom>
              <a:ln w="38100" cap="flat">
                <a:solidFill>
                  <a:srgbClr val="000000"/>
                </a:solidFill>
                <a:prstDash val="sysDash"/>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45" name="AutoShape 56">
                <a:extLst>
                  <a:ext uri="{FF2B5EF4-FFF2-40B4-BE49-F238E27FC236}">
                    <a16:creationId xmlns:a16="http://schemas.microsoft.com/office/drawing/2014/main" id="{D075255C-FB6D-1D0B-D094-F373A6CAD400}"/>
                  </a:ext>
                </a:extLst>
              </p:cNvPr>
              <p:cNvSpPr>
                <a:spLocks/>
              </p:cNvSpPr>
              <p:nvPr/>
            </p:nvSpPr>
            <p:spPr>
              <a:xfrm>
                <a:off x="9223976" y="138"/>
                <a:ext cx="0" cy="707605"/>
              </a:xfrm>
              <a:prstGeom prst="line">
                <a:avLst/>
              </a:prstGeom>
              <a:ln w="38100" cap="flat">
                <a:solidFill>
                  <a:srgbClr val="000000"/>
                </a:solidFill>
                <a:prstDash val="sysDash"/>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46" name="AutoShape 57">
                <a:extLst>
                  <a:ext uri="{FF2B5EF4-FFF2-40B4-BE49-F238E27FC236}">
                    <a16:creationId xmlns:a16="http://schemas.microsoft.com/office/drawing/2014/main" id="{2FE75875-4CAD-EC28-062D-34435B53F3BA}"/>
                  </a:ext>
                </a:extLst>
              </p:cNvPr>
              <p:cNvSpPr>
                <a:spLocks/>
              </p:cNvSpPr>
              <p:nvPr/>
            </p:nvSpPr>
            <p:spPr>
              <a:xfrm>
                <a:off x="11794557" y="0"/>
                <a:ext cx="0" cy="707605"/>
              </a:xfrm>
              <a:prstGeom prst="line">
                <a:avLst/>
              </a:prstGeom>
              <a:ln w="38100" cap="flat">
                <a:solidFill>
                  <a:srgbClr val="000000"/>
                </a:solidFill>
                <a:prstDash val="sysDash"/>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47" name="TextBox 58">
                <a:extLst>
                  <a:ext uri="{FF2B5EF4-FFF2-40B4-BE49-F238E27FC236}">
                    <a16:creationId xmlns:a16="http://schemas.microsoft.com/office/drawing/2014/main" id="{D25CC3DA-C209-4F4A-1FBC-BA2FB9A2851B}"/>
                  </a:ext>
                </a:extLst>
              </p:cNvPr>
              <p:cNvSpPr txBox="1">
                <a:spLocks/>
              </p:cNvSpPr>
              <p:nvPr/>
            </p:nvSpPr>
            <p:spPr>
              <a:xfrm>
                <a:off x="649559" y="62126"/>
                <a:ext cx="48952" cy="374227"/>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a:t>
                </a:r>
              </a:p>
            </p:txBody>
          </p:sp>
          <p:sp>
            <p:nvSpPr>
              <p:cNvPr id="48" name="AutoShape 59">
                <a:extLst>
                  <a:ext uri="{FF2B5EF4-FFF2-40B4-BE49-F238E27FC236}">
                    <a16:creationId xmlns:a16="http://schemas.microsoft.com/office/drawing/2014/main" id="{D1DCAD82-825E-39D3-D29C-1C49A048863B}"/>
                  </a:ext>
                </a:extLst>
              </p:cNvPr>
              <p:cNvSpPr>
                <a:spLocks/>
              </p:cNvSpPr>
              <p:nvPr/>
            </p:nvSpPr>
            <p:spPr>
              <a:xfrm>
                <a:off x="565542" y="400045"/>
                <a:ext cx="216986" cy="0"/>
              </a:xfrm>
              <a:prstGeom prst="line">
                <a:avLst/>
              </a:prstGeom>
              <a:ln w="127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49" name="TextBox 60">
                <a:extLst>
                  <a:ext uri="{FF2B5EF4-FFF2-40B4-BE49-F238E27FC236}">
                    <a16:creationId xmlns:a16="http://schemas.microsoft.com/office/drawing/2014/main" id="{0C666583-2741-8329-DF5B-A40FDC5247B2}"/>
                  </a:ext>
                </a:extLst>
              </p:cNvPr>
              <p:cNvSpPr txBox="1">
                <a:spLocks/>
              </p:cNvSpPr>
              <p:nvPr/>
            </p:nvSpPr>
            <p:spPr>
              <a:xfrm>
                <a:off x="1935290" y="63500"/>
                <a:ext cx="48952" cy="374227"/>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a:t>
                </a:r>
              </a:p>
            </p:txBody>
          </p:sp>
          <p:sp>
            <p:nvSpPr>
              <p:cNvPr id="50" name="AutoShape 61">
                <a:extLst>
                  <a:ext uri="{FF2B5EF4-FFF2-40B4-BE49-F238E27FC236}">
                    <a16:creationId xmlns:a16="http://schemas.microsoft.com/office/drawing/2014/main" id="{F1725CEC-9981-7B1C-9E42-9744B4221AB2}"/>
                  </a:ext>
                </a:extLst>
              </p:cNvPr>
              <p:cNvSpPr>
                <a:spLocks/>
              </p:cNvSpPr>
              <p:nvPr/>
            </p:nvSpPr>
            <p:spPr>
              <a:xfrm>
                <a:off x="1851273" y="401419"/>
                <a:ext cx="216986" cy="0"/>
              </a:xfrm>
              <a:prstGeom prst="line">
                <a:avLst/>
              </a:prstGeom>
              <a:ln w="127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51" name="TextBox 62">
                <a:extLst>
                  <a:ext uri="{FF2B5EF4-FFF2-40B4-BE49-F238E27FC236}">
                    <a16:creationId xmlns:a16="http://schemas.microsoft.com/office/drawing/2014/main" id="{AE13E96F-8574-C1F5-AEB5-F38FDEE51103}"/>
                  </a:ext>
                </a:extLst>
              </p:cNvPr>
              <p:cNvSpPr txBox="1">
                <a:spLocks/>
              </p:cNvSpPr>
              <p:nvPr/>
            </p:nvSpPr>
            <p:spPr>
              <a:xfrm>
                <a:off x="3244476" y="63500"/>
                <a:ext cx="48952" cy="374227"/>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a:t>
                </a:r>
              </a:p>
            </p:txBody>
          </p:sp>
          <p:sp>
            <p:nvSpPr>
              <p:cNvPr id="52" name="AutoShape 63">
                <a:extLst>
                  <a:ext uri="{FF2B5EF4-FFF2-40B4-BE49-F238E27FC236}">
                    <a16:creationId xmlns:a16="http://schemas.microsoft.com/office/drawing/2014/main" id="{DCD73F87-E2A2-6F0C-7878-D51AEA4318E3}"/>
                  </a:ext>
                </a:extLst>
              </p:cNvPr>
              <p:cNvSpPr>
                <a:spLocks/>
              </p:cNvSpPr>
              <p:nvPr/>
            </p:nvSpPr>
            <p:spPr>
              <a:xfrm>
                <a:off x="3160459" y="401419"/>
                <a:ext cx="216986" cy="0"/>
              </a:xfrm>
              <a:prstGeom prst="line">
                <a:avLst/>
              </a:prstGeom>
              <a:ln w="127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53" name="TextBox 64">
                <a:extLst>
                  <a:ext uri="{FF2B5EF4-FFF2-40B4-BE49-F238E27FC236}">
                    <a16:creationId xmlns:a16="http://schemas.microsoft.com/office/drawing/2014/main" id="{061B2C3A-6B5F-0BE2-E6B9-8415D0543350}"/>
                  </a:ext>
                </a:extLst>
              </p:cNvPr>
              <p:cNvSpPr txBox="1">
                <a:spLocks/>
              </p:cNvSpPr>
              <p:nvPr/>
            </p:nvSpPr>
            <p:spPr>
              <a:xfrm>
                <a:off x="4552003" y="63500"/>
                <a:ext cx="48952" cy="374227"/>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a:t>
                </a:r>
              </a:p>
            </p:txBody>
          </p:sp>
          <p:sp>
            <p:nvSpPr>
              <p:cNvPr id="54" name="AutoShape 65">
                <a:extLst>
                  <a:ext uri="{FF2B5EF4-FFF2-40B4-BE49-F238E27FC236}">
                    <a16:creationId xmlns:a16="http://schemas.microsoft.com/office/drawing/2014/main" id="{479A0280-7DA1-BC37-0952-82DF2B79A375}"/>
                  </a:ext>
                </a:extLst>
              </p:cNvPr>
              <p:cNvSpPr>
                <a:spLocks/>
              </p:cNvSpPr>
              <p:nvPr/>
            </p:nvSpPr>
            <p:spPr>
              <a:xfrm>
                <a:off x="4467986" y="401419"/>
                <a:ext cx="216986" cy="0"/>
              </a:xfrm>
              <a:prstGeom prst="line">
                <a:avLst/>
              </a:prstGeom>
              <a:ln w="127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55" name="TextBox 66">
                <a:extLst>
                  <a:ext uri="{FF2B5EF4-FFF2-40B4-BE49-F238E27FC236}">
                    <a16:creationId xmlns:a16="http://schemas.microsoft.com/office/drawing/2014/main" id="{988661EF-9475-DC9B-0BAF-E43EA98BEBF6}"/>
                  </a:ext>
                </a:extLst>
              </p:cNvPr>
              <p:cNvSpPr txBox="1">
                <a:spLocks/>
              </p:cNvSpPr>
              <p:nvPr/>
            </p:nvSpPr>
            <p:spPr>
              <a:xfrm>
                <a:off x="5876573" y="63500"/>
                <a:ext cx="48952" cy="374227"/>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a:t>
                </a:r>
              </a:p>
            </p:txBody>
          </p:sp>
          <p:sp>
            <p:nvSpPr>
              <p:cNvPr id="56" name="AutoShape 67">
                <a:extLst>
                  <a:ext uri="{FF2B5EF4-FFF2-40B4-BE49-F238E27FC236}">
                    <a16:creationId xmlns:a16="http://schemas.microsoft.com/office/drawing/2014/main" id="{2BC9586C-C7D3-CA43-F12D-9A4F3F004695}"/>
                  </a:ext>
                </a:extLst>
              </p:cNvPr>
              <p:cNvSpPr>
                <a:spLocks/>
              </p:cNvSpPr>
              <p:nvPr/>
            </p:nvSpPr>
            <p:spPr>
              <a:xfrm>
                <a:off x="5792556" y="401419"/>
                <a:ext cx="216986" cy="0"/>
              </a:xfrm>
              <a:prstGeom prst="line">
                <a:avLst/>
              </a:prstGeom>
              <a:ln w="127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57" name="TextBox 68">
                <a:extLst>
                  <a:ext uri="{FF2B5EF4-FFF2-40B4-BE49-F238E27FC236}">
                    <a16:creationId xmlns:a16="http://schemas.microsoft.com/office/drawing/2014/main" id="{286B2D5D-0438-72F5-750D-0893CFBD5A85}"/>
                  </a:ext>
                </a:extLst>
              </p:cNvPr>
              <p:cNvSpPr txBox="1">
                <a:spLocks/>
              </p:cNvSpPr>
              <p:nvPr/>
            </p:nvSpPr>
            <p:spPr>
              <a:xfrm>
                <a:off x="7173059" y="62126"/>
                <a:ext cx="48952" cy="374227"/>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a:t>
                </a:r>
              </a:p>
            </p:txBody>
          </p:sp>
          <p:sp>
            <p:nvSpPr>
              <p:cNvPr id="58" name="AutoShape 69">
                <a:extLst>
                  <a:ext uri="{FF2B5EF4-FFF2-40B4-BE49-F238E27FC236}">
                    <a16:creationId xmlns:a16="http://schemas.microsoft.com/office/drawing/2014/main" id="{48557CF3-B30C-F125-4DD4-DF1D956A0B27}"/>
                  </a:ext>
                </a:extLst>
              </p:cNvPr>
              <p:cNvSpPr>
                <a:spLocks/>
              </p:cNvSpPr>
              <p:nvPr/>
            </p:nvSpPr>
            <p:spPr>
              <a:xfrm>
                <a:off x="7089042" y="400045"/>
                <a:ext cx="216986" cy="0"/>
              </a:xfrm>
              <a:prstGeom prst="line">
                <a:avLst/>
              </a:prstGeom>
              <a:ln w="127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59" name="TextBox 70">
                <a:extLst>
                  <a:ext uri="{FF2B5EF4-FFF2-40B4-BE49-F238E27FC236}">
                    <a16:creationId xmlns:a16="http://schemas.microsoft.com/office/drawing/2014/main" id="{8BE0DDD2-1992-6507-4C3E-64FEAB673A97}"/>
                  </a:ext>
                </a:extLst>
              </p:cNvPr>
              <p:cNvSpPr txBox="1">
                <a:spLocks/>
              </p:cNvSpPr>
              <p:nvPr/>
            </p:nvSpPr>
            <p:spPr>
              <a:xfrm>
                <a:off x="8514160" y="62126"/>
                <a:ext cx="48952" cy="374227"/>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a:t>
                </a:r>
              </a:p>
            </p:txBody>
          </p:sp>
          <p:sp>
            <p:nvSpPr>
              <p:cNvPr id="60" name="AutoShape 71">
                <a:extLst>
                  <a:ext uri="{FF2B5EF4-FFF2-40B4-BE49-F238E27FC236}">
                    <a16:creationId xmlns:a16="http://schemas.microsoft.com/office/drawing/2014/main" id="{1C64FE33-F4B2-0FB7-99B5-5987EB9632B0}"/>
                  </a:ext>
                </a:extLst>
              </p:cNvPr>
              <p:cNvSpPr>
                <a:spLocks/>
              </p:cNvSpPr>
              <p:nvPr/>
            </p:nvSpPr>
            <p:spPr>
              <a:xfrm>
                <a:off x="8430143" y="400045"/>
                <a:ext cx="216986" cy="0"/>
              </a:xfrm>
              <a:prstGeom prst="line">
                <a:avLst/>
              </a:prstGeom>
              <a:ln w="127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61" name="TextBox 72">
                <a:extLst>
                  <a:ext uri="{FF2B5EF4-FFF2-40B4-BE49-F238E27FC236}">
                    <a16:creationId xmlns:a16="http://schemas.microsoft.com/office/drawing/2014/main" id="{0969152E-16F1-FD20-CF00-1C3EA0BDD732}"/>
                  </a:ext>
                </a:extLst>
              </p:cNvPr>
              <p:cNvSpPr txBox="1">
                <a:spLocks/>
              </p:cNvSpPr>
              <p:nvPr/>
            </p:nvSpPr>
            <p:spPr>
              <a:xfrm>
                <a:off x="9835043" y="79801"/>
                <a:ext cx="48952" cy="374227"/>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a:t>
                </a:r>
              </a:p>
            </p:txBody>
          </p:sp>
          <p:sp>
            <p:nvSpPr>
              <p:cNvPr id="62" name="AutoShape 73">
                <a:extLst>
                  <a:ext uri="{FF2B5EF4-FFF2-40B4-BE49-F238E27FC236}">
                    <a16:creationId xmlns:a16="http://schemas.microsoft.com/office/drawing/2014/main" id="{0B96DBA5-3C92-135B-D805-EC6E08B505C3}"/>
                  </a:ext>
                </a:extLst>
              </p:cNvPr>
              <p:cNvSpPr>
                <a:spLocks/>
              </p:cNvSpPr>
              <p:nvPr/>
            </p:nvSpPr>
            <p:spPr>
              <a:xfrm>
                <a:off x="9751026" y="417720"/>
                <a:ext cx="216986" cy="0"/>
              </a:xfrm>
              <a:prstGeom prst="line">
                <a:avLst/>
              </a:prstGeom>
              <a:ln w="127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63" name="TextBox 74">
                <a:extLst>
                  <a:ext uri="{FF2B5EF4-FFF2-40B4-BE49-F238E27FC236}">
                    <a16:creationId xmlns:a16="http://schemas.microsoft.com/office/drawing/2014/main" id="{394A9348-5756-FFB4-BC4A-2649A5D7205E}"/>
                  </a:ext>
                </a:extLst>
              </p:cNvPr>
              <p:cNvSpPr txBox="1">
                <a:spLocks/>
              </p:cNvSpPr>
              <p:nvPr/>
            </p:nvSpPr>
            <p:spPr>
              <a:xfrm>
                <a:off x="11126348" y="79801"/>
                <a:ext cx="48952" cy="374227"/>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a:t>
                </a:r>
              </a:p>
            </p:txBody>
          </p:sp>
          <p:sp>
            <p:nvSpPr>
              <p:cNvPr id="64" name="AutoShape 75">
                <a:extLst>
                  <a:ext uri="{FF2B5EF4-FFF2-40B4-BE49-F238E27FC236}">
                    <a16:creationId xmlns:a16="http://schemas.microsoft.com/office/drawing/2014/main" id="{7580FA59-C97D-4102-884D-AACC1BF1F786}"/>
                  </a:ext>
                </a:extLst>
              </p:cNvPr>
              <p:cNvSpPr>
                <a:spLocks/>
              </p:cNvSpPr>
              <p:nvPr/>
            </p:nvSpPr>
            <p:spPr>
              <a:xfrm>
                <a:off x="11042331" y="417720"/>
                <a:ext cx="216986" cy="0"/>
              </a:xfrm>
              <a:prstGeom prst="line">
                <a:avLst/>
              </a:prstGeom>
              <a:ln w="127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65" name="TextBox 76">
                <a:extLst>
                  <a:ext uri="{FF2B5EF4-FFF2-40B4-BE49-F238E27FC236}">
                    <a16:creationId xmlns:a16="http://schemas.microsoft.com/office/drawing/2014/main" id="{5CBD64F8-EEB2-5F4C-37BB-23073043173E}"/>
                  </a:ext>
                </a:extLst>
              </p:cNvPr>
              <p:cNvSpPr txBox="1">
                <a:spLocks/>
              </p:cNvSpPr>
              <p:nvPr/>
            </p:nvSpPr>
            <p:spPr>
              <a:xfrm>
                <a:off x="12431024" y="79801"/>
                <a:ext cx="48952" cy="374227"/>
              </a:xfrm>
              <a:prstGeom prst="rect">
                <a:avLst/>
              </a:prstGeom>
            </p:spPr>
            <p:txBody>
              <a:bodyPr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a:t>
                </a:r>
              </a:p>
            </p:txBody>
          </p:sp>
          <p:sp>
            <p:nvSpPr>
              <p:cNvPr id="66" name="AutoShape 77">
                <a:extLst>
                  <a:ext uri="{FF2B5EF4-FFF2-40B4-BE49-F238E27FC236}">
                    <a16:creationId xmlns:a16="http://schemas.microsoft.com/office/drawing/2014/main" id="{913C6C95-8BAD-CA5C-2A21-819304AAA170}"/>
                  </a:ext>
                </a:extLst>
              </p:cNvPr>
              <p:cNvSpPr>
                <a:spLocks/>
              </p:cNvSpPr>
              <p:nvPr/>
            </p:nvSpPr>
            <p:spPr>
              <a:xfrm>
                <a:off x="12347007" y="417720"/>
                <a:ext cx="216986" cy="0"/>
              </a:xfrm>
              <a:prstGeom prst="line">
                <a:avLst/>
              </a:prstGeom>
              <a:ln w="127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67" name="TextBox 78">
                <a:extLst>
                  <a:ext uri="{FF2B5EF4-FFF2-40B4-BE49-F238E27FC236}">
                    <a16:creationId xmlns:a16="http://schemas.microsoft.com/office/drawing/2014/main" id="{972BED3E-D834-F189-F4CD-0867561668C1}"/>
                  </a:ext>
                </a:extLst>
              </p:cNvPr>
              <p:cNvSpPr txBox="1">
                <a:spLocks/>
              </p:cNvSpPr>
              <p:nvPr/>
            </p:nvSpPr>
            <p:spPr>
              <a:xfrm>
                <a:off x="498688" y="373925"/>
                <a:ext cx="347491" cy="374461"/>
              </a:xfrm>
              <a:prstGeom prst="rect">
                <a:avLst/>
              </a:prstGeom>
            </p:spPr>
            <p:txBody>
              <a:bodyPr wrap="square"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10</a:t>
                </a:r>
              </a:p>
            </p:txBody>
          </p:sp>
          <p:sp>
            <p:nvSpPr>
              <p:cNvPr id="68" name="TextBox 79">
                <a:extLst>
                  <a:ext uri="{FF2B5EF4-FFF2-40B4-BE49-F238E27FC236}">
                    <a16:creationId xmlns:a16="http://schemas.microsoft.com/office/drawing/2014/main" id="{3D9F0FBE-7210-85A3-ECE5-54B565DEEDC1}"/>
                  </a:ext>
                </a:extLst>
              </p:cNvPr>
              <p:cNvSpPr txBox="1">
                <a:spLocks/>
              </p:cNvSpPr>
              <p:nvPr/>
            </p:nvSpPr>
            <p:spPr>
              <a:xfrm>
                <a:off x="1812703" y="362090"/>
                <a:ext cx="261801" cy="374461"/>
              </a:xfrm>
              <a:prstGeom prst="rect">
                <a:avLst/>
              </a:prstGeom>
            </p:spPr>
            <p:txBody>
              <a:bodyPr wrap="square"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10</a:t>
                </a:r>
              </a:p>
            </p:txBody>
          </p:sp>
          <p:sp>
            <p:nvSpPr>
              <p:cNvPr id="69" name="TextBox 80">
                <a:extLst>
                  <a:ext uri="{FF2B5EF4-FFF2-40B4-BE49-F238E27FC236}">
                    <a16:creationId xmlns:a16="http://schemas.microsoft.com/office/drawing/2014/main" id="{8085FBEF-2BAE-B0B0-AD94-93145A45AF9E}"/>
                  </a:ext>
                </a:extLst>
              </p:cNvPr>
              <p:cNvSpPr txBox="1">
                <a:spLocks/>
              </p:cNvSpPr>
              <p:nvPr/>
            </p:nvSpPr>
            <p:spPr>
              <a:xfrm>
                <a:off x="3096017" y="363164"/>
                <a:ext cx="332380" cy="374461"/>
              </a:xfrm>
              <a:prstGeom prst="rect">
                <a:avLst/>
              </a:prstGeom>
            </p:spPr>
            <p:txBody>
              <a:bodyPr wrap="square"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10</a:t>
                </a:r>
              </a:p>
            </p:txBody>
          </p:sp>
          <p:sp>
            <p:nvSpPr>
              <p:cNvPr id="70" name="TextBox 81">
                <a:extLst>
                  <a:ext uri="{FF2B5EF4-FFF2-40B4-BE49-F238E27FC236}">
                    <a16:creationId xmlns:a16="http://schemas.microsoft.com/office/drawing/2014/main" id="{4C988140-4A71-F8F9-565C-F77EDC118A62}"/>
                  </a:ext>
                </a:extLst>
              </p:cNvPr>
              <p:cNvSpPr txBox="1">
                <a:spLocks/>
              </p:cNvSpPr>
              <p:nvPr/>
            </p:nvSpPr>
            <p:spPr>
              <a:xfrm>
                <a:off x="4427405" y="362777"/>
                <a:ext cx="259504" cy="374461"/>
              </a:xfrm>
              <a:prstGeom prst="rect">
                <a:avLst/>
              </a:prstGeom>
            </p:spPr>
            <p:txBody>
              <a:bodyPr wrap="square"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10</a:t>
                </a:r>
              </a:p>
            </p:txBody>
          </p:sp>
          <p:sp>
            <p:nvSpPr>
              <p:cNvPr id="71" name="TextBox 82">
                <a:extLst>
                  <a:ext uri="{FF2B5EF4-FFF2-40B4-BE49-F238E27FC236}">
                    <a16:creationId xmlns:a16="http://schemas.microsoft.com/office/drawing/2014/main" id="{29B0D51E-EBA9-BD49-02C1-8F825C5443BD}"/>
                  </a:ext>
                </a:extLst>
              </p:cNvPr>
              <p:cNvSpPr txBox="1">
                <a:spLocks/>
              </p:cNvSpPr>
              <p:nvPr/>
            </p:nvSpPr>
            <p:spPr>
              <a:xfrm>
                <a:off x="5752172" y="373925"/>
                <a:ext cx="261800" cy="374461"/>
              </a:xfrm>
              <a:prstGeom prst="rect">
                <a:avLst/>
              </a:prstGeom>
            </p:spPr>
            <p:txBody>
              <a:bodyPr wrap="square"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10</a:t>
                </a:r>
              </a:p>
            </p:txBody>
          </p:sp>
          <p:sp>
            <p:nvSpPr>
              <p:cNvPr id="72" name="TextBox 83">
                <a:extLst>
                  <a:ext uri="{FF2B5EF4-FFF2-40B4-BE49-F238E27FC236}">
                    <a16:creationId xmlns:a16="http://schemas.microsoft.com/office/drawing/2014/main" id="{26DF7DDA-05EF-D021-F409-139AAA01A612}"/>
                  </a:ext>
                </a:extLst>
              </p:cNvPr>
              <p:cNvSpPr txBox="1">
                <a:spLocks/>
              </p:cNvSpPr>
              <p:nvPr/>
            </p:nvSpPr>
            <p:spPr>
              <a:xfrm>
                <a:off x="7036227" y="373925"/>
                <a:ext cx="296925" cy="374461"/>
              </a:xfrm>
              <a:prstGeom prst="rect">
                <a:avLst/>
              </a:prstGeom>
            </p:spPr>
            <p:txBody>
              <a:bodyPr wrap="square"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10</a:t>
                </a:r>
              </a:p>
            </p:txBody>
          </p:sp>
          <p:sp>
            <p:nvSpPr>
              <p:cNvPr id="73" name="TextBox 84">
                <a:extLst>
                  <a:ext uri="{FF2B5EF4-FFF2-40B4-BE49-F238E27FC236}">
                    <a16:creationId xmlns:a16="http://schemas.microsoft.com/office/drawing/2014/main" id="{D6E787B8-34E9-B5F5-4BD5-E61B641F848A}"/>
                  </a:ext>
                </a:extLst>
              </p:cNvPr>
              <p:cNvSpPr txBox="1">
                <a:spLocks/>
              </p:cNvSpPr>
              <p:nvPr/>
            </p:nvSpPr>
            <p:spPr>
              <a:xfrm>
                <a:off x="8412793" y="373925"/>
                <a:ext cx="240635" cy="374461"/>
              </a:xfrm>
              <a:prstGeom prst="rect">
                <a:avLst/>
              </a:prstGeom>
            </p:spPr>
            <p:txBody>
              <a:bodyPr wrap="square"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10</a:t>
                </a:r>
              </a:p>
            </p:txBody>
          </p:sp>
          <p:sp>
            <p:nvSpPr>
              <p:cNvPr id="74" name="TextBox 85">
                <a:extLst>
                  <a:ext uri="{FF2B5EF4-FFF2-40B4-BE49-F238E27FC236}">
                    <a16:creationId xmlns:a16="http://schemas.microsoft.com/office/drawing/2014/main" id="{8191E91F-DF3E-B511-FAF2-4C9A060C14B1}"/>
                  </a:ext>
                </a:extLst>
              </p:cNvPr>
              <p:cNvSpPr txBox="1">
                <a:spLocks/>
              </p:cNvSpPr>
              <p:nvPr/>
            </p:nvSpPr>
            <p:spPr>
              <a:xfrm>
                <a:off x="9746169" y="356768"/>
                <a:ext cx="244549" cy="374461"/>
              </a:xfrm>
              <a:prstGeom prst="rect">
                <a:avLst/>
              </a:prstGeom>
            </p:spPr>
            <p:txBody>
              <a:bodyPr wrap="square"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10</a:t>
                </a:r>
              </a:p>
            </p:txBody>
          </p:sp>
          <p:sp>
            <p:nvSpPr>
              <p:cNvPr id="75" name="TextBox 86">
                <a:extLst>
                  <a:ext uri="{FF2B5EF4-FFF2-40B4-BE49-F238E27FC236}">
                    <a16:creationId xmlns:a16="http://schemas.microsoft.com/office/drawing/2014/main" id="{C4F286DD-DA9B-A9BD-C52E-67C8AAA47B68}"/>
                  </a:ext>
                </a:extLst>
              </p:cNvPr>
              <p:cNvSpPr txBox="1">
                <a:spLocks/>
              </p:cNvSpPr>
              <p:nvPr/>
            </p:nvSpPr>
            <p:spPr>
              <a:xfrm>
                <a:off x="11012175" y="358960"/>
                <a:ext cx="296925" cy="374461"/>
              </a:xfrm>
              <a:prstGeom prst="rect">
                <a:avLst/>
              </a:prstGeom>
            </p:spPr>
            <p:txBody>
              <a:bodyPr wrap="square"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10</a:t>
                </a:r>
              </a:p>
            </p:txBody>
          </p:sp>
          <p:sp>
            <p:nvSpPr>
              <p:cNvPr id="76" name="TextBox 87">
                <a:extLst>
                  <a:ext uri="{FF2B5EF4-FFF2-40B4-BE49-F238E27FC236}">
                    <a16:creationId xmlns:a16="http://schemas.microsoft.com/office/drawing/2014/main" id="{686EFAF2-3611-9C2F-7B47-F20365DCE064}"/>
                  </a:ext>
                </a:extLst>
              </p:cNvPr>
              <p:cNvSpPr txBox="1">
                <a:spLocks/>
              </p:cNvSpPr>
              <p:nvPr/>
            </p:nvSpPr>
            <p:spPr>
              <a:xfrm>
                <a:off x="12308897" y="344956"/>
                <a:ext cx="259031" cy="374461"/>
              </a:xfrm>
              <a:prstGeom prst="rect">
                <a:avLst/>
              </a:prstGeom>
            </p:spPr>
            <p:txBody>
              <a:bodyPr wrap="square" lIns="0" tIns="0" rIns="0" bIns="0" rtlCol="0" anchor="t">
                <a:spAutoFit/>
              </a:bodyPr>
              <a:lstStyle/>
              <a:p>
                <a:pPr marL="0" marR="0" lvl="0" indent="0" algn="ctr" defTabSz="609585" rtl="0" eaLnBrk="1" fontAlgn="auto" latinLnBrk="0" hangingPunct="1">
                  <a:lnSpc>
                    <a:spcPts val="2351"/>
                  </a:lnSpc>
                  <a:spcBef>
                    <a:spcPct val="0"/>
                  </a:spcBef>
                  <a:spcAft>
                    <a:spcPts val="0"/>
                  </a:spcAft>
                  <a:buClrTx/>
                  <a:buSzTx/>
                  <a:buFontTx/>
                  <a:buNone/>
                  <a:tabLst/>
                  <a:defRPr/>
                </a:pPr>
                <a:r>
                  <a:rPr kumimoji="0" lang="en-US" sz="1679"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10</a:t>
                </a:r>
              </a:p>
            </p:txBody>
          </p:sp>
        </p:grpSp>
        <p:sp>
          <p:nvSpPr>
            <p:cNvPr id="31" name="TextBox 88">
              <a:extLst>
                <a:ext uri="{FF2B5EF4-FFF2-40B4-BE49-F238E27FC236}">
                  <a16:creationId xmlns:a16="http://schemas.microsoft.com/office/drawing/2014/main" id="{933DEC78-ED68-CEE7-2891-2D5BAE634279}"/>
                </a:ext>
              </a:extLst>
            </p:cNvPr>
            <p:cNvSpPr txBox="1">
              <a:spLocks/>
            </p:cNvSpPr>
            <p:nvPr/>
          </p:nvSpPr>
          <p:spPr>
            <a:xfrm>
              <a:off x="4994257" y="3934520"/>
              <a:ext cx="480060" cy="493340"/>
            </a:xfrm>
            <a:prstGeom prst="rect">
              <a:avLst/>
            </a:prstGeom>
          </p:spPr>
          <p:txBody>
            <a:bodyPr lIns="0" tIns="0" rIns="0" bIns="0" rtlCol="0" anchor="t">
              <a:spAutoFit/>
            </a:bodyPr>
            <a:lstStyle/>
            <a:p>
              <a:pPr marL="0" marR="0" lvl="0" indent="0" algn="ctr" defTabSz="609585" rtl="0" eaLnBrk="1" fontAlgn="auto" latinLnBrk="0" hangingPunct="1">
                <a:lnSpc>
                  <a:spcPts val="4200"/>
                </a:lnSpc>
                <a:spcBef>
                  <a:spcPts val="0"/>
                </a:spcBef>
                <a:spcAft>
                  <a:spcPts val="0"/>
                </a:spcAft>
                <a:buClrTx/>
                <a:buSzTx/>
                <a:buFontTx/>
                <a:buNone/>
                <a:tabLst/>
                <a:defRPr/>
              </a:pPr>
              <a:r>
                <a:rPr kumimoji="0" lang="en-US" sz="3000" b="0" i="0" u="none" strike="noStrike" kern="1200" cap="none" spc="0" normalizeH="0" baseline="0" noProof="0">
                  <a:ln>
                    <a:noFill/>
                  </a:ln>
                  <a:solidFill>
                    <a:srgbClr val="000000"/>
                  </a:solidFill>
                  <a:effectLst/>
                  <a:uLnTx/>
                  <a:uFillTx/>
                  <a:latin typeface="Edu NSW ACT Foundation" panose="020B0604020202020204" charset="0"/>
                  <a:ea typeface="Dreaming Outloud Sans"/>
                  <a:cs typeface="Dreaming Outloud Sans"/>
                  <a:sym typeface="Dreaming Outloud Sans"/>
                </a:rPr>
                <a:t>0.5</a:t>
              </a:r>
            </a:p>
          </p:txBody>
        </p:sp>
        <p:sp>
          <p:nvSpPr>
            <p:cNvPr id="32" name="TextBox 89">
              <a:extLst>
                <a:ext uri="{FF2B5EF4-FFF2-40B4-BE49-F238E27FC236}">
                  <a16:creationId xmlns:a16="http://schemas.microsoft.com/office/drawing/2014/main" id="{2AB7E0D9-400A-DB56-48BC-8B885B45A470}"/>
                </a:ext>
              </a:extLst>
            </p:cNvPr>
            <p:cNvSpPr txBox="1">
              <a:spLocks/>
            </p:cNvSpPr>
            <p:nvPr/>
          </p:nvSpPr>
          <p:spPr>
            <a:xfrm>
              <a:off x="7379318" y="3934520"/>
              <a:ext cx="645795" cy="493340"/>
            </a:xfrm>
            <a:prstGeom prst="rect">
              <a:avLst/>
            </a:prstGeom>
          </p:spPr>
          <p:txBody>
            <a:bodyPr lIns="0" tIns="0" rIns="0" bIns="0" rtlCol="0" anchor="t">
              <a:spAutoFit/>
            </a:bodyPr>
            <a:lstStyle/>
            <a:p>
              <a:pPr marL="0" marR="0" lvl="0" indent="0" algn="ctr" defTabSz="609585" rtl="0" eaLnBrk="1" fontAlgn="auto" latinLnBrk="0" hangingPunct="1">
                <a:lnSpc>
                  <a:spcPts val="4200"/>
                </a:lnSpc>
                <a:spcBef>
                  <a:spcPts val="0"/>
                </a:spcBef>
                <a:spcAft>
                  <a:spcPts val="0"/>
                </a:spcAft>
                <a:buClrTx/>
                <a:buSzTx/>
                <a:buFontTx/>
                <a:buNone/>
                <a:tabLst/>
                <a:defRPr/>
              </a:pPr>
              <a:r>
                <a:rPr kumimoji="0" lang="en-US" sz="3000" b="0" i="0" u="none" strike="noStrike" kern="1200" cap="none" spc="0" normalizeH="0" baseline="0" noProof="0">
                  <a:ln>
                    <a:noFill/>
                  </a:ln>
                  <a:solidFill>
                    <a:srgbClr val="000000"/>
                  </a:solidFill>
                  <a:effectLst/>
                  <a:uLnTx/>
                  <a:uFillTx/>
                  <a:latin typeface="Edu NSW ACT Foundation" panose="020B0604020202020204" charset="0"/>
                  <a:ea typeface="Dreaming Outloud Sans"/>
                  <a:cs typeface="Dreaming Outloud Sans"/>
                  <a:sym typeface="Dreaming Outloud Sans"/>
                </a:rPr>
                <a:t>0.75</a:t>
              </a:r>
            </a:p>
          </p:txBody>
        </p:sp>
        <p:sp>
          <p:nvSpPr>
            <p:cNvPr id="33" name="AutoShape 90">
              <a:extLst>
                <a:ext uri="{FF2B5EF4-FFF2-40B4-BE49-F238E27FC236}">
                  <a16:creationId xmlns:a16="http://schemas.microsoft.com/office/drawing/2014/main" id="{57CEF7C2-CC85-3B37-FAC8-D24DFF56BE6E}"/>
                </a:ext>
              </a:extLst>
            </p:cNvPr>
            <p:cNvSpPr>
              <a:spLocks/>
            </p:cNvSpPr>
            <p:nvPr/>
          </p:nvSpPr>
          <p:spPr>
            <a:xfrm flipV="1">
              <a:off x="7685370" y="3684002"/>
              <a:ext cx="0" cy="240993"/>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34" name="AutoShape 91">
              <a:extLst>
                <a:ext uri="{FF2B5EF4-FFF2-40B4-BE49-F238E27FC236}">
                  <a16:creationId xmlns:a16="http://schemas.microsoft.com/office/drawing/2014/main" id="{7A8B35D0-6A1B-E2EB-45E2-E4FA851D0EEB}"/>
                </a:ext>
              </a:extLst>
            </p:cNvPr>
            <p:cNvSpPr>
              <a:spLocks/>
            </p:cNvSpPr>
            <p:nvPr/>
          </p:nvSpPr>
          <p:spPr>
            <a:xfrm flipV="1">
              <a:off x="5234287" y="3684002"/>
              <a:ext cx="0" cy="240993"/>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35" name="AutoShape 92">
              <a:extLst>
                <a:ext uri="{FF2B5EF4-FFF2-40B4-BE49-F238E27FC236}">
                  <a16:creationId xmlns:a16="http://schemas.microsoft.com/office/drawing/2014/main" id="{7F9270B6-3005-EC05-788A-9DA23C3F24BF}"/>
                </a:ext>
              </a:extLst>
            </p:cNvPr>
            <p:cNvSpPr>
              <a:spLocks/>
            </p:cNvSpPr>
            <p:nvPr/>
          </p:nvSpPr>
          <p:spPr>
            <a:xfrm flipV="1">
              <a:off x="1325599" y="3696666"/>
              <a:ext cx="0" cy="240993"/>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36" name="TextBox 93">
              <a:extLst>
                <a:ext uri="{FF2B5EF4-FFF2-40B4-BE49-F238E27FC236}">
                  <a16:creationId xmlns:a16="http://schemas.microsoft.com/office/drawing/2014/main" id="{E46230C0-E73B-9CBE-E31C-3D3AD60D0E05}"/>
                </a:ext>
              </a:extLst>
            </p:cNvPr>
            <p:cNvSpPr txBox="1">
              <a:spLocks/>
            </p:cNvSpPr>
            <p:nvPr/>
          </p:nvSpPr>
          <p:spPr>
            <a:xfrm>
              <a:off x="1113370" y="3960248"/>
              <a:ext cx="424458" cy="493340"/>
            </a:xfrm>
            <a:prstGeom prst="rect">
              <a:avLst/>
            </a:prstGeom>
          </p:spPr>
          <p:txBody>
            <a:bodyPr lIns="0" tIns="0" rIns="0" bIns="0" rtlCol="0" anchor="t">
              <a:spAutoFit/>
            </a:bodyPr>
            <a:lstStyle/>
            <a:p>
              <a:pPr marL="0" marR="0" lvl="0" indent="0" algn="ctr" defTabSz="609585" rtl="0" eaLnBrk="1" fontAlgn="auto" latinLnBrk="0" hangingPunct="1">
                <a:lnSpc>
                  <a:spcPts val="4200"/>
                </a:lnSpc>
                <a:spcBef>
                  <a:spcPts val="0"/>
                </a:spcBef>
                <a:spcAft>
                  <a:spcPts val="0"/>
                </a:spcAft>
                <a:buClrTx/>
                <a:buSzTx/>
                <a:buFontTx/>
                <a:buNone/>
                <a:tabLst/>
                <a:defRPr/>
              </a:pPr>
              <a:r>
                <a:rPr kumimoji="0" lang="en-US" sz="3000" b="0" i="0" u="none" strike="noStrike" kern="1200" cap="none" spc="0" normalizeH="0" baseline="0" noProof="0">
                  <a:ln>
                    <a:noFill/>
                  </a:ln>
                  <a:solidFill>
                    <a:srgbClr val="000000"/>
                  </a:solidFill>
                  <a:effectLst/>
                  <a:uLnTx/>
                  <a:uFillTx/>
                  <a:latin typeface="Edu NSW ACT Foundation" panose="020B0604020202020204" charset="0"/>
                  <a:ea typeface="Dreaming Outloud Sans"/>
                  <a:cs typeface="Dreaming Outloud Sans"/>
                  <a:sym typeface="Dreaming Outloud Sans"/>
                </a:rPr>
                <a:t>0.1</a:t>
              </a:r>
            </a:p>
          </p:txBody>
        </p:sp>
      </p:grpSp>
      <p:pic>
        <p:nvPicPr>
          <p:cNvPr id="97" name="Picture 96" descr="image of a head with cogs turning inside">
            <a:extLst>
              <a:ext uri="{FF2B5EF4-FFF2-40B4-BE49-F238E27FC236}">
                <a16:creationId xmlns:a16="http://schemas.microsoft.com/office/drawing/2014/main" id="{C6D09FD0-BE04-1D97-BC1A-03E638A0A586}"/>
              </a:ext>
            </a:extLst>
          </p:cNvPr>
          <p:cNvPicPr>
            <a:picLocks noChangeAspect="1"/>
          </p:cNvPicPr>
          <p:nvPr/>
        </p:nvPicPr>
        <p:blipFill>
          <a:blip r:embed="rId4"/>
          <a:stretch>
            <a:fillRect/>
          </a:stretch>
        </p:blipFill>
        <p:spPr>
          <a:xfrm>
            <a:off x="11218304" y="194458"/>
            <a:ext cx="723900" cy="866775"/>
          </a:xfrm>
          <a:prstGeom prst="rect">
            <a:avLst/>
          </a:prstGeom>
        </p:spPr>
      </p:pic>
    </p:spTree>
    <p:extLst>
      <p:ext uri="{BB962C8B-B14F-4D97-AF65-F5344CB8AC3E}">
        <p14:creationId xmlns:p14="http://schemas.microsoft.com/office/powerpoint/2010/main" val="1926886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FE237-4773-15C9-9AAF-7B271ED863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F5B004-7D66-FCE9-81A9-D5207430463A}"/>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25</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AC98BDD7-9E1A-F8AA-334E-0CACBAA48EFF}"/>
              </a:ext>
            </a:extLst>
          </p:cNvPr>
          <p:cNvSpPr>
            <a:spLocks noGrp="1"/>
          </p:cNvSpPr>
          <p:nvPr>
            <p:ph type="title"/>
          </p:nvPr>
        </p:nvSpPr>
        <p:spPr>
          <a:xfrm>
            <a:off x="354000" y="259985"/>
            <a:ext cx="11484000" cy="545601"/>
          </a:xfrm>
        </p:spPr>
        <p:txBody>
          <a:bodyPr/>
          <a:lstStyle/>
          <a:p>
            <a:r>
              <a:rPr lang="en-AU"/>
              <a:t>Activity 7 – fraction bingo </a:t>
            </a:r>
            <a:r>
              <a:rPr lang="en-AU">
                <a:solidFill>
                  <a:schemeClr val="bg1"/>
                </a:solidFill>
              </a:rPr>
              <a:t>(2)</a:t>
            </a:r>
          </a:p>
        </p:txBody>
      </p:sp>
      <p:sp>
        <p:nvSpPr>
          <p:cNvPr id="18" name="Title 2">
            <a:extLst>
              <a:ext uri="{FF2B5EF4-FFF2-40B4-BE49-F238E27FC236}">
                <a16:creationId xmlns:a16="http://schemas.microsoft.com/office/drawing/2014/main" id="{53F556B0-F560-D5A5-9FAA-331F8867F9D2}"/>
              </a:ext>
            </a:extLst>
          </p:cNvPr>
          <p:cNvSpPr txBox="1">
            <a:spLocks/>
          </p:cNvSpPr>
          <p:nvPr/>
        </p:nvSpPr>
        <p:spPr>
          <a:xfrm>
            <a:off x="354000" y="915269"/>
            <a:ext cx="11237470" cy="2577282"/>
          </a:xfrm>
          <a:prstGeom prst="rect">
            <a:avLst/>
          </a:prstGeom>
        </p:spPr>
        <p:txBody>
          <a:bodyPr vert="horz" lIns="0" tIns="0" rIns="0" bIns="0" rtlCol="0" anchor="t">
            <a:noAutofit/>
          </a:bodyPr>
          <a:lstStyle>
            <a:lvl1pPr algn="l" defTabSz="914377" rtl="0" eaLnBrk="1" latinLnBrk="0" hangingPunct="1">
              <a:lnSpc>
                <a:spcPct val="90000"/>
              </a:lnSpc>
              <a:spcBef>
                <a:spcPct val="0"/>
              </a:spcBef>
              <a:buNone/>
              <a:defRPr sz="3600" kern="1200">
                <a:solidFill>
                  <a:schemeClr val="accent1"/>
                </a:solidFill>
                <a:latin typeface="Arial" panose="020B0604020202020204" pitchFamily="34" charset="0"/>
                <a:ea typeface="+mj-ea"/>
                <a:cs typeface="Arial" panose="020B0604020202020204" pitchFamily="34" charset="0"/>
              </a:defRPr>
            </a:lvl1pPr>
          </a:lstStyle>
          <a:p>
            <a:pPr marL="457200" marR="0" lvl="0" indent="-457200" algn="l" defTabSz="914377" rtl="0" eaLnBrk="1" fontAlgn="auto" latinLnBrk="0" hangingPunct="1">
              <a:lnSpc>
                <a:spcPct val="250000"/>
              </a:lnSpc>
              <a:spcBef>
                <a:spcPct val="0"/>
              </a:spcBef>
              <a:spcAft>
                <a:spcPts val="0"/>
              </a:spcAft>
              <a:buClrTx/>
              <a:buSzTx/>
              <a:buFont typeface="+mj-lt"/>
              <a:buAutoNum type="arabicPeriod"/>
              <a:tabLst/>
              <a:defRPr/>
            </a:pPr>
            <a:r>
              <a:rPr kumimoji="0" lang="en-AU" sz="3200" b="0" i="0" u="none" strike="noStrike" kern="1200" cap="none" spc="0" normalizeH="0" baseline="0" noProof="0">
                <a:ln>
                  <a:noFill/>
                </a:ln>
                <a:solidFill>
                  <a:srgbClr val="22272B"/>
                </a:solidFill>
                <a:effectLst/>
                <a:uLnTx/>
                <a:uFillTx/>
                <a:latin typeface="Arial" panose="020B0604020202020204" pitchFamily="34" charset="0"/>
                <a:ea typeface="+mj-ea"/>
                <a:cs typeface="Arial" panose="020B0604020202020204" pitchFamily="34" charset="0"/>
              </a:rPr>
              <a:t>Draw a 3 x 3 bingo board</a:t>
            </a:r>
          </a:p>
          <a:p>
            <a:pPr marL="457200" marR="0" lvl="0" indent="-457200" algn="l" defTabSz="914377" rtl="0" eaLnBrk="1" fontAlgn="auto" latinLnBrk="0" hangingPunct="1">
              <a:lnSpc>
                <a:spcPct val="250000"/>
              </a:lnSpc>
              <a:spcBef>
                <a:spcPct val="0"/>
              </a:spcBef>
              <a:spcAft>
                <a:spcPts val="0"/>
              </a:spcAft>
              <a:buClrTx/>
              <a:buSzTx/>
              <a:buFont typeface="+mj-lt"/>
              <a:buAutoNum type="arabicPeriod"/>
              <a:tabLst/>
              <a:defRPr/>
            </a:pPr>
            <a:r>
              <a:rPr kumimoji="0" lang="en-AU" sz="3200" b="0" i="0" u="none" strike="noStrike" kern="1200" cap="none" spc="0" normalizeH="0" baseline="0" noProof="0">
                <a:ln>
                  <a:noFill/>
                </a:ln>
                <a:solidFill>
                  <a:srgbClr val="22272B"/>
                </a:solidFill>
                <a:effectLst/>
                <a:uLnTx/>
                <a:uFillTx/>
                <a:latin typeface="Arial" panose="020B0604020202020204" pitchFamily="34" charset="0"/>
                <a:ea typeface="+mj-ea"/>
                <a:cs typeface="Arial" panose="020B0604020202020204" pitchFamily="34" charset="0"/>
              </a:rPr>
              <a:t>Fill in numbers between 1 – 15.</a:t>
            </a:r>
          </a:p>
          <a:p>
            <a:pPr marL="457200" marR="0" lvl="0" indent="-457200" algn="l" defTabSz="914377" rtl="0" eaLnBrk="1" fontAlgn="auto" latinLnBrk="0" hangingPunct="1">
              <a:lnSpc>
                <a:spcPct val="250000"/>
              </a:lnSpc>
              <a:spcBef>
                <a:spcPct val="0"/>
              </a:spcBef>
              <a:spcAft>
                <a:spcPts val="0"/>
              </a:spcAft>
              <a:buClrTx/>
              <a:buSzTx/>
              <a:buFont typeface="+mj-lt"/>
              <a:buAutoNum type="arabicPeriod"/>
              <a:tabLst/>
              <a:defRPr/>
            </a:pPr>
            <a:r>
              <a:rPr kumimoji="0" lang="en-AU" sz="3200" b="0" i="0" u="none" strike="noStrike" kern="1200" cap="none" spc="0" normalizeH="0" baseline="0" noProof="0">
                <a:ln>
                  <a:noFill/>
                </a:ln>
                <a:solidFill>
                  <a:srgbClr val="22272B"/>
                </a:solidFill>
                <a:effectLst/>
                <a:uLnTx/>
                <a:uFillTx/>
                <a:latin typeface="Arial" panose="020B0604020202020204" pitchFamily="34" charset="0"/>
                <a:ea typeface="+mj-ea"/>
                <a:cs typeface="Arial" panose="020B0604020202020204" pitchFamily="34" charset="0"/>
              </a:rPr>
              <a:t>Each number must include a decimal value of 0.5.</a:t>
            </a:r>
          </a:p>
          <a:p>
            <a:pPr marL="457200" marR="0" lvl="0" indent="-457200" algn="l" defTabSz="914377" rtl="0" eaLnBrk="1" fontAlgn="auto" latinLnBrk="0" hangingPunct="1">
              <a:lnSpc>
                <a:spcPct val="250000"/>
              </a:lnSpc>
              <a:spcBef>
                <a:spcPct val="0"/>
              </a:spcBef>
              <a:spcAft>
                <a:spcPts val="0"/>
              </a:spcAft>
              <a:buClrTx/>
              <a:buSzTx/>
              <a:buFont typeface="+mj-lt"/>
              <a:buAutoNum type="arabicPeriod"/>
              <a:tabLst/>
              <a:defRPr/>
            </a:pPr>
            <a:r>
              <a:rPr kumimoji="0" lang="en-AU" sz="3200" b="0" i="0" u="none" strike="noStrike" kern="1200" cap="none" spc="0" normalizeH="0" baseline="0" noProof="0">
                <a:ln>
                  <a:noFill/>
                </a:ln>
                <a:solidFill>
                  <a:srgbClr val="22272B"/>
                </a:solidFill>
                <a:effectLst/>
                <a:uLnTx/>
                <a:uFillTx/>
                <a:latin typeface="Arial" panose="020B0604020202020204" pitchFamily="34" charset="0"/>
                <a:ea typeface="+mj-ea"/>
                <a:cs typeface="Arial" panose="020B0604020202020204" pitchFamily="34" charset="0"/>
              </a:rPr>
              <a:t>Listen to the bingo numbers called and mark off your numbers.</a:t>
            </a:r>
          </a:p>
        </p:txBody>
      </p:sp>
      <p:pic>
        <p:nvPicPr>
          <p:cNvPr id="20" name="Picture 19" descr="Student work sample of a whiteboard with a 3 by 3 grid drawn on it. &#10;&#10;The numbers recorded on the grid are 2.5, 4.5, 3.5, 9.5, 6.5, 1.5, 5.5, 11.5 and 10.5.">
            <a:extLst>
              <a:ext uri="{FF2B5EF4-FFF2-40B4-BE49-F238E27FC236}">
                <a16:creationId xmlns:a16="http://schemas.microsoft.com/office/drawing/2014/main" id="{CAA611C8-AFC4-BD73-023E-34B2ACD8F3E8}"/>
              </a:ext>
            </a:extLst>
          </p:cNvPr>
          <p:cNvPicPr>
            <a:picLocks noChangeAspect="1"/>
          </p:cNvPicPr>
          <p:nvPr/>
        </p:nvPicPr>
        <p:blipFill>
          <a:blip r:embed="rId3"/>
          <a:stretch>
            <a:fillRect/>
          </a:stretch>
        </p:blipFill>
        <p:spPr>
          <a:xfrm>
            <a:off x="7323579" y="1040252"/>
            <a:ext cx="3989863" cy="2820980"/>
          </a:xfrm>
          <a:prstGeom prst="rect">
            <a:avLst/>
          </a:prstGeom>
        </p:spPr>
      </p:pic>
      <mc:AlternateContent xmlns:mc="http://schemas.openxmlformats.org/markup-compatibility/2006" xmlns:p14="http://schemas.microsoft.com/office/powerpoint/2010/main">
        <mc:Choice Requires="p14">
          <p:contentPart p14:bwMode="auto" r:id="rId4">
            <p14:nvContentPartPr>
              <p14:cNvPr id="21" name="Ink 20">
                <a:extLst>
                  <a:ext uri="{FF2B5EF4-FFF2-40B4-BE49-F238E27FC236}">
                    <a16:creationId xmlns:a16="http://schemas.microsoft.com/office/drawing/2014/main" id="{504F57CE-0CA9-4C6C-3DCA-78F5AEE5D479}"/>
                  </a:ext>
                  <a:ext uri="{C183D7F6-B498-43B3-948B-1728B52AA6E4}">
                    <adec:decorative xmlns:adec="http://schemas.microsoft.com/office/drawing/2017/decorative" val="1"/>
                  </a:ext>
                </a:extLst>
              </p14:cNvPr>
              <p14:cNvContentPartPr/>
              <p14:nvPr/>
            </p14:nvContentPartPr>
            <p14:xfrm>
              <a:off x="7590985" y="1315874"/>
              <a:ext cx="655560" cy="328680"/>
            </p14:xfrm>
          </p:contentPart>
        </mc:Choice>
        <mc:Fallback xmlns="">
          <p:pic>
            <p:nvPicPr>
              <p:cNvPr id="21" name="Ink 20">
                <a:extLst>
                  <a:ext uri="{FF2B5EF4-FFF2-40B4-BE49-F238E27FC236}">
                    <a16:creationId xmlns:a16="http://schemas.microsoft.com/office/drawing/2014/main" id="{504F57CE-0CA9-4C6C-3DCA-78F5AEE5D479}"/>
                  </a:ext>
                  <a:ext uri="{C183D7F6-B498-43B3-948B-1728B52AA6E4}">
                    <adec:decorative xmlns:adec="http://schemas.microsoft.com/office/drawing/2017/decorative" val="1"/>
                  </a:ext>
                </a:extLst>
              </p:cNvPr>
              <p:cNvPicPr/>
              <p:nvPr/>
            </p:nvPicPr>
            <p:blipFill>
              <a:blip r:embed="rId5"/>
              <a:stretch>
                <a:fillRect/>
              </a:stretch>
            </p:blipFill>
            <p:spPr>
              <a:xfrm>
                <a:off x="7572985" y="1297874"/>
                <a:ext cx="691200" cy="364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3" name="Ink 22">
                <a:extLst>
                  <a:ext uri="{FF2B5EF4-FFF2-40B4-BE49-F238E27FC236}">
                    <a16:creationId xmlns:a16="http://schemas.microsoft.com/office/drawing/2014/main" id="{A9615A6D-25A4-8C0D-3248-E7A6A3E41DB3}"/>
                  </a:ext>
                  <a:ext uri="{C183D7F6-B498-43B3-948B-1728B52AA6E4}">
                    <adec:decorative xmlns:adec="http://schemas.microsoft.com/office/drawing/2017/decorative" val="1"/>
                  </a:ext>
                </a:extLst>
              </p14:cNvPr>
              <p14:cNvContentPartPr/>
              <p14:nvPr/>
            </p14:nvContentPartPr>
            <p14:xfrm>
              <a:off x="9703465" y="3200114"/>
              <a:ext cx="646560" cy="402480"/>
            </p14:xfrm>
          </p:contentPart>
        </mc:Choice>
        <mc:Fallback xmlns="">
          <p:pic>
            <p:nvPicPr>
              <p:cNvPr id="23" name="Ink 22">
                <a:extLst>
                  <a:ext uri="{FF2B5EF4-FFF2-40B4-BE49-F238E27FC236}">
                    <a16:creationId xmlns:a16="http://schemas.microsoft.com/office/drawing/2014/main" id="{A9615A6D-25A4-8C0D-3248-E7A6A3E41DB3}"/>
                  </a:ext>
                  <a:ext uri="{C183D7F6-B498-43B3-948B-1728B52AA6E4}">
                    <adec:decorative xmlns:adec="http://schemas.microsoft.com/office/drawing/2017/decorative" val="1"/>
                  </a:ext>
                </a:extLst>
              </p:cNvPr>
              <p:cNvPicPr/>
              <p:nvPr/>
            </p:nvPicPr>
            <p:blipFill>
              <a:blip r:embed="rId7"/>
              <a:stretch>
                <a:fillRect/>
              </a:stretch>
            </p:blipFill>
            <p:spPr>
              <a:xfrm>
                <a:off x="9685465" y="3182098"/>
                <a:ext cx="682200" cy="438152"/>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4" name="Ink 23">
                <a:extLst>
                  <a:ext uri="{FF2B5EF4-FFF2-40B4-BE49-F238E27FC236}">
                    <a16:creationId xmlns:a16="http://schemas.microsoft.com/office/drawing/2014/main" id="{9B03871C-A681-23C3-6D68-E86639FEDC3D}"/>
                  </a:ext>
                  <a:ext uri="{C183D7F6-B498-43B3-948B-1728B52AA6E4}">
                    <adec:decorative xmlns:adec="http://schemas.microsoft.com/office/drawing/2017/decorative" val="1"/>
                  </a:ext>
                </a:extLst>
              </p14:cNvPr>
              <p14:cNvContentPartPr/>
              <p14:nvPr/>
            </p14:nvContentPartPr>
            <p14:xfrm>
              <a:off x="10349665" y="3602234"/>
              <a:ext cx="360" cy="360"/>
            </p14:xfrm>
          </p:contentPart>
        </mc:Choice>
        <mc:Fallback xmlns="">
          <p:pic>
            <p:nvPicPr>
              <p:cNvPr id="24" name="Ink 23">
                <a:extLst>
                  <a:ext uri="{FF2B5EF4-FFF2-40B4-BE49-F238E27FC236}">
                    <a16:creationId xmlns:a16="http://schemas.microsoft.com/office/drawing/2014/main" id="{9B03871C-A681-23C3-6D68-E86639FEDC3D}"/>
                  </a:ext>
                  <a:ext uri="{C183D7F6-B498-43B3-948B-1728B52AA6E4}">
                    <adec:decorative xmlns:adec="http://schemas.microsoft.com/office/drawing/2017/decorative" val="1"/>
                  </a:ext>
                </a:extLst>
              </p:cNvPr>
              <p:cNvPicPr/>
              <p:nvPr/>
            </p:nvPicPr>
            <p:blipFill>
              <a:blip r:embed="rId9"/>
              <a:stretch>
                <a:fillRect/>
              </a:stretch>
            </p:blipFill>
            <p:spPr>
              <a:xfrm>
                <a:off x="10331665" y="3584234"/>
                <a:ext cx="36000" cy="36000"/>
              </a:xfrm>
              <a:prstGeom prst="rect">
                <a:avLst/>
              </a:prstGeom>
            </p:spPr>
          </p:pic>
        </mc:Fallback>
      </mc:AlternateContent>
      <p:pic>
        <p:nvPicPr>
          <p:cNvPr id="4" name="Picture 3" descr="image of a head with cogs turning inside">
            <a:extLst>
              <a:ext uri="{FF2B5EF4-FFF2-40B4-BE49-F238E27FC236}">
                <a16:creationId xmlns:a16="http://schemas.microsoft.com/office/drawing/2014/main" id="{27CD382E-F1D7-EE2D-55FB-BD1073BAC94D}"/>
              </a:ext>
            </a:extLst>
          </p:cNvPr>
          <p:cNvPicPr>
            <a:picLocks noChangeAspect="1"/>
          </p:cNvPicPr>
          <p:nvPr/>
        </p:nvPicPr>
        <p:blipFill>
          <a:blip r:embed="rId10"/>
          <a:stretch>
            <a:fillRect/>
          </a:stretch>
        </p:blipFill>
        <p:spPr>
          <a:xfrm>
            <a:off x="11229036" y="97867"/>
            <a:ext cx="723900" cy="866775"/>
          </a:xfrm>
          <a:prstGeom prst="rect">
            <a:avLst/>
          </a:prstGeom>
        </p:spPr>
      </p:pic>
    </p:spTree>
    <p:extLst>
      <p:ext uri="{BB962C8B-B14F-4D97-AF65-F5344CB8AC3E}">
        <p14:creationId xmlns:p14="http://schemas.microsoft.com/office/powerpoint/2010/main" val="788736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3B60A-22B2-4361-67CC-312F59BDAAB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54F7E62-8796-5FC7-FD38-8F4D46ED40A9}"/>
              </a:ext>
            </a:extLst>
          </p:cNvPr>
          <p:cNvSpPr>
            <a:spLocks noGrp="1"/>
          </p:cNvSpPr>
          <p:nvPr>
            <p:ph type="ctrTitle"/>
          </p:nvPr>
        </p:nvSpPr>
        <p:spPr/>
        <p:txBody>
          <a:bodyPr/>
          <a:lstStyle/>
          <a:p>
            <a:r>
              <a:rPr lang="en-AU">
                <a:latin typeface="+mj-lt"/>
                <a:cs typeface="Arial"/>
              </a:rPr>
              <a:t>Review of learning 8</a:t>
            </a:r>
            <a:endParaRPr lang="en-AU">
              <a:latin typeface="+mj-lt"/>
            </a:endParaRPr>
          </a:p>
        </p:txBody>
      </p:sp>
    </p:spTree>
    <p:extLst>
      <p:ext uri="{BB962C8B-B14F-4D97-AF65-F5344CB8AC3E}">
        <p14:creationId xmlns:p14="http://schemas.microsoft.com/office/powerpoint/2010/main" val="2515054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045DE-1C82-1DDC-BD3D-A63D7912E7B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E1B704-5DF8-9EB3-2103-8C8913465761}"/>
              </a:ext>
            </a:extLst>
          </p:cNvPr>
          <p:cNvSpPr>
            <a:spLocks noGrp="1"/>
          </p:cNvSpPr>
          <p:nvPr>
            <p:ph type="sldNum" sz="quarter" idx="12"/>
          </p:nvPr>
        </p:nvSpPr>
        <p:spPr/>
        <p:txBody>
          <a:bodyPr/>
          <a:lstStyle/>
          <a:p>
            <a:fld id="{10A01DC5-1685-4615-8240-15192985C6A2}" type="slidenum">
              <a:rPr lang="en-AU" smtClean="0"/>
              <a:t>27</a:t>
            </a:fld>
            <a:endParaRPr lang="en-AU"/>
          </a:p>
        </p:txBody>
      </p:sp>
      <p:sp>
        <p:nvSpPr>
          <p:cNvPr id="3" name="Title 2">
            <a:extLst>
              <a:ext uri="{FF2B5EF4-FFF2-40B4-BE49-F238E27FC236}">
                <a16:creationId xmlns:a16="http://schemas.microsoft.com/office/drawing/2014/main" id="{A5CD52BE-F5BD-DAA7-827E-221EB96A6BF3}"/>
              </a:ext>
            </a:extLst>
          </p:cNvPr>
          <p:cNvSpPr>
            <a:spLocks noGrp="1"/>
          </p:cNvSpPr>
          <p:nvPr>
            <p:ph type="title"/>
          </p:nvPr>
        </p:nvSpPr>
        <p:spPr/>
        <p:txBody>
          <a:bodyPr/>
          <a:lstStyle/>
          <a:p>
            <a:r>
              <a:rPr lang="en-US"/>
              <a:t>True or false </a:t>
            </a:r>
            <a:r>
              <a:rPr lang="en-US">
                <a:solidFill>
                  <a:schemeClr val="bg1"/>
                </a:solidFill>
              </a:rPr>
              <a:t>(4)</a:t>
            </a:r>
          </a:p>
        </p:txBody>
      </p:sp>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EA6BC0CF-ECA6-DC5C-B614-7854FEE9F3D3}"/>
                  </a:ext>
                </a:extLst>
              </p:cNvPr>
              <p:cNvSpPr>
                <a:spLocks noGrp="1"/>
              </p:cNvSpPr>
              <p:nvPr>
                <p:ph type="body" sz="quarter" idx="22"/>
              </p:nvPr>
            </p:nvSpPr>
            <p:spPr>
              <a:xfrm>
                <a:off x="1228725" y="2076449"/>
                <a:ext cx="10001250" cy="3423943"/>
              </a:xfrm>
            </p:spPr>
            <p:txBody>
              <a:bodyPr vert="horz" lIns="0" tIns="0" rIns="0" bIns="0" rtlCol="0" anchor="t">
                <a:noAutofit/>
              </a:bodyPr>
              <a:lstStyle/>
              <a:p>
                <a:pPr lvl="0" algn="ctr">
                  <a:lnSpc>
                    <a:spcPct val="150000"/>
                  </a:lnSpc>
                  <a:spcBef>
                    <a:spcPts val="1200"/>
                  </a:spcBef>
                  <a:spcAft>
                    <a:spcPts val="600"/>
                  </a:spcAft>
                </a:pPr>
                <a:r>
                  <a:rPr lang="en-AU" sz="4400">
                    <a:effectLst/>
                    <a:ea typeface="Calibri" panose="020F0502020204030204" pitchFamily="34" charset="0"/>
                    <a:cs typeface="Times New Roman" panose="02020603050405020304" pitchFamily="18" charset="0"/>
                  </a:rPr>
                  <a:t>To find </a:t>
                </a:r>
                <a14:m>
                  <m:oMath xmlns:m="http://schemas.openxmlformats.org/officeDocument/2006/math">
                    <m:f>
                      <m:fPr>
                        <m:ctrlPr>
                          <a:rPr lang="en-AU" sz="5400" b="1"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5400" b="1" i="1">
                            <a:effectLst/>
                            <a:latin typeface="Cambria Math" panose="02040503050406030204" pitchFamily="18" charset="0"/>
                            <a:ea typeface="Calibri" panose="020F0502020204030204" pitchFamily="34" charset="0"/>
                            <a:cs typeface="Times New Roman" panose="02020603050405020304" pitchFamily="18" charset="0"/>
                          </a:rPr>
                          <m:t>𝟑</m:t>
                        </m:r>
                      </m:num>
                      <m:den>
                        <m:r>
                          <a:rPr lang="en-AU" sz="5400" b="1" i="1">
                            <a:effectLst/>
                            <a:latin typeface="Cambria Math" panose="02040503050406030204" pitchFamily="18" charset="0"/>
                            <a:ea typeface="Calibri" panose="020F0502020204030204" pitchFamily="34" charset="0"/>
                            <a:cs typeface="Times New Roman" panose="02020603050405020304" pitchFamily="18" charset="0"/>
                          </a:rPr>
                          <m:t>𝟒</m:t>
                        </m:r>
                        <m:r>
                          <a:rPr lang="en-AU" sz="5400" b="1" i="1">
                            <a:effectLst/>
                            <a:latin typeface="Cambria Math" panose="02040503050406030204" pitchFamily="18" charset="0"/>
                            <a:ea typeface="Calibri" panose="020F0502020204030204" pitchFamily="34" charset="0"/>
                            <a:cs typeface="Times New Roman" panose="02020603050405020304" pitchFamily="18" charset="0"/>
                          </a:rPr>
                          <m:t> </m:t>
                        </m:r>
                      </m:den>
                    </m:f>
                  </m:oMath>
                </a14:m>
                <a:r>
                  <a:rPr lang="en-AU" sz="4400">
                    <a:effectLst/>
                    <a:ea typeface="DengXian" panose="02010600030101010101" pitchFamily="2" charset="-122"/>
                    <a:cs typeface="Times New Roman" panose="02020603050405020304" pitchFamily="18" charset="0"/>
                  </a:rPr>
                  <a:t>  </a:t>
                </a:r>
                <a:r>
                  <a:rPr lang="en-AU" sz="4400">
                    <a:effectLst/>
                    <a:ea typeface="Calibri" panose="020F0502020204030204" pitchFamily="34" charset="0"/>
                    <a:cs typeface="Times New Roman" panose="02020603050405020304" pitchFamily="18" charset="0"/>
                  </a:rPr>
                  <a:t>of </a:t>
                </a:r>
                <a:r>
                  <a:rPr lang="en-AU" sz="4400" b="1">
                    <a:effectLst/>
                    <a:ea typeface="Calibri" panose="020F0502020204030204" pitchFamily="34" charset="0"/>
                    <a:cs typeface="Times New Roman" panose="02020603050405020304" pitchFamily="18" charset="0"/>
                  </a:rPr>
                  <a:t>12</a:t>
                </a:r>
                <a:r>
                  <a:rPr lang="en-AU" sz="4400">
                    <a:effectLst/>
                    <a:ea typeface="Calibri" panose="020F0502020204030204" pitchFamily="34" charset="0"/>
                    <a:cs typeface="Times New Roman" panose="02020603050405020304" pitchFamily="18" charset="0"/>
                  </a:rPr>
                  <a:t>, </a:t>
                </a:r>
                <a:r>
                  <a:rPr lang="en-AU" sz="4400" b="1">
                    <a:effectLst/>
                    <a:ea typeface="Calibri" panose="020F0502020204030204" pitchFamily="34" charset="0"/>
                    <a:cs typeface="Times New Roman" panose="02020603050405020304" pitchFamily="18" charset="0"/>
                  </a:rPr>
                  <a:t>divide</a:t>
                </a:r>
                <a:r>
                  <a:rPr lang="en-AU" sz="4400">
                    <a:effectLst/>
                    <a:ea typeface="Calibri" panose="020F0502020204030204" pitchFamily="34" charset="0"/>
                    <a:cs typeface="Times New Roman" panose="02020603050405020304" pitchFamily="18" charset="0"/>
                  </a:rPr>
                  <a:t> 12 by 3 to get 4.</a:t>
                </a:r>
              </a:p>
            </p:txBody>
          </p:sp>
        </mc:Choice>
        <mc:Fallback xmlns="">
          <p:sp>
            <p:nvSpPr>
              <p:cNvPr id="7" name="Text Placeholder 6">
                <a:extLst>
                  <a:ext uri="{FF2B5EF4-FFF2-40B4-BE49-F238E27FC236}">
                    <a16:creationId xmlns:a16="http://schemas.microsoft.com/office/drawing/2014/main" id="{EA6BC0CF-ECA6-DC5C-B614-7854FEE9F3D3}"/>
                  </a:ext>
                </a:extLst>
              </p:cNvPr>
              <p:cNvSpPr>
                <a:spLocks noGrp="1" noRot="1" noChangeAspect="1" noMove="1" noResize="1" noEditPoints="1" noAdjustHandles="1" noChangeArrowheads="1" noChangeShapeType="1" noTextEdit="1"/>
              </p:cNvSpPr>
              <p:nvPr>
                <p:ph type="body" sz="quarter" idx="22"/>
              </p:nvPr>
            </p:nvSpPr>
            <p:spPr>
              <a:xfrm>
                <a:off x="1228725" y="2076449"/>
                <a:ext cx="10001250" cy="3423943"/>
              </a:xfrm>
              <a:blipFill>
                <a:blip r:embed="rId3"/>
                <a:stretch>
                  <a:fillRect l="-2744" r="-2683"/>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32803648-AB31-1C55-361F-D02B899E3208}"/>
              </a:ext>
            </a:extLst>
          </p:cNvPr>
          <p:cNvGraphicFramePr>
            <a:graphicFrameLocks noGrp="1"/>
          </p:cNvGraphicFramePr>
          <p:nvPr>
            <p:extLst>
              <p:ext uri="{D42A27DB-BD31-4B8C-83A1-F6EECF244321}">
                <p14:modId xmlns:p14="http://schemas.microsoft.com/office/powerpoint/2010/main" val="2991145426"/>
              </p:ext>
            </p:extLst>
          </p:nvPr>
        </p:nvGraphicFramePr>
        <p:xfrm>
          <a:off x="2442981" y="4895676"/>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75557DD5-EF65-9FF3-3C88-C4692F9C2F2F}"/>
              </a:ext>
            </a:extLst>
          </p:cNvPr>
          <p:cNvPicPr>
            <a:picLocks noChangeAspect="1"/>
          </p:cNvPicPr>
          <p:nvPr/>
        </p:nvPicPr>
        <p:blipFill>
          <a:blip r:embed="rId4"/>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690367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A186E-DEAD-1E3F-ADBE-CF258B9E68C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49BC38-5AE6-D002-8CF1-C81FA6A0F702}"/>
              </a:ext>
            </a:extLst>
          </p:cNvPr>
          <p:cNvSpPr>
            <a:spLocks noGrp="1"/>
          </p:cNvSpPr>
          <p:nvPr>
            <p:ph type="sldNum" sz="quarter" idx="12"/>
          </p:nvPr>
        </p:nvSpPr>
        <p:spPr/>
        <p:txBody>
          <a:bodyPr/>
          <a:lstStyle/>
          <a:p>
            <a:fld id="{10A01DC5-1685-4615-8240-15192985C6A2}" type="slidenum">
              <a:rPr lang="en-AU" smtClean="0"/>
              <a:t>28</a:t>
            </a:fld>
            <a:endParaRPr lang="en-AU"/>
          </a:p>
        </p:txBody>
      </p:sp>
      <p:sp>
        <p:nvSpPr>
          <p:cNvPr id="3" name="Title 2">
            <a:extLst>
              <a:ext uri="{FF2B5EF4-FFF2-40B4-BE49-F238E27FC236}">
                <a16:creationId xmlns:a16="http://schemas.microsoft.com/office/drawing/2014/main" id="{1069B6F1-52F5-DBD9-FE1E-7DD78D3D510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(29)</a:t>
            </a:r>
          </a:p>
        </p:txBody>
      </p:sp>
      <p:pic>
        <p:nvPicPr>
          <p:cNvPr id="4" name="Picture 3" descr="image of a clipboard with a pencil recording short answer responses">
            <a:extLst>
              <a:ext uri="{FF2B5EF4-FFF2-40B4-BE49-F238E27FC236}">
                <a16:creationId xmlns:a16="http://schemas.microsoft.com/office/drawing/2014/main" id="{2A2578A1-ADBB-72FE-B090-2577A9392D2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942F9645-6B31-FFD8-1711-76A604F6322F}"/>
              </a:ext>
            </a:extLst>
          </p:cNvPr>
          <p:cNvSpPr txBox="1"/>
          <p:nvPr/>
        </p:nvSpPr>
        <p:spPr>
          <a:xfrm>
            <a:off x="814413" y="761829"/>
            <a:ext cx="10669587" cy="1999137"/>
          </a:xfrm>
          <a:prstGeom prst="rect">
            <a:avLst/>
          </a:prstGeom>
          <a:noFill/>
        </p:spPr>
        <p:txBody>
          <a:bodyPr wrap="square">
            <a:spAutoFit/>
          </a:bodyPr>
          <a:lstStyle/>
          <a:p>
            <a:pPr algn="ctr">
              <a:lnSpc>
                <a:spcPct val="150000"/>
              </a:lnSpc>
            </a:pPr>
            <a:r>
              <a:rPr lang="en-AU" sz="4400" b="1" i="0">
                <a:effectLst/>
                <a:latin typeface="Public Sans" pitchFamily="2" charset="0"/>
              </a:rPr>
              <a:t>Measure</a:t>
            </a:r>
            <a:r>
              <a:rPr lang="en-AU" sz="4400" b="0" i="0">
                <a:effectLst/>
                <a:latin typeface="Public Sans" pitchFamily="2" charset="0"/>
              </a:rPr>
              <a:t> and </a:t>
            </a:r>
            <a:r>
              <a:rPr lang="en-AU" sz="4400" b="1" i="0">
                <a:effectLst/>
                <a:latin typeface="Public Sans" pitchFamily="2" charset="0"/>
              </a:rPr>
              <a:t>describe</a:t>
            </a:r>
            <a:r>
              <a:rPr lang="en-AU" sz="4400" b="0" i="0">
                <a:effectLst/>
                <a:latin typeface="Public Sans" pitchFamily="2" charset="0"/>
              </a:rPr>
              <a:t> these angles using the terms </a:t>
            </a:r>
            <a:r>
              <a:rPr lang="en-AU" sz="4400" b="1" i="0">
                <a:effectLst/>
                <a:latin typeface="Public Sans" pitchFamily="2" charset="0"/>
              </a:rPr>
              <a:t>acute</a:t>
            </a:r>
            <a:r>
              <a:rPr lang="en-AU" sz="4400" b="0" i="0">
                <a:effectLst/>
                <a:latin typeface="Public Sans" pitchFamily="2" charset="0"/>
              </a:rPr>
              <a:t>, </a:t>
            </a:r>
            <a:r>
              <a:rPr lang="en-AU" sz="4400" b="1" i="0">
                <a:effectLst/>
                <a:latin typeface="Public Sans" pitchFamily="2" charset="0"/>
              </a:rPr>
              <a:t>obtuse</a:t>
            </a:r>
            <a:r>
              <a:rPr lang="en-AU" sz="4400" b="0" i="0">
                <a:effectLst/>
                <a:latin typeface="Public Sans" pitchFamily="2" charset="0"/>
              </a:rPr>
              <a:t> or </a:t>
            </a:r>
            <a:r>
              <a:rPr lang="en-AU" sz="4400" b="1" i="0">
                <a:effectLst/>
                <a:latin typeface="Public Sans" pitchFamily="2" charset="0"/>
              </a:rPr>
              <a:t>reflex.</a:t>
            </a:r>
            <a:endParaRPr lang="en-AU" sz="4400" b="1"/>
          </a:p>
        </p:txBody>
      </p:sp>
      <p:grpSp>
        <p:nvGrpSpPr>
          <p:cNvPr id="22" name="Group 21" descr="A semicircular protractor with degree markings from 0° to 180°. Two green arrows show an angle being measured, with one arrow pointing to 0° and the other to 140°. A green dotted arc marks the measured angle, which is 40°.">
            <a:extLst>
              <a:ext uri="{FF2B5EF4-FFF2-40B4-BE49-F238E27FC236}">
                <a16:creationId xmlns:a16="http://schemas.microsoft.com/office/drawing/2014/main" id="{E953EF28-52AF-A7A0-D7E4-9F9C63749F7C}"/>
              </a:ext>
            </a:extLst>
          </p:cNvPr>
          <p:cNvGrpSpPr>
            <a:grpSpLocks noChangeAspect="1"/>
          </p:cNvGrpSpPr>
          <p:nvPr/>
        </p:nvGrpSpPr>
        <p:grpSpPr>
          <a:xfrm>
            <a:off x="5780316" y="3461982"/>
            <a:ext cx="6063684" cy="2929652"/>
            <a:chOff x="1605031" y="36000"/>
            <a:chExt cx="7805580" cy="3771244"/>
          </a:xfrm>
        </p:grpSpPr>
        <p:sp>
          <p:nvSpPr>
            <p:cNvPr id="23" name="Freeform 2"/>
            <p:cNvSpPr/>
            <p:nvPr/>
          </p:nvSpPr>
          <p:spPr>
            <a:xfrm>
              <a:off x="4251654" y="36000"/>
              <a:ext cx="5158957" cy="3708000"/>
            </a:xfrm>
            <a:custGeom>
              <a:avLst/>
              <a:gdLst/>
              <a:ahLst/>
              <a:cxnLst/>
              <a:rect l="l" t="t" r="r" b="b"/>
              <a:pathLst>
                <a:path w="5158957" h="3708000">
                  <a:moveTo>
                    <a:pt x="0" y="0"/>
                  </a:moveTo>
                  <a:lnTo>
                    <a:pt x="5158956" y="0"/>
                  </a:lnTo>
                  <a:lnTo>
                    <a:pt x="5158956" y="3708000"/>
                  </a:lnTo>
                  <a:lnTo>
                    <a:pt x="0" y="37080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24" name="Freeform 5"/>
            <p:cNvSpPr>
              <a:spLocks noChangeAspect="1"/>
            </p:cNvSpPr>
            <p:nvPr/>
          </p:nvSpPr>
          <p:spPr>
            <a:xfrm>
              <a:off x="1605031" y="730250"/>
              <a:ext cx="5574264" cy="3076994"/>
            </a:xfrm>
            <a:custGeom>
              <a:avLst/>
              <a:gdLst/>
              <a:ahLst/>
              <a:cxnLst/>
              <a:rect l="l" t="t" r="r" b="b"/>
              <a:pathLst>
                <a:path w="5574264" h="3076994">
                  <a:moveTo>
                    <a:pt x="0" y="0"/>
                  </a:moveTo>
                  <a:lnTo>
                    <a:pt x="5574265" y="0"/>
                  </a:lnTo>
                  <a:lnTo>
                    <a:pt x="5574265" y="3076994"/>
                  </a:lnTo>
                  <a:lnTo>
                    <a:pt x="0" y="3076994"/>
                  </a:lnTo>
                  <a:lnTo>
                    <a:pt x="0" y="0"/>
                  </a:lnTo>
                  <a:close/>
                </a:path>
              </a:pathLst>
            </a:custGeom>
            <a:blipFill>
              <a:blip r:embed="rId5"/>
              <a:stretch>
                <a:fillRect/>
              </a:stretch>
            </a:blipFill>
          </p:spPr>
          <p:txBody>
            <a:bodyPr/>
            <a:lstStyle/>
            <a:p>
              <a:endParaRPr lang="en-AU"/>
            </a:p>
          </p:txBody>
        </p:sp>
      </p:grpSp>
      <p:grpSp>
        <p:nvGrpSpPr>
          <p:cNvPr id="5" name="Group 4" descr="A semicircular protractor with degree markings from 0° to 180°. Two red arrows show an angle being measured, with one arrow pointing to 145° and the other to 180°.">
            <a:extLst>
              <a:ext uri="{FF2B5EF4-FFF2-40B4-BE49-F238E27FC236}">
                <a16:creationId xmlns:a16="http://schemas.microsoft.com/office/drawing/2014/main" id="{F395A29D-D509-0FB7-1D60-7253E5D245B0}"/>
              </a:ext>
            </a:extLst>
          </p:cNvPr>
          <p:cNvGrpSpPr/>
          <p:nvPr/>
        </p:nvGrpSpPr>
        <p:grpSpPr>
          <a:xfrm>
            <a:off x="436291" y="4059088"/>
            <a:ext cx="4330309" cy="2390331"/>
            <a:chOff x="436291" y="4059088"/>
            <a:chExt cx="4330309" cy="2390331"/>
          </a:xfrm>
        </p:grpSpPr>
        <p:sp>
          <p:nvSpPr>
            <p:cNvPr id="19" name="Freeform 3">
              <a:extLst>
                <a:ext uri="{FF2B5EF4-FFF2-40B4-BE49-F238E27FC236}">
                  <a16:creationId xmlns:a16="http://schemas.microsoft.com/office/drawing/2014/main" id="{A14A9B17-49E1-4659-B810-FA765436356C}"/>
                </a:ext>
              </a:extLst>
            </p:cNvPr>
            <p:cNvSpPr/>
            <p:nvPr/>
          </p:nvSpPr>
          <p:spPr>
            <a:xfrm>
              <a:off x="1147100" y="4784804"/>
              <a:ext cx="3619500" cy="1557700"/>
            </a:xfrm>
            <a:custGeom>
              <a:avLst/>
              <a:gdLst/>
              <a:ahLst/>
              <a:cxnLst/>
              <a:rect l="l" t="t" r="r" b="b"/>
              <a:pathLst>
                <a:path w="4276800" h="1899612">
                  <a:moveTo>
                    <a:pt x="0" y="0"/>
                  </a:moveTo>
                  <a:lnTo>
                    <a:pt x="4276800" y="0"/>
                  </a:lnTo>
                  <a:lnTo>
                    <a:pt x="4276800" y="1899612"/>
                  </a:lnTo>
                  <a:lnTo>
                    <a:pt x="0" y="189961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AU"/>
            </a:p>
          </p:txBody>
        </p:sp>
        <p:sp>
          <p:nvSpPr>
            <p:cNvPr id="25" name="Freeform 5" descr="A semicircular protractor with degree markings from 0° to 180°. Two red arrows show an angle being measured, with one arrow pointing to 0° and the other to 140°. A red dotted arc highlights the measured angle, which is 140°.">
              <a:extLst>
                <a:ext uri="{FF2B5EF4-FFF2-40B4-BE49-F238E27FC236}">
                  <a16:creationId xmlns:a16="http://schemas.microsoft.com/office/drawing/2014/main" id="{5525C691-CABB-9317-04A6-740350736A65}"/>
                </a:ext>
              </a:extLst>
            </p:cNvPr>
            <p:cNvSpPr>
              <a:spLocks noChangeAspect="1"/>
            </p:cNvSpPr>
            <p:nvPr/>
          </p:nvSpPr>
          <p:spPr>
            <a:xfrm>
              <a:off x="436291" y="4059088"/>
              <a:ext cx="4330309" cy="2390331"/>
            </a:xfrm>
            <a:custGeom>
              <a:avLst/>
              <a:gdLst/>
              <a:ahLst/>
              <a:cxnLst/>
              <a:rect l="l" t="t" r="r" b="b"/>
              <a:pathLst>
                <a:path w="5574264" h="3076994">
                  <a:moveTo>
                    <a:pt x="0" y="0"/>
                  </a:moveTo>
                  <a:lnTo>
                    <a:pt x="5574265" y="0"/>
                  </a:lnTo>
                  <a:lnTo>
                    <a:pt x="5574265" y="3076994"/>
                  </a:lnTo>
                  <a:lnTo>
                    <a:pt x="0" y="3076994"/>
                  </a:lnTo>
                  <a:lnTo>
                    <a:pt x="0" y="0"/>
                  </a:lnTo>
                  <a:close/>
                </a:path>
              </a:pathLst>
            </a:custGeom>
            <a:blipFill>
              <a:blip r:embed="rId5"/>
              <a:stretch>
                <a:fillRect/>
              </a:stretch>
            </a:blipFill>
          </p:spPr>
          <p:txBody>
            <a:bodyPr/>
            <a:lstStyle/>
            <a:p>
              <a:endParaRPr lang="en-AU"/>
            </a:p>
          </p:txBody>
        </p:sp>
      </p:grpSp>
    </p:spTree>
    <p:extLst>
      <p:ext uri="{BB962C8B-B14F-4D97-AF65-F5344CB8AC3E}">
        <p14:creationId xmlns:p14="http://schemas.microsoft.com/office/powerpoint/2010/main" val="3402796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D3EC5-1978-D0B2-1005-F3026FF696D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4331E5-B73F-E61B-8143-1547D7DE5518}"/>
              </a:ext>
            </a:extLst>
          </p:cNvPr>
          <p:cNvSpPr>
            <a:spLocks noGrp="1"/>
          </p:cNvSpPr>
          <p:nvPr>
            <p:ph type="sldNum" sz="quarter" idx="12"/>
          </p:nvPr>
        </p:nvSpPr>
        <p:spPr/>
        <p:txBody>
          <a:bodyPr/>
          <a:lstStyle/>
          <a:p>
            <a:fld id="{10A01DC5-1685-4615-8240-15192985C6A2}" type="slidenum">
              <a:rPr lang="en-AU" smtClean="0"/>
              <a:t>29</a:t>
            </a:fld>
            <a:endParaRPr lang="en-AU"/>
          </a:p>
        </p:txBody>
      </p:sp>
      <p:sp>
        <p:nvSpPr>
          <p:cNvPr id="3" name="Title 2">
            <a:extLst>
              <a:ext uri="{FF2B5EF4-FFF2-40B4-BE49-F238E27FC236}">
                <a16:creationId xmlns:a16="http://schemas.microsoft.com/office/drawing/2014/main" id="{9D284195-A94F-3D08-B252-D7FBC4299576}"/>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(30)</a:t>
            </a:r>
          </a:p>
        </p:txBody>
      </p:sp>
      <p:sp>
        <p:nvSpPr>
          <p:cNvPr id="11" name="Picture Placeholder 10">
            <a:extLst>
              <a:ext uri="{FF2B5EF4-FFF2-40B4-BE49-F238E27FC236}">
                <a16:creationId xmlns:a16="http://schemas.microsoft.com/office/drawing/2014/main" id="{D23D2566-41DB-141E-5859-22E86591C65C}"/>
              </a:ext>
            </a:extLst>
          </p:cNvPr>
          <p:cNvSpPr>
            <a:spLocks noGrp="1"/>
          </p:cNvSpPr>
          <p:nvPr>
            <p:ph type="pic" sz="quarter" idx="21"/>
          </p:nvPr>
        </p:nvSpPr>
        <p:spPr>
          <a:xfrm>
            <a:off x="130411" y="1502051"/>
            <a:ext cx="5849976" cy="3056398"/>
          </a:xfrm>
        </p:spPr>
        <p:txBody>
          <a:bodyPr/>
          <a:lstStyle/>
          <a:p>
            <a:pPr algn="ctr"/>
            <a:r>
              <a:rPr lang="en-AU" sz="4000"/>
              <a:t>Describe one </a:t>
            </a:r>
            <a:r>
              <a:rPr lang="en-AU" sz="4000" b="1"/>
              <a:t>similarity</a:t>
            </a:r>
            <a:r>
              <a:rPr lang="en-AU" sz="4000"/>
              <a:t> and one </a:t>
            </a:r>
            <a:r>
              <a:rPr lang="en-AU" sz="4000" b="1"/>
              <a:t>difference </a:t>
            </a:r>
            <a:r>
              <a:rPr lang="en-AU" sz="4000"/>
              <a:t>between Grade 2 and Grade 3 in this </a:t>
            </a:r>
            <a:r>
              <a:rPr lang="en-AU" sz="4000" b="1"/>
              <a:t>side-by-side column graph</a:t>
            </a:r>
            <a:r>
              <a:rPr lang="en-AU" sz="4000"/>
              <a:t>.</a:t>
            </a:r>
            <a:endParaRPr lang="en-US" sz="4000">
              <a:latin typeface="Arial"/>
              <a:cs typeface="Arial"/>
            </a:endParaRPr>
          </a:p>
        </p:txBody>
      </p:sp>
      <p:pic>
        <p:nvPicPr>
          <p:cNvPr id="5" name="Picture 4" descr="image of a clipboard with a pencil recording short answer responses">
            <a:extLst>
              <a:ext uri="{FF2B5EF4-FFF2-40B4-BE49-F238E27FC236}">
                <a16:creationId xmlns:a16="http://schemas.microsoft.com/office/drawing/2014/main" id="{96D03F5E-A893-89A8-C765-B38394489A2E}"/>
              </a:ext>
            </a:extLst>
          </p:cNvPr>
          <p:cNvPicPr>
            <a:picLocks noChangeAspect="1"/>
          </p:cNvPicPr>
          <p:nvPr/>
        </p:nvPicPr>
        <p:blipFill>
          <a:blip r:embed="rId3"/>
          <a:stretch>
            <a:fillRect/>
          </a:stretch>
        </p:blipFill>
        <p:spPr>
          <a:xfrm>
            <a:off x="11030476" y="268723"/>
            <a:ext cx="915500" cy="915500"/>
          </a:xfrm>
          <a:prstGeom prst="rect">
            <a:avLst/>
          </a:prstGeom>
        </p:spPr>
      </p:pic>
      <p:graphicFrame>
        <p:nvGraphicFramePr>
          <p:cNvPr id="4" name="Chart 3">
            <a:extLst>
              <a:ext uri="{FF2B5EF4-FFF2-40B4-BE49-F238E27FC236}">
                <a16:creationId xmlns:a16="http://schemas.microsoft.com/office/drawing/2014/main" id="{360AC380-BA93-F257-E842-2D7260AB87A4}"/>
              </a:ext>
            </a:extLst>
          </p:cNvPr>
          <p:cNvGraphicFramePr>
            <a:graphicFrameLocks/>
          </p:cNvGraphicFramePr>
          <p:nvPr>
            <p:extLst>
              <p:ext uri="{D42A27DB-BD31-4B8C-83A1-F6EECF244321}">
                <p14:modId xmlns:p14="http://schemas.microsoft.com/office/powerpoint/2010/main" val="2107243452"/>
              </p:ext>
            </p:extLst>
          </p:nvPr>
        </p:nvGraphicFramePr>
        <p:xfrm>
          <a:off x="6211614" y="1765738"/>
          <a:ext cx="5632386" cy="424092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067489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E5048-C70E-7453-F9E5-507985776F1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2BE1B1-6CD9-10A7-4664-27A4D73F0617}"/>
              </a:ext>
            </a:extLst>
          </p:cNvPr>
          <p:cNvSpPr>
            <a:spLocks noGrp="1"/>
          </p:cNvSpPr>
          <p:nvPr>
            <p:ph type="sldNum" sz="quarter" idx="12"/>
          </p:nvPr>
        </p:nvSpPr>
        <p:spPr/>
        <p:txBody>
          <a:bodyPr/>
          <a:lstStyle/>
          <a:p>
            <a:fld id="{10A01DC5-1685-4615-8240-15192985C6A2}" type="slidenum">
              <a:rPr lang="en-AU" smtClean="0"/>
              <a:t>30</a:t>
            </a:fld>
            <a:endParaRPr lang="en-AU"/>
          </a:p>
        </p:txBody>
      </p:sp>
      <p:sp>
        <p:nvSpPr>
          <p:cNvPr id="3" name="Title 2">
            <a:extLst>
              <a:ext uri="{FF2B5EF4-FFF2-40B4-BE49-F238E27FC236}">
                <a16:creationId xmlns:a16="http://schemas.microsoft.com/office/drawing/2014/main" id="{484B6BC0-2F0C-F390-AAB1-BCCBF88DB5D1}"/>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(31)</a:t>
            </a:r>
          </a:p>
        </p:txBody>
      </p:sp>
      <p:pic>
        <p:nvPicPr>
          <p:cNvPr id="4" name="Picture 3" descr="image of a clipboard with a pencil recording short answer responses">
            <a:extLst>
              <a:ext uri="{FF2B5EF4-FFF2-40B4-BE49-F238E27FC236}">
                <a16:creationId xmlns:a16="http://schemas.microsoft.com/office/drawing/2014/main" id="{FFF091A0-BE16-4A35-B2E1-6ACE56F3AA8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6" name="TextBox 5">
            <a:extLst>
              <a:ext uri="{FF2B5EF4-FFF2-40B4-BE49-F238E27FC236}">
                <a16:creationId xmlns:a16="http://schemas.microsoft.com/office/drawing/2014/main" id="{49AE009B-6692-CCEB-BC6C-55A4331BE297}"/>
              </a:ext>
            </a:extLst>
          </p:cNvPr>
          <p:cNvSpPr txBox="1"/>
          <p:nvPr/>
        </p:nvSpPr>
        <p:spPr>
          <a:xfrm>
            <a:off x="1061189" y="1192214"/>
            <a:ext cx="10062811" cy="3013838"/>
          </a:xfrm>
          <a:prstGeom prst="rect">
            <a:avLst/>
          </a:prstGeom>
          <a:noFill/>
        </p:spPr>
        <p:txBody>
          <a:bodyPr wrap="square">
            <a:spAutoFit/>
          </a:bodyPr>
          <a:lstStyle/>
          <a:p>
            <a:pPr algn="ctr">
              <a:lnSpc>
                <a:spcPct val="150000"/>
              </a:lnSpc>
            </a:pPr>
            <a:r>
              <a:rPr lang="en-AU" sz="4400"/>
              <a:t>A prism is 20 cm long, 15 cm wide and 10 cm high.</a:t>
            </a:r>
            <a:br>
              <a:rPr lang="en-AU" sz="4400"/>
            </a:br>
            <a:r>
              <a:rPr lang="en-AU" sz="4400"/>
              <a:t>Find its </a:t>
            </a:r>
            <a:r>
              <a:rPr lang="en-AU" sz="4400" b="1"/>
              <a:t>volume</a:t>
            </a:r>
            <a:r>
              <a:rPr lang="en-AU" sz="4400"/>
              <a:t> in </a:t>
            </a:r>
            <a:r>
              <a:rPr lang="en-AU" sz="4400" b="1"/>
              <a:t>cubic centimetres.</a:t>
            </a:r>
            <a:endParaRPr lang="en-AU" sz="4400"/>
          </a:p>
        </p:txBody>
      </p:sp>
    </p:spTree>
    <p:extLst>
      <p:ext uri="{BB962C8B-B14F-4D97-AF65-F5344CB8AC3E}">
        <p14:creationId xmlns:p14="http://schemas.microsoft.com/office/powerpoint/2010/main" val="2110225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04D6B-9189-E91A-94F1-0BFF176CCD6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AEA27B-161C-5E2A-F2CE-834142161ED0}"/>
              </a:ext>
            </a:extLst>
          </p:cNvPr>
          <p:cNvSpPr>
            <a:spLocks noGrp="1"/>
          </p:cNvSpPr>
          <p:nvPr>
            <p:ph type="sldNum" sz="quarter" idx="12"/>
          </p:nvPr>
        </p:nvSpPr>
        <p:spPr/>
        <p:txBody>
          <a:bodyPr/>
          <a:lstStyle/>
          <a:p>
            <a:fld id="{10A01DC5-1685-4615-8240-15192985C6A2}" type="slidenum">
              <a:rPr lang="en-AU" smtClean="0"/>
              <a:t>31</a:t>
            </a:fld>
            <a:endParaRPr lang="en-AU"/>
          </a:p>
        </p:txBody>
      </p:sp>
      <p:sp>
        <p:nvSpPr>
          <p:cNvPr id="3" name="Title 2">
            <a:extLst>
              <a:ext uri="{FF2B5EF4-FFF2-40B4-BE49-F238E27FC236}">
                <a16:creationId xmlns:a16="http://schemas.microsoft.com/office/drawing/2014/main" id="{71EF5B99-01ED-96BA-A959-B34AFEB0EDB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(32)</a:t>
            </a:r>
          </a:p>
        </p:txBody>
      </p:sp>
      <p:pic>
        <p:nvPicPr>
          <p:cNvPr id="5" name="Picture 4" descr="image of a clipboard with a pencil recording short answer responses">
            <a:extLst>
              <a:ext uri="{FF2B5EF4-FFF2-40B4-BE49-F238E27FC236}">
                <a16:creationId xmlns:a16="http://schemas.microsoft.com/office/drawing/2014/main" id="{41CBD14D-6B43-D6D7-65E4-0BA5584EEAD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4" name="TextBox 8">
            <a:extLst>
              <a:ext uri="{FF2B5EF4-FFF2-40B4-BE49-F238E27FC236}">
                <a16:creationId xmlns:a16="http://schemas.microsoft.com/office/drawing/2014/main" id="{BF1746D8-EDC2-A41E-B833-4E7774234ED5}"/>
              </a:ext>
            </a:extLst>
          </p:cNvPr>
          <p:cNvSpPr txBox="1"/>
          <p:nvPr/>
        </p:nvSpPr>
        <p:spPr>
          <a:xfrm>
            <a:off x="952555" y="1403928"/>
            <a:ext cx="10286888" cy="1905843"/>
          </a:xfrm>
          <a:prstGeom prst="rect">
            <a:avLst/>
          </a:prstGeom>
        </p:spPr>
        <p:txBody>
          <a:bodyPr wrap="square" lIns="0" tIns="0" rIns="0" bIns="0" rtlCol="0" anchor="t">
            <a:spAutoFit/>
          </a:bodyPr>
          <a:lstStyle/>
          <a:p>
            <a:pPr algn="ctr">
              <a:lnSpc>
                <a:spcPct val="150000"/>
              </a:lnSpc>
              <a:spcBef>
                <a:spcPct val="0"/>
              </a:spcBef>
            </a:pPr>
            <a:r>
              <a:rPr lang="en-US" sz="4400" b="1">
                <a:solidFill>
                  <a:srgbClr val="000000"/>
                </a:solidFill>
                <a:latin typeface="+mj-lt"/>
                <a:ea typeface="Canva Student Font"/>
                <a:cs typeface="Canva Student Font"/>
                <a:sym typeface="Canva Student Font"/>
              </a:rPr>
              <a:t>Describe</a:t>
            </a:r>
            <a:r>
              <a:rPr lang="en-US" sz="4400">
                <a:solidFill>
                  <a:srgbClr val="000000"/>
                </a:solidFill>
                <a:latin typeface="+mj-lt"/>
                <a:ea typeface="Canva Student Font"/>
                <a:cs typeface="Canva Student Font"/>
                <a:sym typeface="Canva Student Font"/>
              </a:rPr>
              <a:t> each of the </a:t>
            </a:r>
            <a:r>
              <a:rPr lang="en-US" sz="4400" b="1">
                <a:solidFill>
                  <a:srgbClr val="000000"/>
                </a:solidFill>
                <a:latin typeface="+mj-lt"/>
                <a:ea typeface="Canva Student Font"/>
                <a:cs typeface="Canva Student Font"/>
                <a:sym typeface="Canva Student Font"/>
              </a:rPr>
              <a:t>transformations</a:t>
            </a:r>
            <a:r>
              <a:rPr lang="en-US" sz="4400">
                <a:solidFill>
                  <a:srgbClr val="000000"/>
                </a:solidFill>
                <a:latin typeface="+mj-lt"/>
                <a:ea typeface="Canva Student Font"/>
                <a:cs typeface="Canva Student Font"/>
                <a:sym typeface="Canva Student Font"/>
              </a:rPr>
              <a:t> of the parallelogram.</a:t>
            </a:r>
          </a:p>
        </p:txBody>
      </p:sp>
      <p:pic>
        <p:nvPicPr>
          <p:cNvPr id="46" name="Picture 45" descr="a parallelogram that has been translated, reflected and rotated a quarter turn twice.">
            <a:extLst>
              <a:ext uri="{FF2B5EF4-FFF2-40B4-BE49-F238E27FC236}">
                <a16:creationId xmlns:a16="http://schemas.microsoft.com/office/drawing/2014/main" id="{C5D0A6CC-933E-02E2-FC9B-6DC057E4D424}"/>
              </a:ext>
            </a:extLst>
          </p:cNvPr>
          <p:cNvPicPr>
            <a:picLocks noChangeAspect="1"/>
          </p:cNvPicPr>
          <p:nvPr/>
        </p:nvPicPr>
        <p:blipFill>
          <a:blip r:embed="rId4"/>
          <a:stretch>
            <a:fillRect/>
          </a:stretch>
        </p:blipFill>
        <p:spPr>
          <a:xfrm>
            <a:off x="1708762" y="3628749"/>
            <a:ext cx="9180063" cy="2627290"/>
          </a:xfrm>
          <a:prstGeom prst="rect">
            <a:avLst/>
          </a:prstGeom>
        </p:spPr>
      </p:pic>
    </p:spTree>
    <p:extLst>
      <p:ext uri="{BB962C8B-B14F-4D97-AF65-F5344CB8AC3E}">
        <p14:creationId xmlns:p14="http://schemas.microsoft.com/office/powerpoint/2010/main" val="853628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2C480-B782-42F9-732C-5835F040372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E1345E-4986-4361-4775-7B51D7E4FFD9}"/>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1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32</a:t>
            </a:fld>
            <a:endParaRPr kumimoji="0" lang="en-AU" sz="11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52C65870-A46E-A832-2AEB-C992CE2741EE}"/>
              </a:ext>
            </a:extLst>
          </p:cNvPr>
          <p:cNvSpPr>
            <a:spLocks noGrp="1"/>
          </p:cNvSpPr>
          <p:nvPr>
            <p:ph type="title"/>
          </p:nvPr>
        </p:nvSpPr>
        <p:spPr>
          <a:xfrm>
            <a:off x="360000" y="360000"/>
            <a:ext cx="11484000" cy="545601"/>
          </a:xfrm>
        </p:spPr>
        <p:txBody>
          <a:bodyPr/>
          <a:lstStyle/>
          <a:p>
            <a:r>
              <a:rPr lang="en-AU">
                <a:latin typeface="Arial"/>
                <a:cs typeface="Arial"/>
              </a:rPr>
              <a:t>Activity 8 – finding fractional quantities</a:t>
            </a:r>
          </a:p>
        </p:txBody>
      </p:sp>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42721378-038E-2A3C-858D-10AE821686FA}"/>
                  </a:ext>
                </a:extLst>
              </p:cNvPr>
              <p:cNvSpPr txBox="1"/>
              <p:nvPr/>
            </p:nvSpPr>
            <p:spPr>
              <a:xfrm>
                <a:off x="360000" y="1634507"/>
                <a:ext cx="11374800" cy="1003327"/>
              </a:xfrm>
              <a:prstGeom prst="rect">
                <a:avLst/>
              </a:prstGeom>
              <a:noFill/>
            </p:spPr>
            <p:txBody>
              <a:bodyPr wrap="square" lIns="0" tIns="0" rIns="0" bIns="0" rtlCol="0">
                <a:no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AU" sz="26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To find </a:t>
                </a:r>
                <a14:m>
                  <m:oMath xmlns:m="http://schemas.openxmlformats.org/officeDocument/2006/math">
                    <m:f>
                      <m:fPr>
                        <m:ctrlPr>
                          <a:rPr kumimoji="0" lang="en-AU" sz="26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ctrlPr>
                      </m:fPr>
                      <m:num>
                        <m:r>
                          <a:rPr kumimoji="0" lang="en-AU" sz="26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3</m:t>
                        </m:r>
                      </m:num>
                      <m:den>
                        <m:r>
                          <a:rPr kumimoji="0" lang="en-AU" sz="26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5</m:t>
                        </m:r>
                      </m:den>
                    </m:f>
                  </m:oMath>
                </a14:m>
                <a:r>
                  <a:rPr kumimoji="0" lang="en-AU" sz="26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 of 15, Josh divided 15 by 3 to get 5, then multiplied by 5 to get 25.</a:t>
                </a:r>
              </a:p>
            </p:txBody>
          </p:sp>
        </mc:Choice>
        <mc:Fallback xmlns="">
          <p:sp>
            <p:nvSpPr>
              <p:cNvPr id="98" name="TextBox 97">
                <a:extLst>
                  <a:ext uri="{FF2B5EF4-FFF2-40B4-BE49-F238E27FC236}">
                    <a16:creationId xmlns:a16="http://schemas.microsoft.com/office/drawing/2014/main" id="{42721378-038E-2A3C-858D-10AE821686FA}"/>
                  </a:ext>
                </a:extLst>
              </p:cNvPr>
              <p:cNvSpPr txBox="1">
                <a:spLocks noRot="1" noChangeAspect="1" noMove="1" noResize="1" noEditPoints="1" noAdjustHandles="1" noChangeArrowheads="1" noChangeShapeType="1" noTextEdit="1"/>
              </p:cNvSpPr>
              <p:nvPr/>
            </p:nvSpPr>
            <p:spPr>
              <a:xfrm>
                <a:off x="360000" y="1634507"/>
                <a:ext cx="11374800" cy="1003327"/>
              </a:xfrm>
              <a:prstGeom prst="rect">
                <a:avLst/>
              </a:prstGeom>
              <a:blipFill>
                <a:blip r:embed="rId3"/>
                <a:stretch>
                  <a:fillRect l="-1768" t="-3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552AF3B7-0EC3-23CB-02B3-9700C848BC6D}"/>
                  </a:ext>
                </a:extLst>
              </p:cNvPr>
              <p:cNvSpPr txBox="1"/>
              <p:nvPr/>
            </p:nvSpPr>
            <p:spPr>
              <a:xfrm>
                <a:off x="360000" y="2839357"/>
                <a:ext cx="11374800" cy="1003327"/>
              </a:xfrm>
              <a:prstGeom prst="rect">
                <a:avLst/>
              </a:prstGeom>
              <a:noFill/>
            </p:spPr>
            <p:txBody>
              <a:bodyPr wrap="square" lIns="0" tIns="0" rIns="0" bIns="0" rtlCol="0">
                <a:no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AU" sz="26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To find </a:t>
                </a:r>
                <a14:m>
                  <m:oMath xmlns:m="http://schemas.openxmlformats.org/officeDocument/2006/math">
                    <m:f>
                      <m:fPr>
                        <m:ctrlPr>
                          <a:rPr kumimoji="0" lang="en-AU" sz="26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ctrlPr>
                      </m:fPr>
                      <m:num>
                        <m:r>
                          <a:rPr kumimoji="0" lang="en-AU" sz="26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2</m:t>
                        </m:r>
                      </m:num>
                      <m:den>
                        <m:r>
                          <a:rPr kumimoji="0" lang="en-AU" sz="26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5</m:t>
                        </m:r>
                      </m:den>
                    </m:f>
                  </m:oMath>
                </a14:m>
                <a:r>
                  <a:rPr kumimoji="0" lang="en-AU" sz="26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 of 25, Grace divided by 5 to get 5, and then multiplied by 2 to get 10.</a:t>
                </a:r>
              </a:p>
            </p:txBody>
          </p:sp>
        </mc:Choice>
        <mc:Fallback xmlns="">
          <p:sp>
            <p:nvSpPr>
              <p:cNvPr id="119" name="TextBox 118">
                <a:extLst>
                  <a:ext uri="{FF2B5EF4-FFF2-40B4-BE49-F238E27FC236}">
                    <a16:creationId xmlns:a16="http://schemas.microsoft.com/office/drawing/2014/main" id="{552AF3B7-0EC3-23CB-02B3-9700C848BC6D}"/>
                  </a:ext>
                </a:extLst>
              </p:cNvPr>
              <p:cNvSpPr txBox="1">
                <a:spLocks noRot="1" noChangeAspect="1" noMove="1" noResize="1" noEditPoints="1" noAdjustHandles="1" noChangeArrowheads="1" noChangeShapeType="1" noTextEdit="1"/>
              </p:cNvSpPr>
              <p:nvPr/>
            </p:nvSpPr>
            <p:spPr>
              <a:xfrm>
                <a:off x="360000" y="2839357"/>
                <a:ext cx="11374800" cy="1003327"/>
              </a:xfrm>
              <a:prstGeom prst="rect">
                <a:avLst/>
              </a:prstGeom>
              <a:blipFill>
                <a:blip r:embed="rId4"/>
                <a:stretch>
                  <a:fillRect l="-1768" t="-3049" r="-1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231D2E17-B492-2D11-EA85-A9D81B7F0ACE}"/>
                  </a:ext>
                </a:extLst>
              </p:cNvPr>
              <p:cNvSpPr txBox="1"/>
              <p:nvPr/>
            </p:nvSpPr>
            <p:spPr>
              <a:xfrm>
                <a:off x="360000" y="3982116"/>
                <a:ext cx="11374800" cy="1003327"/>
              </a:xfrm>
              <a:prstGeom prst="rect">
                <a:avLst/>
              </a:prstGeom>
              <a:noFill/>
            </p:spPr>
            <p:txBody>
              <a:bodyPr wrap="square" lIns="0" tIns="0" rIns="0" bIns="0" rtlCol="0">
                <a:no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AU" sz="26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To find </a:t>
                </a:r>
                <a14:m>
                  <m:oMath xmlns:m="http://schemas.openxmlformats.org/officeDocument/2006/math">
                    <m:f>
                      <m:fPr>
                        <m:ctrlPr>
                          <a:rPr kumimoji="0" lang="en-AU" sz="26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ctrlPr>
                      </m:fPr>
                      <m:num>
                        <m:r>
                          <a:rPr kumimoji="0" lang="en-AU" sz="26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3</m:t>
                        </m:r>
                      </m:num>
                      <m:den>
                        <m:r>
                          <a:rPr kumimoji="0" lang="en-AU" sz="26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4</m:t>
                        </m:r>
                      </m:den>
                    </m:f>
                  </m:oMath>
                </a14:m>
                <a:r>
                  <a:rPr kumimoji="0" lang="en-AU" sz="26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 of 24, Ben divided 24 by 4 to get 6.</a:t>
                </a:r>
              </a:p>
            </p:txBody>
          </p:sp>
        </mc:Choice>
        <mc:Fallback xmlns="">
          <p:sp>
            <p:nvSpPr>
              <p:cNvPr id="120" name="TextBox 119">
                <a:extLst>
                  <a:ext uri="{FF2B5EF4-FFF2-40B4-BE49-F238E27FC236}">
                    <a16:creationId xmlns:a16="http://schemas.microsoft.com/office/drawing/2014/main" id="{231D2E17-B492-2D11-EA85-A9D81B7F0ACE}"/>
                  </a:ext>
                </a:extLst>
              </p:cNvPr>
              <p:cNvSpPr txBox="1">
                <a:spLocks noRot="1" noChangeAspect="1" noMove="1" noResize="1" noEditPoints="1" noAdjustHandles="1" noChangeArrowheads="1" noChangeShapeType="1" noTextEdit="1"/>
              </p:cNvSpPr>
              <p:nvPr/>
            </p:nvSpPr>
            <p:spPr>
              <a:xfrm>
                <a:off x="360000" y="3982116"/>
                <a:ext cx="11374800" cy="1003327"/>
              </a:xfrm>
              <a:prstGeom prst="rect">
                <a:avLst/>
              </a:prstGeom>
              <a:blipFill>
                <a:blip r:embed="rId5"/>
                <a:stretch>
                  <a:fillRect l="-1768" t="-3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184C7D05-CD48-9E19-8FD3-608B64C128EF}"/>
                  </a:ext>
                </a:extLst>
              </p:cNvPr>
              <p:cNvSpPr txBox="1"/>
              <p:nvPr/>
            </p:nvSpPr>
            <p:spPr>
              <a:xfrm>
                <a:off x="360000" y="5124875"/>
                <a:ext cx="11374800" cy="1003327"/>
              </a:xfrm>
              <a:prstGeom prst="rect">
                <a:avLst/>
              </a:prstGeom>
              <a:noFill/>
            </p:spPr>
            <p:txBody>
              <a:bodyPr wrap="square" lIns="0" tIns="0" rIns="0" bIns="0" rtlCol="0">
                <a:no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AU" sz="26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To find </a:t>
                </a:r>
                <a14:m>
                  <m:oMath xmlns:m="http://schemas.openxmlformats.org/officeDocument/2006/math">
                    <m:f>
                      <m:fPr>
                        <m:ctrlPr>
                          <a:rPr kumimoji="0" lang="en-AU" sz="26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ctrlPr>
                      </m:fPr>
                      <m:num>
                        <m:r>
                          <a:rPr kumimoji="0" lang="en-AU" sz="26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3</m:t>
                        </m:r>
                      </m:num>
                      <m:den>
                        <m:r>
                          <a:rPr kumimoji="0" lang="en-AU" sz="26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5</m:t>
                        </m:r>
                      </m:den>
                    </m:f>
                  </m:oMath>
                </a14:m>
                <a:r>
                  <a:rPr kumimoji="0" lang="en-AU" sz="26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 of 20, Fatima divided 20 by 4 to get 5, then multiplied by 3 to get 15.</a:t>
                </a:r>
              </a:p>
            </p:txBody>
          </p:sp>
        </mc:Choice>
        <mc:Fallback xmlns="">
          <p:sp>
            <p:nvSpPr>
              <p:cNvPr id="121" name="TextBox 120">
                <a:extLst>
                  <a:ext uri="{FF2B5EF4-FFF2-40B4-BE49-F238E27FC236}">
                    <a16:creationId xmlns:a16="http://schemas.microsoft.com/office/drawing/2014/main" id="{184C7D05-CD48-9E19-8FD3-608B64C128EF}"/>
                  </a:ext>
                </a:extLst>
              </p:cNvPr>
              <p:cNvSpPr txBox="1">
                <a:spLocks noRot="1" noChangeAspect="1" noMove="1" noResize="1" noEditPoints="1" noAdjustHandles="1" noChangeArrowheads="1" noChangeShapeType="1" noTextEdit="1"/>
              </p:cNvSpPr>
              <p:nvPr/>
            </p:nvSpPr>
            <p:spPr>
              <a:xfrm>
                <a:off x="360000" y="5124875"/>
                <a:ext cx="11374800" cy="1003327"/>
              </a:xfrm>
              <a:prstGeom prst="rect">
                <a:avLst/>
              </a:prstGeom>
              <a:blipFill>
                <a:blip r:embed="rId6"/>
                <a:stretch>
                  <a:fillRect l="-1768" t="-3049" r="-643"/>
                </a:stretch>
              </a:blipFill>
            </p:spPr>
            <p:txBody>
              <a:bodyPr/>
              <a:lstStyle/>
              <a:p>
                <a:r>
                  <a:rPr lang="en-US">
                    <a:noFill/>
                  </a:rPr>
                  <a:t> </a:t>
                </a:r>
              </a:p>
            </p:txBody>
          </p:sp>
        </mc:Fallback>
      </mc:AlternateContent>
      <p:pic>
        <p:nvPicPr>
          <p:cNvPr id="4" name="Picture 3" descr="image of a head with cogs turning inside">
            <a:extLst>
              <a:ext uri="{FF2B5EF4-FFF2-40B4-BE49-F238E27FC236}">
                <a16:creationId xmlns:a16="http://schemas.microsoft.com/office/drawing/2014/main" id="{2630F5C8-4362-C981-D0AC-AA295469D9C9}"/>
              </a:ext>
            </a:extLst>
          </p:cNvPr>
          <p:cNvPicPr>
            <a:picLocks noChangeAspect="1"/>
          </p:cNvPicPr>
          <p:nvPr/>
        </p:nvPicPr>
        <p:blipFill>
          <a:blip r:embed="rId7"/>
          <a:stretch>
            <a:fillRect/>
          </a:stretch>
        </p:blipFill>
        <p:spPr>
          <a:xfrm>
            <a:off x="11137323" y="190068"/>
            <a:ext cx="723900" cy="866775"/>
          </a:xfrm>
          <a:prstGeom prst="rect">
            <a:avLst/>
          </a:prstGeom>
        </p:spPr>
      </p:pic>
    </p:spTree>
    <p:extLst>
      <p:ext uri="{BB962C8B-B14F-4D97-AF65-F5344CB8AC3E}">
        <p14:creationId xmlns:p14="http://schemas.microsoft.com/office/powerpoint/2010/main" val="4131942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p:bldP spid="120" grpId="0"/>
      <p:bldP spid="12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33</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34</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4" name="Text Placeholder 3">
            <a:extLst>
              <a:ext uri="{FF2B5EF4-FFF2-40B4-BE49-F238E27FC236}">
                <a16:creationId xmlns:a16="http://schemas.microsoft.com/office/drawing/2014/main" id="{EB4C48A6-632A-10A7-9B85-40A6CEF59C26}"/>
              </a:ext>
            </a:extLst>
          </p:cNvPr>
          <p:cNvSpPr>
            <a:spLocks noGrp="1"/>
          </p:cNvSpPr>
          <p:nvPr>
            <p:ph type="body" sz="quarter" idx="18"/>
          </p:nvPr>
        </p:nvSpPr>
        <p:spPr/>
        <p:txBody>
          <a:bodyPr/>
          <a:lstStyle/>
          <a:p>
            <a:endParaRPr lang="en-AU">
              <a:latin typeface="+mj-lt"/>
            </a:endParaRP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EE9CE-D467-CF79-03E7-D0928BDD12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0CABD8-EB9E-30C6-352A-9951178A7DB9}"/>
              </a:ext>
            </a:extLst>
          </p:cNvPr>
          <p:cNvSpPr>
            <a:spLocks noGrp="1"/>
          </p:cNvSpPr>
          <p:nvPr>
            <p:ph type="sldNum" sz="quarter" idx="12"/>
          </p:nvPr>
        </p:nvSpPr>
        <p:spPr/>
        <p:txBody>
          <a:bodyPr/>
          <a:lstStyle/>
          <a:p>
            <a:fld id="{10A01DC5-1685-4615-8240-15192985C6A2}" type="slidenum">
              <a:rPr lang="en-AU" smtClean="0"/>
              <a:t>38</a:t>
            </a:fld>
            <a:endParaRPr lang="en-AU"/>
          </a:p>
        </p:txBody>
      </p:sp>
      <p:sp>
        <p:nvSpPr>
          <p:cNvPr id="3" name="Title 2">
            <a:extLst>
              <a:ext uri="{FF2B5EF4-FFF2-40B4-BE49-F238E27FC236}">
                <a16:creationId xmlns:a16="http://schemas.microsoft.com/office/drawing/2014/main" id="{6F7B9B9F-1954-2BCA-9CE2-E9BF07F578A5}"/>
              </a:ext>
            </a:extLst>
          </p:cNvPr>
          <p:cNvSpPr>
            <a:spLocks noGrp="1"/>
          </p:cNvSpPr>
          <p:nvPr>
            <p:ph type="title"/>
          </p:nvPr>
        </p:nvSpPr>
        <p:spPr/>
        <p:txBody>
          <a:bodyPr/>
          <a:lstStyle/>
          <a:p>
            <a:r>
              <a:rPr lang="en-US"/>
              <a:t>Multiple choice </a:t>
            </a:r>
            <a:r>
              <a:rPr lang="en-US">
                <a:solidFill>
                  <a:schemeClr val="bg1"/>
                </a:solidFill>
              </a:rPr>
              <a:t>(5)</a:t>
            </a:r>
          </a:p>
        </p:txBody>
      </p:sp>
      <p:sp>
        <p:nvSpPr>
          <p:cNvPr id="13" name="Text Placeholder 12">
            <a:extLst>
              <a:ext uri="{FF2B5EF4-FFF2-40B4-BE49-F238E27FC236}">
                <a16:creationId xmlns:a16="http://schemas.microsoft.com/office/drawing/2014/main" id="{884A26B5-6F52-2F0A-8648-DEA4BF0E15B4}"/>
              </a:ext>
            </a:extLst>
          </p:cNvPr>
          <p:cNvSpPr>
            <a:spLocks noGrp="1"/>
          </p:cNvSpPr>
          <p:nvPr>
            <p:ph type="body" sz="quarter" idx="18"/>
          </p:nvPr>
        </p:nvSpPr>
        <p:spPr/>
        <p:txBody>
          <a:bodyPr/>
          <a:lstStyle/>
          <a:p>
            <a:endParaRPr lang="en-US"/>
          </a:p>
        </p:txBody>
      </p:sp>
      <p:sp>
        <p:nvSpPr>
          <p:cNvPr id="14" name="Text Placeholder 13">
            <a:extLst>
              <a:ext uri="{FF2B5EF4-FFF2-40B4-BE49-F238E27FC236}">
                <a16:creationId xmlns:a16="http://schemas.microsoft.com/office/drawing/2014/main" id="{2FAE27F9-31E0-BEE8-BFCB-40B14864DE8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871424B5-AF1B-EBC1-192B-253358954B69}"/>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057F8B72-6486-DAFE-D378-A7E3F82B47C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86611D7-8B32-72EA-14FB-A57E82998441}"/>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EA13EBFB-AE4F-2AC8-7064-60FC4C858E88}"/>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31E8794B-BDE8-037D-0CAF-AA0E5A7E8583}"/>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68AE238C-3606-5F78-F03A-0E9E40F4FDA4}"/>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6464E12C-842E-0AE5-19AB-798F6BC2845D}"/>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E989C16C-1E4B-799F-ACDD-636F7693F2A6}"/>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643762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E7187-0435-DC00-BB5D-2125BBCA43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2BC893-9530-AC61-D7B3-3A452ECBB315}"/>
              </a:ext>
            </a:extLst>
          </p:cNvPr>
          <p:cNvSpPr>
            <a:spLocks noGrp="1"/>
          </p:cNvSpPr>
          <p:nvPr>
            <p:ph type="sldNum" sz="quarter" idx="12"/>
          </p:nvPr>
        </p:nvSpPr>
        <p:spPr/>
        <p:txBody>
          <a:bodyPr/>
          <a:lstStyle/>
          <a:p>
            <a:fld id="{10A01DC5-1685-4615-8240-15192985C6A2}" type="slidenum">
              <a:rPr lang="en-AU" smtClean="0"/>
              <a:t>39</a:t>
            </a:fld>
            <a:endParaRPr lang="en-AU"/>
          </a:p>
        </p:txBody>
      </p:sp>
      <p:sp>
        <p:nvSpPr>
          <p:cNvPr id="3" name="Title 2">
            <a:extLst>
              <a:ext uri="{FF2B5EF4-FFF2-40B4-BE49-F238E27FC236}">
                <a16:creationId xmlns:a16="http://schemas.microsoft.com/office/drawing/2014/main" id="{47BC9526-5863-A869-9375-A013AA9B1360}"/>
              </a:ext>
            </a:extLst>
          </p:cNvPr>
          <p:cNvSpPr>
            <a:spLocks noGrp="1"/>
          </p:cNvSpPr>
          <p:nvPr>
            <p:ph type="title"/>
          </p:nvPr>
        </p:nvSpPr>
        <p:spPr/>
        <p:txBody>
          <a:bodyPr/>
          <a:lstStyle/>
          <a:p>
            <a:r>
              <a:rPr lang="en-US"/>
              <a:t>Multiple choice </a:t>
            </a:r>
            <a:r>
              <a:rPr lang="en-US">
                <a:solidFill>
                  <a:schemeClr val="bg1"/>
                </a:solidFill>
              </a:rPr>
              <a:t>(6)</a:t>
            </a:r>
          </a:p>
        </p:txBody>
      </p:sp>
      <p:sp>
        <p:nvSpPr>
          <p:cNvPr id="14" name="Picture Placeholder 13">
            <a:extLst>
              <a:ext uri="{FF2B5EF4-FFF2-40B4-BE49-F238E27FC236}">
                <a16:creationId xmlns:a16="http://schemas.microsoft.com/office/drawing/2014/main" id="{29B9EC75-6577-E32D-99A2-E54978EE9438}"/>
              </a:ext>
            </a:extLst>
          </p:cNvPr>
          <p:cNvSpPr>
            <a:spLocks noGrp="1"/>
          </p:cNvSpPr>
          <p:nvPr>
            <p:ph type="pic" sz="quarter" idx="20"/>
          </p:nvPr>
        </p:nvSpPr>
        <p:spPr/>
        <p:txBody>
          <a:bodyPr/>
          <a:lstStyle/>
          <a:p>
            <a:pPr algn="ctr"/>
            <a:endParaRPr lang="en-AU" sz="4000"/>
          </a:p>
        </p:txBody>
      </p:sp>
      <p:sp>
        <p:nvSpPr>
          <p:cNvPr id="15" name="Picture Placeholder 14">
            <a:extLst>
              <a:ext uri="{FF2B5EF4-FFF2-40B4-BE49-F238E27FC236}">
                <a16:creationId xmlns:a16="http://schemas.microsoft.com/office/drawing/2014/main" id="{08C58CC8-E167-CE35-57C2-0AFB8730B7FA}"/>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4796CCA1-ED50-C4F4-B332-BD3BA323854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86C354AA-6397-16D8-C4C4-474F76D4A1C7}"/>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8B713342-A845-FC63-9421-B086E3AB3C41}"/>
              </a:ext>
            </a:extLst>
          </p:cNvPr>
          <p:cNvSpPr>
            <a:spLocks noGrp="1"/>
          </p:cNvSpPr>
          <p:nvPr>
            <p:ph type="body" sz="quarter" idx="24"/>
          </p:nvPr>
        </p:nvSpPr>
        <p:spPr>
          <a:xfrm>
            <a:off x="360000" y="1068785"/>
            <a:ext cx="11243037" cy="893226"/>
          </a:xfrm>
        </p:spPr>
        <p:txBody>
          <a:bodyPr vert="horz" lIns="0" tIns="0" rIns="0" bIns="0" rtlCol="0" anchor="t">
            <a:noAutofit/>
          </a:bodyPr>
          <a:lstStyle/>
          <a:p>
            <a:endParaRPr lang="en-US" sz="4000"/>
          </a:p>
        </p:txBody>
      </p:sp>
      <p:sp>
        <p:nvSpPr>
          <p:cNvPr id="9" name="TextBox 8">
            <a:extLst>
              <a:ext uri="{FF2B5EF4-FFF2-40B4-BE49-F238E27FC236}">
                <a16:creationId xmlns:a16="http://schemas.microsoft.com/office/drawing/2014/main" id="{277FD18C-1E47-9FBB-532B-0DE3C233677A}"/>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FC4CB8-AF3F-406B-99FC-2C281AD6990A}"/>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5B95680-E32C-1E10-95C3-D0583F057C8A}"/>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5C468B22-5176-DF39-28C7-B9C61DEEF657}"/>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884063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40</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a:t>
            </a:r>
            <a:endParaRPr lang="en-AU">
              <a:solidFill>
                <a:schemeClr val="bg1"/>
              </a:solidFill>
            </a:endParaRPr>
          </a:p>
        </p:txBody>
      </p:sp>
      <p:sp>
        <p:nvSpPr>
          <p:cNvPr id="4" name="Content Placeholder 3">
            <a:extLst>
              <a:ext uri="{FF2B5EF4-FFF2-40B4-BE49-F238E27FC236}">
                <a16:creationId xmlns:a16="http://schemas.microsoft.com/office/drawing/2014/main" id="{B7C07B50-96D9-2E35-E2CE-3139F6377F08}"/>
              </a:ext>
            </a:extLst>
          </p:cNvPr>
          <p:cNvSpPr>
            <a:spLocks noGrp="1" noRot="1" noMove="1" noResize="1" noEditPoints="1" noAdjustHandles="1" noChangeArrowheads="1" noChangeShapeType="1"/>
          </p:cNvSpPr>
          <p:nvPr>
            <p:ph idx="1"/>
          </p:nvPr>
        </p:nvSpPr>
        <p:spPr/>
        <p:txBody>
          <a:bodyPr vert="horz" lIns="0" tIns="0" rIns="0" bIns="0" rtlCol="0" anchor="t">
            <a:noAutofit/>
          </a:bodyPr>
          <a:lstStyle/>
          <a:p>
            <a:pPr algn="l" rtl="0" fontAlgn="base"/>
            <a:r>
              <a:rPr lang="en-AU" b="0" i="0" u="sng" strike="noStrike">
                <a:solidFill>
                  <a:srgbClr val="2F5496"/>
                </a:solidFill>
                <a:effectLst/>
                <a:latin typeface="Arial" panose="020B0604020202020204" pitchFamily="34" charset="0"/>
                <a:hlinkClick r:id="rId3"/>
              </a:rPr>
              <a:t>Mathematics K–10 Syllabus</a:t>
            </a:r>
            <a:r>
              <a:rPr lang="en-AU" b="0" i="0">
                <a:solidFill>
                  <a:srgbClr val="000000"/>
                </a:solidFill>
                <a:effectLst/>
                <a:latin typeface="Arial" panose="020B0604020202020204" pitchFamily="34" charset="0"/>
              </a:rPr>
              <a:t> © NSW Education Standards Authority (NESA) for and on behalf of the Crown in right of the State of New South Wales, 2022. </a:t>
            </a:r>
          </a:p>
          <a:p>
            <a:pPr algn="l" rtl="0" fontAlgn="base"/>
            <a:r>
              <a:rPr lang="en-AU" b="0" i="0" u="sng" strike="noStrike">
                <a:solidFill>
                  <a:srgbClr val="2F5496"/>
                </a:solidFill>
                <a:effectLst/>
                <a:latin typeface="Arial" panose="020B0604020202020204" pitchFamily="34" charset="0"/>
                <a:hlinkClick r:id="rId4"/>
              </a:rPr>
              <a:t>National Numeracy Learning Progression</a:t>
            </a:r>
            <a:r>
              <a:rPr lang="en-AU" b="0" i="0">
                <a:solidFill>
                  <a:srgbClr val="000000"/>
                </a:solidFill>
                <a:effectLst/>
                <a:latin typeface="Arial" panose="020B0604020202020204" pitchFamily="34" charset="0"/>
              </a:rPr>
              <a:t> © Australian Curriculum, Assessment and Reporting Authority (ACARA) 2010 to present, unless otherwise indicated. This material was downloaded from the </a:t>
            </a:r>
            <a:r>
              <a:rPr lang="en-AU" b="0" i="0" u="sng" strike="noStrike">
                <a:solidFill>
                  <a:srgbClr val="2F5496"/>
                </a:solidFill>
                <a:effectLst/>
                <a:latin typeface="Arial" panose="020B0604020202020204" pitchFamily="34" charset="0"/>
                <a:hlinkClick r:id="rId5"/>
              </a:rPr>
              <a:t>Australian Curriculum</a:t>
            </a:r>
            <a:r>
              <a:rPr lang="en-AU" b="0" i="0">
                <a:solidFill>
                  <a:srgbClr val="000000"/>
                </a:solidFill>
                <a:effectLst/>
                <a:latin typeface="Arial" panose="020B0604020202020204" pitchFamily="34" charset="0"/>
              </a:rPr>
              <a:t> website (National Literacy Learning Progression) (accessed 8 April 2024 and was not modified. </a:t>
            </a:r>
          </a:p>
          <a:p>
            <a:pPr algn="l" rtl="0" fontAlgn="base"/>
            <a:r>
              <a:rPr lang="en-AU" b="0" i="0">
                <a:solidFill>
                  <a:srgbClr val="000000"/>
                </a:solidFill>
                <a:effectLst/>
                <a:latin typeface="Arial" panose="020B0604020202020204" pitchFamily="34" charset="0"/>
              </a:rPr>
              <a:t>Barton C (2019) </a:t>
            </a:r>
            <a:r>
              <a:rPr lang="en-AU" b="0" i="1" u="sng" strike="noStrike">
                <a:solidFill>
                  <a:srgbClr val="2F5496"/>
                </a:solidFill>
                <a:effectLst/>
                <a:latin typeface="Arial" panose="020B0604020202020204" pitchFamily="34" charset="0"/>
                <a:hlinkClick r:id="rId6"/>
              </a:rPr>
              <a:t>Volume of a cuboid 1</a:t>
            </a:r>
            <a:r>
              <a:rPr lang="en-AU" b="0" i="0">
                <a:solidFill>
                  <a:srgbClr val="000000"/>
                </a:solidFill>
                <a:effectLst/>
                <a:latin typeface="Arial" panose="020B0604020202020204" pitchFamily="34" charset="0"/>
              </a:rPr>
              <a:t>, Maths </a:t>
            </a:r>
            <a:r>
              <a:rPr lang="en-AU" b="0" i="0" err="1">
                <a:solidFill>
                  <a:srgbClr val="000000"/>
                </a:solidFill>
                <a:effectLst/>
                <a:latin typeface="Arial" panose="020B0604020202020204" pitchFamily="34" charset="0"/>
              </a:rPr>
              <a:t>Venns</a:t>
            </a:r>
            <a:r>
              <a:rPr lang="en-AU" b="0" i="0">
                <a:solidFill>
                  <a:srgbClr val="000000"/>
                </a:solidFill>
                <a:effectLst/>
                <a:latin typeface="Arial" panose="020B0604020202020204" pitchFamily="34" charset="0"/>
              </a:rPr>
              <a:t> Website, accessed 8 April 2024. </a:t>
            </a:r>
          </a:p>
          <a:p>
            <a:pPr algn="l" rtl="0" fontAlgn="base"/>
            <a:r>
              <a:rPr lang="en-AU" b="0" i="0">
                <a:solidFill>
                  <a:srgbClr val="000000"/>
                </a:solidFill>
                <a:effectLst/>
                <a:latin typeface="Arial" panose="020B0604020202020204" pitchFamily="34" charset="0"/>
              </a:rPr>
              <a:t>Finkel D (2019) </a:t>
            </a:r>
            <a:r>
              <a:rPr lang="en-AU" b="0" i="1" u="sng" strike="noStrike">
                <a:solidFill>
                  <a:srgbClr val="2F5496"/>
                </a:solidFill>
                <a:effectLst/>
                <a:latin typeface="Arial" panose="020B0604020202020204" pitchFamily="34" charset="0"/>
                <a:hlinkClick r:id="rId7"/>
              </a:rPr>
              <a:t>Fill the Stairs</a:t>
            </a:r>
            <a:r>
              <a:rPr lang="en-AU" b="0" i="0">
                <a:solidFill>
                  <a:srgbClr val="000000"/>
                </a:solidFill>
                <a:effectLst/>
                <a:latin typeface="Arial" panose="020B0604020202020204" pitchFamily="34" charset="0"/>
              </a:rPr>
              <a:t>, Math for Love website, accessed 8 April 2024. </a:t>
            </a:r>
          </a:p>
          <a:p>
            <a:pPr algn="l" rtl="0" fontAlgn="base"/>
            <a:r>
              <a:rPr lang="en-AU" b="0" i="0">
                <a:solidFill>
                  <a:srgbClr val="000000"/>
                </a:solidFill>
                <a:effectLst/>
                <a:latin typeface="Arial" panose="020B0604020202020204" pitchFamily="34" charset="0"/>
              </a:rPr>
              <a:t>NESA (NSW Education Standards Authority) (2024) ‘</a:t>
            </a:r>
            <a:r>
              <a:rPr lang="en-AU" b="0" i="0" u="sng" strike="noStrike">
                <a:solidFill>
                  <a:srgbClr val="2F5496"/>
                </a:solidFill>
                <a:effectLst/>
                <a:latin typeface="Arial" panose="020B0604020202020204" pitchFamily="34" charset="0"/>
                <a:hlinkClick r:id="rId8"/>
              </a:rPr>
              <a:t>Teaching advice for Three-dimensional spatial structure A</a:t>
            </a:r>
            <a:r>
              <a:rPr lang="en-AU" b="0" i="0">
                <a:solidFill>
                  <a:srgbClr val="000000"/>
                </a:solidFill>
                <a:effectLst/>
                <a:latin typeface="Arial" panose="020B0604020202020204" pitchFamily="34" charset="0"/>
              </a:rPr>
              <a:t>’, </a:t>
            </a:r>
            <a:r>
              <a:rPr lang="en-AU" b="0" i="1">
                <a:solidFill>
                  <a:srgbClr val="000000"/>
                </a:solidFill>
                <a:effectLst/>
                <a:latin typeface="Arial" panose="020B0604020202020204" pitchFamily="34" charset="0"/>
              </a:rPr>
              <a:t>Stage 3</a:t>
            </a:r>
            <a:r>
              <a:rPr lang="en-AU" b="0" i="0">
                <a:solidFill>
                  <a:srgbClr val="000000"/>
                </a:solidFill>
                <a:effectLst/>
                <a:latin typeface="Arial" panose="020B0604020202020204" pitchFamily="34" charset="0"/>
              </a:rPr>
              <a:t>, NESA website, accessed 30 May 2024. </a:t>
            </a:r>
          </a:p>
          <a:p>
            <a:pPr algn="l" rtl="0" fontAlgn="base"/>
            <a:r>
              <a:rPr lang="en-AU" b="0" i="0">
                <a:solidFill>
                  <a:srgbClr val="000000"/>
                </a:solidFill>
                <a:effectLst/>
                <a:latin typeface="Arial"/>
                <a:cs typeface="Arial"/>
              </a:rPr>
              <a:t>State of New South Wales (Department of Education) (2023) </a:t>
            </a:r>
            <a:r>
              <a:rPr lang="en-AU" b="0" i="1">
                <a:solidFill>
                  <a:srgbClr val="000000"/>
                </a:solidFill>
                <a:effectLst/>
                <a:latin typeface="Arial"/>
                <a:cs typeface="Arial"/>
              </a:rPr>
              <a:t>‘</a:t>
            </a:r>
            <a:r>
              <a:rPr lang="en-AU" b="0" i="0" u="sng" strike="noStrike">
                <a:solidFill>
                  <a:srgbClr val="2F5496"/>
                </a:solidFill>
                <a:effectLst/>
                <a:latin typeface="Arial"/>
                <a:cs typeface="Arial"/>
                <a:hlinkClick r:id="rId9"/>
              </a:rPr>
              <a:t>Factors fun</a:t>
            </a:r>
            <a:r>
              <a:rPr lang="en-AU" b="0" i="0">
                <a:solidFill>
                  <a:srgbClr val="000000"/>
                </a:solidFill>
                <a:effectLst/>
                <a:latin typeface="Arial"/>
                <a:cs typeface="Arial"/>
              </a:rPr>
              <a:t>’,</a:t>
            </a:r>
            <a:r>
              <a:rPr lang="en-AU" b="0" i="1">
                <a:solidFill>
                  <a:srgbClr val="000000"/>
                </a:solidFill>
                <a:effectLst/>
                <a:latin typeface="Arial"/>
                <a:cs typeface="Arial"/>
              </a:rPr>
              <a:t> Mathematics K–6 resources</a:t>
            </a:r>
            <a:r>
              <a:rPr lang="en-AU" b="0" i="0">
                <a:solidFill>
                  <a:srgbClr val="000000"/>
                </a:solidFill>
                <a:effectLst/>
                <a:latin typeface="Arial"/>
                <a:cs typeface="Arial"/>
              </a:rPr>
              <a:t>, NSW Department of Education website, accessed 3 April 2024. </a:t>
            </a:r>
          </a:p>
          <a:p>
            <a:pPr algn="l" rtl="0" fontAlgn="base"/>
            <a:endParaRPr lang="en-AU" b="0" i="0">
              <a:solidFill>
                <a:srgbClr val="000000"/>
              </a:solidFill>
              <a:effectLst/>
              <a:latin typeface="Arial" panose="020B0604020202020204" pitchFamily="34" charset="0"/>
            </a:endParaRPr>
          </a:p>
          <a:p>
            <a:pPr algn="l" rtl="0" fontAlgn="base"/>
            <a:endParaRPr lang="en-AU" b="0" i="0">
              <a:solidFill>
                <a:srgbClr val="000000"/>
              </a:solidFill>
              <a:effectLst/>
              <a:latin typeface="Arial" panose="020B0604020202020204" pitchFamily="34" charset="0"/>
            </a:endParaRP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10">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11">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12">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Tree>
    <p:extLst>
      <p:ext uri="{BB962C8B-B14F-4D97-AF65-F5344CB8AC3E}">
        <p14:creationId xmlns:p14="http://schemas.microsoft.com/office/powerpoint/2010/main" val="4099772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41</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a:t>
            </a:r>
          </a:p>
        </p:txBody>
      </p:sp>
      <p:sp>
        <p:nvSpPr>
          <p:cNvPr id="4" name="Content Placeholder 3">
            <a:extLst>
              <a:ext uri="{FF2B5EF4-FFF2-40B4-BE49-F238E27FC236}">
                <a16:creationId xmlns:a16="http://schemas.microsoft.com/office/drawing/2014/main" id="{B7C07B50-96D9-2E35-E2CE-3139F6377F08}"/>
              </a:ext>
            </a:extLst>
          </p:cNvPr>
          <p:cNvSpPr>
            <a:spLocks noGrp="1" noRot="1" noMove="1" noResize="1" noEditPoints="1" noAdjustHandles="1" noChangeArrowheads="1" noChangeShapeType="1"/>
          </p:cNvSpPr>
          <p:nvPr>
            <p:ph idx="1"/>
          </p:nvPr>
        </p:nvSpPr>
        <p:spPr/>
        <p:txBody>
          <a:bodyPr/>
          <a:lstStyle/>
          <a:p>
            <a:pPr algn="l" rtl="0" fontAlgn="base"/>
            <a:r>
              <a:rPr lang="en-AU" b="0" i="0">
                <a:solidFill>
                  <a:srgbClr val="000000"/>
                </a:solidFill>
                <a:effectLst/>
                <a:latin typeface="Arial" panose="020B0604020202020204" pitchFamily="34" charset="0"/>
              </a:rPr>
              <a:t>Sullivan P (2018) </a:t>
            </a:r>
            <a:r>
              <a:rPr lang="en-AU" b="0" i="1">
                <a:solidFill>
                  <a:srgbClr val="000000"/>
                </a:solidFill>
                <a:effectLst/>
                <a:latin typeface="Arial" panose="020B0604020202020204" pitchFamily="34" charset="0"/>
              </a:rPr>
              <a:t>Challenging Mathematical Tasks</a:t>
            </a:r>
            <a:r>
              <a:rPr lang="en-AU" b="0" i="0">
                <a:solidFill>
                  <a:srgbClr val="000000"/>
                </a:solidFill>
                <a:effectLst/>
                <a:latin typeface="Arial" panose="020B0604020202020204" pitchFamily="34" charset="0"/>
              </a:rPr>
              <a:t>, Oxford University Press Australia and New Zealand. </a:t>
            </a:r>
          </a:p>
          <a:p>
            <a:pPr algn="l" rtl="0" fontAlgn="base"/>
            <a:r>
              <a:rPr lang="en-AU" b="0" i="0">
                <a:solidFill>
                  <a:srgbClr val="000000"/>
                </a:solidFill>
                <a:effectLst/>
                <a:latin typeface="Arial" panose="020B0604020202020204" pitchFamily="34" charset="0"/>
              </a:rPr>
              <a:t>University of Cambridge (</a:t>
            </a:r>
            <a:r>
              <a:rPr lang="en-AU" b="0" i="0" err="1">
                <a:solidFill>
                  <a:srgbClr val="000000"/>
                </a:solidFill>
                <a:effectLst/>
                <a:latin typeface="Arial" panose="020B0604020202020204" pitchFamily="34" charset="0"/>
              </a:rPr>
              <a:t>n.d.a</a:t>
            </a:r>
            <a:r>
              <a:rPr lang="en-AU" b="0" i="0">
                <a:solidFill>
                  <a:srgbClr val="000000"/>
                </a:solidFill>
                <a:effectLst/>
                <a:latin typeface="Arial" panose="020B0604020202020204" pitchFamily="34" charset="0"/>
              </a:rPr>
              <a:t>) </a:t>
            </a:r>
            <a:r>
              <a:rPr lang="en-AU" b="0" i="1" u="sng" strike="noStrike">
                <a:solidFill>
                  <a:srgbClr val="2F5496"/>
                </a:solidFill>
                <a:effectLst/>
                <a:latin typeface="Arial" panose="020B0604020202020204" pitchFamily="34" charset="0"/>
                <a:hlinkClick r:id="rId3"/>
              </a:rPr>
              <a:t>Area and Perimeter</a:t>
            </a:r>
            <a:r>
              <a:rPr lang="en-AU" b="0" i="0">
                <a:solidFill>
                  <a:srgbClr val="000000"/>
                </a:solidFill>
                <a:effectLst/>
                <a:latin typeface="Arial" panose="020B0604020202020204" pitchFamily="34" charset="0"/>
              </a:rPr>
              <a:t>, NRICH website, accessed 4 April 2024. </a:t>
            </a:r>
          </a:p>
          <a:p>
            <a:pPr algn="l" rtl="0" fontAlgn="base"/>
            <a:r>
              <a:rPr lang="en-AU" b="0" i="0">
                <a:solidFill>
                  <a:srgbClr val="000000"/>
                </a:solidFill>
                <a:effectLst/>
                <a:latin typeface="Arial" panose="020B0604020202020204" pitchFamily="34" charset="0"/>
              </a:rPr>
              <a:t>——(</a:t>
            </a:r>
            <a:r>
              <a:rPr lang="en-AU" b="0" i="0" err="1">
                <a:solidFill>
                  <a:srgbClr val="000000"/>
                </a:solidFill>
                <a:effectLst/>
                <a:latin typeface="Arial" panose="020B0604020202020204" pitchFamily="34" charset="0"/>
              </a:rPr>
              <a:t>n.d.b</a:t>
            </a:r>
            <a:r>
              <a:rPr lang="en-AU" b="0" i="0">
                <a:solidFill>
                  <a:srgbClr val="000000"/>
                </a:solidFill>
                <a:effectLst/>
                <a:latin typeface="Arial" panose="020B0604020202020204" pitchFamily="34" charset="0"/>
              </a:rPr>
              <a:t>) </a:t>
            </a:r>
            <a:r>
              <a:rPr lang="en-AU" b="0" i="1" u="sng" strike="noStrike">
                <a:solidFill>
                  <a:srgbClr val="2F5496"/>
                </a:solidFill>
                <a:effectLst/>
                <a:latin typeface="Arial" panose="020B0604020202020204" pitchFamily="34" charset="0"/>
                <a:hlinkClick r:id="rId4"/>
              </a:rPr>
              <a:t>Factor-multiple Chains</a:t>
            </a:r>
            <a:r>
              <a:rPr lang="en-AU" b="0" i="0">
                <a:solidFill>
                  <a:srgbClr val="000000"/>
                </a:solidFill>
                <a:effectLst/>
                <a:latin typeface="Arial" panose="020B0604020202020204" pitchFamily="34" charset="0"/>
              </a:rPr>
              <a:t>, NRICH website, accessed 4 April 2024. </a:t>
            </a:r>
          </a:p>
          <a:p>
            <a:pPr algn="l" rtl="0" fontAlgn="base"/>
            <a:r>
              <a:rPr lang="en-AU" b="0" i="0">
                <a:solidFill>
                  <a:srgbClr val="000000"/>
                </a:solidFill>
                <a:effectLst/>
                <a:latin typeface="Arial" panose="020B0604020202020204" pitchFamily="34" charset="0"/>
              </a:rPr>
              <a:t>——(</a:t>
            </a:r>
            <a:r>
              <a:rPr lang="en-AU" b="0" i="0" err="1">
                <a:solidFill>
                  <a:srgbClr val="000000"/>
                </a:solidFill>
                <a:effectLst/>
                <a:latin typeface="Arial" panose="020B0604020202020204" pitchFamily="34" charset="0"/>
              </a:rPr>
              <a:t>n.d.c</a:t>
            </a:r>
            <a:r>
              <a:rPr lang="en-AU" b="0" i="0">
                <a:solidFill>
                  <a:srgbClr val="000000"/>
                </a:solidFill>
                <a:effectLst/>
                <a:latin typeface="Arial" panose="020B0604020202020204" pitchFamily="34" charset="0"/>
              </a:rPr>
              <a:t>) </a:t>
            </a:r>
            <a:r>
              <a:rPr lang="en-AU" b="0" i="1" u="sng" strike="noStrike">
                <a:solidFill>
                  <a:srgbClr val="2F5496"/>
                </a:solidFill>
                <a:effectLst/>
                <a:latin typeface="Arial" panose="020B0604020202020204" pitchFamily="34" charset="0"/>
                <a:hlinkClick r:id="rId5"/>
              </a:rPr>
              <a:t>Rod Area</a:t>
            </a:r>
            <a:r>
              <a:rPr lang="en-AU" b="0" i="0">
                <a:solidFill>
                  <a:srgbClr val="000000"/>
                </a:solidFill>
                <a:effectLst/>
                <a:latin typeface="Arial" panose="020B0604020202020204" pitchFamily="34" charset="0"/>
              </a:rPr>
              <a:t>, NRICH website, accessed 4 April 2024. </a:t>
            </a:r>
          </a:p>
          <a:p>
            <a:pPr algn="l" rtl="0" fontAlgn="base"/>
            <a:r>
              <a:rPr lang="en-AU" b="0" i="0">
                <a:solidFill>
                  <a:srgbClr val="000000"/>
                </a:solidFill>
                <a:effectLst/>
                <a:latin typeface="Arial" panose="020B0604020202020204" pitchFamily="34" charset="0"/>
              </a:rPr>
              <a:t>——(</a:t>
            </a:r>
            <a:r>
              <a:rPr lang="en-AU" b="0" i="0" err="1">
                <a:solidFill>
                  <a:srgbClr val="000000"/>
                </a:solidFill>
                <a:effectLst/>
                <a:latin typeface="Arial" panose="020B0604020202020204" pitchFamily="34" charset="0"/>
              </a:rPr>
              <a:t>n.d.d</a:t>
            </a:r>
            <a:r>
              <a:rPr lang="en-AU" b="0" i="0">
                <a:solidFill>
                  <a:srgbClr val="000000"/>
                </a:solidFill>
                <a:effectLst/>
                <a:latin typeface="Arial" panose="020B0604020202020204" pitchFamily="34" charset="0"/>
              </a:rPr>
              <a:t>) </a:t>
            </a:r>
            <a:r>
              <a:rPr lang="en-AU" b="0" i="1" u="sng" strike="noStrike">
                <a:solidFill>
                  <a:srgbClr val="2F5496"/>
                </a:solidFill>
                <a:effectLst/>
                <a:latin typeface="Arial" panose="020B0604020202020204" pitchFamily="34" charset="0"/>
                <a:hlinkClick r:id="rId6"/>
              </a:rPr>
              <a:t>Route Product</a:t>
            </a:r>
            <a:r>
              <a:rPr lang="en-AU" b="0" i="0">
                <a:solidFill>
                  <a:srgbClr val="000000"/>
                </a:solidFill>
                <a:effectLst/>
                <a:latin typeface="Arial" panose="020B0604020202020204" pitchFamily="34" charset="0"/>
              </a:rPr>
              <a:t>, NRICH website, accessed 4 April 2024. </a:t>
            </a:r>
          </a:p>
          <a:p>
            <a:pPr algn="l" rtl="0" fontAlgn="base"/>
            <a:endParaRPr lang="en-AU" b="0" i="0">
              <a:solidFill>
                <a:srgbClr val="000000"/>
              </a:solidFill>
              <a:effectLst/>
              <a:latin typeface="Arial" panose="020B0604020202020204" pitchFamily="34" charset="0"/>
            </a:endParaRPr>
          </a:p>
          <a:p>
            <a:pPr algn="l" rtl="0" fontAlgn="base"/>
            <a:endParaRPr lang="en-AU" b="0" i="0">
              <a:solidFill>
                <a:srgbClr val="000000"/>
              </a:solidFill>
              <a:effectLst/>
              <a:latin typeface="Arial" panose="020B0604020202020204" pitchFamily="34" charset="0"/>
            </a:endParaRP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7">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8">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9">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Tree>
    <p:extLst>
      <p:ext uri="{BB962C8B-B14F-4D97-AF65-F5344CB8AC3E}">
        <p14:creationId xmlns:p14="http://schemas.microsoft.com/office/powerpoint/2010/main" val="1293536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1_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NSW Gov PPT">
      <a:majorFont>
        <a:latin typeface="Public Sans"/>
        <a:ea typeface=""/>
        <a:cs typeface=""/>
      </a:majorFont>
      <a:minorFont>
        <a:latin typeface="Public San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Mathematics PowerPoint template" id="{199D4273-0580-424B-B855-9A8BB1348783}" vid="{B38BF3CA-A6F3-4BBC-8CF4-5E0B855A470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0129b06-f64b-40a8-96e2-c5b2f86112b1" xsi:nil="true"/>
    <lcf76f155ced4ddcb4097134ff3c332f xmlns="7e763d47-3c66-4c58-9425-1477fd3ccd1e">
      <Terms xmlns="http://schemas.microsoft.com/office/infopath/2007/PartnerControls"/>
    </lcf76f155ced4ddcb4097134ff3c332f>
    <Projectleadreview xmlns="7e763d47-3c66-4c58-9425-1477fd3ccd1e" xsi:nil="true"/>
    <Workstreamleadendorsement xmlns="7e763d47-3c66-4c58-9425-1477fd3ccd1e" xsi:nil="true"/>
    <Digitalsupport xmlns="7e763d47-3c66-4c58-9425-1477fd3ccd1e" xsi:nil="true"/>
    <Addedtoexcel xmlns="7e763d47-3c66-4c58-9425-1477fd3ccd1e" xsi:nil="true"/>
    <Writingpod xmlns="7e763d47-3c66-4c58-9425-1477fd3ccd1e">
      <UserInfo>
        <DisplayName/>
        <AccountId xsi:nil="true"/>
        <AccountType/>
      </UserInfo>
    </Writingpod>
    <FeedbackfromNSWMS xmlns="7e763d47-3c66-4c58-9425-1477fd3ccd1e" xsi:nil="true"/>
    <Resourcedrop xmlns="7e763d47-3c66-4c58-9425-1477fd3ccd1e" xsi:nil="true"/>
    <Designanddevelopment xmlns="7e763d47-3c66-4c58-9425-1477fd3ccd1e" xsi:nil="true"/>
    <StoredinTRIM xmlns="7e763d47-3c66-4c58-9425-1477fd3ccd1e" xsi:nil="true"/>
    <Contentediting xmlns="7e763d47-3c66-4c58-9425-1477fd3ccd1e" xsi:nil="true"/>
    <Published xmlns="7e763d47-3c66-4c58-9425-1477fd3ccd1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8550904603AA64982DCAA86C5CFC06E" ma:contentTypeVersion="32" ma:contentTypeDescription="Create a new document." ma:contentTypeScope="" ma:versionID="05891fa245dabad90296fcda280daeb8">
  <xsd:schema xmlns:xsd="http://www.w3.org/2001/XMLSchema" xmlns:xs="http://www.w3.org/2001/XMLSchema" xmlns:p="http://schemas.microsoft.com/office/2006/metadata/properties" xmlns:ns2="7e763d47-3c66-4c58-9425-1477fd3ccd1e" xmlns:ns3="60129b06-f64b-40a8-96e2-c5b2f86112b1" targetNamespace="http://schemas.microsoft.com/office/2006/metadata/properties" ma:root="true" ma:fieldsID="3e7d40734bf85537985a675388facd7f" ns2:_="" ns3:_="">
    <xsd:import namespace="7e763d47-3c66-4c58-9425-1477fd3ccd1e"/>
    <xsd:import namespace="60129b06-f64b-40a8-96e2-c5b2f86112b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Writingpod" minOccurs="0"/>
                <xsd:element ref="ns2:Designanddevelopment" minOccurs="0"/>
                <xsd:element ref="ns2:FeedbackfromNSWMS" minOccurs="0"/>
                <xsd:element ref="ns2:Contentediting" minOccurs="0"/>
                <xsd:element ref="ns2:Projectleadreview" minOccurs="0"/>
                <xsd:element ref="ns2:Workstreamleadendorsement" minOccurs="0"/>
                <xsd:element ref="ns2:Digitalsupport" minOccurs="0"/>
                <xsd:element ref="ns2:StoredinTRIM" minOccurs="0"/>
                <xsd:element ref="ns2:Published" minOccurs="0"/>
                <xsd:element ref="ns2:Resourcedrop"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Addedtoexce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63d47-3c66-4c58-9425-1477fd3ccd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Writingpod" ma:index="20" nillable="true" ma:displayName="Writing pod" ma:format="Dropdown" ma:list="UserInfo" ma:SharePointGroup="0" ma:internalName="Writingpod">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ignanddevelopment" ma:index="21" nillable="true" ma:displayName="Design and development" ma:format="Dropdown" ma:internalName="Designanddevelopment">
      <xsd:simpleType>
        <xsd:restriction base="dms:Choice">
          <xsd:enumeration value="Not yet started"/>
          <xsd:enumeration value="In progress"/>
          <xsd:enumeration value="Complete"/>
        </xsd:restriction>
      </xsd:simpleType>
    </xsd:element>
    <xsd:element name="FeedbackfromNSWMS" ma:index="22" nillable="true" ma:displayName="Feedback from NSWMS" ma:description="Have leaders Michelle and Ayesha provided input?" ma:format="Dropdown" ma:internalName="FeedbackfromNSWMS">
      <xsd:simpleType>
        <xsd:restriction base="dms:Choice">
          <xsd:enumeration value="Not yet requested"/>
          <xsd:enumeration value="Request submitted"/>
          <xsd:enumeration value="Feedback received"/>
        </xsd:restriction>
      </xsd:simpleType>
    </xsd:element>
    <xsd:element name="Contentediting" ma:index="23" nillable="true" ma:displayName="Content editing" ma:description="Has unit content been edited by Senior Editor (R. Kilroy)?" ma:format="Dropdown" ma:internalName="Contentediting">
      <xsd:simpleType>
        <xsd:restriction base="dms:Choice">
          <xsd:enumeration value="Not yet requested"/>
          <xsd:enumeration value="Request submitted"/>
          <xsd:enumeration value="Editing complete"/>
        </xsd:restriction>
      </xsd:simpleType>
    </xsd:element>
    <xsd:element name="Projectleadreview" ma:index="24" nillable="true" ma:displayName="Project lead review" ma:description="Have project leads (H. Laverick and R. Cheal) reviewed the unit?" ma:format="Dropdown" ma:internalName="Projectleadreview">
      <xsd:simpleType>
        <xsd:restriction base="dms:Choice">
          <xsd:enumeration value="Not yet requested"/>
          <xsd:enumeration value="Request submitted"/>
          <xsd:enumeration value="Review complete"/>
        </xsd:restriction>
      </xsd:simpleType>
    </xsd:element>
    <xsd:element name="Workstreamleadendorsement" ma:index="25" nillable="true" ma:displayName="Workstream lead endorsement" ma:description="Has J. Hoffman endorsed the unit?" ma:format="Dropdown" ma:internalName="Workstreamleadendorsement">
      <xsd:simpleType>
        <xsd:restriction base="dms:Choice">
          <xsd:enumeration value="Not yet submitted"/>
          <xsd:enumeration value="Request submitted"/>
          <xsd:enumeration value="Endorsement complete"/>
        </xsd:restriction>
      </xsd:simpleType>
    </xsd:element>
    <xsd:element name="Digitalsupport" ma:index="26" nillable="true" ma:displayName="Digital support" ma:format="Dropdown" ma:internalName="Digitalsupport">
      <xsd:simpleType>
        <xsd:restriction base="dms:Choice">
          <xsd:enumeration value="Not yet submitted"/>
          <xsd:enumeration value="Request submitted (by project manager)"/>
          <xsd:enumeration value="Digital support complete"/>
        </xsd:restriction>
      </xsd:simpleType>
    </xsd:element>
    <xsd:element name="StoredinTRIM" ma:index="27" nillable="true" ma:displayName="Stored in TRIM" ma:format="Dropdown" ma:internalName="StoredinTRIM">
      <xsd:simpleType>
        <xsd:restriction base="dms:Choice">
          <xsd:enumeration value="Yes"/>
          <xsd:enumeration value="No"/>
        </xsd:restriction>
      </xsd:simpleType>
    </xsd:element>
    <xsd:element name="Published" ma:index="28" nillable="true" ma:displayName="Published" ma:format="Dropdown" ma:internalName="Published">
      <xsd:simpleType>
        <xsd:restriction base="dms:Choice">
          <xsd:enumeration value="Yes"/>
          <xsd:enumeration value="No"/>
        </xsd:restriction>
      </xsd:simpleType>
    </xsd:element>
    <xsd:element name="Resourcedrop" ma:index="29" nillable="true" ma:displayName="Drop week" ma:format="Dropdown" ma:internalName="Resourcedrop">
      <xsd:simpleType>
        <xsd:restriction base="dms:Choice">
          <xsd:enumeration value="T1, W1"/>
          <xsd:enumeration value="T1, W3"/>
          <xsd:enumeration value="T1, W7"/>
          <xsd:enumeration value="T1, W10"/>
          <xsd:enumeration value="T2, W1"/>
          <xsd:enumeration value="T2, W3"/>
          <xsd:enumeration value="T2, W7"/>
          <xsd:enumeration value="T2, W10"/>
          <xsd:enumeration value="T3, W1"/>
          <xsd:enumeration value="T3, W3"/>
          <xsd:enumeration value="T3, W7"/>
          <xsd:enumeration value="T3, W10"/>
          <xsd:enumeration value="T4, W1"/>
          <xsd:enumeration value="T4, W3"/>
          <xsd:enumeration value="T4, W7"/>
          <xsd:enumeration value="T4, W10"/>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description="" ma:hidden="true" ma:indexed="true" ma:internalName="MediaServiceObjectDetectorVersions" ma:readOnly="true">
      <xsd:simpleType>
        <xsd:restriction base="dms:Text"/>
      </xsd:simpleType>
    </xsd:element>
    <xsd:element name="MediaServiceLocation" ma:index="34" nillable="true" ma:displayName="Location" ma:description="" ma:indexed="true" ma:internalName="MediaServiceLocation"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element name="Addedtoexcel" ma:index="36" nillable="true" ma:displayName="Added to excel" ma:format="Dropdown" ma:internalName="Addedtoexcel">
      <xsd:simpleType>
        <xsd:restriction base="dms:Choice">
          <xsd:enumeration value="Yes"/>
        </xsd:restriction>
      </xsd:simpleType>
    </xsd:element>
    <xsd:element name="MediaServiceBillingMetadata" ma:index="3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129b06-f64b-40a8-96e2-c5b2f86112b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2" nillable="true" ma:displayName="Taxonomy Catch All Column" ma:hidden="true" ma:list="{d14652b1-c484-4c0c-a021-a754efd78e11}" ma:internalName="TaxCatchAll" ma:showField="CatchAllData" ma:web="60129b06-f64b-40a8-96e2-c5b2f86112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524F4DA-5415-43D4-8474-C9BE68919175}">
  <ds:schemaRefs>
    <ds:schemaRef ds:uri="60129b06-f64b-40a8-96e2-c5b2f86112b1"/>
    <ds:schemaRef ds:uri="7e763d47-3c66-4c58-9425-1477fd3ccd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8FA770A-CEB2-4589-868C-A8E67EDF9995}">
  <ds:schemaRefs>
    <ds:schemaRef ds:uri="60129b06-f64b-40a8-96e2-c5b2f86112b1"/>
    <ds:schemaRef ds:uri="7e763d47-3c66-4c58-9425-1477fd3ccd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9C68242-C972-4815-B4EF-36DAD899F771}">
  <ds:schemaRefs>
    <ds:schemaRef ds:uri="http://schemas.microsoft.com/sharepoint/v3/contenttype/forms"/>
  </ds:schemaRefs>
</ds:datastoreItem>
</file>

<file path=docMetadata/LabelInfo.xml><?xml version="1.0" encoding="utf-8"?>
<clbl:labelList xmlns:clbl="http://schemas.microsoft.com/office/2020/mipLabelMetadata">
  <clbl:label id="{b603dfd7-d93a-4381-a340-2995d8282205}" enabled="1" method="Standard" siteId="{05a0e69a-418a-47c1-9c25-9387261bf991}" removed="0"/>
</clbl:labelList>
</file>

<file path=docProps/app.xml><?xml version="1.0" encoding="utf-8"?>
<Properties xmlns="http://schemas.openxmlformats.org/officeDocument/2006/extended-properties" xmlns:vt="http://schemas.openxmlformats.org/officeDocument/2006/docPropsVTypes">
  <Template>student-facing-primary-template-2025-v1-5 (1)</Template>
  <TotalTime>0</TotalTime>
  <Words>3885</Words>
  <Application>Microsoft Office PowerPoint</Application>
  <PresentationFormat>Widescreen</PresentationFormat>
  <Paragraphs>550</Paragraphs>
  <Slides>42</Slides>
  <Notes>42</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42</vt:i4>
      </vt:variant>
    </vt:vector>
  </HeadingPairs>
  <TitlesOfParts>
    <vt:vector size="57" baseType="lpstr">
      <vt:lpstr>DengXian</vt:lpstr>
      <vt:lpstr>Cambria Math</vt:lpstr>
      <vt:lpstr>Arial</vt:lpstr>
      <vt:lpstr>Edu NSW ACT Foundation</vt:lpstr>
      <vt:lpstr>Symbol</vt:lpstr>
      <vt:lpstr>Canva Student Font</vt:lpstr>
      <vt:lpstr>Courier New</vt:lpstr>
      <vt:lpstr>Public Sans Light</vt:lpstr>
      <vt:lpstr>Times New Roman</vt:lpstr>
      <vt:lpstr>Wingdings</vt:lpstr>
      <vt:lpstr>Calibri</vt:lpstr>
      <vt:lpstr>Public Sans</vt:lpstr>
      <vt:lpstr>Montserrat</vt:lpstr>
      <vt:lpstr>NSWG Corporate</vt:lpstr>
      <vt:lpstr>1_NSWG Corporate</vt:lpstr>
      <vt:lpstr>Review of learning 5</vt:lpstr>
      <vt:lpstr>Multiple choice (3)</vt:lpstr>
      <vt:lpstr>Short response (17)</vt:lpstr>
      <vt:lpstr>Short response (18)</vt:lpstr>
      <vt:lpstr>Short response (19)</vt:lpstr>
      <vt:lpstr>Short response (20)</vt:lpstr>
      <vt:lpstr>Activity 5 – fraction word problem (1)</vt:lpstr>
      <vt:lpstr>Review of learning 6</vt:lpstr>
      <vt:lpstr>True or false (3)</vt:lpstr>
      <vt:lpstr>Short response (21)</vt:lpstr>
      <vt:lpstr>Short response (22)</vt:lpstr>
      <vt:lpstr>Short response (23)</vt:lpstr>
      <vt:lpstr>Short response (24)</vt:lpstr>
      <vt:lpstr>Activity 6 – fraction inquiry (1)</vt:lpstr>
      <vt:lpstr>Activity 6 – fraction inquiry (2)</vt:lpstr>
      <vt:lpstr>Activity 6 – fraction inquiry (3)</vt:lpstr>
      <vt:lpstr>Review of learning  7</vt:lpstr>
      <vt:lpstr>Multiple choice (4)</vt:lpstr>
      <vt:lpstr>Short response (25)</vt:lpstr>
      <vt:lpstr>Short response (26)</vt:lpstr>
      <vt:lpstr>Short response (27)</vt:lpstr>
      <vt:lpstr>Short response (28)</vt:lpstr>
      <vt:lpstr>Activity 7 – fraction bingo (1)</vt:lpstr>
      <vt:lpstr>Activity 7 – fraction bingo (3)</vt:lpstr>
      <vt:lpstr>Activity 7 – fraction bingo (2)</vt:lpstr>
      <vt:lpstr>Review of learning 8</vt:lpstr>
      <vt:lpstr>True or false (4)</vt:lpstr>
      <vt:lpstr>Short response (29)</vt:lpstr>
      <vt:lpstr>Short response (30)</vt:lpstr>
      <vt:lpstr>Short response (31)</vt:lpstr>
      <vt:lpstr>Short response (32)</vt:lpstr>
      <vt:lpstr>Activity 8 – finding fractional quantities</vt:lpstr>
      <vt:lpstr>Double Venn diagram</vt:lpstr>
      <vt:lpstr>Frayer</vt:lpstr>
      <vt:lpstr>Spider map</vt:lpstr>
      <vt:lpstr>Cline</vt:lpstr>
      <vt:lpstr>Compare and contrast</vt:lpstr>
      <vt:lpstr>Multiple choice (5)</vt:lpstr>
      <vt:lpstr>Multiple choice (6)</vt:lpstr>
      <vt:lpstr>References</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Carolyn Matthews</dc:creator>
  <cp:keywords/>
  <dc:description/>
  <cp:lastModifiedBy>Jason Fretwell</cp:lastModifiedBy>
  <cp:revision>2</cp:revision>
  <dcterms:created xsi:type="dcterms:W3CDTF">2025-07-07T07:05:15Z</dcterms:created>
  <dcterms:modified xsi:type="dcterms:W3CDTF">2026-10-20T09:19:12Z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0x01010028550904603AA64982DCAA86C5CFC06E</vt:lpwstr>
  </property>
  <property fmtid="{D5CDD505-2E9C-101B-9397-08002B2CF9AE}" pid="10" name="MediaServiceImageTags">
    <vt:lpwstr/>
  </property>
</Properties>
</file>