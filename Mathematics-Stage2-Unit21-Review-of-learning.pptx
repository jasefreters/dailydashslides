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2.xml" ContentType="application/vnd.openxmlformats-officedocument.theme+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60" r:id="rId4"/>
    <p:sldMasterId id="2147483756" r:id="rId5"/>
    <p:sldMasterId id="2147483768" r:id="rId6"/>
  </p:sldMasterIdLst>
  <p:notesMasterIdLst>
    <p:notesMasterId r:id="rId76"/>
  </p:notesMasterIdLst>
  <p:handoutMasterIdLst>
    <p:handoutMasterId r:id="rId77"/>
  </p:handoutMasterIdLst>
  <p:sldIdLst>
    <p:sldId id="365" r:id="rId7"/>
    <p:sldId id="26505" r:id="rId8"/>
    <p:sldId id="26359" r:id="rId9"/>
    <p:sldId id="271" r:id="rId10"/>
    <p:sldId id="26578" r:id="rId11"/>
    <p:sldId id="358" r:id="rId12"/>
    <p:sldId id="26508" r:id="rId13"/>
    <p:sldId id="26580" r:id="rId14"/>
    <p:sldId id="26582" r:id="rId15"/>
    <p:sldId id="26649" r:id="rId16"/>
    <p:sldId id="26583" r:id="rId17"/>
    <p:sldId id="26586" r:id="rId18"/>
    <p:sldId id="26587" r:id="rId19"/>
    <p:sldId id="26588" r:id="rId20"/>
    <p:sldId id="26589" r:id="rId21"/>
    <p:sldId id="26590" r:id="rId22"/>
    <p:sldId id="26650" r:id="rId23"/>
    <p:sldId id="26592" r:id="rId24"/>
    <p:sldId id="26594" r:id="rId25"/>
    <p:sldId id="26596" r:id="rId26"/>
    <p:sldId id="26535" r:id="rId27"/>
    <p:sldId id="26598" r:id="rId28"/>
    <p:sldId id="26599" r:id="rId29"/>
    <p:sldId id="26651" r:id="rId30"/>
    <p:sldId id="26601" r:id="rId31"/>
    <p:sldId id="26604" r:id="rId32"/>
    <p:sldId id="26605" r:id="rId33"/>
    <p:sldId id="26606" r:id="rId34"/>
    <p:sldId id="26607" r:id="rId35"/>
    <p:sldId id="26608" r:id="rId36"/>
    <p:sldId id="26575" r:id="rId37"/>
    <p:sldId id="26610" r:id="rId38"/>
    <p:sldId id="26611" r:id="rId39"/>
    <p:sldId id="26614" r:id="rId40"/>
    <p:sldId id="26615" r:id="rId41"/>
    <p:sldId id="26616" r:id="rId42"/>
    <p:sldId id="26617" r:id="rId43"/>
    <p:sldId id="26558" r:id="rId44"/>
    <p:sldId id="26619" r:id="rId45"/>
    <p:sldId id="26622" r:id="rId46"/>
    <p:sldId id="26623" r:id="rId47"/>
    <p:sldId id="26647" r:id="rId48"/>
    <p:sldId id="26625" r:id="rId49"/>
    <p:sldId id="26626" r:id="rId50"/>
    <p:sldId id="26560" r:id="rId51"/>
    <p:sldId id="26628" r:id="rId52"/>
    <p:sldId id="26630" r:id="rId53"/>
    <p:sldId id="26632" r:id="rId54"/>
    <p:sldId id="26633" r:id="rId55"/>
    <p:sldId id="26634" r:id="rId56"/>
    <p:sldId id="26635" r:id="rId57"/>
    <p:sldId id="26562" r:id="rId58"/>
    <p:sldId id="26637" r:id="rId59"/>
    <p:sldId id="26640" r:id="rId60"/>
    <p:sldId id="26641" r:id="rId61"/>
    <p:sldId id="26642" r:id="rId62"/>
    <p:sldId id="26643" r:id="rId63"/>
    <p:sldId id="26644" r:id="rId64"/>
    <p:sldId id="26646" r:id="rId65"/>
    <p:sldId id="26393" r:id="rId66"/>
    <p:sldId id="26387" r:id="rId67"/>
    <p:sldId id="26395" r:id="rId68"/>
    <p:sldId id="26391" r:id="rId69"/>
    <p:sldId id="26402" r:id="rId70"/>
    <p:sldId id="26527" r:id="rId71"/>
    <p:sldId id="26545" r:id="rId72"/>
    <p:sldId id="26648" r:id="rId73"/>
    <p:sldId id="26476" r:id="rId74"/>
    <p:sldId id="361" r:id="rId75"/>
  </p:sldIdLst>
  <p:sldSz cx="12192000" cy="6858000"/>
  <p:notesSz cx="6858000" cy="9144000"/>
  <p:embeddedFontLst>
    <p:embeddedFont>
      <p:font typeface="Edu NSW ACT Foundation" panose="020B0604020202020204" charset="0"/>
      <p:regular r:id="rId78"/>
      <p:bold r:id="rId79"/>
    </p:embeddedFont>
    <p:embeddedFont>
      <p:font typeface="Montserrat" panose="00000500000000000000" pitchFamily="2" charset="0"/>
      <p:regular r:id="rId80"/>
      <p:bold r:id="rId81"/>
      <p:italic r:id="rId82"/>
      <p:boldItalic r:id="rId83"/>
    </p:embeddedFont>
    <p:embeddedFont>
      <p:font typeface="Public Sans" pitchFamily="2" charset="0"/>
      <p:regular r:id="rId84"/>
      <p:bold r:id="rId85"/>
      <p:italic r:id="rId86"/>
      <p:boldItalic r:id="rId87"/>
    </p:embeddedFont>
    <p:embeddedFont>
      <p:font typeface="Public Sans Light" pitchFamily="2" charset="0"/>
      <p:regular r:id="rId88"/>
      <p:italic r:id="rId89"/>
    </p:embeddedFont>
  </p:embeddedFontLst>
  <p:defaultTex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defaultTextStyle>
  <p:extLst>
    <p:ext uri="{521415D9-36F7-43E2-AB2F-B90AF26B5E84}">
      <p14:sectionLst xmlns:p14="http://schemas.microsoft.com/office/powerpoint/2010/main">
        <p14:section name="Instructions for teachers" id="{E2540145-C446-48E2-9140-9B215E91A42D}">
          <p14:sldIdLst>
            <p14:sldId id="365"/>
          </p14:sldIdLst>
        </p14:section>
        <p14:section name="Slide templates" id="{D5A8010D-981F-43AA-A0D6-182EC53CAA84}">
          <p14:sldIdLst>
            <p14:sldId id="26505"/>
            <p14:sldId id="26359"/>
          </p14:sldIdLst>
        </p14:section>
        <p14:section name="Review of learning 1" id="{4B1EDACC-5006-43DF-9D93-DE177A158796}">
          <p14:sldIdLst>
            <p14:sldId id="271"/>
            <p14:sldId id="26578"/>
            <p14:sldId id="358"/>
            <p14:sldId id="26508"/>
            <p14:sldId id="26580"/>
            <p14:sldId id="26582"/>
            <p14:sldId id="26649"/>
          </p14:sldIdLst>
        </p14:section>
        <p14:section name="Review of learning 2" id="{0AC6BBCB-7E49-46CE-B777-EFCDD4B60F91}">
          <p14:sldIdLst>
            <p14:sldId id="26583"/>
            <p14:sldId id="26586"/>
            <p14:sldId id="26587"/>
            <p14:sldId id="26588"/>
            <p14:sldId id="26589"/>
            <p14:sldId id="26590"/>
            <p14:sldId id="26650"/>
          </p14:sldIdLst>
        </p14:section>
        <p14:section name="Review of learning 3" id="{6F5E1C19-5255-4FF7-A3CD-4549F7EF69B2}">
          <p14:sldIdLst>
            <p14:sldId id="26592"/>
            <p14:sldId id="26594"/>
            <p14:sldId id="26596"/>
            <p14:sldId id="26535"/>
            <p14:sldId id="26598"/>
            <p14:sldId id="26599"/>
            <p14:sldId id="26651"/>
          </p14:sldIdLst>
        </p14:section>
        <p14:section name="Review of learning 4" id="{6EB8E1CE-ED7B-4635-88AB-9D1D052BB011}">
          <p14:sldIdLst>
            <p14:sldId id="26601"/>
            <p14:sldId id="26604"/>
            <p14:sldId id="26605"/>
            <p14:sldId id="26606"/>
            <p14:sldId id="26607"/>
            <p14:sldId id="26608"/>
            <p14:sldId id="26575"/>
          </p14:sldIdLst>
        </p14:section>
        <p14:section name="Review of learning 5" id="{E365C8CF-14E0-4F5A-BCE8-2E930DEEA864}">
          <p14:sldIdLst>
            <p14:sldId id="26610"/>
            <p14:sldId id="26611"/>
            <p14:sldId id="26614"/>
            <p14:sldId id="26615"/>
            <p14:sldId id="26616"/>
            <p14:sldId id="26617"/>
            <p14:sldId id="26558"/>
          </p14:sldIdLst>
        </p14:section>
        <p14:section name="Review of learning 6" id="{6721D3DC-F7BB-49CA-9E61-8454C104591D}">
          <p14:sldIdLst>
            <p14:sldId id="26619"/>
            <p14:sldId id="26622"/>
            <p14:sldId id="26623"/>
            <p14:sldId id="26647"/>
            <p14:sldId id="26625"/>
            <p14:sldId id="26626"/>
            <p14:sldId id="26560"/>
          </p14:sldIdLst>
        </p14:section>
        <p14:section name="Review of learning 7" id="{CF63834E-0BE9-495B-9761-037C836F185E}">
          <p14:sldIdLst>
            <p14:sldId id="26628"/>
            <p14:sldId id="26630"/>
            <p14:sldId id="26632"/>
            <p14:sldId id="26633"/>
            <p14:sldId id="26634"/>
            <p14:sldId id="26635"/>
            <p14:sldId id="26562"/>
          </p14:sldIdLst>
        </p14:section>
        <p14:section name="Review of learning 8" id="{6FF8F7EC-803E-4F84-BA41-6B3ED673D597}">
          <p14:sldIdLst>
            <p14:sldId id="26637"/>
            <p14:sldId id="26640"/>
            <p14:sldId id="26641"/>
            <p14:sldId id="26642"/>
            <p14:sldId id="26643"/>
            <p14:sldId id="26644"/>
            <p14:sldId id="26646"/>
            <p14:sldId id="26393"/>
            <p14:sldId id="26387"/>
            <p14:sldId id="26395"/>
            <p14:sldId id="26391"/>
            <p14:sldId id="26402"/>
            <p14:sldId id="26527"/>
            <p14:sldId id="26545"/>
          </p14:sldIdLst>
        </p14:section>
        <p14:section name="References &amp; copyright" id="{DBC31484-F5F8-4CB1-8DB4-A562A9780899}">
          <p14:sldIdLst>
            <p14:sldId id="26648"/>
            <p14:sldId id="26476"/>
            <p14:sldId id="361"/>
          </p14:sldIdLst>
        </p14:section>
      </p14:sectionLst>
    </p:ext>
    <p:ext uri="{EFAFB233-063F-42B5-8137-9DF3F51BA10A}">
      <p15:sldGuideLst xmlns:p15="http://schemas.microsoft.com/office/powerpoint/2012/main">
        <p15:guide id="1" orient="horz" pos="2160" userDrawn="1">
          <p15:clr>
            <a:srgbClr val="A4A3A4"/>
          </p15:clr>
        </p15:guide>
        <p15:guide id="2" pos="3863"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 id="{8A0F4A13-4186-FC7E-65CB-FC56583EDF72}" name="Nat Hawkins" initials="NH" userId="S::Natalie.Hawkins7@det.nsw.edu.au::91d64da8-8826-47c8-b06a-208beda74d22" providerId="AD"/>
  <p188:author id="{95D16B7D-CADB-F2BF-AC29-D680545C75EE}" name="Carrie Webeck" initials="CW" userId="S::CARRIE-ANN.WEBECK@det.nsw.edu.au::e5c4b697-ca15-4f3a-a906-1289ddc2fc07" providerId="AD"/>
  <p188:author id="{FD7747EE-57F8-CAC5-7CAF-C637FBE93789}" name="Ayesha Ali Khan" initials="AA" userId="S::AYESHA.ALIKHAN@det.nsw.edu.au::e002143d-9eb5-42e8-a931-47414acce609"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7D830"/>
    <a:srgbClr val="EA9B0C"/>
    <a:srgbClr val="007A8A"/>
    <a:srgbClr val="9B6808"/>
    <a:srgbClr val="427B2D"/>
    <a:srgbClr val="B51458"/>
    <a:srgbClr val="00ACC2"/>
    <a:srgbClr val="64BB47"/>
    <a:srgbClr val="EDF9E0"/>
    <a:srgbClr val="447F2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E9A7F6F-2638-4551-819B-B5881D59718E}" v="16" dt="2025-10-23T01:35:32.978"/>
  </p1510:revLst>
</p1510:revInfo>
</file>

<file path=ppt/tableStyles.xml><?xml version="1.0" encoding="utf-8"?>
<a:tblStyleLst xmlns:a="http://schemas.openxmlformats.org/drawingml/2006/main" def="{5A111915-BE36-4E01-A7E5-04B1672EAD32}">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81" autoAdjust="0"/>
    <p:restoredTop sz="49608" autoAdjust="0"/>
  </p:normalViewPr>
  <p:slideViewPr>
    <p:cSldViewPr snapToGrid="0">
      <p:cViewPr varScale="1">
        <p:scale>
          <a:sx n="40" d="100"/>
          <a:sy n="40" d="100"/>
        </p:scale>
        <p:origin x="1458" y="54"/>
      </p:cViewPr>
      <p:guideLst>
        <p:guide orient="horz" pos="2160"/>
        <p:guide pos="3863"/>
      </p:guideLst>
    </p:cSldViewPr>
  </p:slideViewPr>
  <p:outlineViewPr>
    <p:cViewPr>
      <p:scale>
        <a:sx n="33" d="100"/>
        <a:sy n="33" d="100"/>
      </p:scale>
      <p:origin x="0" y="-11046"/>
    </p:cViewPr>
  </p:outlineViewPr>
  <p:notesTextViewPr>
    <p:cViewPr>
      <p:scale>
        <a:sx n="125" d="100"/>
        <a:sy n="125" d="100"/>
      </p:scale>
      <p:origin x="0" y="0"/>
    </p:cViewPr>
  </p:notesTextViewPr>
  <p:sorterViewPr>
    <p:cViewPr>
      <p:scale>
        <a:sx n="100" d="100"/>
        <a:sy n="100" d="100"/>
      </p:scale>
      <p:origin x="0" y="0"/>
    </p:cViewPr>
  </p:sorterViewPr>
  <p:notesViewPr>
    <p:cSldViewPr snapToGrid="0">
      <p:cViewPr>
        <p:scale>
          <a:sx n="1" d="2"/>
          <a:sy n="1" d="2"/>
        </p:scale>
        <p:origin x="5082" y="1692"/>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0.xml"/><Relationship Id="rId21" Type="http://schemas.openxmlformats.org/officeDocument/2006/relationships/slide" Target="slides/slide15.xml"/><Relationship Id="rId42" Type="http://schemas.openxmlformats.org/officeDocument/2006/relationships/slide" Target="slides/slide36.xml"/><Relationship Id="rId47" Type="http://schemas.openxmlformats.org/officeDocument/2006/relationships/slide" Target="slides/slide41.xml"/><Relationship Id="rId63" Type="http://schemas.openxmlformats.org/officeDocument/2006/relationships/slide" Target="slides/slide57.xml"/><Relationship Id="rId68" Type="http://schemas.openxmlformats.org/officeDocument/2006/relationships/slide" Target="slides/slide62.xml"/><Relationship Id="rId84" Type="http://schemas.openxmlformats.org/officeDocument/2006/relationships/font" Target="fonts/font7.fntdata"/><Relationship Id="rId89" Type="http://schemas.openxmlformats.org/officeDocument/2006/relationships/font" Target="fonts/font12.fntdata"/><Relationship Id="rId16" Type="http://schemas.openxmlformats.org/officeDocument/2006/relationships/slide" Target="slides/slide10.xml"/><Relationship Id="rId11" Type="http://schemas.openxmlformats.org/officeDocument/2006/relationships/slide" Target="slides/slide5.xml"/><Relationship Id="rId32" Type="http://schemas.openxmlformats.org/officeDocument/2006/relationships/slide" Target="slides/slide26.xml"/><Relationship Id="rId37" Type="http://schemas.openxmlformats.org/officeDocument/2006/relationships/slide" Target="slides/slide31.xml"/><Relationship Id="rId53" Type="http://schemas.openxmlformats.org/officeDocument/2006/relationships/slide" Target="slides/slide47.xml"/><Relationship Id="rId58" Type="http://schemas.openxmlformats.org/officeDocument/2006/relationships/slide" Target="slides/slide52.xml"/><Relationship Id="rId74" Type="http://schemas.openxmlformats.org/officeDocument/2006/relationships/slide" Target="slides/slide68.xml"/><Relationship Id="rId79" Type="http://schemas.openxmlformats.org/officeDocument/2006/relationships/font" Target="fonts/font2.fntdata"/><Relationship Id="rId5" Type="http://schemas.openxmlformats.org/officeDocument/2006/relationships/slideMaster" Target="slideMasters/slideMaster2.xml"/><Relationship Id="rId90" Type="http://schemas.openxmlformats.org/officeDocument/2006/relationships/presProps" Target="presProps.xml"/><Relationship Id="rId95" Type="http://schemas.microsoft.com/office/2018/10/relationships/authors" Target="authors.xml"/><Relationship Id="rId22" Type="http://schemas.openxmlformats.org/officeDocument/2006/relationships/slide" Target="slides/slide16.xml"/><Relationship Id="rId27" Type="http://schemas.openxmlformats.org/officeDocument/2006/relationships/slide" Target="slides/slide21.xml"/><Relationship Id="rId43" Type="http://schemas.openxmlformats.org/officeDocument/2006/relationships/slide" Target="slides/slide37.xml"/><Relationship Id="rId48" Type="http://schemas.openxmlformats.org/officeDocument/2006/relationships/slide" Target="slides/slide42.xml"/><Relationship Id="rId64" Type="http://schemas.openxmlformats.org/officeDocument/2006/relationships/slide" Target="slides/slide58.xml"/><Relationship Id="rId69" Type="http://schemas.openxmlformats.org/officeDocument/2006/relationships/slide" Target="slides/slide63.xml"/><Relationship Id="rId8" Type="http://schemas.openxmlformats.org/officeDocument/2006/relationships/slide" Target="slides/slide2.xml"/><Relationship Id="rId51" Type="http://schemas.openxmlformats.org/officeDocument/2006/relationships/slide" Target="slides/slide45.xml"/><Relationship Id="rId72" Type="http://schemas.openxmlformats.org/officeDocument/2006/relationships/slide" Target="slides/slide66.xml"/><Relationship Id="rId80" Type="http://schemas.openxmlformats.org/officeDocument/2006/relationships/font" Target="fonts/font3.fntdata"/><Relationship Id="rId85" Type="http://schemas.openxmlformats.org/officeDocument/2006/relationships/font" Target="fonts/font8.fntdata"/><Relationship Id="rId93" Type="http://schemas.openxmlformats.org/officeDocument/2006/relationships/tableStyles" Target="tableStyles.xml"/><Relationship Id="rId3" Type="http://schemas.openxmlformats.org/officeDocument/2006/relationships/customXml" Target="../customXml/item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slide" Target="slides/slide32.xml"/><Relationship Id="rId46" Type="http://schemas.openxmlformats.org/officeDocument/2006/relationships/slide" Target="slides/slide40.xml"/><Relationship Id="rId59" Type="http://schemas.openxmlformats.org/officeDocument/2006/relationships/slide" Target="slides/slide53.xml"/><Relationship Id="rId67" Type="http://schemas.openxmlformats.org/officeDocument/2006/relationships/slide" Target="slides/slide61.xml"/><Relationship Id="rId20" Type="http://schemas.openxmlformats.org/officeDocument/2006/relationships/slide" Target="slides/slide14.xml"/><Relationship Id="rId41" Type="http://schemas.openxmlformats.org/officeDocument/2006/relationships/slide" Target="slides/slide35.xml"/><Relationship Id="rId54" Type="http://schemas.openxmlformats.org/officeDocument/2006/relationships/slide" Target="slides/slide48.xml"/><Relationship Id="rId62" Type="http://schemas.openxmlformats.org/officeDocument/2006/relationships/slide" Target="slides/slide56.xml"/><Relationship Id="rId70" Type="http://schemas.openxmlformats.org/officeDocument/2006/relationships/slide" Target="slides/slide64.xml"/><Relationship Id="rId75" Type="http://schemas.openxmlformats.org/officeDocument/2006/relationships/slide" Target="slides/slide69.xml"/><Relationship Id="rId83" Type="http://schemas.openxmlformats.org/officeDocument/2006/relationships/font" Target="fonts/font6.fntdata"/><Relationship Id="rId88" Type="http://schemas.openxmlformats.org/officeDocument/2006/relationships/font" Target="fonts/font11.fntdata"/><Relationship Id="rId91"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49" Type="http://schemas.openxmlformats.org/officeDocument/2006/relationships/slide" Target="slides/slide43.xml"/><Relationship Id="rId57" Type="http://schemas.openxmlformats.org/officeDocument/2006/relationships/slide" Target="slides/slide51.xml"/><Relationship Id="rId10" Type="http://schemas.openxmlformats.org/officeDocument/2006/relationships/slide" Target="slides/slide4.xml"/><Relationship Id="rId31" Type="http://schemas.openxmlformats.org/officeDocument/2006/relationships/slide" Target="slides/slide25.xml"/><Relationship Id="rId44" Type="http://schemas.openxmlformats.org/officeDocument/2006/relationships/slide" Target="slides/slide38.xml"/><Relationship Id="rId52" Type="http://schemas.openxmlformats.org/officeDocument/2006/relationships/slide" Target="slides/slide46.xml"/><Relationship Id="rId60" Type="http://schemas.openxmlformats.org/officeDocument/2006/relationships/slide" Target="slides/slide54.xml"/><Relationship Id="rId65" Type="http://schemas.openxmlformats.org/officeDocument/2006/relationships/slide" Target="slides/slide59.xml"/><Relationship Id="rId73" Type="http://schemas.openxmlformats.org/officeDocument/2006/relationships/slide" Target="slides/slide67.xml"/><Relationship Id="rId78" Type="http://schemas.openxmlformats.org/officeDocument/2006/relationships/font" Target="fonts/font1.fntdata"/><Relationship Id="rId81" Type="http://schemas.openxmlformats.org/officeDocument/2006/relationships/font" Target="fonts/font4.fntdata"/><Relationship Id="rId86" Type="http://schemas.openxmlformats.org/officeDocument/2006/relationships/font" Target="fonts/font9.fntdata"/><Relationship Id="rId94"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3.xml"/><Relationship Id="rId13" Type="http://schemas.openxmlformats.org/officeDocument/2006/relationships/slide" Target="slides/slide7.xml"/><Relationship Id="rId18" Type="http://schemas.openxmlformats.org/officeDocument/2006/relationships/slide" Target="slides/slide12.xml"/><Relationship Id="rId39" Type="http://schemas.openxmlformats.org/officeDocument/2006/relationships/slide" Target="slides/slide33.xml"/><Relationship Id="rId34" Type="http://schemas.openxmlformats.org/officeDocument/2006/relationships/slide" Target="slides/slide28.xml"/><Relationship Id="rId50" Type="http://schemas.openxmlformats.org/officeDocument/2006/relationships/slide" Target="slides/slide44.xml"/><Relationship Id="rId55" Type="http://schemas.openxmlformats.org/officeDocument/2006/relationships/slide" Target="slides/slide49.xml"/><Relationship Id="rId76" Type="http://schemas.openxmlformats.org/officeDocument/2006/relationships/notesMaster" Target="notesMasters/notesMaster1.xml"/><Relationship Id="rId7" Type="http://schemas.openxmlformats.org/officeDocument/2006/relationships/slide" Target="slides/slide1.xml"/><Relationship Id="rId71" Type="http://schemas.openxmlformats.org/officeDocument/2006/relationships/slide" Target="slides/slide65.xml"/><Relationship Id="rId92" Type="http://schemas.openxmlformats.org/officeDocument/2006/relationships/theme" Target="theme/theme1.xml"/><Relationship Id="rId2" Type="http://schemas.openxmlformats.org/officeDocument/2006/relationships/customXml" Target="../customXml/item2.xml"/><Relationship Id="rId29" Type="http://schemas.openxmlformats.org/officeDocument/2006/relationships/slide" Target="slides/slide23.xml"/><Relationship Id="rId24" Type="http://schemas.openxmlformats.org/officeDocument/2006/relationships/slide" Target="slides/slide18.xml"/><Relationship Id="rId40" Type="http://schemas.openxmlformats.org/officeDocument/2006/relationships/slide" Target="slides/slide34.xml"/><Relationship Id="rId45" Type="http://schemas.openxmlformats.org/officeDocument/2006/relationships/slide" Target="slides/slide39.xml"/><Relationship Id="rId66" Type="http://schemas.openxmlformats.org/officeDocument/2006/relationships/slide" Target="slides/slide60.xml"/><Relationship Id="rId87" Type="http://schemas.openxmlformats.org/officeDocument/2006/relationships/font" Target="fonts/font10.fntdata"/><Relationship Id="rId61" Type="http://schemas.openxmlformats.org/officeDocument/2006/relationships/slide" Target="slides/slide55.xml"/><Relationship Id="rId82" Type="http://schemas.openxmlformats.org/officeDocument/2006/relationships/font" Target="fonts/font5.fntdata"/><Relationship Id="rId19" Type="http://schemas.openxmlformats.org/officeDocument/2006/relationships/slide" Target="slides/slide13.xml"/><Relationship Id="rId14" Type="http://schemas.openxmlformats.org/officeDocument/2006/relationships/slide" Target="slides/slide8.xml"/><Relationship Id="rId30" Type="http://schemas.openxmlformats.org/officeDocument/2006/relationships/slide" Target="slides/slide24.xml"/><Relationship Id="rId35" Type="http://schemas.openxmlformats.org/officeDocument/2006/relationships/slide" Target="slides/slide29.xml"/><Relationship Id="rId56" Type="http://schemas.openxmlformats.org/officeDocument/2006/relationships/slide" Target="slides/slide50.xml"/><Relationship Id="rId77"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43F5A19-4E20-4EDB-9EC8-DF02AC748E7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latin typeface="Public Sans" pitchFamily="2" charset="0"/>
            </a:endParaRPr>
          </a:p>
        </p:txBody>
      </p:sp>
      <p:sp>
        <p:nvSpPr>
          <p:cNvPr id="3" name="Date Placeholder 2">
            <a:extLst>
              <a:ext uri="{FF2B5EF4-FFF2-40B4-BE49-F238E27FC236}">
                <a16:creationId xmlns:a16="http://schemas.microsoft.com/office/drawing/2014/main" id="{6F2B4FC2-E151-470D-9291-01D2A5A6D34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0BF4B7B-ADA4-42BE-A113-1D67CA67812F}" type="datetimeFigureOut">
              <a:rPr lang="en-AU" smtClean="0">
                <a:latin typeface="Public Sans" pitchFamily="2" charset="0"/>
              </a:rPr>
              <a:t>24/10/2025</a:t>
            </a:fld>
            <a:endParaRPr lang="en-AU">
              <a:latin typeface="Public Sans" pitchFamily="2" charset="0"/>
            </a:endParaRPr>
          </a:p>
        </p:txBody>
      </p:sp>
      <p:sp>
        <p:nvSpPr>
          <p:cNvPr id="4" name="Footer Placeholder 3">
            <a:extLst>
              <a:ext uri="{FF2B5EF4-FFF2-40B4-BE49-F238E27FC236}">
                <a16:creationId xmlns:a16="http://schemas.microsoft.com/office/drawing/2014/main" id="{2F07DE46-ED0B-49F3-8199-C129451A46B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latin typeface="Public Sans" pitchFamily="2" charset="0"/>
            </a:endParaRPr>
          </a:p>
        </p:txBody>
      </p:sp>
      <p:sp>
        <p:nvSpPr>
          <p:cNvPr id="5" name="Slide Number Placeholder 4">
            <a:extLst>
              <a:ext uri="{FF2B5EF4-FFF2-40B4-BE49-F238E27FC236}">
                <a16:creationId xmlns:a16="http://schemas.microsoft.com/office/drawing/2014/main" id="{56DA6684-5527-4DB9-88B5-C4F66FB5F78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AAF8501-5769-46EC-B8B9-363B75FA9999}" type="slidenum">
              <a:rPr lang="en-AU" smtClean="0">
                <a:latin typeface="Public Sans" pitchFamily="2" charset="0"/>
              </a:rPr>
              <a:t>‹#›</a:t>
            </a:fld>
            <a:endParaRPr lang="en-AU">
              <a:latin typeface="Public Sans" pitchFamily="2" charset="0"/>
            </a:endParaRPr>
          </a:p>
        </p:txBody>
      </p:sp>
    </p:spTree>
    <p:extLst>
      <p:ext uri="{BB962C8B-B14F-4D97-AF65-F5344CB8AC3E}">
        <p14:creationId xmlns:p14="http://schemas.microsoft.com/office/powerpoint/2010/main" val="414479380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Public Sans" pitchFamily="2" charset="0"/>
              </a:defRPr>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Public Sans" pitchFamily="2" charset="0"/>
              </a:defRPr>
            </a:lvl1pPr>
          </a:lstStyle>
          <a:p>
            <a:fld id="{EC6F825C-382E-4C1A-82AB-BCE4AFD21ABE}" type="datetimeFigureOut">
              <a:rPr lang="en-AU" smtClean="0"/>
              <a:pPr/>
              <a:t>24/10/2025</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U" dirty="0"/>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Public Sans" pitchFamily="2" charset="0"/>
              </a:defRPr>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Public Sans" pitchFamily="2" charset="0"/>
              </a:defRPr>
            </a:lvl1pPr>
          </a:lstStyle>
          <a:p>
            <a:fld id="{B07158C4-A119-4B78-9DE8-A50001BC31DC}" type="slidenum">
              <a:rPr lang="en-AU" smtClean="0"/>
              <a:pPr/>
              <a:t>‹#›</a:t>
            </a:fld>
            <a:endParaRPr lang="en-AU"/>
          </a:p>
        </p:txBody>
      </p:sp>
    </p:spTree>
    <p:extLst>
      <p:ext uri="{BB962C8B-B14F-4D97-AF65-F5344CB8AC3E}">
        <p14:creationId xmlns:p14="http://schemas.microsoft.com/office/powerpoint/2010/main" val="3301092027"/>
      </p:ext>
    </p:extLst>
  </p:cSld>
  <p:clrMap bg1="lt1" tx1="dk1" bg2="lt2" tx2="dk2" accent1="accent1" accent2="accent2" accent3="accent3" accent4="accent4" accent5="accent5" accent6="accent6" hlink="hlink" folHlink="folHlink"/>
  <p:notesStyle>
    <a:lvl1pPr marL="0"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1pPr>
    <a:lvl2pPr marL="609585"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2pPr>
    <a:lvl3pPr marL="1219170"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3pPr>
    <a:lvl4pPr marL="1828754"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4pPr>
    <a:lvl5pPr marL="2438339"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5pPr>
    <a:lvl6pPr marL="3047924" algn="l" defTabSz="1219170" rtl="0" eaLnBrk="1" latinLnBrk="0" hangingPunct="1">
      <a:defRPr sz="1600" kern="1200">
        <a:solidFill>
          <a:schemeClr val="tx1"/>
        </a:solidFill>
        <a:latin typeface="+mn-lt"/>
        <a:ea typeface="+mn-ea"/>
        <a:cs typeface="+mn-cs"/>
      </a:defRPr>
    </a:lvl6pPr>
    <a:lvl7pPr marL="3657509" algn="l" defTabSz="1219170" rtl="0" eaLnBrk="1" latinLnBrk="0" hangingPunct="1">
      <a:defRPr sz="1600" kern="1200">
        <a:solidFill>
          <a:schemeClr val="tx1"/>
        </a:solidFill>
        <a:latin typeface="+mn-lt"/>
        <a:ea typeface="+mn-ea"/>
        <a:cs typeface="+mn-cs"/>
      </a:defRPr>
    </a:lvl7pPr>
    <a:lvl8pPr marL="4267093" algn="l" defTabSz="1219170" rtl="0" eaLnBrk="1" latinLnBrk="0" hangingPunct="1">
      <a:defRPr sz="1600" kern="1200">
        <a:solidFill>
          <a:schemeClr val="tx1"/>
        </a:solidFill>
        <a:latin typeface="+mn-lt"/>
        <a:ea typeface="+mn-ea"/>
        <a:cs typeface="+mn-cs"/>
      </a:defRPr>
    </a:lvl8pPr>
    <a:lvl9pPr marL="4876678" algn="l" defTabSz="121917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3" Type="http://schemas.openxmlformats.org/officeDocument/2006/relationships/hyperlink" Target="https://education.nsw.gov.au/teaching-and-learning/curriculum/mathematics/mathematics-curriculum-resources-k-12/mathematics-k-6-resources/hit-it" TargetMode="External"/><Relationship Id="rId2" Type="http://schemas.openxmlformats.org/officeDocument/2006/relationships/slide" Target="../slides/slide10.xml"/><Relationship Id="rId1" Type="http://schemas.openxmlformats.org/officeDocument/2006/relationships/notesMaster" Target="../notesMasters/notesMaster1.xml"/><Relationship Id="rId4" Type="http://schemas.openxmlformats.org/officeDocument/2006/relationships/hyperlink" Target="https://education.nsw.gov.au/teaching-and-learning/curriculum/mathematics/mathematics-curriculum-resources-k-12/mathematics-k-6-resources" TargetMode="Externa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3" Type="http://schemas.openxmlformats.org/officeDocument/2006/relationships/hyperlink" Target="https://education.nsw.gov.au/teaching-and-learning/curriculum/mathematics/mathematics-curriculum-resources-k-12/mathematics-k-6-resources/hit-it" TargetMode="External"/><Relationship Id="rId2" Type="http://schemas.openxmlformats.org/officeDocument/2006/relationships/slide" Target="../slides/slide17.xml"/><Relationship Id="rId1" Type="http://schemas.openxmlformats.org/officeDocument/2006/relationships/notesMaster" Target="../notesMasters/notesMaster1.xml"/><Relationship Id="rId4" Type="http://schemas.openxmlformats.org/officeDocument/2006/relationships/hyperlink" Target="https://education.nsw.gov.au/teaching-and-learning/curriculum/mathematics/mathematics-curriculum-resources-k-12/mathematics-k-6-resources" TargetMode="Externa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3" Type="http://schemas.openxmlformats.org/officeDocument/2006/relationships/hyperlink" Target="https://student-activities.mathlearningcenter.org/?902daf68" TargetMode="External"/><Relationship Id="rId2" Type="http://schemas.openxmlformats.org/officeDocument/2006/relationships/slide" Target="../slides/slide31.xml"/><Relationship Id="rId1" Type="http://schemas.openxmlformats.org/officeDocument/2006/relationships/notesMaster" Target="../notesMasters/notesMaster1.xml"/><Relationship Id="rId4" Type="http://schemas.openxmlformats.org/officeDocument/2006/relationships/hyperlink" Target="https://www.mathlearningcenter.org/" TargetMode="Externa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3" Type="http://schemas.openxmlformats.org/officeDocument/2006/relationships/hyperlink" Target="https://www.mathlearningcenter.org/sites/default/files/pdfs/LTM_Numberline.pdf" TargetMode="External"/><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3" Type="http://schemas.openxmlformats.org/officeDocument/2006/relationships/hyperlink" Target="http://bookmark:/_Resource_22_%E2%80%93" TargetMode="External"/><Relationship Id="rId2" Type="http://schemas.openxmlformats.org/officeDocument/2006/relationships/slide" Target="../slides/slide45.xml"/><Relationship Id="rId1" Type="http://schemas.openxmlformats.org/officeDocument/2006/relationships/notesMaster" Target="../notesMasters/notesMaster1.xml"/><Relationship Id="rId5" Type="http://schemas.openxmlformats.org/officeDocument/2006/relationships/hyperlink" Target="https://education.nsw.gov.au/teaching-and-learning/curriculum/mathematics/mathematics-curriculum-resources-k-12/mathematics-k-6-resources/" TargetMode="External"/><Relationship Id="rId4" Type="http://schemas.openxmlformats.org/officeDocument/2006/relationships/hyperlink" Target="https://education.nsw.gov.au/teaching-and-learning/curriculum/mathematics/mathematics-curriculum-resources-k-12/mathematics-k-6-resources/place-value-game" TargetMode="Externa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B07158C4-A119-4B78-9DE8-A50001BC31DC}" type="slidenum">
              <a:rPr lang="en-AU" smtClean="0"/>
              <a:pPr/>
              <a:t>1</a:t>
            </a:fld>
            <a:endParaRPr lang="en-AU"/>
          </a:p>
        </p:txBody>
      </p:sp>
    </p:spTree>
    <p:extLst>
      <p:ext uri="{BB962C8B-B14F-4D97-AF65-F5344CB8AC3E}">
        <p14:creationId xmlns:p14="http://schemas.microsoft.com/office/powerpoint/2010/main" val="19335899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Reviews may include a combination of question types, requiring students to recall facts and key ideas, as well as apply their knowledge to solve problems and answer questions. To support active engagement, a mix of techniques should be employed.” (AERO, 2024).</a:t>
            </a:r>
          </a:p>
          <a:p>
            <a:endParaRPr lang="en-AU" dirty="0"/>
          </a:p>
          <a:p>
            <a:r>
              <a:rPr lang="en-AU" dirty="0"/>
              <a:t>This Review of Learning slide deck revisits key concepts from the following units:</a:t>
            </a:r>
          </a:p>
          <a:p>
            <a:pPr marL="285750" indent="-285750">
              <a:buFont typeface="Arial" panose="020B0604020202020204" pitchFamily="34" charset="0"/>
              <a:buChar char="•"/>
            </a:pPr>
            <a:r>
              <a:rPr lang="en-AU" dirty="0"/>
              <a:t>Stage 2 Year B Unit 21</a:t>
            </a:r>
          </a:p>
          <a:p>
            <a:pPr marL="285750" indent="-285750">
              <a:buFont typeface="Arial" panose="020B0604020202020204" pitchFamily="34" charset="0"/>
              <a:buChar char="•"/>
            </a:pPr>
            <a:r>
              <a:rPr lang="en-AU" dirty="0"/>
              <a:t>Stage 2 Year A Unit 20</a:t>
            </a:r>
          </a:p>
          <a:p>
            <a:pPr marL="285750" indent="-285750">
              <a:buFont typeface="Arial" panose="020B0604020202020204" pitchFamily="34" charset="0"/>
              <a:buChar char="•"/>
            </a:pPr>
            <a:r>
              <a:rPr lang="en-AU" dirty="0"/>
              <a:t>Stage 2 Year A Unit 19</a:t>
            </a:r>
          </a:p>
          <a:p>
            <a:r>
              <a:rPr lang="en-AU" dirty="0"/>
              <a:t>It also includes opportunities to review prior learning in non-number content, supporting consolidation across focus areas.</a:t>
            </a:r>
          </a:p>
          <a:p>
            <a:endParaRPr lang="en-AU" dirty="0"/>
          </a:p>
          <a:p>
            <a:r>
              <a:rPr lang="en-AU" dirty="0"/>
              <a:t>The review of learning resources include three key task types that support the development of mathematical proficiency through retrieval, spaced practice, and active participation. These practices complement the review phase (activating prior knowledge) embedded within the beginning of each lesson.</a:t>
            </a:r>
          </a:p>
          <a:p>
            <a:endParaRPr lang="en-AU" dirty="0"/>
          </a:p>
          <a:p>
            <a:r>
              <a:rPr lang="en-AU" b="1" dirty="0"/>
              <a:t>1.</a:t>
            </a:r>
          </a:p>
          <a:p>
            <a:r>
              <a:rPr lang="en-AU" b="1" dirty="0"/>
              <a:t>Multiple-choice questions/True or false: </a:t>
            </a:r>
            <a:r>
              <a:rPr lang="en-AU" dirty="0"/>
              <a:t>Designed to promote active retrieval of key concepts and identify common misconceptions in number, supporting consolidation, understanding and fluency.</a:t>
            </a:r>
            <a:br>
              <a:rPr lang="en-AU" dirty="0"/>
            </a:br>
            <a:r>
              <a:rPr lang="en-AU" dirty="0"/>
              <a:t>These questions:</a:t>
            </a:r>
          </a:p>
          <a:p>
            <a:endParaRPr lang="en-AU" dirty="0"/>
          </a:p>
          <a:p>
            <a:pPr marL="285750" indent="-285750">
              <a:buFont typeface="Wingdings" panose="05000000000000000000" pitchFamily="2" charset="2"/>
              <a:buChar char="ü"/>
            </a:pPr>
            <a:r>
              <a:rPr lang="en-AU" dirty="0"/>
              <a:t>support spaced and interleaved practice</a:t>
            </a:r>
          </a:p>
          <a:p>
            <a:pPr marL="285750" indent="-285750">
              <a:buFont typeface="Wingdings" panose="05000000000000000000" pitchFamily="2" charset="2"/>
              <a:buChar char="ü"/>
            </a:pPr>
            <a:r>
              <a:rPr lang="en-AU" dirty="0"/>
              <a:t>help identify and address common misconceptions </a:t>
            </a:r>
          </a:p>
          <a:p>
            <a:pPr marL="285750" indent="-285750">
              <a:buFont typeface="Wingdings" panose="05000000000000000000" pitchFamily="2" charset="2"/>
              <a:buChar char="ü"/>
            </a:pPr>
            <a:r>
              <a:rPr lang="en-AU" dirty="0"/>
              <a:t>support active recall and immediate feedback</a:t>
            </a:r>
          </a:p>
          <a:p>
            <a:pPr marL="285750" indent="-285750">
              <a:buFont typeface="Wingdings" panose="05000000000000000000" pitchFamily="2" charset="2"/>
              <a:buChar char="ü"/>
            </a:pPr>
            <a:r>
              <a:rPr lang="en-AU" dirty="0"/>
              <a:t>support whole class participation</a:t>
            </a:r>
          </a:p>
          <a:p>
            <a:pPr marL="285750" indent="-285750">
              <a:buFont typeface="Wingdings" panose="05000000000000000000" pitchFamily="2" charset="2"/>
              <a:buChar char="ü"/>
            </a:pPr>
            <a:r>
              <a:rPr lang="en-AU" dirty="0"/>
              <a:t>identify areas requiring reteach</a:t>
            </a:r>
          </a:p>
          <a:p>
            <a:endParaRPr lang="en-AU" dirty="0"/>
          </a:p>
          <a:p>
            <a:r>
              <a:rPr lang="en-AU" b="1" dirty="0"/>
              <a:t>2.</a:t>
            </a:r>
            <a:br>
              <a:rPr lang="en-AU" b="1" dirty="0"/>
            </a:br>
            <a:r>
              <a:rPr lang="en-AU" b="1" dirty="0"/>
              <a:t>Short-response question sets: </a:t>
            </a:r>
            <a:r>
              <a:rPr lang="en-AU" dirty="0"/>
              <a:t>Carefully grouped questions that encourage spaced and interleaved practice across multiple focus areas, helping students revisit and apply knowledge from different points in time.</a:t>
            </a:r>
            <a:br>
              <a:rPr lang="en-AU" dirty="0"/>
            </a:br>
            <a:r>
              <a:rPr lang="en-AU" dirty="0"/>
              <a:t>These questions:</a:t>
            </a:r>
          </a:p>
          <a:p>
            <a:endParaRPr lang="en-AU" dirty="0"/>
          </a:p>
          <a:p>
            <a:pPr marL="285750" indent="-285750">
              <a:buFont typeface="Wingdings" panose="05000000000000000000" pitchFamily="2" charset="2"/>
              <a:buChar char="ü"/>
            </a:pPr>
            <a:r>
              <a:rPr lang="en-AU" dirty="0"/>
              <a:t>have a combination of question types </a:t>
            </a:r>
          </a:p>
          <a:p>
            <a:pPr marL="285750" indent="-285750">
              <a:buFont typeface="Wingdings" panose="05000000000000000000" pitchFamily="2" charset="2"/>
              <a:buChar char="ü"/>
            </a:pPr>
            <a:r>
              <a:rPr lang="en-AU" dirty="0"/>
              <a:t>address a range of focus areas</a:t>
            </a:r>
          </a:p>
          <a:p>
            <a:pPr marL="285750" indent="-285750">
              <a:buFont typeface="Wingdings" panose="05000000000000000000" pitchFamily="2" charset="2"/>
              <a:buChar char="ü"/>
            </a:pPr>
            <a:r>
              <a:rPr lang="en-AU" dirty="0"/>
              <a:t>build automaticity and fluency</a:t>
            </a:r>
          </a:p>
          <a:p>
            <a:pPr marL="285750" indent="-285750">
              <a:buFont typeface="Wingdings" panose="05000000000000000000" pitchFamily="2" charset="2"/>
              <a:buChar char="ü"/>
            </a:pPr>
            <a:r>
              <a:rPr lang="en-AU" dirty="0"/>
              <a:t>support active recall </a:t>
            </a:r>
          </a:p>
          <a:p>
            <a:pPr marL="285750" indent="-285750">
              <a:buFont typeface="Wingdings" panose="05000000000000000000" pitchFamily="2" charset="2"/>
              <a:buChar char="ü"/>
            </a:pPr>
            <a:r>
              <a:rPr lang="en-AU" dirty="0"/>
              <a:t>allow for immediate feedback</a:t>
            </a:r>
          </a:p>
          <a:p>
            <a:pPr marL="285750" indent="-285750">
              <a:buFont typeface="Wingdings" panose="05000000000000000000" pitchFamily="2" charset="2"/>
              <a:buChar char="ü"/>
            </a:pPr>
            <a:r>
              <a:rPr lang="en-AU" dirty="0"/>
              <a:t>identify content requiring reteach</a:t>
            </a:r>
          </a:p>
          <a:p>
            <a:endParaRPr lang="en-AU" dirty="0"/>
          </a:p>
          <a:p>
            <a:r>
              <a:rPr lang="en-AU" b="1" dirty="0"/>
              <a:t>3.</a:t>
            </a:r>
          </a:p>
          <a:p>
            <a:r>
              <a:rPr lang="en-AU" b="1" dirty="0"/>
              <a:t>Developing number sense activities: </a:t>
            </a:r>
            <a:r>
              <a:rPr lang="en-AU" dirty="0"/>
              <a:t>A variety of practical, purposeful tasks that reinforce current learning and build on prior knowledge. These activities promote reasoning, problem-solving and conceptual understanding.</a:t>
            </a:r>
            <a:br>
              <a:rPr lang="en-AU" dirty="0"/>
            </a:br>
            <a:br>
              <a:rPr lang="en-AU" dirty="0"/>
            </a:br>
            <a:endParaRPr lang="en-AU" dirty="0"/>
          </a:p>
          <a:p>
            <a:r>
              <a:rPr lang="en-AU" dirty="0"/>
              <a:t>The review of learning resources are designed to work support teaching and learning in mathematics. For the most effective implementation, use the resources flexibly, adapting to meet student learning needs and individual classroom contexts.</a:t>
            </a:r>
          </a:p>
        </p:txBody>
      </p:sp>
      <p:sp>
        <p:nvSpPr>
          <p:cNvPr id="4" name="Slide Number Placeholder 3"/>
          <p:cNvSpPr>
            <a:spLocks noGrp="1"/>
          </p:cNvSpPr>
          <p:nvPr>
            <p:ph type="sldNum" sz="quarter" idx="5"/>
          </p:nvPr>
        </p:nvSpPr>
        <p:spPr/>
        <p:txBody>
          <a:bodyPr/>
          <a:lstStyle/>
          <a:p>
            <a:fld id="{B07158C4-A119-4B78-9DE8-A50001BC31DC}" type="slidenum">
              <a:rPr lang="en-AU" smtClean="0"/>
              <a:pPr/>
              <a:t>2</a:t>
            </a:fld>
            <a:endParaRPr lang="en-AU"/>
          </a:p>
        </p:txBody>
      </p:sp>
    </p:spTree>
    <p:extLst>
      <p:ext uri="{BB962C8B-B14F-4D97-AF65-F5344CB8AC3E}">
        <p14:creationId xmlns:p14="http://schemas.microsoft.com/office/powerpoint/2010/main" val="30088131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b="1" dirty="0"/>
              <a:t>Teacher notes:</a:t>
            </a:r>
            <a:endParaRPr lang="en-US" dirty="0"/>
          </a:p>
          <a:p>
            <a:pPr marL="171450" indent="-171450">
              <a:buFont typeface="Arial"/>
              <a:buChar char="•"/>
            </a:pPr>
            <a:r>
              <a:rPr lang="en-AU" dirty="0"/>
              <a:t>Click lesson numbers to go to specific lessons</a:t>
            </a:r>
          </a:p>
          <a:p>
            <a:pPr marL="171450" indent="-171450">
              <a:buFont typeface="Arial"/>
              <a:buChar char="•"/>
            </a:pPr>
            <a:r>
              <a:rPr lang="en-AU" dirty="0">
                <a:cs typeface="Calibri"/>
              </a:rPr>
              <a:t>Interactive features can be viewed in slide show</a:t>
            </a:r>
            <a:endParaRPr lang="en-US" dirty="0">
              <a:cs typeface="Calibri"/>
            </a:endParaRPr>
          </a:p>
          <a:p>
            <a:endParaRPr lang="en-US" dirty="0">
              <a:cs typeface="Calibri"/>
            </a:endParaRPr>
          </a:p>
        </p:txBody>
      </p:sp>
      <p:sp>
        <p:nvSpPr>
          <p:cNvPr id="4" name="Slide Number Placeholder 3"/>
          <p:cNvSpPr>
            <a:spLocks noGrp="1"/>
          </p:cNvSpPr>
          <p:nvPr>
            <p:ph type="sldNum" sz="quarter" idx="5"/>
          </p:nvPr>
        </p:nvSpPr>
        <p:spPr/>
        <p:txBody>
          <a:bodyPr/>
          <a:lstStyle/>
          <a:p>
            <a:fld id="{D09C5488-DD16-4714-9519-7BE21BA11D4E}" type="slidenum">
              <a:rPr lang="en-AU" smtClean="0"/>
              <a:t>3</a:t>
            </a:fld>
            <a:endParaRPr lang="en-AU"/>
          </a:p>
        </p:txBody>
      </p:sp>
    </p:spTree>
    <p:extLst>
      <p:ext uri="{BB962C8B-B14F-4D97-AF65-F5344CB8AC3E}">
        <p14:creationId xmlns:p14="http://schemas.microsoft.com/office/powerpoint/2010/main" val="32427642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B07158C4-A119-4B78-9DE8-A50001BC31DC}" type="slidenum">
              <a:rPr lang="en-AU" smtClean="0"/>
              <a:pPr/>
              <a:t>4</a:t>
            </a:fld>
            <a:endParaRPr lang="en-AU"/>
          </a:p>
        </p:txBody>
      </p:sp>
    </p:spTree>
    <p:extLst>
      <p:ext uri="{BB962C8B-B14F-4D97-AF65-F5344CB8AC3E}">
        <p14:creationId xmlns:p14="http://schemas.microsoft.com/office/powerpoint/2010/main" val="252961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2AD8F1-B663-3F40-07A2-C014D8EB5B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045E08-15DA-0856-A514-FAF9EC64CB0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D0C8C4-7957-6426-57E3-FED490650475}"/>
              </a:ext>
            </a:extLst>
          </p:cNvPr>
          <p:cNvSpPr>
            <a:spLocks noGrp="1"/>
          </p:cNvSpPr>
          <p:nvPr>
            <p:ph type="body" idx="1"/>
          </p:nvPr>
        </p:nvSpPr>
        <p:spPr/>
        <p:txBody>
          <a:bodyPr/>
          <a:lstStyle/>
          <a:p>
            <a:pPr marL="0" indent="0" algn="l">
              <a:buFont typeface="Wingdings" panose="05000000000000000000" pitchFamily="2" charset="2"/>
              <a:buNone/>
            </a:pPr>
            <a:r>
              <a:rPr lang="en-AU" sz="1600" b="0" i="0" dirty="0">
                <a:solidFill>
                  <a:schemeClr val="tx1"/>
                </a:solidFill>
                <a:latin typeface="Arial"/>
                <a:cs typeface="Arial"/>
              </a:rPr>
              <a:t>This question connects to the content in the developing number sense activity (Activity 1)</a:t>
            </a:r>
          </a:p>
          <a:p>
            <a:pPr>
              <a:buFont typeface="Wingdings" panose="05000000000000000000" pitchFamily="2" charset="2"/>
              <a:defRPr/>
            </a:pPr>
            <a:endParaRPr lang="en-AU" dirty="0">
              <a:latin typeface="Arial"/>
              <a:cs typeface="Arial"/>
            </a:endParaRPr>
          </a:p>
          <a:p>
            <a:pPr>
              <a:defRPr/>
            </a:pPr>
            <a:r>
              <a:rPr lang="en-AU" b="1" dirty="0">
                <a:latin typeface="Arial"/>
                <a:cs typeface="Arial"/>
              </a:rPr>
              <a:t>Syllabus focus area:</a:t>
            </a:r>
            <a:endParaRPr lang="en-US" dirty="0">
              <a:solidFill>
                <a:srgbClr val="444444"/>
              </a:solidFill>
              <a:latin typeface="Arial"/>
              <a:cs typeface="Arial"/>
            </a:endParaRPr>
          </a:p>
          <a:p>
            <a:pPr marL="0" marR="0" lvl="0" indent="0" algn="l" defTabSz="1219170" rtl="0" eaLnBrk="1" fontAlgn="auto" latinLnBrk="0" hangingPunct="1">
              <a:lnSpc>
                <a:spcPct val="100000"/>
              </a:lnSpc>
              <a:spcBef>
                <a:spcPts val="0"/>
              </a:spcBef>
              <a:spcAft>
                <a:spcPts val="0"/>
              </a:spcAft>
              <a:buClrTx/>
              <a:buSzTx/>
              <a:buFontTx/>
              <a:buNone/>
              <a:tabLst/>
              <a:defRPr/>
            </a:pPr>
            <a:r>
              <a:rPr lang="en-AU" dirty="0">
                <a:highlight>
                  <a:srgbClr val="FFFF00"/>
                </a:highlight>
                <a:latin typeface="Arial"/>
                <a:cs typeface="Arial"/>
              </a:rPr>
              <a:t>Representing numbers using place value A</a:t>
            </a:r>
          </a:p>
        </p:txBody>
      </p:sp>
      <p:sp>
        <p:nvSpPr>
          <p:cNvPr id="4" name="Slide Number Placeholder 3">
            <a:extLst>
              <a:ext uri="{FF2B5EF4-FFF2-40B4-BE49-F238E27FC236}">
                <a16:creationId xmlns:a16="http://schemas.microsoft.com/office/drawing/2014/main" id="{C4FD5696-9180-2B5B-47E9-EC0CAC013312}"/>
              </a:ext>
            </a:extLst>
          </p:cNvPr>
          <p:cNvSpPr>
            <a:spLocks noGrp="1"/>
          </p:cNvSpPr>
          <p:nvPr>
            <p:ph type="sldNum" sz="quarter" idx="5"/>
          </p:nvPr>
        </p:nvSpPr>
        <p:spPr/>
        <p:txBody>
          <a:bodyPr/>
          <a:lstStyle/>
          <a:p>
            <a:fld id="{B07158C4-A119-4B78-9DE8-A50001BC31DC}" type="slidenum">
              <a:rPr lang="en-AU" smtClean="0"/>
              <a:pPr/>
              <a:t>5</a:t>
            </a:fld>
            <a:endParaRPr lang="en-AU"/>
          </a:p>
        </p:txBody>
      </p:sp>
    </p:spTree>
    <p:extLst>
      <p:ext uri="{BB962C8B-B14F-4D97-AF65-F5344CB8AC3E}">
        <p14:creationId xmlns:p14="http://schemas.microsoft.com/office/powerpoint/2010/main" val="389158109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dirty="0">
                <a:latin typeface="Arial"/>
                <a:cs typeface="Arial"/>
              </a:rPr>
              <a:t>Representing numbers using place value A: Whole numbers</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5"/>
          </p:nvPr>
        </p:nvSpPr>
        <p:spPr/>
        <p:txBody>
          <a:bodyPr/>
          <a:lstStyle/>
          <a:p>
            <a:fld id="{B07158C4-A119-4B78-9DE8-A50001BC31DC}" type="slidenum">
              <a:rPr lang="en-AU" smtClean="0"/>
              <a:pPr/>
              <a:t>6</a:t>
            </a:fld>
            <a:endParaRPr lang="en-AU"/>
          </a:p>
        </p:txBody>
      </p:sp>
    </p:spTree>
    <p:extLst>
      <p:ext uri="{BB962C8B-B14F-4D97-AF65-F5344CB8AC3E}">
        <p14:creationId xmlns:p14="http://schemas.microsoft.com/office/powerpoint/2010/main" val="20152716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l">
              <a:buFont typeface="Wingdings" panose="05000000000000000000" pitchFamily="2" charset="2"/>
              <a:buNone/>
            </a:pPr>
            <a:r>
              <a:rPr lang="en-AU" sz="1600" b="0" i="0" dirty="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dirty="0">
              <a:solidFill>
                <a:schemeClr val="tx1"/>
              </a:solidFill>
              <a:latin typeface="Arial" panose="020B0604020202020204" pitchFamily="34" charset="0"/>
              <a:cs typeface="Arial" panose="020B0604020202020204" pitchFamily="34" charset="0"/>
            </a:endParaRPr>
          </a:p>
          <a:p>
            <a:pPr>
              <a:defRPr/>
            </a:pPr>
            <a:r>
              <a:rPr lang="en-AU" sz="1600" b="1" i="0" dirty="0">
                <a:solidFill>
                  <a:schemeClr val="tx1"/>
                </a:solidFill>
                <a:latin typeface="Arial"/>
                <a:cs typeface="Arial"/>
              </a:rPr>
              <a:t>Syllabus focus area:</a:t>
            </a:r>
          </a:p>
          <a:p>
            <a:pPr>
              <a:defRPr/>
            </a:pPr>
            <a:r>
              <a:rPr lang="en-AU" sz="1600" b="0" i="0" kern="1200" dirty="0">
                <a:solidFill>
                  <a:schemeClr val="tx1"/>
                </a:solidFill>
                <a:effectLst/>
                <a:latin typeface="Arial" panose="020B0604020202020204" pitchFamily="34" charset="0"/>
                <a:ea typeface="+mn-ea"/>
                <a:cs typeface="Arial" panose="020B0604020202020204" pitchFamily="34" charset="0"/>
              </a:rPr>
              <a:t>Geometric measure A: Position</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5"/>
          </p:nvPr>
        </p:nvSpPr>
        <p:spPr/>
        <p:txBody>
          <a:bodyPr/>
          <a:lstStyle/>
          <a:p>
            <a:pPr marL="0" marR="0" lvl="0" indent="0" algn="r" defTabSz="609585" rtl="0" eaLnBrk="1" fontAlgn="auto" latinLnBrk="0" hangingPunct="1">
              <a:lnSpc>
                <a:spcPct val="100000"/>
              </a:lnSpc>
              <a:spcBef>
                <a:spcPts val="0"/>
              </a:spcBef>
              <a:spcAft>
                <a:spcPts val="0"/>
              </a:spcAft>
              <a:buClrTx/>
              <a:buSzTx/>
              <a:buFontTx/>
              <a:buNone/>
              <a:tabLst/>
              <a:defRPr/>
            </a:pPr>
            <a:fld id="{B07158C4-A119-4B78-9DE8-A50001BC31DC}" type="slidenum">
              <a:rPr kumimoji="0" lang="en-AU" sz="1200" b="0" i="0" u="none" strike="noStrike" kern="1200" cap="none" spc="0" normalizeH="0" baseline="0" noProof="0" smtClean="0">
                <a:ln>
                  <a:noFill/>
                </a:ln>
                <a:solidFill>
                  <a:prstClr val="black"/>
                </a:solidFill>
                <a:effectLst/>
                <a:uLnTx/>
                <a:uFillTx/>
                <a:latin typeface="Public Sans" pitchFamily="2" charset="0"/>
                <a:ea typeface="+mn-ea"/>
                <a:cs typeface="+mn-cs"/>
              </a:rPr>
              <a:pPr marL="0" marR="0" lvl="0" indent="0" algn="r" defTabSz="609585" rtl="0" eaLnBrk="1" fontAlgn="auto" latinLnBrk="0" hangingPunct="1">
                <a:lnSpc>
                  <a:spcPct val="100000"/>
                </a:lnSpc>
                <a:spcBef>
                  <a:spcPts val="0"/>
                </a:spcBef>
                <a:spcAft>
                  <a:spcPts val="0"/>
                </a:spcAft>
                <a:buClrTx/>
                <a:buSzTx/>
                <a:buFontTx/>
                <a:buNone/>
                <a:tabLst/>
                <a:defRPr/>
              </a:pPr>
              <a:t>7</a:t>
            </a:fld>
            <a:endParaRPr kumimoji="0" lang="en-AU" sz="1200" b="0" i="0" u="none" strike="noStrike" kern="1200" cap="none" spc="0" normalizeH="0" baseline="0" noProof="0">
              <a:ln>
                <a:noFill/>
              </a:ln>
              <a:solidFill>
                <a:prstClr val="black"/>
              </a:solidFill>
              <a:effectLst/>
              <a:uLnTx/>
              <a:uFillTx/>
              <a:latin typeface="Public Sans" pitchFamily="2" charset="0"/>
              <a:ea typeface="+mn-ea"/>
              <a:cs typeface="+mn-cs"/>
            </a:endParaRPr>
          </a:p>
        </p:txBody>
      </p:sp>
    </p:spTree>
    <p:extLst>
      <p:ext uri="{BB962C8B-B14F-4D97-AF65-F5344CB8AC3E}">
        <p14:creationId xmlns:p14="http://schemas.microsoft.com/office/powerpoint/2010/main" val="198789739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367205-FD88-9B41-9EE9-8830B2F184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94C7FD-3BC1-0278-CD44-841588DBB41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B976A2F-DE9F-F529-AF25-E322A627AE07}"/>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dirty="0">
                <a:latin typeface="Arial"/>
                <a:cs typeface="Arial"/>
              </a:rPr>
              <a:t>Two-dimensional spatial structure A: 2D shapes</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0F3A522F-3628-AF3F-2E2F-85F08017A892}"/>
              </a:ext>
            </a:extLst>
          </p:cNvPr>
          <p:cNvSpPr>
            <a:spLocks noGrp="1"/>
          </p:cNvSpPr>
          <p:nvPr>
            <p:ph type="sldNum" sz="quarter" idx="5"/>
          </p:nvPr>
        </p:nvSpPr>
        <p:spPr/>
        <p:txBody>
          <a:bodyPr/>
          <a:lstStyle/>
          <a:p>
            <a:fld id="{B07158C4-A119-4B78-9DE8-A50001BC31DC}" type="slidenum">
              <a:rPr lang="en-AU" smtClean="0"/>
              <a:pPr/>
              <a:t>8</a:t>
            </a:fld>
            <a:endParaRPr lang="en-AU"/>
          </a:p>
        </p:txBody>
      </p:sp>
    </p:spTree>
    <p:extLst>
      <p:ext uri="{BB962C8B-B14F-4D97-AF65-F5344CB8AC3E}">
        <p14:creationId xmlns:p14="http://schemas.microsoft.com/office/powerpoint/2010/main" val="414477566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7EB86B-E4DE-73C3-F794-C15C0B9E1A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0B38E0-6D6D-6B33-AD6B-85EF6722A70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C9C22BD-B1C4-666B-422D-5FAF088CD36E}"/>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dirty="0">
                <a:latin typeface="Arial"/>
                <a:cs typeface="Arial"/>
              </a:rPr>
              <a:t>Geometric measure A: Position</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EF7102AC-F76D-5520-FFA6-0732CFB27A0D}"/>
              </a:ext>
            </a:extLst>
          </p:cNvPr>
          <p:cNvSpPr>
            <a:spLocks noGrp="1"/>
          </p:cNvSpPr>
          <p:nvPr>
            <p:ph type="sldNum" sz="quarter" idx="5"/>
          </p:nvPr>
        </p:nvSpPr>
        <p:spPr/>
        <p:txBody>
          <a:bodyPr/>
          <a:lstStyle/>
          <a:p>
            <a:fld id="{B07158C4-A119-4B78-9DE8-A50001BC31DC}" type="slidenum">
              <a:rPr lang="en-AU" smtClean="0"/>
              <a:pPr/>
              <a:t>9</a:t>
            </a:fld>
            <a:endParaRPr lang="en-AU"/>
          </a:p>
        </p:txBody>
      </p:sp>
    </p:spTree>
    <p:extLst>
      <p:ext uri="{BB962C8B-B14F-4D97-AF65-F5344CB8AC3E}">
        <p14:creationId xmlns:p14="http://schemas.microsoft.com/office/powerpoint/2010/main" val="80523267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b="1" dirty="0">
                <a:effectLst/>
              </a:rPr>
              <a:t>Note: </a:t>
            </a:r>
            <a:r>
              <a:rPr lang="en-AU" dirty="0">
                <a:effectLst/>
              </a:rPr>
              <a:t>This slide is designed to be used in presentation mode.</a:t>
            </a:r>
          </a:p>
          <a:p>
            <a:endParaRPr lang="en-AU" dirty="0"/>
          </a:p>
          <a:p>
            <a:r>
              <a:rPr lang="en-AU" dirty="0"/>
              <a:t>This is a developing number sense activity. </a:t>
            </a:r>
          </a:p>
          <a:p>
            <a:endParaRPr lang="en-AU" dirty="0"/>
          </a:p>
          <a:p>
            <a:r>
              <a:rPr lang="en-AU" dirty="0"/>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dirty="0"/>
          </a:p>
          <a:p>
            <a:r>
              <a:rPr lang="en-AU" b="1" dirty="0"/>
              <a:t>Syllabus focus area:</a:t>
            </a:r>
          </a:p>
          <a:p>
            <a:r>
              <a:rPr lang="en-AU" dirty="0">
                <a:highlight>
                  <a:srgbClr val="FFFF00"/>
                </a:highlight>
              </a:rPr>
              <a:t>Representing numbers using place value A</a:t>
            </a:r>
          </a:p>
          <a:p>
            <a:endParaRPr lang="en-AU" dirty="0"/>
          </a:p>
          <a:p>
            <a:r>
              <a:rPr lang="en-AU" b="1" dirty="0"/>
              <a:t>Activity title</a:t>
            </a:r>
          </a:p>
          <a:p>
            <a:r>
              <a:rPr lang="en-AU" b="0" dirty="0"/>
              <a:t>This resource corresponds Stage 2 Year B Unit 21. </a:t>
            </a:r>
          </a:p>
          <a:p>
            <a:pPr marL="285750" indent="-285750">
              <a:buFont typeface="Arial" panose="020B0604020202020204" pitchFamily="34" charset="0"/>
              <a:buChar char="•"/>
            </a:pPr>
            <a:endParaRPr lang="en-AU" b="0" dirty="0"/>
          </a:p>
          <a:p>
            <a:pPr marL="342900" lvl="0" indent="-34290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Provide pairs with markers, a whiteboard and a 9-sided die.</a:t>
            </a:r>
          </a:p>
          <a:p>
            <a:pPr marL="342900" indent="-34290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Students draw a gameboard on their whiteboard with 4 place value labels and 4 lines to represent the 4 digits </a:t>
            </a:r>
          </a:p>
          <a:p>
            <a:pPr marL="342900" indent="-342900">
              <a:buFont typeface="Arial" panose="020B0604020202020204" pitchFamily="34" charset="0"/>
              <a:buChar char="•"/>
            </a:pPr>
            <a:r>
              <a:rPr lang="en-AU" b="0" dirty="0"/>
              <a:t>The aim of the game is to make numbers as close to 5000 as possible without going over, with the highest number winning a point. The player with the most points after 5 rounds is declared the winner.</a:t>
            </a:r>
          </a:p>
          <a:p>
            <a:pPr marL="342900" indent="-342900">
              <a:buFont typeface="Arial" panose="020B0604020202020204" pitchFamily="34" charset="0"/>
              <a:buChar char="•"/>
            </a:pPr>
            <a:r>
              <a:rPr lang="en-AU" b="0" dirty="0"/>
              <a:t>Students take turns to roll the die. After each roll, write the number on one of the lines. Once the 4 blank lines are full, players read their number and identify which number is the closest to 5000. This player wins a point.</a:t>
            </a:r>
          </a:p>
          <a:p>
            <a:pPr marL="0" indent="0">
              <a:buFont typeface="+mj-lt"/>
              <a:buNone/>
            </a:pPr>
            <a:endParaRPr lang="en-AU" b="0" dirty="0"/>
          </a:p>
          <a:p>
            <a:pPr marL="0" indent="0">
              <a:buFont typeface="+mj-lt"/>
              <a:buNone/>
            </a:pPr>
            <a:r>
              <a:rPr lang="en-AU" b="0" dirty="0"/>
              <a:t>Note: a variation to this task is to select a target number that is a multiple of thousands between 1000 and 9000.</a:t>
            </a:r>
          </a:p>
          <a:p>
            <a:pPr marL="342900" indent="-342900">
              <a:buFont typeface="+mj-lt"/>
              <a:buAutoNum type="arabicPeriod"/>
            </a:pPr>
            <a:endParaRPr lang="en-AU" b="0" dirty="0"/>
          </a:p>
          <a:p>
            <a:pPr marL="0" marR="0" lvl="0" indent="0" algn="l" defTabSz="1219170" rtl="0" eaLnBrk="1" fontAlgn="auto" latinLnBrk="0" hangingPunct="1">
              <a:lnSpc>
                <a:spcPct val="100000"/>
              </a:lnSpc>
              <a:spcBef>
                <a:spcPts val="0"/>
              </a:spcBef>
              <a:spcAft>
                <a:spcPts val="0"/>
              </a:spcAft>
              <a:buClrTx/>
              <a:buSzTx/>
              <a:buFontTx/>
              <a:buNone/>
              <a:tabLst/>
              <a:defRPr/>
            </a:pPr>
            <a:r>
              <a:rPr lang="en-AU" sz="1600" u="none" dirty="0">
                <a:solidFill>
                  <a:srgbClr val="2F5496"/>
                </a:solidFill>
                <a:effectLst/>
                <a:latin typeface="Arial" panose="020B0604020202020204" pitchFamily="34" charset="0"/>
                <a:ea typeface="Calibri" panose="020F0502020204030204" pitchFamily="34" charset="0"/>
              </a:rPr>
              <a:t>This activity is an adaptation of </a:t>
            </a:r>
            <a:r>
              <a:rPr lang="en-AU" sz="1600" u="sng" dirty="0">
                <a:solidFill>
                  <a:srgbClr val="2F5496"/>
                </a:solidFill>
                <a:effectLst/>
                <a:latin typeface="Arial" panose="020B0604020202020204" pitchFamily="34" charset="0"/>
                <a:ea typeface="Calibri" panose="020F0502020204030204" pitchFamily="34" charset="0"/>
                <a:hlinkClick r:id="rId3"/>
              </a:rPr>
              <a:t>Hit it (3-digit numbers)</a:t>
            </a:r>
            <a:r>
              <a:rPr lang="en-AU" sz="1600" dirty="0">
                <a:effectLst/>
                <a:latin typeface="Arial" panose="020B0604020202020204" pitchFamily="34" charset="0"/>
                <a:ea typeface="Calibri" panose="020F0502020204030204" pitchFamily="34" charset="0"/>
              </a:rPr>
              <a:t> from </a:t>
            </a:r>
            <a:r>
              <a:rPr lang="en-AU" sz="1600" u="sng" dirty="0">
                <a:solidFill>
                  <a:srgbClr val="2F5496"/>
                </a:solidFill>
                <a:effectLst/>
                <a:latin typeface="Arial" panose="020B0604020202020204" pitchFamily="34" charset="0"/>
                <a:ea typeface="Calibri" panose="020F0502020204030204" pitchFamily="34" charset="0"/>
                <a:hlinkClick r:id="rId4"/>
              </a:rPr>
              <a:t>Mathematics K–6 resources</a:t>
            </a:r>
            <a:r>
              <a:rPr lang="en-AU" sz="1600" dirty="0">
                <a:effectLst/>
                <a:latin typeface="Arial" panose="020B0604020202020204" pitchFamily="34" charset="0"/>
                <a:ea typeface="Calibri" panose="020F0502020204030204" pitchFamily="34" charset="0"/>
              </a:rPr>
              <a:t> by State of New South Wales (Department of Education).</a:t>
            </a:r>
          </a:p>
          <a:p>
            <a:endParaRPr lang="en-AU" dirty="0"/>
          </a:p>
          <a:p>
            <a:endParaRPr lang="en-AU" dirty="0"/>
          </a:p>
        </p:txBody>
      </p:sp>
      <p:sp>
        <p:nvSpPr>
          <p:cNvPr id="4" name="Slide Number Placeholder 3"/>
          <p:cNvSpPr>
            <a:spLocks noGrp="1"/>
          </p:cNvSpPr>
          <p:nvPr>
            <p:ph type="sldNum" sz="quarter" idx="5"/>
          </p:nvPr>
        </p:nvSpPr>
        <p:spPr/>
        <p:txBody>
          <a:bodyPr/>
          <a:lstStyle/>
          <a:p>
            <a:fld id="{B07158C4-A119-4B78-9DE8-A50001BC31DC}" type="slidenum">
              <a:rPr lang="en-AU" smtClean="0"/>
              <a:pPr/>
              <a:t>10</a:t>
            </a:fld>
            <a:endParaRPr lang="en-AU"/>
          </a:p>
        </p:txBody>
      </p:sp>
    </p:spTree>
    <p:extLst>
      <p:ext uri="{BB962C8B-B14F-4D97-AF65-F5344CB8AC3E}">
        <p14:creationId xmlns:p14="http://schemas.microsoft.com/office/powerpoint/2010/main" val="411497643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17E144-6368-170B-8DA4-670B1C3D06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DE9757-8C6B-F81D-9C0D-C6268C9690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37F240-21FF-8986-C44B-3C887372C581}"/>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AC2BA03A-216B-16E6-14C0-97AFF5EB3638}"/>
              </a:ext>
            </a:extLst>
          </p:cNvPr>
          <p:cNvSpPr>
            <a:spLocks noGrp="1"/>
          </p:cNvSpPr>
          <p:nvPr>
            <p:ph type="sldNum" sz="quarter" idx="5"/>
          </p:nvPr>
        </p:nvSpPr>
        <p:spPr/>
        <p:txBody>
          <a:bodyPr/>
          <a:lstStyle/>
          <a:p>
            <a:fld id="{B07158C4-A119-4B78-9DE8-A50001BC31DC}" type="slidenum">
              <a:rPr lang="en-AU" smtClean="0"/>
              <a:pPr/>
              <a:t>11</a:t>
            </a:fld>
            <a:endParaRPr lang="en-AU"/>
          </a:p>
        </p:txBody>
      </p:sp>
    </p:spTree>
    <p:extLst>
      <p:ext uri="{BB962C8B-B14F-4D97-AF65-F5344CB8AC3E}">
        <p14:creationId xmlns:p14="http://schemas.microsoft.com/office/powerpoint/2010/main" val="218728388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4B1C04-6FEB-250D-63C2-3673470742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81FEE9-C351-590B-FAE2-EAE2B6B9A4C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DA466A9-D491-FA43-72DA-90EF16FC513B}"/>
              </a:ext>
            </a:extLst>
          </p:cNvPr>
          <p:cNvSpPr>
            <a:spLocks noGrp="1"/>
          </p:cNvSpPr>
          <p:nvPr>
            <p:ph type="body" idx="1"/>
          </p:nvPr>
        </p:nvSpPr>
        <p:spPr/>
        <p:txBody>
          <a:bodyPr/>
          <a:lstStyle/>
          <a:p>
            <a:pPr marL="0" indent="0" algn="l">
              <a:buFont typeface="Wingdings" panose="05000000000000000000" pitchFamily="2" charset="2"/>
              <a:buNone/>
            </a:pPr>
            <a:r>
              <a:rPr lang="en-AU" sz="1600" b="0" i="0" dirty="0">
                <a:solidFill>
                  <a:schemeClr val="tx1"/>
                </a:solidFill>
                <a:latin typeface="Arial"/>
                <a:cs typeface="Arial"/>
              </a:rPr>
              <a:t>The question on this slide connects to the content being explored in the developing number sense activity (Activity 2)</a:t>
            </a:r>
          </a:p>
          <a:p>
            <a:pPr>
              <a:defRPr/>
            </a:pPr>
            <a:endParaRPr lang="en-AU" b="1" dirty="0">
              <a:latin typeface="Arial"/>
              <a:cs typeface="Arial"/>
            </a:endParaRPr>
          </a:p>
          <a:p>
            <a:pPr>
              <a:defRPr/>
            </a:pPr>
            <a:r>
              <a:rPr lang="en-AU" b="1" dirty="0">
                <a:latin typeface="Arial"/>
                <a:cs typeface="Arial"/>
              </a:rPr>
              <a:t>Syllabus focus area:</a:t>
            </a:r>
            <a:endParaRPr lang="en-US" dirty="0">
              <a:solidFill>
                <a:srgbClr val="444444"/>
              </a:solidFill>
              <a:latin typeface="Arial"/>
              <a:cs typeface="Arial"/>
            </a:endParaRPr>
          </a:p>
          <a:p>
            <a:pPr>
              <a:defRPr/>
            </a:pPr>
            <a:r>
              <a:rPr lang="en-AU" dirty="0">
                <a:latin typeface="Arial"/>
                <a:cs typeface="Arial"/>
              </a:rPr>
              <a:t>Representing numbers using place value B: Whole numbers</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335C0D79-4D8F-FF5C-70C7-6DF8F997051A}"/>
              </a:ext>
            </a:extLst>
          </p:cNvPr>
          <p:cNvSpPr>
            <a:spLocks noGrp="1"/>
          </p:cNvSpPr>
          <p:nvPr>
            <p:ph type="sldNum" sz="quarter" idx="5"/>
          </p:nvPr>
        </p:nvSpPr>
        <p:spPr/>
        <p:txBody>
          <a:bodyPr/>
          <a:lstStyle/>
          <a:p>
            <a:fld id="{B07158C4-A119-4B78-9DE8-A50001BC31DC}" type="slidenum">
              <a:rPr lang="en-AU" smtClean="0"/>
              <a:pPr/>
              <a:t>12</a:t>
            </a:fld>
            <a:endParaRPr lang="en-AU"/>
          </a:p>
        </p:txBody>
      </p:sp>
    </p:spTree>
    <p:extLst>
      <p:ext uri="{BB962C8B-B14F-4D97-AF65-F5344CB8AC3E}">
        <p14:creationId xmlns:p14="http://schemas.microsoft.com/office/powerpoint/2010/main" val="205208470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6D7B5D-03CC-5CEC-A3EB-1E59D8CAF6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0B7E80-EABB-1C39-5313-B4A3AD15F4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7D537F6-925D-5584-F18D-3EDE7D241D67}"/>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dirty="0">
                <a:latin typeface="Arial"/>
                <a:cs typeface="Arial"/>
              </a:rPr>
              <a:t>Representing numbers using place value B: Whole numbers</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598F3768-A034-3C0D-6695-0FF8CE8DCC83}"/>
              </a:ext>
            </a:extLst>
          </p:cNvPr>
          <p:cNvSpPr>
            <a:spLocks noGrp="1"/>
          </p:cNvSpPr>
          <p:nvPr>
            <p:ph type="sldNum" sz="quarter" idx="5"/>
          </p:nvPr>
        </p:nvSpPr>
        <p:spPr/>
        <p:txBody>
          <a:bodyPr/>
          <a:lstStyle/>
          <a:p>
            <a:fld id="{B07158C4-A119-4B78-9DE8-A50001BC31DC}" type="slidenum">
              <a:rPr lang="en-AU" smtClean="0"/>
              <a:pPr/>
              <a:t>13</a:t>
            </a:fld>
            <a:endParaRPr lang="en-AU"/>
          </a:p>
        </p:txBody>
      </p:sp>
    </p:spTree>
    <p:extLst>
      <p:ext uri="{BB962C8B-B14F-4D97-AF65-F5344CB8AC3E}">
        <p14:creationId xmlns:p14="http://schemas.microsoft.com/office/powerpoint/2010/main" val="127571776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371957-37CB-22ED-655F-1FF375858D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604F12-B5F3-C3DD-399D-DA978ACD2A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00D5BBD-B48A-DBF2-DD77-C00A65220957}"/>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dirty="0">
                <a:latin typeface="Arial"/>
                <a:cs typeface="Arial"/>
              </a:rPr>
              <a:t>Geometric measure A: Position</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91AF8CE9-E4A5-A7C2-D2A0-31891536A971}"/>
              </a:ext>
            </a:extLst>
          </p:cNvPr>
          <p:cNvSpPr>
            <a:spLocks noGrp="1"/>
          </p:cNvSpPr>
          <p:nvPr>
            <p:ph type="sldNum" sz="quarter" idx="5"/>
          </p:nvPr>
        </p:nvSpPr>
        <p:spPr/>
        <p:txBody>
          <a:bodyPr/>
          <a:lstStyle/>
          <a:p>
            <a:fld id="{B07158C4-A119-4B78-9DE8-A50001BC31DC}" type="slidenum">
              <a:rPr lang="en-AU" smtClean="0"/>
              <a:pPr/>
              <a:t>14</a:t>
            </a:fld>
            <a:endParaRPr lang="en-AU"/>
          </a:p>
        </p:txBody>
      </p:sp>
    </p:spTree>
    <p:extLst>
      <p:ext uri="{BB962C8B-B14F-4D97-AF65-F5344CB8AC3E}">
        <p14:creationId xmlns:p14="http://schemas.microsoft.com/office/powerpoint/2010/main" val="162203905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8D4C57-6045-AB0E-671E-EC0E14C02F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F81149-5C94-1283-6077-F0E5B1CF7B6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5DB8C4D-555B-E702-8712-5039987854CC}"/>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dirty="0">
                <a:latin typeface="Arial"/>
                <a:cs typeface="Arial"/>
              </a:rPr>
              <a:t>Two-dimensional spatial structure A: 2D shapes</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C66A0B8C-6089-7AFA-24BA-C5DA3F260D41}"/>
              </a:ext>
            </a:extLst>
          </p:cNvPr>
          <p:cNvSpPr>
            <a:spLocks noGrp="1"/>
          </p:cNvSpPr>
          <p:nvPr>
            <p:ph type="sldNum" sz="quarter" idx="5"/>
          </p:nvPr>
        </p:nvSpPr>
        <p:spPr/>
        <p:txBody>
          <a:bodyPr/>
          <a:lstStyle/>
          <a:p>
            <a:fld id="{B07158C4-A119-4B78-9DE8-A50001BC31DC}" type="slidenum">
              <a:rPr lang="en-AU" smtClean="0"/>
              <a:pPr/>
              <a:t>15</a:t>
            </a:fld>
            <a:endParaRPr lang="en-AU"/>
          </a:p>
        </p:txBody>
      </p:sp>
    </p:spTree>
    <p:extLst>
      <p:ext uri="{BB962C8B-B14F-4D97-AF65-F5344CB8AC3E}">
        <p14:creationId xmlns:p14="http://schemas.microsoft.com/office/powerpoint/2010/main" val="106361203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6F1762-6B1B-7910-D7E9-05CB9F1F02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1790E7-BF47-798B-48D4-65DCA6CF97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3D8BDD6-6756-877A-0B16-706287D5F17B}"/>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dirty="0">
                <a:latin typeface="Arial"/>
                <a:cs typeface="Arial"/>
              </a:rPr>
              <a:t>Geometric measure A: Length</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84410BE7-9EE3-D2B2-AB59-C7EC71A23A65}"/>
              </a:ext>
            </a:extLst>
          </p:cNvPr>
          <p:cNvSpPr>
            <a:spLocks noGrp="1"/>
          </p:cNvSpPr>
          <p:nvPr>
            <p:ph type="sldNum" sz="quarter" idx="5"/>
          </p:nvPr>
        </p:nvSpPr>
        <p:spPr/>
        <p:txBody>
          <a:bodyPr/>
          <a:lstStyle/>
          <a:p>
            <a:fld id="{B07158C4-A119-4B78-9DE8-A50001BC31DC}" type="slidenum">
              <a:rPr lang="en-AU" smtClean="0"/>
              <a:pPr/>
              <a:t>16</a:t>
            </a:fld>
            <a:endParaRPr lang="en-AU"/>
          </a:p>
        </p:txBody>
      </p:sp>
    </p:spTree>
    <p:extLst>
      <p:ext uri="{BB962C8B-B14F-4D97-AF65-F5344CB8AC3E}">
        <p14:creationId xmlns:p14="http://schemas.microsoft.com/office/powerpoint/2010/main" val="93448927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b="1" dirty="0">
                <a:effectLst/>
              </a:rPr>
              <a:t>Note: </a:t>
            </a:r>
            <a:r>
              <a:rPr lang="en-AU" dirty="0">
                <a:effectLst/>
              </a:rPr>
              <a:t>This slide is designed to be used in presentation mode.</a:t>
            </a:r>
          </a:p>
          <a:p>
            <a:endParaRPr lang="en-AU" dirty="0"/>
          </a:p>
          <a:p>
            <a:r>
              <a:rPr lang="en-AU" dirty="0"/>
              <a:t>This is a developing number sense activity. </a:t>
            </a:r>
          </a:p>
          <a:p>
            <a:endParaRPr lang="en-AU" dirty="0"/>
          </a:p>
          <a:p>
            <a:r>
              <a:rPr lang="en-AU" dirty="0"/>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dirty="0"/>
          </a:p>
          <a:p>
            <a:r>
              <a:rPr lang="en-AU" b="1" dirty="0"/>
              <a:t>Syllabus focus area:</a:t>
            </a:r>
          </a:p>
          <a:p>
            <a:r>
              <a:rPr lang="en-AU" dirty="0"/>
              <a:t>Representing numbers using place value B: </a:t>
            </a:r>
            <a:r>
              <a:rPr lang="en-AU" dirty="0">
                <a:latin typeface="Arial"/>
                <a:cs typeface="Arial"/>
              </a:rPr>
              <a:t>Whole numbers</a:t>
            </a:r>
            <a:endParaRPr lang="en-AU" dirty="0"/>
          </a:p>
          <a:p>
            <a:endParaRPr lang="en-AU" b="1" dirty="0"/>
          </a:p>
          <a:p>
            <a:r>
              <a:rPr lang="en-AU" b="1" dirty="0"/>
              <a:t>Activity title</a:t>
            </a:r>
          </a:p>
          <a:p>
            <a:r>
              <a:rPr lang="en-AU" b="0" dirty="0"/>
              <a:t>This resource corresponds to Stage 2 Year B Unit 21. </a:t>
            </a:r>
          </a:p>
          <a:p>
            <a:pPr marL="0" marR="0" lvl="0" indent="0" algn="l" defTabSz="1219170" rtl="0" eaLnBrk="1" fontAlgn="auto" latinLnBrk="0" hangingPunct="1">
              <a:lnSpc>
                <a:spcPct val="100000"/>
              </a:lnSpc>
              <a:spcBef>
                <a:spcPts val="0"/>
              </a:spcBef>
              <a:spcAft>
                <a:spcPts val="0"/>
              </a:spcAft>
              <a:buClrTx/>
              <a:buSzTx/>
              <a:buFontTx/>
              <a:buNone/>
              <a:tabLst/>
              <a:defRPr/>
            </a:pPr>
            <a:endParaRPr lang="en-AU" sz="1600" u="none" dirty="0">
              <a:solidFill>
                <a:srgbClr val="2F5496"/>
              </a:solidFill>
              <a:effectLst/>
              <a:latin typeface="Arial" panose="020B0604020202020204" pitchFamily="34" charset="0"/>
              <a:ea typeface="Calibri" panose="020F0502020204030204" pitchFamily="34" charset="0"/>
            </a:endParaRPr>
          </a:p>
          <a:p>
            <a:pPr marL="342900" indent="-34290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Provide pairs with markers, a whiteboard and a 9-sided die.</a:t>
            </a:r>
          </a:p>
          <a:p>
            <a:pPr marL="342900" indent="-34290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Students draw a gameboard on their whiteboard with 5 lines to represent the 5-digits.</a:t>
            </a:r>
          </a:p>
          <a:p>
            <a:pPr marL="342900" indent="-34290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The aim of the game is to make numbers as close to 99 999 as possible, with the closest number winning a point. The player with the most points after 5 rounds is declared the winner.</a:t>
            </a:r>
          </a:p>
          <a:p>
            <a:pPr marL="0" marR="0" lvl="0" indent="0" algn="l" defTabSz="1219170" rtl="0" eaLnBrk="1" fontAlgn="auto" latinLnBrk="0" hangingPunct="1">
              <a:lnSpc>
                <a:spcPct val="100000"/>
              </a:lnSpc>
              <a:spcBef>
                <a:spcPts val="0"/>
              </a:spcBef>
              <a:spcAft>
                <a:spcPts val="0"/>
              </a:spcAft>
              <a:buClrTx/>
              <a:buSzTx/>
              <a:buFontTx/>
              <a:buNone/>
              <a:tabLst/>
              <a:defRPr/>
            </a:pPr>
            <a:endParaRPr lang="en-AU" sz="1600" u="none" dirty="0">
              <a:solidFill>
                <a:srgbClr val="2F5496"/>
              </a:solidFill>
              <a:effectLst/>
              <a:latin typeface="Arial" panose="020B0604020202020204" pitchFamily="34" charset="0"/>
              <a:ea typeface="Calibri" panose="020F0502020204030204" pitchFamily="34" charset="0"/>
            </a:endParaRPr>
          </a:p>
          <a:p>
            <a:pPr marL="0" marR="0" lvl="0" indent="0" algn="l" defTabSz="1219170" rtl="0" eaLnBrk="1" fontAlgn="auto" latinLnBrk="0" hangingPunct="1">
              <a:lnSpc>
                <a:spcPct val="100000"/>
              </a:lnSpc>
              <a:spcBef>
                <a:spcPts val="0"/>
              </a:spcBef>
              <a:spcAft>
                <a:spcPts val="0"/>
              </a:spcAft>
              <a:buClrTx/>
              <a:buSzTx/>
              <a:buFontTx/>
              <a:buNone/>
              <a:tabLst/>
              <a:defRPr/>
            </a:pPr>
            <a:r>
              <a:rPr lang="en-AU" sz="1600" u="none" dirty="0">
                <a:solidFill>
                  <a:srgbClr val="2F5496"/>
                </a:solidFill>
                <a:effectLst/>
                <a:latin typeface="Arial" panose="020B0604020202020204" pitchFamily="34" charset="0"/>
                <a:ea typeface="Calibri" panose="020F0502020204030204" pitchFamily="34" charset="0"/>
              </a:rPr>
              <a:t>This activity is an adaptation of </a:t>
            </a:r>
            <a:r>
              <a:rPr lang="en-AU" sz="1600" u="sng" dirty="0">
                <a:solidFill>
                  <a:srgbClr val="2F5496"/>
                </a:solidFill>
                <a:effectLst/>
                <a:latin typeface="Arial" panose="020B0604020202020204" pitchFamily="34" charset="0"/>
                <a:ea typeface="Calibri" panose="020F0502020204030204" pitchFamily="34" charset="0"/>
                <a:hlinkClick r:id="rId3"/>
              </a:rPr>
              <a:t>Hit it (3-digit numbers)</a:t>
            </a:r>
            <a:r>
              <a:rPr lang="en-AU" sz="1600" dirty="0">
                <a:effectLst/>
                <a:latin typeface="Arial" panose="020B0604020202020204" pitchFamily="34" charset="0"/>
                <a:ea typeface="Calibri" panose="020F0502020204030204" pitchFamily="34" charset="0"/>
              </a:rPr>
              <a:t> from </a:t>
            </a:r>
            <a:r>
              <a:rPr lang="en-AU" sz="1600" u="sng" dirty="0">
                <a:solidFill>
                  <a:srgbClr val="2F5496"/>
                </a:solidFill>
                <a:effectLst/>
                <a:latin typeface="Arial" panose="020B0604020202020204" pitchFamily="34" charset="0"/>
                <a:ea typeface="Calibri" panose="020F0502020204030204" pitchFamily="34" charset="0"/>
                <a:hlinkClick r:id="rId4"/>
              </a:rPr>
              <a:t>Mathematics K–6 resources</a:t>
            </a:r>
            <a:r>
              <a:rPr lang="en-AU" sz="1600" dirty="0">
                <a:effectLst/>
                <a:latin typeface="Arial" panose="020B0604020202020204" pitchFamily="34" charset="0"/>
                <a:ea typeface="Calibri" panose="020F0502020204030204" pitchFamily="34" charset="0"/>
              </a:rPr>
              <a:t> by State of New South Wales (Department of Education).</a:t>
            </a:r>
          </a:p>
          <a:p>
            <a:endParaRPr lang="en-AU" dirty="0"/>
          </a:p>
        </p:txBody>
      </p:sp>
      <p:sp>
        <p:nvSpPr>
          <p:cNvPr id="4" name="Slide Number Placeholder 3"/>
          <p:cNvSpPr>
            <a:spLocks noGrp="1"/>
          </p:cNvSpPr>
          <p:nvPr>
            <p:ph type="sldNum" sz="quarter" idx="5"/>
          </p:nvPr>
        </p:nvSpPr>
        <p:spPr/>
        <p:txBody>
          <a:bodyPr/>
          <a:lstStyle/>
          <a:p>
            <a:fld id="{B07158C4-A119-4B78-9DE8-A50001BC31DC}" type="slidenum">
              <a:rPr lang="en-AU" smtClean="0"/>
              <a:pPr/>
              <a:t>17</a:t>
            </a:fld>
            <a:endParaRPr lang="en-AU"/>
          </a:p>
        </p:txBody>
      </p:sp>
    </p:spTree>
    <p:extLst>
      <p:ext uri="{BB962C8B-B14F-4D97-AF65-F5344CB8AC3E}">
        <p14:creationId xmlns:p14="http://schemas.microsoft.com/office/powerpoint/2010/main" val="152749105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0B0071-6D83-491B-87D9-D91F9F5107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847847-8441-5351-352B-27E3A1C0964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BBE9331-0D17-BC5D-F23B-6C96CFA74E4B}"/>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5880D4E9-0C6D-F114-415D-92C511B7277D}"/>
              </a:ext>
            </a:extLst>
          </p:cNvPr>
          <p:cNvSpPr>
            <a:spLocks noGrp="1"/>
          </p:cNvSpPr>
          <p:nvPr>
            <p:ph type="sldNum" sz="quarter" idx="5"/>
          </p:nvPr>
        </p:nvSpPr>
        <p:spPr/>
        <p:txBody>
          <a:bodyPr/>
          <a:lstStyle/>
          <a:p>
            <a:fld id="{B07158C4-A119-4B78-9DE8-A50001BC31DC}" type="slidenum">
              <a:rPr lang="en-AU" smtClean="0"/>
              <a:pPr/>
              <a:t>18</a:t>
            </a:fld>
            <a:endParaRPr lang="en-AU"/>
          </a:p>
        </p:txBody>
      </p:sp>
    </p:spTree>
    <p:extLst>
      <p:ext uri="{BB962C8B-B14F-4D97-AF65-F5344CB8AC3E}">
        <p14:creationId xmlns:p14="http://schemas.microsoft.com/office/powerpoint/2010/main" val="258004847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485C9A-F7A1-EDFB-0833-0B47E7074B4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E68E27A-49D0-016C-27E9-F8CDFAEA83D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1175A8D-C34B-1861-8315-C4CE15124AE1}"/>
              </a:ext>
            </a:extLst>
          </p:cNvPr>
          <p:cNvSpPr>
            <a:spLocks noGrp="1"/>
          </p:cNvSpPr>
          <p:nvPr>
            <p:ph type="body" idx="1"/>
          </p:nvPr>
        </p:nvSpPr>
        <p:spPr/>
        <p:txBody>
          <a:bodyPr/>
          <a:lstStyle/>
          <a:p>
            <a:pPr marL="0" indent="0" algn="l">
              <a:buFont typeface="Wingdings" panose="05000000000000000000" pitchFamily="2" charset="2"/>
              <a:buNone/>
            </a:pPr>
            <a:r>
              <a:rPr lang="en-AU" sz="1600" b="0" i="0" dirty="0">
                <a:solidFill>
                  <a:schemeClr val="tx1"/>
                </a:solidFill>
                <a:latin typeface="Arial"/>
                <a:cs typeface="Arial"/>
              </a:rPr>
              <a:t>This question connects to the content in the developing number sense activity (Activity 3)</a:t>
            </a:r>
          </a:p>
          <a:p>
            <a:pPr>
              <a:buFont typeface="Wingdings" panose="05000000000000000000" pitchFamily="2" charset="2"/>
              <a:defRPr/>
            </a:pPr>
            <a:endParaRPr lang="en-AU" dirty="0">
              <a:latin typeface="Arial"/>
              <a:cs typeface="Arial"/>
            </a:endParaRPr>
          </a:p>
          <a:p>
            <a:pPr>
              <a:defRPr/>
            </a:pPr>
            <a:r>
              <a:rPr lang="en-AU" b="1" dirty="0">
                <a:latin typeface="Arial"/>
                <a:cs typeface="Arial"/>
              </a:rPr>
              <a:t>Syllabus focus area:</a:t>
            </a:r>
            <a:endParaRPr lang="en-US" dirty="0">
              <a:solidFill>
                <a:srgbClr val="444444"/>
              </a:solidFill>
              <a:latin typeface="Arial"/>
              <a:cs typeface="Arial"/>
            </a:endParaRPr>
          </a:p>
          <a:p>
            <a:r>
              <a:rPr lang="en-AU" dirty="0">
                <a:highlight>
                  <a:srgbClr val="FFFF00"/>
                </a:highlight>
              </a:rPr>
              <a:t>Representing numbers using place value B: </a:t>
            </a:r>
            <a:r>
              <a:rPr lang="en-AU" dirty="0">
                <a:highlight>
                  <a:srgbClr val="FFFF00"/>
                </a:highlight>
                <a:latin typeface="Arial"/>
                <a:cs typeface="Arial"/>
              </a:rPr>
              <a:t>Whole numbers</a:t>
            </a:r>
            <a:endParaRPr lang="en-AU" dirty="0">
              <a:highlight>
                <a:srgbClr val="FFFF00"/>
              </a:highlight>
            </a:endParaRPr>
          </a:p>
        </p:txBody>
      </p:sp>
      <p:sp>
        <p:nvSpPr>
          <p:cNvPr id="4" name="Slide Number Placeholder 3">
            <a:extLst>
              <a:ext uri="{FF2B5EF4-FFF2-40B4-BE49-F238E27FC236}">
                <a16:creationId xmlns:a16="http://schemas.microsoft.com/office/drawing/2014/main" id="{9B2F7CC1-C4B8-8BA8-2D91-7EC995A48CCF}"/>
              </a:ext>
            </a:extLst>
          </p:cNvPr>
          <p:cNvSpPr>
            <a:spLocks noGrp="1"/>
          </p:cNvSpPr>
          <p:nvPr>
            <p:ph type="sldNum" sz="quarter" idx="5"/>
          </p:nvPr>
        </p:nvSpPr>
        <p:spPr/>
        <p:txBody>
          <a:bodyPr/>
          <a:lstStyle/>
          <a:p>
            <a:fld id="{B07158C4-A119-4B78-9DE8-A50001BC31DC}" type="slidenum">
              <a:rPr lang="en-AU" smtClean="0"/>
              <a:pPr/>
              <a:t>19</a:t>
            </a:fld>
            <a:endParaRPr lang="en-AU"/>
          </a:p>
        </p:txBody>
      </p:sp>
    </p:spTree>
    <p:extLst>
      <p:ext uri="{BB962C8B-B14F-4D97-AF65-F5344CB8AC3E}">
        <p14:creationId xmlns:p14="http://schemas.microsoft.com/office/powerpoint/2010/main" val="244363379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3FED08-B5FE-FC1F-FD00-5453D9B6A8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065B7C-7F80-5109-C77F-F3696C07A09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9F1AA4-F995-0002-8AAE-1D902ABEA693}"/>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dirty="0">
                <a:latin typeface="Arial"/>
                <a:cs typeface="Arial"/>
              </a:rPr>
              <a:t>Representing numbers using place value B: Whole numbers</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A29EA8C-3E94-B009-565F-7C0388062C7E}"/>
              </a:ext>
            </a:extLst>
          </p:cNvPr>
          <p:cNvSpPr>
            <a:spLocks noGrp="1"/>
          </p:cNvSpPr>
          <p:nvPr>
            <p:ph type="sldNum" sz="quarter" idx="5"/>
          </p:nvPr>
        </p:nvSpPr>
        <p:spPr/>
        <p:txBody>
          <a:bodyPr/>
          <a:lstStyle/>
          <a:p>
            <a:fld id="{B07158C4-A119-4B78-9DE8-A50001BC31DC}" type="slidenum">
              <a:rPr lang="en-AU" smtClean="0"/>
              <a:pPr/>
              <a:t>20</a:t>
            </a:fld>
            <a:endParaRPr lang="en-AU"/>
          </a:p>
        </p:txBody>
      </p:sp>
    </p:spTree>
    <p:extLst>
      <p:ext uri="{BB962C8B-B14F-4D97-AF65-F5344CB8AC3E}">
        <p14:creationId xmlns:p14="http://schemas.microsoft.com/office/powerpoint/2010/main" val="372214275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9DD6FB-E969-73B1-8CC4-E9091BE4E5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EF6797C-8441-B4B8-05B8-02934460E43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A26EB87-A7B9-1FF2-2370-3649A84C1638}"/>
              </a:ext>
            </a:extLst>
          </p:cNvPr>
          <p:cNvSpPr>
            <a:spLocks noGrp="1"/>
          </p:cNvSpPr>
          <p:nvPr>
            <p:ph type="body" idx="1"/>
          </p:nvPr>
        </p:nvSpPr>
        <p:spPr/>
        <p:txBody>
          <a:bodyPr/>
          <a:lstStyle/>
          <a:p>
            <a:pPr marL="0" indent="0" algn="l">
              <a:buFont typeface="Wingdings" panose="05000000000000000000" pitchFamily="2" charset="2"/>
              <a:buNone/>
            </a:pPr>
            <a:r>
              <a:rPr lang="en-AU" sz="1600" b="0" i="0" dirty="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dirty="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dirty="0">
                <a:solidFill>
                  <a:schemeClr val="tx1"/>
                </a:solidFill>
                <a:latin typeface="Arial"/>
                <a:cs typeface="Arial"/>
              </a:rPr>
              <a:t>Syllabus focus area:</a:t>
            </a:r>
          </a:p>
          <a:p>
            <a:pPr>
              <a:defRPr/>
            </a:pPr>
            <a:r>
              <a:rPr lang="en-AU" dirty="0">
                <a:latin typeface="Arial"/>
                <a:cs typeface="Arial"/>
              </a:rPr>
              <a:t>Additive relations A</a:t>
            </a:r>
            <a:endParaRPr lang="en-AU" sz="1600" b="0" i="0" dirty="0">
              <a:solidFill>
                <a:schemeClr val="tx1"/>
              </a:solidFill>
              <a:latin typeface="Arial" panose="020B0604020202020204" pitchFamily="34" charset="0"/>
              <a:cs typeface="Arial" panose="020B0604020202020204" pitchFamily="34" charset="0"/>
            </a:endParaRPr>
          </a:p>
          <a:p>
            <a:pPr marL="0" indent="0" algn="l">
              <a:buFont typeface="Wingdings" panose="05000000000000000000" pitchFamily="2" charset="2"/>
              <a:buNone/>
            </a:pP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6C78FEF3-20AE-E997-3B20-C08F3E0F0BC8}"/>
              </a:ext>
            </a:extLst>
          </p:cNvPr>
          <p:cNvSpPr>
            <a:spLocks noGrp="1"/>
          </p:cNvSpPr>
          <p:nvPr>
            <p:ph type="sldNum" sz="quarter" idx="5"/>
          </p:nvPr>
        </p:nvSpPr>
        <p:spPr/>
        <p:txBody>
          <a:bodyPr/>
          <a:lstStyle/>
          <a:p>
            <a:pPr marL="0" marR="0" lvl="0" indent="0" algn="r" defTabSz="609585" rtl="0" eaLnBrk="1" fontAlgn="auto" latinLnBrk="0" hangingPunct="1">
              <a:lnSpc>
                <a:spcPct val="100000"/>
              </a:lnSpc>
              <a:spcBef>
                <a:spcPts val="0"/>
              </a:spcBef>
              <a:spcAft>
                <a:spcPts val="0"/>
              </a:spcAft>
              <a:buClrTx/>
              <a:buSzTx/>
              <a:buFontTx/>
              <a:buNone/>
              <a:tabLst/>
              <a:defRPr/>
            </a:pPr>
            <a:fld id="{B07158C4-A119-4B78-9DE8-A50001BC31DC}" type="slidenum">
              <a:rPr kumimoji="0" lang="en-AU" sz="1200" b="0" i="0" u="none" strike="noStrike" kern="1200" cap="none" spc="0" normalizeH="0" baseline="0" noProof="0" smtClean="0">
                <a:ln>
                  <a:noFill/>
                </a:ln>
                <a:solidFill>
                  <a:prstClr val="black"/>
                </a:solidFill>
                <a:effectLst/>
                <a:uLnTx/>
                <a:uFillTx/>
                <a:latin typeface="Public Sans" pitchFamily="2" charset="0"/>
                <a:ea typeface="+mn-ea"/>
                <a:cs typeface="+mn-cs"/>
              </a:rPr>
              <a:pPr marL="0" marR="0" lvl="0" indent="0" algn="r" defTabSz="609585" rtl="0" eaLnBrk="1" fontAlgn="auto" latinLnBrk="0" hangingPunct="1">
                <a:lnSpc>
                  <a:spcPct val="100000"/>
                </a:lnSpc>
                <a:spcBef>
                  <a:spcPts val="0"/>
                </a:spcBef>
                <a:spcAft>
                  <a:spcPts val="0"/>
                </a:spcAft>
                <a:buClrTx/>
                <a:buSzTx/>
                <a:buFontTx/>
                <a:buNone/>
                <a:tabLst/>
                <a:defRPr/>
              </a:pPr>
              <a:t>21</a:t>
            </a:fld>
            <a:endParaRPr kumimoji="0" lang="en-AU" sz="1200" b="0" i="0" u="none" strike="noStrike" kern="1200" cap="none" spc="0" normalizeH="0" baseline="0" noProof="0">
              <a:ln>
                <a:noFill/>
              </a:ln>
              <a:solidFill>
                <a:prstClr val="black"/>
              </a:solidFill>
              <a:effectLst/>
              <a:uLnTx/>
              <a:uFillTx/>
              <a:latin typeface="Public Sans" pitchFamily="2" charset="0"/>
              <a:ea typeface="+mn-ea"/>
              <a:cs typeface="+mn-cs"/>
            </a:endParaRPr>
          </a:p>
        </p:txBody>
      </p:sp>
    </p:spTree>
    <p:extLst>
      <p:ext uri="{BB962C8B-B14F-4D97-AF65-F5344CB8AC3E}">
        <p14:creationId xmlns:p14="http://schemas.microsoft.com/office/powerpoint/2010/main" val="251240987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EF8757-48C8-BC0B-A2EC-4B071C000E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85F7F6-7049-41AD-27D4-DE9D4296494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D76780-9CD4-51EA-5782-75AFC89B09CD}"/>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dirty="0">
                <a:latin typeface="Arial"/>
                <a:cs typeface="Arial"/>
              </a:rPr>
              <a:t>Two-dimensional spatial structure A: 2D shapes</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DB062400-1A0E-9153-7D29-B2EECE2ADA1F}"/>
              </a:ext>
            </a:extLst>
          </p:cNvPr>
          <p:cNvSpPr>
            <a:spLocks noGrp="1"/>
          </p:cNvSpPr>
          <p:nvPr>
            <p:ph type="sldNum" sz="quarter" idx="5"/>
          </p:nvPr>
        </p:nvSpPr>
        <p:spPr/>
        <p:txBody>
          <a:bodyPr/>
          <a:lstStyle/>
          <a:p>
            <a:fld id="{B07158C4-A119-4B78-9DE8-A50001BC31DC}" type="slidenum">
              <a:rPr lang="en-AU" smtClean="0"/>
              <a:pPr/>
              <a:t>22</a:t>
            </a:fld>
            <a:endParaRPr lang="en-AU"/>
          </a:p>
        </p:txBody>
      </p:sp>
    </p:spTree>
    <p:extLst>
      <p:ext uri="{BB962C8B-B14F-4D97-AF65-F5344CB8AC3E}">
        <p14:creationId xmlns:p14="http://schemas.microsoft.com/office/powerpoint/2010/main" val="320810053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2846E4-A4D3-ACCA-68D8-9C73C11B22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65AF9E-4B5E-989D-9866-2AD0A9C820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D847B3-D2E9-3BD6-B10A-D87BD6414E5B}"/>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dirty="0">
                <a:latin typeface="Arial"/>
                <a:cs typeface="Arial"/>
              </a:rPr>
              <a:t>Chance A</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791E6D43-E1C2-968D-25C5-69AF215362A9}"/>
              </a:ext>
            </a:extLst>
          </p:cNvPr>
          <p:cNvSpPr>
            <a:spLocks noGrp="1"/>
          </p:cNvSpPr>
          <p:nvPr>
            <p:ph type="sldNum" sz="quarter" idx="5"/>
          </p:nvPr>
        </p:nvSpPr>
        <p:spPr/>
        <p:txBody>
          <a:bodyPr/>
          <a:lstStyle/>
          <a:p>
            <a:fld id="{B07158C4-A119-4B78-9DE8-A50001BC31DC}" type="slidenum">
              <a:rPr lang="en-AU" smtClean="0"/>
              <a:pPr/>
              <a:t>23</a:t>
            </a:fld>
            <a:endParaRPr lang="en-AU"/>
          </a:p>
        </p:txBody>
      </p:sp>
    </p:spTree>
    <p:extLst>
      <p:ext uri="{BB962C8B-B14F-4D97-AF65-F5344CB8AC3E}">
        <p14:creationId xmlns:p14="http://schemas.microsoft.com/office/powerpoint/2010/main" val="266384207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This is a developing number sense activity. </a:t>
            </a:r>
          </a:p>
          <a:p>
            <a:endParaRPr lang="en-AU" dirty="0"/>
          </a:p>
          <a:p>
            <a:r>
              <a:rPr lang="en-AU" dirty="0"/>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dirty="0"/>
          </a:p>
          <a:p>
            <a:r>
              <a:rPr lang="en-AU" b="1" dirty="0"/>
              <a:t>Syllabus focus area:</a:t>
            </a:r>
          </a:p>
          <a:p>
            <a:r>
              <a:rPr lang="en-AU" dirty="0"/>
              <a:t>Representing numbers using place value B: </a:t>
            </a:r>
            <a:r>
              <a:rPr lang="en-AU" dirty="0">
                <a:latin typeface="Arial"/>
                <a:cs typeface="Arial"/>
              </a:rPr>
              <a:t>Whole numbers</a:t>
            </a:r>
            <a:endParaRPr lang="en-AU" dirty="0"/>
          </a:p>
          <a:p>
            <a:endParaRPr lang="en-AU" dirty="0"/>
          </a:p>
          <a:p>
            <a:r>
              <a:rPr lang="en-AU" b="1" dirty="0"/>
              <a:t>Activity title</a:t>
            </a:r>
          </a:p>
          <a:p>
            <a:r>
              <a:rPr lang="en-AU" b="0" dirty="0"/>
              <a:t>This resource corresponds to Resource 21 – expanded notation memory in Stage 2 Year B Unit 21. </a:t>
            </a:r>
          </a:p>
          <a:p>
            <a:pPr marL="285750" indent="-285750">
              <a:buFont typeface="Arial" panose="020B0604020202020204" pitchFamily="34" charset="0"/>
              <a:buChar char="•"/>
            </a:pPr>
            <a:endParaRPr lang="en-AU" b="0" dirty="0"/>
          </a:p>
          <a:p>
            <a:pPr marL="285750" indent="-285750">
              <a:buFont typeface="Arial" panose="020B0604020202020204" pitchFamily="34" charset="0"/>
              <a:buChar char="•"/>
            </a:pPr>
            <a:r>
              <a:rPr lang="en-AU" b="0" dirty="0"/>
              <a:t>Provide student pairs copies of Resource 21 – expanded notation memory. Students cut out the cards, shuffle the cards and place them face down. </a:t>
            </a:r>
          </a:p>
          <a:p>
            <a:pPr marL="285750" indent="-285750">
              <a:buFont typeface="Arial" panose="020B0604020202020204" pitchFamily="34" charset="0"/>
              <a:buChar char="•"/>
            </a:pPr>
            <a:r>
              <a:rPr lang="en-AU" b="0" dirty="0"/>
              <a:t>Player 1 selects one card and then selects another card. If the cards match, the student keeps the 2 cards and has another turn. If there is no match the student returns the cards face down and Player 2 takes a turn.</a:t>
            </a:r>
          </a:p>
          <a:p>
            <a:pPr marL="285750" indent="-285750">
              <a:buFont typeface="Arial" panose="020B0604020202020204" pitchFamily="34" charset="0"/>
              <a:buChar char="•"/>
            </a:pPr>
            <a:r>
              <a:rPr lang="en-AU" b="0" dirty="0"/>
              <a:t>Play continues until there are no cards left. The player with the greatest number of cards at the end of the game wins.</a:t>
            </a:r>
          </a:p>
          <a:p>
            <a:endParaRPr lang="en-AU" b="0" dirty="0"/>
          </a:p>
          <a:p>
            <a:pPr marL="0" marR="0" lvl="0" indent="0" algn="l" defTabSz="1219170" rtl="0" eaLnBrk="1" fontAlgn="auto" latinLnBrk="0" hangingPunct="1">
              <a:lnSpc>
                <a:spcPct val="100000"/>
              </a:lnSpc>
              <a:spcBef>
                <a:spcPts val="0"/>
              </a:spcBef>
              <a:spcAft>
                <a:spcPts val="0"/>
              </a:spcAft>
              <a:buClrTx/>
              <a:buSzTx/>
              <a:buFontTx/>
              <a:buNone/>
              <a:tabLst/>
              <a:defRPr/>
            </a:pPr>
            <a:endParaRPr lang="en-AU" dirty="0"/>
          </a:p>
        </p:txBody>
      </p:sp>
      <p:sp>
        <p:nvSpPr>
          <p:cNvPr id="4" name="Slide Number Placeholder 3"/>
          <p:cNvSpPr>
            <a:spLocks noGrp="1"/>
          </p:cNvSpPr>
          <p:nvPr>
            <p:ph type="sldNum" sz="quarter" idx="5"/>
          </p:nvPr>
        </p:nvSpPr>
        <p:spPr/>
        <p:txBody>
          <a:bodyPr/>
          <a:lstStyle/>
          <a:p>
            <a:fld id="{B07158C4-A119-4B78-9DE8-A50001BC31DC}" type="slidenum">
              <a:rPr lang="en-AU" smtClean="0"/>
              <a:pPr/>
              <a:t>24</a:t>
            </a:fld>
            <a:endParaRPr lang="en-AU"/>
          </a:p>
        </p:txBody>
      </p:sp>
    </p:spTree>
    <p:extLst>
      <p:ext uri="{BB962C8B-B14F-4D97-AF65-F5344CB8AC3E}">
        <p14:creationId xmlns:p14="http://schemas.microsoft.com/office/powerpoint/2010/main" val="138391833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725BD7-182E-E445-4BEE-0EFBDDE2E1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3F9A88-E143-58E6-5E6C-5EBE54E7761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853F96-1837-F922-637D-37721278423F}"/>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E4073A49-16BC-F75B-0843-031DD5844E53}"/>
              </a:ext>
            </a:extLst>
          </p:cNvPr>
          <p:cNvSpPr>
            <a:spLocks noGrp="1"/>
          </p:cNvSpPr>
          <p:nvPr>
            <p:ph type="sldNum" sz="quarter" idx="5"/>
          </p:nvPr>
        </p:nvSpPr>
        <p:spPr/>
        <p:txBody>
          <a:bodyPr/>
          <a:lstStyle/>
          <a:p>
            <a:fld id="{B07158C4-A119-4B78-9DE8-A50001BC31DC}" type="slidenum">
              <a:rPr lang="en-AU" smtClean="0"/>
              <a:pPr/>
              <a:t>25</a:t>
            </a:fld>
            <a:endParaRPr lang="en-AU"/>
          </a:p>
        </p:txBody>
      </p:sp>
    </p:spTree>
    <p:extLst>
      <p:ext uri="{BB962C8B-B14F-4D97-AF65-F5344CB8AC3E}">
        <p14:creationId xmlns:p14="http://schemas.microsoft.com/office/powerpoint/2010/main" val="265589213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D1129A-A241-1227-E39D-803C0BABD0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45E368-EE69-7F77-469C-BEC25AF77C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271666F-DCE5-6E5D-81AA-653595088B03}"/>
              </a:ext>
            </a:extLst>
          </p:cNvPr>
          <p:cNvSpPr>
            <a:spLocks noGrp="1"/>
          </p:cNvSpPr>
          <p:nvPr>
            <p:ph type="body" idx="1"/>
          </p:nvPr>
        </p:nvSpPr>
        <p:spPr/>
        <p:txBody>
          <a:bodyPr/>
          <a:lstStyle/>
          <a:p>
            <a:pPr marL="0" indent="0" algn="l">
              <a:buFont typeface="Wingdings" panose="05000000000000000000" pitchFamily="2" charset="2"/>
              <a:buNone/>
            </a:pPr>
            <a:r>
              <a:rPr lang="en-AU" sz="1600" b="0" i="0" dirty="0">
                <a:solidFill>
                  <a:schemeClr val="tx1"/>
                </a:solidFill>
                <a:latin typeface="Arial"/>
                <a:cs typeface="Arial"/>
              </a:rPr>
              <a:t>The question on this slide connects to the content being explored in the developing number sense activity (Activity 4)</a:t>
            </a:r>
          </a:p>
          <a:p>
            <a:pPr>
              <a:defRPr/>
            </a:pPr>
            <a:endParaRPr lang="en-AU" b="1" dirty="0">
              <a:latin typeface="Arial"/>
              <a:cs typeface="Arial"/>
            </a:endParaRPr>
          </a:p>
          <a:p>
            <a:pPr>
              <a:defRPr/>
            </a:pPr>
            <a:r>
              <a:rPr lang="en-AU" b="1" dirty="0">
                <a:latin typeface="Arial"/>
                <a:cs typeface="Arial"/>
              </a:rPr>
              <a:t>Syllabus focus area:</a:t>
            </a:r>
            <a:endParaRPr lang="en-US" dirty="0">
              <a:solidFill>
                <a:srgbClr val="444444"/>
              </a:solidFill>
              <a:latin typeface="Arial"/>
              <a:cs typeface="Arial"/>
            </a:endParaRPr>
          </a:p>
          <a:p>
            <a:pPr>
              <a:defRPr/>
            </a:pPr>
            <a:r>
              <a:rPr lang="en-AU" dirty="0">
                <a:latin typeface="Arial"/>
                <a:cs typeface="Arial"/>
              </a:rPr>
              <a:t>Multiplicative relations A</a:t>
            </a:r>
          </a:p>
        </p:txBody>
      </p:sp>
      <p:sp>
        <p:nvSpPr>
          <p:cNvPr id="4" name="Slide Number Placeholder 3">
            <a:extLst>
              <a:ext uri="{FF2B5EF4-FFF2-40B4-BE49-F238E27FC236}">
                <a16:creationId xmlns:a16="http://schemas.microsoft.com/office/drawing/2014/main" id="{919100AA-9F2D-B3DF-BA29-892C09F36338}"/>
              </a:ext>
            </a:extLst>
          </p:cNvPr>
          <p:cNvSpPr>
            <a:spLocks noGrp="1"/>
          </p:cNvSpPr>
          <p:nvPr>
            <p:ph type="sldNum" sz="quarter" idx="5"/>
          </p:nvPr>
        </p:nvSpPr>
        <p:spPr/>
        <p:txBody>
          <a:bodyPr/>
          <a:lstStyle/>
          <a:p>
            <a:fld id="{B07158C4-A119-4B78-9DE8-A50001BC31DC}" type="slidenum">
              <a:rPr lang="en-AU" smtClean="0"/>
              <a:pPr/>
              <a:t>26</a:t>
            </a:fld>
            <a:endParaRPr lang="en-AU"/>
          </a:p>
        </p:txBody>
      </p:sp>
    </p:spTree>
    <p:extLst>
      <p:ext uri="{BB962C8B-B14F-4D97-AF65-F5344CB8AC3E}">
        <p14:creationId xmlns:p14="http://schemas.microsoft.com/office/powerpoint/2010/main" val="36788492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E26DE5-F70E-020E-83A9-F7EE03174B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A4F2CF-BF1B-0DAE-6858-6D1EC839F30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90E4536-36A2-46E0-BC68-CAECC1DE1CE6}"/>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dirty="0">
                <a:latin typeface="Arial"/>
                <a:cs typeface="Arial"/>
              </a:rPr>
              <a:t>Representing numbers using place value B: Decimals</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37214E7-26D1-36C4-1617-C202790A45B6}"/>
              </a:ext>
            </a:extLst>
          </p:cNvPr>
          <p:cNvSpPr>
            <a:spLocks noGrp="1"/>
          </p:cNvSpPr>
          <p:nvPr>
            <p:ph type="sldNum" sz="quarter" idx="5"/>
          </p:nvPr>
        </p:nvSpPr>
        <p:spPr/>
        <p:txBody>
          <a:bodyPr/>
          <a:lstStyle/>
          <a:p>
            <a:fld id="{B07158C4-A119-4B78-9DE8-A50001BC31DC}" type="slidenum">
              <a:rPr lang="en-AU" smtClean="0"/>
              <a:pPr/>
              <a:t>27</a:t>
            </a:fld>
            <a:endParaRPr lang="en-AU"/>
          </a:p>
        </p:txBody>
      </p:sp>
    </p:spTree>
    <p:extLst>
      <p:ext uri="{BB962C8B-B14F-4D97-AF65-F5344CB8AC3E}">
        <p14:creationId xmlns:p14="http://schemas.microsoft.com/office/powerpoint/2010/main" val="361644052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8AD824-640F-D2F4-5977-6163AE9B71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2584F1-7BDB-7461-AFFD-782DDDAA29D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FD904F-4D98-0993-FF07-278E7D946DB0}"/>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dirty="0">
                <a:latin typeface="Arial"/>
                <a:cs typeface="Arial"/>
              </a:rPr>
              <a:t>Representing numbers using place value A: Whole numbers:</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D8A84B2-3EF5-AC61-A21F-AE35F3F9D9FD}"/>
              </a:ext>
            </a:extLst>
          </p:cNvPr>
          <p:cNvSpPr>
            <a:spLocks noGrp="1"/>
          </p:cNvSpPr>
          <p:nvPr>
            <p:ph type="sldNum" sz="quarter" idx="5"/>
          </p:nvPr>
        </p:nvSpPr>
        <p:spPr/>
        <p:txBody>
          <a:bodyPr/>
          <a:lstStyle/>
          <a:p>
            <a:fld id="{B07158C4-A119-4B78-9DE8-A50001BC31DC}" type="slidenum">
              <a:rPr lang="en-AU" smtClean="0"/>
              <a:pPr/>
              <a:t>28</a:t>
            </a:fld>
            <a:endParaRPr lang="en-AU"/>
          </a:p>
        </p:txBody>
      </p:sp>
    </p:spTree>
    <p:extLst>
      <p:ext uri="{BB962C8B-B14F-4D97-AF65-F5344CB8AC3E}">
        <p14:creationId xmlns:p14="http://schemas.microsoft.com/office/powerpoint/2010/main" val="422936684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F2B8D8-AFD2-EFEC-E3BD-B83D8A6E7E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74C4EF-68CA-016A-6199-289D7E5DB2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D5B0011-6439-4EA5-2F3D-EE8A8C78B022}"/>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dirty="0">
                <a:latin typeface="Arial"/>
                <a:cs typeface="Arial"/>
              </a:rPr>
              <a:t>Geometric measure A: Angles</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615CD9B8-FC69-AA44-875E-5F3A0B6DE9C6}"/>
              </a:ext>
            </a:extLst>
          </p:cNvPr>
          <p:cNvSpPr>
            <a:spLocks noGrp="1"/>
          </p:cNvSpPr>
          <p:nvPr>
            <p:ph type="sldNum" sz="quarter" idx="5"/>
          </p:nvPr>
        </p:nvSpPr>
        <p:spPr/>
        <p:txBody>
          <a:bodyPr/>
          <a:lstStyle/>
          <a:p>
            <a:fld id="{B07158C4-A119-4B78-9DE8-A50001BC31DC}" type="slidenum">
              <a:rPr lang="en-AU" smtClean="0"/>
              <a:pPr/>
              <a:t>29</a:t>
            </a:fld>
            <a:endParaRPr lang="en-AU"/>
          </a:p>
        </p:txBody>
      </p:sp>
    </p:spTree>
    <p:extLst>
      <p:ext uri="{BB962C8B-B14F-4D97-AF65-F5344CB8AC3E}">
        <p14:creationId xmlns:p14="http://schemas.microsoft.com/office/powerpoint/2010/main" val="202718813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7C9758-6224-611D-EC30-D43D9D0B64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B89BFD-4C3F-E5EC-27C6-E95DBF2DD5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739EB86-4DE6-C4D9-92DC-3B53ACA8C2D2}"/>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dirty="0">
                <a:latin typeface="Arial"/>
                <a:cs typeface="Arial"/>
              </a:rPr>
              <a:t>Non-spatial measure A: Mass</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B3B8A801-CA5F-28C2-0A5B-F0EA9FAA4A59}"/>
              </a:ext>
            </a:extLst>
          </p:cNvPr>
          <p:cNvSpPr>
            <a:spLocks noGrp="1"/>
          </p:cNvSpPr>
          <p:nvPr>
            <p:ph type="sldNum" sz="quarter" idx="5"/>
          </p:nvPr>
        </p:nvSpPr>
        <p:spPr/>
        <p:txBody>
          <a:bodyPr/>
          <a:lstStyle/>
          <a:p>
            <a:fld id="{B07158C4-A119-4B78-9DE8-A50001BC31DC}" type="slidenum">
              <a:rPr lang="en-AU" smtClean="0"/>
              <a:pPr/>
              <a:t>30</a:t>
            </a:fld>
            <a:endParaRPr lang="en-AU"/>
          </a:p>
        </p:txBody>
      </p:sp>
    </p:spTree>
    <p:extLst>
      <p:ext uri="{BB962C8B-B14F-4D97-AF65-F5344CB8AC3E}">
        <p14:creationId xmlns:p14="http://schemas.microsoft.com/office/powerpoint/2010/main" val="294990773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This is a developing number sense activity. </a:t>
            </a:r>
          </a:p>
          <a:p>
            <a:endParaRPr lang="en-AU" dirty="0"/>
          </a:p>
          <a:p>
            <a:r>
              <a:rPr lang="en-AU" dirty="0"/>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dirty="0"/>
          </a:p>
          <a:p>
            <a:r>
              <a:rPr lang="en-AU" b="1" dirty="0"/>
              <a:t>Syllabus focus area:</a:t>
            </a:r>
          </a:p>
          <a:p>
            <a:r>
              <a:rPr lang="en-AU" dirty="0"/>
              <a:t>Multiplicative relations A</a:t>
            </a:r>
          </a:p>
          <a:p>
            <a:endParaRPr lang="en-AU" b="1" dirty="0"/>
          </a:p>
          <a:p>
            <a:r>
              <a:rPr lang="en-AU" b="1" dirty="0"/>
              <a:t>Activity title</a:t>
            </a:r>
          </a:p>
          <a:p>
            <a:r>
              <a:rPr lang="en-AU" b="0" dirty="0"/>
              <a:t>This resource corresponds to Stage 2 Year B Unit 21. </a:t>
            </a:r>
          </a:p>
          <a:p>
            <a:endParaRPr lang="en-AU" dirty="0">
              <a:latin typeface="Public Sans"/>
            </a:endParaRPr>
          </a:p>
          <a:p>
            <a:r>
              <a:rPr lang="en-AU" b="1" dirty="0">
                <a:latin typeface="Public Sans"/>
              </a:rPr>
              <a:t>Note</a:t>
            </a:r>
            <a:r>
              <a:rPr lang="en-AU" dirty="0">
                <a:latin typeface="Public Sans"/>
              </a:rPr>
              <a:t>: when students are describing an array, encourage them to read an array like a book from left to right to determine how many in each row. For example, 5 rows (groups) of 3 becomes 5 threes with the ‘rows of’ or ‘groups of’ implied. This then leads to one three is 3, 2 threes are 6, 3 threes are nine, and so on.</a:t>
            </a:r>
          </a:p>
          <a:p>
            <a:endParaRPr lang="en-AU" b="1" dirty="0"/>
          </a:p>
          <a:p>
            <a:pPr marL="285750" indent="-285750">
              <a:buFont typeface="Arial" panose="020B0604020202020204" pitchFamily="34" charset="0"/>
              <a:buChar char="•"/>
            </a:pPr>
            <a:r>
              <a:rPr lang="en-AU" b="0" dirty="0"/>
              <a:t>The aim is to </a:t>
            </a:r>
            <a:r>
              <a:rPr lang="en-AU" dirty="0"/>
              <a:t>obtain the highest product at the end of each round</a:t>
            </a:r>
            <a:endParaRPr lang="en-US" dirty="0">
              <a:solidFill>
                <a:srgbClr val="22272B"/>
              </a:solidFill>
            </a:endParaRPr>
          </a:p>
          <a:p>
            <a:pPr marL="285750" marR="0" lvl="0" indent="-2857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AU" dirty="0">
                <a:latin typeface="Calibri"/>
                <a:ea typeface="Calibri"/>
                <a:cs typeface="Calibri"/>
              </a:rPr>
              <a:t>Give pairs of students a 6-sided die, counters and individual whiteboards.</a:t>
            </a:r>
            <a:endParaRPr lang="en-US" dirty="0"/>
          </a:p>
          <a:p>
            <a:pPr marL="285750" indent="-285750">
              <a:lnSpc>
                <a:spcPct val="150000"/>
              </a:lnSpc>
              <a:buFont typeface="Arial,Sans-Serif"/>
              <a:buChar char="•"/>
            </a:pPr>
            <a:r>
              <a:rPr lang="en-AU" dirty="0"/>
              <a:t>Player 1 rolls a 6-sided die and draws the resulting number of loops on their whiteboard.</a:t>
            </a:r>
            <a:endParaRPr lang="en-US" dirty="0">
              <a:solidFill>
                <a:srgbClr val="22272B"/>
              </a:solidFill>
            </a:endParaRPr>
          </a:p>
          <a:p>
            <a:pPr marL="285750" indent="-285750">
              <a:lnSpc>
                <a:spcPct val="150000"/>
              </a:lnSpc>
              <a:buFont typeface="Arial,Sans-Serif"/>
              <a:buChar char="•"/>
            </a:pPr>
            <a:r>
              <a:rPr lang="en-AU" dirty="0"/>
              <a:t>Player 1 rolls again and places that number of counters in each loop. </a:t>
            </a:r>
            <a:endParaRPr lang="en-AU" dirty="0">
              <a:solidFill>
                <a:srgbClr val="22272B"/>
              </a:solidFill>
            </a:endParaRPr>
          </a:p>
          <a:p>
            <a:pPr marL="285750" indent="-285750">
              <a:lnSpc>
                <a:spcPct val="150000"/>
              </a:lnSpc>
              <a:buFont typeface="Arial,Sans-Serif"/>
              <a:buChar char="•"/>
            </a:pPr>
            <a:r>
              <a:rPr lang="en-AU" dirty="0"/>
              <a:t>Player 1 rearranges the counters into an array and labels the array, for example 4 fives are 20 (see ).</a:t>
            </a:r>
            <a:endParaRPr lang="en-AU" dirty="0">
              <a:solidFill>
                <a:srgbClr val="22272B"/>
              </a:solidFill>
            </a:endParaRPr>
          </a:p>
          <a:p>
            <a:pPr marL="285750" indent="-285750">
              <a:lnSpc>
                <a:spcPct val="150000"/>
              </a:lnSpc>
              <a:buFont typeface="Arial,Sans-Serif"/>
              <a:buChar char="•"/>
            </a:pPr>
            <a:r>
              <a:rPr lang="en-AU" dirty="0"/>
              <a:t>Player 2 repeats the process.</a:t>
            </a:r>
            <a:endParaRPr lang="en-AU" dirty="0">
              <a:solidFill>
                <a:srgbClr val="22272B"/>
              </a:solidFill>
            </a:endParaRPr>
          </a:p>
          <a:p>
            <a:pPr marL="285750" indent="-285750">
              <a:lnSpc>
                <a:spcPct val="150000"/>
              </a:lnSpc>
              <a:buFont typeface="Arial,Sans-Serif"/>
              <a:buChar char="•"/>
            </a:pPr>
            <a:r>
              <a:rPr lang="en-AU" dirty="0"/>
              <a:t>At the end of the round, the player with the highest product wins and scores a point. The player who scores the most points by the end of the game is the winner.</a:t>
            </a:r>
            <a:endParaRPr lang="en-AU" dirty="0">
              <a:solidFill>
                <a:srgbClr val="22272B"/>
              </a:solidFill>
            </a:endParaRPr>
          </a:p>
          <a:p>
            <a:pPr marL="285750" indent="-285750">
              <a:lnSpc>
                <a:spcPct val="150000"/>
              </a:lnSpc>
              <a:buFont typeface="Arial,Sans-Serif"/>
              <a:buChar char="•"/>
            </a:pPr>
            <a:endParaRPr lang="en-US" dirty="0">
              <a:solidFill>
                <a:srgbClr val="22272B"/>
              </a:solidFill>
            </a:endParaRPr>
          </a:p>
          <a:p>
            <a:endParaRPr lang="en-AU" dirty="0"/>
          </a:p>
          <a:p>
            <a:pPr marL="0" marR="0" lvl="0" indent="0" algn="l" defTabSz="1219170" rtl="0" eaLnBrk="1" fontAlgn="auto" latinLnBrk="0" hangingPunct="1">
              <a:lnSpc>
                <a:spcPct val="100000"/>
              </a:lnSpc>
              <a:spcBef>
                <a:spcPts val="0"/>
              </a:spcBef>
              <a:spcAft>
                <a:spcPts val="0"/>
              </a:spcAft>
              <a:buClrTx/>
              <a:buSzTx/>
              <a:buFontTx/>
              <a:buNone/>
              <a:tabLst/>
              <a:defRPr/>
            </a:pPr>
            <a:r>
              <a:rPr lang="en-AU" dirty="0">
                <a:latin typeface="Public Sans"/>
              </a:rPr>
              <a:t>This activity is an adaptation of </a:t>
            </a:r>
            <a:r>
              <a:rPr lang="en-AU" u="sng" dirty="0">
                <a:latin typeface="Public Sans"/>
                <a:hlinkClick r:id="rId3"/>
              </a:rPr>
              <a:t>Loops and Groups</a:t>
            </a:r>
            <a:r>
              <a:rPr lang="en-AU" dirty="0">
                <a:latin typeface="Public Sans"/>
              </a:rPr>
              <a:t> from </a:t>
            </a:r>
            <a:r>
              <a:rPr lang="en-AU" u="sng" dirty="0">
                <a:latin typeface="Public Sans"/>
                <a:hlinkClick r:id="rId4"/>
              </a:rPr>
              <a:t>Math Learning </a:t>
            </a:r>
            <a:r>
              <a:rPr lang="en-AU" u="sng" dirty="0" err="1">
                <a:latin typeface="Public Sans"/>
                <a:hlinkClick r:id="rId4"/>
              </a:rPr>
              <a:t>Center</a:t>
            </a:r>
            <a:r>
              <a:rPr lang="en-AU" u="sng" dirty="0">
                <a:latin typeface="Public Sans"/>
              </a:rPr>
              <a:t>.</a:t>
            </a:r>
            <a:endParaRPr lang="en-US" dirty="0">
              <a:ea typeface="Calibri"/>
              <a:cs typeface="Calibri"/>
            </a:endParaRPr>
          </a:p>
          <a:p>
            <a:endParaRPr lang="en-AU" dirty="0"/>
          </a:p>
        </p:txBody>
      </p:sp>
      <p:sp>
        <p:nvSpPr>
          <p:cNvPr id="4" name="Slide Number Placeholder 3"/>
          <p:cNvSpPr>
            <a:spLocks noGrp="1"/>
          </p:cNvSpPr>
          <p:nvPr>
            <p:ph type="sldNum" sz="quarter" idx="5"/>
          </p:nvPr>
        </p:nvSpPr>
        <p:spPr/>
        <p:txBody>
          <a:bodyPr/>
          <a:lstStyle/>
          <a:p>
            <a:fld id="{B07158C4-A119-4B78-9DE8-A50001BC31DC}" type="slidenum">
              <a:rPr lang="en-AU" smtClean="0"/>
              <a:pPr/>
              <a:t>31</a:t>
            </a:fld>
            <a:endParaRPr lang="en-AU"/>
          </a:p>
        </p:txBody>
      </p:sp>
    </p:spTree>
    <p:extLst>
      <p:ext uri="{BB962C8B-B14F-4D97-AF65-F5344CB8AC3E}">
        <p14:creationId xmlns:p14="http://schemas.microsoft.com/office/powerpoint/2010/main" val="87376962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143710-FB2F-FB00-243F-B91970B560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B868A8-8D98-D4B0-033B-3856896AA3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7BAEDE1-4304-3A6D-6C4F-3D965617786B}"/>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DE233C5D-85DC-0BB6-32A7-310B7FAD1F4A}"/>
              </a:ext>
            </a:extLst>
          </p:cNvPr>
          <p:cNvSpPr>
            <a:spLocks noGrp="1"/>
          </p:cNvSpPr>
          <p:nvPr>
            <p:ph type="sldNum" sz="quarter" idx="5"/>
          </p:nvPr>
        </p:nvSpPr>
        <p:spPr/>
        <p:txBody>
          <a:bodyPr/>
          <a:lstStyle/>
          <a:p>
            <a:fld id="{B07158C4-A119-4B78-9DE8-A50001BC31DC}" type="slidenum">
              <a:rPr lang="en-AU" smtClean="0"/>
              <a:pPr/>
              <a:t>32</a:t>
            </a:fld>
            <a:endParaRPr lang="en-AU"/>
          </a:p>
        </p:txBody>
      </p:sp>
    </p:spTree>
    <p:extLst>
      <p:ext uri="{BB962C8B-B14F-4D97-AF65-F5344CB8AC3E}">
        <p14:creationId xmlns:p14="http://schemas.microsoft.com/office/powerpoint/2010/main" val="100048159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9E0400-E3D3-5DB9-3231-CF9D926D02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9B1941-A7DF-1C2B-AF2A-1BD6E822F54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C2D2D55-0375-2479-87D5-2C065D44191D}"/>
              </a:ext>
            </a:extLst>
          </p:cNvPr>
          <p:cNvSpPr>
            <a:spLocks noGrp="1"/>
          </p:cNvSpPr>
          <p:nvPr>
            <p:ph type="body" idx="1"/>
          </p:nvPr>
        </p:nvSpPr>
        <p:spPr/>
        <p:txBody>
          <a:bodyPr/>
          <a:lstStyle/>
          <a:p>
            <a:pPr marL="0" indent="0" algn="l">
              <a:buFont typeface="Wingdings" panose="05000000000000000000" pitchFamily="2" charset="2"/>
              <a:buNone/>
            </a:pPr>
            <a:r>
              <a:rPr lang="en-AU" sz="1600" b="0" i="0" dirty="0">
                <a:solidFill>
                  <a:schemeClr val="tx1"/>
                </a:solidFill>
                <a:latin typeface="Arial"/>
                <a:cs typeface="Arial"/>
              </a:rPr>
              <a:t>This question connects to the content in the developing number sense activity (Activity 5)</a:t>
            </a:r>
          </a:p>
          <a:p>
            <a:pPr>
              <a:buFont typeface="Wingdings" panose="05000000000000000000" pitchFamily="2" charset="2"/>
              <a:defRPr/>
            </a:pPr>
            <a:endParaRPr lang="en-AU" dirty="0">
              <a:latin typeface="Arial"/>
              <a:cs typeface="Arial"/>
            </a:endParaRPr>
          </a:p>
          <a:p>
            <a:pPr>
              <a:defRPr/>
            </a:pPr>
            <a:r>
              <a:rPr lang="en-AU" b="1" dirty="0">
                <a:latin typeface="Arial"/>
                <a:cs typeface="Arial"/>
              </a:rPr>
              <a:t>Syllabus focus area:</a:t>
            </a:r>
            <a:endParaRPr lang="en-US" dirty="0">
              <a:solidFill>
                <a:srgbClr val="444444"/>
              </a:solidFill>
              <a:latin typeface="Arial"/>
              <a:cs typeface="Arial"/>
            </a:endParaRPr>
          </a:p>
          <a:p>
            <a:pPr>
              <a:defRPr/>
            </a:pPr>
            <a:r>
              <a:rPr lang="en-AU" dirty="0">
                <a:highlight>
                  <a:srgbClr val="FFFF00"/>
                </a:highlight>
                <a:latin typeface="Arial"/>
                <a:cs typeface="Arial"/>
              </a:rPr>
              <a:t>Representing numbers using place value A: Whole numbers </a:t>
            </a:r>
          </a:p>
        </p:txBody>
      </p:sp>
      <p:sp>
        <p:nvSpPr>
          <p:cNvPr id="4" name="Slide Number Placeholder 3">
            <a:extLst>
              <a:ext uri="{FF2B5EF4-FFF2-40B4-BE49-F238E27FC236}">
                <a16:creationId xmlns:a16="http://schemas.microsoft.com/office/drawing/2014/main" id="{044AEEB2-E6E4-DE0F-D21D-574CB90AF6F6}"/>
              </a:ext>
            </a:extLst>
          </p:cNvPr>
          <p:cNvSpPr>
            <a:spLocks noGrp="1"/>
          </p:cNvSpPr>
          <p:nvPr>
            <p:ph type="sldNum" sz="quarter" idx="5"/>
          </p:nvPr>
        </p:nvSpPr>
        <p:spPr/>
        <p:txBody>
          <a:bodyPr/>
          <a:lstStyle/>
          <a:p>
            <a:fld id="{B07158C4-A119-4B78-9DE8-A50001BC31DC}" type="slidenum">
              <a:rPr lang="en-AU" smtClean="0"/>
              <a:pPr/>
              <a:t>33</a:t>
            </a:fld>
            <a:endParaRPr lang="en-AU"/>
          </a:p>
        </p:txBody>
      </p:sp>
    </p:spTree>
    <p:extLst>
      <p:ext uri="{BB962C8B-B14F-4D97-AF65-F5344CB8AC3E}">
        <p14:creationId xmlns:p14="http://schemas.microsoft.com/office/powerpoint/2010/main" val="318083491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524DD3-5721-14F5-EDD2-E30B6126D1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5F02D0-E214-A760-36A9-3FB3B4F9AAA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992B00-F70A-F579-2146-5C8C6E8A4993}"/>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dirty="0">
                <a:latin typeface="Arial"/>
                <a:cs typeface="Arial"/>
              </a:rPr>
              <a:t>Representing numbers using place value B: Decimals</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929B697-56AA-87E8-FCD6-8EB978298970}"/>
              </a:ext>
            </a:extLst>
          </p:cNvPr>
          <p:cNvSpPr>
            <a:spLocks noGrp="1"/>
          </p:cNvSpPr>
          <p:nvPr>
            <p:ph type="sldNum" sz="quarter" idx="5"/>
          </p:nvPr>
        </p:nvSpPr>
        <p:spPr/>
        <p:txBody>
          <a:bodyPr/>
          <a:lstStyle/>
          <a:p>
            <a:fld id="{B07158C4-A119-4B78-9DE8-A50001BC31DC}" type="slidenum">
              <a:rPr lang="en-AU" smtClean="0"/>
              <a:pPr/>
              <a:t>34</a:t>
            </a:fld>
            <a:endParaRPr lang="en-AU"/>
          </a:p>
        </p:txBody>
      </p:sp>
    </p:spTree>
    <p:extLst>
      <p:ext uri="{BB962C8B-B14F-4D97-AF65-F5344CB8AC3E}">
        <p14:creationId xmlns:p14="http://schemas.microsoft.com/office/powerpoint/2010/main" val="112284894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49FD1E-52E6-C1FC-15B4-19971F8912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BD7B59-84DD-0587-09E6-630DBC0C73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8A1635F-F80B-95B6-C888-A9F51291AFFC}"/>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dirty="0">
                <a:latin typeface="Arial"/>
                <a:cs typeface="Arial"/>
              </a:rPr>
              <a:t>Additive relations A</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E2095171-3401-20DE-1F94-F14D43F4E62A}"/>
              </a:ext>
            </a:extLst>
          </p:cNvPr>
          <p:cNvSpPr>
            <a:spLocks noGrp="1"/>
          </p:cNvSpPr>
          <p:nvPr>
            <p:ph type="sldNum" sz="quarter" idx="5"/>
          </p:nvPr>
        </p:nvSpPr>
        <p:spPr/>
        <p:txBody>
          <a:bodyPr/>
          <a:lstStyle/>
          <a:p>
            <a:fld id="{B07158C4-A119-4B78-9DE8-A50001BC31DC}" type="slidenum">
              <a:rPr lang="en-AU" smtClean="0"/>
              <a:pPr/>
              <a:t>35</a:t>
            </a:fld>
            <a:endParaRPr lang="en-AU"/>
          </a:p>
        </p:txBody>
      </p:sp>
    </p:spTree>
    <p:extLst>
      <p:ext uri="{BB962C8B-B14F-4D97-AF65-F5344CB8AC3E}">
        <p14:creationId xmlns:p14="http://schemas.microsoft.com/office/powerpoint/2010/main" val="263333466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4A660-2C9E-41E2-C1B0-CFD6816984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5759E8-2964-387A-B4FB-89B79D97B31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4195F0F-A841-FDA0-2381-E9895B7E30FC}"/>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dirty="0">
                <a:latin typeface="Arial"/>
                <a:cs typeface="Arial"/>
              </a:rPr>
              <a:t>Geometric measure A: Angles</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290EF94-C4D7-1238-EA14-ACE66F50C157}"/>
              </a:ext>
            </a:extLst>
          </p:cNvPr>
          <p:cNvSpPr>
            <a:spLocks noGrp="1"/>
          </p:cNvSpPr>
          <p:nvPr>
            <p:ph type="sldNum" sz="quarter" idx="5"/>
          </p:nvPr>
        </p:nvSpPr>
        <p:spPr/>
        <p:txBody>
          <a:bodyPr/>
          <a:lstStyle/>
          <a:p>
            <a:fld id="{B07158C4-A119-4B78-9DE8-A50001BC31DC}" type="slidenum">
              <a:rPr lang="en-AU" smtClean="0"/>
              <a:pPr/>
              <a:t>36</a:t>
            </a:fld>
            <a:endParaRPr lang="en-AU"/>
          </a:p>
        </p:txBody>
      </p:sp>
    </p:spTree>
    <p:extLst>
      <p:ext uri="{BB962C8B-B14F-4D97-AF65-F5344CB8AC3E}">
        <p14:creationId xmlns:p14="http://schemas.microsoft.com/office/powerpoint/2010/main" val="14757977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FEADE3-0A66-DDC8-F848-D4D6A32488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81B31F-81E8-DBCD-6376-E8C3323BEAB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158DDBC-F9E2-477F-9199-D93FB956E519}"/>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dirty="0">
                <a:latin typeface="Arial"/>
                <a:cs typeface="Arial"/>
              </a:rPr>
              <a:t>Three-dimensional spatial structure B: Volume</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ACAC6B19-DCCE-9D5D-6371-30B15F03922A}"/>
              </a:ext>
            </a:extLst>
          </p:cNvPr>
          <p:cNvSpPr>
            <a:spLocks noGrp="1"/>
          </p:cNvSpPr>
          <p:nvPr>
            <p:ph type="sldNum" sz="quarter" idx="5"/>
          </p:nvPr>
        </p:nvSpPr>
        <p:spPr/>
        <p:txBody>
          <a:bodyPr/>
          <a:lstStyle/>
          <a:p>
            <a:fld id="{B07158C4-A119-4B78-9DE8-A50001BC31DC}" type="slidenum">
              <a:rPr lang="en-AU" smtClean="0"/>
              <a:pPr/>
              <a:t>37</a:t>
            </a:fld>
            <a:endParaRPr lang="en-AU"/>
          </a:p>
        </p:txBody>
      </p:sp>
    </p:spTree>
    <p:extLst>
      <p:ext uri="{BB962C8B-B14F-4D97-AF65-F5344CB8AC3E}">
        <p14:creationId xmlns:p14="http://schemas.microsoft.com/office/powerpoint/2010/main" val="326676227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sz="1800" dirty="0"/>
              <a:t>This is a developing number sense activity. </a:t>
            </a:r>
          </a:p>
          <a:p>
            <a:endParaRPr lang="en-AU" sz="1800" dirty="0"/>
          </a:p>
          <a:p>
            <a:r>
              <a:rPr lang="en-AU" sz="1800" dirty="0"/>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sz="1800" dirty="0"/>
          </a:p>
          <a:p>
            <a:r>
              <a:rPr lang="en-AU" sz="1800" b="1" dirty="0"/>
              <a:t>Syllabus focus area:</a:t>
            </a:r>
          </a:p>
          <a:p>
            <a:r>
              <a:rPr lang="en-AU" sz="1800" dirty="0"/>
              <a:t>Representing numbers using place value A</a:t>
            </a:r>
          </a:p>
          <a:p>
            <a:r>
              <a:rPr lang="en-AU" sz="1800" b="1" dirty="0"/>
              <a:t>Activity title</a:t>
            </a:r>
          </a:p>
          <a:p>
            <a:r>
              <a:rPr lang="en-AU" sz="1800" b="0" dirty="0"/>
              <a:t>This resource corresponds to Stage 2 Year B Unit 21. </a:t>
            </a:r>
          </a:p>
          <a:p>
            <a:pPr marL="342900" indent="-342900">
              <a:buFont typeface="Arial" panose="020B0604020202020204" pitchFamily="34" charset="0"/>
              <a:buChar char="•"/>
            </a:pPr>
            <a:endParaRPr lang="en-AU" sz="1800" dirty="0">
              <a:effectLst/>
              <a:latin typeface="Arial" panose="020B0604020202020204" pitchFamily="34" charset="0"/>
              <a:ea typeface="Calibri" panose="020F0502020204030204" pitchFamily="34" charset="0"/>
            </a:endParaRPr>
          </a:p>
          <a:p>
            <a:pPr marL="342900" indent="-342900">
              <a:buFont typeface="Arial" panose="020B0604020202020204" pitchFamily="34" charset="0"/>
              <a:buChar char="•"/>
            </a:pPr>
            <a:r>
              <a:rPr lang="en-AU" sz="1800" dirty="0">
                <a:effectLst/>
                <a:latin typeface="Arial" panose="020B0604020202020204" pitchFamily="34" charset="0"/>
                <a:ea typeface="Calibri" panose="020F0502020204030204" pitchFamily="34" charset="0"/>
              </a:rPr>
              <a:t>Using sticky notes write the number 17 and place it near the start of the number line</a:t>
            </a:r>
          </a:p>
          <a:p>
            <a:pPr marL="342900" indent="-342900">
              <a:buFont typeface="Arial" panose="020B0604020202020204" pitchFamily="34" charset="0"/>
              <a:buChar char="•"/>
            </a:pPr>
            <a:r>
              <a:rPr lang="en-AU" sz="1800" dirty="0">
                <a:effectLst/>
                <a:latin typeface="Arial" panose="020B0604020202020204" pitchFamily="34" charset="0"/>
                <a:ea typeface="Calibri" panose="020F0502020204030204" pitchFamily="34" charset="0"/>
              </a:rPr>
              <a:t>Take a blank sticky note and ask students where this sticky note could be positioned on the number line. Have students explain their reasoning. Encourage students to think about the fact that the empty sticky note can go anywhere on the line as the number line is open, and the card could represent any number on the line. Place the card on the number line </a:t>
            </a:r>
          </a:p>
          <a:p>
            <a:pPr marL="342900" indent="-342900">
              <a:buFont typeface="Arial" panose="020B0604020202020204" pitchFamily="34" charset="0"/>
              <a:buChar char="•"/>
            </a:pPr>
            <a:r>
              <a:rPr lang="en-AU" sz="1800" dirty="0">
                <a:effectLst/>
                <a:latin typeface="Arial" panose="020B0604020202020204" pitchFamily="34" charset="0"/>
                <a:ea typeface="Calibri" panose="020F0502020204030204" pitchFamily="34" charset="0"/>
              </a:rPr>
              <a:t>Next, take a sticky note with the number 50 on it and place it on the number line to the right of the blank note </a:t>
            </a:r>
          </a:p>
          <a:p>
            <a:pPr marL="342900" lvl="0" indent="-342900">
              <a:lnSpc>
                <a:spcPct val="150000"/>
              </a:lnSpc>
              <a:spcBef>
                <a:spcPts val="1200"/>
              </a:spcBef>
              <a:spcAft>
                <a:spcPts val="600"/>
              </a:spcAft>
              <a:buFont typeface="Arial" panose="020B0604020202020204" pitchFamily="34" charset="0"/>
              <a:buChar char="•"/>
            </a:pPr>
            <a:r>
              <a:rPr lang="en-AU" sz="1800" dirty="0">
                <a:effectLst/>
                <a:latin typeface="Arial" panose="020B0604020202020204" pitchFamily="34" charset="0"/>
                <a:ea typeface="Calibri" panose="020F0502020204030204" pitchFamily="34" charset="0"/>
              </a:rPr>
              <a:t>Ask students if they would like to change their thinking about what the blank sticky note number could now be. Have some students share their thinking.</a:t>
            </a:r>
          </a:p>
          <a:p>
            <a:pPr marL="342900" lvl="0" indent="-342900">
              <a:lnSpc>
                <a:spcPct val="150000"/>
              </a:lnSpc>
              <a:spcBef>
                <a:spcPts val="1200"/>
              </a:spcBef>
              <a:spcAft>
                <a:spcPts val="600"/>
              </a:spcAft>
              <a:buFont typeface="Arial" panose="020B0604020202020204" pitchFamily="34" charset="0"/>
              <a:buChar char="•"/>
            </a:pPr>
            <a:r>
              <a:rPr lang="en-AU" sz="1800" dirty="0">
                <a:effectLst/>
                <a:latin typeface="Arial" panose="020B0604020202020204" pitchFamily="34" charset="0"/>
                <a:ea typeface="Calibri" panose="020F0502020204030204" pitchFamily="34" charset="0"/>
              </a:rPr>
              <a:t>Move the sticky note with the number 50 right next to the blank sticky note </a:t>
            </a:r>
          </a:p>
          <a:p>
            <a:pPr marL="342900" lvl="0" indent="-342900">
              <a:lnSpc>
                <a:spcPct val="150000"/>
              </a:lnSpc>
              <a:spcBef>
                <a:spcPts val="1200"/>
              </a:spcBef>
              <a:spcAft>
                <a:spcPts val="600"/>
              </a:spcAft>
              <a:buFont typeface="Arial" panose="020B0604020202020204" pitchFamily="34" charset="0"/>
              <a:buChar char="•"/>
            </a:pPr>
            <a:r>
              <a:rPr lang="en-AU" sz="1800" dirty="0">
                <a:effectLst/>
                <a:latin typeface="Arial" panose="020B0604020202020204" pitchFamily="34" charset="0"/>
                <a:ea typeface="Calibri" panose="020F0502020204030204" pitchFamily="34" charset="0"/>
              </a:rPr>
              <a:t>In pairs, have students discuss the following:</a:t>
            </a:r>
          </a:p>
          <a:p>
            <a:pPr marL="342900" lvl="0" indent="-342900">
              <a:lnSpc>
                <a:spcPct val="150000"/>
              </a:lnSpc>
              <a:spcBef>
                <a:spcPts val="1200"/>
              </a:spcBef>
              <a:spcAft>
                <a:spcPts val="600"/>
              </a:spcAft>
              <a:buFont typeface="Symbol" panose="05050102010706020507" pitchFamily="18" charset="2"/>
              <a:buChar char="-"/>
            </a:pPr>
            <a:r>
              <a:rPr lang="en-AU" sz="1800" dirty="0">
                <a:effectLst/>
                <a:latin typeface="Arial" panose="020B0604020202020204" pitchFamily="34" charset="0"/>
                <a:ea typeface="Calibri" panose="020F0502020204030204" pitchFamily="34" charset="0"/>
              </a:rPr>
              <a:t>Do we have to change the number we selected for our blank sticky note? Why or why not?</a:t>
            </a:r>
          </a:p>
          <a:p>
            <a:pPr marL="342900" lvl="0" indent="-342900">
              <a:lnSpc>
                <a:spcPct val="150000"/>
              </a:lnSpc>
              <a:spcBef>
                <a:spcPts val="1200"/>
              </a:spcBef>
              <a:spcAft>
                <a:spcPts val="600"/>
              </a:spcAft>
              <a:buFont typeface="Symbol" panose="05050102010706020507" pitchFamily="18" charset="2"/>
              <a:buChar char="-"/>
            </a:pPr>
            <a:r>
              <a:rPr lang="en-AU" sz="1800" dirty="0">
                <a:effectLst/>
                <a:latin typeface="Arial" panose="020B0604020202020204" pitchFamily="34" charset="0"/>
                <a:ea typeface="Calibri" panose="020F0502020204030204" pitchFamily="34" charset="0"/>
              </a:rPr>
              <a:t>What is a better number to put in there? Explain your thinking.</a:t>
            </a:r>
          </a:p>
          <a:p>
            <a:pPr marL="342900" lvl="0" indent="-342900">
              <a:lnSpc>
                <a:spcPct val="150000"/>
              </a:lnSpc>
              <a:spcBef>
                <a:spcPts val="1200"/>
              </a:spcBef>
              <a:spcAft>
                <a:spcPts val="600"/>
              </a:spcAft>
              <a:buFont typeface="Symbol" panose="05050102010706020507" pitchFamily="18" charset="2"/>
              <a:buChar char="-"/>
            </a:pPr>
            <a:r>
              <a:rPr lang="en-AU" sz="1800" dirty="0">
                <a:effectLst/>
                <a:latin typeface="Arial" panose="020B0604020202020204" pitchFamily="34" charset="0"/>
                <a:ea typeface="Calibri" panose="020F0502020204030204" pitchFamily="34" charset="0"/>
              </a:rPr>
              <a:t>What if we changed the first sticky note with the number 17 to a 30? Would the blank sticky note have to change?</a:t>
            </a:r>
          </a:p>
          <a:p>
            <a:pPr marL="342900" lvl="0" indent="-342900">
              <a:lnSpc>
                <a:spcPct val="150000"/>
              </a:lnSpc>
              <a:spcBef>
                <a:spcPts val="1200"/>
              </a:spcBef>
              <a:spcAft>
                <a:spcPts val="600"/>
              </a:spcAft>
              <a:buFont typeface="Symbol" panose="05050102010706020507" pitchFamily="18" charset="2"/>
              <a:buChar char="-"/>
            </a:pPr>
            <a:r>
              <a:rPr lang="en-AU" sz="1800" dirty="0">
                <a:effectLst/>
                <a:latin typeface="Arial" panose="020B0604020202020204" pitchFamily="34" charset="0"/>
                <a:ea typeface="Calibri" panose="020F0502020204030204" pitchFamily="34" charset="0"/>
              </a:rPr>
              <a:t>What if we changed the 50 to 100? Would the blank sticky note change?</a:t>
            </a:r>
          </a:p>
          <a:p>
            <a:pPr marL="342900" lvl="0" indent="-342900">
              <a:lnSpc>
                <a:spcPct val="150000"/>
              </a:lnSpc>
              <a:spcBef>
                <a:spcPts val="1200"/>
              </a:spcBef>
              <a:spcAft>
                <a:spcPts val="600"/>
              </a:spcAft>
              <a:buFont typeface="Arial" panose="020B0604020202020204" pitchFamily="34" charset="0"/>
              <a:buChar char="•"/>
            </a:pPr>
            <a:r>
              <a:rPr lang="en-AU" sz="1800" dirty="0">
                <a:effectLst/>
                <a:latin typeface="Arial" panose="020B0604020202020204" pitchFamily="34" charset="0"/>
                <a:ea typeface="Calibri" panose="020F0502020204030204" pitchFamily="34" charset="0"/>
              </a:rPr>
              <a:t>As a class, select some of the students to share their reasoning and ideas.</a:t>
            </a:r>
          </a:p>
          <a:p>
            <a:pPr marL="342900" lvl="0" indent="-342900">
              <a:lnSpc>
                <a:spcPct val="150000"/>
              </a:lnSpc>
              <a:spcBef>
                <a:spcPts val="1200"/>
              </a:spcBef>
              <a:spcAft>
                <a:spcPts val="600"/>
              </a:spcAft>
              <a:buFont typeface="+mj-lt"/>
              <a:buAutoNum type="arabicPeriod" startAt="7"/>
            </a:pPr>
            <a:endParaRPr lang="en-AU" sz="1800" dirty="0">
              <a:effectLst/>
              <a:latin typeface="Arial" panose="020B0604020202020204" pitchFamily="34" charset="0"/>
              <a:ea typeface="Calibri" panose="020F0502020204030204" pitchFamily="34" charset="0"/>
            </a:endParaRPr>
          </a:p>
          <a:p>
            <a:pPr marL="0" marR="0" lvl="0" indent="0" algn="l" defTabSz="1219170" rtl="0" eaLnBrk="1" fontAlgn="auto" latinLnBrk="0" hangingPunct="1">
              <a:lnSpc>
                <a:spcPct val="100000"/>
              </a:lnSpc>
              <a:spcBef>
                <a:spcPts val="0"/>
              </a:spcBef>
              <a:spcAft>
                <a:spcPts val="0"/>
              </a:spcAft>
              <a:buClrTx/>
              <a:buSzTx/>
              <a:buFont typeface="+mj-lt"/>
              <a:buNone/>
              <a:tabLst/>
              <a:defRPr/>
            </a:pPr>
            <a:endParaRPr lang="en-AU" sz="1800" u="none" dirty="0">
              <a:solidFill>
                <a:srgbClr val="2F5496"/>
              </a:solidFill>
              <a:effectLst/>
              <a:latin typeface="Arial" panose="020B0604020202020204" pitchFamily="34" charset="0"/>
              <a:ea typeface="Calibri" panose="020F0502020204030204" pitchFamily="34" charset="0"/>
            </a:endParaRPr>
          </a:p>
          <a:p>
            <a:pPr marL="0" marR="0" lvl="0" indent="0" algn="l" defTabSz="1219170" rtl="0" eaLnBrk="1" fontAlgn="auto" latinLnBrk="0" hangingPunct="1">
              <a:lnSpc>
                <a:spcPct val="100000"/>
              </a:lnSpc>
              <a:spcBef>
                <a:spcPts val="0"/>
              </a:spcBef>
              <a:spcAft>
                <a:spcPts val="0"/>
              </a:spcAft>
              <a:buClrTx/>
              <a:buSzTx/>
              <a:buFont typeface="+mj-lt"/>
              <a:buNone/>
              <a:tabLst/>
              <a:defRPr/>
            </a:pPr>
            <a:r>
              <a:rPr lang="en-AU" sz="1800" u="none" dirty="0">
                <a:solidFill>
                  <a:srgbClr val="2F5496"/>
                </a:solidFill>
                <a:effectLst/>
                <a:latin typeface="Arial" panose="020B0604020202020204" pitchFamily="34" charset="0"/>
                <a:ea typeface="Calibri" panose="020F0502020204030204" pitchFamily="34" charset="0"/>
              </a:rPr>
              <a:t>This activity is an adaptation of ‘What’s in the box?’ from </a:t>
            </a:r>
            <a:r>
              <a:rPr lang="en-AU" sz="1800" i="1" u="sng" dirty="0">
                <a:solidFill>
                  <a:srgbClr val="2F5496"/>
                </a:solidFill>
                <a:effectLst/>
                <a:latin typeface="Arial" panose="020B0604020202020204" pitchFamily="34" charset="0"/>
                <a:ea typeface="Calibri" panose="020F0502020204030204" pitchFamily="34" charset="0"/>
                <a:hlinkClick r:id="rId3"/>
              </a:rPr>
              <a:t>Learning to Think Mathematically with the Number Line </a:t>
            </a:r>
            <a:r>
              <a:rPr lang="en-AU" sz="1800" u="sng" dirty="0">
                <a:solidFill>
                  <a:srgbClr val="2F5496"/>
                </a:solidFill>
                <a:effectLst/>
                <a:latin typeface="Arial" panose="020B0604020202020204" pitchFamily="34" charset="0"/>
                <a:ea typeface="Calibri" panose="020F0502020204030204" pitchFamily="34" charset="0"/>
                <a:hlinkClick r:id="rId3"/>
              </a:rPr>
              <a:t>[PDF 1.1 KB]</a:t>
            </a:r>
            <a:r>
              <a:rPr lang="en-AU" sz="1800" dirty="0">
                <a:effectLst/>
                <a:latin typeface="Arial" panose="020B0604020202020204" pitchFamily="34" charset="0"/>
                <a:ea typeface="Calibri" panose="020F0502020204030204" pitchFamily="34" charset="0"/>
              </a:rPr>
              <a:t> by Frykholm.</a:t>
            </a:r>
          </a:p>
          <a:p>
            <a:pPr marL="342900" indent="-342900">
              <a:buFont typeface="+mj-lt"/>
              <a:buAutoNum type="arabicPeriod" startAt="7"/>
            </a:pPr>
            <a:endParaRPr lang="en-AU" sz="1800" dirty="0">
              <a:effectLst/>
              <a:latin typeface="Arial" panose="020B0604020202020204" pitchFamily="34" charset="0"/>
              <a:ea typeface="Calibri" panose="020F0502020204030204" pitchFamily="34" charset="0"/>
            </a:endParaRPr>
          </a:p>
          <a:p>
            <a:pPr marL="0" indent="0">
              <a:buFont typeface="Arial" panose="020B0604020202020204" pitchFamily="34" charset="0"/>
              <a:buNone/>
            </a:pPr>
            <a:endParaRPr lang="en-AU" dirty="0"/>
          </a:p>
        </p:txBody>
      </p:sp>
      <p:sp>
        <p:nvSpPr>
          <p:cNvPr id="4" name="Slide Number Placeholder 3"/>
          <p:cNvSpPr>
            <a:spLocks noGrp="1"/>
          </p:cNvSpPr>
          <p:nvPr>
            <p:ph type="sldNum" sz="quarter" idx="5"/>
          </p:nvPr>
        </p:nvSpPr>
        <p:spPr/>
        <p:txBody>
          <a:bodyPr/>
          <a:lstStyle/>
          <a:p>
            <a:fld id="{B07158C4-A119-4B78-9DE8-A50001BC31DC}" type="slidenum">
              <a:rPr lang="en-AU" smtClean="0"/>
              <a:pPr/>
              <a:t>38</a:t>
            </a:fld>
            <a:endParaRPr lang="en-AU"/>
          </a:p>
        </p:txBody>
      </p:sp>
    </p:spTree>
    <p:extLst>
      <p:ext uri="{BB962C8B-B14F-4D97-AF65-F5344CB8AC3E}">
        <p14:creationId xmlns:p14="http://schemas.microsoft.com/office/powerpoint/2010/main" val="342971274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C9905A-2EC2-DC72-9C47-14B15A1A4E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E48A9B-C10A-348F-52A1-8EA508CD0AE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002976-C4DE-57E6-A9ED-B6E094CF8255}"/>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57A335D8-90A0-A351-0754-DD4ACAAF1287}"/>
              </a:ext>
            </a:extLst>
          </p:cNvPr>
          <p:cNvSpPr>
            <a:spLocks noGrp="1"/>
          </p:cNvSpPr>
          <p:nvPr>
            <p:ph type="sldNum" sz="quarter" idx="5"/>
          </p:nvPr>
        </p:nvSpPr>
        <p:spPr/>
        <p:txBody>
          <a:bodyPr/>
          <a:lstStyle/>
          <a:p>
            <a:fld id="{B07158C4-A119-4B78-9DE8-A50001BC31DC}" type="slidenum">
              <a:rPr lang="en-AU" smtClean="0"/>
              <a:pPr/>
              <a:t>39</a:t>
            </a:fld>
            <a:endParaRPr lang="en-AU"/>
          </a:p>
        </p:txBody>
      </p:sp>
    </p:spTree>
    <p:extLst>
      <p:ext uri="{BB962C8B-B14F-4D97-AF65-F5344CB8AC3E}">
        <p14:creationId xmlns:p14="http://schemas.microsoft.com/office/powerpoint/2010/main" val="317624344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888966-B098-4FE4-D07C-7D3AB05F54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7881B3-B9F6-08FC-4960-D3C1CDF7224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9F3500-7454-FC1A-323C-21B7E06BF8A6}"/>
              </a:ext>
            </a:extLst>
          </p:cNvPr>
          <p:cNvSpPr>
            <a:spLocks noGrp="1"/>
          </p:cNvSpPr>
          <p:nvPr>
            <p:ph type="body" idx="1"/>
          </p:nvPr>
        </p:nvSpPr>
        <p:spPr/>
        <p:txBody>
          <a:bodyPr/>
          <a:lstStyle/>
          <a:p>
            <a:pPr marL="0" indent="0" algn="l">
              <a:buFont typeface="Wingdings" panose="05000000000000000000" pitchFamily="2" charset="2"/>
              <a:buNone/>
            </a:pPr>
            <a:r>
              <a:rPr lang="en-AU" sz="1600" b="0" i="0" dirty="0">
                <a:solidFill>
                  <a:schemeClr val="tx1"/>
                </a:solidFill>
                <a:latin typeface="Arial"/>
                <a:cs typeface="Arial"/>
              </a:rPr>
              <a:t>The question on this slide connects to the content being explored in the developing number sense activity (Activity 6)</a:t>
            </a:r>
          </a:p>
          <a:p>
            <a:pPr>
              <a:defRPr/>
            </a:pPr>
            <a:endParaRPr lang="en-AU" b="1" dirty="0">
              <a:latin typeface="Arial"/>
              <a:cs typeface="Arial"/>
            </a:endParaRPr>
          </a:p>
          <a:p>
            <a:pPr>
              <a:defRPr/>
            </a:pPr>
            <a:r>
              <a:rPr lang="en-AU" b="1" dirty="0">
                <a:latin typeface="Arial"/>
                <a:cs typeface="Arial"/>
              </a:rPr>
              <a:t>Syllabus focus area:</a:t>
            </a:r>
            <a:endParaRPr lang="en-US" dirty="0">
              <a:solidFill>
                <a:srgbClr val="444444"/>
              </a:solidFill>
              <a:latin typeface="Arial"/>
              <a:cs typeface="Arial"/>
            </a:endParaRPr>
          </a:p>
          <a:p>
            <a:pPr>
              <a:defRPr/>
            </a:pPr>
            <a:r>
              <a:rPr lang="en-AU" dirty="0">
                <a:latin typeface="Arial"/>
                <a:cs typeface="Arial"/>
              </a:rPr>
              <a:t>Representing numbers using place value B: Whole numbers </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5871BA68-1842-8899-7220-9C736B5675D4}"/>
              </a:ext>
            </a:extLst>
          </p:cNvPr>
          <p:cNvSpPr>
            <a:spLocks noGrp="1"/>
          </p:cNvSpPr>
          <p:nvPr>
            <p:ph type="sldNum" sz="quarter" idx="5"/>
          </p:nvPr>
        </p:nvSpPr>
        <p:spPr/>
        <p:txBody>
          <a:bodyPr/>
          <a:lstStyle/>
          <a:p>
            <a:fld id="{B07158C4-A119-4B78-9DE8-A50001BC31DC}" type="slidenum">
              <a:rPr lang="en-AU" smtClean="0"/>
              <a:pPr/>
              <a:t>40</a:t>
            </a:fld>
            <a:endParaRPr lang="en-AU"/>
          </a:p>
        </p:txBody>
      </p:sp>
    </p:spTree>
    <p:extLst>
      <p:ext uri="{BB962C8B-B14F-4D97-AF65-F5344CB8AC3E}">
        <p14:creationId xmlns:p14="http://schemas.microsoft.com/office/powerpoint/2010/main" val="192390997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31894F-CD5A-1A5B-E0D4-52B59932D6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BC736A-77DC-E3C8-9B14-1C7BB5F1C6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D04085F-7886-1B1C-BE0D-0329AB222B5A}"/>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dirty="0">
                <a:latin typeface="Arial"/>
                <a:cs typeface="Arial"/>
              </a:rPr>
              <a:t>Representing numbers using place value B: Decimals and percentages</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9499D83A-49FB-1D76-1A06-BD94441FE3F8}"/>
              </a:ext>
            </a:extLst>
          </p:cNvPr>
          <p:cNvSpPr>
            <a:spLocks noGrp="1"/>
          </p:cNvSpPr>
          <p:nvPr>
            <p:ph type="sldNum" sz="quarter" idx="5"/>
          </p:nvPr>
        </p:nvSpPr>
        <p:spPr/>
        <p:txBody>
          <a:bodyPr/>
          <a:lstStyle/>
          <a:p>
            <a:fld id="{B07158C4-A119-4B78-9DE8-A50001BC31DC}" type="slidenum">
              <a:rPr lang="en-AU" smtClean="0"/>
              <a:pPr/>
              <a:t>41</a:t>
            </a:fld>
            <a:endParaRPr lang="en-AU"/>
          </a:p>
        </p:txBody>
      </p:sp>
    </p:spTree>
    <p:extLst>
      <p:ext uri="{BB962C8B-B14F-4D97-AF65-F5344CB8AC3E}">
        <p14:creationId xmlns:p14="http://schemas.microsoft.com/office/powerpoint/2010/main" val="373792240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415048-2001-38E7-C6D8-4D56F31393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09C8191-A82C-7584-98A7-AB3325A5437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65D1080-5AAD-6FC8-34A4-C308FFD01307}"/>
              </a:ext>
            </a:extLst>
          </p:cNvPr>
          <p:cNvSpPr>
            <a:spLocks noGrp="1"/>
          </p:cNvSpPr>
          <p:nvPr>
            <p:ph type="body" idx="1"/>
          </p:nvPr>
        </p:nvSpPr>
        <p:spPr/>
        <p:txBody>
          <a:bodyPr/>
          <a:lstStyle/>
          <a:p>
            <a:pPr marL="0" indent="0" algn="l">
              <a:buFont typeface="Wingdings" panose="05000000000000000000" pitchFamily="2" charset="2"/>
              <a:buNone/>
            </a:pPr>
            <a:r>
              <a:rPr lang="en-AU" sz="1600" b="0" i="0" dirty="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dirty="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dirty="0">
                <a:solidFill>
                  <a:schemeClr val="tx1"/>
                </a:solidFill>
                <a:latin typeface="Arial"/>
                <a:cs typeface="Arial"/>
              </a:rPr>
              <a:t>Syllabus focus area:</a:t>
            </a:r>
          </a:p>
          <a:p>
            <a:r>
              <a:rPr lang="en-AU" dirty="0">
                <a:latin typeface="Public Sans"/>
              </a:rPr>
              <a:t>Additive relations A</a:t>
            </a:r>
            <a:br>
              <a:rPr lang="en-AU" dirty="0">
                <a:latin typeface="Public Sans"/>
              </a:rPr>
            </a:b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77AF038-93C9-4742-2CFB-CDB0907916EC}"/>
              </a:ext>
            </a:extLst>
          </p:cNvPr>
          <p:cNvSpPr>
            <a:spLocks noGrp="1"/>
          </p:cNvSpPr>
          <p:nvPr>
            <p:ph type="sldNum" sz="quarter" idx="5"/>
          </p:nvPr>
        </p:nvSpPr>
        <p:spPr/>
        <p:txBody>
          <a:bodyPr/>
          <a:lstStyle/>
          <a:p>
            <a:pPr marL="0" marR="0" lvl="0" indent="0" algn="r" defTabSz="609585" rtl="0" eaLnBrk="1" fontAlgn="auto" latinLnBrk="0" hangingPunct="1">
              <a:lnSpc>
                <a:spcPct val="100000"/>
              </a:lnSpc>
              <a:spcBef>
                <a:spcPts val="0"/>
              </a:spcBef>
              <a:spcAft>
                <a:spcPts val="0"/>
              </a:spcAft>
              <a:buClrTx/>
              <a:buSzTx/>
              <a:buFontTx/>
              <a:buNone/>
              <a:tabLst/>
              <a:defRPr/>
            </a:pPr>
            <a:fld id="{B07158C4-A119-4B78-9DE8-A50001BC31DC}" type="slidenum">
              <a:rPr kumimoji="0" lang="en-AU" sz="1200" b="0" i="0" u="none" strike="noStrike" kern="1200" cap="none" spc="0" normalizeH="0" baseline="0" noProof="0" smtClean="0">
                <a:ln>
                  <a:noFill/>
                </a:ln>
                <a:solidFill>
                  <a:prstClr val="black"/>
                </a:solidFill>
                <a:effectLst/>
                <a:uLnTx/>
                <a:uFillTx/>
                <a:latin typeface="Public Sans" pitchFamily="2" charset="0"/>
                <a:ea typeface="+mn-ea"/>
                <a:cs typeface="+mn-cs"/>
              </a:rPr>
              <a:pPr marL="0" marR="0" lvl="0" indent="0" algn="r" defTabSz="609585" rtl="0" eaLnBrk="1" fontAlgn="auto" latinLnBrk="0" hangingPunct="1">
                <a:lnSpc>
                  <a:spcPct val="100000"/>
                </a:lnSpc>
                <a:spcBef>
                  <a:spcPts val="0"/>
                </a:spcBef>
                <a:spcAft>
                  <a:spcPts val="0"/>
                </a:spcAft>
                <a:buClrTx/>
                <a:buSzTx/>
                <a:buFontTx/>
                <a:buNone/>
                <a:tabLst/>
                <a:defRPr/>
              </a:pPr>
              <a:t>42</a:t>
            </a:fld>
            <a:endParaRPr kumimoji="0" lang="en-AU" sz="1200" b="0" i="0" u="none" strike="noStrike" kern="1200" cap="none" spc="0" normalizeH="0" baseline="0" noProof="0">
              <a:ln>
                <a:noFill/>
              </a:ln>
              <a:solidFill>
                <a:prstClr val="black"/>
              </a:solidFill>
              <a:effectLst/>
              <a:uLnTx/>
              <a:uFillTx/>
              <a:latin typeface="Public Sans" pitchFamily="2" charset="0"/>
              <a:ea typeface="+mn-ea"/>
              <a:cs typeface="+mn-cs"/>
            </a:endParaRPr>
          </a:p>
        </p:txBody>
      </p:sp>
    </p:spTree>
    <p:extLst>
      <p:ext uri="{BB962C8B-B14F-4D97-AF65-F5344CB8AC3E}">
        <p14:creationId xmlns:p14="http://schemas.microsoft.com/office/powerpoint/2010/main" val="377185135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6B8064-5153-D494-16C2-0978F1A86D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289123-0D0C-8292-6DB6-B68F79520C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10AA3FF-3110-B3E0-9AA8-F1E405508B00}"/>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dirty="0">
                <a:latin typeface="Arial"/>
                <a:cs typeface="Arial"/>
              </a:rPr>
              <a:t>Geometric measure B: Angles</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A56274FD-50CF-5B73-6D8E-B6E8124D6C29}"/>
              </a:ext>
            </a:extLst>
          </p:cNvPr>
          <p:cNvSpPr>
            <a:spLocks noGrp="1"/>
          </p:cNvSpPr>
          <p:nvPr>
            <p:ph type="sldNum" sz="quarter" idx="5"/>
          </p:nvPr>
        </p:nvSpPr>
        <p:spPr/>
        <p:txBody>
          <a:bodyPr/>
          <a:lstStyle/>
          <a:p>
            <a:fld id="{B07158C4-A119-4B78-9DE8-A50001BC31DC}" type="slidenum">
              <a:rPr lang="en-AU" smtClean="0"/>
              <a:pPr/>
              <a:t>43</a:t>
            </a:fld>
            <a:endParaRPr lang="en-AU"/>
          </a:p>
        </p:txBody>
      </p:sp>
    </p:spTree>
    <p:extLst>
      <p:ext uri="{BB962C8B-B14F-4D97-AF65-F5344CB8AC3E}">
        <p14:creationId xmlns:p14="http://schemas.microsoft.com/office/powerpoint/2010/main" val="369703433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9E7677-F12C-A1FF-304A-2976B662D4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388EDB-8B5A-F6CC-7B46-A0C946BED6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BDFBA5-5516-556D-0CE9-9866C25700BD}"/>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dirty="0">
                <a:latin typeface="Arial"/>
                <a:cs typeface="Arial"/>
              </a:rPr>
              <a:t>Two-dimensional spatial structure A: Area </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707057D8-5CAF-CBB6-0299-BBF0B3225D3C}"/>
              </a:ext>
            </a:extLst>
          </p:cNvPr>
          <p:cNvSpPr>
            <a:spLocks noGrp="1"/>
          </p:cNvSpPr>
          <p:nvPr>
            <p:ph type="sldNum" sz="quarter" idx="5"/>
          </p:nvPr>
        </p:nvSpPr>
        <p:spPr/>
        <p:txBody>
          <a:bodyPr/>
          <a:lstStyle/>
          <a:p>
            <a:fld id="{B07158C4-A119-4B78-9DE8-A50001BC31DC}" type="slidenum">
              <a:rPr lang="en-AU" smtClean="0"/>
              <a:pPr/>
              <a:t>44</a:t>
            </a:fld>
            <a:endParaRPr lang="en-AU"/>
          </a:p>
        </p:txBody>
      </p:sp>
    </p:spTree>
    <p:extLst>
      <p:ext uri="{BB962C8B-B14F-4D97-AF65-F5344CB8AC3E}">
        <p14:creationId xmlns:p14="http://schemas.microsoft.com/office/powerpoint/2010/main" val="110266619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AU" b="1" dirty="0">
                <a:effectLst/>
                <a:latin typeface="Public Sans"/>
              </a:rPr>
              <a:t>Note: </a:t>
            </a:r>
            <a:r>
              <a:rPr lang="en-AU" dirty="0">
                <a:effectLst/>
                <a:latin typeface="Public Sans"/>
              </a:rPr>
              <a:t>This slide is designed to be used in presentation mode.</a:t>
            </a:r>
          </a:p>
          <a:p>
            <a:pPr marL="0" marR="0" lvl="0" indent="0" algn="l" defTabSz="1219170" rtl="0" eaLnBrk="1" fontAlgn="auto" latinLnBrk="0" hangingPunct="1">
              <a:lnSpc>
                <a:spcPct val="100000"/>
              </a:lnSpc>
              <a:spcBef>
                <a:spcPts val="0"/>
              </a:spcBef>
              <a:spcAft>
                <a:spcPts val="0"/>
              </a:spcAft>
              <a:buClrTx/>
              <a:buSzTx/>
              <a:buFontTx/>
              <a:buNone/>
              <a:tabLst/>
              <a:defRPr/>
            </a:pPr>
            <a:endParaRPr lang="en-AU" dirty="0"/>
          </a:p>
          <a:p>
            <a:r>
              <a:rPr lang="en-AU" dirty="0"/>
              <a:t>This is a developing number sense activity. </a:t>
            </a:r>
          </a:p>
          <a:p>
            <a:endParaRPr lang="en-AU" dirty="0"/>
          </a:p>
          <a:p>
            <a:r>
              <a:rPr lang="en-AU" dirty="0"/>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dirty="0"/>
          </a:p>
          <a:p>
            <a:r>
              <a:rPr lang="en-AU" b="1" dirty="0"/>
              <a:t>Syllabus focus area:</a:t>
            </a:r>
          </a:p>
          <a:p>
            <a:r>
              <a:rPr lang="en-AU" dirty="0"/>
              <a:t>Representing numbers using place value A</a:t>
            </a:r>
          </a:p>
          <a:p>
            <a:r>
              <a:rPr lang="en-AU" b="1" dirty="0"/>
              <a:t>Activity title</a:t>
            </a:r>
          </a:p>
          <a:p>
            <a:r>
              <a:rPr lang="en-AU" b="0" dirty="0"/>
              <a:t>This resource corresponds to Resource 22 – 5-digit numbers gameboard in Stage 2 Year B Unit 21. </a:t>
            </a:r>
          </a:p>
          <a:p>
            <a:endParaRPr lang="en-AU" b="0" dirty="0"/>
          </a:p>
          <a:p>
            <a:pPr marL="285750" indent="-285750">
              <a:buFont typeface="Arial"/>
              <a:buChar char="•"/>
              <a:defRPr/>
            </a:pPr>
            <a:r>
              <a:rPr lang="en-AU" dirty="0"/>
              <a:t>Explain that the aim of the game is to order 5-digit numbers in an ascending sequence on a gameboard.</a:t>
            </a:r>
          </a:p>
          <a:p>
            <a:pPr marL="285750" indent="-285750">
              <a:buFont typeface="Arial"/>
              <a:buChar char="•"/>
              <a:defRPr/>
            </a:pPr>
            <a:r>
              <a:rPr lang="en-AU" dirty="0">
                <a:latin typeface="Public Sans"/>
              </a:rPr>
              <a:t>Provide pairs with five 9-sided dice and a copy of </a:t>
            </a:r>
            <a:r>
              <a:rPr lang="en-AU" u="sng" dirty="0">
                <a:latin typeface="Public Sans"/>
                <a:hlinkClick r:id="rId3"/>
              </a:rPr>
              <a:t>Resource 22 – 5-digit numbers gameboard</a:t>
            </a:r>
            <a:r>
              <a:rPr lang="en-AU" dirty="0">
                <a:latin typeface="Public Sans"/>
              </a:rPr>
              <a:t> for each player.</a:t>
            </a:r>
          </a:p>
          <a:p>
            <a:pPr marL="285750" indent="-285750">
              <a:buFont typeface="Arial"/>
              <a:buChar char="•"/>
              <a:defRPr/>
            </a:pPr>
            <a:r>
              <a:rPr lang="en-AU" dirty="0"/>
              <a:t>Students roll the dice and create a 5-digit number. For example, 6, 2, 8, 3 and 9 could be recorded as 62 389, 36 892, 29 863, 38 269, 93 628 or 39 286. Players record their chosen number in the most appropriate position between 10 000 and 100 000 (see Figure 26).</a:t>
            </a:r>
          </a:p>
          <a:p>
            <a:pPr marL="0" marR="0" lvl="0" indent="0" algn="l" defTabSz="1219170" rtl="0" eaLnBrk="1" fontAlgn="auto" latinLnBrk="0" hangingPunct="1">
              <a:lnSpc>
                <a:spcPct val="100000"/>
              </a:lnSpc>
              <a:spcBef>
                <a:spcPts val="0"/>
              </a:spcBef>
              <a:spcAft>
                <a:spcPts val="0"/>
              </a:spcAft>
              <a:buClrTx/>
              <a:buSzTx/>
              <a:buFontTx/>
              <a:buNone/>
              <a:tabLst/>
              <a:defRPr/>
            </a:pPr>
            <a:endParaRPr lang="en-AU" dirty="0"/>
          </a:p>
          <a:p>
            <a:pPr marL="0" marR="0" lvl="0" indent="0" algn="l" defTabSz="1219170" rtl="0" eaLnBrk="1" fontAlgn="auto" latinLnBrk="0" hangingPunct="1">
              <a:lnSpc>
                <a:spcPct val="100000"/>
              </a:lnSpc>
              <a:spcBef>
                <a:spcPts val="0"/>
              </a:spcBef>
              <a:spcAft>
                <a:spcPts val="0"/>
              </a:spcAft>
              <a:buClrTx/>
              <a:buSzTx/>
              <a:buFontTx/>
              <a:buNone/>
              <a:tabLst/>
              <a:defRPr/>
            </a:pPr>
            <a:r>
              <a:rPr lang="en-AU" sz="1600" u="none" dirty="0">
                <a:solidFill>
                  <a:srgbClr val="000000"/>
                </a:solidFill>
                <a:effectLst/>
                <a:latin typeface="Arial"/>
                <a:ea typeface="Arial" panose="020B0604020202020204" pitchFamily="34" charset="0"/>
                <a:cs typeface="Arial"/>
              </a:rPr>
              <a:t>This activity is an adaptation of </a:t>
            </a:r>
            <a:r>
              <a:rPr lang="en-AU" sz="1600" u="sng" dirty="0">
                <a:solidFill>
                  <a:srgbClr val="2F5496"/>
                </a:solidFill>
                <a:effectLst/>
                <a:latin typeface="Arial"/>
                <a:ea typeface="Arial" panose="020B0604020202020204" pitchFamily="34" charset="0"/>
                <a:cs typeface="Arial"/>
                <a:hlinkClick r:id="rId4"/>
              </a:rPr>
              <a:t>The place value game</a:t>
            </a:r>
            <a:r>
              <a:rPr lang="en-AU" sz="1600" dirty="0">
                <a:effectLst/>
                <a:latin typeface="Arial"/>
                <a:ea typeface="Arial" panose="020B0604020202020204" pitchFamily="34" charset="0"/>
                <a:cs typeface="Arial"/>
              </a:rPr>
              <a:t> </a:t>
            </a:r>
            <a:r>
              <a:rPr lang="en-AU" sz="1600" dirty="0">
                <a:effectLst/>
                <a:latin typeface="Arial"/>
                <a:ea typeface="Calibri"/>
                <a:cs typeface="Arial"/>
              </a:rPr>
              <a:t>from </a:t>
            </a:r>
            <a:r>
              <a:rPr lang="en-AU" sz="1600" u="sng" dirty="0">
                <a:solidFill>
                  <a:srgbClr val="2F5496"/>
                </a:solidFill>
                <a:effectLst/>
                <a:latin typeface="Arial"/>
                <a:ea typeface="Calibri"/>
                <a:cs typeface="Arial"/>
                <a:hlinkClick r:id="rId5"/>
              </a:rPr>
              <a:t>Mathematics K–6 resources</a:t>
            </a:r>
            <a:r>
              <a:rPr lang="en-AU" sz="1600" dirty="0">
                <a:effectLst/>
                <a:latin typeface="Arial"/>
                <a:ea typeface="Calibri"/>
                <a:cs typeface="Arial"/>
              </a:rPr>
              <a:t> by State of New South Wales (Department of Education).</a:t>
            </a:r>
            <a:endParaRPr lang="en-AU" dirty="0">
              <a:latin typeface="Arial"/>
              <a:ea typeface="Calibri"/>
              <a:cs typeface="Arial"/>
            </a:endParaRPr>
          </a:p>
          <a:p>
            <a:pPr marL="0" marR="0" lvl="0" indent="0" algn="l" defTabSz="1219170">
              <a:lnSpc>
                <a:spcPct val="100000"/>
              </a:lnSpc>
              <a:spcBef>
                <a:spcPts val="0"/>
              </a:spcBef>
              <a:spcAft>
                <a:spcPts val="0"/>
              </a:spcAft>
              <a:buClrTx/>
              <a:buSzTx/>
              <a:buFontTx/>
              <a:buNone/>
              <a:tabLst/>
              <a:defRPr/>
            </a:pPr>
            <a:endParaRPr lang="en-AU"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07158C4-A119-4B78-9DE8-A50001BC31DC}" type="slidenum">
              <a:rPr kumimoji="0" lang="en-AU"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45</a:t>
            </a:fld>
            <a:endParaRPr kumimoji="0" lang="en-AU"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4174701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AAF04B-1E1F-DCFF-DFA5-FCAA7E29B4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8BDD47-36A4-A286-C2FE-AF7871D1B7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84AAC7E-965A-2B42-BE0E-7B66A92D345B}"/>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AED1CBCA-4579-C266-1407-210ADF104C98}"/>
              </a:ext>
            </a:extLst>
          </p:cNvPr>
          <p:cNvSpPr>
            <a:spLocks noGrp="1"/>
          </p:cNvSpPr>
          <p:nvPr>
            <p:ph type="sldNum" sz="quarter" idx="5"/>
          </p:nvPr>
        </p:nvSpPr>
        <p:spPr/>
        <p:txBody>
          <a:bodyPr/>
          <a:lstStyle/>
          <a:p>
            <a:fld id="{B07158C4-A119-4B78-9DE8-A50001BC31DC}" type="slidenum">
              <a:rPr lang="en-AU" smtClean="0"/>
              <a:pPr/>
              <a:t>46</a:t>
            </a:fld>
            <a:endParaRPr lang="en-AU"/>
          </a:p>
        </p:txBody>
      </p:sp>
    </p:spTree>
    <p:extLst>
      <p:ext uri="{BB962C8B-B14F-4D97-AF65-F5344CB8AC3E}">
        <p14:creationId xmlns:p14="http://schemas.microsoft.com/office/powerpoint/2010/main" val="161814656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E4DFCD-31FA-F3F1-0503-00AA2F65C2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1B09FC2-CCEB-CEDC-3A01-C9E26E3255A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9D3C90A-C744-5006-D536-E6891BDEE957}"/>
              </a:ext>
            </a:extLst>
          </p:cNvPr>
          <p:cNvSpPr>
            <a:spLocks noGrp="1"/>
          </p:cNvSpPr>
          <p:nvPr>
            <p:ph type="body" idx="1"/>
          </p:nvPr>
        </p:nvSpPr>
        <p:spPr/>
        <p:txBody>
          <a:bodyPr/>
          <a:lstStyle/>
          <a:p>
            <a:pPr marL="0" indent="0" algn="l">
              <a:buFont typeface="Wingdings" panose="05000000000000000000" pitchFamily="2" charset="2"/>
              <a:buNone/>
            </a:pPr>
            <a:r>
              <a:rPr lang="en-AU" sz="1600" b="0" i="0" dirty="0">
                <a:solidFill>
                  <a:schemeClr val="tx1"/>
                </a:solidFill>
                <a:latin typeface="Arial"/>
                <a:cs typeface="Arial"/>
              </a:rPr>
              <a:t>This question connects to the content in the developing number sense activity (Activity 7)</a:t>
            </a:r>
          </a:p>
          <a:p>
            <a:pPr>
              <a:buFont typeface="Wingdings" panose="05000000000000000000" pitchFamily="2" charset="2"/>
              <a:defRPr/>
            </a:pPr>
            <a:endParaRPr lang="en-AU" dirty="0">
              <a:latin typeface="Arial"/>
              <a:cs typeface="Arial"/>
            </a:endParaRPr>
          </a:p>
          <a:p>
            <a:pPr>
              <a:defRPr/>
            </a:pPr>
            <a:r>
              <a:rPr lang="en-AU" b="1" dirty="0">
                <a:latin typeface="Arial"/>
                <a:cs typeface="Arial"/>
              </a:rPr>
              <a:t>Syllabus focus area:</a:t>
            </a:r>
            <a:endParaRPr lang="en-US" dirty="0">
              <a:solidFill>
                <a:srgbClr val="444444"/>
              </a:solidFill>
              <a:latin typeface="Arial"/>
              <a:cs typeface="Arial"/>
            </a:endParaRPr>
          </a:p>
          <a:p>
            <a:pPr>
              <a:defRPr/>
            </a:pPr>
            <a:r>
              <a:rPr lang="en-AU" dirty="0">
                <a:highlight>
                  <a:srgbClr val="FFFF00"/>
                </a:highlight>
                <a:latin typeface="Arial"/>
                <a:cs typeface="Arial"/>
              </a:rPr>
              <a:t>Representing numbers using place value B: Whole numbers</a:t>
            </a:r>
          </a:p>
        </p:txBody>
      </p:sp>
      <p:sp>
        <p:nvSpPr>
          <p:cNvPr id="4" name="Slide Number Placeholder 3">
            <a:extLst>
              <a:ext uri="{FF2B5EF4-FFF2-40B4-BE49-F238E27FC236}">
                <a16:creationId xmlns:a16="http://schemas.microsoft.com/office/drawing/2014/main" id="{CF66ABEE-F3BE-E1BA-B1D3-0327A7ADD536}"/>
              </a:ext>
            </a:extLst>
          </p:cNvPr>
          <p:cNvSpPr>
            <a:spLocks noGrp="1"/>
          </p:cNvSpPr>
          <p:nvPr>
            <p:ph type="sldNum" sz="quarter" idx="5"/>
          </p:nvPr>
        </p:nvSpPr>
        <p:spPr/>
        <p:txBody>
          <a:bodyPr/>
          <a:lstStyle/>
          <a:p>
            <a:fld id="{B07158C4-A119-4B78-9DE8-A50001BC31DC}" type="slidenum">
              <a:rPr lang="en-AU" smtClean="0"/>
              <a:pPr/>
              <a:t>47</a:t>
            </a:fld>
            <a:endParaRPr lang="en-AU"/>
          </a:p>
        </p:txBody>
      </p:sp>
    </p:spTree>
    <p:extLst>
      <p:ext uri="{BB962C8B-B14F-4D97-AF65-F5344CB8AC3E}">
        <p14:creationId xmlns:p14="http://schemas.microsoft.com/office/powerpoint/2010/main" val="3240176097"/>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33A993-1E03-2D88-D68D-39CA409296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F750E1-10B7-126F-B5BF-F813FF345CA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561C2FE-11E8-16C7-B7AD-CCC8AE9AA06C}"/>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dirty="0">
                <a:latin typeface="Arial"/>
                <a:cs typeface="Arial"/>
              </a:rPr>
              <a:t>Multiplicative relations B</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42C553AD-A391-D2C3-151E-CF15794588DC}"/>
              </a:ext>
            </a:extLst>
          </p:cNvPr>
          <p:cNvSpPr>
            <a:spLocks noGrp="1"/>
          </p:cNvSpPr>
          <p:nvPr>
            <p:ph type="sldNum" sz="quarter" idx="5"/>
          </p:nvPr>
        </p:nvSpPr>
        <p:spPr/>
        <p:txBody>
          <a:bodyPr/>
          <a:lstStyle/>
          <a:p>
            <a:fld id="{B07158C4-A119-4B78-9DE8-A50001BC31DC}" type="slidenum">
              <a:rPr lang="en-AU" smtClean="0"/>
              <a:pPr/>
              <a:t>48</a:t>
            </a:fld>
            <a:endParaRPr lang="en-AU"/>
          </a:p>
        </p:txBody>
      </p:sp>
    </p:spTree>
    <p:extLst>
      <p:ext uri="{BB962C8B-B14F-4D97-AF65-F5344CB8AC3E}">
        <p14:creationId xmlns:p14="http://schemas.microsoft.com/office/powerpoint/2010/main" val="1153520715"/>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4267C6-6600-129D-9A15-8C378BA602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A4C7E7-0661-46C6-F4A0-5CA82DE96F1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3F94BCB-7BF6-AF2A-5134-EEE9763A7925}"/>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dirty="0">
                <a:latin typeface="Arial"/>
                <a:cs typeface="Arial"/>
              </a:rPr>
              <a:t>Additive relations A:</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D2CAC20D-565A-DC93-F58C-5FDC1FE4EA5F}"/>
              </a:ext>
            </a:extLst>
          </p:cNvPr>
          <p:cNvSpPr>
            <a:spLocks noGrp="1"/>
          </p:cNvSpPr>
          <p:nvPr>
            <p:ph type="sldNum" sz="quarter" idx="5"/>
          </p:nvPr>
        </p:nvSpPr>
        <p:spPr/>
        <p:txBody>
          <a:bodyPr/>
          <a:lstStyle/>
          <a:p>
            <a:fld id="{B07158C4-A119-4B78-9DE8-A50001BC31DC}" type="slidenum">
              <a:rPr lang="en-AU" smtClean="0"/>
              <a:pPr/>
              <a:t>49</a:t>
            </a:fld>
            <a:endParaRPr lang="en-AU"/>
          </a:p>
        </p:txBody>
      </p:sp>
    </p:spTree>
    <p:extLst>
      <p:ext uri="{BB962C8B-B14F-4D97-AF65-F5344CB8AC3E}">
        <p14:creationId xmlns:p14="http://schemas.microsoft.com/office/powerpoint/2010/main" val="2080479604"/>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15F7D5-67F0-D6BC-4DF2-A9E6C7E586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815A4D-B93C-9B57-4221-C31FFE7EE1F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1195F2E-EBA7-A8F1-54D9-F5BC7C7D59FB}"/>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sz="1600" i="0" dirty="0">
                <a:solidFill>
                  <a:schemeClr val="tx1"/>
                </a:solidFill>
                <a:latin typeface="Arial"/>
                <a:cs typeface="Arial"/>
              </a:rPr>
              <a:t>Geometric Measure B</a:t>
            </a:r>
            <a:r>
              <a:rPr lang="en-AU" sz="1600" i="0">
                <a:solidFill>
                  <a:schemeClr val="tx1"/>
                </a:solidFill>
                <a:latin typeface="Arial"/>
                <a:cs typeface="Arial"/>
              </a:rPr>
              <a:t>: Angles</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5B70F96-4D2B-837C-B26B-E0E8158C2AD0}"/>
              </a:ext>
            </a:extLst>
          </p:cNvPr>
          <p:cNvSpPr>
            <a:spLocks noGrp="1"/>
          </p:cNvSpPr>
          <p:nvPr>
            <p:ph type="sldNum" sz="quarter" idx="5"/>
          </p:nvPr>
        </p:nvSpPr>
        <p:spPr/>
        <p:txBody>
          <a:bodyPr/>
          <a:lstStyle/>
          <a:p>
            <a:fld id="{B07158C4-A119-4B78-9DE8-A50001BC31DC}" type="slidenum">
              <a:rPr lang="en-AU" smtClean="0"/>
              <a:pPr/>
              <a:t>50</a:t>
            </a:fld>
            <a:endParaRPr lang="en-AU"/>
          </a:p>
        </p:txBody>
      </p:sp>
    </p:spTree>
    <p:extLst>
      <p:ext uri="{BB962C8B-B14F-4D97-AF65-F5344CB8AC3E}">
        <p14:creationId xmlns:p14="http://schemas.microsoft.com/office/powerpoint/2010/main" val="909892109"/>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7625F9-0FB4-1EDC-1758-FA2D84C069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D6E23D-8324-27B8-39AC-97FBE8567EB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190E2A5-C32B-F405-8BDD-E6F16211E2ED}"/>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dirty="0">
                <a:latin typeface="Arial"/>
                <a:cs typeface="Arial"/>
              </a:rPr>
              <a:t>Non-spatial measure A: Time</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79E08614-54B2-63B3-D9B4-7D7A56651530}"/>
              </a:ext>
            </a:extLst>
          </p:cNvPr>
          <p:cNvSpPr>
            <a:spLocks noGrp="1"/>
          </p:cNvSpPr>
          <p:nvPr>
            <p:ph type="sldNum" sz="quarter" idx="5"/>
          </p:nvPr>
        </p:nvSpPr>
        <p:spPr/>
        <p:txBody>
          <a:bodyPr/>
          <a:lstStyle/>
          <a:p>
            <a:fld id="{B07158C4-A119-4B78-9DE8-A50001BC31DC}" type="slidenum">
              <a:rPr lang="en-AU" smtClean="0"/>
              <a:pPr/>
              <a:t>51</a:t>
            </a:fld>
            <a:endParaRPr lang="en-AU"/>
          </a:p>
        </p:txBody>
      </p:sp>
    </p:spTree>
    <p:extLst>
      <p:ext uri="{BB962C8B-B14F-4D97-AF65-F5344CB8AC3E}">
        <p14:creationId xmlns:p14="http://schemas.microsoft.com/office/powerpoint/2010/main" val="3775172507"/>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This is a developing number sense activity. </a:t>
            </a:r>
          </a:p>
          <a:p>
            <a:endParaRPr lang="en-AU" dirty="0"/>
          </a:p>
          <a:p>
            <a:r>
              <a:rPr lang="en-AU" dirty="0"/>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dirty="0"/>
          </a:p>
          <a:p>
            <a:r>
              <a:rPr lang="en-AU" b="1" dirty="0"/>
              <a:t>Syllabus focus area:</a:t>
            </a:r>
          </a:p>
          <a:p>
            <a:r>
              <a:rPr lang="en-AU" sz="1600" b="0" kern="1200" dirty="0">
                <a:solidFill>
                  <a:schemeClr val="tx1"/>
                </a:solidFill>
                <a:effectLst/>
                <a:latin typeface="Arial" panose="020B0604020202020204" pitchFamily="34" charset="0"/>
                <a:ea typeface="+mn-ea"/>
                <a:cs typeface="Arial" panose="020B0604020202020204" pitchFamily="34" charset="0"/>
              </a:rPr>
              <a:t>Representing numbers using place value B</a:t>
            </a:r>
          </a:p>
          <a:p>
            <a:endParaRPr lang="en-AU" b="1" dirty="0"/>
          </a:p>
          <a:p>
            <a:r>
              <a:rPr lang="en-AU" b="1" dirty="0"/>
              <a:t>Activity title</a:t>
            </a:r>
          </a:p>
          <a:p>
            <a:r>
              <a:rPr lang="en-AU" b="0" dirty="0"/>
              <a:t>This resource corresponds to Resource X – ?? in Stage X Year A/B Unit X. </a:t>
            </a:r>
          </a:p>
          <a:p>
            <a:pPr marL="285750" indent="-285750">
              <a:buFont typeface="Arial,Sans-Serif"/>
              <a:buChar char="•"/>
              <a:defRPr/>
            </a:pPr>
            <a:endParaRPr lang="en-AU" dirty="0">
              <a:solidFill>
                <a:srgbClr val="22272B"/>
              </a:solidFill>
            </a:endParaRPr>
          </a:p>
          <a:p>
            <a:pPr marL="285750" indent="-285750">
              <a:buFont typeface="Arial,Sans-Serif"/>
              <a:buChar char="•"/>
              <a:defRPr/>
            </a:pPr>
            <a:r>
              <a:rPr lang="en-AU" dirty="0">
                <a:solidFill>
                  <a:srgbClr val="22272B"/>
                </a:solidFill>
              </a:rPr>
              <a:t>Divide students into small groups of 3 or 4 and provide a deck of number cards (0-9), a whiteboard and markers.</a:t>
            </a:r>
            <a:endParaRPr lang="en-US" dirty="0">
              <a:solidFill>
                <a:srgbClr val="22272B"/>
              </a:solidFill>
            </a:endParaRPr>
          </a:p>
          <a:p>
            <a:pPr marL="285750" indent="-285750">
              <a:buFont typeface="Arial,Sans-Serif"/>
              <a:buChar char="•"/>
              <a:defRPr/>
            </a:pPr>
            <a:r>
              <a:rPr lang="en-AU" dirty="0">
                <a:solidFill>
                  <a:srgbClr val="22272B"/>
                </a:solidFill>
              </a:rPr>
              <a:t>Shuffle the deck of number cards and place them face down in the centre of the group.</a:t>
            </a:r>
            <a:endParaRPr lang="en-US" dirty="0">
              <a:solidFill>
                <a:srgbClr val="22272B"/>
              </a:solidFill>
            </a:endParaRPr>
          </a:p>
          <a:p>
            <a:pPr marL="285750" indent="-285750">
              <a:buFont typeface="Arial,Sans-Serif"/>
              <a:buChar char="•"/>
              <a:defRPr/>
            </a:pPr>
            <a:r>
              <a:rPr lang="en-AU" dirty="0">
                <a:solidFill>
                  <a:srgbClr val="22272B"/>
                </a:solidFill>
              </a:rPr>
              <a:t>Set a timer for 10 minutes for the entire activity.</a:t>
            </a:r>
            <a:endParaRPr lang="en-US" dirty="0">
              <a:solidFill>
                <a:srgbClr val="22272B"/>
              </a:solidFill>
            </a:endParaRPr>
          </a:p>
          <a:p>
            <a:pPr marL="285750" indent="-285750">
              <a:buFont typeface="Arial,Sans-Serif"/>
              <a:buChar char="•"/>
              <a:defRPr/>
            </a:pPr>
            <a:r>
              <a:rPr lang="en-AU" dirty="0">
                <a:solidFill>
                  <a:srgbClr val="22272B"/>
                </a:solidFill>
                <a:latin typeface="Public Sans"/>
              </a:rPr>
              <a:t>Each player takes turns drawing a card from the deck and placing it face up in front of them.</a:t>
            </a:r>
            <a:endParaRPr lang="en-US" dirty="0">
              <a:solidFill>
                <a:srgbClr val="22272B"/>
              </a:solidFill>
              <a:latin typeface="Public Sans"/>
            </a:endParaRPr>
          </a:p>
          <a:p>
            <a:pPr marL="285750" indent="-285750">
              <a:buFont typeface="Arial,Sans-Serif"/>
              <a:buChar char="•"/>
              <a:defRPr/>
            </a:pPr>
            <a:r>
              <a:rPr lang="en-AU" dirty="0">
                <a:solidFill>
                  <a:srgbClr val="22272B"/>
                </a:solidFill>
                <a:latin typeface="Public Sans"/>
              </a:rPr>
              <a:t>After drawing a card, the player must decide where to place the digit in a number they are creating, with the goal of making the highest possible number up to tens of thousands.</a:t>
            </a:r>
            <a:endParaRPr lang="en-US" dirty="0">
              <a:solidFill>
                <a:srgbClr val="22272B"/>
              </a:solidFill>
              <a:latin typeface="Public Sans"/>
            </a:endParaRPr>
          </a:p>
          <a:p>
            <a:pPr marL="285750" indent="-285750">
              <a:buFont typeface="Arial,Sans-Serif"/>
              <a:buChar char="•"/>
              <a:defRPr/>
            </a:pPr>
            <a:r>
              <a:rPr lang="en-AU" dirty="0">
                <a:solidFill>
                  <a:srgbClr val="22272B"/>
                </a:solidFill>
                <a:latin typeface="Public Sans"/>
              </a:rPr>
              <a:t>Players can place a digit in one of the following positions: ten-thousands, thousands, hundreds, tens, or ones. Once placed, it cannot be moved.</a:t>
            </a:r>
            <a:endParaRPr lang="en-US" dirty="0">
              <a:solidFill>
                <a:srgbClr val="22272B"/>
              </a:solidFill>
              <a:latin typeface="Public Sans"/>
            </a:endParaRPr>
          </a:p>
          <a:p>
            <a:pPr marL="285750" indent="-285750">
              <a:buFont typeface="Arial,Sans-Serif"/>
              <a:buChar char="•"/>
              <a:defRPr/>
            </a:pPr>
            <a:r>
              <a:rPr lang="en-AU" dirty="0">
                <a:solidFill>
                  <a:srgbClr val="22272B"/>
                </a:solidFill>
                <a:latin typeface="Public Sans"/>
              </a:rPr>
              <a:t>If a player draws a zero, they must strategically decide where to place it, considering its role in the number.</a:t>
            </a:r>
            <a:endParaRPr lang="en-US" dirty="0">
              <a:solidFill>
                <a:srgbClr val="22272B"/>
              </a:solidFill>
              <a:latin typeface="Public Sans"/>
            </a:endParaRPr>
          </a:p>
          <a:p>
            <a:pPr marL="285750" indent="-285750">
              <a:buFont typeface="Arial,Sans-Serif"/>
              <a:buChar char="•"/>
              <a:defRPr/>
            </a:pPr>
            <a:r>
              <a:rPr lang="en-AU" dirty="0">
                <a:solidFill>
                  <a:srgbClr val="22272B"/>
                </a:solidFill>
                <a:latin typeface="Public Sans"/>
              </a:rPr>
              <a:t>Continue drawing and placing cards until each player has filled all five positions of their number.</a:t>
            </a:r>
            <a:endParaRPr lang="en-US" dirty="0">
              <a:solidFill>
                <a:srgbClr val="22272B"/>
              </a:solidFill>
              <a:latin typeface="Public Sans"/>
            </a:endParaRPr>
          </a:p>
          <a:p>
            <a:pPr marL="285750" indent="-285750">
              <a:buFont typeface="Arial,Sans-Serif"/>
              <a:buChar char="•"/>
              <a:defRPr/>
            </a:pPr>
            <a:r>
              <a:rPr lang="en-AU" dirty="0">
                <a:solidFill>
                  <a:srgbClr val="22272B"/>
                </a:solidFill>
                <a:latin typeface="Public Sans"/>
              </a:rPr>
              <a:t>Once all positions are filled, players reveal their numbers to the group.</a:t>
            </a:r>
            <a:endParaRPr lang="en-US" dirty="0">
              <a:solidFill>
                <a:srgbClr val="22272B"/>
              </a:solidFill>
              <a:latin typeface="Public Sans"/>
            </a:endParaRPr>
          </a:p>
          <a:p>
            <a:pPr marL="285750" indent="-285750">
              <a:buFont typeface="Arial,Sans-Serif"/>
              <a:buChar char="•"/>
              <a:defRPr/>
            </a:pPr>
            <a:r>
              <a:rPr lang="en-AU" dirty="0">
                <a:solidFill>
                  <a:srgbClr val="22272B"/>
                </a:solidFill>
                <a:latin typeface="Public Sans"/>
              </a:rPr>
              <a:t>The player with the highest number wins that round.</a:t>
            </a:r>
            <a:endParaRPr lang="en-US" dirty="0">
              <a:solidFill>
                <a:srgbClr val="22272B"/>
              </a:solidFill>
              <a:latin typeface="Public Sans"/>
            </a:endParaRPr>
          </a:p>
          <a:p>
            <a:pPr>
              <a:lnSpc>
                <a:spcPct val="150000"/>
              </a:lnSpc>
              <a:spcBef>
                <a:spcPct val="0"/>
              </a:spcBef>
              <a:spcAft>
                <a:spcPct val="0"/>
              </a:spcAft>
              <a:defRPr/>
            </a:pPr>
            <a:endParaRPr lang="en-AU" dirty="0">
              <a:solidFill>
                <a:srgbClr val="22272B"/>
              </a:solidFill>
            </a:endParaRPr>
          </a:p>
          <a:p>
            <a:pPr marL="0" marR="0" lvl="0" indent="0" algn="l" defTabSz="1219170">
              <a:lnSpc>
                <a:spcPct val="100000"/>
              </a:lnSpc>
              <a:spcBef>
                <a:spcPts val="0"/>
              </a:spcBef>
              <a:spcAft>
                <a:spcPts val="0"/>
              </a:spcAft>
              <a:buClrTx/>
              <a:buSzTx/>
              <a:buFontTx/>
              <a:buNone/>
              <a:tabLst/>
              <a:defRPr/>
            </a:pPr>
            <a:endParaRPr lang="en-AU" dirty="0"/>
          </a:p>
          <a:p>
            <a:pPr marL="0" indent="0">
              <a:buFont typeface="+mj-lt"/>
              <a:buNone/>
            </a:pPr>
            <a:endParaRPr lang="en-AU" dirty="0"/>
          </a:p>
          <a:p>
            <a:endParaRPr lang="en-AU"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07158C4-A119-4B78-9DE8-A50001BC31DC}" type="slidenum">
              <a:rPr kumimoji="0" lang="en-AU"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52</a:t>
            </a:fld>
            <a:endParaRPr kumimoji="0" lang="en-AU"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25592616"/>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42F317-3364-6231-8AEE-C5FF33E120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2BBFEF-D03E-AA3B-A2A8-4361146016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EB33587-4268-C522-FE25-34BEE041EE4A}"/>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9946D6C7-77F1-CF1E-B9CE-772F33F99BCA}"/>
              </a:ext>
            </a:extLst>
          </p:cNvPr>
          <p:cNvSpPr>
            <a:spLocks noGrp="1"/>
          </p:cNvSpPr>
          <p:nvPr>
            <p:ph type="sldNum" sz="quarter" idx="5"/>
          </p:nvPr>
        </p:nvSpPr>
        <p:spPr/>
        <p:txBody>
          <a:bodyPr/>
          <a:lstStyle/>
          <a:p>
            <a:fld id="{B07158C4-A119-4B78-9DE8-A50001BC31DC}" type="slidenum">
              <a:rPr lang="en-AU" smtClean="0"/>
              <a:pPr/>
              <a:t>53</a:t>
            </a:fld>
            <a:endParaRPr lang="en-AU"/>
          </a:p>
        </p:txBody>
      </p:sp>
    </p:spTree>
    <p:extLst>
      <p:ext uri="{BB962C8B-B14F-4D97-AF65-F5344CB8AC3E}">
        <p14:creationId xmlns:p14="http://schemas.microsoft.com/office/powerpoint/2010/main" val="255393042"/>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AF09C7-9EF0-30BA-87E1-D6AF0E164A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339073-7E68-EC8A-8A3D-D71BD9D9DCF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9013DB-9260-43A5-1F20-1F554DE03BF4}"/>
              </a:ext>
            </a:extLst>
          </p:cNvPr>
          <p:cNvSpPr>
            <a:spLocks noGrp="1"/>
          </p:cNvSpPr>
          <p:nvPr>
            <p:ph type="body" idx="1"/>
          </p:nvPr>
        </p:nvSpPr>
        <p:spPr/>
        <p:txBody>
          <a:bodyPr/>
          <a:lstStyle/>
          <a:p>
            <a:pPr marL="0" indent="0" algn="l">
              <a:buFont typeface="Wingdings" panose="05000000000000000000" pitchFamily="2" charset="2"/>
              <a:buNone/>
            </a:pPr>
            <a:r>
              <a:rPr lang="en-AU" sz="1600" b="0" i="0" dirty="0">
                <a:solidFill>
                  <a:schemeClr val="tx1"/>
                </a:solidFill>
                <a:latin typeface="Arial"/>
                <a:cs typeface="Arial"/>
              </a:rPr>
              <a:t>The question on this slide connects to the content being explored in the developing number sense activity (Activity 8)</a:t>
            </a:r>
          </a:p>
          <a:p>
            <a:pPr>
              <a:defRPr/>
            </a:pPr>
            <a:endParaRPr lang="en-AU" b="1" dirty="0">
              <a:latin typeface="Arial"/>
              <a:cs typeface="Arial"/>
            </a:endParaRPr>
          </a:p>
          <a:p>
            <a:pPr>
              <a:defRPr/>
            </a:pPr>
            <a:r>
              <a:rPr lang="en-AU" b="1" dirty="0">
                <a:latin typeface="Arial"/>
                <a:cs typeface="Arial"/>
              </a:rPr>
              <a:t>Syllabus focus area:</a:t>
            </a:r>
            <a:endParaRPr lang="en-US" dirty="0">
              <a:solidFill>
                <a:srgbClr val="444444"/>
              </a:solidFill>
              <a:latin typeface="Arial"/>
              <a:cs typeface="Arial"/>
            </a:endParaRPr>
          </a:p>
          <a:p>
            <a:pPr>
              <a:defRPr/>
            </a:pPr>
            <a:r>
              <a:rPr lang="en-AU" dirty="0">
                <a:latin typeface="Arial"/>
                <a:cs typeface="Arial"/>
              </a:rPr>
              <a:t>Multiplicative Relations A</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563542BF-7873-12F2-CA52-467C64AD3406}"/>
              </a:ext>
            </a:extLst>
          </p:cNvPr>
          <p:cNvSpPr>
            <a:spLocks noGrp="1"/>
          </p:cNvSpPr>
          <p:nvPr>
            <p:ph type="sldNum" sz="quarter" idx="5"/>
          </p:nvPr>
        </p:nvSpPr>
        <p:spPr/>
        <p:txBody>
          <a:bodyPr/>
          <a:lstStyle/>
          <a:p>
            <a:fld id="{B07158C4-A119-4B78-9DE8-A50001BC31DC}" type="slidenum">
              <a:rPr lang="en-AU" smtClean="0"/>
              <a:pPr/>
              <a:t>54</a:t>
            </a:fld>
            <a:endParaRPr lang="en-AU"/>
          </a:p>
        </p:txBody>
      </p:sp>
    </p:spTree>
    <p:extLst>
      <p:ext uri="{BB962C8B-B14F-4D97-AF65-F5344CB8AC3E}">
        <p14:creationId xmlns:p14="http://schemas.microsoft.com/office/powerpoint/2010/main" val="1182346736"/>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F44BF0-4FF1-036E-4A2B-1C3E4099EC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BE256E-6846-CC17-BB34-FA4EF65FF34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E944099-A3F4-08E3-E889-DE3740D7F876}"/>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dirty="0">
                <a:latin typeface="Arial"/>
                <a:cs typeface="Arial"/>
              </a:rPr>
              <a:t>Multiplicative relations A</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6D057D0-815E-46FE-671F-96E8CA565CEB}"/>
              </a:ext>
            </a:extLst>
          </p:cNvPr>
          <p:cNvSpPr>
            <a:spLocks noGrp="1"/>
          </p:cNvSpPr>
          <p:nvPr>
            <p:ph type="sldNum" sz="quarter" idx="5"/>
          </p:nvPr>
        </p:nvSpPr>
        <p:spPr/>
        <p:txBody>
          <a:bodyPr/>
          <a:lstStyle/>
          <a:p>
            <a:fld id="{B07158C4-A119-4B78-9DE8-A50001BC31DC}" type="slidenum">
              <a:rPr lang="en-AU" smtClean="0"/>
              <a:pPr/>
              <a:t>55</a:t>
            </a:fld>
            <a:endParaRPr lang="en-AU"/>
          </a:p>
        </p:txBody>
      </p:sp>
    </p:spTree>
    <p:extLst>
      <p:ext uri="{BB962C8B-B14F-4D97-AF65-F5344CB8AC3E}">
        <p14:creationId xmlns:p14="http://schemas.microsoft.com/office/powerpoint/2010/main" val="1460112192"/>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399A7E-601D-B217-99C4-FE98372AE4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18F7CC-0813-1EB4-3899-00043B698E3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6173D81-8131-41F7-E5D2-A718743F0216}"/>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dirty="0">
                <a:latin typeface="Arial"/>
                <a:cs typeface="Arial"/>
              </a:rPr>
              <a:t>Multiplicative relations A</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48526F28-86A3-8899-A53B-8E710CE7D4E7}"/>
              </a:ext>
            </a:extLst>
          </p:cNvPr>
          <p:cNvSpPr>
            <a:spLocks noGrp="1"/>
          </p:cNvSpPr>
          <p:nvPr>
            <p:ph type="sldNum" sz="quarter" idx="5"/>
          </p:nvPr>
        </p:nvSpPr>
        <p:spPr/>
        <p:txBody>
          <a:bodyPr/>
          <a:lstStyle/>
          <a:p>
            <a:fld id="{B07158C4-A119-4B78-9DE8-A50001BC31DC}" type="slidenum">
              <a:rPr lang="en-AU" smtClean="0"/>
              <a:pPr/>
              <a:t>56</a:t>
            </a:fld>
            <a:endParaRPr lang="en-AU"/>
          </a:p>
        </p:txBody>
      </p:sp>
    </p:spTree>
    <p:extLst>
      <p:ext uri="{BB962C8B-B14F-4D97-AF65-F5344CB8AC3E}">
        <p14:creationId xmlns:p14="http://schemas.microsoft.com/office/powerpoint/2010/main" val="1581145400"/>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939377-2907-3BBD-108B-DD487534AA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06FD2F-B33D-7099-B438-B12BAD22928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E0F68AC-1A84-3F75-4358-F96C471F3AE9}"/>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dirty="0">
                <a:latin typeface="Arial"/>
                <a:cs typeface="Arial"/>
              </a:rPr>
              <a:t>Non-spatial measure A: Time</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7B35F9B-B1C6-0A98-E12E-C2968DF42BFC}"/>
              </a:ext>
            </a:extLst>
          </p:cNvPr>
          <p:cNvSpPr>
            <a:spLocks noGrp="1"/>
          </p:cNvSpPr>
          <p:nvPr>
            <p:ph type="sldNum" sz="quarter" idx="5"/>
          </p:nvPr>
        </p:nvSpPr>
        <p:spPr/>
        <p:txBody>
          <a:bodyPr/>
          <a:lstStyle/>
          <a:p>
            <a:fld id="{B07158C4-A119-4B78-9DE8-A50001BC31DC}" type="slidenum">
              <a:rPr lang="en-AU" smtClean="0"/>
              <a:pPr/>
              <a:t>57</a:t>
            </a:fld>
            <a:endParaRPr lang="en-AU"/>
          </a:p>
        </p:txBody>
      </p:sp>
    </p:spTree>
    <p:extLst>
      <p:ext uri="{BB962C8B-B14F-4D97-AF65-F5344CB8AC3E}">
        <p14:creationId xmlns:p14="http://schemas.microsoft.com/office/powerpoint/2010/main" val="327813774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8DD36A-CE7B-347E-7CEE-779F36A558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8E6A57-CAC2-8726-654E-4A9B76F585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D745F70-34F1-B28B-2FD7-63AFA2193B42}"/>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dirty="0">
                <a:latin typeface="Arial"/>
                <a:cs typeface="Arial"/>
              </a:rPr>
              <a:t>Two-dimensional spatial structure A: 2D shape</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D7D4E9E5-FBA0-8012-41E7-84518A8FA12F}"/>
              </a:ext>
            </a:extLst>
          </p:cNvPr>
          <p:cNvSpPr>
            <a:spLocks noGrp="1"/>
          </p:cNvSpPr>
          <p:nvPr>
            <p:ph type="sldNum" sz="quarter" idx="5"/>
          </p:nvPr>
        </p:nvSpPr>
        <p:spPr/>
        <p:txBody>
          <a:bodyPr/>
          <a:lstStyle/>
          <a:p>
            <a:fld id="{B07158C4-A119-4B78-9DE8-A50001BC31DC}" type="slidenum">
              <a:rPr lang="en-AU" smtClean="0"/>
              <a:pPr/>
              <a:t>58</a:t>
            </a:fld>
            <a:endParaRPr lang="en-AU"/>
          </a:p>
        </p:txBody>
      </p:sp>
    </p:spTree>
    <p:extLst>
      <p:ext uri="{BB962C8B-B14F-4D97-AF65-F5344CB8AC3E}">
        <p14:creationId xmlns:p14="http://schemas.microsoft.com/office/powerpoint/2010/main" val="3961200548"/>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This is a developing number sense activity. </a:t>
            </a:r>
          </a:p>
          <a:p>
            <a:endParaRPr lang="en-AU" dirty="0"/>
          </a:p>
          <a:p>
            <a:r>
              <a:rPr lang="en-AU" dirty="0"/>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dirty="0"/>
          </a:p>
          <a:p>
            <a:r>
              <a:rPr lang="en-AU" b="1" dirty="0"/>
              <a:t>Syllabus focus area:</a:t>
            </a:r>
          </a:p>
          <a:p>
            <a:r>
              <a:rPr lang="en-AU" dirty="0"/>
              <a:t>Multiplicative Relations A</a:t>
            </a:r>
          </a:p>
          <a:p>
            <a:endParaRPr lang="en-AU" dirty="0"/>
          </a:p>
          <a:p>
            <a:r>
              <a:rPr lang="en-AU" b="1" dirty="0"/>
              <a:t>Activity title</a:t>
            </a:r>
          </a:p>
          <a:p>
            <a:r>
              <a:rPr lang="en-AU" b="0" dirty="0"/>
              <a:t>This resource corresponds to Resource 23 – array bingo cards and Resource 24 – array descriptor cards in Stage 2 Year B Unit 21. </a:t>
            </a:r>
          </a:p>
          <a:p>
            <a:pPr marL="0" lvl="3"/>
            <a:endParaRPr lang="en-AU" dirty="0">
              <a:latin typeface="Public Sans"/>
            </a:endParaRPr>
          </a:p>
          <a:p>
            <a:pPr marL="0" lvl="3"/>
            <a:r>
              <a:rPr lang="en-AU" dirty="0">
                <a:latin typeface="Public Sans"/>
              </a:rPr>
              <a:t>Give pairs of students </a:t>
            </a:r>
            <a:r>
              <a:rPr lang="en-AU" sz="1600" u="none" kern="1200" dirty="0">
                <a:solidFill>
                  <a:schemeClr val="tx1"/>
                </a:solidFill>
                <a:latin typeface="Public Sans"/>
                <a:ea typeface="+mn-ea"/>
                <a:cs typeface="Arial" panose="020B0604020202020204" pitchFamily="34" charset="0"/>
              </a:rPr>
              <a:t>Resource 23 – array bingo cards </a:t>
            </a:r>
            <a:r>
              <a:rPr lang="en-AU" dirty="0">
                <a:latin typeface="Public Sans"/>
              </a:rPr>
              <a:t>and </a:t>
            </a:r>
            <a:r>
              <a:rPr lang="en-AU" sz="1600" u="none" kern="1200" dirty="0">
                <a:solidFill>
                  <a:schemeClr val="tx1"/>
                </a:solidFill>
                <a:latin typeface="Public Sans"/>
                <a:ea typeface="+mn-ea"/>
                <a:cs typeface="Arial" panose="020B0604020202020204" pitchFamily="34" charset="0"/>
              </a:rPr>
              <a:t>Resource 24 – array descriptor cards. </a:t>
            </a:r>
            <a:endParaRPr lang="en-US" dirty="0">
              <a:latin typeface="Public Sans"/>
            </a:endParaRPr>
          </a:p>
          <a:p>
            <a:pPr marL="285750" indent="-285750">
              <a:buFont typeface="Arial"/>
              <a:buChar char="•"/>
            </a:pPr>
            <a:r>
              <a:rPr lang="en-AU" dirty="0"/>
              <a:t>Each player creates a gameboard using 6 dotted array cards, setting aside any remaining array cards.</a:t>
            </a:r>
            <a:endParaRPr lang="en-US" dirty="0"/>
          </a:p>
          <a:p>
            <a:pPr marL="285750" indent="-285750">
              <a:buFont typeface="Arial"/>
              <a:buChar char="•"/>
            </a:pPr>
            <a:r>
              <a:rPr lang="en-AU" dirty="0"/>
              <a:t>Students place the descriptor cards in a pile facing down.</a:t>
            </a:r>
            <a:endParaRPr lang="en-US" dirty="0"/>
          </a:p>
          <a:p>
            <a:pPr marL="285750" indent="-285750">
              <a:buFont typeface="Arial"/>
              <a:buChar char="•"/>
            </a:pPr>
            <a:r>
              <a:rPr lang="en-AU" dirty="0"/>
              <a:t>Players take turns to pick up a descriptor card and check if they have the matching array card. If they do, they can turn the array card face down. If both players have the matching array card, they can both turn their matching array card face down.</a:t>
            </a:r>
            <a:endParaRPr lang="en-US" dirty="0"/>
          </a:p>
          <a:p>
            <a:pPr marL="285750" indent="-285750">
              <a:buFont typeface="Arial"/>
              <a:buChar char="•"/>
            </a:pPr>
            <a:r>
              <a:rPr lang="en-AU" dirty="0"/>
              <a:t>Students can use the commutative property to rotate and rename the arrays. For example, 3 twos can be rotated to show 2 threes.</a:t>
            </a:r>
            <a:endParaRPr lang="en-US" dirty="0"/>
          </a:p>
          <a:p>
            <a:pPr marL="285750" indent="-285750">
              <a:buFont typeface="Arial"/>
              <a:buChar char="•"/>
            </a:pPr>
            <a:r>
              <a:rPr lang="en-AU" dirty="0">
                <a:latin typeface="Public Sans"/>
              </a:rPr>
              <a:t>If neither player has the matching array card, turn over the next descriptor card in the pile.</a:t>
            </a:r>
            <a:endParaRPr lang="en-US" dirty="0">
              <a:latin typeface="Public Sans"/>
            </a:endParaRPr>
          </a:p>
          <a:p>
            <a:pPr marL="285750" indent="-285750">
              <a:buFont typeface="Arial"/>
              <a:buChar char="•"/>
            </a:pPr>
            <a:r>
              <a:rPr lang="en-AU" dirty="0">
                <a:latin typeface="Public Sans"/>
              </a:rPr>
              <a:t>The winner is the first player to turn all their array cards face down and say ‘Bingo!’</a:t>
            </a:r>
            <a:endParaRPr lang="en-US" dirty="0">
              <a:latin typeface="Public Sans"/>
            </a:endParaRPr>
          </a:p>
          <a:p>
            <a:endParaRPr lang="en-US" dirty="0">
              <a:latin typeface="Calibri"/>
              <a:ea typeface="Calibri"/>
              <a:cs typeface="Calibri"/>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07158C4-A119-4B78-9DE8-A50001BC31DC}" type="slidenum">
              <a:rPr kumimoji="0" lang="en-AU"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59</a:t>
            </a:fld>
            <a:endParaRPr kumimoji="0" lang="en-AU"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81469567"/>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60</a:t>
            </a:fld>
            <a:endParaRPr lang="en-AU"/>
          </a:p>
        </p:txBody>
      </p:sp>
    </p:spTree>
    <p:extLst>
      <p:ext uri="{BB962C8B-B14F-4D97-AF65-F5344CB8AC3E}">
        <p14:creationId xmlns:p14="http://schemas.microsoft.com/office/powerpoint/2010/main" val="2707158165"/>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61</a:t>
            </a:fld>
            <a:endParaRPr lang="en-AU"/>
          </a:p>
        </p:txBody>
      </p:sp>
    </p:spTree>
    <p:extLst>
      <p:ext uri="{BB962C8B-B14F-4D97-AF65-F5344CB8AC3E}">
        <p14:creationId xmlns:p14="http://schemas.microsoft.com/office/powerpoint/2010/main" val="1688771064"/>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62</a:t>
            </a:fld>
            <a:endParaRPr lang="en-AU"/>
          </a:p>
        </p:txBody>
      </p:sp>
    </p:spTree>
    <p:extLst>
      <p:ext uri="{BB962C8B-B14F-4D97-AF65-F5344CB8AC3E}">
        <p14:creationId xmlns:p14="http://schemas.microsoft.com/office/powerpoint/2010/main" val="3711727428"/>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63</a:t>
            </a:fld>
            <a:endParaRPr lang="en-AU"/>
          </a:p>
        </p:txBody>
      </p:sp>
    </p:spTree>
    <p:extLst>
      <p:ext uri="{BB962C8B-B14F-4D97-AF65-F5344CB8AC3E}">
        <p14:creationId xmlns:p14="http://schemas.microsoft.com/office/powerpoint/2010/main" val="233346748"/>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AU"/>
              <a:t>Use the arrows to navigate between related activities.</a:t>
            </a:r>
          </a:p>
          <a:p>
            <a:pPr marL="0" marR="0" lvl="0" indent="0" algn="l" defTabSz="1219170" rtl="0" eaLnBrk="1" fontAlgn="auto" latinLnBrk="0" hangingPunct="1">
              <a:lnSpc>
                <a:spcPct val="100000"/>
              </a:lnSpc>
              <a:spcBef>
                <a:spcPts val="0"/>
              </a:spcBef>
              <a:spcAft>
                <a:spcPts val="0"/>
              </a:spcAft>
              <a:buClrTx/>
              <a:buSzTx/>
              <a:buFontTx/>
              <a:buNone/>
              <a:tabLst/>
              <a:defRPr/>
            </a:pPr>
            <a:endParaRPr lang="en-AU"/>
          </a:p>
          <a:p>
            <a:pPr marL="0" marR="0" lvl="0" indent="0" algn="l" defTabSz="1219170" rtl="0" eaLnBrk="1" fontAlgn="auto" latinLnBrk="0" hangingPunct="1">
              <a:lnSpc>
                <a:spcPct val="100000"/>
              </a:lnSpc>
              <a:spcBef>
                <a:spcPts val="0"/>
              </a:spcBef>
              <a:spcAft>
                <a:spcPts val="0"/>
              </a:spcAft>
              <a:buClrTx/>
              <a:buSzTx/>
              <a:buFontTx/>
              <a:buNone/>
              <a:tabLst/>
              <a:defRPr/>
            </a:pPr>
            <a:r>
              <a:rPr lang="en-AU"/>
              <a:t>Hyperlink each arrow to compare between related slides.</a:t>
            </a:r>
          </a:p>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64</a:t>
            </a:fld>
            <a:endParaRPr lang="en-AU"/>
          </a:p>
        </p:txBody>
      </p:sp>
    </p:spTree>
    <p:extLst>
      <p:ext uri="{BB962C8B-B14F-4D97-AF65-F5344CB8AC3E}">
        <p14:creationId xmlns:p14="http://schemas.microsoft.com/office/powerpoint/2010/main" val="1474584797"/>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7A3FC8-7C27-ADA4-A03B-5E48C1C148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3F9E58-3C51-C638-D2A9-0DC09233C53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C9681D0-1819-E9EE-FB6C-BDEED94D6951}"/>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panose="020B0604020202020204" pitchFamily="34" charset="0"/>
                <a:cs typeface="Arial" panose="020B0604020202020204" pitchFamily="34" charset="0"/>
              </a:rPr>
              <a:t>This question connects to the content in the developing number sense activity (Activity 1)</a:t>
            </a: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0" i="0">
                <a:solidFill>
                  <a:schemeClr val="tx1"/>
                </a:solidFill>
                <a:latin typeface="Arial" panose="020B0604020202020204" pitchFamily="34" charset="0"/>
                <a:cs typeface="Arial" panose="020B0604020202020204" pitchFamily="34" charset="0"/>
              </a:rPr>
              <a:t>This question can:</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285750" indent="-285750" algn="l">
              <a:buFont typeface="Wingdings" panose="05000000000000000000" pitchFamily="2" charset="2"/>
              <a:buChar char="ü"/>
            </a:pPr>
            <a:r>
              <a:rPr lang="en-AU" sz="1600" b="0" i="0">
                <a:solidFill>
                  <a:schemeClr val="tx1"/>
                </a:solidFill>
                <a:latin typeface="Arial" panose="020B0604020202020204" pitchFamily="34" charset="0"/>
                <a:cs typeface="Arial" panose="020B0604020202020204" pitchFamily="34" charset="0"/>
              </a:rPr>
              <a:t>support spaced and interleaved practice</a:t>
            </a:r>
          </a:p>
          <a:p>
            <a:pPr marL="285750" indent="-285750" algn="l">
              <a:buFont typeface="Wingdings" panose="05000000000000000000" pitchFamily="2" charset="2"/>
              <a:buChar char="ü"/>
            </a:pPr>
            <a:r>
              <a:rPr lang="en-AU" sz="1600" b="0" i="0">
                <a:solidFill>
                  <a:schemeClr val="tx1"/>
                </a:solidFill>
                <a:latin typeface="Arial" panose="020B0604020202020204" pitchFamily="34" charset="0"/>
                <a:cs typeface="Arial" panose="020B0604020202020204" pitchFamily="34" charset="0"/>
              </a:rPr>
              <a:t>help identify and address common misconceptions </a:t>
            </a:r>
          </a:p>
          <a:p>
            <a:pPr marL="285750" indent="-285750" algn="l">
              <a:buFont typeface="Wingdings" panose="05000000000000000000" pitchFamily="2" charset="2"/>
              <a:buChar char="ü"/>
            </a:pPr>
            <a:r>
              <a:rPr lang="en-AU" sz="1600" b="0" i="0">
                <a:solidFill>
                  <a:schemeClr val="tx1"/>
                </a:solidFill>
                <a:latin typeface="Arial" panose="020B0604020202020204" pitchFamily="34" charset="0"/>
                <a:cs typeface="Arial" panose="020B0604020202020204" pitchFamily="34" charset="0"/>
              </a:rPr>
              <a:t>support active recall and immediate feedback</a:t>
            </a:r>
          </a:p>
          <a:p>
            <a:pPr marL="285750" indent="-285750" algn="l">
              <a:buFont typeface="Wingdings" panose="05000000000000000000" pitchFamily="2" charset="2"/>
              <a:buChar char="ü"/>
            </a:pPr>
            <a:r>
              <a:rPr lang="en-AU" sz="1600" b="0" i="0">
                <a:solidFill>
                  <a:schemeClr val="tx1"/>
                </a:solidFill>
                <a:latin typeface="Arial" panose="020B0604020202020204" pitchFamily="34" charset="0"/>
                <a:cs typeface="Arial" panose="020B0604020202020204" pitchFamily="34" charset="0"/>
              </a:rPr>
              <a:t>support whole class participation</a:t>
            </a:r>
          </a:p>
          <a:p>
            <a:pPr marL="285750" indent="-285750" algn="l">
              <a:buFont typeface="Wingdings" panose="05000000000000000000" pitchFamily="2" charset="2"/>
              <a:buChar char="ü"/>
            </a:pPr>
            <a:r>
              <a:rPr lang="en-AU" sz="1600" b="0" i="0">
                <a:solidFill>
                  <a:schemeClr val="tx1"/>
                </a:solidFill>
                <a:latin typeface="Arial" panose="020B0604020202020204" pitchFamily="34" charset="0"/>
                <a:cs typeface="Arial" panose="020B0604020202020204" pitchFamily="34" charset="0"/>
              </a:rPr>
              <a:t>identify areas requiring reteach</a:t>
            </a:r>
          </a:p>
          <a:p>
            <a:pPr>
              <a:lnSpc>
                <a:spcPct val="150000"/>
              </a:lnSpc>
              <a:spcBef>
                <a:spcPts val="1200"/>
              </a:spcBef>
              <a:spcAft>
                <a:spcPts val="600"/>
              </a:spcAft>
            </a:pPr>
            <a:endParaRPr lang="en-AU" sz="1600" b="0">
              <a:effectLst/>
              <a:latin typeface="Arial" panose="020B0604020202020204" pitchFamily="34" charset="0"/>
              <a:ea typeface="Calibri" panose="020F0502020204030204" pitchFamily="34" charset="0"/>
              <a:cs typeface="Arial" panose="020B0604020202020204" pitchFamily="34" charset="0"/>
            </a:endParaRPr>
          </a:p>
          <a:p>
            <a:pPr marL="0" marR="0" lvl="0" indent="0" algn="l" defTabSz="1219170" rtl="0" eaLnBrk="1" fontAlgn="auto" latinLnBrk="0" hangingPunct="1">
              <a:lnSpc>
                <a:spcPct val="150000"/>
              </a:lnSpc>
              <a:spcBef>
                <a:spcPts val="1200"/>
              </a:spcBef>
              <a:spcAft>
                <a:spcPts val="600"/>
              </a:spcAft>
              <a:buClrTx/>
              <a:buSzTx/>
              <a:buFontTx/>
              <a:buNone/>
              <a:tabLst/>
              <a:defRPr/>
            </a:pPr>
            <a:r>
              <a:rPr lang="en-AU" sz="1600" b="1" i="0">
                <a:solidFill>
                  <a:schemeClr val="tx1"/>
                </a:solidFill>
                <a:latin typeface="Arial" panose="020B0604020202020204" pitchFamily="34" charset="0"/>
                <a:cs typeface="Arial" panose="020B0604020202020204" pitchFamily="34" charset="0"/>
              </a:rPr>
              <a:t>Teachers are encouraged to adapt and contextualise for their contexts.</a:t>
            </a:r>
          </a:p>
        </p:txBody>
      </p:sp>
      <p:sp>
        <p:nvSpPr>
          <p:cNvPr id="4" name="Slide Number Placeholder 3">
            <a:extLst>
              <a:ext uri="{FF2B5EF4-FFF2-40B4-BE49-F238E27FC236}">
                <a16:creationId xmlns:a16="http://schemas.microsoft.com/office/drawing/2014/main" id="{53E40460-08D8-1BDD-6B68-F7DFB23337A6}"/>
              </a:ext>
            </a:extLst>
          </p:cNvPr>
          <p:cNvSpPr>
            <a:spLocks noGrp="1"/>
          </p:cNvSpPr>
          <p:nvPr>
            <p:ph type="sldNum" sz="quarter" idx="5"/>
          </p:nvPr>
        </p:nvSpPr>
        <p:spPr/>
        <p:txBody>
          <a:bodyPr/>
          <a:lstStyle/>
          <a:p>
            <a:fld id="{B07158C4-A119-4B78-9DE8-A50001BC31DC}" type="slidenum">
              <a:rPr lang="en-AU" smtClean="0"/>
              <a:pPr/>
              <a:t>65</a:t>
            </a:fld>
            <a:endParaRPr lang="en-AU"/>
          </a:p>
        </p:txBody>
      </p:sp>
    </p:spTree>
    <p:extLst>
      <p:ext uri="{BB962C8B-B14F-4D97-AF65-F5344CB8AC3E}">
        <p14:creationId xmlns:p14="http://schemas.microsoft.com/office/powerpoint/2010/main" val="1154443820"/>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737D30-8C3C-1F9B-1235-EED776AA1E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0F2E79-EC8B-85C4-64A1-B9824B5777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2281569-AF22-80CB-50D8-8C75DD350298}"/>
              </a:ext>
            </a:extLst>
          </p:cNvPr>
          <p:cNvSpPr>
            <a:spLocks noGrp="1"/>
          </p:cNvSpPr>
          <p:nvPr>
            <p:ph type="body" idx="1"/>
          </p:nvPr>
        </p:nvSpPr>
        <p:spPr/>
        <p:txBody>
          <a:bodyPr/>
          <a:lstStyle/>
          <a:p>
            <a:r>
              <a:rPr lang="en-AU" sz="1600" b="0" i="0">
                <a:solidFill>
                  <a:schemeClr val="tx1"/>
                </a:solidFill>
                <a:latin typeface="Arial"/>
                <a:cs typeface="Arial"/>
              </a:rPr>
              <a:t>This question connects to the content in the developing number sense activity (Activity 1)</a:t>
            </a:r>
            <a:br>
              <a:rPr lang="en-AU">
                <a:latin typeface="Arial"/>
                <a:cs typeface="Arial"/>
              </a:rPr>
            </a:br>
            <a:br>
              <a:rPr lang="en-AU"/>
            </a:br>
            <a:r>
              <a:rPr lang="en-AU" b="1"/>
              <a:t>Syllabus focus area:</a:t>
            </a:r>
            <a:endParaRPr lang="en-US">
              <a:solidFill>
                <a:srgbClr val="444444"/>
              </a:solidFill>
            </a:endParaRPr>
          </a:p>
          <a:p>
            <a:r>
              <a:rPr lang="en-AU"/>
              <a:t>Multiplicative relations A</a:t>
            </a: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0" i="0">
                <a:solidFill>
                  <a:schemeClr val="tx1"/>
                </a:solidFill>
                <a:latin typeface="Arial" panose="020B0604020202020204" pitchFamily="34" charset="0"/>
                <a:cs typeface="Arial" panose="020B0604020202020204" pitchFamily="34" charset="0"/>
              </a:rPr>
              <a:t>This question can:</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285750" indent="-285750" algn="l">
              <a:buFont typeface="Wingdings" panose="05000000000000000000" pitchFamily="2" charset="2"/>
              <a:buChar char="ü"/>
            </a:pPr>
            <a:r>
              <a:rPr lang="en-AU" sz="1600" b="0" i="0">
                <a:solidFill>
                  <a:schemeClr val="tx1"/>
                </a:solidFill>
                <a:latin typeface="Arial" panose="020B0604020202020204" pitchFamily="34" charset="0"/>
                <a:cs typeface="Arial" panose="020B0604020202020204" pitchFamily="34" charset="0"/>
              </a:rPr>
              <a:t>support spaced and interleaved practice</a:t>
            </a:r>
          </a:p>
          <a:p>
            <a:pPr marL="285750" indent="-285750" algn="l">
              <a:buFont typeface="Wingdings" panose="05000000000000000000" pitchFamily="2" charset="2"/>
              <a:buChar char="ü"/>
            </a:pPr>
            <a:r>
              <a:rPr lang="en-AU" sz="1600" b="0" i="0">
                <a:solidFill>
                  <a:schemeClr val="tx1"/>
                </a:solidFill>
                <a:latin typeface="Arial" panose="020B0604020202020204" pitchFamily="34" charset="0"/>
                <a:cs typeface="Arial" panose="020B0604020202020204" pitchFamily="34" charset="0"/>
              </a:rPr>
              <a:t>help identify and address common misconceptions </a:t>
            </a:r>
          </a:p>
          <a:p>
            <a:pPr marL="285750" indent="-285750" algn="l">
              <a:buFont typeface="Wingdings" panose="05000000000000000000" pitchFamily="2" charset="2"/>
              <a:buChar char="ü"/>
            </a:pPr>
            <a:r>
              <a:rPr lang="en-AU" sz="1600" b="0" i="0">
                <a:solidFill>
                  <a:schemeClr val="tx1"/>
                </a:solidFill>
                <a:latin typeface="Arial" panose="020B0604020202020204" pitchFamily="34" charset="0"/>
                <a:cs typeface="Arial" panose="020B0604020202020204" pitchFamily="34" charset="0"/>
              </a:rPr>
              <a:t>support active recall and immediate feedback</a:t>
            </a:r>
          </a:p>
          <a:p>
            <a:pPr marL="285750" indent="-285750" algn="l">
              <a:buFont typeface="Wingdings" panose="05000000000000000000" pitchFamily="2" charset="2"/>
              <a:buChar char="ü"/>
            </a:pPr>
            <a:r>
              <a:rPr lang="en-AU" sz="1600" b="0" i="0">
                <a:solidFill>
                  <a:schemeClr val="tx1"/>
                </a:solidFill>
                <a:latin typeface="Arial" panose="020B0604020202020204" pitchFamily="34" charset="0"/>
                <a:cs typeface="Arial" panose="020B0604020202020204" pitchFamily="34" charset="0"/>
              </a:rPr>
              <a:t>support whole class participation</a:t>
            </a:r>
          </a:p>
          <a:p>
            <a:pPr marL="285750" indent="-285750" algn="l">
              <a:buFont typeface="Wingdings" panose="05000000000000000000" pitchFamily="2" charset="2"/>
              <a:buChar char="ü"/>
            </a:pPr>
            <a:r>
              <a:rPr lang="en-AU" sz="1600" b="0" i="0">
                <a:solidFill>
                  <a:schemeClr val="tx1"/>
                </a:solidFill>
                <a:latin typeface="Arial" panose="020B0604020202020204" pitchFamily="34" charset="0"/>
                <a:cs typeface="Arial" panose="020B0604020202020204" pitchFamily="34" charset="0"/>
              </a:rPr>
              <a:t>identify areas requiring reteach</a:t>
            </a:r>
          </a:p>
          <a:p>
            <a:pPr>
              <a:lnSpc>
                <a:spcPct val="150000"/>
              </a:lnSpc>
              <a:spcBef>
                <a:spcPts val="1200"/>
              </a:spcBef>
              <a:spcAft>
                <a:spcPts val="600"/>
              </a:spcAft>
            </a:pPr>
            <a:endParaRPr lang="en-AU" sz="1600" b="0">
              <a:effectLst/>
              <a:latin typeface="Arial" panose="020B0604020202020204" pitchFamily="34" charset="0"/>
              <a:ea typeface="Calibri" panose="020F0502020204030204" pitchFamily="34" charset="0"/>
              <a:cs typeface="Arial" panose="020B0604020202020204" pitchFamily="34" charset="0"/>
            </a:endParaRPr>
          </a:p>
          <a:p>
            <a:pPr marL="0" marR="0" lvl="0" indent="0" algn="l" defTabSz="1219170" rtl="0" eaLnBrk="1" fontAlgn="auto" latinLnBrk="0" hangingPunct="1">
              <a:lnSpc>
                <a:spcPct val="150000"/>
              </a:lnSpc>
              <a:spcBef>
                <a:spcPts val="1200"/>
              </a:spcBef>
              <a:spcAft>
                <a:spcPts val="600"/>
              </a:spcAft>
              <a:buClrTx/>
              <a:buSzTx/>
              <a:buFontTx/>
              <a:buNone/>
              <a:tabLst/>
              <a:defRPr/>
            </a:pPr>
            <a:r>
              <a:rPr lang="en-AU" sz="1600" b="1" i="0">
                <a:solidFill>
                  <a:schemeClr val="tx1"/>
                </a:solidFill>
                <a:latin typeface="Arial" panose="020B0604020202020204" pitchFamily="34" charset="0"/>
                <a:cs typeface="Arial" panose="020B0604020202020204" pitchFamily="34" charset="0"/>
              </a:rPr>
              <a:t>Teachers are encouraged to adapt and contextualise for their contexts.</a:t>
            </a:r>
            <a:endParaRPr lang="en-AU" b="1">
              <a:effectLst/>
              <a:ea typeface="Calibri" panose="020F0502020204030204" pitchFamily="34" charset="0"/>
              <a:cs typeface="Arial"/>
            </a:endParaRPr>
          </a:p>
          <a:p>
            <a:endParaRPr lang="en-US"/>
          </a:p>
        </p:txBody>
      </p:sp>
      <p:sp>
        <p:nvSpPr>
          <p:cNvPr id="4" name="Slide Number Placeholder 3">
            <a:extLst>
              <a:ext uri="{FF2B5EF4-FFF2-40B4-BE49-F238E27FC236}">
                <a16:creationId xmlns:a16="http://schemas.microsoft.com/office/drawing/2014/main" id="{49558E46-6CF2-2491-6CB7-1B34BC401650}"/>
              </a:ext>
            </a:extLst>
          </p:cNvPr>
          <p:cNvSpPr>
            <a:spLocks noGrp="1"/>
          </p:cNvSpPr>
          <p:nvPr>
            <p:ph type="sldNum" sz="quarter" idx="5"/>
          </p:nvPr>
        </p:nvSpPr>
        <p:spPr/>
        <p:txBody>
          <a:bodyPr/>
          <a:lstStyle/>
          <a:p>
            <a:fld id="{B07158C4-A119-4B78-9DE8-A50001BC31DC}" type="slidenum">
              <a:rPr lang="en-AU" smtClean="0"/>
              <a:pPr/>
              <a:t>66</a:t>
            </a:fld>
            <a:endParaRPr lang="en-AU"/>
          </a:p>
        </p:txBody>
      </p:sp>
    </p:spTree>
    <p:extLst>
      <p:ext uri="{BB962C8B-B14F-4D97-AF65-F5344CB8AC3E}">
        <p14:creationId xmlns:p14="http://schemas.microsoft.com/office/powerpoint/2010/main" val="1036389574"/>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B07158C4-A119-4B78-9DE8-A50001BC31DC}" type="slidenum">
              <a:rPr lang="en-AU" smtClean="0"/>
              <a:pPr/>
              <a:t>69</a:t>
            </a:fld>
            <a:endParaRPr lang="en-AU"/>
          </a:p>
        </p:txBody>
      </p:sp>
    </p:spTree>
    <p:extLst>
      <p:ext uri="{BB962C8B-B14F-4D97-AF65-F5344CB8AC3E}">
        <p14:creationId xmlns:p14="http://schemas.microsoft.com/office/powerpoint/2010/main" val="308464352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EA17B1F9-1883-FB0F-19DA-8B4A4053535B}"/>
              </a:ext>
            </a:extLst>
          </p:cNvPr>
          <p:cNvSpPr/>
          <p:nvPr userDrawn="1"/>
        </p:nvSpPr>
        <p:spPr>
          <a:xfrm>
            <a:off x="7128000" y="0"/>
            <a:ext cx="5064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 name="Rectangle 5">
            <a:extLst>
              <a:ext uri="{FF2B5EF4-FFF2-40B4-BE49-F238E27FC236}">
                <a16:creationId xmlns:a16="http://schemas.microsoft.com/office/drawing/2014/main" id="{6E6ACE4A-E374-4533-BE29-9C2AA078581F}"/>
              </a:ext>
              <a:ext uri="{C183D7F6-B498-43B3-948B-1728B52AA6E4}">
                <adec:decorative xmlns:adec="http://schemas.microsoft.com/office/drawing/2017/decorative" val="1"/>
              </a:ext>
            </a:extLst>
          </p:cNvPr>
          <p:cNvSpPr/>
          <p:nvPr userDrawn="1"/>
        </p:nvSpPr>
        <p:spPr>
          <a:xfrm>
            <a:off x="0" y="0"/>
            <a:ext cx="7128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solidFill>
                <a:schemeClr val="bg1"/>
              </a:solidFill>
              <a:latin typeface="Public Sans" pitchFamily="2" charset="0"/>
            </a:endParaRPr>
          </a:p>
        </p:txBody>
      </p:sp>
      <p:cxnSp>
        <p:nvCxnSpPr>
          <p:cNvPr id="8" name="Straight Connector 7">
            <a:extLst>
              <a:ext uri="{FF2B5EF4-FFF2-40B4-BE49-F238E27FC236}">
                <a16:creationId xmlns:a16="http://schemas.microsoft.com/office/drawing/2014/main" id="{1379E5D7-4594-7BEA-DCDE-7C07259A2A00}"/>
              </a:ext>
              <a:ext uri="{C183D7F6-B498-43B3-948B-1728B52AA6E4}">
                <adec:decorative xmlns:adec="http://schemas.microsoft.com/office/drawing/2017/decorative" val="1"/>
              </a:ext>
            </a:extLst>
          </p:cNvPr>
          <p:cNvCxnSpPr>
            <a:cxnSpLocks/>
          </p:cNvCxnSpPr>
          <p:nvPr userDrawn="1"/>
        </p:nvCxnSpPr>
        <p:spPr>
          <a:xfrm>
            <a:off x="360000" y="360000"/>
            <a:ext cx="0" cy="6192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Title 1">
            <a:extLst>
              <a:ext uri="{FF2B5EF4-FFF2-40B4-BE49-F238E27FC236}">
                <a16:creationId xmlns:a16="http://schemas.microsoft.com/office/drawing/2014/main" id="{06313123-38FC-0AA8-8313-B587FAEA9FAB}"/>
              </a:ext>
            </a:extLst>
          </p:cNvPr>
          <p:cNvSpPr>
            <a:spLocks noGrp="1"/>
          </p:cNvSpPr>
          <p:nvPr>
            <p:ph type="ctrTitle" hasCustomPrompt="1"/>
          </p:nvPr>
        </p:nvSpPr>
        <p:spPr>
          <a:xfrm>
            <a:off x="539999" y="1530002"/>
            <a:ext cx="6255979" cy="2033997"/>
          </a:xfrm>
          <a:ln>
            <a:noFill/>
          </a:ln>
        </p:spPr>
        <p:txBody>
          <a:bodyPr anchor="b">
            <a:noAutofit/>
          </a:bodyPr>
          <a:lstStyle>
            <a:lvl1pPr algn="l">
              <a:lnSpc>
                <a:spcPct val="100000"/>
              </a:lnSpc>
              <a:defRPr sz="4800">
                <a:solidFill>
                  <a:schemeClr val="bg1"/>
                </a:solidFill>
                <a:latin typeface="Arial" panose="020B0604020202020204" pitchFamily="34" charset="0"/>
                <a:cs typeface="Arial" panose="020B0604020202020204" pitchFamily="34" charset="0"/>
              </a:defRPr>
            </a:lvl1pPr>
          </a:lstStyle>
          <a:p>
            <a:r>
              <a:rPr lang="en-US" dirty="0"/>
              <a:t>Unit title</a:t>
            </a:r>
          </a:p>
        </p:txBody>
      </p:sp>
      <p:sp>
        <p:nvSpPr>
          <p:cNvPr id="11" name="Text Placeholder 10">
            <a:extLst>
              <a:ext uri="{FF2B5EF4-FFF2-40B4-BE49-F238E27FC236}">
                <a16:creationId xmlns:a16="http://schemas.microsoft.com/office/drawing/2014/main" id="{1ECD7A7F-13F8-9E9F-94FF-03D42EEEF0A8}"/>
              </a:ext>
            </a:extLst>
          </p:cNvPr>
          <p:cNvSpPr>
            <a:spLocks noGrp="1"/>
          </p:cNvSpPr>
          <p:nvPr>
            <p:ph type="body" sz="quarter" idx="10" hasCustomPrompt="1"/>
          </p:nvPr>
        </p:nvSpPr>
        <p:spPr>
          <a:xfrm>
            <a:off x="539999" y="3624180"/>
            <a:ext cx="6255977" cy="1188000"/>
          </a:xfrm>
        </p:spPr>
        <p:txBody>
          <a:bodyPr anchor="t">
            <a:noAutofit/>
          </a:bodyPr>
          <a:lstStyle>
            <a:lvl1pPr>
              <a:defRPr sz="2000">
                <a:solidFill>
                  <a:schemeClr val="accent4"/>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dirty="0"/>
              <a:t>Stage</a:t>
            </a:r>
          </a:p>
        </p:txBody>
      </p:sp>
      <p:sp>
        <p:nvSpPr>
          <p:cNvPr id="12" name="Text Placeholder 14">
            <a:extLst>
              <a:ext uri="{FF2B5EF4-FFF2-40B4-BE49-F238E27FC236}">
                <a16:creationId xmlns:a16="http://schemas.microsoft.com/office/drawing/2014/main" id="{1F1B4A2E-693D-413E-6506-E51D3453E154}"/>
              </a:ext>
            </a:extLst>
          </p:cNvPr>
          <p:cNvSpPr>
            <a:spLocks noGrp="1"/>
          </p:cNvSpPr>
          <p:nvPr>
            <p:ph type="body" sz="quarter" idx="16" hasCustomPrompt="1"/>
          </p:nvPr>
        </p:nvSpPr>
        <p:spPr>
          <a:xfrm>
            <a:off x="540000" y="4925698"/>
            <a:ext cx="6255975" cy="360000"/>
          </a:xfrm>
        </p:spPr>
        <p:txBody>
          <a:bodyPr>
            <a:noAutofit/>
          </a:bodyPr>
          <a:lstStyle>
            <a:lvl1pPr>
              <a:spcAft>
                <a:spcPts val="0"/>
              </a:spcAft>
              <a:defRPr sz="1800" b="1">
                <a:solidFill>
                  <a:schemeClr val="bg1"/>
                </a:solidFill>
                <a:latin typeface="Arial" panose="020B0604020202020204" pitchFamily="34" charset="0"/>
                <a:cs typeface="Arial" panose="020B0604020202020204" pitchFamily="34" charset="0"/>
              </a:defRPr>
            </a:lvl1pPr>
            <a:lvl2pPr>
              <a:spcAft>
                <a:spcPts val="0"/>
              </a:spcAft>
              <a:defRPr sz="1800" b="0">
                <a:solidFill>
                  <a:schemeClr val="bg1"/>
                </a:solidFill>
                <a:latin typeface="+mj-lt"/>
              </a:defRPr>
            </a:lvl2pPr>
            <a:lvl3pPr marL="0" indent="0">
              <a:buNone/>
              <a:defRPr sz="2000">
                <a:solidFill>
                  <a:schemeClr val="bg1"/>
                </a:solidFill>
              </a:defRPr>
            </a:lvl3pPr>
            <a:lvl4pPr>
              <a:defRPr sz="2000">
                <a:solidFill>
                  <a:schemeClr val="bg1"/>
                </a:solidFill>
              </a:defRPr>
            </a:lvl4pPr>
            <a:lvl5pPr>
              <a:defRPr sz="2000">
                <a:solidFill>
                  <a:schemeClr val="bg1"/>
                </a:solidFill>
              </a:defRPr>
            </a:lvl5pPr>
          </a:lstStyle>
          <a:p>
            <a:pPr lvl="0"/>
            <a:r>
              <a:rPr lang="en-US" dirty="0"/>
              <a:t>Module</a:t>
            </a:r>
          </a:p>
        </p:txBody>
      </p:sp>
      <p:sp>
        <p:nvSpPr>
          <p:cNvPr id="13" name="Text Placeholder 7">
            <a:extLst>
              <a:ext uri="{FF2B5EF4-FFF2-40B4-BE49-F238E27FC236}">
                <a16:creationId xmlns:a16="http://schemas.microsoft.com/office/drawing/2014/main" id="{0C245AE8-A9B0-AE21-616C-11D22901313C}"/>
              </a:ext>
            </a:extLst>
          </p:cNvPr>
          <p:cNvSpPr>
            <a:spLocks noGrp="1"/>
          </p:cNvSpPr>
          <p:nvPr>
            <p:ph type="body" sz="quarter" idx="14" hasCustomPrompt="1"/>
          </p:nvPr>
        </p:nvSpPr>
        <p:spPr>
          <a:xfrm>
            <a:off x="540000" y="5327998"/>
            <a:ext cx="6255971" cy="792000"/>
          </a:xfrm>
        </p:spPr>
        <p:txBody>
          <a:bodyPr/>
          <a:lstStyle>
            <a:lvl1pPr>
              <a:defRPr sz="1800">
                <a:solidFill>
                  <a:schemeClr val="bg1"/>
                </a:solidFill>
                <a:latin typeface="Arial" panose="020B0604020202020204" pitchFamily="34" charset="0"/>
                <a:cs typeface="Arial" panose="020B0604020202020204" pitchFamily="34" charset="0"/>
              </a:defRPr>
            </a:lvl1pPr>
          </a:lstStyle>
          <a:p>
            <a:pPr lvl="0"/>
            <a:r>
              <a:rPr lang="en-US" dirty="0"/>
              <a:t>Presenter name</a:t>
            </a:r>
            <a:endParaRPr lang="en-AU" dirty="0"/>
          </a:p>
        </p:txBody>
      </p:sp>
      <p:sp>
        <p:nvSpPr>
          <p:cNvPr id="15" name="Text Placeholder 14">
            <a:extLst>
              <a:ext uri="{FF2B5EF4-FFF2-40B4-BE49-F238E27FC236}">
                <a16:creationId xmlns:a16="http://schemas.microsoft.com/office/drawing/2014/main" id="{5C2AC99F-F6FA-4B77-DD09-207FFF07B242}"/>
              </a:ext>
            </a:extLst>
          </p:cNvPr>
          <p:cNvSpPr>
            <a:spLocks noGrp="1"/>
          </p:cNvSpPr>
          <p:nvPr>
            <p:ph type="body" sz="quarter" idx="15" hasCustomPrompt="1"/>
          </p:nvPr>
        </p:nvSpPr>
        <p:spPr>
          <a:xfrm>
            <a:off x="540000" y="6192000"/>
            <a:ext cx="6255975" cy="360000"/>
          </a:xfrm>
        </p:spPr>
        <p:txBody>
          <a:bodyPr anchor="b" anchorCtr="0">
            <a:noAutofit/>
          </a:bodyPr>
          <a:lstStyle>
            <a:lvl1pPr algn="l">
              <a:defRPr sz="1800" b="0">
                <a:solidFill>
                  <a:schemeClr val="bg1"/>
                </a:solidFill>
                <a:latin typeface="Arial" panose="020B0604020202020204" pitchFamily="34" charset="0"/>
                <a:cs typeface="Arial" panose="020B0604020202020204" pitchFamily="34" charset="0"/>
              </a:defRPr>
            </a:lvl1pPr>
            <a:lvl2pPr>
              <a:defRPr sz="1600">
                <a:solidFill>
                  <a:schemeClr val="bg1"/>
                </a:solidFill>
              </a:defRPr>
            </a:lvl2pPr>
            <a:lvl3pPr marL="0" indent="0">
              <a:buNone/>
              <a:defRPr sz="2000">
                <a:solidFill>
                  <a:schemeClr val="bg1"/>
                </a:solidFill>
              </a:defRPr>
            </a:lvl3pPr>
            <a:lvl4pPr>
              <a:defRPr sz="2000">
                <a:solidFill>
                  <a:schemeClr val="bg1"/>
                </a:solidFill>
              </a:defRPr>
            </a:lvl4pPr>
            <a:lvl5pPr>
              <a:defRPr sz="2000">
                <a:solidFill>
                  <a:schemeClr val="bg1"/>
                </a:solidFill>
              </a:defRPr>
            </a:lvl5pPr>
          </a:lstStyle>
          <a:p>
            <a:pPr lvl="0"/>
            <a:r>
              <a:rPr lang="en-US" dirty="0"/>
              <a:t>00 Month YYYY</a:t>
            </a:r>
          </a:p>
        </p:txBody>
      </p:sp>
      <p:pic>
        <p:nvPicPr>
          <p:cNvPr id="17" name="Picture 16">
            <a:extLst>
              <a:ext uri="{FF2B5EF4-FFF2-40B4-BE49-F238E27FC236}">
                <a16:creationId xmlns:a16="http://schemas.microsoft.com/office/drawing/2014/main" id="{1B2918F2-2A15-B218-B84D-C469AD3B60DA}"/>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135329" y="360000"/>
            <a:ext cx="660650" cy="715199"/>
          </a:xfrm>
          <a:prstGeom prst="rect">
            <a:avLst/>
          </a:prstGeom>
        </p:spPr>
      </p:pic>
      <p:sp>
        <p:nvSpPr>
          <p:cNvPr id="2" name="Picture Placeholder 4">
            <a:extLst>
              <a:ext uri="{FF2B5EF4-FFF2-40B4-BE49-F238E27FC236}">
                <a16:creationId xmlns:a16="http://schemas.microsoft.com/office/drawing/2014/main" id="{206B55C3-1914-D3B1-73B3-69F5509A4B69}"/>
              </a:ext>
              <a:ext uri="{C183D7F6-B498-43B3-948B-1728B52AA6E4}">
                <adec:decorative xmlns:adec="http://schemas.microsoft.com/office/drawing/2017/decorative" val="1"/>
              </a:ext>
            </a:extLst>
          </p:cNvPr>
          <p:cNvSpPr>
            <a:spLocks noGrp="1"/>
          </p:cNvSpPr>
          <p:nvPr>
            <p:ph type="pic" sz="quarter" idx="13"/>
          </p:nvPr>
        </p:nvSpPr>
        <p:spPr>
          <a:xfrm>
            <a:off x="7128000" y="0"/>
            <a:ext cx="5064000" cy="6858000"/>
          </a:xfrm>
        </p:spPr>
        <p:txBody>
          <a:bodyPr/>
          <a:lstStyle/>
          <a:p>
            <a:r>
              <a:rPr lang="en-US"/>
              <a:t>Click icon to add picture</a:t>
            </a:r>
            <a:endParaRPr lang="en-AU" dirty="0"/>
          </a:p>
        </p:txBody>
      </p:sp>
    </p:spTree>
    <p:extLst>
      <p:ext uri="{BB962C8B-B14F-4D97-AF65-F5344CB8AC3E}">
        <p14:creationId xmlns:p14="http://schemas.microsoft.com/office/powerpoint/2010/main" val="15784084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11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ivider">
    <p:bg>
      <p:bgPr>
        <a:solidFill>
          <a:schemeClr val="accent1"/>
        </a:solidFill>
        <a:effectLst/>
      </p:bgPr>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5C261660-AF47-818D-7C30-D254D989CACE}"/>
              </a:ext>
              <a:ext uri="{C183D7F6-B498-43B3-948B-1728B52AA6E4}">
                <adec:decorative xmlns:adec="http://schemas.microsoft.com/office/drawing/2017/decorative" val="1"/>
              </a:ext>
            </a:extLst>
          </p:cNvPr>
          <p:cNvCxnSpPr>
            <a:cxnSpLocks/>
          </p:cNvCxnSpPr>
          <p:nvPr userDrawn="1"/>
        </p:nvCxnSpPr>
        <p:spPr>
          <a:xfrm>
            <a:off x="360000" y="360000"/>
            <a:ext cx="0" cy="6192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3" name="Title 1">
            <a:extLst>
              <a:ext uri="{FF2B5EF4-FFF2-40B4-BE49-F238E27FC236}">
                <a16:creationId xmlns:a16="http://schemas.microsoft.com/office/drawing/2014/main" id="{8AD8A72A-7327-BEF4-2507-0522B8614AE9}"/>
              </a:ext>
            </a:extLst>
          </p:cNvPr>
          <p:cNvSpPr>
            <a:spLocks noGrp="1"/>
          </p:cNvSpPr>
          <p:nvPr>
            <p:ph type="ctrTitle" hasCustomPrompt="1"/>
          </p:nvPr>
        </p:nvSpPr>
        <p:spPr>
          <a:xfrm>
            <a:off x="540000" y="4067881"/>
            <a:ext cx="11291998" cy="800681"/>
          </a:xfrm>
          <a:ln>
            <a:noFill/>
          </a:ln>
        </p:spPr>
        <p:txBody>
          <a:bodyPr anchor="t">
            <a:noAutofit/>
          </a:bodyPr>
          <a:lstStyle>
            <a:lvl1pPr algn="l">
              <a:lnSpc>
                <a:spcPct val="110000"/>
              </a:lnSpc>
              <a:defRPr sz="4800">
                <a:solidFill>
                  <a:schemeClr val="bg1"/>
                </a:solidFill>
                <a:latin typeface="Arial" panose="020B0604020202020204" pitchFamily="34" charset="0"/>
                <a:cs typeface="Arial" panose="020B0604020202020204" pitchFamily="34" charset="0"/>
              </a:defRPr>
            </a:lvl1pPr>
          </a:lstStyle>
          <a:p>
            <a:pPr>
              <a:lnSpc>
                <a:spcPct val="100000"/>
              </a:lnSpc>
            </a:pPr>
            <a:r>
              <a:rPr lang="en-AU" dirty="0"/>
              <a:t>Lesson title</a:t>
            </a:r>
          </a:p>
        </p:txBody>
      </p:sp>
      <p:sp>
        <p:nvSpPr>
          <p:cNvPr id="6" name="Oval 5">
            <a:extLst>
              <a:ext uri="{FF2B5EF4-FFF2-40B4-BE49-F238E27FC236}">
                <a16:creationId xmlns:a16="http://schemas.microsoft.com/office/drawing/2014/main" id="{5EBAE78F-1A35-0A2C-DBF4-48477CA8F3A7}"/>
              </a:ext>
            </a:extLst>
          </p:cNvPr>
          <p:cNvSpPr>
            <a:spLocks noGrp="1" noRot="1" noMove="1" noResize="1" noEditPoints="1" noAdjustHandles="1" noChangeArrowheads="1" noChangeShapeType="1"/>
          </p:cNvSpPr>
          <p:nvPr userDrawn="1"/>
        </p:nvSpPr>
        <p:spPr>
          <a:xfrm>
            <a:off x="11056620" y="289560"/>
            <a:ext cx="906780" cy="800681"/>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2" name="Picture 1">
            <a:extLst>
              <a:ext uri="{FF2B5EF4-FFF2-40B4-BE49-F238E27FC236}">
                <a16:creationId xmlns:a16="http://schemas.microsoft.com/office/drawing/2014/main" id="{1DE675F6-B3E6-7651-8B0E-50E39CE29B9F}"/>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1171348" y="360000"/>
            <a:ext cx="660650" cy="715199"/>
          </a:xfrm>
          <a:prstGeom prst="rect">
            <a:avLst/>
          </a:prstGeom>
        </p:spPr>
      </p:pic>
    </p:spTree>
    <p:extLst>
      <p:ext uri="{BB962C8B-B14F-4D97-AF65-F5344CB8AC3E}">
        <p14:creationId xmlns:p14="http://schemas.microsoft.com/office/powerpoint/2010/main" val="28646721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LISC">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165CECD-C00D-4560-9C97-AE28A8535867}"/>
              </a:ext>
              <a:ext uri="{C183D7F6-B498-43B3-948B-1728B52AA6E4}">
                <adec:decorative xmlns:adec="http://schemas.microsoft.com/office/drawing/2017/decorative" val="1"/>
              </a:ext>
            </a:extLst>
          </p:cNvPr>
          <p:cNvSpPr/>
          <p:nvPr userDrawn="1"/>
        </p:nvSpPr>
        <p:spPr>
          <a:xfrm>
            <a:off x="0" y="1620000"/>
            <a:ext cx="12192000" cy="523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 name="Picture Placeholder 4">
            <a:extLst>
              <a:ext uri="{FF2B5EF4-FFF2-40B4-BE49-F238E27FC236}">
                <a16:creationId xmlns:a16="http://schemas.microsoft.com/office/drawing/2014/main" id="{8AB6FE45-2247-43AE-AFB0-3C1EC574D8FA}"/>
              </a:ext>
              <a:ext uri="{C183D7F6-B498-43B3-948B-1728B52AA6E4}">
                <adec:decorative xmlns:adec="http://schemas.microsoft.com/office/drawing/2017/decorative" val="1"/>
              </a:ext>
            </a:extLst>
          </p:cNvPr>
          <p:cNvSpPr>
            <a:spLocks noGrp="1"/>
          </p:cNvSpPr>
          <p:nvPr>
            <p:ph type="pic" sz="quarter" idx="13"/>
          </p:nvPr>
        </p:nvSpPr>
        <p:spPr>
          <a:xfrm>
            <a:off x="359998" y="1909282"/>
            <a:ext cx="11483999" cy="4210718"/>
          </a:xfrm>
        </p:spPr>
        <p:txBody>
          <a:bodyPr/>
          <a:lstStyle/>
          <a:p>
            <a:r>
              <a:rPr lang="en-US"/>
              <a:t>Click icon to add picture</a:t>
            </a:r>
            <a:endParaRPr lang="en-AU" dirty="0"/>
          </a:p>
        </p:txBody>
      </p:sp>
      <p:sp>
        <p:nvSpPr>
          <p:cNvPr id="7" name="Slide Number Placeholder 6"/>
          <p:cNvSpPr>
            <a:spLocks noGrp="1"/>
          </p:cNvSpPr>
          <p:nvPr>
            <p:ph type="sldNum" sz="quarter" idx="12"/>
          </p:nvPr>
        </p:nvSpPr>
        <p:spPr/>
        <p:txBody>
          <a:bodyPr/>
          <a:lstStyle/>
          <a:p>
            <a:fld id="{10A01DC5-1685-4615-8240-15192985C6A2}" type="slidenum">
              <a:rPr lang="en-AU" smtClean="0"/>
              <a:t>‹#›</a:t>
            </a:fld>
            <a:endParaRPr lang="en-AU"/>
          </a:p>
        </p:txBody>
      </p:sp>
      <p:sp>
        <p:nvSpPr>
          <p:cNvPr id="10" name="Title 4">
            <a:extLst>
              <a:ext uri="{FF2B5EF4-FFF2-40B4-BE49-F238E27FC236}">
                <a16:creationId xmlns:a16="http://schemas.microsoft.com/office/drawing/2014/main" id="{4B69FB63-5913-44B0-9BCA-4B6E66CE48BF}"/>
              </a:ext>
            </a:extLst>
          </p:cNvPr>
          <p:cNvSpPr>
            <a:spLocks noGrp="1"/>
          </p:cNvSpPr>
          <p:nvPr>
            <p:ph type="title"/>
          </p:nvPr>
        </p:nvSpPr>
        <p:spPr>
          <a:xfrm>
            <a:off x="359997" y="360000"/>
            <a:ext cx="11483999" cy="522000"/>
          </a:xfrm>
        </p:spPr>
        <p:txBody>
          <a:bodyPr/>
          <a:lstStyle>
            <a:lvl1pPr>
              <a:defRPr>
                <a:solidFill>
                  <a:schemeClr val="accent1"/>
                </a:solidFill>
              </a:defRPr>
            </a:lvl1pPr>
          </a:lstStyle>
          <a:p>
            <a:r>
              <a:rPr lang="en-US"/>
              <a:t>Click to edit Master title style</a:t>
            </a:r>
            <a:endParaRPr lang="en-AU" dirty="0"/>
          </a:p>
        </p:txBody>
      </p:sp>
      <p:sp>
        <p:nvSpPr>
          <p:cNvPr id="11" name="Text Placeholder 10">
            <a:extLst>
              <a:ext uri="{FF2B5EF4-FFF2-40B4-BE49-F238E27FC236}">
                <a16:creationId xmlns:a16="http://schemas.microsoft.com/office/drawing/2014/main" id="{4A905C52-CF4B-447B-B93D-A86FD209402A}"/>
              </a:ext>
            </a:extLst>
          </p:cNvPr>
          <p:cNvSpPr>
            <a:spLocks noGrp="1"/>
          </p:cNvSpPr>
          <p:nvPr>
            <p:ph type="body" sz="quarter" idx="18" hasCustomPrompt="1"/>
          </p:nvPr>
        </p:nvSpPr>
        <p:spPr>
          <a:xfrm>
            <a:off x="360000" y="1016704"/>
            <a:ext cx="11483996"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dirty="0"/>
              <a:t>Subtitle</a:t>
            </a:r>
          </a:p>
        </p:txBody>
      </p:sp>
    </p:spTree>
    <p:extLst>
      <p:ext uri="{BB962C8B-B14F-4D97-AF65-F5344CB8AC3E}">
        <p14:creationId xmlns:p14="http://schemas.microsoft.com/office/powerpoint/2010/main" val="22972229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 slid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59999" y="360000"/>
            <a:ext cx="11483999" cy="545601"/>
          </a:xfrm>
        </p:spPr>
        <p:txBody>
          <a:bodyPr/>
          <a:lstStyle>
            <a:lvl1pPr>
              <a:defRPr>
                <a:solidFill>
                  <a:schemeClr val="accent1"/>
                </a:solidFill>
              </a:defRPr>
            </a:lvl1pPr>
          </a:lstStyle>
          <a:p>
            <a:r>
              <a:rPr lang="en-US" dirty="0"/>
              <a:t>Title</a:t>
            </a:r>
            <a:endParaRPr lang="en-AU" dirty="0"/>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48399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dirty="0"/>
              <a:t>Subtitle</a:t>
            </a:r>
          </a:p>
        </p:txBody>
      </p:sp>
      <p:sp>
        <p:nvSpPr>
          <p:cNvPr id="2" name="Text Placeholder 3">
            <a:extLst>
              <a:ext uri="{FF2B5EF4-FFF2-40B4-BE49-F238E27FC236}">
                <a16:creationId xmlns:a16="http://schemas.microsoft.com/office/drawing/2014/main" id="{7A679F83-4A45-8E00-A9A4-2E8DE35C1BB0}"/>
              </a:ext>
            </a:extLst>
          </p:cNvPr>
          <p:cNvSpPr>
            <a:spLocks noGrp="1"/>
          </p:cNvSpPr>
          <p:nvPr>
            <p:ph type="body" sz="quarter" idx="17" hasCustomPrompt="1"/>
          </p:nvPr>
        </p:nvSpPr>
        <p:spPr>
          <a:xfrm>
            <a:off x="360000" y="1567086"/>
            <a:ext cx="11484000" cy="4807835"/>
          </a:xfrm>
        </p:spPr>
        <p:txBody>
          <a:bodyPr/>
          <a:lstStyle>
            <a:lvl1pPr>
              <a:defRPr/>
            </a:lvl1pPr>
          </a:lstStyle>
          <a:p>
            <a:pPr lvl="0"/>
            <a:r>
              <a:rPr lang="en-US" dirty="0"/>
              <a:t>Click to add text</a:t>
            </a:r>
          </a:p>
          <a:p>
            <a:pPr lvl="1"/>
            <a:r>
              <a:rPr lang="en-US" dirty="0"/>
              <a:t>Second level</a:t>
            </a:r>
          </a:p>
          <a:p>
            <a:pPr lvl="4"/>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9094725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Multiple choic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dirty="0"/>
              <a:t>Title</a:t>
            </a:r>
            <a:endParaRPr lang="en-AU" dirty="0"/>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dirty="0"/>
              <a:t>Subtitle</a:t>
            </a:r>
          </a:p>
        </p:txBody>
      </p:sp>
      <p:sp>
        <p:nvSpPr>
          <p:cNvPr id="8" name="Picture Placeholder 7">
            <a:extLst>
              <a:ext uri="{FF2B5EF4-FFF2-40B4-BE49-F238E27FC236}">
                <a16:creationId xmlns:a16="http://schemas.microsoft.com/office/drawing/2014/main" id="{F0C3D212-D9E6-5651-0336-B3898E36FBA5}"/>
              </a:ext>
            </a:extLst>
          </p:cNvPr>
          <p:cNvSpPr>
            <a:spLocks noGrp="1"/>
          </p:cNvSpPr>
          <p:nvPr>
            <p:ph type="pic" sz="quarter" idx="20"/>
          </p:nvPr>
        </p:nvSpPr>
        <p:spPr>
          <a:xfrm>
            <a:off x="360000" y="2765028"/>
            <a:ext cx="2240960" cy="2649349"/>
          </a:xfrm>
        </p:spPr>
        <p:txBody>
          <a:bodyPr/>
          <a:lstStyle>
            <a:lvl1pPr>
              <a:defRPr sz="1600"/>
            </a:lvl1pPr>
          </a:lstStyle>
          <a:p>
            <a:r>
              <a:rPr lang="en-US"/>
              <a:t>Click icon to add picture</a:t>
            </a:r>
            <a:endParaRPr lang="en-AU"/>
          </a:p>
        </p:txBody>
      </p:sp>
      <p:sp>
        <p:nvSpPr>
          <p:cNvPr id="13" name="Picture Placeholder 7">
            <a:extLst>
              <a:ext uri="{FF2B5EF4-FFF2-40B4-BE49-F238E27FC236}">
                <a16:creationId xmlns:a16="http://schemas.microsoft.com/office/drawing/2014/main" id="{B4B450DC-5728-768F-26C0-12B026741DA4}"/>
              </a:ext>
            </a:extLst>
          </p:cNvPr>
          <p:cNvSpPr>
            <a:spLocks noGrp="1"/>
          </p:cNvSpPr>
          <p:nvPr>
            <p:ph type="pic" sz="quarter" idx="21"/>
          </p:nvPr>
        </p:nvSpPr>
        <p:spPr>
          <a:xfrm>
            <a:off x="3363973" y="2765028"/>
            <a:ext cx="2240960" cy="2649349"/>
          </a:xfrm>
        </p:spPr>
        <p:txBody>
          <a:bodyPr/>
          <a:lstStyle>
            <a:lvl1pPr>
              <a:defRPr sz="1600"/>
            </a:lvl1pPr>
          </a:lstStyle>
          <a:p>
            <a:r>
              <a:rPr lang="en-US"/>
              <a:t>Click icon to add picture</a:t>
            </a:r>
            <a:endParaRPr lang="en-AU"/>
          </a:p>
        </p:txBody>
      </p:sp>
      <p:sp>
        <p:nvSpPr>
          <p:cNvPr id="15" name="Picture Placeholder 7">
            <a:extLst>
              <a:ext uri="{FF2B5EF4-FFF2-40B4-BE49-F238E27FC236}">
                <a16:creationId xmlns:a16="http://schemas.microsoft.com/office/drawing/2014/main" id="{6C3CDCFB-025E-3885-F074-73ADECE44C9E}"/>
              </a:ext>
            </a:extLst>
          </p:cNvPr>
          <p:cNvSpPr>
            <a:spLocks noGrp="1"/>
          </p:cNvSpPr>
          <p:nvPr>
            <p:ph type="pic" sz="quarter" idx="22"/>
          </p:nvPr>
        </p:nvSpPr>
        <p:spPr>
          <a:xfrm>
            <a:off x="9371920" y="2765028"/>
            <a:ext cx="2240960" cy="2649349"/>
          </a:xfrm>
        </p:spPr>
        <p:txBody>
          <a:bodyPr/>
          <a:lstStyle>
            <a:lvl1pPr>
              <a:defRPr sz="1600"/>
            </a:lvl1pPr>
          </a:lstStyle>
          <a:p>
            <a:r>
              <a:rPr lang="en-US"/>
              <a:t>Click icon to add picture</a:t>
            </a:r>
            <a:endParaRPr lang="en-AU"/>
          </a:p>
        </p:txBody>
      </p:sp>
      <p:sp>
        <p:nvSpPr>
          <p:cNvPr id="17" name="Picture Placeholder 7">
            <a:extLst>
              <a:ext uri="{FF2B5EF4-FFF2-40B4-BE49-F238E27FC236}">
                <a16:creationId xmlns:a16="http://schemas.microsoft.com/office/drawing/2014/main" id="{CCABCD24-7B7B-0554-1934-9DC04D3EBBF4}"/>
              </a:ext>
            </a:extLst>
          </p:cNvPr>
          <p:cNvSpPr>
            <a:spLocks noGrp="1"/>
          </p:cNvSpPr>
          <p:nvPr>
            <p:ph type="pic" sz="quarter" idx="23"/>
          </p:nvPr>
        </p:nvSpPr>
        <p:spPr>
          <a:xfrm>
            <a:off x="6367946" y="2765028"/>
            <a:ext cx="2240960" cy="2649349"/>
          </a:xfrm>
        </p:spPr>
        <p:txBody>
          <a:bodyPr/>
          <a:lstStyle>
            <a:lvl1pPr>
              <a:defRPr sz="1600"/>
            </a:lvl1pPr>
          </a:lstStyle>
          <a:p>
            <a:r>
              <a:rPr lang="en-US"/>
              <a:t>Click icon to add picture</a:t>
            </a:r>
            <a:endParaRPr lang="en-AU"/>
          </a:p>
        </p:txBody>
      </p:sp>
      <p:sp>
        <p:nvSpPr>
          <p:cNvPr id="2" name="Text Placeholder 5">
            <a:extLst>
              <a:ext uri="{FF2B5EF4-FFF2-40B4-BE49-F238E27FC236}">
                <a16:creationId xmlns:a16="http://schemas.microsoft.com/office/drawing/2014/main" id="{1DFCC6A7-827F-6E36-F159-837EA4EBC3D3}"/>
              </a:ext>
            </a:extLst>
          </p:cNvPr>
          <p:cNvSpPr>
            <a:spLocks noGrp="1"/>
          </p:cNvSpPr>
          <p:nvPr>
            <p:ph type="body" sz="quarter" idx="24" hasCustomPrompt="1"/>
          </p:nvPr>
        </p:nvSpPr>
        <p:spPr>
          <a:xfrm>
            <a:off x="360000" y="1625946"/>
            <a:ext cx="11243037" cy="893226"/>
          </a:xfrm>
        </p:spPr>
        <p:txBody>
          <a:bodyPr/>
          <a:lstStyle>
            <a:lvl1pPr>
              <a:spcAft>
                <a:spcPts val="600"/>
              </a:spcAft>
              <a:defRPr sz="1800"/>
            </a:lvl1pPr>
          </a:lstStyle>
          <a:p>
            <a:pPr lvl="0"/>
            <a:r>
              <a:rPr lang="en-GB" dirty="0"/>
              <a:t>Insert text</a:t>
            </a:r>
          </a:p>
        </p:txBody>
      </p:sp>
    </p:spTree>
    <p:extLst>
      <p:ext uri="{BB962C8B-B14F-4D97-AF65-F5344CB8AC3E}">
        <p14:creationId xmlns:p14="http://schemas.microsoft.com/office/powerpoint/2010/main" val="25008929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Multiple choic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dirty="0"/>
              <a:t>Title</a:t>
            </a:r>
            <a:endParaRPr lang="en-AU" dirty="0"/>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dirty="0"/>
              <a:t>Subtitle</a:t>
            </a:r>
          </a:p>
        </p:txBody>
      </p:sp>
      <p:sp>
        <p:nvSpPr>
          <p:cNvPr id="11" name="Text Placeholder 2">
            <a:extLst>
              <a:ext uri="{FF2B5EF4-FFF2-40B4-BE49-F238E27FC236}">
                <a16:creationId xmlns:a16="http://schemas.microsoft.com/office/drawing/2014/main" id="{09AE21FE-7E6F-A034-F036-612FA37CA8BC}"/>
              </a:ext>
            </a:extLst>
          </p:cNvPr>
          <p:cNvSpPr>
            <a:spLocks noGrp="1"/>
          </p:cNvSpPr>
          <p:nvPr>
            <p:ph type="body" sz="quarter" idx="27" hasCustomPrompt="1"/>
          </p:nvPr>
        </p:nvSpPr>
        <p:spPr>
          <a:xfrm>
            <a:off x="1345520" y="5474358"/>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dirty="0"/>
              <a:t>Insert text</a:t>
            </a:r>
          </a:p>
        </p:txBody>
      </p:sp>
      <p:sp>
        <p:nvSpPr>
          <p:cNvPr id="12" name="Text Placeholder 5">
            <a:extLst>
              <a:ext uri="{FF2B5EF4-FFF2-40B4-BE49-F238E27FC236}">
                <a16:creationId xmlns:a16="http://schemas.microsoft.com/office/drawing/2014/main" id="{0C45F7D3-A319-C117-165D-6FAF332E7124}"/>
              </a:ext>
            </a:extLst>
          </p:cNvPr>
          <p:cNvSpPr>
            <a:spLocks noGrp="1"/>
          </p:cNvSpPr>
          <p:nvPr>
            <p:ph type="body" sz="quarter" idx="28" hasCustomPrompt="1"/>
          </p:nvPr>
        </p:nvSpPr>
        <p:spPr>
          <a:xfrm>
            <a:off x="360000" y="1625946"/>
            <a:ext cx="11243037" cy="527974"/>
          </a:xfrm>
        </p:spPr>
        <p:txBody>
          <a:bodyPr/>
          <a:lstStyle>
            <a:lvl1pPr>
              <a:spcAft>
                <a:spcPts val="600"/>
              </a:spcAft>
              <a:defRPr sz="1800"/>
            </a:lvl1pPr>
          </a:lstStyle>
          <a:p>
            <a:pPr lvl="0"/>
            <a:r>
              <a:rPr lang="en-GB" dirty="0"/>
              <a:t>Insert text</a:t>
            </a:r>
          </a:p>
        </p:txBody>
      </p:sp>
      <p:sp>
        <p:nvSpPr>
          <p:cNvPr id="13" name="Text Placeholder 2">
            <a:extLst>
              <a:ext uri="{FF2B5EF4-FFF2-40B4-BE49-F238E27FC236}">
                <a16:creationId xmlns:a16="http://schemas.microsoft.com/office/drawing/2014/main" id="{5F81E50E-5FDF-87FB-F284-468C0D7FADB8}"/>
              </a:ext>
            </a:extLst>
          </p:cNvPr>
          <p:cNvSpPr>
            <a:spLocks noGrp="1"/>
          </p:cNvSpPr>
          <p:nvPr>
            <p:ph type="body" sz="quarter" idx="29" hasCustomPrompt="1"/>
          </p:nvPr>
        </p:nvSpPr>
        <p:spPr>
          <a:xfrm>
            <a:off x="1345520" y="4624304"/>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dirty="0"/>
              <a:t>Insert text</a:t>
            </a:r>
          </a:p>
        </p:txBody>
      </p:sp>
      <p:sp>
        <p:nvSpPr>
          <p:cNvPr id="14" name="Text Placeholder 2">
            <a:extLst>
              <a:ext uri="{FF2B5EF4-FFF2-40B4-BE49-F238E27FC236}">
                <a16:creationId xmlns:a16="http://schemas.microsoft.com/office/drawing/2014/main" id="{9A44A122-DD69-F174-2E08-3A0257CA52FB}"/>
              </a:ext>
            </a:extLst>
          </p:cNvPr>
          <p:cNvSpPr>
            <a:spLocks noGrp="1"/>
          </p:cNvSpPr>
          <p:nvPr>
            <p:ph type="body" sz="quarter" idx="30" hasCustomPrompt="1"/>
          </p:nvPr>
        </p:nvSpPr>
        <p:spPr>
          <a:xfrm>
            <a:off x="1345520" y="3774251"/>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dirty="0"/>
              <a:t>Insert text</a:t>
            </a:r>
          </a:p>
        </p:txBody>
      </p:sp>
      <p:sp>
        <p:nvSpPr>
          <p:cNvPr id="15" name="Text Placeholder 2">
            <a:extLst>
              <a:ext uri="{FF2B5EF4-FFF2-40B4-BE49-F238E27FC236}">
                <a16:creationId xmlns:a16="http://schemas.microsoft.com/office/drawing/2014/main" id="{FC304F2C-9B61-A905-CA27-E6F31881426D}"/>
              </a:ext>
            </a:extLst>
          </p:cNvPr>
          <p:cNvSpPr>
            <a:spLocks noGrp="1"/>
          </p:cNvSpPr>
          <p:nvPr>
            <p:ph type="body" sz="quarter" idx="31" hasCustomPrompt="1"/>
          </p:nvPr>
        </p:nvSpPr>
        <p:spPr>
          <a:xfrm>
            <a:off x="1345520" y="2924198"/>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dirty="0"/>
              <a:t>Insert text</a:t>
            </a:r>
          </a:p>
        </p:txBody>
      </p:sp>
    </p:spTree>
    <p:extLst>
      <p:ext uri="{BB962C8B-B14F-4D97-AF65-F5344CB8AC3E}">
        <p14:creationId xmlns:p14="http://schemas.microsoft.com/office/powerpoint/2010/main" val="25604219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Picture and content">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dirty="0"/>
              <a:t>Title</a:t>
            </a:r>
            <a:endParaRPr lang="en-AU" dirty="0"/>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dirty="0"/>
              <a:t>Subtitle</a:t>
            </a:r>
          </a:p>
        </p:txBody>
      </p:sp>
      <p:sp>
        <p:nvSpPr>
          <p:cNvPr id="2" name="Picture Placeholder 5">
            <a:extLst>
              <a:ext uri="{FF2B5EF4-FFF2-40B4-BE49-F238E27FC236}">
                <a16:creationId xmlns:a16="http://schemas.microsoft.com/office/drawing/2014/main" id="{AB74AD91-1458-4106-CAEE-62E884E33298}"/>
              </a:ext>
            </a:extLst>
          </p:cNvPr>
          <p:cNvSpPr>
            <a:spLocks noGrp="1"/>
          </p:cNvSpPr>
          <p:nvPr>
            <p:ph type="pic" sz="quarter" idx="21" hasCustomPrompt="1"/>
          </p:nvPr>
        </p:nvSpPr>
        <p:spPr>
          <a:xfrm>
            <a:off x="359999" y="1677281"/>
            <a:ext cx="11243037" cy="3056398"/>
          </a:xfrm>
        </p:spPr>
        <p:txBody>
          <a:bodyPr/>
          <a:lstStyle>
            <a:lvl1pPr>
              <a:defRPr sz="1800"/>
            </a:lvl1pPr>
          </a:lstStyle>
          <a:p>
            <a:r>
              <a:rPr lang="en-US" dirty="0"/>
              <a:t>Insert picture</a:t>
            </a:r>
          </a:p>
        </p:txBody>
      </p:sp>
      <p:sp>
        <p:nvSpPr>
          <p:cNvPr id="6" name="Text Placeholder 5">
            <a:extLst>
              <a:ext uri="{FF2B5EF4-FFF2-40B4-BE49-F238E27FC236}">
                <a16:creationId xmlns:a16="http://schemas.microsoft.com/office/drawing/2014/main" id="{3A20CE62-5C28-8298-BB9C-49E4007BACAB}"/>
              </a:ext>
            </a:extLst>
          </p:cNvPr>
          <p:cNvSpPr>
            <a:spLocks noGrp="1"/>
          </p:cNvSpPr>
          <p:nvPr>
            <p:ph type="body" sz="quarter" idx="22" hasCustomPrompt="1"/>
          </p:nvPr>
        </p:nvSpPr>
        <p:spPr>
          <a:xfrm>
            <a:off x="1381125" y="5049838"/>
            <a:ext cx="8901113" cy="1341437"/>
          </a:xfrm>
        </p:spPr>
        <p:txBody>
          <a:bodyPr/>
          <a:lstStyle>
            <a:lvl1pPr>
              <a:spcAft>
                <a:spcPts val="600"/>
              </a:spcAft>
              <a:defRPr sz="1800"/>
            </a:lvl1pPr>
          </a:lstStyle>
          <a:p>
            <a:pPr lvl="0"/>
            <a:r>
              <a:rPr lang="en-GB" dirty="0"/>
              <a:t>Insert text</a:t>
            </a:r>
          </a:p>
        </p:txBody>
      </p:sp>
    </p:spTree>
    <p:extLst>
      <p:ext uri="{BB962C8B-B14F-4D97-AF65-F5344CB8AC3E}">
        <p14:creationId xmlns:p14="http://schemas.microsoft.com/office/powerpoint/2010/main" val="22995502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rue or Fals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dirty="0"/>
              <a:t>Title</a:t>
            </a:r>
            <a:endParaRPr lang="en-AU" dirty="0"/>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dirty="0"/>
              <a:t>Subtitle</a:t>
            </a:r>
          </a:p>
        </p:txBody>
      </p:sp>
      <p:sp>
        <p:nvSpPr>
          <p:cNvPr id="2" name="Picture Placeholder 5">
            <a:extLst>
              <a:ext uri="{FF2B5EF4-FFF2-40B4-BE49-F238E27FC236}">
                <a16:creationId xmlns:a16="http://schemas.microsoft.com/office/drawing/2014/main" id="{AB74AD91-1458-4106-CAEE-62E884E33298}"/>
              </a:ext>
            </a:extLst>
          </p:cNvPr>
          <p:cNvSpPr>
            <a:spLocks noGrp="1"/>
          </p:cNvSpPr>
          <p:nvPr>
            <p:ph type="pic" sz="quarter" idx="21" hasCustomPrompt="1"/>
          </p:nvPr>
        </p:nvSpPr>
        <p:spPr>
          <a:xfrm>
            <a:off x="349840" y="2726105"/>
            <a:ext cx="11243037" cy="3056398"/>
          </a:xfrm>
        </p:spPr>
        <p:txBody>
          <a:bodyPr/>
          <a:lstStyle>
            <a:lvl1pPr>
              <a:defRPr sz="1800"/>
            </a:lvl1pPr>
          </a:lstStyle>
          <a:p>
            <a:r>
              <a:rPr lang="en-US" dirty="0"/>
              <a:t>Insert picture</a:t>
            </a:r>
          </a:p>
        </p:txBody>
      </p:sp>
      <p:sp>
        <p:nvSpPr>
          <p:cNvPr id="6" name="Text Placeholder 5">
            <a:extLst>
              <a:ext uri="{FF2B5EF4-FFF2-40B4-BE49-F238E27FC236}">
                <a16:creationId xmlns:a16="http://schemas.microsoft.com/office/drawing/2014/main" id="{3A20CE62-5C28-8298-BB9C-49E4007BACAB}"/>
              </a:ext>
            </a:extLst>
          </p:cNvPr>
          <p:cNvSpPr>
            <a:spLocks noGrp="1"/>
          </p:cNvSpPr>
          <p:nvPr>
            <p:ph type="body" sz="quarter" idx="22" hasCustomPrompt="1"/>
          </p:nvPr>
        </p:nvSpPr>
        <p:spPr>
          <a:xfrm>
            <a:off x="360000" y="1625946"/>
            <a:ext cx="11243037" cy="893226"/>
          </a:xfrm>
        </p:spPr>
        <p:txBody>
          <a:bodyPr/>
          <a:lstStyle>
            <a:lvl1pPr>
              <a:spcAft>
                <a:spcPts val="600"/>
              </a:spcAft>
              <a:defRPr sz="1800"/>
            </a:lvl1pPr>
          </a:lstStyle>
          <a:p>
            <a:pPr lvl="0"/>
            <a:r>
              <a:rPr lang="en-GB" dirty="0"/>
              <a:t>Insert text</a:t>
            </a:r>
          </a:p>
        </p:txBody>
      </p:sp>
      <p:sp>
        <p:nvSpPr>
          <p:cNvPr id="3" name="Text Placeholder 5">
            <a:extLst>
              <a:ext uri="{FF2B5EF4-FFF2-40B4-BE49-F238E27FC236}">
                <a16:creationId xmlns:a16="http://schemas.microsoft.com/office/drawing/2014/main" id="{4AD4AB7C-8A21-E4EB-AA93-807A148152FD}"/>
              </a:ext>
            </a:extLst>
          </p:cNvPr>
          <p:cNvSpPr>
            <a:spLocks noGrp="1"/>
          </p:cNvSpPr>
          <p:nvPr>
            <p:ph type="body" sz="quarter" idx="23" hasCustomPrompt="1"/>
          </p:nvPr>
        </p:nvSpPr>
        <p:spPr>
          <a:xfrm>
            <a:off x="1973601" y="5964774"/>
            <a:ext cx="2567920" cy="731226"/>
          </a:xfrm>
        </p:spPr>
        <p:txBody>
          <a:bodyPr/>
          <a:lstStyle>
            <a:lvl1pPr>
              <a:spcAft>
                <a:spcPts val="600"/>
              </a:spcAft>
              <a:defRPr sz="1800"/>
            </a:lvl1pPr>
          </a:lstStyle>
          <a:p>
            <a:pPr lvl="0"/>
            <a:r>
              <a:rPr lang="en-GB" dirty="0"/>
              <a:t>Insert text</a:t>
            </a:r>
          </a:p>
        </p:txBody>
      </p:sp>
      <p:sp>
        <p:nvSpPr>
          <p:cNvPr id="8" name="Text Placeholder 5">
            <a:extLst>
              <a:ext uri="{FF2B5EF4-FFF2-40B4-BE49-F238E27FC236}">
                <a16:creationId xmlns:a16="http://schemas.microsoft.com/office/drawing/2014/main" id="{6FF1592D-1B12-201B-A9BD-5B5B908ECC65}"/>
              </a:ext>
            </a:extLst>
          </p:cNvPr>
          <p:cNvSpPr>
            <a:spLocks noGrp="1"/>
          </p:cNvSpPr>
          <p:nvPr>
            <p:ph type="body" sz="quarter" idx="24" hasCustomPrompt="1"/>
          </p:nvPr>
        </p:nvSpPr>
        <p:spPr>
          <a:xfrm>
            <a:off x="8161041" y="5964774"/>
            <a:ext cx="2567920" cy="731226"/>
          </a:xfrm>
        </p:spPr>
        <p:txBody>
          <a:bodyPr/>
          <a:lstStyle>
            <a:lvl1pPr>
              <a:spcAft>
                <a:spcPts val="600"/>
              </a:spcAft>
              <a:defRPr sz="1800"/>
            </a:lvl1pPr>
          </a:lstStyle>
          <a:p>
            <a:pPr lvl="0"/>
            <a:r>
              <a:rPr lang="en-GB" dirty="0"/>
              <a:t>Insert text</a:t>
            </a:r>
          </a:p>
        </p:txBody>
      </p:sp>
    </p:spTree>
    <p:extLst>
      <p:ext uri="{BB962C8B-B14F-4D97-AF65-F5344CB8AC3E}">
        <p14:creationId xmlns:p14="http://schemas.microsoft.com/office/powerpoint/2010/main" val="37981475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Feature image">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91FCC384-7450-516C-24D0-7D029ED3855A}"/>
              </a:ext>
              <a:ext uri="{C183D7F6-B498-43B3-948B-1728B52AA6E4}">
                <adec:decorative xmlns:adec="http://schemas.microsoft.com/office/drawing/2017/decorative" val="1"/>
              </a:ext>
            </a:extLst>
          </p:cNvPr>
          <p:cNvSpPr>
            <a:spLocks noGrp="1"/>
          </p:cNvSpPr>
          <p:nvPr>
            <p:ph type="pic" sz="quarter" idx="13"/>
          </p:nvPr>
        </p:nvSpPr>
        <p:spPr>
          <a:xfrm>
            <a:off x="0" y="0"/>
            <a:ext cx="5040000" cy="6858000"/>
          </a:xfrm>
        </p:spPr>
        <p:txBody>
          <a:bodyPr/>
          <a:lstStyle/>
          <a:p>
            <a:r>
              <a:rPr lang="en-US"/>
              <a:t>Click icon to add picture</a:t>
            </a:r>
            <a:endParaRPr lang="en-AU"/>
          </a:p>
        </p:txBody>
      </p:sp>
      <p:sp>
        <p:nvSpPr>
          <p:cNvPr id="4" name="Title 1">
            <a:extLst>
              <a:ext uri="{FF2B5EF4-FFF2-40B4-BE49-F238E27FC236}">
                <a16:creationId xmlns:a16="http://schemas.microsoft.com/office/drawing/2014/main" id="{46E61F09-1856-72E7-5C79-31B4A856E7AD}"/>
              </a:ext>
            </a:extLst>
          </p:cNvPr>
          <p:cNvSpPr>
            <a:spLocks noGrp="1"/>
          </p:cNvSpPr>
          <p:nvPr>
            <p:ph type="title" hasCustomPrompt="1"/>
          </p:nvPr>
        </p:nvSpPr>
        <p:spPr>
          <a:xfrm>
            <a:off x="5400000" y="360000"/>
            <a:ext cx="6407148" cy="554400"/>
          </a:xfrm>
        </p:spPr>
        <p:txBody>
          <a:bodyPr/>
          <a:lstStyle>
            <a:lvl1pPr>
              <a:defRPr>
                <a:solidFill>
                  <a:schemeClr val="accent1"/>
                </a:solidFill>
              </a:defRPr>
            </a:lvl1pPr>
          </a:lstStyle>
          <a:p>
            <a:r>
              <a:rPr lang="en-US" dirty="0"/>
              <a:t>Title</a:t>
            </a:r>
          </a:p>
        </p:txBody>
      </p:sp>
      <p:cxnSp>
        <p:nvCxnSpPr>
          <p:cNvPr id="6" name="Straight Connector 5">
            <a:extLst>
              <a:ext uri="{FF2B5EF4-FFF2-40B4-BE49-F238E27FC236}">
                <a16:creationId xmlns:a16="http://schemas.microsoft.com/office/drawing/2014/main" id="{52576981-5B08-29E1-CBD0-60B20605F583}"/>
              </a:ext>
              <a:ext uri="{C183D7F6-B498-43B3-948B-1728B52AA6E4}">
                <adec:decorative xmlns:adec="http://schemas.microsoft.com/office/drawing/2017/decorative" val="1"/>
              </a:ext>
            </a:extLst>
          </p:cNvPr>
          <p:cNvCxnSpPr>
            <a:cxnSpLocks/>
          </p:cNvCxnSpPr>
          <p:nvPr userDrawn="1"/>
        </p:nvCxnSpPr>
        <p:spPr>
          <a:xfrm>
            <a:off x="5220000" y="1800000"/>
            <a:ext cx="0" cy="4536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 name="Slide Number Placeholder 1">
            <a:extLst>
              <a:ext uri="{FF2B5EF4-FFF2-40B4-BE49-F238E27FC236}">
                <a16:creationId xmlns:a16="http://schemas.microsoft.com/office/drawing/2014/main" id="{AC754ADD-23A8-B626-EF2D-A89E9897C22E}"/>
              </a:ext>
            </a:extLst>
          </p:cNvPr>
          <p:cNvSpPr>
            <a:spLocks noGrp="1"/>
          </p:cNvSpPr>
          <p:nvPr>
            <p:ph type="sldNum" sz="quarter" idx="16"/>
          </p:nvPr>
        </p:nvSpPr>
        <p:spPr>
          <a:xfrm>
            <a:off x="11124000" y="6516000"/>
            <a:ext cx="720000" cy="180000"/>
          </a:xfrm>
        </p:spPr>
        <p:txBody>
          <a:bodyPr/>
          <a:lstStyle/>
          <a:p>
            <a:fld id="{10A01DC5-1685-4615-8240-15192985C6A2}" type="slidenum">
              <a:rPr lang="en-AU" smtClean="0"/>
              <a:pPr/>
              <a:t>‹#›</a:t>
            </a:fld>
            <a:endParaRPr lang="en-AU"/>
          </a:p>
        </p:txBody>
      </p:sp>
      <p:sp>
        <p:nvSpPr>
          <p:cNvPr id="10" name="Text Placeholder 3">
            <a:extLst>
              <a:ext uri="{FF2B5EF4-FFF2-40B4-BE49-F238E27FC236}">
                <a16:creationId xmlns:a16="http://schemas.microsoft.com/office/drawing/2014/main" id="{DE31FF8A-F945-2755-C01F-A984129CCFE4}"/>
              </a:ext>
            </a:extLst>
          </p:cNvPr>
          <p:cNvSpPr>
            <a:spLocks noGrp="1"/>
          </p:cNvSpPr>
          <p:nvPr>
            <p:ph type="body" sz="quarter" idx="17" hasCustomPrompt="1"/>
          </p:nvPr>
        </p:nvSpPr>
        <p:spPr>
          <a:xfrm>
            <a:off x="5400675" y="1800000"/>
            <a:ext cx="6407150" cy="4536000"/>
          </a:xfrm>
        </p:spPr>
        <p:txBody>
          <a:bodyPr/>
          <a:lstStyle>
            <a:lvl1pPr>
              <a:defRPr/>
            </a:lvl1pPr>
          </a:lstStyle>
          <a:p>
            <a:pPr lvl="0"/>
            <a:r>
              <a:rPr lang="en-US" dirty="0"/>
              <a:t>Click to add text</a:t>
            </a:r>
          </a:p>
          <a:p>
            <a:pPr lvl="1"/>
            <a:r>
              <a:rPr lang="en-US" dirty="0"/>
              <a:t>Second level</a:t>
            </a:r>
          </a:p>
          <a:p>
            <a:pPr lvl="4"/>
            <a:r>
              <a:rPr lang="en-US" dirty="0"/>
              <a:t>Third level</a:t>
            </a:r>
          </a:p>
          <a:p>
            <a:pPr lvl="3"/>
            <a:r>
              <a:rPr lang="en-US" dirty="0"/>
              <a:t>Fourth level</a:t>
            </a:r>
          </a:p>
          <a:p>
            <a:pPr lvl="4"/>
            <a:r>
              <a:rPr lang="en-US" dirty="0"/>
              <a:t>Fifth level</a:t>
            </a:r>
          </a:p>
        </p:txBody>
      </p:sp>
      <p:sp>
        <p:nvSpPr>
          <p:cNvPr id="13" name="Text Placeholder 10">
            <a:extLst>
              <a:ext uri="{FF2B5EF4-FFF2-40B4-BE49-F238E27FC236}">
                <a16:creationId xmlns:a16="http://schemas.microsoft.com/office/drawing/2014/main" id="{5222D209-0CF8-F581-20B2-402482319282}"/>
              </a:ext>
            </a:extLst>
          </p:cNvPr>
          <p:cNvSpPr>
            <a:spLocks noGrp="1"/>
          </p:cNvSpPr>
          <p:nvPr>
            <p:ph type="body" sz="quarter" idx="18" hasCustomPrompt="1"/>
          </p:nvPr>
        </p:nvSpPr>
        <p:spPr>
          <a:xfrm>
            <a:off x="5399998" y="982520"/>
            <a:ext cx="6407150" cy="294189"/>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dirty="0"/>
              <a:t>Subtitle</a:t>
            </a:r>
          </a:p>
        </p:txBody>
      </p:sp>
    </p:spTree>
    <p:extLst>
      <p:ext uri="{BB962C8B-B14F-4D97-AF65-F5344CB8AC3E}">
        <p14:creationId xmlns:p14="http://schemas.microsoft.com/office/powerpoint/2010/main" val="17219981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224">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tudent devised exam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E8F6E96-99E3-4F1D-3A20-E08B77215476}"/>
              </a:ext>
            </a:extLst>
          </p:cNvPr>
          <p:cNvSpPr/>
          <p:nvPr userDrawn="1"/>
        </p:nvSpPr>
        <p:spPr>
          <a:xfrm>
            <a:off x="0" y="0"/>
            <a:ext cx="12192000" cy="1616364"/>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535382"/>
            <a:ext cx="9920073"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1743837"/>
            <a:ext cx="9920073" cy="471554"/>
          </a:xfrm>
        </p:spPr>
        <p:txBody>
          <a:bodyPr anchor="b">
            <a:noAutofit/>
          </a:bodyPr>
          <a:lstStyle>
            <a:lvl1pPr>
              <a:defRPr sz="28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dirty="0"/>
              <a:t>Subtitle</a:t>
            </a:r>
          </a:p>
        </p:txBody>
      </p:sp>
      <p:pic>
        <p:nvPicPr>
          <p:cNvPr id="3" name="Picture 2" descr="A blue circle with a piece of a puzzle&#10;&#10;Description automatically generated">
            <a:extLst>
              <a:ext uri="{FF2B5EF4-FFF2-40B4-BE49-F238E27FC236}">
                <a16:creationId xmlns:a16="http://schemas.microsoft.com/office/drawing/2014/main" id="{F96725C5-9C99-B330-D0AA-938DE6B59F4D}"/>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682417" y="134354"/>
            <a:ext cx="1347657" cy="1347657"/>
          </a:xfrm>
          <a:prstGeom prst="rect">
            <a:avLst/>
          </a:prstGeom>
          <a:noFill/>
          <a:extLst>
            <a:ext uri="{909E8E84-426E-40DD-AFC4-6F175D3DCCD1}">
              <a14:hiddenFill xmlns:a14="http://schemas.microsoft.com/office/drawing/2010/main">
                <a:solidFill>
                  <a:srgbClr val="FFFFFF"/>
                </a:solidFill>
              </a14:hiddenFill>
            </a:ext>
          </a:extLst>
        </p:spPr>
      </p:pic>
      <p:sp>
        <p:nvSpPr>
          <p:cNvPr id="8" name="Picture Placeholder 7">
            <a:extLst>
              <a:ext uri="{FF2B5EF4-FFF2-40B4-BE49-F238E27FC236}">
                <a16:creationId xmlns:a16="http://schemas.microsoft.com/office/drawing/2014/main" id="{0A1CAFC3-176E-0DAD-ACB1-AD56FA16962A}"/>
              </a:ext>
            </a:extLst>
          </p:cNvPr>
          <p:cNvSpPr>
            <a:spLocks noGrp="1"/>
          </p:cNvSpPr>
          <p:nvPr>
            <p:ph type="pic" sz="quarter" idx="19"/>
          </p:nvPr>
        </p:nvSpPr>
        <p:spPr>
          <a:xfrm>
            <a:off x="360363" y="2317750"/>
            <a:ext cx="11483637" cy="2060575"/>
          </a:xfrm>
        </p:spPr>
        <p:txBody>
          <a:bodyPr/>
          <a:lstStyle/>
          <a:p>
            <a:r>
              <a:rPr lang="en-US"/>
              <a:t>Click icon to add picture</a:t>
            </a:r>
            <a:endParaRPr lang="en-AU"/>
          </a:p>
        </p:txBody>
      </p:sp>
      <p:sp>
        <p:nvSpPr>
          <p:cNvPr id="10" name="Text Placeholder 9">
            <a:extLst>
              <a:ext uri="{FF2B5EF4-FFF2-40B4-BE49-F238E27FC236}">
                <a16:creationId xmlns:a16="http://schemas.microsoft.com/office/drawing/2014/main" id="{3C17158F-8305-9FAD-5D27-F260E3A45E51}"/>
              </a:ext>
            </a:extLst>
          </p:cNvPr>
          <p:cNvSpPr>
            <a:spLocks noGrp="1"/>
          </p:cNvSpPr>
          <p:nvPr>
            <p:ph type="body" sz="quarter" idx="20"/>
          </p:nvPr>
        </p:nvSpPr>
        <p:spPr>
          <a:xfrm>
            <a:off x="360363" y="4579938"/>
            <a:ext cx="11483975" cy="1743075"/>
          </a:xfrm>
        </p:spPr>
        <p:txBody>
          <a:bodyPr/>
          <a:lstStyle>
            <a:lvl1pPr>
              <a:spcAft>
                <a:spcPts val="1200"/>
              </a:spcAft>
              <a:defRPr sz="1800"/>
            </a:lvl1pPr>
            <a:lvl2pPr>
              <a:spcAft>
                <a:spcPts val="1200"/>
              </a:spcAft>
              <a:defRPr sz="1800"/>
            </a:lvl2pPr>
            <a:lvl3pPr>
              <a:spcAft>
                <a:spcPts val="1200"/>
              </a:spcAft>
              <a:defRPr sz="1800"/>
            </a:lvl3pPr>
            <a:lvl4pPr>
              <a:spcAft>
                <a:spcPts val="1200"/>
              </a:spcAft>
              <a:defRPr sz="1800"/>
            </a:lvl4pPr>
            <a:lvl5pPr>
              <a:spcAft>
                <a:spcPts val="1200"/>
              </a:spcAft>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Tree>
    <p:extLst>
      <p:ext uri="{BB962C8B-B14F-4D97-AF65-F5344CB8AC3E}">
        <p14:creationId xmlns:p14="http://schemas.microsoft.com/office/powerpoint/2010/main" val="32955261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484000" cy="545601"/>
          </a:xfrm>
        </p:spPr>
        <p:txBody>
          <a:bodyPr/>
          <a:lstStyle>
            <a:lvl1pPr>
              <a:defRPr>
                <a:solidFill>
                  <a:schemeClr val="accent1"/>
                </a:solidFill>
              </a:defRPr>
            </a:lvl1pPr>
          </a:lstStyle>
          <a:p>
            <a:r>
              <a:rPr lang="en-US" dirty="0"/>
              <a:t>Title</a:t>
            </a:r>
            <a:endParaRPr lang="en-AU" dirty="0"/>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484000"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dirty="0"/>
              <a:t>Subtitle</a:t>
            </a:r>
          </a:p>
        </p:txBody>
      </p:sp>
    </p:spTree>
    <p:extLst>
      <p:ext uri="{BB962C8B-B14F-4D97-AF65-F5344CB8AC3E}">
        <p14:creationId xmlns:p14="http://schemas.microsoft.com/office/powerpoint/2010/main" val="37814771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10A01DC5-1685-4615-8240-15192985C6A2}" type="slidenum">
              <a:rPr lang="en-AU" smtClean="0"/>
              <a:t>‹#›</a:t>
            </a:fld>
            <a:endParaRPr lang="en-AU"/>
          </a:p>
        </p:txBody>
      </p:sp>
    </p:spTree>
    <p:extLst>
      <p:ext uri="{BB962C8B-B14F-4D97-AF65-F5344CB8AC3E}">
        <p14:creationId xmlns:p14="http://schemas.microsoft.com/office/powerpoint/2010/main" val="25868077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References">
    <p:bg>
      <p:bgPr>
        <a:solidFill>
          <a:schemeClr val="accent4"/>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3C69E21-27A4-4448-A8A5-3DF6A41F3B28}"/>
              </a:ext>
            </a:extLst>
          </p:cNvPr>
          <p:cNvSpPr/>
          <p:nvPr userDrawn="1"/>
        </p:nvSpPr>
        <p:spPr>
          <a:xfrm>
            <a:off x="0" y="1265616"/>
            <a:ext cx="12192000" cy="19011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7" name="Straight Connector 6">
            <a:extLst>
              <a:ext uri="{FF2B5EF4-FFF2-40B4-BE49-F238E27FC236}">
                <a16:creationId xmlns:a16="http://schemas.microsoft.com/office/drawing/2014/main" id="{FDEA8E5D-F9A7-48AC-AF91-6754515E9D1B}"/>
              </a:ext>
              <a:ext uri="{C183D7F6-B498-43B3-948B-1728B52AA6E4}">
                <adec:decorative xmlns:adec="http://schemas.microsoft.com/office/drawing/2017/decorative" val="1"/>
              </a:ext>
            </a:extLst>
          </p:cNvPr>
          <p:cNvCxnSpPr>
            <a:cxnSpLocks/>
          </p:cNvCxnSpPr>
          <p:nvPr userDrawn="1"/>
        </p:nvCxnSpPr>
        <p:spPr>
          <a:xfrm>
            <a:off x="0" y="1265616"/>
            <a:ext cx="1219200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5" name="Slide Number Placeholder 4">
            <a:extLst>
              <a:ext uri="{FF2B5EF4-FFF2-40B4-BE49-F238E27FC236}">
                <a16:creationId xmlns:a16="http://schemas.microsoft.com/office/drawing/2014/main" id="{81B646BC-5BB3-E31B-1A9E-AD82558D7FE8}"/>
              </a:ext>
            </a:extLst>
          </p:cNvPr>
          <p:cNvSpPr>
            <a:spLocks noGrp="1"/>
          </p:cNvSpPr>
          <p:nvPr>
            <p:ph type="sldNum" sz="quarter" idx="10"/>
          </p:nvPr>
        </p:nvSpPr>
        <p:spPr/>
        <p:txBody>
          <a:bodyPr/>
          <a:lstStyle/>
          <a:p>
            <a:fld id="{10A01DC5-1685-4615-8240-15192985C6A2}" type="slidenum">
              <a:rPr lang="en-AU" smtClean="0"/>
              <a:pPr/>
              <a:t>‹#›</a:t>
            </a:fld>
            <a:endParaRPr lang="en-AU"/>
          </a:p>
        </p:txBody>
      </p:sp>
      <p:sp>
        <p:nvSpPr>
          <p:cNvPr id="8" name="Title 3">
            <a:extLst>
              <a:ext uri="{FF2B5EF4-FFF2-40B4-BE49-F238E27FC236}">
                <a16:creationId xmlns:a16="http://schemas.microsoft.com/office/drawing/2014/main" id="{2245FC77-E959-4B3D-936D-71858DF4D065}"/>
              </a:ext>
            </a:extLst>
          </p:cNvPr>
          <p:cNvSpPr>
            <a:spLocks noGrp="1"/>
          </p:cNvSpPr>
          <p:nvPr>
            <p:ph type="title" hasCustomPrompt="1"/>
          </p:nvPr>
        </p:nvSpPr>
        <p:spPr>
          <a:xfrm>
            <a:off x="360000" y="360001"/>
            <a:ext cx="10080000" cy="521412"/>
          </a:xfrm>
        </p:spPr>
        <p:txBody>
          <a:bodyPr/>
          <a:lstStyle>
            <a:lvl1pPr>
              <a:defRPr>
                <a:solidFill>
                  <a:schemeClr val="accent1"/>
                </a:solidFill>
              </a:defRPr>
            </a:lvl1pPr>
          </a:lstStyle>
          <a:p>
            <a:r>
              <a:rPr lang="en-US" dirty="0"/>
              <a:t>References</a:t>
            </a:r>
            <a:endParaRPr lang="en-AU" dirty="0"/>
          </a:p>
        </p:txBody>
      </p:sp>
      <p:sp>
        <p:nvSpPr>
          <p:cNvPr id="2" name="Content Placeholder 2">
            <a:extLst>
              <a:ext uri="{FF2B5EF4-FFF2-40B4-BE49-F238E27FC236}">
                <a16:creationId xmlns:a16="http://schemas.microsoft.com/office/drawing/2014/main" id="{27905181-B8A1-3C65-36D9-EB3FF362FF6C}"/>
              </a:ext>
            </a:extLst>
          </p:cNvPr>
          <p:cNvSpPr>
            <a:spLocks noGrp="1"/>
          </p:cNvSpPr>
          <p:nvPr>
            <p:ph idx="1" hasCustomPrompt="1"/>
          </p:nvPr>
        </p:nvSpPr>
        <p:spPr>
          <a:xfrm>
            <a:off x="360000" y="3428999"/>
            <a:ext cx="11484000" cy="2927351"/>
          </a:xfrm>
        </p:spPr>
        <p:txBody>
          <a:bodyPr/>
          <a:lstStyle>
            <a:lvl1pPr>
              <a:lnSpc>
                <a:spcPct val="150000"/>
              </a:lnSpc>
              <a:defRPr sz="1200">
                <a:latin typeface="+mn-lt"/>
              </a:defRPr>
            </a:lvl1pPr>
            <a:lvl2pPr>
              <a:lnSpc>
                <a:spcPct val="150000"/>
              </a:lnSpc>
              <a:defRPr sz="1200"/>
            </a:lvl2pPr>
            <a:lvl3pPr>
              <a:lnSpc>
                <a:spcPct val="150000"/>
              </a:lnSpc>
              <a:defRPr/>
            </a:lvl3pPr>
            <a:lvl4pPr>
              <a:lnSpc>
                <a:spcPct val="150000"/>
              </a:lnSpc>
              <a:defRPr sz="1200"/>
            </a:lvl4pPr>
            <a:lvl5pPr>
              <a:lnSpc>
                <a:spcPct val="150000"/>
              </a:lnSpc>
              <a:defRPr sz="1200"/>
            </a:lvl5pPr>
          </a:lstStyle>
          <a:p>
            <a:pPr lvl="0"/>
            <a:r>
              <a:rPr lang="en-US" dirty="0"/>
              <a:t>Click to add text</a:t>
            </a:r>
          </a:p>
          <a:p>
            <a:pPr lvl="1"/>
            <a:r>
              <a:rPr lang="en-US" dirty="0"/>
              <a:t>Second level</a:t>
            </a:r>
          </a:p>
          <a:p>
            <a:pPr lvl="4"/>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305930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224">
          <p15:clr>
            <a:srgbClr val="FBAE40"/>
          </p15:clr>
        </p15:guide>
        <p15:guide id="2" pos="384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References con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165CECD-C00D-4560-9C97-AE28A8535867}"/>
              </a:ext>
              <a:ext uri="{C183D7F6-B498-43B3-948B-1728B52AA6E4}">
                <adec:decorative xmlns:adec="http://schemas.microsoft.com/office/drawing/2017/decorative" val="1"/>
              </a:ext>
            </a:extLst>
          </p:cNvPr>
          <p:cNvSpPr/>
          <p:nvPr userDrawn="1"/>
        </p:nvSpPr>
        <p:spPr>
          <a:xfrm>
            <a:off x="0" y="1620000"/>
            <a:ext cx="12192000" cy="523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 name="Slide Number Placeholder 6"/>
          <p:cNvSpPr>
            <a:spLocks noGrp="1"/>
          </p:cNvSpPr>
          <p:nvPr>
            <p:ph type="sldNum" sz="quarter" idx="12"/>
          </p:nvPr>
        </p:nvSpPr>
        <p:spPr/>
        <p:txBody>
          <a:bodyPr/>
          <a:lstStyle/>
          <a:p>
            <a:fld id="{10A01DC5-1685-4615-8240-15192985C6A2}" type="slidenum">
              <a:rPr lang="en-AU" smtClean="0"/>
              <a:t>‹#›</a:t>
            </a:fld>
            <a:endParaRPr lang="en-AU"/>
          </a:p>
        </p:txBody>
      </p:sp>
      <p:sp>
        <p:nvSpPr>
          <p:cNvPr id="10" name="Title 4">
            <a:extLst>
              <a:ext uri="{FF2B5EF4-FFF2-40B4-BE49-F238E27FC236}">
                <a16:creationId xmlns:a16="http://schemas.microsoft.com/office/drawing/2014/main" id="{4B69FB63-5913-44B0-9BCA-4B6E66CE48BF}"/>
              </a:ext>
            </a:extLst>
          </p:cNvPr>
          <p:cNvSpPr>
            <a:spLocks noGrp="1"/>
          </p:cNvSpPr>
          <p:nvPr>
            <p:ph type="title" hasCustomPrompt="1"/>
          </p:nvPr>
        </p:nvSpPr>
        <p:spPr>
          <a:xfrm>
            <a:off x="359997" y="360000"/>
            <a:ext cx="11483999" cy="522000"/>
          </a:xfrm>
        </p:spPr>
        <p:txBody>
          <a:bodyPr/>
          <a:lstStyle>
            <a:lvl1pPr>
              <a:defRPr>
                <a:solidFill>
                  <a:schemeClr val="accent1"/>
                </a:solidFill>
              </a:defRPr>
            </a:lvl1pPr>
          </a:lstStyle>
          <a:p>
            <a:r>
              <a:rPr lang="en-GB" dirty="0"/>
              <a:t>References (x)</a:t>
            </a:r>
            <a:endParaRPr lang="en-AU" dirty="0"/>
          </a:p>
        </p:txBody>
      </p:sp>
      <p:sp>
        <p:nvSpPr>
          <p:cNvPr id="2" name="Content Placeholder 2">
            <a:extLst>
              <a:ext uri="{FF2B5EF4-FFF2-40B4-BE49-F238E27FC236}">
                <a16:creationId xmlns:a16="http://schemas.microsoft.com/office/drawing/2014/main" id="{75109CEB-FEE9-3C82-2F10-45F8173A4BD3}"/>
              </a:ext>
            </a:extLst>
          </p:cNvPr>
          <p:cNvSpPr>
            <a:spLocks noGrp="1"/>
          </p:cNvSpPr>
          <p:nvPr>
            <p:ph idx="1" hasCustomPrompt="1"/>
          </p:nvPr>
        </p:nvSpPr>
        <p:spPr>
          <a:xfrm>
            <a:off x="360000" y="1971041"/>
            <a:ext cx="11484000" cy="4385310"/>
          </a:xfrm>
        </p:spPr>
        <p:txBody>
          <a:bodyPr/>
          <a:lstStyle>
            <a:lvl1pPr>
              <a:lnSpc>
                <a:spcPct val="150000"/>
              </a:lnSpc>
              <a:defRPr sz="1200">
                <a:latin typeface="+mn-lt"/>
              </a:defRPr>
            </a:lvl1pPr>
            <a:lvl2pPr>
              <a:lnSpc>
                <a:spcPct val="150000"/>
              </a:lnSpc>
              <a:defRPr sz="1200"/>
            </a:lvl2pPr>
            <a:lvl3pPr>
              <a:lnSpc>
                <a:spcPct val="150000"/>
              </a:lnSpc>
              <a:defRPr/>
            </a:lvl3pPr>
            <a:lvl4pPr>
              <a:lnSpc>
                <a:spcPct val="150000"/>
              </a:lnSpc>
              <a:defRPr sz="1200"/>
            </a:lvl4pPr>
            <a:lvl5pPr>
              <a:lnSpc>
                <a:spcPct val="150000"/>
              </a:lnSpc>
              <a:defRPr sz="1200"/>
            </a:lvl5pPr>
          </a:lstStyle>
          <a:p>
            <a:pPr lvl="0"/>
            <a:r>
              <a:rPr lang="en-US" dirty="0"/>
              <a:t>Click to add text</a:t>
            </a:r>
          </a:p>
          <a:p>
            <a:pPr lvl="1"/>
            <a:r>
              <a:rPr lang="en-US" dirty="0"/>
              <a:t>Second level</a:t>
            </a:r>
          </a:p>
          <a:p>
            <a:pPr lvl="4"/>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85205340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Copyright">
    <p:bg>
      <p:bgPr>
        <a:solidFill>
          <a:schemeClr val="accent1"/>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lvl1pPr>
              <a:defRPr>
                <a:solidFill>
                  <a:schemeClr val="bg1"/>
                </a:solidFill>
              </a:defRPr>
            </a:lvl1pPr>
          </a:lstStyle>
          <a:p>
            <a:fld id="{10A01DC5-1685-4615-8240-15192985C6A2}" type="slidenum">
              <a:rPr lang="en-AU" smtClean="0"/>
              <a:pPr/>
              <a:t>‹#›</a:t>
            </a:fld>
            <a:endParaRPr lang="en-AU"/>
          </a:p>
        </p:txBody>
      </p:sp>
      <p:sp>
        <p:nvSpPr>
          <p:cNvPr id="2" name="Title 1">
            <a:extLst>
              <a:ext uri="{FF2B5EF4-FFF2-40B4-BE49-F238E27FC236}">
                <a16:creationId xmlns:a16="http://schemas.microsoft.com/office/drawing/2014/main" id="{34BE5FFA-C863-5F63-2574-4F650BA4588D}"/>
              </a:ext>
            </a:extLst>
          </p:cNvPr>
          <p:cNvSpPr>
            <a:spLocks noGrp="1"/>
          </p:cNvSpPr>
          <p:nvPr>
            <p:ph type="title" hasCustomPrompt="1"/>
          </p:nvPr>
        </p:nvSpPr>
        <p:spPr>
          <a:xfrm>
            <a:off x="360000" y="360000"/>
            <a:ext cx="10080000" cy="537467"/>
          </a:xfrm>
        </p:spPr>
        <p:txBody>
          <a:bodyPr/>
          <a:lstStyle>
            <a:lvl1pPr>
              <a:defRPr>
                <a:solidFill>
                  <a:schemeClr val="bg1"/>
                </a:solidFill>
              </a:defRPr>
            </a:lvl1pPr>
          </a:lstStyle>
          <a:p>
            <a:r>
              <a:rPr lang="en-US" dirty="0"/>
              <a:t>Copyright</a:t>
            </a:r>
          </a:p>
        </p:txBody>
      </p:sp>
      <p:sp>
        <p:nvSpPr>
          <p:cNvPr id="3" name="Slide Number Placeholder 4">
            <a:extLst>
              <a:ext uri="{FF2B5EF4-FFF2-40B4-BE49-F238E27FC236}">
                <a16:creationId xmlns:a16="http://schemas.microsoft.com/office/drawing/2014/main" id="{CAF241D3-718F-F3B9-95BA-7ED78B1B5BDD}"/>
              </a:ext>
            </a:extLst>
          </p:cNvPr>
          <p:cNvSpPr txBox="1">
            <a:spLocks/>
          </p:cNvSpPr>
          <p:nvPr userDrawn="1"/>
        </p:nvSpPr>
        <p:spPr>
          <a:xfrm>
            <a:off x="11124000" y="6516000"/>
            <a:ext cx="720000" cy="180000"/>
          </a:xfrm>
          <a:prstGeom prst="rect">
            <a:avLst/>
          </a:prstGeom>
        </p:spPr>
        <p:txBody>
          <a:bodyPr vert="horz" lIns="0" tIns="0" rIns="0" bIns="0" rtlCol="0" anchor="t"/>
          <a:lstStyle>
            <a:defPPr>
              <a:defRPr lang="en-US"/>
            </a:defPPr>
            <a:lvl1pPr marL="0" algn="r" defTabSz="609585" rtl="0" eaLnBrk="1" latinLnBrk="0" hangingPunct="1">
              <a:defRPr sz="1200" kern="1200">
                <a:solidFill>
                  <a:schemeClr val="bg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fld id="{10A01DC5-1685-4615-8240-15192985C6A2}" type="slidenum">
              <a:rPr lang="en-AU" smtClean="0"/>
              <a:pPr/>
              <a:t>‹#›</a:t>
            </a:fld>
            <a:endParaRPr lang="en-AU"/>
          </a:p>
        </p:txBody>
      </p:sp>
      <p:sp>
        <p:nvSpPr>
          <p:cNvPr id="5" name="Rectangle 4">
            <a:extLst>
              <a:ext uri="{FF2B5EF4-FFF2-40B4-BE49-F238E27FC236}">
                <a16:creationId xmlns:a16="http://schemas.microsoft.com/office/drawing/2014/main" id="{147A10EB-69B5-E036-369C-033BAFE6DB18}"/>
              </a:ext>
            </a:extLst>
          </p:cNvPr>
          <p:cNvSpPr/>
          <p:nvPr userDrawn="1"/>
        </p:nvSpPr>
        <p:spPr>
          <a:xfrm>
            <a:off x="10915048" y="231006"/>
            <a:ext cx="1039529" cy="1100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6" name="Picture 5" descr="A red flower with white text&#10;&#10;Description automatically generated with low confidence">
            <a:extLst>
              <a:ext uri="{FF2B5EF4-FFF2-40B4-BE49-F238E27FC236}">
                <a16:creationId xmlns:a16="http://schemas.microsoft.com/office/drawing/2014/main" id="{F5F3CD7E-F06C-6B47-6A3E-198A7C0DC31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195216" y="360000"/>
            <a:ext cx="660785" cy="717587"/>
          </a:xfrm>
          <a:prstGeom prst="rect">
            <a:avLst/>
          </a:prstGeom>
        </p:spPr>
      </p:pic>
      <p:pic>
        <p:nvPicPr>
          <p:cNvPr id="7" name="Picture 12" descr="Creative Commons Attribution licence logo">
            <a:extLst>
              <a:ext uri="{FF2B5EF4-FFF2-40B4-BE49-F238E27FC236}">
                <a16:creationId xmlns:a16="http://schemas.microsoft.com/office/drawing/2014/main" id="{7948A98C-F758-2F9B-44F6-E4FEA77CAA7A}"/>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0244972" y="2967486"/>
            <a:ext cx="1406523" cy="489432"/>
          </a:xfrm>
          <a:prstGeom prst="rect">
            <a:avLst/>
          </a:prstGeom>
          <a:noFill/>
          <a:extLst>
            <a:ext uri="{909E8E84-426E-40DD-AFC4-6F175D3DCCD1}">
              <a14:hiddenFill xmlns:a14="http://schemas.microsoft.com/office/drawing/2010/main">
                <a:solidFill>
                  <a:srgbClr val="FFFFFF"/>
                </a:solidFill>
              </a14:hiddenFill>
            </a:ext>
          </a:extLst>
        </p:spPr>
      </p:pic>
      <p:sp>
        <p:nvSpPr>
          <p:cNvPr id="8" name="Text Placeholder 10">
            <a:extLst>
              <a:ext uri="{FF2B5EF4-FFF2-40B4-BE49-F238E27FC236}">
                <a16:creationId xmlns:a16="http://schemas.microsoft.com/office/drawing/2014/main" id="{CD8E711E-20C4-EB65-95D8-4E4BB3686546}"/>
              </a:ext>
            </a:extLst>
          </p:cNvPr>
          <p:cNvSpPr>
            <a:spLocks noGrp="1"/>
          </p:cNvSpPr>
          <p:nvPr>
            <p:ph type="body" sz="quarter" idx="18" hasCustomPrompt="1"/>
          </p:nvPr>
        </p:nvSpPr>
        <p:spPr>
          <a:xfrm>
            <a:off x="360000" y="981264"/>
            <a:ext cx="10080000" cy="310015"/>
          </a:xfrm>
        </p:spPr>
        <p:txBody>
          <a:bodyPr anchor="b">
            <a:noAutofit/>
          </a:bodyPr>
          <a:lstStyle>
            <a:lvl1pPr>
              <a:defRPr sz="2000">
                <a:solidFill>
                  <a:schemeClr val="accent4"/>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dirty="0"/>
              <a:t>Subtitle</a:t>
            </a:r>
          </a:p>
        </p:txBody>
      </p:sp>
    </p:spTree>
    <p:extLst>
      <p:ext uri="{BB962C8B-B14F-4D97-AF65-F5344CB8AC3E}">
        <p14:creationId xmlns:p14="http://schemas.microsoft.com/office/powerpoint/2010/main" val="30760375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9"/>
        <p:cNvGrpSpPr/>
        <p:nvPr/>
      </p:nvGrpSpPr>
      <p:grpSpPr>
        <a:xfrm>
          <a:off x="0" y="0"/>
          <a:ext cx="0" cy="0"/>
          <a:chOff x="0" y="0"/>
          <a:chExt cx="0" cy="0"/>
        </a:xfrm>
      </p:grpSpPr>
      <p:sp>
        <p:nvSpPr>
          <p:cNvPr id="10" name="Google Shape;10;p2"/>
          <p:cNvSpPr txBox="1">
            <a:spLocks noGrp="1"/>
          </p:cNvSpPr>
          <p:nvPr>
            <p:ph type="title"/>
          </p:nvPr>
        </p:nvSpPr>
        <p:spPr>
          <a:xfrm>
            <a:off x="415600" y="593367"/>
            <a:ext cx="11360800" cy="7636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r>
              <a:rPr lang="en-US"/>
              <a:t>Click to edit Master title style</a:t>
            </a:r>
            <a:endParaRPr/>
          </a:p>
        </p:txBody>
      </p:sp>
      <p:sp>
        <p:nvSpPr>
          <p:cNvPr id="11" name="Google Shape;11;p2"/>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227754207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ver">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EA17B1F9-1883-FB0F-19DA-8B4A4053535B}"/>
              </a:ext>
            </a:extLst>
          </p:cNvPr>
          <p:cNvSpPr/>
          <p:nvPr userDrawn="1"/>
        </p:nvSpPr>
        <p:spPr>
          <a:xfrm>
            <a:off x="7128000" y="0"/>
            <a:ext cx="5064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 name="Rectangle 5">
            <a:extLst>
              <a:ext uri="{FF2B5EF4-FFF2-40B4-BE49-F238E27FC236}">
                <a16:creationId xmlns:a16="http://schemas.microsoft.com/office/drawing/2014/main" id="{6E6ACE4A-E374-4533-BE29-9C2AA078581F}"/>
              </a:ext>
              <a:ext uri="{C183D7F6-B498-43B3-948B-1728B52AA6E4}">
                <adec:decorative xmlns:adec="http://schemas.microsoft.com/office/drawing/2017/decorative" val="1"/>
              </a:ext>
            </a:extLst>
          </p:cNvPr>
          <p:cNvSpPr/>
          <p:nvPr userDrawn="1"/>
        </p:nvSpPr>
        <p:spPr>
          <a:xfrm>
            <a:off x="0" y="0"/>
            <a:ext cx="7128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solidFill>
                <a:schemeClr val="bg1"/>
              </a:solidFill>
              <a:latin typeface="Public Sans" pitchFamily="2" charset="0"/>
            </a:endParaRPr>
          </a:p>
        </p:txBody>
      </p:sp>
      <p:cxnSp>
        <p:nvCxnSpPr>
          <p:cNvPr id="8" name="Straight Connector 7">
            <a:extLst>
              <a:ext uri="{FF2B5EF4-FFF2-40B4-BE49-F238E27FC236}">
                <a16:creationId xmlns:a16="http://schemas.microsoft.com/office/drawing/2014/main" id="{1379E5D7-4594-7BEA-DCDE-7C07259A2A00}"/>
              </a:ext>
              <a:ext uri="{C183D7F6-B498-43B3-948B-1728B52AA6E4}">
                <adec:decorative xmlns:adec="http://schemas.microsoft.com/office/drawing/2017/decorative" val="1"/>
              </a:ext>
            </a:extLst>
          </p:cNvPr>
          <p:cNvCxnSpPr>
            <a:cxnSpLocks/>
          </p:cNvCxnSpPr>
          <p:nvPr userDrawn="1"/>
        </p:nvCxnSpPr>
        <p:spPr>
          <a:xfrm>
            <a:off x="360000" y="360000"/>
            <a:ext cx="0" cy="6192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Title 1">
            <a:extLst>
              <a:ext uri="{FF2B5EF4-FFF2-40B4-BE49-F238E27FC236}">
                <a16:creationId xmlns:a16="http://schemas.microsoft.com/office/drawing/2014/main" id="{06313123-38FC-0AA8-8313-B587FAEA9FAB}"/>
              </a:ext>
            </a:extLst>
          </p:cNvPr>
          <p:cNvSpPr>
            <a:spLocks noGrp="1"/>
          </p:cNvSpPr>
          <p:nvPr>
            <p:ph type="ctrTitle" hasCustomPrompt="1"/>
          </p:nvPr>
        </p:nvSpPr>
        <p:spPr>
          <a:xfrm>
            <a:off x="539999" y="1530002"/>
            <a:ext cx="6255979" cy="2033997"/>
          </a:xfrm>
          <a:ln>
            <a:noFill/>
          </a:ln>
        </p:spPr>
        <p:txBody>
          <a:bodyPr anchor="b">
            <a:noAutofit/>
          </a:bodyPr>
          <a:lstStyle>
            <a:lvl1pPr algn="l">
              <a:lnSpc>
                <a:spcPct val="100000"/>
              </a:lnSpc>
              <a:defRPr sz="4800">
                <a:solidFill>
                  <a:schemeClr val="bg1"/>
                </a:solidFill>
                <a:latin typeface="Arial" panose="020B0604020202020204" pitchFamily="34" charset="0"/>
                <a:cs typeface="Arial" panose="020B0604020202020204" pitchFamily="34" charset="0"/>
              </a:defRPr>
            </a:lvl1pPr>
          </a:lstStyle>
          <a:p>
            <a:r>
              <a:rPr lang="en-US"/>
              <a:t>Unit title</a:t>
            </a:r>
          </a:p>
        </p:txBody>
      </p:sp>
      <p:sp>
        <p:nvSpPr>
          <p:cNvPr id="11" name="Text Placeholder 10">
            <a:extLst>
              <a:ext uri="{FF2B5EF4-FFF2-40B4-BE49-F238E27FC236}">
                <a16:creationId xmlns:a16="http://schemas.microsoft.com/office/drawing/2014/main" id="{1ECD7A7F-13F8-9E9F-94FF-03D42EEEF0A8}"/>
              </a:ext>
            </a:extLst>
          </p:cNvPr>
          <p:cNvSpPr>
            <a:spLocks noGrp="1"/>
          </p:cNvSpPr>
          <p:nvPr>
            <p:ph type="body" sz="quarter" idx="10" hasCustomPrompt="1"/>
          </p:nvPr>
        </p:nvSpPr>
        <p:spPr>
          <a:xfrm>
            <a:off x="539999" y="3624180"/>
            <a:ext cx="6255977" cy="1188000"/>
          </a:xfrm>
        </p:spPr>
        <p:txBody>
          <a:bodyPr anchor="t">
            <a:noAutofit/>
          </a:bodyPr>
          <a:lstStyle>
            <a:lvl1pPr>
              <a:defRPr sz="2000">
                <a:solidFill>
                  <a:schemeClr val="accent4"/>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Stage</a:t>
            </a:r>
          </a:p>
        </p:txBody>
      </p:sp>
      <p:sp>
        <p:nvSpPr>
          <p:cNvPr id="12" name="Text Placeholder 14">
            <a:extLst>
              <a:ext uri="{FF2B5EF4-FFF2-40B4-BE49-F238E27FC236}">
                <a16:creationId xmlns:a16="http://schemas.microsoft.com/office/drawing/2014/main" id="{1F1B4A2E-693D-413E-6506-E51D3453E154}"/>
              </a:ext>
            </a:extLst>
          </p:cNvPr>
          <p:cNvSpPr>
            <a:spLocks noGrp="1"/>
          </p:cNvSpPr>
          <p:nvPr>
            <p:ph type="body" sz="quarter" idx="16" hasCustomPrompt="1"/>
          </p:nvPr>
        </p:nvSpPr>
        <p:spPr>
          <a:xfrm>
            <a:off x="540000" y="4925698"/>
            <a:ext cx="6255975" cy="360000"/>
          </a:xfrm>
        </p:spPr>
        <p:txBody>
          <a:bodyPr>
            <a:noAutofit/>
          </a:bodyPr>
          <a:lstStyle>
            <a:lvl1pPr>
              <a:spcAft>
                <a:spcPts val="0"/>
              </a:spcAft>
              <a:defRPr sz="1800" b="1">
                <a:solidFill>
                  <a:schemeClr val="bg1"/>
                </a:solidFill>
                <a:latin typeface="Arial" panose="020B0604020202020204" pitchFamily="34" charset="0"/>
                <a:cs typeface="Arial" panose="020B0604020202020204" pitchFamily="34" charset="0"/>
              </a:defRPr>
            </a:lvl1pPr>
            <a:lvl2pPr>
              <a:spcAft>
                <a:spcPts val="0"/>
              </a:spcAft>
              <a:defRPr sz="1800" b="0">
                <a:solidFill>
                  <a:schemeClr val="bg1"/>
                </a:solidFill>
                <a:latin typeface="+mj-lt"/>
              </a:defRPr>
            </a:lvl2pPr>
            <a:lvl3pPr marL="0" indent="0">
              <a:buNone/>
              <a:defRPr sz="2000">
                <a:solidFill>
                  <a:schemeClr val="bg1"/>
                </a:solidFill>
              </a:defRPr>
            </a:lvl3pPr>
            <a:lvl4pPr>
              <a:defRPr sz="2000">
                <a:solidFill>
                  <a:schemeClr val="bg1"/>
                </a:solidFill>
              </a:defRPr>
            </a:lvl4pPr>
            <a:lvl5pPr>
              <a:defRPr sz="2000">
                <a:solidFill>
                  <a:schemeClr val="bg1"/>
                </a:solidFill>
              </a:defRPr>
            </a:lvl5pPr>
          </a:lstStyle>
          <a:p>
            <a:pPr lvl="0"/>
            <a:r>
              <a:rPr lang="en-US"/>
              <a:t>Module</a:t>
            </a:r>
          </a:p>
        </p:txBody>
      </p:sp>
      <p:sp>
        <p:nvSpPr>
          <p:cNvPr id="13" name="Text Placeholder 7">
            <a:extLst>
              <a:ext uri="{FF2B5EF4-FFF2-40B4-BE49-F238E27FC236}">
                <a16:creationId xmlns:a16="http://schemas.microsoft.com/office/drawing/2014/main" id="{0C245AE8-A9B0-AE21-616C-11D22901313C}"/>
              </a:ext>
            </a:extLst>
          </p:cNvPr>
          <p:cNvSpPr>
            <a:spLocks noGrp="1"/>
          </p:cNvSpPr>
          <p:nvPr>
            <p:ph type="body" sz="quarter" idx="14" hasCustomPrompt="1"/>
          </p:nvPr>
        </p:nvSpPr>
        <p:spPr>
          <a:xfrm>
            <a:off x="540000" y="5327998"/>
            <a:ext cx="6255971" cy="792000"/>
          </a:xfrm>
        </p:spPr>
        <p:txBody>
          <a:bodyPr/>
          <a:lstStyle>
            <a:lvl1pPr>
              <a:defRPr sz="1800">
                <a:solidFill>
                  <a:schemeClr val="bg1"/>
                </a:solidFill>
                <a:latin typeface="Arial" panose="020B0604020202020204" pitchFamily="34" charset="0"/>
                <a:cs typeface="Arial" panose="020B0604020202020204" pitchFamily="34" charset="0"/>
              </a:defRPr>
            </a:lvl1pPr>
          </a:lstStyle>
          <a:p>
            <a:pPr lvl="0"/>
            <a:r>
              <a:rPr lang="en-US"/>
              <a:t>Presenter name</a:t>
            </a:r>
            <a:endParaRPr lang="en-AU"/>
          </a:p>
        </p:txBody>
      </p:sp>
      <p:sp>
        <p:nvSpPr>
          <p:cNvPr id="15" name="Text Placeholder 14">
            <a:extLst>
              <a:ext uri="{FF2B5EF4-FFF2-40B4-BE49-F238E27FC236}">
                <a16:creationId xmlns:a16="http://schemas.microsoft.com/office/drawing/2014/main" id="{5C2AC99F-F6FA-4B77-DD09-207FFF07B242}"/>
              </a:ext>
            </a:extLst>
          </p:cNvPr>
          <p:cNvSpPr>
            <a:spLocks noGrp="1"/>
          </p:cNvSpPr>
          <p:nvPr>
            <p:ph type="body" sz="quarter" idx="15" hasCustomPrompt="1"/>
          </p:nvPr>
        </p:nvSpPr>
        <p:spPr>
          <a:xfrm>
            <a:off x="540000" y="6192000"/>
            <a:ext cx="6255975" cy="360000"/>
          </a:xfrm>
        </p:spPr>
        <p:txBody>
          <a:bodyPr anchor="b" anchorCtr="0">
            <a:noAutofit/>
          </a:bodyPr>
          <a:lstStyle>
            <a:lvl1pPr algn="l">
              <a:defRPr sz="1800" b="0">
                <a:solidFill>
                  <a:schemeClr val="bg1"/>
                </a:solidFill>
                <a:latin typeface="Arial" panose="020B0604020202020204" pitchFamily="34" charset="0"/>
                <a:cs typeface="Arial" panose="020B0604020202020204" pitchFamily="34" charset="0"/>
              </a:defRPr>
            </a:lvl1pPr>
            <a:lvl2pPr>
              <a:defRPr sz="1600">
                <a:solidFill>
                  <a:schemeClr val="bg1"/>
                </a:solidFill>
              </a:defRPr>
            </a:lvl2pPr>
            <a:lvl3pPr marL="0" indent="0">
              <a:buNone/>
              <a:defRPr sz="2000">
                <a:solidFill>
                  <a:schemeClr val="bg1"/>
                </a:solidFill>
              </a:defRPr>
            </a:lvl3pPr>
            <a:lvl4pPr>
              <a:defRPr sz="2000">
                <a:solidFill>
                  <a:schemeClr val="bg1"/>
                </a:solidFill>
              </a:defRPr>
            </a:lvl4pPr>
            <a:lvl5pPr>
              <a:defRPr sz="2000">
                <a:solidFill>
                  <a:schemeClr val="bg1"/>
                </a:solidFill>
              </a:defRPr>
            </a:lvl5pPr>
          </a:lstStyle>
          <a:p>
            <a:pPr lvl="0"/>
            <a:r>
              <a:rPr lang="en-US"/>
              <a:t>00 Month YYYY</a:t>
            </a:r>
          </a:p>
        </p:txBody>
      </p:sp>
      <p:pic>
        <p:nvPicPr>
          <p:cNvPr id="17" name="Picture 16">
            <a:extLst>
              <a:ext uri="{FF2B5EF4-FFF2-40B4-BE49-F238E27FC236}">
                <a16:creationId xmlns:a16="http://schemas.microsoft.com/office/drawing/2014/main" id="{1B2918F2-2A15-B218-B84D-C469AD3B60DA}"/>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135329" y="360000"/>
            <a:ext cx="660650" cy="715199"/>
          </a:xfrm>
          <a:prstGeom prst="rect">
            <a:avLst/>
          </a:prstGeom>
        </p:spPr>
      </p:pic>
      <p:sp>
        <p:nvSpPr>
          <p:cNvPr id="2" name="Picture Placeholder 4">
            <a:extLst>
              <a:ext uri="{FF2B5EF4-FFF2-40B4-BE49-F238E27FC236}">
                <a16:creationId xmlns:a16="http://schemas.microsoft.com/office/drawing/2014/main" id="{206B55C3-1914-D3B1-73B3-69F5509A4B69}"/>
              </a:ext>
              <a:ext uri="{C183D7F6-B498-43B3-948B-1728B52AA6E4}">
                <adec:decorative xmlns:adec="http://schemas.microsoft.com/office/drawing/2017/decorative" val="1"/>
              </a:ext>
            </a:extLst>
          </p:cNvPr>
          <p:cNvSpPr>
            <a:spLocks noGrp="1"/>
          </p:cNvSpPr>
          <p:nvPr>
            <p:ph type="pic" sz="quarter" idx="13"/>
          </p:nvPr>
        </p:nvSpPr>
        <p:spPr>
          <a:xfrm>
            <a:off x="7128000" y="0"/>
            <a:ext cx="5064000" cy="6858000"/>
          </a:xfrm>
        </p:spPr>
        <p:txBody>
          <a:bodyPr/>
          <a:lstStyle/>
          <a:p>
            <a:r>
              <a:rPr lang="en-US"/>
              <a:t>Click icon to add picture</a:t>
            </a:r>
            <a:endParaRPr lang="en-AU"/>
          </a:p>
        </p:txBody>
      </p:sp>
    </p:spTree>
    <p:extLst>
      <p:ext uri="{BB962C8B-B14F-4D97-AF65-F5344CB8AC3E}">
        <p14:creationId xmlns:p14="http://schemas.microsoft.com/office/powerpoint/2010/main" val="23824553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11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Divider">
    <p:bg>
      <p:bgPr>
        <a:solidFill>
          <a:schemeClr val="accent1"/>
        </a:solidFill>
        <a:effectLst/>
      </p:bgPr>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5C261660-AF47-818D-7C30-D254D989CACE}"/>
              </a:ext>
              <a:ext uri="{C183D7F6-B498-43B3-948B-1728B52AA6E4}">
                <adec:decorative xmlns:adec="http://schemas.microsoft.com/office/drawing/2017/decorative" val="1"/>
              </a:ext>
            </a:extLst>
          </p:cNvPr>
          <p:cNvCxnSpPr>
            <a:cxnSpLocks/>
          </p:cNvCxnSpPr>
          <p:nvPr userDrawn="1"/>
        </p:nvCxnSpPr>
        <p:spPr>
          <a:xfrm>
            <a:off x="360000" y="360000"/>
            <a:ext cx="0" cy="6192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3" name="Title 1">
            <a:extLst>
              <a:ext uri="{FF2B5EF4-FFF2-40B4-BE49-F238E27FC236}">
                <a16:creationId xmlns:a16="http://schemas.microsoft.com/office/drawing/2014/main" id="{8AD8A72A-7327-BEF4-2507-0522B8614AE9}"/>
              </a:ext>
            </a:extLst>
          </p:cNvPr>
          <p:cNvSpPr>
            <a:spLocks noGrp="1"/>
          </p:cNvSpPr>
          <p:nvPr>
            <p:ph type="ctrTitle" hasCustomPrompt="1"/>
          </p:nvPr>
        </p:nvSpPr>
        <p:spPr>
          <a:xfrm>
            <a:off x="540000" y="4067881"/>
            <a:ext cx="11291998" cy="800681"/>
          </a:xfrm>
          <a:ln>
            <a:noFill/>
          </a:ln>
        </p:spPr>
        <p:txBody>
          <a:bodyPr anchor="t">
            <a:noAutofit/>
          </a:bodyPr>
          <a:lstStyle>
            <a:lvl1pPr algn="l">
              <a:lnSpc>
                <a:spcPct val="110000"/>
              </a:lnSpc>
              <a:defRPr sz="4800">
                <a:solidFill>
                  <a:schemeClr val="bg1"/>
                </a:solidFill>
                <a:latin typeface="Arial" panose="020B0604020202020204" pitchFamily="34" charset="0"/>
                <a:cs typeface="Arial" panose="020B0604020202020204" pitchFamily="34" charset="0"/>
              </a:defRPr>
            </a:lvl1pPr>
          </a:lstStyle>
          <a:p>
            <a:pPr>
              <a:lnSpc>
                <a:spcPct val="100000"/>
              </a:lnSpc>
            </a:pPr>
            <a:r>
              <a:rPr lang="en-AU"/>
              <a:t>Lesson title</a:t>
            </a:r>
          </a:p>
        </p:txBody>
      </p:sp>
      <p:sp>
        <p:nvSpPr>
          <p:cNvPr id="6" name="Oval 5">
            <a:extLst>
              <a:ext uri="{FF2B5EF4-FFF2-40B4-BE49-F238E27FC236}">
                <a16:creationId xmlns:a16="http://schemas.microsoft.com/office/drawing/2014/main" id="{5EBAE78F-1A35-0A2C-DBF4-48477CA8F3A7}"/>
              </a:ext>
            </a:extLst>
          </p:cNvPr>
          <p:cNvSpPr>
            <a:spLocks noGrp="1" noRot="1" noMove="1" noResize="1" noEditPoints="1" noAdjustHandles="1" noChangeArrowheads="1" noChangeShapeType="1"/>
          </p:cNvSpPr>
          <p:nvPr userDrawn="1"/>
        </p:nvSpPr>
        <p:spPr>
          <a:xfrm>
            <a:off x="11056620" y="289560"/>
            <a:ext cx="906780" cy="800681"/>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2" name="Picture 1">
            <a:extLst>
              <a:ext uri="{FF2B5EF4-FFF2-40B4-BE49-F238E27FC236}">
                <a16:creationId xmlns:a16="http://schemas.microsoft.com/office/drawing/2014/main" id="{1DE675F6-B3E6-7651-8B0E-50E39CE29B9F}"/>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1171348" y="360000"/>
            <a:ext cx="660650" cy="715199"/>
          </a:xfrm>
          <a:prstGeom prst="rect">
            <a:avLst/>
          </a:prstGeom>
        </p:spPr>
      </p:pic>
    </p:spTree>
    <p:extLst>
      <p:ext uri="{BB962C8B-B14F-4D97-AF65-F5344CB8AC3E}">
        <p14:creationId xmlns:p14="http://schemas.microsoft.com/office/powerpoint/2010/main" val="17610344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LISC">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165CECD-C00D-4560-9C97-AE28A8535867}"/>
              </a:ext>
              <a:ext uri="{C183D7F6-B498-43B3-948B-1728B52AA6E4}">
                <adec:decorative xmlns:adec="http://schemas.microsoft.com/office/drawing/2017/decorative" val="1"/>
              </a:ext>
            </a:extLst>
          </p:cNvPr>
          <p:cNvSpPr/>
          <p:nvPr userDrawn="1"/>
        </p:nvSpPr>
        <p:spPr>
          <a:xfrm>
            <a:off x="0" y="1620000"/>
            <a:ext cx="12192000" cy="523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 name="Picture Placeholder 4">
            <a:extLst>
              <a:ext uri="{FF2B5EF4-FFF2-40B4-BE49-F238E27FC236}">
                <a16:creationId xmlns:a16="http://schemas.microsoft.com/office/drawing/2014/main" id="{8AB6FE45-2247-43AE-AFB0-3C1EC574D8FA}"/>
              </a:ext>
              <a:ext uri="{C183D7F6-B498-43B3-948B-1728B52AA6E4}">
                <adec:decorative xmlns:adec="http://schemas.microsoft.com/office/drawing/2017/decorative" val="1"/>
              </a:ext>
            </a:extLst>
          </p:cNvPr>
          <p:cNvSpPr>
            <a:spLocks noGrp="1"/>
          </p:cNvSpPr>
          <p:nvPr>
            <p:ph type="pic" sz="quarter" idx="13"/>
          </p:nvPr>
        </p:nvSpPr>
        <p:spPr>
          <a:xfrm>
            <a:off x="359998" y="1909282"/>
            <a:ext cx="11483999" cy="4210718"/>
          </a:xfrm>
        </p:spPr>
        <p:txBody>
          <a:bodyPr/>
          <a:lstStyle/>
          <a:p>
            <a:r>
              <a:rPr lang="en-US"/>
              <a:t>Click icon to add picture</a:t>
            </a:r>
            <a:endParaRPr lang="en-AU"/>
          </a:p>
        </p:txBody>
      </p:sp>
      <p:sp>
        <p:nvSpPr>
          <p:cNvPr id="7" name="Slide Number Placeholder 6"/>
          <p:cNvSpPr>
            <a:spLocks noGrp="1"/>
          </p:cNvSpPr>
          <p:nvPr>
            <p:ph type="sldNum" sz="quarter" idx="12"/>
          </p:nvPr>
        </p:nvSpPr>
        <p:spPr/>
        <p:txBody>
          <a:bodyPr/>
          <a:lstStyle/>
          <a:p>
            <a:fld id="{10A01DC5-1685-4615-8240-15192985C6A2}" type="slidenum">
              <a:rPr lang="en-AU" smtClean="0"/>
              <a:t>‹#›</a:t>
            </a:fld>
            <a:endParaRPr lang="en-AU"/>
          </a:p>
        </p:txBody>
      </p:sp>
      <p:sp>
        <p:nvSpPr>
          <p:cNvPr id="10" name="Title 4">
            <a:extLst>
              <a:ext uri="{FF2B5EF4-FFF2-40B4-BE49-F238E27FC236}">
                <a16:creationId xmlns:a16="http://schemas.microsoft.com/office/drawing/2014/main" id="{4B69FB63-5913-44B0-9BCA-4B6E66CE48BF}"/>
              </a:ext>
            </a:extLst>
          </p:cNvPr>
          <p:cNvSpPr>
            <a:spLocks noGrp="1"/>
          </p:cNvSpPr>
          <p:nvPr>
            <p:ph type="title"/>
          </p:nvPr>
        </p:nvSpPr>
        <p:spPr>
          <a:xfrm>
            <a:off x="359997" y="360000"/>
            <a:ext cx="11483999" cy="522000"/>
          </a:xfrm>
        </p:spPr>
        <p:txBody>
          <a:bodyPr/>
          <a:lstStyle>
            <a:lvl1pPr>
              <a:defRPr>
                <a:solidFill>
                  <a:schemeClr val="accent1"/>
                </a:solidFill>
              </a:defRPr>
            </a:lvl1pPr>
          </a:lstStyle>
          <a:p>
            <a:r>
              <a:rPr lang="en-US"/>
              <a:t>Click to edit Master title style</a:t>
            </a:r>
            <a:endParaRPr lang="en-AU"/>
          </a:p>
        </p:txBody>
      </p:sp>
      <p:sp>
        <p:nvSpPr>
          <p:cNvPr id="11" name="Text Placeholder 10">
            <a:extLst>
              <a:ext uri="{FF2B5EF4-FFF2-40B4-BE49-F238E27FC236}">
                <a16:creationId xmlns:a16="http://schemas.microsoft.com/office/drawing/2014/main" id="{4A905C52-CF4B-447B-B93D-A86FD209402A}"/>
              </a:ext>
            </a:extLst>
          </p:cNvPr>
          <p:cNvSpPr>
            <a:spLocks noGrp="1"/>
          </p:cNvSpPr>
          <p:nvPr>
            <p:ph type="body" sz="quarter" idx="18" hasCustomPrompt="1"/>
          </p:nvPr>
        </p:nvSpPr>
        <p:spPr>
          <a:xfrm>
            <a:off x="360000" y="1016704"/>
            <a:ext cx="11483996"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135687151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 slid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59999" y="360000"/>
            <a:ext cx="11483999"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48399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2" name="Text Placeholder 3">
            <a:extLst>
              <a:ext uri="{FF2B5EF4-FFF2-40B4-BE49-F238E27FC236}">
                <a16:creationId xmlns:a16="http://schemas.microsoft.com/office/drawing/2014/main" id="{7A679F83-4A45-8E00-A9A4-2E8DE35C1BB0}"/>
              </a:ext>
            </a:extLst>
          </p:cNvPr>
          <p:cNvSpPr>
            <a:spLocks noGrp="1"/>
          </p:cNvSpPr>
          <p:nvPr>
            <p:ph type="body" sz="quarter" idx="17" hasCustomPrompt="1"/>
          </p:nvPr>
        </p:nvSpPr>
        <p:spPr>
          <a:xfrm>
            <a:off x="360000" y="1567086"/>
            <a:ext cx="11484000" cy="4807835"/>
          </a:xfrm>
        </p:spPr>
        <p:txBody>
          <a:bodyPr/>
          <a:lstStyle>
            <a:lvl1pPr>
              <a:defRPr/>
            </a:lvl1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4868727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Feature image">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91FCC384-7450-516C-24D0-7D029ED3855A}"/>
              </a:ext>
              <a:ext uri="{C183D7F6-B498-43B3-948B-1728B52AA6E4}">
                <adec:decorative xmlns:adec="http://schemas.microsoft.com/office/drawing/2017/decorative" val="1"/>
              </a:ext>
            </a:extLst>
          </p:cNvPr>
          <p:cNvSpPr>
            <a:spLocks noGrp="1"/>
          </p:cNvSpPr>
          <p:nvPr>
            <p:ph type="pic" sz="quarter" idx="13"/>
          </p:nvPr>
        </p:nvSpPr>
        <p:spPr>
          <a:xfrm>
            <a:off x="0" y="0"/>
            <a:ext cx="5040000" cy="6858000"/>
          </a:xfrm>
        </p:spPr>
        <p:txBody>
          <a:bodyPr/>
          <a:lstStyle/>
          <a:p>
            <a:r>
              <a:rPr lang="en-US"/>
              <a:t>Click icon to add picture</a:t>
            </a:r>
            <a:endParaRPr lang="en-AU"/>
          </a:p>
        </p:txBody>
      </p:sp>
      <p:sp>
        <p:nvSpPr>
          <p:cNvPr id="4" name="Title 1">
            <a:extLst>
              <a:ext uri="{FF2B5EF4-FFF2-40B4-BE49-F238E27FC236}">
                <a16:creationId xmlns:a16="http://schemas.microsoft.com/office/drawing/2014/main" id="{46E61F09-1856-72E7-5C79-31B4A856E7AD}"/>
              </a:ext>
            </a:extLst>
          </p:cNvPr>
          <p:cNvSpPr>
            <a:spLocks noGrp="1"/>
          </p:cNvSpPr>
          <p:nvPr>
            <p:ph type="title" hasCustomPrompt="1"/>
          </p:nvPr>
        </p:nvSpPr>
        <p:spPr>
          <a:xfrm>
            <a:off x="5400000" y="360000"/>
            <a:ext cx="6407148" cy="554400"/>
          </a:xfrm>
        </p:spPr>
        <p:txBody>
          <a:bodyPr/>
          <a:lstStyle>
            <a:lvl1pPr>
              <a:defRPr>
                <a:solidFill>
                  <a:schemeClr val="accent1"/>
                </a:solidFill>
              </a:defRPr>
            </a:lvl1pPr>
          </a:lstStyle>
          <a:p>
            <a:r>
              <a:rPr lang="en-US"/>
              <a:t>Title</a:t>
            </a:r>
          </a:p>
        </p:txBody>
      </p:sp>
      <p:cxnSp>
        <p:nvCxnSpPr>
          <p:cNvPr id="6" name="Straight Connector 5">
            <a:extLst>
              <a:ext uri="{FF2B5EF4-FFF2-40B4-BE49-F238E27FC236}">
                <a16:creationId xmlns:a16="http://schemas.microsoft.com/office/drawing/2014/main" id="{52576981-5B08-29E1-CBD0-60B20605F583}"/>
              </a:ext>
              <a:ext uri="{C183D7F6-B498-43B3-948B-1728B52AA6E4}">
                <adec:decorative xmlns:adec="http://schemas.microsoft.com/office/drawing/2017/decorative" val="1"/>
              </a:ext>
            </a:extLst>
          </p:cNvPr>
          <p:cNvCxnSpPr>
            <a:cxnSpLocks/>
          </p:cNvCxnSpPr>
          <p:nvPr userDrawn="1"/>
        </p:nvCxnSpPr>
        <p:spPr>
          <a:xfrm>
            <a:off x="5220000" y="1800000"/>
            <a:ext cx="0" cy="4536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 name="Slide Number Placeholder 1">
            <a:extLst>
              <a:ext uri="{FF2B5EF4-FFF2-40B4-BE49-F238E27FC236}">
                <a16:creationId xmlns:a16="http://schemas.microsoft.com/office/drawing/2014/main" id="{AC754ADD-23A8-B626-EF2D-A89E9897C22E}"/>
              </a:ext>
            </a:extLst>
          </p:cNvPr>
          <p:cNvSpPr>
            <a:spLocks noGrp="1"/>
          </p:cNvSpPr>
          <p:nvPr>
            <p:ph type="sldNum" sz="quarter" idx="16"/>
          </p:nvPr>
        </p:nvSpPr>
        <p:spPr>
          <a:xfrm>
            <a:off x="11124000" y="6516000"/>
            <a:ext cx="720000" cy="180000"/>
          </a:xfrm>
        </p:spPr>
        <p:txBody>
          <a:bodyPr/>
          <a:lstStyle/>
          <a:p>
            <a:fld id="{10A01DC5-1685-4615-8240-15192985C6A2}" type="slidenum">
              <a:rPr lang="en-AU" smtClean="0"/>
              <a:pPr/>
              <a:t>‹#›</a:t>
            </a:fld>
            <a:endParaRPr lang="en-AU"/>
          </a:p>
        </p:txBody>
      </p:sp>
      <p:sp>
        <p:nvSpPr>
          <p:cNvPr id="10" name="Text Placeholder 3">
            <a:extLst>
              <a:ext uri="{FF2B5EF4-FFF2-40B4-BE49-F238E27FC236}">
                <a16:creationId xmlns:a16="http://schemas.microsoft.com/office/drawing/2014/main" id="{DE31FF8A-F945-2755-C01F-A984129CCFE4}"/>
              </a:ext>
            </a:extLst>
          </p:cNvPr>
          <p:cNvSpPr>
            <a:spLocks noGrp="1"/>
          </p:cNvSpPr>
          <p:nvPr>
            <p:ph type="body" sz="quarter" idx="17" hasCustomPrompt="1"/>
          </p:nvPr>
        </p:nvSpPr>
        <p:spPr>
          <a:xfrm>
            <a:off x="5400675" y="1800000"/>
            <a:ext cx="6407150" cy="4536000"/>
          </a:xfrm>
        </p:spPr>
        <p:txBody>
          <a:bodyPr/>
          <a:lstStyle>
            <a:lvl1pPr>
              <a:defRPr/>
            </a:lvl1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
        <p:nvSpPr>
          <p:cNvPr id="13" name="Text Placeholder 10">
            <a:extLst>
              <a:ext uri="{FF2B5EF4-FFF2-40B4-BE49-F238E27FC236}">
                <a16:creationId xmlns:a16="http://schemas.microsoft.com/office/drawing/2014/main" id="{5222D209-0CF8-F581-20B2-402482319282}"/>
              </a:ext>
            </a:extLst>
          </p:cNvPr>
          <p:cNvSpPr>
            <a:spLocks noGrp="1"/>
          </p:cNvSpPr>
          <p:nvPr>
            <p:ph type="body" sz="quarter" idx="18" hasCustomPrompt="1"/>
          </p:nvPr>
        </p:nvSpPr>
        <p:spPr>
          <a:xfrm>
            <a:off x="5399998" y="982520"/>
            <a:ext cx="6407150" cy="294189"/>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5376842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224">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484000"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484000"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36346802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10A01DC5-1685-4615-8240-15192985C6A2}" type="slidenum">
              <a:rPr lang="en-AU" smtClean="0"/>
              <a:t>‹#›</a:t>
            </a:fld>
            <a:endParaRPr lang="en-AU"/>
          </a:p>
        </p:txBody>
      </p:sp>
    </p:spTree>
    <p:extLst>
      <p:ext uri="{BB962C8B-B14F-4D97-AF65-F5344CB8AC3E}">
        <p14:creationId xmlns:p14="http://schemas.microsoft.com/office/powerpoint/2010/main" val="28485423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References">
    <p:bg>
      <p:bgPr>
        <a:solidFill>
          <a:schemeClr val="accent4"/>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3C69E21-27A4-4448-A8A5-3DF6A41F3B28}"/>
              </a:ext>
            </a:extLst>
          </p:cNvPr>
          <p:cNvSpPr/>
          <p:nvPr userDrawn="1"/>
        </p:nvSpPr>
        <p:spPr>
          <a:xfrm>
            <a:off x="0" y="1265616"/>
            <a:ext cx="12192000" cy="19011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7" name="Straight Connector 6">
            <a:extLst>
              <a:ext uri="{FF2B5EF4-FFF2-40B4-BE49-F238E27FC236}">
                <a16:creationId xmlns:a16="http://schemas.microsoft.com/office/drawing/2014/main" id="{FDEA8E5D-F9A7-48AC-AF91-6754515E9D1B}"/>
              </a:ext>
              <a:ext uri="{C183D7F6-B498-43B3-948B-1728B52AA6E4}">
                <adec:decorative xmlns:adec="http://schemas.microsoft.com/office/drawing/2017/decorative" val="1"/>
              </a:ext>
            </a:extLst>
          </p:cNvPr>
          <p:cNvCxnSpPr>
            <a:cxnSpLocks/>
          </p:cNvCxnSpPr>
          <p:nvPr userDrawn="1"/>
        </p:nvCxnSpPr>
        <p:spPr>
          <a:xfrm>
            <a:off x="0" y="1265616"/>
            <a:ext cx="1219200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5" name="Slide Number Placeholder 4">
            <a:extLst>
              <a:ext uri="{FF2B5EF4-FFF2-40B4-BE49-F238E27FC236}">
                <a16:creationId xmlns:a16="http://schemas.microsoft.com/office/drawing/2014/main" id="{81B646BC-5BB3-E31B-1A9E-AD82558D7FE8}"/>
              </a:ext>
            </a:extLst>
          </p:cNvPr>
          <p:cNvSpPr>
            <a:spLocks noGrp="1"/>
          </p:cNvSpPr>
          <p:nvPr>
            <p:ph type="sldNum" sz="quarter" idx="10"/>
          </p:nvPr>
        </p:nvSpPr>
        <p:spPr/>
        <p:txBody>
          <a:bodyPr/>
          <a:lstStyle/>
          <a:p>
            <a:fld id="{10A01DC5-1685-4615-8240-15192985C6A2}" type="slidenum">
              <a:rPr lang="en-AU" smtClean="0"/>
              <a:pPr/>
              <a:t>‹#›</a:t>
            </a:fld>
            <a:endParaRPr lang="en-AU"/>
          </a:p>
        </p:txBody>
      </p:sp>
      <p:sp>
        <p:nvSpPr>
          <p:cNvPr id="8" name="Title 3">
            <a:extLst>
              <a:ext uri="{FF2B5EF4-FFF2-40B4-BE49-F238E27FC236}">
                <a16:creationId xmlns:a16="http://schemas.microsoft.com/office/drawing/2014/main" id="{2245FC77-E959-4B3D-936D-71858DF4D065}"/>
              </a:ext>
            </a:extLst>
          </p:cNvPr>
          <p:cNvSpPr>
            <a:spLocks noGrp="1"/>
          </p:cNvSpPr>
          <p:nvPr>
            <p:ph type="title" hasCustomPrompt="1"/>
          </p:nvPr>
        </p:nvSpPr>
        <p:spPr>
          <a:xfrm>
            <a:off x="360000" y="360001"/>
            <a:ext cx="10080000" cy="521412"/>
          </a:xfrm>
        </p:spPr>
        <p:txBody>
          <a:bodyPr/>
          <a:lstStyle>
            <a:lvl1pPr>
              <a:defRPr>
                <a:solidFill>
                  <a:schemeClr val="accent1"/>
                </a:solidFill>
              </a:defRPr>
            </a:lvl1pPr>
          </a:lstStyle>
          <a:p>
            <a:r>
              <a:rPr lang="en-US"/>
              <a:t>References</a:t>
            </a:r>
            <a:endParaRPr lang="en-AU"/>
          </a:p>
        </p:txBody>
      </p:sp>
      <p:sp>
        <p:nvSpPr>
          <p:cNvPr id="2" name="Content Placeholder 2">
            <a:extLst>
              <a:ext uri="{FF2B5EF4-FFF2-40B4-BE49-F238E27FC236}">
                <a16:creationId xmlns:a16="http://schemas.microsoft.com/office/drawing/2014/main" id="{27905181-B8A1-3C65-36D9-EB3FF362FF6C}"/>
              </a:ext>
            </a:extLst>
          </p:cNvPr>
          <p:cNvSpPr>
            <a:spLocks noGrp="1"/>
          </p:cNvSpPr>
          <p:nvPr>
            <p:ph idx="1" hasCustomPrompt="1"/>
          </p:nvPr>
        </p:nvSpPr>
        <p:spPr>
          <a:xfrm>
            <a:off x="360000" y="3428999"/>
            <a:ext cx="11484000" cy="2927351"/>
          </a:xfrm>
        </p:spPr>
        <p:txBody>
          <a:bodyPr/>
          <a:lstStyle>
            <a:lvl1pPr>
              <a:lnSpc>
                <a:spcPct val="150000"/>
              </a:lnSpc>
              <a:defRPr sz="1200">
                <a:latin typeface="+mn-lt"/>
              </a:defRPr>
            </a:lvl1pPr>
            <a:lvl2pPr>
              <a:lnSpc>
                <a:spcPct val="150000"/>
              </a:lnSpc>
              <a:defRPr sz="1200"/>
            </a:lvl2pPr>
            <a:lvl3pPr>
              <a:lnSpc>
                <a:spcPct val="150000"/>
              </a:lnSpc>
              <a:defRPr/>
            </a:lvl3pPr>
            <a:lvl4pPr>
              <a:lnSpc>
                <a:spcPct val="150000"/>
              </a:lnSpc>
              <a:defRPr sz="1200"/>
            </a:lvl4pPr>
            <a:lvl5pPr>
              <a:lnSpc>
                <a:spcPct val="150000"/>
              </a:lnSpc>
              <a:defRPr sz="1200"/>
            </a:lvl5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809074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224">
          <p15:clr>
            <a:srgbClr val="FBAE40"/>
          </p15:clr>
        </p15:guide>
        <p15:guide id="2" pos="3840">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Copyright">
    <p:bg>
      <p:bgPr>
        <a:solidFill>
          <a:schemeClr val="accent1"/>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lvl1pPr>
              <a:defRPr>
                <a:solidFill>
                  <a:schemeClr val="bg1"/>
                </a:solidFill>
              </a:defRPr>
            </a:lvl1pPr>
          </a:lstStyle>
          <a:p>
            <a:fld id="{10A01DC5-1685-4615-8240-15192985C6A2}" type="slidenum">
              <a:rPr lang="en-AU" smtClean="0"/>
              <a:pPr/>
              <a:t>‹#›</a:t>
            </a:fld>
            <a:endParaRPr lang="en-AU"/>
          </a:p>
        </p:txBody>
      </p:sp>
      <p:sp>
        <p:nvSpPr>
          <p:cNvPr id="2" name="Title 1">
            <a:extLst>
              <a:ext uri="{FF2B5EF4-FFF2-40B4-BE49-F238E27FC236}">
                <a16:creationId xmlns:a16="http://schemas.microsoft.com/office/drawing/2014/main" id="{34BE5FFA-C863-5F63-2574-4F650BA4588D}"/>
              </a:ext>
            </a:extLst>
          </p:cNvPr>
          <p:cNvSpPr>
            <a:spLocks noGrp="1"/>
          </p:cNvSpPr>
          <p:nvPr>
            <p:ph type="title" hasCustomPrompt="1"/>
          </p:nvPr>
        </p:nvSpPr>
        <p:spPr>
          <a:xfrm>
            <a:off x="360000" y="360000"/>
            <a:ext cx="10080000" cy="537467"/>
          </a:xfrm>
        </p:spPr>
        <p:txBody>
          <a:bodyPr/>
          <a:lstStyle>
            <a:lvl1pPr>
              <a:defRPr>
                <a:solidFill>
                  <a:schemeClr val="bg1"/>
                </a:solidFill>
              </a:defRPr>
            </a:lvl1pPr>
          </a:lstStyle>
          <a:p>
            <a:r>
              <a:rPr lang="en-US"/>
              <a:t>Copyright</a:t>
            </a:r>
          </a:p>
        </p:txBody>
      </p:sp>
      <p:sp>
        <p:nvSpPr>
          <p:cNvPr id="3" name="Slide Number Placeholder 4">
            <a:extLst>
              <a:ext uri="{FF2B5EF4-FFF2-40B4-BE49-F238E27FC236}">
                <a16:creationId xmlns:a16="http://schemas.microsoft.com/office/drawing/2014/main" id="{CAF241D3-718F-F3B9-95BA-7ED78B1B5BDD}"/>
              </a:ext>
            </a:extLst>
          </p:cNvPr>
          <p:cNvSpPr txBox="1">
            <a:spLocks/>
          </p:cNvSpPr>
          <p:nvPr userDrawn="1"/>
        </p:nvSpPr>
        <p:spPr>
          <a:xfrm>
            <a:off x="11124000" y="6516000"/>
            <a:ext cx="720000" cy="180000"/>
          </a:xfrm>
          <a:prstGeom prst="rect">
            <a:avLst/>
          </a:prstGeom>
        </p:spPr>
        <p:txBody>
          <a:bodyPr vert="horz" lIns="0" tIns="0" rIns="0" bIns="0" rtlCol="0" anchor="t"/>
          <a:lstStyle>
            <a:defPPr>
              <a:defRPr lang="en-US"/>
            </a:defPPr>
            <a:lvl1pPr marL="0" algn="r" defTabSz="609585" rtl="0" eaLnBrk="1" latinLnBrk="0" hangingPunct="1">
              <a:defRPr sz="1200" kern="1200">
                <a:solidFill>
                  <a:schemeClr val="bg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fld id="{10A01DC5-1685-4615-8240-15192985C6A2}" type="slidenum">
              <a:rPr lang="en-AU" smtClean="0"/>
              <a:pPr/>
              <a:t>‹#›</a:t>
            </a:fld>
            <a:endParaRPr lang="en-AU"/>
          </a:p>
        </p:txBody>
      </p:sp>
      <p:sp>
        <p:nvSpPr>
          <p:cNvPr id="5" name="Rectangle 4">
            <a:extLst>
              <a:ext uri="{FF2B5EF4-FFF2-40B4-BE49-F238E27FC236}">
                <a16:creationId xmlns:a16="http://schemas.microsoft.com/office/drawing/2014/main" id="{147A10EB-69B5-E036-369C-033BAFE6DB18}"/>
              </a:ext>
            </a:extLst>
          </p:cNvPr>
          <p:cNvSpPr/>
          <p:nvPr userDrawn="1"/>
        </p:nvSpPr>
        <p:spPr>
          <a:xfrm>
            <a:off x="10915048" y="231006"/>
            <a:ext cx="1039529" cy="1100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6" name="Picture 5" descr="A red flower with white text&#10;&#10;Description automatically generated with low confidence">
            <a:extLst>
              <a:ext uri="{FF2B5EF4-FFF2-40B4-BE49-F238E27FC236}">
                <a16:creationId xmlns:a16="http://schemas.microsoft.com/office/drawing/2014/main" id="{F5F3CD7E-F06C-6B47-6A3E-198A7C0DC31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195216" y="360000"/>
            <a:ext cx="660785" cy="717587"/>
          </a:xfrm>
          <a:prstGeom prst="rect">
            <a:avLst/>
          </a:prstGeom>
        </p:spPr>
      </p:pic>
      <p:pic>
        <p:nvPicPr>
          <p:cNvPr id="7" name="Picture 12" descr="Creative Commons Attribution licence logo">
            <a:extLst>
              <a:ext uri="{FF2B5EF4-FFF2-40B4-BE49-F238E27FC236}">
                <a16:creationId xmlns:a16="http://schemas.microsoft.com/office/drawing/2014/main" id="{7948A98C-F758-2F9B-44F6-E4FEA77CAA7A}"/>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0244972" y="2967486"/>
            <a:ext cx="1406523" cy="489432"/>
          </a:xfrm>
          <a:prstGeom prst="rect">
            <a:avLst/>
          </a:prstGeom>
          <a:noFill/>
          <a:extLst>
            <a:ext uri="{909E8E84-426E-40DD-AFC4-6F175D3DCCD1}">
              <a14:hiddenFill xmlns:a14="http://schemas.microsoft.com/office/drawing/2010/main">
                <a:solidFill>
                  <a:srgbClr val="FFFFFF"/>
                </a:solidFill>
              </a14:hiddenFill>
            </a:ext>
          </a:extLst>
        </p:spPr>
      </p:pic>
      <p:sp>
        <p:nvSpPr>
          <p:cNvPr id="8" name="Text Placeholder 10">
            <a:extLst>
              <a:ext uri="{FF2B5EF4-FFF2-40B4-BE49-F238E27FC236}">
                <a16:creationId xmlns:a16="http://schemas.microsoft.com/office/drawing/2014/main" id="{CD8E711E-20C4-EB65-95D8-4E4BB3686546}"/>
              </a:ext>
            </a:extLst>
          </p:cNvPr>
          <p:cNvSpPr>
            <a:spLocks noGrp="1"/>
          </p:cNvSpPr>
          <p:nvPr>
            <p:ph type="body" sz="quarter" idx="18" hasCustomPrompt="1"/>
          </p:nvPr>
        </p:nvSpPr>
        <p:spPr>
          <a:xfrm>
            <a:off x="360000" y="981264"/>
            <a:ext cx="10080000" cy="310015"/>
          </a:xfrm>
        </p:spPr>
        <p:txBody>
          <a:bodyPr anchor="b">
            <a:noAutofit/>
          </a:bodyPr>
          <a:lstStyle>
            <a:lvl1pPr>
              <a:defRPr sz="2000">
                <a:solidFill>
                  <a:schemeClr val="accent4"/>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34017080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9"/>
        <p:cNvGrpSpPr/>
        <p:nvPr/>
      </p:nvGrpSpPr>
      <p:grpSpPr>
        <a:xfrm>
          <a:off x="0" y="0"/>
          <a:ext cx="0" cy="0"/>
          <a:chOff x="0" y="0"/>
          <a:chExt cx="0" cy="0"/>
        </a:xfrm>
      </p:grpSpPr>
      <p:sp>
        <p:nvSpPr>
          <p:cNvPr id="10" name="Google Shape;10;p2"/>
          <p:cNvSpPr txBox="1">
            <a:spLocks noGrp="1"/>
          </p:cNvSpPr>
          <p:nvPr>
            <p:ph type="title"/>
          </p:nvPr>
        </p:nvSpPr>
        <p:spPr>
          <a:xfrm>
            <a:off x="415600" y="593367"/>
            <a:ext cx="11360800" cy="7636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1" name="Google Shape;11;p2"/>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103511025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Student devised exam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E8F6E96-99E3-4F1D-3A20-E08B77215476}"/>
              </a:ext>
            </a:extLst>
          </p:cNvPr>
          <p:cNvSpPr/>
          <p:nvPr userDrawn="1"/>
        </p:nvSpPr>
        <p:spPr>
          <a:xfrm>
            <a:off x="0" y="0"/>
            <a:ext cx="12192000" cy="1616364"/>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535382"/>
            <a:ext cx="9920073"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1743837"/>
            <a:ext cx="9920073" cy="471554"/>
          </a:xfrm>
        </p:spPr>
        <p:txBody>
          <a:bodyPr anchor="b">
            <a:noAutofit/>
          </a:bodyPr>
          <a:lstStyle>
            <a:lvl1pPr>
              <a:defRPr sz="28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pic>
        <p:nvPicPr>
          <p:cNvPr id="3" name="Picture 2" descr="A blue circle with a piece of a puzzle&#10;&#10;Description automatically generated">
            <a:extLst>
              <a:ext uri="{FF2B5EF4-FFF2-40B4-BE49-F238E27FC236}">
                <a16:creationId xmlns:a16="http://schemas.microsoft.com/office/drawing/2014/main" id="{F96725C5-9C99-B330-D0AA-938DE6B59F4D}"/>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682417" y="134354"/>
            <a:ext cx="1347657" cy="1347657"/>
          </a:xfrm>
          <a:prstGeom prst="rect">
            <a:avLst/>
          </a:prstGeom>
          <a:noFill/>
          <a:extLst>
            <a:ext uri="{909E8E84-426E-40DD-AFC4-6F175D3DCCD1}">
              <a14:hiddenFill xmlns:a14="http://schemas.microsoft.com/office/drawing/2010/main">
                <a:solidFill>
                  <a:srgbClr val="FFFFFF"/>
                </a:solidFill>
              </a14:hiddenFill>
            </a:ext>
          </a:extLst>
        </p:spPr>
      </p:pic>
      <p:sp>
        <p:nvSpPr>
          <p:cNvPr id="8" name="Picture Placeholder 7">
            <a:extLst>
              <a:ext uri="{FF2B5EF4-FFF2-40B4-BE49-F238E27FC236}">
                <a16:creationId xmlns:a16="http://schemas.microsoft.com/office/drawing/2014/main" id="{0A1CAFC3-176E-0DAD-ACB1-AD56FA16962A}"/>
              </a:ext>
            </a:extLst>
          </p:cNvPr>
          <p:cNvSpPr>
            <a:spLocks noGrp="1"/>
          </p:cNvSpPr>
          <p:nvPr>
            <p:ph type="pic" sz="quarter" idx="19"/>
          </p:nvPr>
        </p:nvSpPr>
        <p:spPr>
          <a:xfrm>
            <a:off x="360363" y="2317750"/>
            <a:ext cx="11483637" cy="2060575"/>
          </a:xfrm>
        </p:spPr>
        <p:txBody>
          <a:bodyPr/>
          <a:lstStyle/>
          <a:p>
            <a:r>
              <a:rPr lang="en-US"/>
              <a:t>Click icon to add picture</a:t>
            </a:r>
            <a:endParaRPr lang="en-AU"/>
          </a:p>
        </p:txBody>
      </p:sp>
      <p:sp>
        <p:nvSpPr>
          <p:cNvPr id="10" name="Text Placeholder 9">
            <a:extLst>
              <a:ext uri="{FF2B5EF4-FFF2-40B4-BE49-F238E27FC236}">
                <a16:creationId xmlns:a16="http://schemas.microsoft.com/office/drawing/2014/main" id="{3C17158F-8305-9FAD-5D27-F260E3A45E51}"/>
              </a:ext>
            </a:extLst>
          </p:cNvPr>
          <p:cNvSpPr>
            <a:spLocks noGrp="1"/>
          </p:cNvSpPr>
          <p:nvPr>
            <p:ph type="body" sz="quarter" idx="20"/>
          </p:nvPr>
        </p:nvSpPr>
        <p:spPr>
          <a:xfrm>
            <a:off x="360363" y="4579938"/>
            <a:ext cx="11483975" cy="1743075"/>
          </a:xfrm>
        </p:spPr>
        <p:txBody>
          <a:bodyPr/>
          <a:lstStyle>
            <a:lvl1pPr>
              <a:spcAft>
                <a:spcPts val="1200"/>
              </a:spcAft>
              <a:defRPr sz="1800"/>
            </a:lvl1pPr>
            <a:lvl2pPr>
              <a:spcAft>
                <a:spcPts val="1200"/>
              </a:spcAft>
              <a:defRPr sz="1800"/>
            </a:lvl2pPr>
            <a:lvl3pPr>
              <a:spcAft>
                <a:spcPts val="1200"/>
              </a:spcAft>
              <a:defRPr sz="1800"/>
            </a:lvl3pPr>
            <a:lvl4pPr>
              <a:spcAft>
                <a:spcPts val="1200"/>
              </a:spcAft>
              <a:defRPr sz="1800"/>
            </a:lvl4pPr>
            <a:lvl5pPr>
              <a:spcAft>
                <a:spcPts val="1200"/>
              </a:spcAft>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Tree>
    <p:extLst>
      <p:ext uri="{BB962C8B-B14F-4D97-AF65-F5344CB8AC3E}">
        <p14:creationId xmlns:p14="http://schemas.microsoft.com/office/powerpoint/2010/main" val="40827540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2_Multiple choic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11" name="Text Placeholder 2">
            <a:extLst>
              <a:ext uri="{FF2B5EF4-FFF2-40B4-BE49-F238E27FC236}">
                <a16:creationId xmlns:a16="http://schemas.microsoft.com/office/drawing/2014/main" id="{09AE21FE-7E6F-A034-F036-612FA37CA8BC}"/>
              </a:ext>
            </a:extLst>
          </p:cNvPr>
          <p:cNvSpPr>
            <a:spLocks noGrp="1"/>
          </p:cNvSpPr>
          <p:nvPr>
            <p:ph type="body" sz="quarter" idx="27" hasCustomPrompt="1"/>
          </p:nvPr>
        </p:nvSpPr>
        <p:spPr>
          <a:xfrm>
            <a:off x="1345520" y="5474358"/>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
        <p:nvSpPr>
          <p:cNvPr id="12" name="Text Placeholder 5">
            <a:extLst>
              <a:ext uri="{FF2B5EF4-FFF2-40B4-BE49-F238E27FC236}">
                <a16:creationId xmlns:a16="http://schemas.microsoft.com/office/drawing/2014/main" id="{0C45F7D3-A319-C117-165D-6FAF332E7124}"/>
              </a:ext>
            </a:extLst>
          </p:cNvPr>
          <p:cNvSpPr>
            <a:spLocks noGrp="1"/>
          </p:cNvSpPr>
          <p:nvPr>
            <p:ph type="body" sz="quarter" idx="28" hasCustomPrompt="1"/>
          </p:nvPr>
        </p:nvSpPr>
        <p:spPr>
          <a:xfrm>
            <a:off x="360000" y="1625946"/>
            <a:ext cx="11243037" cy="527974"/>
          </a:xfrm>
        </p:spPr>
        <p:txBody>
          <a:bodyPr/>
          <a:lstStyle>
            <a:lvl1pPr>
              <a:spcAft>
                <a:spcPts val="600"/>
              </a:spcAft>
              <a:defRPr sz="1800"/>
            </a:lvl1pPr>
          </a:lstStyle>
          <a:p>
            <a:pPr lvl="0"/>
            <a:r>
              <a:rPr lang="en-GB"/>
              <a:t>Insert text</a:t>
            </a:r>
          </a:p>
        </p:txBody>
      </p:sp>
      <p:sp>
        <p:nvSpPr>
          <p:cNvPr id="13" name="Text Placeholder 2">
            <a:extLst>
              <a:ext uri="{FF2B5EF4-FFF2-40B4-BE49-F238E27FC236}">
                <a16:creationId xmlns:a16="http://schemas.microsoft.com/office/drawing/2014/main" id="{5F81E50E-5FDF-87FB-F284-468C0D7FADB8}"/>
              </a:ext>
            </a:extLst>
          </p:cNvPr>
          <p:cNvSpPr>
            <a:spLocks noGrp="1"/>
          </p:cNvSpPr>
          <p:nvPr>
            <p:ph type="body" sz="quarter" idx="29" hasCustomPrompt="1"/>
          </p:nvPr>
        </p:nvSpPr>
        <p:spPr>
          <a:xfrm>
            <a:off x="1345520" y="4624304"/>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
        <p:nvSpPr>
          <p:cNvPr id="14" name="Text Placeholder 2">
            <a:extLst>
              <a:ext uri="{FF2B5EF4-FFF2-40B4-BE49-F238E27FC236}">
                <a16:creationId xmlns:a16="http://schemas.microsoft.com/office/drawing/2014/main" id="{9A44A122-DD69-F174-2E08-3A0257CA52FB}"/>
              </a:ext>
            </a:extLst>
          </p:cNvPr>
          <p:cNvSpPr>
            <a:spLocks noGrp="1"/>
          </p:cNvSpPr>
          <p:nvPr>
            <p:ph type="body" sz="quarter" idx="30" hasCustomPrompt="1"/>
          </p:nvPr>
        </p:nvSpPr>
        <p:spPr>
          <a:xfrm>
            <a:off x="1345520" y="3774251"/>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
        <p:nvSpPr>
          <p:cNvPr id="15" name="Text Placeholder 2">
            <a:extLst>
              <a:ext uri="{FF2B5EF4-FFF2-40B4-BE49-F238E27FC236}">
                <a16:creationId xmlns:a16="http://schemas.microsoft.com/office/drawing/2014/main" id="{FC304F2C-9B61-A905-CA27-E6F31881426D}"/>
              </a:ext>
            </a:extLst>
          </p:cNvPr>
          <p:cNvSpPr>
            <a:spLocks noGrp="1"/>
          </p:cNvSpPr>
          <p:nvPr>
            <p:ph type="body" sz="quarter" idx="31" hasCustomPrompt="1"/>
          </p:nvPr>
        </p:nvSpPr>
        <p:spPr>
          <a:xfrm>
            <a:off x="1345520" y="2924198"/>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Tree>
    <p:extLst>
      <p:ext uri="{BB962C8B-B14F-4D97-AF65-F5344CB8AC3E}">
        <p14:creationId xmlns:p14="http://schemas.microsoft.com/office/powerpoint/2010/main" val="16546055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1_Multiple choic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8" name="Picture Placeholder 7">
            <a:extLst>
              <a:ext uri="{FF2B5EF4-FFF2-40B4-BE49-F238E27FC236}">
                <a16:creationId xmlns:a16="http://schemas.microsoft.com/office/drawing/2014/main" id="{F0C3D212-D9E6-5651-0336-B3898E36FBA5}"/>
              </a:ext>
            </a:extLst>
          </p:cNvPr>
          <p:cNvSpPr>
            <a:spLocks noGrp="1"/>
          </p:cNvSpPr>
          <p:nvPr>
            <p:ph type="pic" sz="quarter" idx="20"/>
          </p:nvPr>
        </p:nvSpPr>
        <p:spPr>
          <a:xfrm>
            <a:off x="360000" y="2765028"/>
            <a:ext cx="2240960" cy="2649349"/>
          </a:xfrm>
        </p:spPr>
        <p:txBody>
          <a:bodyPr/>
          <a:lstStyle>
            <a:lvl1pPr>
              <a:defRPr sz="1600"/>
            </a:lvl1pPr>
          </a:lstStyle>
          <a:p>
            <a:r>
              <a:rPr lang="en-US"/>
              <a:t>Click icon to add picture</a:t>
            </a:r>
            <a:endParaRPr lang="en-AU"/>
          </a:p>
        </p:txBody>
      </p:sp>
      <p:sp>
        <p:nvSpPr>
          <p:cNvPr id="13" name="Picture Placeholder 7">
            <a:extLst>
              <a:ext uri="{FF2B5EF4-FFF2-40B4-BE49-F238E27FC236}">
                <a16:creationId xmlns:a16="http://schemas.microsoft.com/office/drawing/2014/main" id="{B4B450DC-5728-768F-26C0-12B026741DA4}"/>
              </a:ext>
            </a:extLst>
          </p:cNvPr>
          <p:cNvSpPr>
            <a:spLocks noGrp="1"/>
          </p:cNvSpPr>
          <p:nvPr>
            <p:ph type="pic" sz="quarter" idx="21"/>
          </p:nvPr>
        </p:nvSpPr>
        <p:spPr>
          <a:xfrm>
            <a:off x="3363973" y="2765028"/>
            <a:ext cx="2240960" cy="2649349"/>
          </a:xfrm>
        </p:spPr>
        <p:txBody>
          <a:bodyPr/>
          <a:lstStyle>
            <a:lvl1pPr>
              <a:defRPr sz="1600"/>
            </a:lvl1pPr>
          </a:lstStyle>
          <a:p>
            <a:r>
              <a:rPr lang="en-US"/>
              <a:t>Click icon to add picture</a:t>
            </a:r>
            <a:endParaRPr lang="en-AU"/>
          </a:p>
        </p:txBody>
      </p:sp>
      <p:sp>
        <p:nvSpPr>
          <p:cNvPr id="15" name="Picture Placeholder 7">
            <a:extLst>
              <a:ext uri="{FF2B5EF4-FFF2-40B4-BE49-F238E27FC236}">
                <a16:creationId xmlns:a16="http://schemas.microsoft.com/office/drawing/2014/main" id="{6C3CDCFB-025E-3885-F074-73ADECE44C9E}"/>
              </a:ext>
            </a:extLst>
          </p:cNvPr>
          <p:cNvSpPr>
            <a:spLocks noGrp="1"/>
          </p:cNvSpPr>
          <p:nvPr>
            <p:ph type="pic" sz="quarter" idx="22"/>
          </p:nvPr>
        </p:nvSpPr>
        <p:spPr>
          <a:xfrm>
            <a:off x="9371920" y="2765028"/>
            <a:ext cx="2240960" cy="2649349"/>
          </a:xfrm>
        </p:spPr>
        <p:txBody>
          <a:bodyPr/>
          <a:lstStyle>
            <a:lvl1pPr>
              <a:defRPr sz="1600"/>
            </a:lvl1pPr>
          </a:lstStyle>
          <a:p>
            <a:r>
              <a:rPr lang="en-US"/>
              <a:t>Click icon to add picture</a:t>
            </a:r>
            <a:endParaRPr lang="en-AU"/>
          </a:p>
        </p:txBody>
      </p:sp>
      <p:sp>
        <p:nvSpPr>
          <p:cNvPr id="17" name="Picture Placeholder 7">
            <a:extLst>
              <a:ext uri="{FF2B5EF4-FFF2-40B4-BE49-F238E27FC236}">
                <a16:creationId xmlns:a16="http://schemas.microsoft.com/office/drawing/2014/main" id="{CCABCD24-7B7B-0554-1934-9DC04D3EBBF4}"/>
              </a:ext>
            </a:extLst>
          </p:cNvPr>
          <p:cNvSpPr>
            <a:spLocks noGrp="1"/>
          </p:cNvSpPr>
          <p:nvPr>
            <p:ph type="pic" sz="quarter" idx="23"/>
          </p:nvPr>
        </p:nvSpPr>
        <p:spPr>
          <a:xfrm>
            <a:off x="6367946" y="2765028"/>
            <a:ext cx="2240960" cy="2649349"/>
          </a:xfrm>
        </p:spPr>
        <p:txBody>
          <a:bodyPr/>
          <a:lstStyle>
            <a:lvl1pPr>
              <a:defRPr sz="1600"/>
            </a:lvl1pPr>
          </a:lstStyle>
          <a:p>
            <a:r>
              <a:rPr lang="en-US"/>
              <a:t>Click icon to add picture</a:t>
            </a:r>
            <a:endParaRPr lang="en-AU"/>
          </a:p>
        </p:txBody>
      </p:sp>
      <p:sp>
        <p:nvSpPr>
          <p:cNvPr id="2" name="Text Placeholder 5">
            <a:extLst>
              <a:ext uri="{FF2B5EF4-FFF2-40B4-BE49-F238E27FC236}">
                <a16:creationId xmlns:a16="http://schemas.microsoft.com/office/drawing/2014/main" id="{1DFCC6A7-827F-6E36-F159-837EA4EBC3D3}"/>
              </a:ext>
            </a:extLst>
          </p:cNvPr>
          <p:cNvSpPr>
            <a:spLocks noGrp="1"/>
          </p:cNvSpPr>
          <p:nvPr>
            <p:ph type="body" sz="quarter" idx="24" hasCustomPrompt="1"/>
          </p:nvPr>
        </p:nvSpPr>
        <p:spPr>
          <a:xfrm>
            <a:off x="360000" y="1625946"/>
            <a:ext cx="11243037" cy="893226"/>
          </a:xfrm>
        </p:spPr>
        <p:txBody>
          <a:bodyPr/>
          <a:lstStyle>
            <a:lvl1pPr>
              <a:spcAft>
                <a:spcPts val="600"/>
              </a:spcAft>
              <a:defRPr sz="1800"/>
            </a:lvl1pPr>
          </a:lstStyle>
          <a:p>
            <a:pPr lvl="0"/>
            <a:r>
              <a:rPr lang="en-GB"/>
              <a:t>Insert text</a:t>
            </a:r>
          </a:p>
        </p:txBody>
      </p:sp>
    </p:spTree>
    <p:extLst>
      <p:ext uri="{BB962C8B-B14F-4D97-AF65-F5344CB8AC3E}">
        <p14:creationId xmlns:p14="http://schemas.microsoft.com/office/powerpoint/2010/main" val="26723156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ver">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EA17B1F9-1883-FB0F-19DA-8B4A4053535B}"/>
              </a:ext>
            </a:extLst>
          </p:cNvPr>
          <p:cNvSpPr/>
          <p:nvPr userDrawn="1"/>
        </p:nvSpPr>
        <p:spPr>
          <a:xfrm>
            <a:off x="7128000" y="0"/>
            <a:ext cx="5064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 name="Rectangle 5">
            <a:extLst>
              <a:ext uri="{FF2B5EF4-FFF2-40B4-BE49-F238E27FC236}">
                <a16:creationId xmlns:a16="http://schemas.microsoft.com/office/drawing/2014/main" id="{6E6ACE4A-E374-4533-BE29-9C2AA078581F}"/>
              </a:ext>
              <a:ext uri="{C183D7F6-B498-43B3-948B-1728B52AA6E4}">
                <adec:decorative xmlns:adec="http://schemas.microsoft.com/office/drawing/2017/decorative" val="1"/>
              </a:ext>
            </a:extLst>
          </p:cNvPr>
          <p:cNvSpPr/>
          <p:nvPr userDrawn="1"/>
        </p:nvSpPr>
        <p:spPr>
          <a:xfrm>
            <a:off x="0" y="0"/>
            <a:ext cx="7128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solidFill>
                <a:schemeClr val="bg1"/>
              </a:solidFill>
              <a:latin typeface="Public Sans" pitchFamily="2" charset="0"/>
            </a:endParaRPr>
          </a:p>
        </p:txBody>
      </p:sp>
      <p:cxnSp>
        <p:nvCxnSpPr>
          <p:cNvPr id="8" name="Straight Connector 7">
            <a:extLst>
              <a:ext uri="{FF2B5EF4-FFF2-40B4-BE49-F238E27FC236}">
                <a16:creationId xmlns:a16="http://schemas.microsoft.com/office/drawing/2014/main" id="{1379E5D7-4594-7BEA-DCDE-7C07259A2A00}"/>
              </a:ext>
              <a:ext uri="{C183D7F6-B498-43B3-948B-1728B52AA6E4}">
                <adec:decorative xmlns:adec="http://schemas.microsoft.com/office/drawing/2017/decorative" val="1"/>
              </a:ext>
            </a:extLst>
          </p:cNvPr>
          <p:cNvCxnSpPr>
            <a:cxnSpLocks/>
          </p:cNvCxnSpPr>
          <p:nvPr userDrawn="1"/>
        </p:nvCxnSpPr>
        <p:spPr>
          <a:xfrm>
            <a:off x="360000" y="360000"/>
            <a:ext cx="0" cy="6192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Title 1">
            <a:extLst>
              <a:ext uri="{FF2B5EF4-FFF2-40B4-BE49-F238E27FC236}">
                <a16:creationId xmlns:a16="http://schemas.microsoft.com/office/drawing/2014/main" id="{06313123-38FC-0AA8-8313-B587FAEA9FAB}"/>
              </a:ext>
            </a:extLst>
          </p:cNvPr>
          <p:cNvSpPr>
            <a:spLocks noGrp="1"/>
          </p:cNvSpPr>
          <p:nvPr>
            <p:ph type="ctrTitle" hasCustomPrompt="1"/>
          </p:nvPr>
        </p:nvSpPr>
        <p:spPr>
          <a:xfrm>
            <a:off x="539999" y="1530002"/>
            <a:ext cx="6255979" cy="2033997"/>
          </a:xfrm>
          <a:ln>
            <a:noFill/>
          </a:ln>
        </p:spPr>
        <p:txBody>
          <a:bodyPr anchor="b">
            <a:noAutofit/>
          </a:bodyPr>
          <a:lstStyle>
            <a:lvl1pPr algn="l">
              <a:lnSpc>
                <a:spcPct val="100000"/>
              </a:lnSpc>
              <a:defRPr sz="4800">
                <a:solidFill>
                  <a:schemeClr val="bg1"/>
                </a:solidFill>
                <a:latin typeface="Arial" panose="020B0604020202020204" pitchFamily="34" charset="0"/>
                <a:cs typeface="Arial" panose="020B0604020202020204" pitchFamily="34" charset="0"/>
              </a:defRPr>
            </a:lvl1pPr>
          </a:lstStyle>
          <a:p>
            <a:r>
              <a:rPr lang="en-US"/>
              <a:t>Unit title</a:t>
            </a:r>
          </a:p>
        </p:txBody>
      </p:sp>
      <p:sp>
        <p:nvSpPr>
          <p:cNvPr id="11" name="Text Placeholder 10">
            <a:extLst>
              <a:ext uri="{FF2B5EF4-FFF2-40B4-BE49-F238E27FC236}">
                <a16:creationId xmlns:a16="http://schemas.microsoft.com/office/drawing/2014/main" id="{1ECD7A7F-13F8-9E9F-94FF-03D42EEEF0A8}"/>
              </a:ext>
            </a:extLst>
          </p:cNvPr>
          <p:cNvSpPr>
            <a:spLocks noGrp="1"/>
          </p:cNvSpPr>
          <p:nvPr>
            <p:ph type="body" sz="quarter" idx="10" hasCustomPrompt="1"/>
          </p:nvPr>
        </p:nvSpPr>
        <p:spPr>
          <a:xfrm>
            <a:off x="539999" y="3624180"/>
            <a:ext cx="6255977" cy="1188000"/>
          </a:xfrm>
        </p:spPr>
        <p:txBody>
          <a:bodyPr anchor="t">
            <a:noAutofit/>
          </a:bodyPr>
          <a:lstStyle>
            <a:lvl1pPr>
              <a:defRPr sz="2000">
                <a:solidFill>
                  <a:schemeClr val="accent4"/>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Stage</a:t>
            </a:r>
          </a:p>
        </p:txBody>
      </p:sp>
      <p:sp>
        <p:nvSpPr>
          <p:cNvPr id="12" name="Text Placeholder 14">
            <a:extLst>
              <a:ext uri="{FF2B5EF4-FFF2-40B4-BE49-F238E27FC236}">
                <a16:creationId xmlns:a16="http://schemas.microsoft.com/office/drawing/2014/main" id="{1F1B4A2E-693D-413E-6506-E51D3453E154}"/>
              </a:ext>
            </a:extLst>
          </p:cNvPr>
          <p:cNvSpPr>
            <a:spLocks noGrp="1"/>
          </p:cNvSpPr>
          <p:nvPr>
            <p:ph type="body" sz="quarter" idx="16" hasCustomPrompt="1"/>
          </p:nvPr>
        </p:nvSpPr>
        <p:spPr>
          <a:xfrm>
            <a:off x="540000" y="4925698"/>
            <a:ext cx="6255975" cy="360000"/>
          </a:xfrm>
        </p:spPr>
        <p:txBody>
          <a:bodyPr>
            <a:noAutofit/>
          </a:bodyPr>
          <a:lstStyle>
            <a:lvl1pPr>
              <a:spcAft>
                <a:spcPts val="0"/>
              </a:spcAft>
              <a:defRPr sz="1800" b="1">
                <a:solidFill>
                  <a:schemeClr val="bg1"/>
                </a:solidFill>
                <a:latin typeface="Arial" panose="020B0604020202020204" pitchFamily="34" charset="0"/>
                <a:cs typeface="Arial" panose="020B0604020202020204" pitchFamily="34" charset="0"/>
              </a:defRPr>
            </a:lvl1pPr>
            <a:lvl2pPr>
              <a:spcAft>
                <a:spcPts val="0"/>
              </a:spcAft>
              <a:defRPr sz="1800" b="0">
                <a:solidFill>
                  <a:schemeClr val="bg1"/>
                </a:solidFill>
                <a:latin typeface="+mj-lt"/>
              </a:defRPr>
            </a:lvl2pPr>
            <a:lvl3pPr marL="0" indent="0">
              <a:buNone/>
              <a:defRPr sz="2000">
                <a:solidFill>
                  <a:schemeClr val="bg1"/>
                </a:solidFill>
              </a:defRPr>
            </a:lvl3pPr>
            <a:lvl4pPr>
              <a:defRPr sz="2000">
                <a:solidFill>
                  <a:schemeClr val="bg1"/>
                </a:solidFill>
              </a:defRPr>
            </a:lvl4pPr>
            <a:lvl5pPr>
              <a:defRPr sz="2000">
                <a:solidFill>
                  <a:schemeClr val="bg1"/>
                </a:solidFill>
              </a:defRPr>
            </a:lvl5pPr>
          </a:lstStyle>
          <a:p>
            <a:pPr lvl="0"/>
            <a:r>
              <a:rPr lang="en-US"/>
              <a:t>Module</a:t>
            </a:r>
          </a:p>
        </p:txBody>
      </p:sp>
      <p:sp>
        <p:nvSpPr>
          <p:cNvPr id="13" name="Text Placeholder 7">
            <a:extLst>
              <a:ext uri="{FF2B5EF4-FFF2-40B4-BE49-F238E27FC236}">
                <a16:creationId xmlns:a16="http://schemas.microsoft.com/office/drawing/2014/main" id="{0C245AE8-A9B0-AE21-616C-11D22901313C}"/>
              </a:ext>
            </a:extLst>
          </p:cNvPr>
          <p:cNvSpPr>
            <a:spLocks noGrp="1"/>
          </p:cNvSpPr>
          <p:nvPr>
            <p:ph type="body" sz="quarter" idx="14" hasCustomPrompt="1"/>
          </p:nvPr>
        </p:nvSpPr>
        <p:spPr>
          <a:xfrm>
            <a:off x="540000" y="5327998"/>
            <a:ext cx="6255971" cy="792000"/>
          </a:xfrm>
        </p:spPr>
        <p:txBody>
          <a:bodyPr/>
          <a:lstStyle>
            <a:lvl1pPr>
              <a:defRPr sz="1800">
                <a:solidFill>
                  <a:schemeClr val="bg1"/>
                </a:solidFill>
                <a:latin typeface="Arial" panose="020B0604020202020204" pitchFamily="34" charset="0"/>
                <a:cs typeface="Arial" panose="020B0604020202020204" pitchFamily="34" charset="0"/>
              </a:defRPr>
            </a:lvl1pPr>
          </a:lstStyle>
          <a:p>
            <a:pPr lvl="0"/>
            <a:r>
              <a:rPr lang="en-US"/>
              <a:t>Presenter name</a:t>
            </a:r>
            <a:endParaRPr lang="en-AU"/>
          </a:p>
        </p:txBody>
      </p:sp>
      <p:sp>
        <p:nvSpPr>
          <p:cNvPr id="15" name="Text Placeholder 14">
            <a:extLst>
              <a:ext uri="{FF2B5EF4-FFF2-40B4-BE49-F238E27FC236}">
                <a16:creationId xmlns:a16="http://schemas.microsoft.com/office/drawing/2014/main" id="{5C2AC99F-F6FA-4B77-DD09-207FFF07B242}"/>
              </a:ext>
            </a:extLst>
          </p:cNvPr>
          <p:cNvSpPr>
            <a:spLocks noGrp="1"/>
          </p:cNvSpPr>
          <p:nvPr>
            <p:ph type="body" sz="quarter" idx="15" hasCustomPrompt="1"/>
          </p:nvPr>
        </p:nvSpPr>
        <p:spPr>
          <a:xfrm>
            <a:off x="540000" y="6192000"/>
            <a:ext cx="6255975" cy="360000"/>
          </a:xfrm>
        </p:spPr>
        <p:txBody>
          <a:bodyPr anchor="b" anchorCtr="0">
            <a:noAutofit/>
          </a:bodyPr>
          <a:lstStyle>
            <a:lvl1pPr algn="l">
              <a:defRPr sz="1800" b="0">
                <a:solidFill>
                  <a:schemeClr val="bg1"/>
                </a:solidFill>
                <a:latin typeface="Arial" panose="020B0604020202020204" pitchFamily="34" charset="0"/>
                <a:cs typeface="Arial" panose="020B0604020202020204" pitchFamily="34" charset="0"/>
              </a:defRPr>
            </a:lvl1pPr>
            <a:lvl2pPr>
              <a:defRPr sz="1600">
                <a:solidFill>
                  <a:schemeClr val="bg1"/>
                </a:solidFill>
              </a:defRPr>
            </a:lvl2pPr>
            <a:lvl3pPr marL="0" indent="0">
              <a:buNone/>
              <a:defRPr sz="2000">
                <a:solidFill>
                  <a:schemeClr val="bg1"/>
                </a:solidFill>
              </a:defRPr>
            </a:lvl3pPr>
            <a:lvl4pPr>
              <a:defRPr sz="2000">
                <a:solidFill>
                  <a:schemeClr val="bg1"/>
                </a:solidFill>
              </a:defRPr>
            </a:lvl4pPr>
            <a:lvl5pPr>
              <a:defRPr sz="2000">
                <a:solidFill>
                  <a:schemeClr val="bg1"/>
                </a:solidFill>
              </a:defRPr>
            </a:lvl5pPr>
          </a:lstStyle>
          <a:p>
            <a:pPr lvl="0"/>
            <a:r>
              <a:rPr lang="en-US"/>
              <a:t>00 Month YYYY</a:t>
            </a:r>
          </a:p>
        </p:txBody>
      </p:sp>
      <p:pic>
        <p:nvPicPr>
          <p:cNvPr id="17" name="Picture 16">
            <a:extLst>
              <a:ext uri="{FF2B5EF4-FFF2-40B4-BE49-F238E27FC236}">
                <a16:creationId xmlns:a16="http://schemas.microsoft.com/office/drawing/2014/main" id="{1B2918F2-2A15-B218-B84D-C469AD3B60DA}"/>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135329" y="360000"/>
            <a:ext cx="660650" cy="715199"/>
          </a:xfrm>
          <a:prstGeom prst="rect">
            <a:avLst/>
          </a:prstGeom>
        </p:spPr>
      </p:pic>
      <p:sp>
        <p:nvSpPr>
          <p:cNvPr id="2" name="Picture Placeholder 4">
            <a:extLst>
              <a:ext uri="{FF2B5EF4-FFF2-40B4-BE49-F238E27FC236}">
                <a16:creationId xmlns:a16="http://schemas.microsoft.com/office/drawing/2014/main" id="{206B55C3-1914-D3B1-73B3-69F5509A4B69}"/>
              </a:ext>
              <a:ext uri="{C183D7F6-B498-43B3-948B-1728B52AA6E4}">
                <adec:decorative xmlns:adec="http://schemas.microsoft.com/office/drawing/2017/decorative" val="1"/>
              </a:ext>
            </a:extLst>
          </p:cNvPr>
          <p:cNvSpPr>
            <a:spLocks noGrp="1"/>
          </p:cNvSpPr>
          <p:nvPr>
            <p:ph type="pic" sz="quarter" idx="13"/>
          </p:nvPr>
        </p:nvSpPr>
        <p:spPr>
          <a:xfrm>
            <a:off x="7128000" y="0"/>
            <a:ext cx="5064000" cy="6858000"/>
          </a:xfrm>
        </p:spPr>
        <p:txBody>
          <a:bodyPr/>
          <a:lstStyle/>
          <a:p>
            <a:r>
              <a:rPr lang="en-US"/>
              <a:t>Click icon to add picture</a:t>
            </a:r>
            <a:endParaRPr lang="en-AU"/>
          </a:p>
        </p:txBody>
      </p:sp>
    </p:spTree>
    <p:extLst>
      <p:ext uri="{BB962C8B-B14F-4D97-AF65-F5344CB8AC3E}">
        <p14:creationId xmlns:p14="http://schemas.microsoft.com/office/powerpoint/2010/main" val="24472225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110">
          <p15:clr>
            <a:srgbClr val="FBAE40"/>
          </p15:clr>
        </p15:guide>
        <p15:guide id="2" pos="3840">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Divider">
    <p:bg>
      <p:bgPr>
        <a:solidFill>
          <a:schemeClr val="accent1"/>
        </a:solidFill>
        <a:effectLst/>
      </p:bgPr>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5C261660-AF47-818D-7C30-D254D989CACE}"/>
              </a:ext>
              <a:ext uri="{C183D7F6-B498-43B3-948B-1728B52AA6E4}">
                <adec:decorative xmlns:adec="http://schemas.microsoft.com/office/drawing/2017/decorative" val="1"/>
              </a:ext>
            </a:extLst>
          </p:cNvPr>
          <p:cNvCxnSpPr>
            <a:cxnSpLocks/>
          </p:cNvCxnSpPr>
          <p:nvPr userDrawn="1"/>
        </p:nvCxnSpPr>
        <p:spPr>
          <a:xfrm>
            <a:off x="360000" y="360000"/>
            <a:ext cx="0" cy="6192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3" name="Title 1">
            <a:extLst>
              <a:ext uri="{FF2B5EF4-FFF2-40B4-BE49-F238E27FC236}">
                <a16:creationId xmlns:a16="http://schemas.microsoft.com/office/drawing/2014/main" id="{8AD8A72A-7327-BEF4-2507-0522B8614AE9}"/>
              </a:ext>
            </a:extLst>
          </p:cNvPr>
          <p:cNvSpPr>
            <a:spLocks noGrp="1"/>
          </p:cNvSpPr>
          <p:nvPr>
            <p:ph type="ctrTitle" hasCustomPrompt="1"/>
          </p:nvPr>
        </p:nvSpPr>
        <p:spPr>
          <a:xfrm>
            <a:off x="540000" y="4067881"/>
            <a:ext cx="11291998" cy="800681"/>
          </a:xfrm>
          <a:ln>
            <a:noFill/>
          </a:ln>
        </p:spPr>
        <p:txBody>
          <a:bodyPr anchor="t">
            <a:noAutofit/>
          </a:bodyPr>
          <a:lstStyle>
            <a:lvl1pPr algn="l">
              <a:lnSpc>
                <a:spcPct val="110000"/>
              </a:lnSpc>
              <a:defRPr sz="4800">
                <a:solidFill>
                  <a:schemeClr val="bg1"/>
                </a:solidFill>
                <a:latin typeface="Arial" panose="020B0604020202020204" pitchFamily="34" charset="0"/>
                <a:cs typeface="Arial" panose="020B0604020202020204" pitchFamily="34" charset="0"/>
              </a:defRPr>
            </a:lvl1pPr>
          </a:lstStyle>
          <a:p>
            <a:pPr>
              <a:lnSpc>
                <a:spcPct val="100000"/>
              </a:lnSpc>
            </a:pPr>
            <a:r>
              <a:rPr lang="en-AU"/>
              <a:t>Lesson title</a:t>
            </a:r>
          </a:p>
        </p:txBody>
      </p:sp>
      <p:sp>
        <p:nvSpPr>
          <p:cNvPr id="6" name="Oval 5">
            <a:extLst>
              <a:ext uri="{FF2B5EF4-FFF2-40B4-BE49-F238E27FC236}">
                <a16:creationId xmlns:a16="http://schemas.microsoft.com/office/drawing/2014/main" id="{5EBAE78F-1A35-0A2C-DBF4-48477CA8F3A7}"/>
              </a:ext>
            </a:extLst>
          </p:cNvPr>
          <p:cNvSpPr>
            <a:spLocks noGrp="1" noRot="1" noMove="1" noResize="1" noEditPoints="1" noAdjustHandles="1" noChangeArrowheads="1" noChangeShapeType="1"/>
          </p:cNvSpPr>
          <p:nvPr userDrawn="1"/>
        </p:nvSpPr>
        <p:spPr>
          <a:xfrm>
            <a:off x="11056620" y="289560"/>
            <a:ext cx="906780" cy="800681"/>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2" name="Picture 1">
            <a:extLst>
              <a:ext uri="{FF2B5EF4-FFF2-40B4-BE49-F238E27FC236}">
                <a16:creationId xmlns:a16="http://schemas.microsoft.com/office/drawing/2014/main" id="{1DE675F6-B3E6-7651-8B0E-50E39CE29B9F}"/>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1171348" y="360000"/>
            <a:ext cx="660650" cy="715199"/>
          </a:xfrm>
          <a:prstGeom prst="rect">
            <a:avLst/>
          </a:prstGeom>
        </p:spPr>
      </p:pic>
    </p:spTree>
    <p:extLst>
      <p:ext uri="{BB962C8B-B14F-4D97-AF65-F5344CB8AC3E}">
        <p14:creationId xmlns:p14="http://schemas.microsoft.com/office/powerpoint/2010/main" val="21672442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LISC">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165CECD-C00D-4560-9C97-AE28A8535867}"/>
              </a:ext>
              <a:ext uri="{C183D7F6-B498-43B3-948B-1728B52AA6E4}">
                <adec:decorative xmlns:adec="http://schemas.microsoft.com/office/drawing/2017/decorative" val="1"/>
              </a:ext>
            </a:extLst>
          </p:cNvPr>
          <p:cNvSpPr/>
          <p:nvPr userDrawn="1"/>
        </p:nvSpPr>
        <p:spPr>
          <a:xfrm>
            <a:off x="0" y="1620000"/>
            <a:ext cx="12192000" cy="523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 name="Picture Placeholder 4">
            <a:extLst>
              <a:ext uri="{FF2B5EF4-FFF2-40B4-BE49-F238E27FC236}">
                <a16:creationId xmlns:a16="http://schemas.microsoft.com/office/drawing/2014/main" id="{8AB6FE45-2247-43AE-AFB0-3C1EC574D8FA}"/>
              </a:ext>
              <a:ext uri="{C183D7F6-B498-43B3-948B-1728B52AA6E4}">
                <adec:decorative xmlns:adec="http://schemas.microsoft.com/office/drawing/2017/decorative" val="1"/>
              </a:ext>
            </a:extLst>
          </p:cNvPr>
          <p:cNvSpPr>
            <a:spLocks noGrp="1"/>
          </p:cNvSpPr>
          <p:nvPr>
            <p:ph type="pic" sz="quarter" idx="13"/>
          </p:nvPr>
        </p:nvSpPr>
        <p:spPr>
          <a:xfrm>
            <a:off x="359998" y="1909282"/>
            <a:ext cx="11483999" cy="4210718"/>
          </a:xfrm>
        </p:spPr>
        <p:txBody>
          <a:bodyPr/>
          <a:lstStyle/>
          <a:p>
            <a:r>
              <a:rPr lang="en-US"/>
              <a:t>Click icon to add picture</a:t>
            </a:r>
            <a:endParaRPr lang="en-AU"/>
          </a:p>
        </p:txBody>
      </p:sp>
      <p:sp>
        <p:nvSpPr>
          <p:cNvPr id="7" name="Slide Number Placeholder 6"/>
          <p:cNvSpPr>
            <a:spLocks noGrp="1"/>
          </p:cNvSpPr>
          <p:nvPr>
            <p:ph type="sldNum" sz="quarter" idx="12"/>
          </p:nvPr>
        </p:nvSpPr>
        <p:spPr/>
        <p:txBody>
          <a:bodyPr/>
          <a:lstStyle/>
          <a:p>
            <a:fld id="{10A01DC5-1685-4615-8240-15192985C6A2}" type="slidenum">
              <a:rPr lang="en-AU" smtClean="0"/>
              <a:t>‹#›</a:t>
            </a:fld>
            <a:endParaRPr lang="en-AU"/>
          </a:p>
        </p:txBody>
      </p:sp>
      <p:sp>
        <p:nvSpPr>
          <p:cNvPr id="10" name="Title 4">
            <a:extLst>
              <a:ext uri="{FF2B5EF4-FFF2-40B4-BE49-F238E27FC236}">
                <a16:creationId xmlns:a16="http://schemas.microsoft.com/office/drawing/2014/main" id="{4B69FB63-5913-44B0-9BCA-4B6E66CE48BF}"/>
              </a:ext>
            </a:extLst>
          </p:cNvPr>
          <p:cNvSpPr>
            <a:spLocks noGrp="1"/>
          </p:cNvSpPr>
          <p:nvPr>
            <p:ph type="title"/>
          </p:nvPr>
        </p:nvSpPr>
        <p:spPr>
          <a:xfrm>
            <a:off x="359997" y="360000"/>
            <a:ext cx="11483999" cy="522000"/>
          </a:xfrm>
        </p:spPr>
        <p:txBody>
          <a:bodyPr/>
          <a:lstStyle>
            <a:lvl1pPr>
              <a:defRPr>
                <a:solidFill>
                  <a:schemeClr val="accent1"/>
                </a:solidFill>
              </a:defRPr>
            </a:lvl1pPr>
          </a:lstStyle>
          <a:p>
            <a:r>
              <a:rPr lang="en-US"/>
              <a:t>Click to edit Master title style</a:t>
            </a:r>
            <a:endParaRPr lang="en-AU"/>
          </a:p>
        </p:txBody>
      </p:sp>
      <p:sp>
        <p:nvSpPr>
          <p:cNvPr id="11" name="Text Placeholder 10">
            <a:extLst>
              <a:ext uri="{FF2B5EF4-FFF2-40B4-BE49-F238E27FC236}">
                <a16:creationId xmlns:a16="http://schemas.microsoft.com/office/drawing/2014/main" id="{4A905C52-CF4B-447B-B93D-A86FD209402A}"/>
              </a:ext>
            </a:extLst>
          </p:cNvPr>
          <p:cNvSpPr>
            <a:spLocks noGrp="1"/>
          </p:cNvSpPr>
          <p:nvPr>
            <p:ph type="body" sz="quarter" idx="18" hasCustomPrompt="1"/>
          </p:nvPr>
        </p:nvSpPr>
        <p:spPr>
          <a:xfrm>
            <a:off x="360000" y="1016704"/>
            <a:ext cx="11483996"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401548386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ontent slid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59999" y="360000"/>
            <a:ext cx="11483999"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48399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2" name="Text Placeholder 3">
            <a:extLst>
              <a:ext uri="{FF2B5EF4-FFF2-40B4-BE49-F238E27FC236}">
                <a16:creationId xmlns:a16="http://schemas.microsoft.com/office/drawing/2014/main" id="{7A679F83-4A45-8E00-A9A4-2E8DE35C1BB0}"/>
              </a:ext>
            </a:extLst>
          </p:cNvPr>
          <p:cNvSpPr>
            <a:spLocks noGrp="1"/>
          </p:cNvSpPr>
          <p:nvPr>
            <p:ph type="body" sz="quarter" idx="17" hasCustomPrompt="1"/>
          </p:nvPr>
        </p:nvSpPr>
        <p:spPr>
          <a:xfrm>
            <a:off x="360000" y="1567086"/>
            <a:ext cx="11484000" cy="4807835"/>
          </a:xfrm>
        </p:spPr>
        <p:txBody>
          <a:bodyPr/>
          <a:lstStyle>
            <a:lvl1pPr>
              <a:defRPr/>
            </a:lvl1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813748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Content and pictur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3" name="Content Placeholder 2">
            <a:extLst>
              <a:ext uri="{FF2B5EF4-FFF2-40B4-BE49-F238E27FC236}">
                <a16:creationId xmlns:a16="http://schemas.microsoft.com/office/drawing/2014/main" id="{EAC13D79-FA01-577F-AC79-E39D6DCCC806}"/>
              </a:ext>
            </a:extLst>
          </p:cNvPr>
          <p:cNvSpPr>
            <a:spLocks noGrp="1"/>
          </p:cNvSpPr>
          <p:nvPr>
            <p:ph sz="quarter" idx="19" hasCustomPrompt="1"/>
          </p:nvPr>
        </p:nvSpPr>
        <p:spPr>
          <a:xfrm>
            <a:off x="360363" y="1580225"/>
            <a:ext cx="5507037" cy="4796763"/>
          </a:xfrm>
        </p:spPr>
        <p:txBody>
          <a:body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
        <p:nvSpPr>
          <p:cNvPr id="8" name="Picture Placeholder 7">
            <a:extLst>
              <a:ext uri="{FF2B5EF4-FFF2-40B4-BE49-F238E27FC236}">
                <a16:creationId xmlns:a16="http://schemas.microsoft.com/office/drawing/2014/main" id="{F0C3D212-D9E6-5651-0336-B3898E36FBA5}"/>
              </a:ext>
            </a:extLst>
          </p:cNvPr>
          <p:cNvSpPr>
            <a:spLocks noGrp="1"/>
          </p:cNvSpPr>
          <p:nvPr>
            <p:ph type="pic" sz="quarter" idx="20"/>
          </p:nvPr>
        </p:nvSpPr>
        <p:spPr>
          <a:xfrm>
            <a:off x="6096000" y="1580225"/>
            <a:ext cx="5507038" cy="4796763"/>
          </a:xfrm>
        </p:spPr>
        <p:txBody>
          <a:bodyPr/>
          <a:lstStyle/>
          <a:p>
            <a:r>
              <a:rPr lang="en-US"/>
              <a:t>Click icon to add picture</a:t>
            </a:r>
            <a:endParaRPr lang="en-AU"/>
          </a:p>
        </p:txBody>
      </p:sp>
    </p:spTree>
    <p:extLst>
      <p:ext uri="{BB962C8B-B14F-4D97-AF65-F5344CB8AC3E}">
        <p14:creationId xmlns:p14="http://schemas.microsoft.com/office/powerpoint/2010/main" val="40330114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1_Multiple choic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8" name="Picture Placeholder 7">
            <a:extLst>
              <a:ext uri="{FF2B5EF4-FFF2-40B4-BE49-F238E27FC236}">
                <a16:creationId xmlns:a16="http://schemas.microsoft.com/office/drawing/2014/main" id="{F0C3D212-D9E6-5651-0336-B3898E36FBA5}"/>
              </a:ext>
            </a:extLst>
          </p:cNvPr>
          <p:cNvSpPr>
            <a:spLocks noGrp="1"/>
          </p:cNvSpPr>
          <p:nvPr>
            <p:ph type="pic" sz="quarter" idx="20"/>
          </p:nvPr>
        </p:nvSpPr>
        <p:spPr>
          <a:xfrm>
            <a:off x="360000" y="2765028"/>
            <a:ext cx="2240960" cy="2649349"/>
          </a:xfrm>
        </p:spPr>
        <p:txBody>
          <a:bodyPr/>
          <a:lstStyle>
            <a:lvl1pPr>
              <a:defRPr sz="1600"/>
            </a:lvl1pPr>
          </a:lstStyle>
          <a:p>
            <a:r>
              <a:rPr lang="en-US"/>
              <a:t>Click icon to add picture</a:t>
            </a:r>
            <a:endParaRPr lang="en-AU"/>
          </a:p>
        </p:txBody>
      </p:sp>
      <p:sp>
        <p:nvSpPr>
          <p:cNvPr id="13" name="Picture Placeholder 7">
            <a:extLst>
              <a:ext uri="{FF2B5EF4-FFF2-40B4-BE49-F238E27FC236}">
                <a16:creationId xmlns:a16="http://schemas.microsoft.com/office/drawing/2014/main" id="{B4B450DC-5728-768F-26C0-12B026741DA4}"/>
              </a:ext>
            </a:extLst>
          </p:cNvPr>
          <p:cNvSpPr>
            <a:spLocks noGrp="1"/>
          </p:cNvSpPr>
          <p:nvPr>
            <p:ph type="pic" sz="quarter" idx="21"/>
          </p:nvPr>
        </p:nvSpPr>
        <p:spPr>
          <a:xfrm>
            <a:off x="3363973" y="2765028"/>
            <a:ext cx="2240960" cy="2649349"/>
          </a:xfrm>
        </p:spPr>
        <p:txBody>
          <a:bodyPr/>
          <a:lstStyle>
            <a:lvl1pPr>
              <a:defRPr sz="1600"/>
            </a:lvl1pPr>
          </a:lstStyle>
          <a:p>
            <a:r>
              <a:rPr lang="en-US"/>
              <a:t>Click icon to add picture</a:t>
            </a:r>
            <a:endParaRPr lang="en-AU"/>
          </a:p>
        </p:txBody>
      </p:sp>
      <p:sp>
        <p:nvSpPr>
          <p:cNvPr id="15" name="Picture Placeholder 7">
            <a:extLst>
              <a:ext uri="{FF2B5EF4-FFF2-40B4-BE49-F238E27FC236}">
                <a16:creationId xmlns:a16="http://schemas.microsoft.com/office/drawing/2014/main" id="{6C3CDCFB-025E-3885-F074-73ADECE44C9E}"/>
              </a:ext>
            </a:extLst>
          </p:cNvPr>
          <p:cNvSpPr>
            <a:spLocks noGrp="1"/>
          </p:cNvSpPr>
          <p:nvPr>
            <p:ph type="pic" sz="quarter" idx="22"/>
          </p:nvPr>
        </p:nvSpPr>
        <p:spPr>
          <a:xfrm>
            <a:off x="9371920" y="2765028"/>
            <a:ext cx="2240960" cy="2649349"/>
          </a:xfrm>
        </p:spPr>
        <p:txBody>
          <a:bodyPr/>
          <a:lstStyle>
            <a:lvl1pPr>
              <a:defRPr sz="1600"/>
            </a:lvl1pPr>
          </a:lstStyle>
          <a:p>
            <a:r>
              <a:rPr lang="en-US"/>
              <a:t>Click icon to add picture</a:t>
            </a:r>
            <a:endParaRPr lang="en-AU"/>
          </a:p>
        </p:txBody>
      </p:sp>
      <p:sp>
        <p:nvSpPr>
          <p:cNvPr id="17" name="Picture Placeholder 7">
            <a:extLst>
              <a:ext uri="{FF2B5EF4-FFF2-40B4-BE49-F238E27FC236}">
                <a16:creationId xmlns:a16="http://schemas.microsoft.com/office/drawing/2014/main" id="{CCABCD24-7B7B-0554-1934-9DC04D3EBBF4}"/>
              </a:ext>
            </a:extLst>
          </p:cNvPr>
          <p:cNvSpPr>
            <a:spLocks noGrp="1"/>
          </p:cNvSpPr>
          <p:nvPr>
            <p:ph type="pic" sz="quarter" idx="23"/>
          </p:nvPr>
        </p:nvSpPr>
        <p:spPr>
          <a:xfrm>
            <a:off x="6367946" y="2765028"/>
            <a:ext cx="2240960" cy="2649349"/>
          </a:xfrm>
        </p:spPr>
        <p:txBody>
          <a:bodyPr/>
          <a:lstStyle>
            <a:lvl1pPr>
              <a:defRPr sz="1600"/>
            </a:lvl1pPr>
          </a:lstStyle>
          <a:p>
            <a:r>
              <a:rPr lang="en-US"/>
              <a:t>Click icon to add picture</a:t>
            </a:r>
            <a:endParaRPr lang="en-AU"/>
          </a:p>
        </p:txBody>
      </p:sp>
      <p:sp>
        <p:nvSpPr>
          <p:cNvPr id="2" name="Text Placeholder 5">
            <a:extLst>
              <a:ext uri="{FF2B5EF4-FFF2-40B4-BE49-F238E27FC236}">
                <a16:creationId xmlns:a16="http://schemas.microsoft.com/office/drawing/2014/main" id="{1DFCC6A7-827F-6E36-F159-837EA4EBC3D3}"/>
              </a:ext>
            </a:extLst>
          </p:cNvPr>
          <p:cNvSpPr>
            <a:spLocks noGrp="1"/>
          </p:cNvSpPr>
          <p:nvPr>
            <p:ph type="body" sz="quarter" idx="24" hasCustomPrompt="1"/>
          </p:nvPr>
        </p:nvSpPr>
        <p:spPr>
          <a:xfrm>
            <a:off x="360000" y="1625946"/>
            <a:ext cx="11243037" cy="893226"/>
          </a:xfrm>
        </p:spPr>
        <p:txBody>
          <a:bodyPr/>
          <a:lstStyle>
            <a:lvl1pPr>
              <a:spcAft>
                <a:spcPts val="600"/>
              </a:spcAft>
              <a:defRPr sz="1800"/>
            </a:lvl1pPr>
          </a:lstStyle>
          <a:p>
            <a:pPr lvl="0"/>
            <a:r>
              <a:rPr lang="en-GB"/>
              <a:t>Insert text</a:t>
            </a:r>
          </a:p>
        </p:txBody>
      </p:sp>
    </p:spTree>
    <p:extLst>
      <p:ext uri="{BB962C8B-B14F-4D97-AF65-F5344CB8AC3E}">
        <p14:creationId xmlns:p14="http://schemas.microsoft.com/office/powerpoint/2010/main" val="11927824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2_Multiple choic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11" name="Text Placeholder 2">
            <a:extLst>
              <a:ext uri="{FF2B5EF4-FFF2-40B4-BE49-F238E27FC236}">
                <a16:creationId xmlns:a16="http://schemas.microsoft.com/office/drawing/2014/main" id="{09AE21FE-7E6F-A034-F036-612FA37CA8BC}"/>
              </a:ext>
            </a:extLst>
          </p:cNvPr>
          <p:cNvSpPr>
            <a:spLocks noGrp="1"/>
          </p:cNvSpPr>
          <p:nvPr>
            <p:ph type="body" sz="quarter" idx="27" hasCustomPrompt="1"/>
          </p:nvPr>
        </p:nvSpPr>
        <p:spPr>
          <a:xfrm>
            <a:off x="1345520" y="5474358"/>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
        <p:nvSpPr>
          <p:cNvPr id="12" name="Text Placeholder 5">
            <a:extLst>
              <a:ext uri="{FF2B5EF4-FFF2-40B4-BE49-F238E27FC236}">
                <a16:creationId xmlns:a16="http://schemas.microsoft.com/office/drawing/2014/main" id="{0C45F7D3-A319-C117-165D-6FAF332E7124}"/>
              </a:ext>
            </a:extLst>
          </p:cNvPr>
          <p:cNvSpPr>
            <a:spLocks noGrp="1"/>
          </p:cNvSpPr>
          <p:nvPr>
            <p:ph type="body" sz="quarter" idx="28" hasCustomPrompt="1"/>
          </p:nvPr>
        </p:nvSpPr>
        <p:spPr>
          <a:xfrm>
            <a:off x="360000" y="1625946"/>
            <a:ext cx="11243037" cy="527974"/>
          </a:xfrm>
        </p:spPr>
        <p:txBody>
          <a:bodyPr/>
          <a:lstStyle>
            <a:lvl1pPr>
              <a:spcAft>
                <a:spcPts val="600"/>
              </a:spcAft>
              <a:defRPr sz="1800"/>
            </a:lvl1pPr>
          </a:lstStyle>
          <a:p>
            <a:pPr lvl="0"/>
            <a:r>
              <a:rPr lang="en-GB"/>
              <a:t>Insert text</a:t>
            </a:r>
          </a:p>
        </p:txBody>
      </p:sp>
      <p:sp>
        <p:nvSpPr>
          <p:cNvPr id="13" name="Text Placeholder 2">
            <a:extLst>
              <a:ext uri="{FF2B5EF4-FFF2-40B4-BE49-F238E27FC236}">
                <a16:creationId xmlns:a16="http://schemas.microsoft.com/office/drawing/2014/main" id="{5F81E50E-5FDF-87FB-F284-468C0D7FADB8}"/>
              </a:ext>
            </a:extLst>
          </p:cNvPr>
          <p:cNvSpPr>
            <a:spLocks noGrp="1"/>
          </p:cNvSpPr>
          <p:nvPr>
            <p:ph type="body" sz="quarter" idx="29" hasCustomPrompt="1"/>
          </p:nvPr>
        </p:nvSpPr>
        <p:spPr>
          <a:xfrm>
            <a:off x="1345520" y="4624304"/>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
        <p:nvSpPr>
          <p:cNvPr id="14" name="Text Placeholder 2">
            <a:extLst>
              <a:ext uri="{FF2B5EF4-FFF2-40B4-BE49-F238E27FC236}">
                <a16:creationId xmlns:a16="http://schemas.microsoft.com/office/drawing/2014/main" id="{9A44A122-DD69-F174-2E08-3A0257CA52FB}"/>
              </a:ext>
            </a:extLst>
          </p:cNvPr>
          <p:cNvSpPr>
            <a:spLocks noGrp="1"/>
          </p:cNvSpPr>
          <p:nvPr>
            <p:ph type="body" sz="quarter" idx="30" hasCustomPrompt="1"/>
          </p:nvPr>
        </p:nvSpPr>
        <p:spPr>
          <a:xfrm>
            <a:off x="1345520" y="3774251"/>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
        <p:nvSpPr>
          <p:cNvPr id="15" name="Text Placeholder 2">
            <a:extLst>
              <a:ext uri="{FF2B5EF4-FFF2-40B4-BE49-F238E27FC236}">
                <a16:creationId xmlns:a16="http://schemas.microsoft.com/office/drawing/2014/main" id="{FC304F2C-9B61-A905-CA27-E6F31881426D}"/>
              </a:ext>
            </a:extLst>
          </p:cNvPr>
          <p:cNvSpPr>
            <a:spLocks noGrp="1"/>
          </p:cNvSpPr>
          <p:nvPr>
            <p:ph type="body" sz="quarter" idx="31" hasCustomPrompt="1"/>
          </p:nvPr>
        </p:nvSpPr>
        <p:spPr>
          <a:xfrm>
            <a:off x="1345520" y="2924198"/>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Tree>
    <p:extLst>
      <p:ext uri="{BB962C8B-B14F-4D97-AF65-F5344CB8AC3E}">
        <p14:creationId xmlns:p14="http://schemas.microsoft.com/office/powerpoint/2010/main" val="42767825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Picture and content">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2" name="Picture Placeholder 5">
            <a:extLst>
              <a:ext uri="{FF2B5EF4-FFF2-40B4-BE49-F238E27FC236}">
                <a16:creationId xmlns:a16="http://schemas.microsoft.com/office/drawing/2014/main" id="{AB74AD91-1458-4106-CAEE-62E884E33298}"/>
              </a:ext>
            </a:extLst>
          </p:cNvPr>
          <p:cNvSpPr>
            <a:spLocks noGrp="1"/>
          </p:cNvSpPr>
          <p:nvPr>
            <p:ph type="pic" sz="quarter" idx="21" hasCustomPrompt="1"/>
          </p:nvPr>
        </p:nvSpPr>
        <p:spPr>
          <a:xfrm>
            <a:off x="359999" y="1677281"/>
            <a:ext cx="11243037" cy="3056398"/>
          </a:xfrm>
        </p:spPr>
        <p:txBody>
          <a:bodyPr/>
          <a:lstStyle>
            <a:lvl1pPr>
              <a:defRPr sz="1800"/>
            </a:lvl1pPr>
          </a:lstStyle>
          <a:p>
            <a:r>
              <a:rPr lang="en-US"/>
              <a:t>Insert picture</a:t>
            </a:r>
          </a:p>
        </p:txBody>
      </p:sp>
      <p:sp>
        <p:nvSpPr>
          <p:cNvPr id="6" name="Text Placeholder 5">
            <a:extLst>
              <a:ext uri="{FF2B5EF4-FFF2-40B4-BE49-F238E27FC236}">
                <a16:creationId xmlns:a16="http://schemas.microsoft.com/office/drawing/2014/main" id="{3A20CE62-5C28-8298-BB9C-49E4007BACAB}"/>
              </a:ext>
            </a:extLst>
          </p:cNvPr>
          <p:cNvSpPr>
            <a:spLocks noGrp="1"/>
          </p:cNvSpPr>
          <p:nvPr>
            <p:ph type="body" sz="quarter" idx="22" hasCustomPrompt="1"/>
          </p:nvPr>
        </p:nvSpPr>
        <p:spPr>
          <a:xfrm>
            <a:off x="1381125" y="5049838"/>
            <a:ext cx="8901113" cy="1341437"/>
          </a:xfrm>
        </p:spPr>
        <p:txBody>
          <a:bodyPr/>
          <a:lstStyle>
            <a:lvl1pPr>
              <a:spcAft>
                <a:spcPts val="600"/>
              </a:spcAft>
              <a:defRPr sz="1800"/>
            </a:lvl1pPr>
          </a:lstStyle>
          <a:p>
            <a:pPr lvl="0"/>
            <a:r>
              <a:rPr lang="en-GB"/>
              <a:t>Insert text</a:t>
            </a:r>
          </a:p>
        </p:txBody>
      </p:sp>
    </p:spTree>
    <p:extLst>
      <p:ext uri="{BB962C8B-B14F-4D97-AF65-F5344CB8AC3E}">
        <p14:creationId xmlns:p14="http://schemas.microsoft.com/office/powerpoint/2010/main" val="3120566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rue or Fals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2" name="Picture Placeholder 5">
            <a:extLst>
              <a:ext uri="{FF2B5EF4-FFF2-40B4-BE49-F238E27FC236}">
                <a16:creationId xmlns:a16="http://schemas.microsoft.com/office/drawing/2014/main" id="{AB74AD91-1458-4106-CAEE-62E884E33298}"/>
              </a:ext>
            </a:extLst>
          </p:cNvPr>
          <p:cNvSpPr>
            <a:spLocks noGrp="1"/>
          </p:cNvSpPr>
          <p:nvPr>
            <p:ph type="pic" sz="quarter" idx="21" hasCustomPrompt="1"/>
          </p:nvPr>
        </p:nvSpPr>
        <p:spPr>
          <a:xfrm>
            <a:off x="349840" y="2726105"/>
            <a:ext cx="11243037" cy="3056398"/>
          </a:xfrm>
        </p:spPr>
        <p:txBody>
          <a:bodyPr/>
          <a:lstStyle>
            <a:lvl1pPr>
              <a:defRPr sz="1800"/>
            </a:lvl1pPr>
          </a:lstStyle>
          <a:p>
            <a:r>
              <a:rPr lang="en-US"/>
              <a:t>Insert picture</a:t>
            </a:r>
          </a:p>
        </p:txBody>
      </p:sp>
      <p:sp>
        <p:nvSpPr>
          <p:cNvPr id="6" name="Text Placeholder 5">
            <a:extLst>
              <a:ext uri="{FF2B5EF4-FFF2-40B4-BE49-F238E27FC236}">
                <a16:creationId xmlns:a16="http://schemas.microsoft.com/office/drawing/2014/main" id="{3A20CE62-5C28-8298-BB9C-49E4007BACAB}"/>
              </a:ext>
            </a:extLst>
          </p:cNvPr>
          <p:cNvSpPr>
            <a:spLocks noGrp="1"/>
          </p:cNvSpPr>
          <p:nvPr>
            <p:ph type="body" sz="quarter" idx="22" hasCustomPrompt="1"/>
          </p:nvPr>
        </p:nvSpPr>
        <p:spPr>
          <a:xfrm>
            <a:off x="360000" y="1625946"/>
            <a:ext cx="11243037" cy="893226"/>
          </a:xfrm>
        </p:spPr>
        <p:txBody>
          <a:bodyPr/>
          <a:lstStyle>
            <a:lvl1pPr>
              <a:spcAft>
                <a:spcPts val="600"/>
              </a:spcAft>
              <a:defRPr sz="1800"/>
            </a:lvl1pPr>
          </a:lstStyle>
          <a:p>
            <a:pPr lvl="0"/>
            <a:r>
              <a:rPr lang="en-GB"/>
              <a:t>Insert text</a:t>
            </a:r>
          </a:p>
        </p:txBody>
      </p:sp>
      <p:sp>
        <p:nvSpPr>
          <p:cNvPr id="3" name="Text Placeholder 5">
            <a:extLst>
              <a:ext uri="{FF2B5EF4-FFF2-40B4-BE49-F238E27FC236}">
                <a16:creationId xmlns:a16="http://schemas.microsoft.com/office/drawing/2014/main" id="{4AD4AB7C-8A21-E4EB-AA93-807A148152FD}"/>
              </a:ext>
            </a:extLst>
          </p:cNvPr>
          <p:cNvSpPr>
            <a:spLocks noGrp="1"/>
          </p:cNvSpPr>
          <p:nvPr>
            <p:ph type="body" sz="quarter" idx="23" hasCustomPrompt="1"/>
          </p:nvPr>
        </p:nvSpPr>
        <p:spPr>
          <a:xfrm>
            <a:off x="1973601" y="5964774"/>
            <a:ext cx="2567920" cy="731226"/>
          </a:xfrm>
        </p:spPr>
        <p:txBody>
          <a:bodyPr/>
          <a:lstStyle>
            <a:lvl1pPr>
              <a:spcAft>
                <a:spcPts val="600"/>
              </a:spcAft>
              <a:defRPr sz="1800"/>
            </a:lvl1pPr>
          </a:lstStyle>
          <a:p>
            <a:pPr lvl="0"/>
            <a:r>
              <a:rPr lang="en-GB"/>
              <a:t>Insert text</a:t>
            </a:r>
          </a:p>
        </p:txBody>
      </p:sp>
      <p:sp>
        <p:nvSpPr>
          <p:cNvPr id="8" name="Text Placeholder 5">
            <a:extLst>
              <a:ext uri="{FF2B5EF4-FFF2-40B4-BE49-F238E27FC236}">
                <a16:creationId xmlns:a16="http://schemas.microsoft.com/office/drawing/2014/main" id="{6FF1592D-1B12-201B-A9BD-5B5B908ECC65}"/>
              </a:ext>
            </a:extLst>
          </p:cNvPr>
          <p:cNvSpPr>
            <a:spLocks noGrp="1"/>
          </p:cNvSpPr>
          <p:nvPr>
            <p:ph type="body" sz="quarter" idx="24" hasCustomPrompt="1"/>
          </p:nvPr>
        </p:nvSpPr>
        <p:spPr>
          <a:xfrm>
            <a:off x="8161041" y="5964774"/>
            <a:ext cx="2567920" cy="731226"/>
          </a:xfrm>
        </p:spPr>
        <p:txBody>
          <a:bodyPr/>
          <a:lstStyle>
            <a:lvl1pPr>
              <a:spcAft>
                <a:spcPts val="600"/>
              </a:spcAft>
              <a:defRPr sz="1800"/>
            </a:lvl1pPr>
          </a:lstStyle>
          <a:p>
            <a:pPr lvl="0"/>
            <a:r>
              <a:rPr lang="en-GB"/>
              <a:t>Insert text</a:t>
            </a:r>
          </a:p>
        </p:txBody>
      </p:sp>
    </p:spTree>
    <p:extLst>
      <p:ext uri="{BB962C8B-B14F-4D97-AF65-F5344CB8AC3E}">
        <p14:creationId xmlns:p14="http://schemas.microsoft.com/office/powerpoint/2010/main" val="9511572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Feature image">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91FCC384-7450-516C-24D0-7D029ED3855A}"/>
              </a:ext>
              <a:ext uri="{C183D7F6-B498-43B3-948B-1728B52AA6E4}">
                <adec:decorative xmlns:adec="http://schemas.microsoft.com/office/drawing/2017/decorative" val="1"/>
              </a:ext>
            </a:extLst>
          </p:cNvPr>
          <p:cNvSpPr>
            <a:spLocks noGrp="1"/>
          </p:cNvSpPr>
          <p:nvPr>
            <p:ph type="pic" sz="quarter" idx="13"/>
          </p:nvPr>
        </p:nvSpPr>
        <p:spPr>
          <a:xfrm>
            <a:off x="0" y="0"/>
            <a:ext cx="5040000" cy="6858000"/>
          </a:xfrm>
        </p:spPr>
        <p:txBody>
          <a:bodyPr/>
          <a:lstStyle/>
          <a:p>
            <a:r>
              <a:rPr lang="en-US"/>
              <a:t>Click icon to add picture</a:t>
            </a:r>
            <a:endParaRPr lang="en-AU"/>
          </a:p>
        </p:txBody>
      </p:sp>
      <p:sp>
        <p:nvSpPr>
          <p:cNvPr id="4" name="Title 1">
            <a:extLst>
              <a:ext uri="{FF2B5EF4-FFF2-40B4-BE49-F238E27FC236}">
                <a16:creationId xmlns:a16="http://schemas.microsoft.com/office/drawing/2014/main" id="{46E61F09-1856-72E7-5C79-31B4A856E7AD}"/>
              </a:ext>
            </a:extLst>
          </p:cNvPr>
          <p:cNvSpPr>
            <a:spLocks noGrp="1"/>
          </p:cNvSpPr>
          <p:nvPr>
            <p:ph type="title" hasCustomPrompt="1"/>
          </p:nvPr>
        </p:nvSpPr>
        <p:spPr>
          <a:xfrm>
            <a:off x="5400000" y="360000"/>
            <a:ext cx="6407148" cy="554400"/>
          </a:xfrm>
        </p:spPr>
        <p:txBody>
          <a:bodyPr/>
          <a:lstStyle>
            <a:lvl1pPr>
              <a:defRPr>
                <a:solidFill>
                  <a:schemeClr val="accent1"/>
                </a:solidFill>
              </a:defRPr>
            </a:lvl1pPr>
          </a:lstStyle>
          <a:p>
            <a:r>
              <a:rPr lang="en-US"/>
              <a:t>Title</a:t>
            </a:r>
          </a:p>
        </p:txBody>
      </p:sp>
      <p:cxnSp>
        <p:nvCxnSpPr>
          <p:cNvPr id="6" name="Straight Connector 5">
            <a:extLst>
              <a:ext uri="{FF2B5EF4-FFF2-40B4-BE49-F238E27FC236}">
                <a16:creationId xmlns:a16="http://schemas.microsoft.com/office/drawing/2014/main" id="{52576981-5B08-29E1-CBD0-60B20605F583}"/>
              </a:ext>
              <a:ext uri="{C183D7F6-B498-43B3-948B-1728B52AA6E4}">
                <adec:decorative xmlns:adec="http://schemas.microsoft.com/office/drawing/2017/decorative" val="1"/>
              </a:ext>
            </a:extLst>
          </p:cNvPr>
          <p:cNvCxnSpPr>
            <a:cxnSpLocks/>
          </p:cNvCxnSpPr>
          <p:nvPr userDrawn="1"/>
        </p:nvCxnSpPr>
        <p:spPr>
          <a:xfrm>
            <a:off x="5220000" y="1800000"/>
            <a:ext cx="0" cy="4536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 name="Slide Number Placeholder 1">
            <a:extLst>
              <a:ext uri="{FF2B5EF4-FFF2-40B4-BE49-F238E27FC236}">
                <a16:creationId xmlns:a16="http://schemas.microsoft.com/office/drawing/2014/main" id="{AC754ADD-23A8-B626-EF2D-A89E9897C22E}"/>
              </a:ext>
            </a:extLst>
          </p:cNvPr>
          <p:cNvSpPr>
            <a:spLocks noGrp="1"/>
          </p:cNvSpPr>
          <p:nvPr>
            <p:ph type="sldNum" sz="quarter" idx="16"/>
          </p:nvPr>
        </p:nvSpPr>
        <p:spPr>
          <a:xfrm>
            <a:off x="11124000" y="6516000"/>
            <a:ext cx="720000" cy="180000"/>
          </a:xfrm>
        </p:spPr>
        <p:txBody>
          <a:bodyPr/>
          <a:lstStyle/>
          <a:p>
            <a:fld id="{10A01DC5-1685-4615-8240-15192985C6A2}" type="slidenum">
              <a:rPr lang="en-AU" smtClean="0"/>
              <a:pPr/>
              <a:t>‹#›</a:t>
            </a:fld>
            <a:endParaRPr lang="en-AU"/>
          </a:p>
        </p:txBody>
      </p:sp>
      <p:sp>
        <p:nvSpPr>
          <p:cNvPr id="10" name="Text Placeholder 3">
            <a:extLst>
              <a:ext uri="{FF2B5EF4-FFF2-40B4-BE49-F238E27FC236}">
                <a16:creationId xmlns:a16="http://schemas.microsoft.com/office/drawing/2014/main" id="{DE31FF8A-F945-2755-C01F-A984129CCFE4}"/>
              </a:ext>
            </a:extLst>
          </p:cNvPr>
          <p:cNvSpPr>
            <a:spLocks noGrp="1"/>
          </p:cNvSpPr>
          <p:nvPr>
            <p:ph type="body" sz="quarter" idx="17" hasCustomPrompt="1"/>
          </p:nvPr>
        </p:nvSpPr>
        <p:spPr>
          <a:xfrm>
            <a:off x="5400675" y="1800000"/>
            <a:ext cx="6407150" cy="4536000"/>
          </a:xfrm>
        </p:spPr>
        <p:txBody>
          <a:bodyPr/>
          <a:lstStyle>
            <a:lvl1pPr>
              <a:defRPr/>
            </a:lvl1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
        <p:nvSpPr>
          <p:cNvPr id="13" name="Text Placeholder 10">
            <a:extLst>
              <a:ext uri="{FF2B5EF4-FFF2-40B4-BE49-F238E27FC236}">
                <a16:creationId xmlns:a16="http://schemas.microsoft.com/office/drawing/2014/main" id="{5222D209-0CF8-F581-20B2-402482319282}"/>
              </a:ext>
            </a:extLst>
          </p:cNvPr>
          <p:cNvSpPr>
            <a:spLocks noGrp="1"/>
          </p:cNvSpPr>
          <p:nvPr>
            <p:ph type="body" sz="quarter" idx="18" hasCustomPrompt="1"/>
          </p:nvPr>
        </p:nvSpPr>
        <p:spPr>
          <a:xfrm>
            <a:off x="5399998" y="982520"/>
            <a:ext cx="6407150" cy="294189"/>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31333009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224">
          <p15:clr>
            <a:srgbClr val="FBAE40"/>
          </p15:clr>
        </p15:guide>
        <p15:guide id="2" pos="3840">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Student devised exam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E8F6E96-99E3-4F1D-3A20-E08B77215476}"/>
              </a:ext>
            </a:extLst>
          </p:cNvPr>
          <p:cNvSpPr/>
          <p:nvPr userDrawn="1"/>
        </p:nvSpPr>
        <p:spPr>
          <a:xfrm>
            <a:off x="0" y="0"/>
            <a:ext cx="12192000" cy="1616364"/>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535382"/>
            <a:ext cx="9920073"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1743837"/>
            <a:ext cx="9920073" cy="471554"/>
          </a:xfrm>
        </p:spPr>
        <p:txBody>
          <a:bodyPr anchor="b">
            <a:noAutofit/>
          </a:bodyPr>
          <a:lstStyle>
            <a:lvl1pPr>
              <a:defRPr sz="28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pic>
        <p:nvPicPr>
          <p:cNvPr id="3" name="Picture 2" descr="A blue circle with a piece of a puzzle&#10;&#10;Description automatically generated">
            <a:extLst>
              <a:ext uri="{FF2B5EF4-FFF2-40B4-BE49-F238E27FC236}">
                <a16:creationId xmlns:a16="http://schemas.microsoft.com/office/drawing/2014/main" id="{F96725C5-9C99-B330-D0AA-938DE6B59F4D}"/>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682417" y="134354"/>
            <a:ext cx="1347657" cy="1347657"/>
          </a:xfrm>
          <a:prstGeom prst="rect">
            <a:avLst/>
          </a:prstGeom>
          <a:noFill/>
          <a:extLst>
            <a:ext uri="{909E8E84-426E-40DD-AFC4-6F175D3DCCD1}">
              <a14:hiddenFill xmlns:a14="http://schemas.microsoft.com/office/drawing/2010/main">
                <a:solidFill>
                  <a:srgbClr val="FFFFFF"/>
                </a:solidFill>
              </a14:hiddenFill>
            </a:ext>
          </a:extLst>
        </p:spPr>
      </p:pic>
      <p:sp>
        <p:nvSpPr>
          <p:cNvPr id="8" name="Picture Placeholder 7">
            <a:extLst>
              <a:ext uri="{FF2B5EF4-FFF2-40B4-BE49-F238E27FC236}">
                <a16:creationId xmlns:a16="http://schemas.microsoft.com/office/drawing/2014/main" id="{0A1CAFC3-176E-0DAD-ACB1-AD56FA16962A}"/>
              </a:ext>
            </a:extLst>
          </p:cNvPr>
          <p:cNvSpPr>
            <a:spLocks noGrp="1"/>
          </p:cNvSpPr>
          <p:nvPr>
            <p:ph type="pic" sz="quarter" idx="19"/>
          </p:nvPr>
        </p:nvSpPr>
        <p:spPr>
          <a:xfrm>
            <a:off x="360363" y="2317750"/>
            <a:ext cx="11483637" cy="2060575"/>
          </a:xfrm>
        </p:spPr>
        <p:txBody>
          <a:bodyPr/>
          <a:lstStyle/>
          <a:p>
            <a:r>
              <a:rPr lang="en-US"/>
              <a:t>Click icon to add picture</a:t>
            </a:r>
            <a:endParaRPr lang="en-AU"/>
          </a:p>
        </p:txBody>
      </p:sp>
      <p:sp>
        <p:nvSpPr>
          <p:cNvPr id="10" name="Text Placeholder 9">
            <a:extLst>
              <a:ext uri="{FF2B5EF4-FFF2-40B4-BE49-F238E27FC236}">
                <a16:creationId xmlns:a16="http://schemas.microsoft.com/office/drawing/2014/main" id="{3C17158F-8305-9FAD-5D27-F260E3A45E51}"/>
              </a:ext>
            </a:extLst>
          </p:cNvPr>
          <p:cNvSpPr>
            <a:spLocks noGrp="1"/>
          </p:cNvSpPr>
          <p:nvPr>
            <p:ph type="body" sz="quarter" idx="20"/>
          </p:nvPr>
        </p:nvSpPr>
        <p:spPr>
          <a:xfrm>
            <a:off x="360363" y="4579938"/>
            <a:ext cx="11483975" cy="1743075"/>
          </a:xfrm>
        </p:spPr>
        <p:txBody>
          <a:bodyPr/>
          <a:lstStyle>
            <a:lvl1pPr>
              <a:spcAft>
                <a:spcPts val="1200"/>
              </a:spcAft>
              <a:defRPr sz="1800"/>
            </a:lvl1pPr>
            <a:lvl2pPr>
              <a:spcAft>
                <a:spcPts val="1200"/>
              </a:spcAft>
              <a:defRPr sz="1800"/>
            </a:lvl2pPr>
            <a:lvl3pPr>
              <a:spcAft>
                <a:spcPts val="1200"/>
              </a:spcAft>
              <a:defRPr sz="1800"/>
            </a:lvl3pPr>
            <a:lvl4pPr>
              <a:spcAft>
                <a:spcPts val="1200"/>
              </a:spcAft>
              <a:defRPr sz="1800"/>
            </a:lvl4pPr>
            <a:lvl5pPr>
              <a:spcAft>
                <a:spcPts val="1200"/>
              </a:spcAft>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Tree>
    <p:extLst>
      <p:ext uri="{BB962C8B-B14F-4D97-AF65-F5344CB8AC3E}">
        <p14:creationId xmlns:p14="http://schemas.microsoft.com/office/powerpoint/2010/main" val="31511455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484000"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484000"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36648477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10A01DC5-1685-4615-8240-15192985C6A2}" type="slidenum">
              <a:rPr lang="en-AU" smtClean="0"/>
              <a:t>‹#›</a:t>
            </a:fld>
            <a:endParaRPr lang="en-AU"/>
          </a:p>
        </p:txBody>
      </p:sp>
    </p:spTree>
    <p:extLst>
      <p:ext uri="{BB962C8B-B14F-4D97-AF65-F5344CB8AC3E}">
        <p14:creationId xmlns:p14="http://schemas.microsoft.com/office/powerpoint/2010/main" val="19921493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userDrawn="1">
  <p:cSld name="References">
    <p:bg>
      <p:bgPr>
        <a:solidFill>
          <a:schemeClr val="accent4"/>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3C69E21-27A4-4448-A8A5-3DF6A41F3B28}"/>
              </a:ext>
            </a:extLst>
          </p:cNvPr>
          <p:cNvSpPr/>
          <p:nvPr userDrawn="1"/>
        </p:nvSpPr>
        <p:spPr>
          <a:xfrm>
            <a:off x="0" y="1265616"/>
            <a:ext cx="12192000" cy="19011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7" name="Straight Connector 6">
            <a:extLst>
              <a:ext uri="{FF2B5EF4-FFF2-40B4-BE49-F238E27FC236}">
                <a16:creationId xmlns:a16="http://schemas.microsoft.com/office/drawing/2014/main" id="{FDEA8E5D-F9A7-48AC-AF91-6754515E9D1B}"/>
              </a:ext>
              <a:ext uri="{C183D7F6-B498-43B3-948B-1728B52AA6E4}">
                <adec:decorative xmlns:adec="http://schemas.microsoft.com/office/drawing/2017/decorative" val="1"/>
              </a:ext>
            </a:extLst>
          </p:cNvPr>
          <p:cNvCxnSpPr>
            <a:cxnSpLocks/>
          </p:cNvCxnSpPr>
          <p:nvPr userDrawn="1"/>
        </p:nvCxnSpPr>
        <p:spPr>
          <a:xfrm>
            <a:off x="0" y="1265616"/>
            <a:ext cx="1219200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5" name="Slide Number Placeholder 4">
            <a:extLst>
              <a:ext uri="{FF2B5EF4-FFF2-40B4-BE49-F238E27FC236}">
                <a16:creationId xmlns:a16="http://schemas.microsoft.com/office/drawing/2014/main" id="{81B646BC-5BB3-E31B-1A9E-AD82558D7FE8}"/>
              </a:ext>
            </a:extLst>
          </p:cNvPr>
          <p:cNvSpPr>
            <a:spLocks noGrp="1"/>
          </p:cNvSpPr>
          <p:nvPr>
            <p:ph type="sldNum" sz="quarter" idx="10"/>
          </p:nvPr>
        </p:nvSpPr>
        <p:spPr/>
        <p:txBody>
          <a:bodyPr/>
          <a:lstStyle/>
          <a:p>
            <a:fld id="{10A01DC5-1685-4615-8240-15192985C6A2}" type="slidenum">
              <a:rPr lang="en-AU" smtClean="0"/>
              <a:pPr/>
              <a:t>‹#›</a:t>
            </a:fld>
            <a:endParaRPr lang="en-AU"/>
          </a:p>
        </p:txBody>
      </p:sp>
      <p:sp>
        <p:nvSpPr>
          <p:cNvPr id="8" name="Title 3">
            <a:extLst>
              <a:ext uri="{FF2B5EF4-FFF2-40B4-BE49-F238E27FC236}">
                <a16:creationId xmlns:a16="http://schemas.microsoft.com/office/drawing/2014/main" id="{2245FC77-E959-4B3D-936D-71858DF4D065}"/>
              </a:ext>
            </a:extLst>
          </p:cNvPr>
          <p:cNvSpPr>
            <a:spLocks noGrp="1"/>
          </p:cNvSpPr>
          <p:nvPr>
            <p:ph type="title" hasCustomPrompt="1"/>
          </p:nvPr>
        </p:nvSpPr>
        <p:spPr>
          <a:xfrm>
            <a:off x="360000" y="360001"/>
            <a:ext cx="10080000" cy="521412"/>
          </a:xfrm>
        </p:spPr>
        <p:txBody>
          <a:bodyPr/>
          <a:lstStyle>
            <a:lvl1pPr>
              <a:defRPr>
                <a:solidFill>
                  <a:schemeClr val="accent1"/>
                </a:solidFill>
              </a:defRPr>
            </a:lvl1pPr>
          </a:lstStyle>
          <a:p>
            <a:r>
              <a:rPr lang="en-US"/>
              <a:t>References</a:t>
            </a:r>
            <a:endParaRPr lang="en-AU"/>
          </a:p>
        </p:txBody>
      </p:sp>
      <p:sp>
        <p:nvSpPr>
          <p:cNvPr id="2" name="Content Placeholder 2">
            <a:extLst>
              <a:ext uri="{FF2B5EF4-FFF2-40B4-BE49-F238E27FC236}">
                <a16:creationId xmlns:a16="http://schemas.microsoft.com/office/drawing/2014/main" id="{27905181-B8A1-3C65-36D9-EB3FF362FF6C}"/>
              </a:ext>
            </a:extLst>
          </p:cNvPr>
          <p:cNvSpPr>
            <a:spLocks noGrp="1"/>
          </p:cNvSpPr>
          <p:nvPr>
            <p:ph idx="1" hasCustomPrompt="1"/>
          </p:nvPr>
        </p:nvSpPr>
        <p:spPr>
          <a:xfrm>
            <a:off x="360000" y="3428999"/>
            <a:ext cx="11484000" cy="2927351"/>
          </a:xfrm>
        </p:spPr>
        <p:txBody>
          <a:bodyPr/>
          <a:lstStyle>
            <a:lvl1pPr>
              <a:lnSpc>
                <a:spcPct val="150000"/>
              </a:lnSpc>
              <a:defRPr sz="1200">
                <a:latin typeface="+mn-lt"/>
              </a:defRPr>
            </a:lvl1pPr>
            <a:lvl2pPr>
              <a:lnSpc>
                <a:spcPct val="150000"/>
              </a:lnSpc>
              <a:defRPr sz="1200"/>
            </a:lvl2pPr>
            <a:lvl3pPr>
              <a:lnSpc>
                <a:spcPct val="150000"/>
              </a:lnSpc>
              <a:defRPr/>
            </a:lvl3pPr>
            <a:lvl4pPr>
              <a:lnSpc>
                <a:spcPct val="150000"/>
              </a:lnSpc>
              <a:defRPr sz="1200"/>
            </a:lvl4pPr>
            <a:lvl5pPr>
              <a:lnSpc>
                <a:spcPct val="150000"/>
              </a:lnSpc>
              <a:defRPr sz="1200"/>
            </a:lvl5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5563120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224">
          <p15:clr>
            <a:srgbClr val="FBAE40"/>
          </p15:clr>
        </p15:guide>
        <p15:guide id="2" pos="3840">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2_References con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165CECD-C00D-4560-9C97-AE28A8535867}"/>
              </a:ext>
              <a:ext uri="{C183D7F6-B498-43B3-948B-1728B52AA6E4}">
                <adec:decorative xmlns:adec="http://schemas.microsoft.com/office/drawing/2017/decorative" val="1"/>
              </a:ext>
            </a:extLst>
          </p:cNvPr>
          <p:cNvSpPr/>
          <p:nvPr userDrawn="1"/>
        </p:nvSpPr>
        <p:spPr>
          <a:xfrm>
            <a:off x="0" y="1620000"/>
            <a:ext cx="12192000" cy="523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 name="Slide Number Placeholder 6"/>
          <p:cNvSpPr>
            <a:spLocks noGrp="1"/>
          </p:cNvSpPr>
          <p:nvPr>
            <p:ph type="sldNum" sz="quarter" idx="12"/>
          </p:nvPr>
        </p:nvSpPr>
        <p:spPr/>
        <p:txBody>
          <a:bodyPr/>
          <a:lstStyle/>
          <a:p>
            <a:fld id="{10A01DC5-1685-4615-8240-15192985C6A2}" type="slidenum">
              <a:rPr lang="en-AU" smtClean="0"/>
              <a:t>‹#›</a:t>
            </a:fld>
            <a:endParaRPr lang="en-AU"/>
          </a:p>
        </p:txBody>
      </p:sp>
      <p:sp>
        <p:nvSpPr>
          <p:cNvPr id="10" name="Title 4">
            <a:extLst>
              <a:ext uri="{FF2B5EF4-FFF2-40B4-BE49-F238E27FC236}">
                <a16:creationId xmlns:a16="http://schemas.microsoft.com/office/drawing/2014/main" id="{4B69FB63-5913-44B0-9BCA-4B6E66CE48BF}"/>
              </a:ext>
            </a:extLst>
          </p:cNvPr>
          <p:cNvSpPr>
            <a:spLocks noGrp="1"/>
          </p:cNvSpPr>
          <p:nvPr>
            <p:ph type="title" hasCustomPrompt="1"/>
          </p:nvPr>
        </p:nvSpPr>
        <p:spPr>
          <a:xfrm>
            <a:off x="359997" y="360000"/>
            <a:ext cx="11483999" cy="522000"/>
          </a:xfrm>
        </p:spPr>
        <p:txBody>
          <a:bodyPr/>
          <a:lstStyle>
            <a:lvl1pPr>
              <a:defRPr>
                <a:solidFill>
                  <a:schemeClr val="accent1"/>
                </a:solidFill>
              </a:defRPr>
            </a:lvl1pPr>
          </a:lstStyle>
          <a:p>
            <a:r>
              <a:rPr lang="en-GB"/>
              <a:t>References (x)</a:t>
            </a:r>
            <a:endParaRPr lang="en-AU"/>
          </a:p>
        </p:txBody>
      </p:sp>
      <p:sp>
        <p:nvSpPr>
          <p:cNvPr id="2" name="Content Placeholder 2">
            <a:extLst>
              <a:ext uri="{FF2B5EF4-FFF2-40B4-BE49-F238E27FC236}">
                <a16:creationId xmlns:a16="http://schemas.microsoft.com/office/drawing/2014/main" id="{75109CEB-FEE9-3C82-2F10-45F8173A4BD3}"/>
              </a:ext>
            </a:extLst>
          </p:cNvPr>
          <p:cNvSpPr>
            <a:spLocks noGrp="1"/>
          </p:cNvSpPr>
          <p:nvPr>
            <p:ph idx="1" hasCustomPrompt="1"/>
          </p:nvPr>
        </p:nvSpPr>
        <p:spPr>
          <a:xfrm>
            <a:off x="360000" y="1971041"/>
            <a:ext cx="11484000" cy="4385310"/>
          </a:xfrm>
        </p:spPr>
        <p:txBody>
          <a:bodyPr/>
          <a:lstStyle>
            <a:lvl1pPr>
              <a:lnSpc>
                <a:spcPct val="150000"/>
              </a:lnSpc>
              <a:defRPr sz="1200">
                <a:latin typeface="+mn-lt"/>
              </a:defRPr>
            </a:lvl1pPr>
            <a:lvl2pPr>
              <a:lnSpc>
                <a:spcPct val="150000"/>
              </a:lnSpc>
              <a:defRPr sz="1200"/>
            </a:lvl2pPr>
            <a:lvl3pPr>
              <a:lnSpc>
                <a:spcPct val="150000"/>
              </a:lnSpc>
              <a:defRPr/>
            </a:lvl3pPr>
            <a:lvl4pPr>
              <a:lnSpc>
                <a:spcPct val="150000"/>
              </a:lnSpc>
              <a:defRPr sz="1200"/>
            </a:lvl4pPr>
            <a:lvl5pPr>
              <a:lnSpc>
                <a:spcPct val="150000"/>
              </a:lnSpc>
              <a:defRPr sz="1200"/>
            </a:lvl5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02531005"/>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userDrawn="1">
  <p:cSld name="Copyright">
    <p:bg>
      <p:bgPr>
        <a:solidFill>
          <a:schemeClr val="accent1"/>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lvl1pPr>
              <a:defRPr>
                <a:solidFill>
                  <a:schemeClr val="bg1"/>
                </a:solidFill>
              </a:defRPr>
            </a:lvl1pPr>
          </a:lstStyle>
          <a:p>
            <a:fld id="{10A01DC5-1685-4615-8240-15192985C6A2}" type="slidenum">
              <a:rPr lang="en-AU" smtClean="0"/>
              <a:pPr/>
              <a:t>‹#›</a:t>
            </a:fld>
            <a:endParaRPr lang="en-AU"/>
          </a:p>
        </p:txBody>
      </p:sp>
      <p:sp>
        <p:nvSpPr>
          <p:cNvPr id="2" name="Title 1">
            <a:extLst>
              <a:ext uri="{FF2B5EF4-FFF2-40B4-BE49-F238E27FC236}">
                <a16:creationId xmlns:a16="http://schemas.microsoft.com/office/drawing/2014/main" id="{34BE5FFA-C863-5F63-2574-4F650BA4588D}"/>
              </a:ext>
            </a:extLst>
          </p:cNvPr>
          <p:cNvSpPr>
            <a:spLocks noGrp="1"/>
          </p:cNvSpPr>
          <p:nvPr>
            <p:ph type="title" hasCustomPrompt="1"/>
          </p:nvPr>
        </p:nvSpPr>
        <p:spPr>
          <a:xfrm>
            <a:off x="360000" y="360000"/>
            <a:ext cx="10080000" cy="537467"/>
          </a:xfrm>
        </p:spPr>
        <p:txBody>
          <a:bodyPr/>
          <a:lstStyle>
            <a:lvl1pPr>
              <a:defRPr>
                <a:solidFill>
                  <a:schemeClr val="bg1"/>
                </a:solidFill>
              </a:defRPr>
            </a:lvl1pPr>
          </a:lstStyle>
          <a:p>
            <a:r>
              <a:rPr lang="en-US"/>
              <a:t>Copyright</a:t>
            </a:r>
          </a:p>
        </p:txBody>
      </p:sp>
      <p:sp>
        <p:nvSpPr>
          <p:cNvPr id="3" name="Slide Number Placeholder 4">
            <a:extLst>
              <a:ext uri="{FF2B5EF4-FFF2-40B4-BE49-F238E27FC236}">
                <a16:creationId xmlns:a16="http://schemas.microsoft.com/office/drawing/2014/main" id="{CAF241D3-718F-F3B9-95BA-7ED78B1B5BDD}"/>
              </a:ext>
            </a:extLst>
          </p:cNvPr>
          <p:cNvSpPr txBox="1">
            <a:spLocks/>
          </p:cNvSpPr>
          <p:nvPr userDrawn="1"/>
        </p:nvSpPr>
        <p:spPr>
          <a:xfrm>
            <a:off x="11124000" y="6516000"/>
            <a:ext cx="720000" cy="180000"/>
          </a:xfrm>
          <a:prstGeom prst="rect">
            <a:avLst/>
          </a:prstGeom>
        </p:spPr>
        <p:txBody>
          <a:bodyPr vert="horz" lIns="0" tIns="0" rIns="0" bIns="0" rtlCol="0" anchor="t"/>
          <a:lstStyle>
            <a:defPPr>
              <a:defRPr lang="en-US"/>
            </a:defPPr>
            <a:lvl1pPr marL="0" algn="r" defTabSz="609585" rtl="0" eaLnBrk="1" latinLnBrk="0" hangingPunct="1">
              <a:defRPr sz="1200" kern="1200">
                <a:solidFill>
                  <a:schemeClr val="bg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fld id="{10A01DC5-1685-4615-8240-15192985C6A2}" type="slidenum">
              <a:rPr lang="en-AU" smtClean="0"/>
              <a:pPr/>
              <a:t>‹#›</a:t>
            </a:fld>
            <a:endParaRPr lang="en-AU"/>
          </a:p>
        </p:txBody>
      </p:sp>
      <p:sp>
        <p:nvSpPr>
          <p:cNvPr id="5" name="Rectangle 4">
            <a:extLst>
              <a:ext uri="{FF2B5EF4-FFF2-40B4-BE49-F238E27FC236}">
                <a16:creationId xmlns:a16="http://schemas.microsoft.com/office/drawing/2014/main" id="{147A10EB-69B5-E036-369C-033BAFE6DB18}"/>
              </a:ext>
            </a:extLst>
          </p:cNvPr>
          <p:cNvSpPr/>
          <p:nvPr userDrawn="1"/>
        </p:nvSpPr>
        <p:spPr>
          <a:xfrm>
            <a:off x="10915048" y="231006"/>
            <a:ext cx="1039529" cy="1100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6" name="Picture 5" descr="A red flower with white text&#10;&#10;Description automatically generated with low confidence">
            <a:extLst>
              <a:ext uri="{FF2B5EF4-FFF2-40B4-BE49-F238E27FC236}">
                <a16:creationId xmlns:a16="http://schemas.microsoft.com/office/drawing/2014/main" id="{F5F3CD7E-F06C-6B47-6A3E-198A7C0DC31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195216" y="360000"/>
            <a:ext cx="660785" cy="717587"/>
          </a:xfrm>
          <a:prstGeom prst="rect">
            <a:avLst/>
          </a:prstGeom>
        </p:spPr>
      </p:pic>
      <p:pic>
        <p:nvPicPr>
          <p:cNvPr id="7" name="Picture 12" descr="Creative Commons Attribution licence logo">
            <a:extLst>
              <a:ext uri="{FF2B5EF4-FFF2-40B4-BE49-F238E27FC236}">
                <a16:creationId xmlns:a16="http://schemas.microsoft.com/office/drawing/2014/main" id="{7948A98C-F758-2F9B-44F6-E4FEA77CAA7A}"/>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0244972" y="2967486"/>
            <a:ext cx="1406523" cy="489432"/>
          </a:xfrm>
          <a:prstGeom prst="rect">
            <a:avLst/>
          </a:prstGeom>
          <a:noFill/>
          <a:extLst>
            <a:ext uri="{909E8E84-426E-40DD-AFC4-6F175D3DCCD1}">
              <a14:hiddenFill xmlns:a14="http://schemas.microsoft.com/office/drawing/2010/main">
                <a:solidFill>
                  <a:srgbClr val="FFFFFF"/>
                </a:solidFill>
              </a14:hiddenFill>
            </a:ext>
          </a:extLst>
        </p:spPr>
      </p:pic>
      <p:sp>
        <p:nvSpPr>
          <p:cNvPr id="8" name="Text Placeholder 10">
            <a:extLst>
              <a:ext uri="{FF2B5EF4-FFF2-40B4-BE49-F238E27FC236}">
                <a16:creationId xmlns:a16="http://schemas.microsoft.com/office/drawing/2014/main" id="{CD8E711E-20C4-EB65-95D8-4E4BB3686546}"/>
              </a:ext>
            </a:extLst>
          </p:cNvPr>
          <p:cNvSpPr>
            <a:spLocks noGrp="1"/>
          </p:cNvSpPr>
          <p:nvPr>
            <p:ph type="body" sz="quarter" idx="18" hasCustomPrompt="1"/>
          </p:nvPr>
        </p:nvSpPr>
        <p:spPr>
          <a:xfrm>
            <a:off x="360000" y="981264"/>
            <a:ext cx="10080000" cy="310015"/>
          </a:xfrm>
        </p:spPr>
        <p:txBody>
          <a:bodyPr anchor="b">
            <a:noAutofit/>
          </a:bodyPr>
          <a:lstStyle>
            <a:lvl1pPr>
              <a:defRPr sz="2000">
                <a:solidFill>
                  <a:schemeClr val="accent4"/>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37425176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4.xml"/><Relationship Id="rId13" Type="http://schemas.openxmlformats.org/officeDocument/2006/relationships/slideLayout" Target="../slideLayouts/slideLayout29.xml"/><Relationship Id="rId3" Type="http://schemas.openxmlformats.org/officeDocument/2006/relationships/slideLayout" Target="../slideLayouts/slideLayout19.xml"/><Relationship Id="rId7" Type="http://schemas.openxmlformats.org/officeDocument/2006/relationships/slideLayout" Target="../slideLayouts/slideLayout23.xml"/><Relationship Id="rId12" Type="http://schemas.openxmlformats.org/officeDocument/2006/relationships/slideLayout" Target="../slideLayouts/slideLayout28.xml"/><Relationship Id="rId2" Type="http://schemas.openxmlformats.org/officeDocument/2006/relationships/slideLayout" Target="../slideLayouts/slideLayout18.xml"/><Relationship Id="rId1" Type="http://schemas.openxmlformats.org/officeDocument/2006/relationships/slideLayout" Target="../slideLayouts/slideLayout17.xml"/><Relationship Id="rId6" Type="http://schemas.openxmlformats.org/officeDocument/2006/relationships/slideLayout" Target="../slideLayouts/slideLayout22.xml"/><Relationship Id="rId11" Type="http://schemas.openxmlformats.org/officeDocument/2006/relationships/slideLayout" Target="../slideLayouts/slideLayout27.xml"/><Relationship Id="rId5" Type="http://schemas.openxmlformats.org/officeDocument/2006/relationships/slideLayout" Target="../slideLayouts/slideLayout21.xml"/><Relationship Id="rId10" Type="http://schemas.openxmlformats.org/officeDocument/2006/relationships/slideLayout" Target="../slideLayouts/slideLayout26.xml"/><Relationship Id="rId4" Type="http://schemas.openxmlformats.org/officeDocument/2006/relationships/slideLayout" Target="../slideLayouts/slideLayout20.xml"/><Relationship Id="rId9" Type="http://schemas.openxmlformats.org/officeDocument/2006/relationships/slideLayout" Target="../slideLayouts/slideLayout25.xml"/><Relationship Id="rId1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7.xml"/><Relationship Id="rId13" Type="http://schemas.openxmlformats.org/officeDocument/2006/relationships/slideLayout" Target="../slideLayouts/slideLayout42.xml"/><Relationship Id="rId3" Type="http://schemas.openxmlformats.org/officeDocument/2006/relationships/slideLayout" Target="../slideLayouts/slideLayout32.xml"/><Relationship Id="rId7" Type="http://schemas.openxmlformats.org/officeDocument/2006/relationships/slideLayout" Target="../slideLayouts/slideLayout36.xml"/><Relationship Id="rId12" Type="http://schemas.openxmlformats.org/officeDocument/2006/relationships/slideLayout" Target="../slideLayouts/slideLayout41.xml"/><Relationship Id="rId17" Type="http://schemas.openxmlformats.org/officeDocument/2006/relationships/theme" Target="../theme/theme3.xml"/><Relationship Id="rId2" Type="http://schemas.openxmlformats.org/officeDocument/2006/relationships/slideLayout" Target="../slideLayouts/slideLayout31.xml"/><Relationship Id="rId16" Type="http://schemas.openxmlformats.org/officeDocument/2006/relationships/slideLayout" Target="../slideLayouts/slideLayout45.xml"/><Relationship Id="rId1" Type="http://schemas.openxmlformats.org/officeDocument/2006/relationships/slideLayout" Target="../slideLayouts/slideLayout30.xml"/><Relationship Id="rId6" Type="http://schemas.openxmlformats.org/officeDocument/2006/relationships/slideLayout" Target="../slideLayouts/slideLayout35.xml"/><Relationship Id="rId11" Type="http://schemas.openxmlformats.org/officeDocument/2006/relationships/slideLayout" Target="../slideLayouts/slideLayout40.xml"/><Relationship Id="rId5" Type="http://schemas.openxmlformats.org/officeDocument/2006/relationships/slideLayout" Target="../slideLayouts/slideLayout34.xml"/><Relationship Id="rId15" Type="http://schemas.openxmlformats.org/officeDocument/2006/relationships/slideLayout" Target="../slideLayouts/slideLayout44.xml"/><Relationship Id="rId10" Type="http://schemas.openxmlformats.org/officeDocument/2006/relationships/slideLayout" Target="../slideLayouts/slideLayout39.xml"/><Relationship Id="rId4" Type="http://schemas.openxmlformats.org/officeDocument/2006/relationships/slideLayout" Target="../slideLayouts/slideLayout33.xml"/><Relationship Id="rId9" Type="http://schemas.openxmlformats.org/officeDocument/2006/relationships/slideLayout" Target="../slideLayouts/slideLayout38.xml"/><Relationship Id="rId14" Type="http://schemas.openxmlformats.org/officeDocument/2006/relationships/slideLayout" Target="../slideLayouts/slideLayout4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60000" y="360000"/>
            <a:ext cx="10080000" cy="1008000"/>
          </a:xfrm>
          <a:prstGeom prst="rect">
            <a:avLst/>
          </a:prstGeom>
        </p:spPr>
        <p:txBody>
          <a:bodyPr vert="horz" lIns="0" tIns="0" rIns="0" bIns="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360000" y="1620000"/>
            <a:ext cx="11484000" cy="4536000"/>
          </a:xfrm>
          <a:prstGeom prst="rect">
            <a:avLst/>
          </a:prstGeom>
        </p:spPr>
        <p:txBody>
          <a:bodyPr vert="horz" lIns="0" tIns="0" rIns="0" bIns="0" rtlCol="0">
            <a:noAutofit/>
          </a:bodyPr>
          <a:lstStyle/>
          <a:p>
            <a:pPr marL="0" marR="0" lvl="0"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Click to edit Master text styles</a:t>
            </a:r>
          </a:p>
          <a:p>
            <a:pPr marL="0" marR="0" lvl="1"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Second level</a:t>
            </a:r>
          </a:p>
          <a:p>
            <a:pPr marL="0" marR="0" lvl="2"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Third level</a:t>
            </a:r>
          </a:p>
          <a:p>
            <a:pPr marL="0" marR="0" lvl="3"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Fourth level</a:t>
            </a:r>
          </a:p>
          <a:p>
            <a:pPr marL="0" marR="0" lvl="4"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Fifth level</a:t>
            </a:r>
            <a:endParaRPr kumimoji="0" lang="en-US" sz="1800" b="0" i="0" u="none" strike="noStrike" kern="1200" cap="none" spc="0" normalizeH="0" baseline="0" noProof="0" dirty="0">
              <a:ln>
                <a:noFill/>
              </a:ln>
              <a:solidFill>
                <a:srgbClr val="22272B"/>
              </a:solidFill>
              <a:effectLst/>
              <a:uLnTx/>
              <a:uFillTx/>
              <a:latin typeface="Public Sans Light"/>
              <a:ea typeface="+mn-ea"/>
              <a:cs typeface="+mn-cs"/>
            </a:endParaRPr>
          </a:p>
        </p:txBody>
      </p:sp>
      <p:sp>
        <p:nvSpPr>
          <p:cNvPr id="6" name="Slide Number Placeholder 5"/>
          <p:cNvSpPr>
            <a:spLocks noGrp="1"/>
          </p:cNvSpPr>
          <p:nvPr>
            <p:ph type="sldNum" sz="quarter" idx="4"/>
          </p:nvPr>
        </p:nvSpPr>
        <p:spPr>
          <a:xfrm>
            <a:off x="11124000" y="6516000"/>
            <a:ext cx="720000" cy="180000"/>
          </a:xfrm>
          <a:prstGeom prst="rect">
            <a:avLst/>
          </a:prstGeom>
        </p:spPr>
        <p:txBody>
          <a:bodyPr vert="horz" lIns="0" tIns="0" rIns="0" bIns="0" rtlCol="0" anchor="t"/>
          <a:lstStyle>
            <a:lvl1pPr algn="r">
              <a:defRPr sz="1200">
                <a:solidFill>
                  <a:schemeClr val="tx1"/>
                </a:solidFill>
                <a:latin typeface="+mn-lt"/>
              </a:defRPr>
            </a:lvl1pPr>
          </a:lstStyle>
          <a:p>
            <a:fld id="{10A01DC5-1685-4615-8240-15192985C6A2}" type="slidenum">
              <a:rPr lang="en-AU" smtClean="0"/>
              <a:pPr/>
              <a:t>‹#›</a:t>
            </a:fld>
            <a:endParaRPr lang="en-AU"/>
          </a:p>
        </p:txBody>
      </p:sp>
    </p:spTree>
    <p:extLst>
      <p:ext uri="{BB962C8B-B14F-4D97-AF65-F5344CB8AC3E}">
        <p14:creationId xmlns:p14="http://schemas.microsoft.com/office/powerpoint/2010/main" val="4123316428"/>
      </p:ext>
    </p:extLst>
  </p:cSld>
  <p:clrMap bg1="lt1" tx1="dk1" bg2="lt2" tx2="dk2" accent1="accent1" accent2="accent2" accent3="accent3" accent4="accent4" accent5="accent5" accent6="accent6" hlink="hlink" folHlink="folHlink"/>
  <p:sldLayoutIdLst>
    <p:sldLayoutId id="2147483728" r:id="rId1"/>
    <p:sldLayoutId id="2147483731" r:id="rId2"/>
    <p:sldLayoutId id="2147483747" r:id="rId3"/>
    <p:sldLayoutId id="2147483724" r:id="rId4"/>
    <p:sldLayoutId id="2147483751" r:id="rId5"/>
    <p:sldLayoutId id="2147483754" r:id="rId6"/>
    <p:sldLayoutId id="2147483752" r:id="rId7"/>
    <p:sldLayoutId id="2147483753" r:id="rId8"/>
    <p:sldLayoutId id="2147483723" r:id="rId9"/>
    <p:sldLayoutId id="2147483749" r:id="rId10"/>
    <p:sldLayoutId id="2147483746" r:id="rId11"/>
    <p:sldLayoutId id="2147483725" r:id="rId12"/>
    <p:sldLayoutId id="2147483743" r:id="rId13"/>
    <p:sldLayoutId id="2147483750" r:id="rId14"/>
    <p:sldLayoutId id="2147483744" r:id="rId15"/>
    <p:sldLayoutId id="2147483755" r:id="rId16"/>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defTabSz="914377" rtl="0" eaLnBrk="1" latinLnBrk="0" hangingPunct="1">
        <a:lnSpc>
          <a:spcPct val="90000"/>
        </a:lnSpc>
        <a:spcBef>
          <a:spcPct val="0"/>
        </a:spcBef>
        <a:buNone/>
        <a:defRPr sz="3600" kern="1200">
          <a:solidFill>
            <a:schemeClr val="tx1"/>
          </a:solidFill>
          <a:latin typeface="Arial" panose="020B0604020202020204" pitchFamily="34" charset="0"/>
          <a:ea typeface="+mj-ea"/>
          <a:cs typeface="Arial" panose="020B0604020202020204" pitchFamily="34" charset="0"/>
        </a:defRPr>
      </a:lvl1pPr>
    </p:titleStyle>
    <p:body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60000" y="360000"/>
            <a:ext cx="10080000" cy="1008000"/>
          </a:xfrm>
          <a:prstGeom prst="rect">
            <a:avLst/>
          </a:prstGeom>
        </p:spPr>
        <p:txBody>
          <a:bodyPr vert="horz" lIns="0" tIns="0" rIns="0" bIns="0" rtlCol="0" anchor="t">
            <a:noAutofit/>
          </a:bodyPr>
          <a:lstStyle/>
          <a:p>
            <a:r>
              <a:rPr lang="en-US"/>
              <a:t>Click to edit Master title style</a:t>
            </a:r>
          </a:p>
        </p:txBody>
      </p:sp>
      <p:sp>
        <p:nvSpPr>
          <p:cNvPr id="3" name="Text Placeholder 2"/>
          <p:cNvSpPr>
            <a:spLocks noGrp="1"/>
          </p:cNvSpPr>
          <p:nvPr>
            <p:ph type="body" idx="1"/>
          </p:nvPr>
        </p:nvSpPr>
        <p:spPr>
          <a:xfrm>
            <a:off x="360000" y="1620000"/>
            <a:ext cx="11484000" cy="4536000"/>
          </a:xfrm>
          <a:prstGeom prst="rect">
            <a:avLst/>
          </a:prstGeom>
        </p:spPr>
        <p:txBody>
          <a:bodyPr vert="horz" lIns="0" tIns="0" rIns="0" bIns="0" rtlCol="0">
            <a:noAutofit/>
          </a:bodyPr>
          <a:lstStyle/>
          <a:p>
            <a:pPr marL="0" marR="0" lvl="0"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Click to edit Master text styles</a:t>
            </a:r>
          </a:p>
          <a:p>
            <a:pPr marL="0" marR="0" lvl="1"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Second level</a:t>
            </a:r>
          </a:p>
          <a:p>
            <a:pPr marL="0" marR="0" lvl="2"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Third level</a:t>
            </a:r>
          </a:p>
          <a:p>
            <a:pPr marL="0" marR="0" lvl="3"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Fourth level</a:t>
            </a:r>
          </a:p>
          <a:p>
            <a:pPr marL="0" marR="0" lvl="4"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Fifth level</a:t>
            </a:r>
          </a:p>
        </p:txBody>
      </p:sp>
      <p:sp>
        <p:nvSpPr>
          <p:cNvPr id="6" name="Slide Number Placeholder 5"/>
          <p:cNvSpPr>
            <a:spLocks noGrp="1"/>
          </p:cNvSpPr>
          <p:nvPr>
            <p:ph type="sldNum" sz="quarter" idx="4"/>
          </p:nvPr>
        </p:nvSpPr>
        <p:spPr>
          <a:xfrm>
            <a:off x="11124000" y="6516000"/>
            <a:ext cx="720000" cy="180000"/>
          </a:xfrm>
          <a:prstGeom prst="rect">
            <a:avLst/>
          </a:prstGeom>
        </p:spPr>
        <p:txBody>
          <a:bodyPr vert="horz" lIns="0" tIns="0" rIns="0" bIns="0" rtlCol="0" anchor="t"/>
          <a:lstStyle>
            <a:lvl1pPr algn="r">
              <a:defRPr sz="1200">
                <a:solidFill>
                  <a:schemeClr val="tx1"/>
                </a:solidFill>
                <a:latin typeface="+mn-lt"/>
              </a:defRPr>
            </a:lvl1pPr>
          </a:lstStyle>
          <a:p>
            <a:fld id="{10A01DC5-1685-4615-8240-15192985C6A2}" type="slidenum">
              <a:rPr lang="en-AU" smtClean="0"/>
              <a:pPr/>
              <a:t>‹#›</a:t>
            </a:fld>
            <a:endParaRPr lang="en-AU"/>
          </a:p>
        </p:txBody>
      </p:sp>
    </p:spTree>
    <p:extLst>
      <p:ext uri="{BB962C8B-B14F-4D97-AF65-F5344CB8AC3E}">
        <p14:creationId xmlns:p14="http://schemas.microsoft.com/office/powerpoint/2010/main" val="2110533576"/>
      </p:ext>
    </p:extLst>
  </p:cSld>
  <p:clrMap bg1="lt1" tx1="dk1" bg2="lt2" tx2="dk2" accent1="accent1" accent2="accent2" accent3="accent3" accent4="accent4" accent5="accent5" accent6="accent6" hlink="hlink" folHlink="folHlink"/>
  <p:sldLayoutIdLst>
    <p:sldLayoutId id="2147483757" r:id="rId1"/>
    <p:sldLayoutId id="2147483758" r:id="rId2"/>
    <p:sldLayoutId id="2147483759" r:id="rId3"/>
    <p:sldLayoutId id="2147483760" r:id="rId4"/>
    <p:sldLayoutId id="2147483761" r:id="rId5"/>
    <p:sldLayoutId id="2147483762" r:id="rId6"/>
    <p:sldLayoutId id="2147483763" r:id="rId7"/>
    <p:sldLayoutId id="2147483764" r:id="rId8"/>
    <p:sldLayoutId id="2147483765" r:id="rId9"/>
    <p:sldLayoutId id="2147483766" r:id="rId10"/>
    <p:sldLayoutId id="2147483767" r:id="rId11"/>
    <p:sldLayoutId id="2147483785" r:id="rId12"/>
    <p:sldLayoutId id="2147483786" r:id="rId13"/>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defTabSz="914377" rtl="0" eaLnBrk="1" latinLnBrk="0" hangingPunct="1">
        <a:lnSpc>
          <a:spcPct val="90000"/>
        </a:lnSpc>
        <a:spcBef>
          <a:spcPct val="0"/>
        </a:spcBef>
        <a:buNone/>
        <a:defRPr sz="3600" kern="1200">
          <a:solidFill>
            <a:schemeClr val="tx1"/>
          </a:solidFill>
          <a:latin typeface="Arial" panose="020B0604020202020204" pitchFamily="34" charset="0"/>
          <a:ea typeface="+mj-ea"/>
          <a:cs typeface="Arial" panose="020B0604020202020204" pitchFamily="34" charset="0"/>
        </a:defRPr>
      </a:lvl1pPr>
    </p:titleStyle>
    <p:body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60000" y="360000"/>
            <a:ext cx="10080000" cy="1008000"/>
          </a:xfrm>
          <a:prstGeom prst="rect">
            <a:avLst/>
          </a:prstGeom>
        </p:spPr>
        <p:txBody>
          <a:bodyPr vert="horz" lIns="0" tIns="0" rIns="0" bIns="0" rtlCol="0" anchor="t">
            <a:noAutofit/>
          </a:bodyPr>
          <a:lstStyle/>
          <a:p>
            <a:r>
              <a:rPr lang="en-US"/>
              <a:t>Click to edit Master title style</a:t>
            </a:r>
          </a:p>
        </p:txBody>
      </p:sp>
      <p:sp>
        <p:nvSpPr>
          <p:cNvPr id="3" name="Text Placeholder 2"/>
          <p:cNvSpPr>
            <a:spLocks noGrp="1"/>
          </p:cNvSpPr>
          <p:nvPr>
            <p:ph type="body" idx="1"/>
          </p:nvPr>
        </p:nvSpPr>
        <p:spPr>
          <a:xfrm>
            <a:off x="360000" y="1620000"/>
            <a:ext cx="11484000" cy="4536000"/>
          </a:xfrm>
          <a:prstGeom prst="rect">
            <a:avLst/>
          </a:prstGeom>
        </p:spPr>
        <p:txBody>
          <a:bodyPr vert="horz" lIns="0" tIns="0" rIns="0" bIns="0" rtlCol="0">
            <a:noAutofit/>
          </a:bodyPr>
          <a:lstStyle/>
          <a:p>
            <a:pPr marL="0" marR="0" lvl="0"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Click to edit Master text styles</a:t>
            </a:r>
          </a:p>
          <a:p>
            <a:pPr marL="0" marR="0" lvl="1"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Second level</a:t>
            </a:r>
          </a:p>
          <a:p>
            <a:pPr marL="0" marR="0" lvl="2"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Third level</a:t>
            </a:r>
          </a:p>
          <a:p>
            <a:pPr marL="0" marR="0" lvl="3"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Fourth level</a:t>
            </a:r>
          </a:p>
          <a:p>
            <a:pPr marL="0" marR="0" lvl="4"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Fifth level</a:t>
            </a:r>
          </a:p>
        </p:txBody>
      </p:sp>
      <p:sp>
        <p:nvSpPr>
          <p:cNvPr id="6" name="Slide Number Placeholder 5"/>
          <p:cNvSpPr>
            <a:spLocks noGrp="1"/>
          </p:cNvSpPr>
          <p:nvPr>
            <p:ph type="sldNum" sz="quarter" idx="4"/>
          </p:nvPr>
        </p:nvSpPr>
        <p:spPr>
          <a:xfrm>
            <a:off x="11124000" y="6516000"/>
            <a:ext cx="720000" cy="180000"/>
          </a:xfrm>
          <a:prstGeom prst="rect">
            <a:avLst/>
          </a:prstGeom>
        </p:spPr>
        <p:txBody>
          <a:bodyPr vert="horz" lIns="0" tIns="0" rIns="0" bIns="0" rtlCol="0" anchor="t"/>
          <a:lstStyle>
            <a:lvl1pPr algn="r">
              <a:defRPr sz="1200">
                <a:solidFill>
                  <a:schemeClr val="tx1"/>
                </a:solidFill>
                <a:latin typeface="+mn-lt"/>
              </a:defRPr>
            </a:lvl1pPr>
          </a:lstStyle>
          <a:p>
            <a:fld id="{10A01DC5-1685-4615-8240-15192985C6A2}" type="slidenum">
              <a:rPr lang="en-AU" smtClean="0"/>
              <a:pPr/>
              <a:t>‹#›</a:t>
            </a:fld>
            <a:endParaRPr lang="en-AU"/>
          </a:p>
        </p:txBody>
      </p:sp>
    </p:spTree>
    <p:extLst>
      <p:ext uri="{BB962C8B-B14F-4D97-AF65-F5344CB8AC3E}">
        <p14:creationId xmlns:p14="http://schemas.microsoft.com/office/powerpoint/2010/main" val="989449667"/>
      </p:ext>
    </p:extLst>
  </p:cSld>
  <p:clrMap bg1="lt1" tx1="dk1" bg2="lt2" tx2="dk2" accent1="accent1" accent2="accent2" accent3="accent3" accent4="accent4" accent5="accent5" accent6="accent6" hlink="hlink" folHlink="folHlink"/>
  <p:sldLayoutIdLst>
    <p:sldLayoutId id="2147483769" r:id="rId1"/>
    <p:sldLayoutId id="2147483770" r:id="rId2"/>
    <p:sldLayoutId id="2147483771" r:id="rId3"/>
    <p:sldLayoutId id="2147483772" r:id="rId4"/>
    <p:sldLayoutId id="2147483773" r:id="rId5"/>
    <p:sldLayoutId id="2147483774" r:id="rId6"/>
    <p:sldLayoutId id="2147483775" r:id="rId7"/>
    <p:sldLayoutId id="2147483776" r:id="rId8"/>
    <p:sldLayoutId id="2147483777" r:id="rId9"/>
    <p:sldLayoutId id="2147483778" r:id="rId10"/>
    <p:sldLayoutId id="2147483779" r:id="rId11"/>
    <p:sldLayoutId id="2147483780" r:id="rId12"/>
    <p:sldLayoutId id="2147483781" r:id="rId13"/>
    <p:sldLayoutId id="2147483782" r:id="rId14"/>
    <p:sldLayoutId id="2147483783" r:id="rId15"/>
    <p:sldLayoutId id="2147483784" r:id="rId16"/>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defTabSz="914377" rtl="0" eaLnBrk="1" latinLnBrk="0" hangingPunct="1">
        <a:lnSpc>
          <a:spcPct val="90000"/>
        </a:lnSpc>
        <a:spcBef>
          <a:spcPct val="0"/>
        </a:spcBef>
        <a:buNone/>
        <a:defRPr sz="3600" kern="1200">
          <a:solidFill>
            <a:schemeClr val="tx1"/>
          </a:solidFill>
          <a:latin typeface="Arial" panose="020B0604020202020204" pitchFamily="34" charset="0"/>
          <a:ea typeface="+mj-ea"/>
          <a:cs typeface="Arial" panose="020B0604020202020204" pitchFamily="34" charset="0"/>
        </a:defRPr>
      </a:lvl1pPr>
    </p:titleStyle>
    <p:body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8" Type="http://schemas.openxmlformats.org/officeDocument/2006/relationships/slide" Target="slide46.xml"/><Relationship Id="rId3" Type="http://schemas.openxmlformats.org/officeDocument/2006/relationships/slide" Target="slide4.xml"/><Relationship Id="rId7" Type="http://schemas.openxmlformats.org/officeDocument/2006/relationships/slide" Target="slide39.xml"/><Relationship Id="rId2" Type="http://schemas.openxmlformats.org/officeDocument/2006/relationships/notesSlide" Target="../notesSlides/notesSlide3.xml"/><Relationship Id="rId1" Type="http://schemas.openxmlformats.org/officeDocument/2006/relationships/slideLayout" Target="../slideLayouts/slideLayout11.xml"/><Relationship Id="rId6" Type="http://schemas.openxmlformats.org/officeDocument/2006/relationships/slide" Target="slide25.xml"/><Relationship Id="rId5" Type="http://schemas.openxmlformats.org/officeDocument/2006/relationships/slide" Target="slide18.xml"/><Relationship Id="rId10" Type="http://schemas.openxmlformats.org/officeDocument/2006/relationships/slide" Target="slide32.xml"/><Relationship Id="rId4" Type="http://schemas.openxmlformats.org/officeDocument/2006/relationships/slide" Target="slide11.xml"/><Relationship Id="rId9" Type="http://schemas.openxmlformats.org/officeDocument/2006/relationships/slide" Target="slide5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37.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4.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4.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8" Type="http://schemas.openxmlformats.org/officeDocument/2006/relationships/image" Target="../media/image16.sv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4.xml"/><Relationship Id="rId6" Type="http://schemas.openxmlformats.org/officeDocument/2006/relationships/image" Target="../media/image14.svg"/><Relationship Id="rId5" Type="http://schemas.openxmlformats.org/officeDocument/2006/relationships/image" Target="../media/image13.png"/><Relationship Id="rId10" Type="http://schemas.openxmlformats.org/officeDocument/2006/relationships/image" Target="../media/image18.jpeg"/><Relationship Id="rId4" Type="http://schemas.openxmlformats.org/officeDocument/2006/relationships/image" Target="../media/image12.svg"/><Relationship Id="rId9" Type="http://schemas.openxmlformats.org/officeDocument/2006/relationships/image" Target="../media/image17.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7.png"/><Relationship Id="rId7" Type="http://schemas.openxmlformats.org/officeDocument/2006/relationships/image" Target="../media/image22.png"/><Relationship Id="rId2" Type="http://schemas.openxmlformats.org/officeDocument/2006/relationships/notesSlide" Target="../notesSlides/notesSlide15.xml"/><Relationship Id="rId1" Type="http://schemas.openxmlformats.org/officeDocument/2006/relationships/slideLayout" Target="../slideLayouts/slideLayout4.xml"/><Relationship Id="rId6" Type="http://schemas.openxmlformats.org/officeDocument/2006/relationships/image" Target="../media/image21.png"/><Relationship Id="rId5" Type="http://schemas.openxmlformats.org/officeDocument/2006/relationships/image" Target="../media/image20.svg"/><Relationship Id="rId4" Type="http://schemas.openxmlformats.org/officeDocument/2006/relationships/image" Target="../media/image19.png"/><Relationship Id="rId9" Type="http://schemas.openxmlformats.org/officeDocument/2006/relationships/image" Target="../media/image24.svg"/></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6.xml"/><Relationship Id="rId1" Type="http://schemas.openxmlformats.org/officeDocument/2006/relationships/slideLayout" Target="../slideLayouts/slideLayout4.xml"/><Relationship Id="rId4" Type="http://schemas.openxmlformats.org/officeDocument/2006/relationships/image" Target="../media/image25.png"/></Relationships>
</file>

<file path=ppt/slides/_rels/slide1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7.xml"/><Relationship Id="rId1" Type="http://schemas.openxmlformats.org/officeDocument/2006/relationships/slideLayout" Target="../slideLayouts/slideLayout4.xml"/><Relationship Id="rId6" Type="http://schemas.openxmlformats.org/officeDocument/2006/relationships/image" Target="../media/image18.jpeg"/><Relationship Id="rId5" Type="http://schemas.openxmlformats.org/officeDocument/2006/relationships/image" Target="../media/image27.svg"/><Relationship Id="rId4" Type="http://schemas.openxmlformats.org/officeDocument/2006/relationships/image" Target="../media/image15.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0.xml"/><Relationship Id="rId1" Type="http://schemas.openxmlformats.org/officeDocument/2006/relationships/slideLayout" Target="../slideLayouts/slideLayout4.xml"/><Relationship Id="rId4" Type="http://schemas.openxmlformats.org/officeDocument/2006/relationships/image" Target="../media/image28.png"/></Relationships>
</file>

<file path=ppt/slides/_rels/slide2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1.xml"/><Relationship Id="rId1" Type="http://schemas.openxmlformats.org/officeDocument/2006/relationships/slideLayout" Target="../slideLayouts/slideLayout37.xml"/></Relationships>
</file>

<file path=ppt/slides/_rels/slide2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2.xml"/><Relationship Id="rId1" Type="http://schemas.openxmlformats.org/officeDocument/2006/relationships/slideLayout" Target="../slideLayouts/slideLayout4.xml"/><Relationship Id="rId5" Type="http://schemas.openxmlformats.org/officeDocument/2006/relationships/image" Target="../media/image30.png"/><Relationship Id="rId4" Type="http://schemas.openxmlformats.org/officeDocument/2006/relationships/image" Target="../media/image29.png"/></Relationships>
</file>

<file path=ppt/slides/_rels/slide2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3.xml"/><Relationship Id="rId1" Type="http://schemas.openxmlformats.org/officeDocument/2006/relationships/slideLayout" Target="../slideLayouts/slideLayout4.xml"/><Relationship Id="rId4" Type="http://schemas.openxmlformats.org/officeDocument/2006/relationships/image" Target="../media/image31.png"/></Relationships>
</file>

<file path=ppt/slides/_rels/slide2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4.xml"/><Relationship Id="rId1" Type="http://schemas.openxmlformats.org/officeDocument/2006/relationships/slideLayout" Target="../slideLayouts/slideLayout4.xml"/><Relationship Id="rId4" Type="http://schemas.openxmlformats.org/officeDocument/2006/relationships/image" Target="../media/image18.jpe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6.xml"/><Relationship Id="rId1" Type="http://schemas.openxmlformats.org/officeDocument/2006/relationships/slideLayout" Target="../slideLayouts/slideLayout8.xml"/><Relationship Id="rId4" Type="http://schemas.openxmlformats.org/officeDocument/2006/relationships/image" Target="../media/image33.png"/></Relationships>
</file>

<file path=ppt/slides/_rels/slide2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7.xml"/><Relationship Id="rId1" Type="http://schemas.openxmlformats.org/officeDocument/2006/relationships/slideLayout" Target="../slideLayouts/slideLayout4.xml"/><Relationship Id="rId4" Type="http://schemas.openxmlformats.org/officeDocument/2006/relationships/image" Target="../media/image34.png"/></Relationships>
</file>

<file path=ppt/slides/_rels/slide2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9.xml"/><Relationship Id="rId1" Type="http://schemas.openxmlformats.org/officeDocument/2006/relationships/slideLayout" Target="../slideLayouts/slideLayout4.xml"/><Relationship Id="rId4" Type="http://schemas.openxmlformats.org/officeDocument/2006/relationships/image" Target="../media/image35.png"/></Relationships>
</file>

<file path=ppt/slides/_rels/slide3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0.xml"/><Relationship Id="rId1" Type="http://schemas.openxmlformats.org/officeDocument/2006/relationships/slideLayout" Target="../slideLayouts/slideLayout4.xml"/><Relationship Id="rId4" Type="http://schemas.openxmlformats.org/officeDocument/2006/relationships/image" Target="../media/image36.png"/></Relationships>
</file>

<file path=ppt/slides/_rels/slide31.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1.xml"/><Relationship Id="rId1" Type="http://schemas.openxmlformats.org/officeDocument/2006/relationships/slideLayout" Target="../slideLayouts/slideLayout16.xml"/><Relationship Id="rId4" Type="http://schemas.openxmlformats.org/officeDocument/2006/relationships/image" Target="../media/image18.jpe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3.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4.xml"/><Relationship Id="rId1" Type="http://schemas.openxmlformats.org/officeDocument/2006/relationships/slideLayout" Target="../slideLayouts/slideLayout4.xml"/><Relationship Id="rId4" Type="http://schemas.openxmlformats.org/officeDocument/2006/relationships/image" Target="../media/image38.png"/></Relationships>
</file>

<file path=ppt/slides/_rels/slide3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5.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6.xml"/><Relationship Id="rId1" Type="http://schemas.openxmlformats.org/officeDocument/2006/relationships/slideLayout" Target="../slideLayouts/slideLayout4.xml"/><Relationship Id="rId4" Type="http://schemas.openxmlformats.org/officeDocument/2006/relationships/image" Target="../media/image39.png"/></Relationships>
</file>

<file path=ppt/slides/_rels/slide3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7.xml"/><Relationship Id="rId1" Type="http://schemas.openxmlformats.org/officeDocument/2006/relationships/slideLayout" Target="../slideLayouts/slideLayout4.xml"/><Relationship Id="rId4" Type="http://schemas.openxmlformats.org/officeDocument/2006/relationships/image" Target="../media/image40.png"/></Relationships>
</file>

<file path=ppt/slides/_rels/slide38.xml.rels><?xml version="1.0" encoding="UTF-8" standalone="yes"?>
<Relationships xmlns="http://schemas.openxmlformats.org/package/2006/relationships"><Relationship Id="rId8" Type="http://schemas.openxmlformats.org/officeDocument/2006/relationships/image" Target="../media/image18.jpeg"/><Relationship Id="rId3" Type="http://schemas.openxmlformats.org/officeDocument/2006/relationships/image" Target="../media/image41.png"/><Relationship Id="rId7" Type="http://schemas.openxmlformats.org/officeDocument/2006/relationships/image" Target="../media/image45.png"/><Relationship Id="rId2" Type="http://schemas.openxmlformats.org/officeDocument/2006/relationships/notesSlide" Target="../notesSlides/notesSlide38.xml"/><Relationship Id="rId1" Type="http://schemas.openxmlformats.org/officeDocument/2006/relationships/slideLayout" Target="../slideLayouts/slideLayout4.xml"/><Relationship Id="rId6" Type="http://schemas.openxmlformats.org/officeDocument/2006/relationships/image" Target="../media/image44.svg"/><Relationship Id="rId5" Type="http://schemas.openxmlformats.org/officeDocument/2006/relationships/image" Target="../media/image43.png"/><Relationship Id="rId4" Type="http://schemas.openxmlformats.org/officeDocument/2006/relationships/image" Target="../media/image42.svg"/></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0.xml"/><Relationship Id="rId1" Type="http://schemas.openxmlformats.org/officeDocument/2006/relationships/slideLayout" Target="../slideLayouts/slideLayout8.xml"/></Relationships>
</file>

<file path=ppt/slides/_rels/slide4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1.xml"/><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2.xml"/><Relationship Id="rId1" Type="http://schemas.openxmlformats.org/officeDocument/2006/relationships/slideLayout" Target="../slideLayouts/slideLayout37.xml"/></Relationships>
</file>

<file path=ppt/slides/_rels/slide4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3.xml"/><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4.xml"/><Relationship Id="rId1" Type="http://schemas.openxmlformats.org/officeDocument/2006/relationships/slideLayout" Target="../slideLayouts/slideLayout4.xml"/><Relationship Id="rId4" Type="http://schemas.openxmlformats.org/officeDocument/2006/relationships/image" Target="../media/image46.png"/></Relationships>
</file>

<file path=ppt/slides/_rels/slide45.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45.xml"/><Relationship Id="rId1" Type="http://schemas.openxmlformats.org/officeDocument/2006/relationships/slideLayout" Target="../slideLayouts/slideLayout20.xml"/><Relationship Id="rId4" Type="http://schemas.openxmlformats.org/officeDocument/2006/relationships/image" Target="../media/image18.jpeg"/></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7.xml"/><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8.xml"/><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9.xml"/><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50.xml"/><Relationship Id="rId1" Type="http://schemas.openxmlformats.org/officeDocument/2006/relationships/slideLayout" Target="../slideLayouts/slideLayout4.xml"/><Relationship Id="rId4" Type="http://schemas.openxmlformats.org/officeDocument/2006/relationships/image" Target="../media/image7.png"/></Relationships>
</file>

<file path=ppt/slides/_rels/slide5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1.xml"/><Relationship Id="rId1" Type="http://schemas.openxmlformats.org/officeDocument/2006/relationships/slideLayout" Target="../slideLayouts/slideLayout4.xml"/><Relationship Id="rId4" Type="http://schemas.openxmlformats.org/officeDocument/2006/relationships/image" Target="../media/image49.png"/></Relationships>
</file>

<file path=ppt/slides/_rels/slide52.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52.xml"/><Relationship Id="rId1" Type="http://schemas.openxmlformats.org/officeDocument/2006/relationships/slideLayout" Target="../slideLayouts/slideLayout20.xml"/><Relationship Id="rId4" Type="http://schemas.openxmlformats.org/officeDocument/2006/relationships/image" Target="../media/image18.jpeg"/></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4.xml"/><Relationship Id="rId1" Type="http://schemas.openxmlformats.org/officeDocument/2006/relationships/slideLayout" Target="../slideLayouts/slideLayout8.xml"/><Relationship Id="rId4" Type="http://schemas.openxmlformats.org/officeDocument/2006/relationships/image" Target="../media/image51.png"/></Relationships>
</file>

<file path=ppt/slides/_rels/slide5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5.xml"/><Relationship Id="rId1" Type="http://schemas.openxmlformats.org/officeDocument/2006/relationships/slideLayout" Target="../slideLayouts/slideLayout4.xml"/><Relationship Id="rId4" Type="http://schemas.openxmlformats.org/officeDocument/2006/relationships/image" Target="../media/image52.png"/></Relationships>
</file>

<file path=ppt/slides/_rels/slide5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6.xml"/><Relationship Id="rId1" Type="http://schemas.openxmlformats.org/officeDocument/2006/relationships/slideLayout" Target="../slideLayouts/slideLayout4.xml"/><Relationship Id="rId4" Type="http://schemas.openxmlformats.org/officeDocument/2006/relationships/image" Target="../media/image53.png"/></Relationships>
</file>

<file path=ppt/slides/_rels/slide5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7.xml"/><Relationship Id="rId1" Type="http://schemas.openxmlformats.org/officeDocument/2006/relationships/slideLayout" Target="../slideLayouts/slideLayout4.xml"/><Relationship Id="rId5" Type="http://schemas.openxmlformats.org/officeDocument/2006/relationships/image" Target="../media/image55.png"/><Relationship Id="rId4" Type="http://schemas.openxmlformats.org/officeDocument/2006/relationships/image" Target="../media/image54.png"/></Relationships>
</file>

<file path=ppt/slides/_rels/slide5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8.xml"/><Relationship Id="rId1" Type="http://schemas.openxmlformats.org/officeDocument/2006/relationships/slideLayout" Target="../slideLayouts/slideLayout4.xml"/><Relationship Id="rId4" Type="http://schemas.openxmlformats.org/officeDocument/2006/relationships/image" Target="../media/image56.png"/></Relationships>
</file>

<file path=ppt/slides/_rels/slide59.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59.xml"/><Relationship Id="rId1" Type="http://schemas.openxmlformats.org/officeDocument/2006/relationships/slideLayout" Target="../slideLayouts/slideLayout26.xml"/><Relationship Id="rId5" Type="http://schemas.openxmlformats.org/officeDocument/2006/relationships/image" Target="../media/image18.jpeg"/><Relationship Id="rId4" Type="http://schemas.openxmlformats.org/officeDocument/2006/relationships/image" Target="../media/image58.png"/></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2.xml"/></Relationships>
</file>

<file path=ppt/slides/_rels/slide64.xml.rels><?xml version="1.0" encoding="UTF-8" standalone="yes"?>
<Relationships xmlns="http://schemas.openxmlformats.org/package/2006/relationships"><Relationship Id="rId3" Type="http://schemas.openxmlformats.org/officeDocument/2006/relationships/slide" Target="slide61.xml"/><Relationship Id="rId2" Type="http://schemas.openxmlformats.org/officeDocument/2006/relationships/notesSlide" Target="../notesSlides/notesSlide64.xml"/><Relationship Id="rId1" Type="http://schemas.openxmlformats.org/officeDocument/2006/relationships/slideLayout" Target="../slideLayouts/slideLayout22.xml"/><Relationship Id="rId5" Type="http://schemas.openxmlformats.org/officeDocument/2006/relationships/image" Target="../media/image60.svg"/><Relationship Id="rId4" Type="http://schemas.openxmlformats.org/officeDocument/2006/relationships/image" Target="../media/image59.png"/></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8.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9.xml"/></Relationships>
</file>

<file path=ppt/slides/_rels/slide67.xml.rels><?xml version="1.0" encoding="UTF-8" standalone="yes"?>
<Relationships xmlns="http://schemas.openxmlformats.org/package/2006/relationships"><Relationship Id="rId8" Type="http://schemas.openxmlformats.org/officeDocument/2006/relationships/hyperlink" Target="https://curriculum.nsw.edu.au/" TargetMode="External"/><Relationship Id="rId3" Type="http://schemas.openxmlformats.org/officeDocument/2006/relationships/hyperlink" Target="http://www.5280math.com/deep-math-projects" TargetMode="External"/><Relationship Id="rId7" Type="http://schemas.openxmlformats.org/officeDocument/2006/relationships/hyperlink" Target="https://educationstandards.nsw.edu.au/wps/portal/nesa/home" TargetMode="External"/><Relationship Id="rId2" Type="http://schemas.openxmlformats.org/officeDocument/2006/relationships/hyperlink" Target="https://curriculum.nsw.edu.au/learning-areas/mathematics/mathematics-k-10-2022/overview" TargetMode="External"/><Relationship Id="rId1" Type="http://schemas.openxmlformats.org/officeDocument/2006/relationships/slideLayout" Target="../slideLayouts/slideLayout13.xml"/><Relationship Id="rId6" Type="http://schemas.openxmlformats.org/officeDocument/2006/relationships/hyperlink" Target="https://educationstandards.nsw.edu.au/wps/portal/nesa/mini-footer/copyright" TargetMode="External"/><Relationship Id="rId5" Type="http://schemas.openxmlformats.org/officeDocument/2006/relationships/hyperlink" Target="https://education.nsw.gov.au/teaching-and-learning/curriculum/mathematics/mathematics-curriculum-resources-k-12/thinking-mathematically-resources/mathematics-s1-s2-hit-it" TargetMode="External"/><Relationship Id="rId4" Type="http://schemas.openxmlformats.org/officeDocument/2006/relationships/hyperlink" Target="https://www.mathlearningcenter.org/sites/default/files/pdfs/LTM_Numberline.pdf" TargetMode="External"/></Relationships>
</file>

<file path=ppt/slides/_rels/slide68.xml.rels><?xml version="1.0" encoding="UTF-8" standalone="yes"?>
<Relationships xmlns="http://schemas.openxmlformats.org/package/2006/relationships"><Relationship Id="rId8" Type="http://schemas.openxmlformats.org/officeDocument/2006/relationships/hyperlink" Target="https://curriculum.nsw.edu.au/" TargetMode="External"/><Relationship Id="rId3" Type="http://schemas.openxmlformats.org/officeDocument/2006/relationships/hyperlink" Target="https://education.nsw.gov.au/teaching-and-learning/curriculum/mathematics/mathematics-curriculum-resources-k-12/mathematics-k-6-resources/array-bingo" TargetMode="External"/><Relationship Id="rId7" Type="http://schemas.openxmlformats.org/officeDocument/2006/relationships/hyperlink" Target="https://educationstandards.nsw.edu.au/wps/portal/nesa/home" TargetMode="External"/><Relationship Id="rId2" Type="http://schemas.openxmlformats.org/officeDocument/2006/relationships/hyperlink" Target="https://education.nsw.gov.au/teaching-and-learning/curriculum/mathematics/mathematics-curriculum-resources-k-12/thinking-mathematically-resources/mathematics-s1-s3-place-value-game" TargetMode="External"/><Relationship Id="rId1" Type="http://schemas.openxmlformats.org/officeDocument/2006/relationships/slideLayout" Target="../slideLayouts/slideLayout13.xml"/><Relationship Id="rId6" Type="http://schemas.openxmlformats.org/officeDocument/2006/relationships/hyperlink" Target="https://educationstandards.nsw.edu.au/wps/portal/nesa/mini-footer/copyright" TargetMode="External"/><Relationship Id="rId5" Type="http://schemas.openxmlformats.org/officeDocument/2006/relationships/hyperlink" Target="https://nrich.maths.org/10478/note" TargetMode="External"/><Relationship Id="rId4" Type="http://schemas.openxmlformats.org/officeDocument/2006/relationships/hyperlink" Target="https://student-activities.mathlearningcenter.org/?902daf68" TargetMode="External"/></Relationships>
</file>

<file path=ppt/slides/_rels/slide69.xml.rels><?xml version="1.0" encoding="UTF-8" standalone="yes"?>
<Relationships xmlns="http://schemas.openxmlformats.org/package/2006/relationships"><Relationship Id="rId3" Type="http://schemas.openxmlformats.org/officeDocument/2006/relationships/hyperlink" Target="https://creativecommons.org/licenses/by/4.0/" TargetMode="External"/><Relationship Id="rId2" Type="http://schemas.openxmlformats.org/officeDocument/2006/relationships/notesSlide" Target="../notesSlides/notesSlide67.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D998069-8808-F7B7-147A-0D45AF051C4E}"/>
              </a:ext>
            </a:extLst>
          </p:cNvPr>
          <p:cNvSpPr>
            <a:spLocks noGrp="1"/>
          </p:cNvSpPr>
          <p:nvPr>
            <p:ph type="title"/>
          </p:nvPr>
        </p:nvSpPr>
        <p:spPr/>
        <p:txBody>
          <a:bodyPr/>
          <a:lstStyle/>
          <a:p>
            <a:r>
              <a:rPr lang="en-AU" dirty="0">
                <a:latin typeface="+mj-lt"/>
              </a:rPr>
              <a:t>Instructions for use</a:t>
            </a:r>
          </a:p>
        </p:txBody>
      </p:sp>
      <p:sp>
        <p:nvSpPr>
          <p:cNvPr id="7" name="Picture Placeholder 6">
            <a:extLst>
              <a:ext uri="{FF2B5EF4-FFF2-40B4-BE49-F238E27FC236}">
                <a16:creationId xmlns:a16="http://schemas.microsoft.com/office/drawing/2014/main" id="{41E659CE-3503-CAAB-868D-643BC7328B29}"/>
              </a:ext>
            </a:extLst>
          </p:cNvPr>
          <p:cNvSpPr>
            <a:spLocks noGrp="1"/>
          </p:cNvSpPr>
          <p:nvPr>
            <p:ph type="pic" sz="quarter" idx="13"/>
          </p:nvPr>
        </p:nvSpPr>
        <p:spPr>
          <a:xfrm>
            <a:off x="354000" y="1931625"/>
            <a:ext cx="11483999" cy="4498641"/>
          </a:xfrm>
        </p:spPr>
        <p:txBody>
          <a:bodyPr/>
          <a:lstStyle/>
          <a:p>
            <a:pPr marL="342900" indent="-342900">
              <a:lnSpc>
                <a:spcPct val="150000"/>
              </a:lnSpc>
              <a:buFont typeface="Arial"/>
              <a:buChar char="•"/>
            </a:pPr>
            <a:r>
              <a:rPr lang="en-AU" sz="1800" dirty="0">
                <a:latin typeface="+mn-lt"/>
                <a:ea typeface="+mn-lt"/>
                <a:cs typeface="+mn-lt"/>
              </a:rPr>
              <a:t>This resource is not a teaching and learning program. It should be used in conjunction with Stage 2 Year B Unit 21.</a:t>
            </a:r>
            <a:endParaRPr lang="en-AU" sz="1800" dirty="0">
              <a:solidFill>
                <a:srgbClr val="22272B"/>
              </a:solidFill>
              <a:latin typeface="+mn-lt"/>
            </a:endParaRPr>
          </a:p>
          <a:p>
            <a:pPr marL="342900" indent="-342900">
              <a:lnSpc>
                <a:spcPct val="150000"/>
              </a:lnSpc>
              <a:buFont typeface="Arial"/>
              <a:buChar char="•"/>
            </a:pPr>
            <a:r>
              <a:rPr lang="en-AU" sz="1800" dirty="0">
                <a:solidFill>
                  <a:srgbClr val="22272B"/>
                </a:solidFill>
                <a:latin typeface="+mn-lt"/>
              </a:rPr>
              <a:t>Classroom teachers are encouraged to </a:t>
            </a:r>
            <a:r>
              <a:rPr lang="en-AU" sz="1800" b="1" dirty="0">
                <a:solidFill>
                  <a:srgbClr val="22272B"/>
                </a:solidFill>
                <a:latin typeface="+mn-lt"/>
              </a:rPr>
              <a:t>add and adapt</a:t>
            </a:r>
            <a:r>
              <a:rPr lang="en-AU" sz="1800" dirty="0">
                <a:solidFill>
                  <a:srgbClr val="22272B"/>
                </a:solidFill>
                <a:latin typeface="+mn-lt"/>
              </a:rPr>
              <a:t> slides as required to meet the needs of their students.</a:t>
            </a:r>
          </a:p>
          <a:p>
            <a:pPr marL="342900" indent="-342900">
              <a:lnSpc>
                <a:spcPct val="150000"/>
              </a:lnSpc>
              <a:buFont typeface="Arial"/>
              <a:buChar char="•"/>
            </a:pPr>
            <a:r>
              <a:rPr lang="en-AU" sz="1800" dirty="0">
                <a:solidFill>
                  <a:srgbClr val="22272B"/>
                </a:solidFill>
                <a:latin typeface="+mn-lt"/>
              </a:rPr>
              <a:t>Save a copy of the file to make changes to the slide deck. Go to File &gt; Download a Copy (this downloads a copy to the computer to edit in the PowerPoint app).</a:t>
            </a:r>
          </a:p>
          <a:p>
            <a:pPr marL="342900" indent="-342900">
              <a:lnSpc>
                <a:spcPct val="150000"/>
              </a:lnSpc>
              <a:buFont typeface="Arial"/>
              <a:buChar char="•"/>
            </a:pPr>
            <a:r>
              <a:rPr lang="en-AU" sz="1800" dirty="0">
                <a:solidFill>
                  <a:srgbClr val="22272B"/>
                </a:solidFill>
                <a:latin typeface="+mn-lt"/>
              </a:rPr>
              <a:t>To convert the PowerPoint to Google Slides:</a:t>
            </a:r>
          </a:p>
          <a:p>
            <a:pPr marL="913765" lvl="1" indent="-457200">
              <a:lnSpc>
                <a:spcPct val="150000"/>
              </a:lnSpc>
              <a:buFont typeface="+mj-lt"/>
              <a:buAutoNum type="arabicPeriod"/>
            </a:pPr>
            <a:r>
              <a:rPr lang="en-AU" dirty="0">
                <a:solidFill>
                  <a:srgbClr val="22272B"/>
                </a:solidFill>
                <a:latin typeface="+mn-lt"/>
              </a:rPr>
              <a:t>Upload the file into Google Drive and open it.</a:t>
            </a:r>
          </a:p>
          <a:p>
            <a:pPr marL="913765" lvl="1" indent="-457200">
              <a:lnSpc>
                <a:spcPct val="150000"/>
              </a:lnSpc>
              <a:buFont typeface="+mj-lt"/>
              <a:buAutoNum type="arabicPeriod"/>
            </a:pPr>
            <a:r>
              <a:rPr lang="en-AU" dirty="0">
                <a:solidFill>
                  <a:srgbClr val="22272B"/>
                </a:solidFill>
                <a:latin typeface="+mn-lt"/>
              </a:rPr>
              <a:t>Go to File &gt; Save as Google Slides.</a:t>
            </a:r>
          </a:p>
          <a:p>
            <a:pPr marL="456565" lvl="1">
              <a:lnSpc>
                <a:spcPct val="150000"/>
              </a:lnSpc>
            </a:pPr>
            <a:r>
              <a:rPr lang="en-AU" dirty="0">
                <a:solidFill>
                  <a:srgbClr val="22272B"/>
                </a:solidFill>
                <a:latin typeface="+mn-lt"/>
              </a:rPr>
              <a:t>(Note – conversion may cause formatting changes in the slides.)</a:t>
            </a:r>
          </a:p>
        </p:txBody>
      </p:sp>
      <p:sp>
        <p:nvSpPr>
          <p:cNvPr id="2" name="Slide Number Placeholder 1">
            <a:extLst>
              <a:ext uri="{FF2B5EF4-FFF2-40B4-BE49-F238E27FC236}">
                <a16:creationId xmlns:a16="http://schemas.microsoft.com/office/drawing/2014/main" id="{CD087911-6789-4356-F538-4C4ABF1219E6}"/>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a:t>
            </a:fld>
            <a:endParaRPr lang="en-AU"/>
          </a:p>
        </p:txBody>
      </p:sp>
    </p:spTree>
    <p:extLst>
      <p:ext uri="{BB962C8B-B14F-4D97-AF65-F5344CB8AC3E}">
        <p14:creationId xmlns:p14="http://schemas.microsoft.com/office/powerpoint/2010/main" val="20285686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EF38185-B00A-9878-8E80-7D55E5647711}"/>
              </a:ext>
            </a:extLst>
          </p:cNvPr>
          <p:cNvSpPr>
            <a:spLocks noGrp="1"/>
          </p:cNvSpPr>
          <p:nvPr>
            <p:ph type="ctrTitle"/>
          </p:nvPr>
        </p:nvSpPr>
        <p:spPr/>
        <p:txBody>
          <a:bodyPr/>
          <a:lstStyle/>
          <a:p>
            <a:r>
              <a:rPr lang="en-AU" dirty="0">
                <a:effectLst/>
                <a:latin typeface="+mj-lt"/>
                <a:ea typeface="Times New Roman" panose="02020603050405020304" pitchFamily="18" charset="0"/>
              </a:rPr>
              <a:t>Review of Learning</a:t>
            </a:r>
            <a:endParaRPr lang="en-AU" dirty="0">
              <a:latin typeface="+mj-lt"/>
            </a:endParaRPr>
          </a:p>
        </p:txBody>
      </p:sp>
      <p:sp>
        <p:nvSpPr>
          <p:cNvPr id="11" name="Text Placeholder 10">
            <a:extLst>
              <a:ext uri="{FF2B5EF4-FFF2-40B4-BE49-F238E27FC236}">
                <a16:creationId xmlns:a16="http://schemas.microsoft.com/office/drawing/2014/main" id="{3D12AD43-6748-1D46-1B69-DCBF45A45856}"/>
              </a:ext>
            </a:extLst>
          </p:cNvPr>
          <p:cNvSpPr>
            <a:spLocks noGrp="1"/>
          </p:cNvSpPr>
          <p:nvPr>
            <p:ph type="body" sz="quarter" idx="10"/>
          </p:nvPr>
        </p:nvSpPr>
        <p:spPr/>
        <p:txBody>
          <a:bodyPr/>
          <a:lstStyle/>
          <a:p>
            <a:r>
              <a:rPr lang="en-AU" dirty="0">
                <a:latin typeface="+mj-lt"/>
              </a:rPr>
              <a:t>Mathematics Stage 2 – Unit 21</a:t>
            </a:r>
          </a:p>
        </p:txBody>
      </p:sp>
      <p:pic>
        <p:nvPicPr>
          <p:cNvPr id="5" name="Picture Placeholder 4">
            <a:extLst>
              <a:ext uri="{FF2B5EF4-FFF2-40B4-BE49-F238E27FC236}">
                <a16:creationId xmlns:a16="http://schemas.microsoft.com/office/drawing/2014/main" id="{80978C62-0887-B1BD-5142-01CF7146B8A8}"/>
              </a:ext>
              <a:ext uri="{C183D7F6-B498-43B3-948B-1728B52AA6E4}">
                <adec:decorative xmlns:adec="http://schemas.microsoft.com/office/drawing/2017/decorative" val="1"/>
              </a:ext>
            </a:extLst>
          </p:cNvPr>
          <p:cNvPicPr>
            <a:picLocks noGrp="1" noChangeAspect="1"/>
          </p:cNvPicPr>
          <p:nvPr>
            <p:ph type="pic" sz="quarter" idx="13"/>
          </p:nvPr>
        </p:nvPicPr>
        <p:blipFill>
          <a:blip r:embed="rId3">
            <a:extLst>
              <a:ext uri="{28A0092B-C50C-407E-A947-70E740481C1C}">
                <a14:useLocalDpi xmlns:a14="http://schemas.microsoft.com/office/drawing/2010/main" val="0"/>
              </a:ext>
            </a:extLst>
          </a:blip>
          <a:srcRect l="1830" r="1830"/>
          <a:stretch>
            <a:fillRect/>
          </a:stretch>
        </p:blipFill>
        <p:spPr/>
      </p:pic>
    </p:spTree>
    <p:extLst>
      <p:ext uri="{BB962C8B-B14F-4D97-AF65-F5344CB8AC3E}">
        <p14:creationId xmlns:p14="http://schemas.microsoft.com/office/powerpoint/2010/main" val="16619659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346830-A0C7-9D95-31DC-A77B445F770B}"/>
              </a:ext>
            </a:extLst>
          </p:cNvPr>
          <p:cNvSpPr>
            <a:spLocks noGrp="1"/>
          </p:cNvSpPr>
          <p:nvPr>
            <p:ph type="title"/>
          </p:nvPr>
        </p:nvSpPr>
        <p:spPr>
          <a:xfrm>
            <a:off x="360000" y="360000"/>
            <a:ext cx="11484000" cy="545601"/>
          </a:xfrm>
        </p:spPr>
        <p:txBody>
          <a:bodyPr/>
          <a:lstStyle/>
          <a:p>
            <a:r>
              <a:rPr lang="en-GB" dirty="0">
                <a:latin typeface="+mj-lt"/>
              </a:rPr>
              <a:t>Lessons</a:t>
            </a:r>
          </a:p>
        </p:txBody>
      </p:sp>
      <p:grpSp>
        <p:nvGrpSpPr>
          <p:cNvPr id="6" name="Group 5">
            <a:extLst>
              <a:ext uri="{FF2B5EF4-FFF2-40B4-BE49-F238E27FC236}">
                <a16:creationId xmlns:a16="http://schemas.microsoft.com/office/drawing/2014/main" id="{1B4FCA10-C38C-7EB1-6B3D-6210A414C65B}"/>
              </a:ext>
              <a:ext uri="{C183D7F6-B498-43B3-948B-1728B52AA6E4}">
                <adec:decorative xmlns:adec="http://schemas.microsoft.com/office/drawing/2017/decorative" val="1"/>
              </a:ext>
            </a:extLst>
          </p:cNvPr>
          <p:cNvGrpSpPr/>
          <p:nvPr/>
        </p:nvGrpSpPr>
        <p:grpSpPr>
          <a:xfrm>
            <a:off x="360000" y="1266959"/>
            <a:ext cx="4775638" cy="1045440"/>
            <a:chOff x="360000" y="1266959"/>
            <a:chExt cx="4775638" cy="1045440"/>
          </a:xfrm>
        </p:grpSpPr>
        <p:sp>
          <p:nvSpPr>
            <p:cNvPr id="2" name="Rectangle: Rounded Corners 1">
              <a:extLst>
                <a:ext uri="{FF2B5EF4-FFF2-40B4-BE49-F238E27FC236}">
                  <a16:creationId xmlns:a16="http://schemas.microsoft.com/office/drawing/2014/main" id="{935D5059-5790-C707-5987-84856AF04ADB}"/>
                </a:ext>
                <a:ext uri="{C183D7F6-B498-43B3-948B-1728B52AA6E4}">
                  <adec:decorative xmlns:adec="http://schemas.microsoft.com/office/drawing/2017/decorative" val="1"/>
                </a:ext>
              </a:extLst>
            </p:cNvPr>
            <p:cNvSpPr/>
            <p:nvPr/>
          </p:nvSpPr>
          <p:spPr>
            <a:xfrm>
              <a:off x="1037782" y="13309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59410"/>
              <a:r>
                <a:rPr lang="en-US" dirty="0">
                  <a:solidFill>
                    <a:schemeClr val="accent1"/>
                  </a:solidFill>
                  <a:cs typeface="Arial"/>
                </a:rPr>
                <a:t>Review of learning 1</a:t>
              </a:r>
            </a:p>
          </p:txBody>
        </p:sp>
        <p:sp>
          <p:nvSpPr>
            <p:cNvPr id="5" name="Oval 4">
              <a:hlinkClick r:id="rId3" action="ppaction://hlinksldjump"/>
              <a:extLst>
                <a:ext uri="{FF2B5EF4-FFF2-40B4-BE49-F238E27FC236}">
                  <a16:creationId xmlns:a16="http://schemas.microsoft.com/office/drawing/2014/main" id="{56ACB92F-8289-CC4B-BE5A-A661A0C94E17}"/>
                </a:ext>
              </a:extLst>
            </p:cNvPr>
            <p:cNvSpPr/>
            <p:nvPr/>
          </p:nvSpPr>
          <p:spPr>
            <a:xfrm>
              <a:off x="360000" y="12669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dirty="0">
                  <a:solidFill>
                    <a:schemeClr val="bg1"/>
                  </a:solidFill>
                  <a:latin typeface="+mj-lt"/>
                  <a:cs typeface="Arial" panose="020B0604020202020204" pitchFamily="34" charset="0"/>
                </a:rPr>
                <a:t>1</a:t>
              </a:r>
            </a:p>
          </p:txBody>
        </p:sp>
      </p:grpSp>
      <p:grpSp>
        <p:nvGrpSpPr>
          <p:cNvPr id="7" name="Group 6">
            <a:extLst>
              <a:ext uri="{FF2B5EF4-FFF2-40B4-BE49-F238E27FC236}">
                <a16:creationId xmlns:a16="http://schemas.microsoft.com/office/drawing/2014/main" id="{AF7A23A4-F1DB-31F7-E62C-F1BFA9349F64}"/>
              </a:ext>
              <a:ext uri="{C183D7F6-B498-43B3-948B-1728B52AA6E4}">
                <adec:decorative xmlns:adec="http://schemas.microsoft.com/office/drawing/2017/decorative" val="1"/>
              </a:ext>
            </a:extLst>
          </p:cNvPr>
          <p:cNvGrpSpPr/>
          <p:nvPr/>
        </p:nvGrpSpPr>
        <p:grpSpPr>
          <a:xfrm>
            <a:off x="360000" y="2362859"/>
            <a:ext cx="4775638" cy="1045440"/>
            <a:chOff x="360000" y="2362859"/>
            <a:chExt cx="4775638" cy="1045440"/>
          </a:xfrm>
        </p:grpSpPr>
        <p:sp>
          <p:nvSpPr>
            <p:cNvPr id="20" name="Rectangle: Rounded Corners 19">
              <a:extLst>
                <a:ext uri="{FF2B5EF4-FFF2-40B4-BE49-F238E27FC236}">
                  <a16:creationId xmlns:a16="http://schemas.microsoft.com/office/drawing/2014/main" id="{C3D97F66-221B-C853-0EA8-66E5F684D86A}"/>
                </a:ext>
                <a:ext uri="{C183D7F6-B498-43B3-948B-1728B52AA6E4}">
                  <adec:decorative xmlns:adec="http://schemas.microsoft.com/office/drawing/2017/decorative" val="1"/>
                </a:ext>
              </a:extLst>
            </p:cNvPr>
            <p:cNvSpPr/>
            <p:nvPr/>
          </p:nvSpPr>
          <p:spPr>
            <a:xfrm>
              <a:off x="1037782" y="24268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59410"/>
              <a:r>
                <a:rPr lang="en-US" dirty="0">
                  <a:solidFill>
                    <a:schemeClr val="accent1"/>
                  </a:solidFill>
                  <a:cs typeface="Arial"/>
                </a:rPr>
                <a:t>Review of learning 2</a:t>
              </a:r>
            </a:p>
          </p:txBody>
        </p:sp>
        <p:sp>
          <p:nvSpPr>
            <p:cNvPr id="21" name="Oval 20">
              <a:hlinkClick r:id="rId4" action="ppaction://hlinksldjump"/>
              <a:extLst>
                <a:ext uri="{FF2B5EF4-FFF2-40B4-BE49-F238E27FC236}">
                  <a16:creationId xmlns:a16="http://schemas.microsoft.com/office/drawing/2014/main" id="{D0A190BE-2B0B-2729-4549-D63712793CC2}"/>
                </a:ext>
              </a:extLst>
            </p:cNvPr>
            <p:cNvSpPr/>
            <p:nvPr/>
          </p:nvSpPr>
          <p:spPr>
            <a:xfrm>
              <a:off x="360000" y="23628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dirty="0">
                  <a:solidFill>
                    <a:schemeClr val="bg1"/>
                  </a:solidFill>
                  <a:latin typeface="+mj-lt"/>
                  <a:cs typeface="Arial" panose="020B0604020202020204" pitchFamily="34" charset="0"/>
                </a:rPr>
                <a:t>2</a:t>
              </a:r>
            </a:p>
          </p:txBody>
        </p:sp>
      </p:grpSp>
      <p:grpSp>
        <p:nvGrpSpPr>
          <p:cNvPr id="8" name="Group 7">
            <a:extLst>
              <a:ext uri="{FF2B5EF4-FFF2-40B4-BE49-F238E27FC236}">
                <a16:creationId xmlns:a16="http://schemas.microsoft.com/office/drawing/2014/main" id="{DF37B4A1-413C-FC0F-E0B4-307A5BFA5855}"/>
              </a:ext>
              <a:ext uri="{C183D7F6-B498-43B3-948B-1728B52AA6E4}">
                <adec:decorative xmlns:adec="http://schemas.microsoft.com/office/drawing/2017/decorative" val="1"/>
              </a:ext>
            </a:extLst>
          </p:cNvPr>
          <p:cNvGrpSpPr/>
          <p:nvPr/>
        </p:nvGrpSpPr>
        <p:grpSpPr>
          <a:xfrm>
            <a:off x="360000" y="3458759"/>
            <a:ext cx="4775638" cy="1045440"/>
            <a:chOff x="360000" y="3458759"/>
            <a:chExt cx="4775638" cy="1045440"/>
          </a:xfrm>
        </p:grpSpPr>
        <p:sp>
          <p:nvSpPr>
            <p:cNvPr id="23" name="Rectangle: Rounded Corners 22">
              <a:extLst>
                <a:ext uri="{FF2B5EF4-FFF2-40B4-BE49-F238E27FC236}">
                  <a16:creationId xmlns:a16="http://schemas.microsoft.com/office/drawing/2014/main" id="{8EDEF762-D4E6-C43E-E98A-95D6A0AE4FC9}"/>
                </a:ext>
                <a:ext uri="{C183D7F6-B498-43B3-948B-1728B52AA6E4}">
                  <adec:decorative xmlns:adec="http://schemas.microsoft.com/office/drawing/2017/decorative" val="1"/>
                </a:ext>
              </a:extLst>
            </p:cNvPr>
            <p:cNvSpPr/>
            <p:nvPr/>
          </p:nvSpPr>
          <p:spPr>
            <a:xfrm>
              <a:off x="1037782" y="35227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59410"/>
              <a:r>
                <a:rPr lang="en-US" dirty="0">
                  <a:solidFill>
                    <a:schemeClr val="accent1"/>
                  </a:solidFill>
                  <a:cs typeface="Arial"/>
                </a:rPr>
                <a:t>Review of learning 3</a:t>
              </a:r>
            </a:p>
          </p:txBody>
        </p:sp>
        <p:sp>
          <p:nvSpPr>
            <p:cNvPr id="24" name="Oval 23">
              <a:hlinkClick r:id="rId5" action="ppaction://hlinksldjump"/>
              <a:extLst>
                <a:ext uri="{FF2B5EF4-FFF2-40B4-BE49-F238E27FC236}">
                  <a16:creationId xmlns:a16="http://schemas.microsoft.com/office/drawing/2014/main" id="{A6DDAD40-805E-049F-39FC-55094C6BA103}"/>
                </a:ext>
              </a:extLst>
            </p:cNvPr>
            <p:cNvSpPr/>
            <p:nvPr/>
          </p:nvSpPr>
          <p:spPr>
            <a:xfrm>
              <a:off x="360000" y="34587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dirty="0">
                  <a:solidFill>
                    <a:schemeClr val="bg1"/>
                  </a:solidFill>
                  <a:latin typeface="+mj-lt"/>
                  <a:cs typeface="Arial" panose="020B0604020202020204" pitchFamily="34" charset="0"/>
                </a:rPr>
                <a:t>3</a:t>
              </a:r>
            </a:p>
          </p:txBody>
        </p:sp>
      </p:grpSp>
      <p:grpSp>
        <p:nvGrpSpPr>
          <p:cNvPr id="9" name="Group 8">
            <a:extLst>
              <a:ext uri="{FF2B5EF4-FFF2-40B4-BE49-F238E27FC236}">
                <a16:creationId xmlns:a16="http://schemas.microsoft.com/office/drawing/2014/main" id="{C989DA6E-4839-1BBD-77AB-6F9CC520B670}"/>
              </a:ext>
              <a:ext uri="{C183D7F6-B498-43B3-948B-1728B52AA6E4}">
                <adec:decorative xmlns:adec="http://schemas.microsoft.com/office/drawing/2017/decorative" val="1"/>
              </a:ext>
            </a:extLst>
          </p:cNvPr>
          <p:cNvGrpSpPr/>
          <p:nvPr/>
        </p:nvGrpSpPr>
        <p:grpSpPr>
          <a:xfrm>
            <a:off x="360000" y="4554659"/>
            <a:ext cx="4775638" cy="1045440"/>
            <a:chOff x="360000" y="4554659"/>
            <a:chExt cx="4775638" cy="1045440"/>
          </a:xfrm>
        </p:grpSpPr>
        <p:sp>
          <p:nvSpPr>
            <p:cNvPr id="26" name="Rectangle: Rounded Corners 25">
              <a:extLst>
                <a:ext uri="{FF2B5EF4-FFF2-40B4-BE49-F238E27FC236}">
                  <a16:creationId xmlns:a16="http://schemas.microsoft.com/office/drawing/2014/main" id="{B1BC8FAB-0C07-84FE-204A-47391BBEAF64}"/>
                </a:ext>
                <a:ext uri="{C183D7F6-B498-43B3-948B-1728B52AA6E4}">
                  <adec:decorative xmlns:adec="http://schemas.microsoft.com/office/drawing/2017/decorative" val="1"/>
                </a:ext>
              </a:extLst>
            </p:cNvPr>
            <p:cNvSpPr/>
            <p:nvPr/>
          </p:nvSpPr>
          <p:spPr>
            <a:xfrm>
              <a:off x="1037782" y="46186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59410"/>
              <a:r>
                <a:rPr lang="en-US" dirty="0">
                  <a:solidFill>
                    <a:schemeClr val="accent1"/>
                  </a:solidFill>
                  <a:cs typeface="Arial"/>
                </a:rPr>
                <a:t>Review of learning 4</a:t>
              </a:r>
            </a:p>
          </p:txBody>
        </p:sp>
        <p:sp>
          <p:nvSpPr>
            <p:cNvPr id="27" name="Oval 26">
              <a:hlinkClick r:id="rId6" action="ppaction://hlinksldjump"/>
              <a:extLst>
                <a:ext uri="{FF2B5EF4-FFF2-40B4-BE49-F238E27FC236}">
                  <a16:creationId xmlns:a16="http://schemas.microsoft.com/office/drawing/2014/main" id="{30E4BF03-C9A7-EAE3-FC01-51CE829A6E7A}"/>
                </a:ext>
              </a:extLst>
            </p:cNvPr>
            <p:cNvSpPr/>
            <p:nvPr/>
          </p:nvSpPr>
          <p:spPr>
            <a:xfrm>
              <a:off x="360000" y="45546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dirty="0">
                  <a:solidFill>
                    <a:schemeClr val="bg1"/>
                  </a:solidFill>
                  <a:latin typeface="+mj-lt"/>
                  <a:cs typeface="Arial" panose="020B0604020202020204" pitchFamily="34" charset="0"/>
                </a:rPr>
                <a:t>4</a:t>
              </a:r>
            </a:p>
          </p:txBody>
        </p:sp>
      </p:grpSp>
      <p:grpSp>
        <p:nvGrpSpPr>
          <p:cNvPr id="11" name="Group 10">
            <a:extLst>
              <a:ext uri="{FF2B5EF4-FFF2-40B4-BE49-F238E27FC236}">
                <a16:creationId xmlns:a16="http://schemas.microsoft.com/office/drawing/2014/main" id="{98348D52-CA50-F15C-B472-B152337D805F}"/>
              </a:ext>
              <a:ext uri="{C183D7F6-B498-43B3-948B-1728B52AA6E4}">
                <adec:decorative xmlns:adec="http://schemas.microsoft.com/office/drawing/2017/decorative" val="1"/>
              </a:ext>
            </a:extLst>
          </p:cNvPr>
          <p:cNvGrpSpPr/>
          <p:nvPr/>
        </p:nvGrpSpPr>
        <p:grpSpPr>
          <a:xfrm>
            <a:off x="6096000" y="2362859"/>
            <a:ext cx="4775638" cy="1045440"/>
            <a:chOff x="6096000" y="1266959"/>
            <a:chExt cx="4775638" cy="1045440"/>
          </a:xfrm>
        </p:grpSpPr>
        <p:sp>
          <p:nvSpPr>
            <p:cNvPr id="44" name="Rectangle: Rounded Corners 43">
              <a:extLst>
                <a:ext uri="{FF2B5EF4-FFF2-40B4-BE49-F238E27FC236}">
                  <a16:creationId xmlns:a16="http://schemas.microsoft.com/office/drawing/2014/main" id="{872B6A74-D5FE-A9C3-5036-DA39A3F3AAA9}"/>
                </a:ext>
                <a:ext uri="{C183D7F6-B498-43B3-948B-1728B52AA6E4}">
                  <adec:decorative xmlns:adec="http://schemas.microsoft.com/office/drawing/2017/decorative" val="1"/>
                </a:ext>
              </a:extLst>
            </p:cNvPr>
            <p:cNvSpPr/>
            <p:nvPr/>
          </p:nvSpPr>
          <p:spPr>
            <a:xfrm>
              <a:off x="6773782" y="1330679"/>
              <a:ext cx="4097856" cy="918000"/>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59410"/>
              <a:r>
                <a:rPr lang="en-US" dirty="0">
                  <a:solidFill>
                    <a:schemeClr val="accent1"/>
                  </a:solidFill>
                  <a:cs typeface="Arial"/>
                </a:rPr>
                <a:t>Review of learning 6</a:t>
              </a:r>
            </a:p>
          </p:txBody>
        </p:sp>
        <p:sp>
          <p:nvSpPr>
            <p:cNvPr id="45" name="Oval 44">
              <a:hlinkClick r:id="rId7" action="ppaction://hlinksldjump"/>
              <a:extLst>
                <a:ext uri="{FF2B5EF4-FFF2-40B4-BE49-F238E27FC236}">
                  <a16:creationId xmlns:a16="http://schemas.microsoft.com/office/drawing/2014/main" id="{440E2C2A-513E-2146-E110-A5C05774C27F}"/>
                </a:ext>
              </a:extLst>
            </p:cNvPr>
            <p:cNvSpPr/>
            <p:nvPr/>
          </p:nvSpPr>
          <p:spPr>
            <a:xfrm>
              <a:off x="6096000" y="12669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dirty="0">
                  <a:solidFill>
                    <a:schemeClr val="bg1"/>
                  </a:solidFill>
                  <a:latin typeface="+mj-lt"/>
                  <a:cs typeface="Arial" panose="020B0604020202020204" pitchFamily="34" charset="0"/>
                </a:rPr>
                <a:t>6</a:t>
              </a:r>
            </a:p>
          </p:txBody>
        </p:sp>
      </p:grpSp>
      <p:grpSp>
        <p:nvGrpSpPr>
          <p:cNvPr id="12" name="Group 11">
            <a:extLst>
              <a:ext uri="{FF2B5EF4-FFF2-40B4-BE49-F238E27FC236}">
                <a16:creationId xmlns:a16="http://schemas.microsoft.com/office/drawing/2014/main" id="{E73741F1-615E-A4A4-088D-E0A9187F983E}"/>
              </a:ext>
              <a:ext uri="{C183D7F6-B498-43B3-948B-1728B52AA6E4}">
                <adec:decorative xmlns:adec="http://schemas.microsoft.com/office/drawing/2017/decorative" val="1"/>
              </a:ext>
            </a:extLst>
          </p:cNvPr>
          <p:cNvGrpSpPr/>
          <p:nvPr/>
        </p:nvGrpSpPr>
        <p:grpSpPr>
          <a:xfrm>
            <a:off x="6096000" y="3458759"/>
            <a:ext cx="4775638" cy="1045440"/>
            <a:chOff x="6096000" y="2362859"/>
            <a:chExt cx="4775638" cy="1045440"/>
          </a:xfrm>
        </p:grpSpPr>
        <p:sp>
          <p:nvSpPr>
            <p:cNvPr id="41" name="Rectangle: Rounded Corners 40">
              <a:extLst>
                <a:ext uri="{FF2B5EF4-FFF2-40B4-BE49-F238E27FC236}">
                  <a16:creationId xmlns:a16="http://schemas.microsoft.com/office/drawing/2014/main" id="{D868B1C9-B182-2727-4865-6D5AC1780BED}"/>
                </a:ext>
                <a:ext uri="{C183D7F6-B498-43B3-948B-1728B52AA6E4}">
                  <adec:decorative xmlns:adec="http://schemas.microsoft.com/office/drawing/2017/decorative" val="1"/>
                </a:ext>
              </a:extLst>
            </p:cNvPr>
            <p:cNvSpPr/>
            <p:nvPr/>
          </p:nvSpPr>
          <p:spPr>
            <a:xfrm>
              <a:off x="6773782" y="24268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59410"/>
              <a:r>
                <a:rPr lang="en-US" dirty="0">
                  <a:solidFill>
                    <a:schemeClr val="accent1"/>
                  </a:solidFill>
                  <a:cs typeface="Arial"/>
                </a:rPr>
                <a:t>Review of learning 7</a:t>
              </a:r>
            </a:p>
          </p:txBody>
        </p:sp>
        <p:sp>
          <p:nvSpPr>
            <p:cNvPr id="42" name="Oval 41">
              <a:hlinkClick r:id="rId8" action="ppaction://hlinksldjump"/>
              <a:extLst>
                <a:ext uri="{FF2B5EF4-FFF2-40B4-BE49-F238E27FC236}">
                  <a16:creationId xmlns:a16="http://schemas.microsoft.com/office/drawing/2014/main" id="{193FCBC3-0E7A-2B7F-C738-F5F9ECEE27FE}"/>
                </a:ext>
              </a:extLst>
            </p:cNvPr>
            <p:cNvSpPr/>
            <p:nvPr/>
          </p:nvSpPr>
          <p:spPr>
            <a:xfrm>
              <a:off x="6096000" y="23628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dirty="0">
                  <a:solidFill>
                    <a:schemeClr val="bg1"/>
                  </a:solidFill>
                  <a:latin typeface="+mj-lt"/>
                  <a:cs typeface="Arial" panose="020B0604020202020204" pitchFamily="34" charset="0"/>
                </a:rPr>
                <a:t>7</a:t>
              </a:r>
            </a:p>
          </p:txBody>
        </p:sp>
      </p:grpSp>
      <p:grpSp>
        <p:nvGrpSpPr>
          <p:cNvPr id="13" name="Group 12">
            <a:extLst>
              <a:ext uri="{FF2B5EF4-FFF2-40B4-BE49-F238E27FC236}">
                <a16:creationId xmlns:a16="http://schemas.microsoft.com/office/drawing/2014/main" id="{8E45D1B3-369A-D013-FFE7-B91D37B811F7}"/>
              </a:ext>
              <a:ext uri="{C183D7F6-B498-43B3-948B-1728B52AA6E4}">
                <adec:decorative xmlns:adec="http://schemas.microsoft.com/office/drawing/2017/decorative" val="1"/>
              </a:ext>
            </a:extLst>
          </p:cNvPr>
          <p:cNvGrpSpPr/>
          <p:nvPr/>
        </p:nvGrpSpPr>
        <p:grpSpPr>
          <a:xfrm>
            <a:off x="6096000" y="4554659"/>
            <a:ext cx="4775638" cy="1045440"/>
            <a:chOff x="6096000" y="3458759"/>
            <a:chExt cx="4775638" cy="1045440"/>
          </a:xfrm>
        </p:grpSpPr>
        <p:sp>
          <p:nvSpPr>
            <p:cNvPr id="38" name="Rectangle: Rounded Corners 37">
              <a:extLst>
                <a:ext uri="{FF2B5EF4-FFF2-40B4-BE49-F238E27FC236}">
                  <a16:creationId xmlns:a16="http://schemas.microsoft.com/office/drawing/2014/main" id="{22AE8CE5-94FD-CF39-4100-9EA79119BE34}"/>
                </a:ext>
                <a:ext uri="{C183D7F6-B498-43B3-948B-1728B52AA6E4}">
                  <adec:decorative xmlns:adec="http://schemas.microsoft.com/office/drawing/2017/decorative" val="1"/>
                </a:ext>
              </a:extLst>
            </p:cNvPr>
            <p:cNvSpPr/>
            <p:nvPr/>
          </p:nvSpPr>
          <p:spPr>
            <a:xfrm>
              <a:off x="6773782" y="35227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59410"/>
              <a:r>
                <a:rPr lang="en-US" dirty="0">
                  <a:solidFill>
                    <a:schemeClr val="accent1"/>
                  </a:solidFill>
                  <a:cs typeface="Arial"/>
                </a:rPr>
                <a:t>Review of learning 8</a:t>
              </a:r>
            </a:p>
          </p:txBody>
        </p:sp>
        <p:sp>
          <p:nvSpPr>
            <p:cNvPr id="39" name="Oval 38">
              <a:hlinkClick r:id="rId9" action="ppaction://hlinksldjump"/>
              <a:extLst>
                <a:ext uri="{FF2B5EF4-FFF2-40B4-BE49-F238E27FC236}">
                  <a16:creationId xmlns:a16="http://schemas.microsoft.com/office/drawing/2014/main" id="{EF49910F-1BBC-C179-B3E7-5FA3AE36CDDD}"/>
                </a:ext>
              </a:extLst>
            </p:cNvPr>
            <p:cNvSpPr/>
            <p:nvPr/>
          </p:nvSpPr>
          <p:spPr>
            <a:xfrm>
              <a:off x="6096000" y="34587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dirty="0">
                  <a:solidFill>
                    <a:schemeClr val="bg1"/>
                  </a:solidFill>
                  <a:latin typeface="+mj-lt"/>
                  <a:cs typeface="Arial" panose="020B0604020202020204" pitchFamily="34" charset="0"/>
                </a:rPr>
                <a:t>8</a:t>
              </a:r>
            </a:p>
          </p:txBody>
        </p:sp>
      </p:grpSp>
      <p:sp>
        <p:nvSpPr>
          <p:cNvPr id="3" name="Slide Number Placeholder 2">
            <a:extLst>
              <a:ext uri="{FF2B5EF4-FFF2-40B4-BE49-F238E27FC236}">
                <a16:creationId xmlns:a16="http://schemas.microsoft.com/office/drawing/2014/main" id="{ECB95D0D-4DB2-95D7-03B3-689505E4E1BC}"/>
              </a:ext>
              <a:ext uri="{C183D7F6-B498-43B3-948B-1728B52AA6E4}">
                <adec:decorative xmlns:adec="http://schemas.microsoft.com/office/drawing/2017/decorative" val="1"/>
              </a:ext>
            </a:extLst>
          </p:cNvPr>
          <p:cNvSpPr>
            <a:spLocks noGrp="1"/>
          </p:cNvSpPr>
          <p:nvPr>
            <p:ph type="sldNum" sz="quarter" idx="12"/>
          </p:nvPr>
        </p:nvSpPr>
        <p:spPr>
          <a:xfrm>
            <a:off x="11124000" y="6516000"/>
            <a:ext cx="720000" cy="180000"/>
          </a:xfrm>
        </p:spPr>
        <p:txBody>
          <a:bodyPr/>
          <a:lstStyle/>
          <a:p>
            <a:fld id="{10A01DC5-1685-4615-8240-15192985C6A2}" type="slidenum">
              <a:rPr lang="en-AU" smtClean="0"/>
              <a:pPr/>
              <a:t>3</a:t>
            </a:fld>
            <a:endParaRPr lang="en-AU"/>
          </a:p>
        </p:txBody>
      </p:sp>
      <p:grpSp>
        <p:nvGrpSpPr>
          <p:cNvPr id="17" name="Group 16">
            <a:extLst>
              <a:ext uri="{FF2B5EF4-FFF2-40B4-BE49-F238E27FC236}">
                <a16:creationId xmlns:a16="http://schemas.microsoft.com/office/drawing/2014/main" id="{5CA7685F-33D7-262A-AE71-7F572C4FD60A}"/>
              </a:ext>
              <a:ext uri="{C183D7F6-B498-43B3-948B-1728B52AA6E4}">
                <adec:decorative xmlns:adec="http://schemas.microsoft.com/office/drawing/2017/decorative" val="1"/>
              </a:ext>
            </a:extLst>
          </p:cNvPr>
          <p:cNvGrpSpPr/>
          <p:nvPr/>
        </p:nvGrpSpPr>
        <p:grpSpPr>
          <a:xfrm>
            <a:off x="6096000" y="1200486"/>
            <a:ext cx="4775638" cy="1045440"/>
            <a:chOff x="6096000" y="1266959"/>
            <a:chExt cx="4775638" cy="1045440"/>
          </a:xfrm>
        </p:grpSpPr>
        <p:sp>
          <p:nvSpPr>
            <p:cNvPr id="18" name="Rectangle: Rounded Corners 43">
              <a:extLst>
                <a:ext uri="{FF2B5EF4-FFF2-40B4-BE49-F238E27FC236}">
                  <a16:creationId xmlns:a16="http://schemas.microsoft.com/office/drawing/2014/main" id="{3DAA1A61-85C8-F828-1EC5-45BA7CAB872F}"/>
                </a:ext>
                <a:ext uri="{C183D7F6-B498-43B3-948B-1728B52AA6E4}">
                  <adec:decorative xmlns:adec="http://schemas.microsoft.com/office/drawing/2017/decorative" val="1"/>
                </a:ext>
              </a:extLst>
            </p:cNvPr>
            <p:cNvSpPr/>
            <p:nvPr/>
          </p:nvSpPr>
          <p:spPr>
            <a:xfrm>
              <a:off x="6773782" y="1330679"/>
              <a:ext cx="4097856" cy="918000"/>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59410"/>
              <a:r>
                <a:rPr lang="en-US" dirty="0">
                  <a:solidFill>
                    <a:schemeClr val="accent1"/>
                  </a:solidFill>
                  <a:cs typeface="Arial"/>
                </a:rPr>
                <a:t>Review of learning 5</a:t>
              </a:r>
            </a:p>
          </p:txBody>
        </p:sp>
        <p:sp>
          <p:nvSpPr>
            <p:cNvPr id="19" name="Oval 18">
              <a:hlinkClick r:id="rId10" action="ppaction://hlinksldjump"/>
              <a:extLst>
                <a:ext uri="{FF2B5EF4-FFF2-40B4-BE49-F238E27FC236}">
                  <a16:creationId xmlns:a16="http://schemas.microsoft.com/office/drawing/2014/main" id="{C7441057-962E-1AEF-726B-DFC965D5E0B5}"/>
                </a:ext>
              </a:extLst>
            </p:cNvPr>
            <p:cNvSpPr/>
            <p:nvPr/>
          </p:nvSpPr>
          <p:spPr>
            <a:xfrm>
              <a:off x="6096000" y="12669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dirty="0">
                  <a:solidFill>
                    <a:schemeClr val="bg1"/>
                  </a:solidFill>
                  <a:latin typeface="+mj-lt"/>
                  <a:cs typeface="Arial" panose="020B0604020202020204" pitchFamily="34" charset="0"/>
                </a:rPr>
                <a:t>5</a:t>
              </a:r>
            </a:p>
          </p:txBody>
        </p:sp>
      </p:grpSp>
    </p:spTree>
    <p:extLst>
      <p:ext uri="{BB962C8B-B14F-4D97-AF65-F5344CB8AC3E}">
        <p14:creationId xmlns:p14="http://schemas.microsoft.com/office/powerpoint/2010/main" val="8861623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49800255-62C7-52FC-7626-3B3FEBADF4CA}"/>
              </a:ext>
            </a:extLst>
          </p:cNvPr>
          <p:cNvSpPr>
            <a:spLocks noGrp="1"/>
          </p:cNvSpPr>
          <p:nvPr>
            <p:ph type="ctrTitle"/>
          </p:nvPr>
        </p:nvSpPr>
        <p:spPr/>
        <p:txBody>
          <a:bodyPr/>
          <a:lstStyle/>
          <a:p>
            <a:r>
              <a:rPr lang="en-AU" dirty="0">
                <a:latin typeface="+mj-lt"/>
              </a:rPr>
              <a:t>Review of learning 1</a:t>
            </a:r>
          </a:p>
        </p:txBody>
      </p:sp>
    </p:spTree>
    <p:extLst>
      <p:ext uri="{BB962C8B-B14F-4D97-AF65-F5344CB8AC3E}">
        <p14:creationId xmlns:p14="http://schemas.microsoft.com/office/powerpoint/2010/main" val="20281939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FD7755-CE98-1625-63C2-6E57BB6FA23A}"/>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B65148B-F5B2-7EDD-CE57-A079E0DD806D}"/>
              </a:ext>
            </a:extLst>
          </p:cNvPr>
          <p:cNvSpPr>
            <a:spLocks noGrp="1"/>
          </p:cNvSpPr>
          <p:nvPr>
            <p:ph type="sldNum" sz="quarter" idx="12"/>
          </p:nvPr>
        </p:nvSpPr>
        <p:spPr/>
        <p:txBody>
          <a:bodyPr/>
          <a:lstStyle/>
          <a:p>
            <a:fld id="{10A01DC5-1685-4615-8240-15192985C6A2}" type="slidenum">
              <a:rPr lang="en-AU" smtClean="0"/>
              <a:t>5</a:t>
            </a:fld>
            <a:endParaRPr lang="en-AU"/>
          </a:p>
        </p:txBody>
      </p:sp>
      <p:sp>
        <p:nvSpPr>
          <p:cNvPr id="3" name="Title 2">
            <a:extLst>
              <a:ext uri="{FF2B5EF4-FFF2-40B4-BE49-F238E27FC236}">
                <a16:creationId xmlns:a16="http://schemas.microsoft.com/office/drawing/2014/main" id="{5BC1774B-AA04-FE2E-2D30-B11CDA0F2C2B}"/>
              </a:ext>
            </a:extLst>
          </p:cNvPr>
          <p:cNvSpPr>
            <a:spLocks noGrp="1"/>
          </p:cNvSpPr>
          <p:nvPr>
            <p:ph type="title"/>
          </p:nvPr>
        </p:nvSpPr>
        <p:spPr>
          <a:xfrm>
            <a:off x="360000" y="360000"/>
            <a:ext cx="9901600" cy="545601"/>
          </a:xfrm>
        </p:spPr>
        <p:txBody>
          <a:bodyPr/>
          <a:lstStyle/>
          <a:p>
            <a:r>
              <a:rPr lang="en-US" dirty="0"/>
              <a:t>Multiple choice </a:t>
            </a:r>
            <a:r>
              <a:rPr lang="en-US" dirty="0">
                <a:solidFill>
                  <a:schemeClr val="bg1"/>
                </a:solidFill>
              </a:rPr>
              <a:t>(1)</a:t>
            </a:r>
          </a:p>
        </p:txBody>
      </p:sp>
      <p:sp>
        <p:nvSpPr>
          <p:cNvPr id="14" name="Text Placeholder 13">
            <a:extLst>
              <a:ext uri="{FF2B5EF4-FFF2-40B4-BE49-F238E27FC236}">
                <a16:creationId xmlns:a16="http://schemas.microsoft.com/office/drawing/2014/main" id="{7DB50E8A-7E96-50A9-15AA-962C16AA899C}"/>
              </a:ext>
            </a:extLst>
          </p:cNvPr>
          <p:cNvSpPr>
            <a:spLocks noGrp="1"/>
          </p:cNvSpPr>
          <p:nvPr>
            <p:ph type="body" sz="quarter" idx="27"/>
          </p:nvPr>
        </p:nvSpPr>
        <p:spPr>
          <a:xfrm>
            <a:off x="1345520" y="5377089"/>
            <a:ext cx="10175920" cy="641396"/>
          </a:xfrm>
        </p:spPr>
        <p:txBody>
          <a:bodyPr anchor="ctr"/>
          <a:lstStyle/>
          <a:p>
            <a:r>
              <a:rPr lang="en-US" sz="3600" dirty="0"/>
              <a:t>7504</a:t>
            </a:r>
          </a:p>
        </p:txBody>
      </p:sp>
      <p:sp>
        <p:nvSpPr>
          <p:cNvPr id="15" name="Text Placeholder 14">
            <a:extLst>
              <a:ext uri="{FF2B5EF4-FFF2-40B4-BE49-F238E27FC236}">
                <a16:creationId xmlns:a16="http://schemas.microsoft.com/office/drawing/2014/main" id="{AB0D8C4B-A26D-492E-C691-C64EF884A7AF}"/>
              </a:ext>
            </a:extLst>
          </p:cNvPr>
          <p:cNvSpPr>
            <a:spLocks noGrp="1"/>
          </p:cNvSpPr>
          <p:nvPr>
            <p:ph type="body" sz="quarter" idx="28"/>
          </p:nvPr>
        </p:nvSpPr>
        <p:spPr>
          <a:xfrm>
            <a:off x="360000" y="1112118"/>
            <a:ext cx="11320166" cy="1268070"/>
          </a:xfrm>
        </p:spPr>
        <p:txBody>
          <a:bodyPr/>
          <a:lstStyle/>
          <a:p>
            <a:r>
              <a:rPr lang="en-AU" sz="4400" dirty="0"/>
              <a:t>Which number is the </a:t>
            </a:r>
            <a:r>
              <a:rPr lang="en-AU" sz="4400" b="1" dirty="0"/>
              <a:t>smallest</a:t>
            </a:r>
            <a:r>
              <a:rPr lang="en-AU" sz="4400" dirty="0"/>
              <a:t>?</a:t>
            </a:r>
            <a:endParaRPr lang="en-US" sz="4400" dirty="0"/>
          </a:p>
          <a:p>
            <a:endParaRPr lang="en-US" sz="4400" dirty="0"/>
          </a:p>
        </p:txBody>
      </p:sp>
      <p:sp>
        <p:nvSpPr>
          <p:cNvPr id="16" name="Text Placeholder 15">
            <a:extLst>
              <a:ext uri="{FF2B5EF4-FFF2-40B4-BE49-F238E27FC236}">
                <a16:creationId xmlns:a16="http://schemas.microsoft.com/office/drawing/2014/main" id="{4DADA01A-C328-7361-07E5-3C59D9534D7B}"/>
              </a:ext>
            </a:extLst>
          </p:cNvPr>
          <p:cNvSpPr>
            <a:spLocks noGrp="1"/>
          </p:cNvSpPr>
          <p:nvPr>
            <p:ph type="body" sz="quarter" idx="29"/>
          </p:nvPr>
        </p:nvSpPr>
        <p:spPr>
          <a:xfrm>
            <a:off x="1345520" y="4583645"/>
            <a:ext cx="10175920" cy="641396"/>
          </a:xfrm>
        </p:spPr>
        <p:txBody>
          <a:bodyPr anchor="ctr"/>
          <a:lstStyle/>
          <a:p>
            <a:r>
              <a:rPr lang="en-US" sz="3600" dirty="0"/>
              <a:t>7450</a:t>
            </a:r>
          </a:p>
        </p:txBody>
      </p:sp>
      <p:sp>
        <p:nvSpPr>
          <p:cNvPr id="17" name="Text Placeholder 16">
            <a:extLst>
              <a:ext uri="{FF2B5EF4-FFF2-40B4-BE49-F238E27FC236}">
                <a16:creationId xmlns:a16="http://schemas.microsoft.com/office/drawing/2014/main" id="{C6C948D4-2A38-1E27-BC1F-1141CAAF7C2A}"/>
              </a:ext>
            </a:extLst>
          </p:cNvPr>
          <p:cNvSpPr>
            <a:spLocks noGrp="1"/>
          </p:cNvSpPr>
          <p:nvPr>
            <p:ph type="body" sz="quarter" idx="30"/>
          </p:nvPr>
        </p:nvSpPr>
        <p:spPr>
          <a:xfrm>
            <a:off x="1345520" y="3676983"/>
            <a:ext cx="10175920" cy="641396"/>
          </a:xfrm>
        </p:spPr>
        <p:txBody>
          <a:bodyPr anchor="ctr"/>
          <a:lstStyle/>
          <a:p>
            <a:r>
              <a:rPr lang="en-US" sz="3600" dirty="0"/>
              <a:t>7405</a:t>
            </a:r>
          </a:p>
        </p:txBody>
      </p:sp>
      <p:sp>
        <p:nvSpPr>
          <p:cNvPr id="18" name="Text Placeholder 17">
            <a:extLst>
              <a:ext uri="{FF2B5EF4-FFF2-40B4-BE49-F238E27FC236}">
                <a16:creationId xmlns:a16="http://schemas.microsoft.com/office/drawing/2014/main" id="{249CF990-9203-0FC6-FA8E-0E52BA054215}"/>
              </a:ext>
            </a:extLst>
          </p:cNvPr>
          <p:cNvSpPr>
            <a:spLocks noGrp="1"/>
          </p:cNvSpPr>
          <p:nvPr>
            <p:ph type="body" sz="quarter" idx="31"/>
          </p:nvPr>
        </p:nvSpPr>
        <p:spPr>
          <a:xfrm>
            <a:off x="1345520" y="2829070"/>
            <a:ext cx="10175920" cy="641396"/>
          </a:xfrm>
        </p:spPr>
        <p:txBody>
          <a:bodyPr anchor="ctr"/>
          <a:lstStyle/>
          <a:p>
            <a:r>
              <a:rPr lang="en-US" sz="3600" dirty="0"/>
              <a:t>7054</a:t>
            </a:r>
          </a:p>
        </p:txBody>
      </p:sp>
      <p:sp>
        <p:nvSpPr>
          <p:cNvPr id="9" name="TextBox 8">
            <a:extLst>
              <a:ext uri="{FF2B5EF4-FFF2-40B4-BE49-F238E27FC236}">
                <a16:creationId xmlns:a16="http://schemas.microsoft.com/office/drawing/2014/main" id="{EF8DF706-D80F-92B1-7253-8E6E8E474570}"/>
              </a:ext>
            </a:extLst>
          </p:cNvPr>
          <p:cNvSpPr txBox="1"/>
          <p:nvPr/>
        </p:nvSpPr>
        <p:spPr>
          <a:xfrm>
            <a:off x="670560" y="2829070"/>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dirty="0"/>
              <a:t>A</a:t>
            </a:r>
          </a:p>
        </p:txBody>
      </p:sp>
      <p:sp>
        <p:nvSpPr>
          <p:cNvPr id="10" name="TextBox 9">
            <a:extLst>
              <a:ext uri="{FF2B5EF4-FFF2-40B4-BE49-F238E27FC236}">
                <a16:creationId xmlns:a16="http://schemas.microsoft.com/office/drawing/2014/main" id="{E8E3048F-F2CC-3A16-FD64-BA70C679B369}"/>
              </a:ext>
            </a:extLst>
          </p:cNvPr>
          <p:cNvSpPr txBox="1"/>
          <p:nvPr/>
        </p:nvSpPr>
        <p:spPr>
          <a:xfrm>
            <a:off x="670559" y="3676983"/>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dirty="0"/>
              <a:t>B</a:t>
            </a:r>
          </a:p>
        </p:txBody>
      </p:sp>
      <p:sp>
        <p:nvSpPr>
          <p:cNvPr id="11" name="TextBox 10">
            <a:extLst>
              <a:ext uri="{FF2B5EF4-FFF2-40B4-BE49-F238E27FC236}">
                <a16:creationId xmlns:a16="http://schemas.microsoft.com/office/drawing/2014/main" id="{A7CF7502-CF88-ED76-425C-93F1166598D5}"/>
              </a:ext>
            </a:extLst>
          </p:cNvPr>
          <p:cNvSpPr txBox="1"/>
          <p:nvPr/>
        </p:nvSpPr>
        <p:spPr>
          <a:xfrm>
            <a:off x="670557" y="5377089"/>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dirty="0"/>
              <a:t>D</a:t>
            </a:r>
          </a:p>
        </p:txBody>
      </p:sp>
      <p:sp>
        <p:nvSpPr>
          <p:cNvPr id="12" name="TextBox 11">
            <a:extLst>
              <a:ext uri="{FF2B5EF4-FFF2-40B4-BE49-F238E27FC236}">
                <a16:creationId xmlns:a16="http://schemas.microsoft.com/office/drawing/2014/main" id="{653CFB63-79BB-2581-B3F1-80CDC52E39F6}"/>
              </a:ext>
            </a:extLst>
          </p:cNvPr>
          <p:cNvSpPr txBox="1"/>
          <p:nvPr/>
        </p:nvSpPr>
        <p:spPr>
          <a:xfrm>
            <a:off x="670558" y="452703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dirty="0"/>
              <a:t>C</a:t>
            </a:r>
          </a:p>
        </p:txBody>
      </p:sp>
      <p:pic>
        <p:nvPicPr>
          <p:cNvPr id="4" name="Picture 3" descr="image of a finger selecting an option for a multiple choice or true and false">
            <a:extLst>
              <a:ext uri="{FF2B5EF4-FFF2-40B4-BE49-F238E27FC236}">
                <a16:creationId xmlns:a16="http://schemas.microsoft.com/office/drawing/2014/main" id="{4CB8848C-93F2-E2F9-DB5A-FC58F0111C10}"/>
              </a:ext>
            </a:extLst>
          </p:cNvPr>
          <p:cNvPicPr>
            <a:picLocks noChangeAspect="1"/>
          </p:cNvPicPr>
          <p:nvPr/>
        </p:nvPicPr>
        <p:blipFill>
          <a:blip r:embed="rId3"/>
          <a:stretch>
            <a:fillRect/>
          </a:stretch>
        </p:blipFill>
        <p:spPr>
          <a:xfrm>
            <a:off x="10807908" y="43303"/>
            <a:ext cx="1165786" cy="1140716"/>
          </a:xfrm>
          <a:prstGeom prst="rect">
            <a:avLst/>
          </a:prstGeom>
        </p:spPr>
      </p:pic>
    </p:spTree>
    <p:extLst>
      <p:ext uri="{BB962C8B-B14F-4D97-AF65-F5344CB8AC3E}">
        <p14:creationId xmlns:p14="http://schemas.microsoft.com/office/powerpoint/2010/main" val="24092516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A2FCFCE-567A-FEA7-C18E-789999BB63EB}"/>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(1)</a:t>
            </a:r>
          </a:p>
        </p:txBody>
      </p:sp>
      <p:sp>
        <p:nvSpPr>
          <p:cNvPr id="2" name="Slide Number Placeholder 1">
            <a:extLst>
              <a:ext uri="{FF2B5EF4-FFF2-40B4-BE49-F238E27FC236}">
                <a16:creationId xmlns:a16="http://schemas.microsoft.com/office/drawing/2014/main" id="{FE99FCAD-B981-9BBC-C5BF-914232435E08}"/>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a:t>
            </a:fld>
            <a:endParaRPr lang="en-AU"/>
          </a:p>
        </p:txBody>
      </p:sp>
      <p:pic>
        <p:nvPicPr>
          <p:cNvPr id="3" name="Picture 2" descr="image of a clipboard with a pencil recording short answer responses">
            <a:extLst>
              <a:ext uri="{FF2B5EF4-FFF2-40B4-BE49-F238E27FC236}">
                <a16:creationId xmlns:a16="http://schemas.microsoft.com/office/drawing/2014/main" id="{69E4B2B2-713D-5998-87AB-5FC222AE389E}"/>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6D7C9BB2-8BC7-843C-D38D-A988AF8DCD36}"/>
              </a:ext>
            </a:extLst>
          </p:cNvPr>
          <p:cNvSpPr txBox="1"/>
          <p:nvPr/>
        </p:nvSpPr>
        <p:spPr>
          <a:xfrm>
            <a:off x="380354" y="1505396"/>
            <a:ext cx="11463646" cy="4524315"/>
          </a:xfrm>
          <a:prstGeom prst="rect">
            <a:avLst/>
          </a:prstGeom>
          <a:noFill/>
        </p:spPr>
        <p:txBody>
          <a:bodyPr wrap="square">
            <a:spAutoFit/>
          </a:bodyPr>
          <a:lstStyle/>
          <a:p>
            <a:pPr algn="ctr"/>
            <a:r>
              <a:rPr lang="en-AU" sz="4400" b="1" dirty="0"/>
              <a:t>Count forwards </a:t>
            </a:r>
            <a:r>
              <a:rPr lang="en-AU" sz="4400" dirty="0"/>
              <a:t>by </a:t>
            </a:r>
            <a:r>
              <a:rPr lang="en-AU" sz="4400" b="1" dirty="0"/>
              <a:t>tens </a:t>
            </a:r>
            <a:r>
              <a:rPr lang="en-AU" sz="4400" dirty="0"/>
              <a:t>starting from </a:t>
            </a:r>
            <a:r>
              <a:rPr lang="en-AU" sz="4400" b="1" dirty="0"/>
              <a:t>100 up to 250.</a:t>
            </a:r>
          </a:p>
          <a:p>
            <a:pPr algn="ctr"/>
            <a:endParaRPr lang="en-AU" sz="4400" dirty="0"/>
          </a:p>
          <a:p>
            <a:pPr algn="ctr"/>
            <a:endParaRPr lang="en-AU" sz="4400" dirty="0"/>
          </a:p>
          <a:p>
            <a:pPr algn="ctr"/>
            <a:r>
              <a:rPr lang="en-AU" sz="4400" b="1" dirty="0"/>
              <a:t>Count backwards </a:t>
            </a:r>
            <a:r>
              <a:rPr lang="en-AU" sz="4400" dirty="0"/>
              <a:t>by </a:t>
            </a:r>
            <a:r>
              <a:rPr lang="en-AU" sz="4400" b="1" dirty="0"/>
              <a:t>tens</a:t>
            </a:r>
            <a:r>
              <a:rPr lang="en-AU" sz="4400" dirty="0"/>
              <a:t> from </a:t>
            </a:r>
            <a:r>
              <a:rPr lang="en-AU" sz="4400" b="1" dirty="0"/>
              <a:t>320 to 110</a:t>
            </a:r>
            <a:r>
              <a:rPr lang="en-AU" sz="4400" dirty="0"/>
              <a:t>.</a:t>
            </a:r>
          </a:p>
          <a:p>
            <a:r>
              <a:rPr lang="en-AU" sz="4400" dirty="0"/>
              <a:t> </a:t>
            </a:r>
          </a:p>
          <a:p>
            <a:endParaRPr lang="en-AU" dirty="0"/>
          </a:p>
        </p:txBody>
      </p:sp>
    </p:spTree>
    <p:extLst>
      <p:ext uri="{BB962C8B-B14F-4D97-AF65-F5344CB8AC3E}">
        <p14:creationId xmlns:p14="http://schemas.microsoft.com/office/powerpoint/2010/main" val="10635428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7292A2D-79DC-853F-A2F3-AFB9D75909BD}"/>
              </a:ext>
            </a:extLst>
          </p:cNvPr>
          <p:cNvSpPr>
            <a:spLocks noGrp="1"/>
          </p:cNvSpPr>
          <p:nvPr>
            <p:ph type="title"/>
          </p:nvPr>
        </p:nvSpPr>
        <p:spPr/>
        <p:txBody>
          <a:bodyPr/>
          <a:lstStyle/>
          <a:p>
            <a:r>
              <a:rPr lang="en-US" dirty="0">
                <a:latin typeface="Arial"/>
                <a:cs typeface="Arial"/>
              </a:rPr>
              <a:t>Short response </a:t>
            </a:r>
            <a:r>
              <a:rPr lang="en-US" dirty="0">
                <a:solidFill>
                  <a:schemeClr val="bg1"/>
                </a:solidFill>
                <a:latin typeface="Arial"/>
                <a:cs typeface="Arial"/>
              </a:rPr>
              <a:t>(2)</a:t>
            </a:r>
          </a:p>
        </p:txBody>
      </p:sp>
      <p:pic>
        <p:nvPicPr>
          <p:cNvPr id="4" name="Picture 3" descr="image of a clipboard with a pencil recording short answer responses">
            <a:extLst>
              <a:ext uri="{FF2B5EF4-FFF2-40B4-BE49-F238E27FC236}">
                <a16:creationId xmlns:a16="http://schemas.microsoft.com/office/drawing/2014/main" id="{5CD9E655-ACD9-A77F-AC24-CF29796A2798}"/>
              </a:ext>
            </a:extLst>
          </p:cNvPr>
          <p:cNvPicPr>
            <a:picLocks noChangeAspect="1"/>
          </p:cNvPicPr>
          <p:nvPr/>
        </p:nvPicPr>
        <p:blipFill>
          <a:blip r:embed="rId3"/>
          <a:stretch>
            <a:fillRect/>
          </a:stretch>
        </p:blipFill>
        <p:spPr>
          <a:xfrm>
            <a:off x="11030476" y="268723"/>
            <a:ext cx="915500" cy="915500"/>
          </a:xfrm>
          <a:prstGeom prst="rect">
            <a:avLst/>
          </a:prstGeom>
          <a:ln>
            <a:noFill/>
          </a:ln>
        </p:spPr>
      </p:pic>
      <p:sp>
        <p:nvSpPr>
          <p:cNvPr id="2" name="Slide Number Placeholder 1">
            <a:extLst>
              <a:ext uri="{FF2B5EF4-FFF2-40B4-BE49-F238E27FC236}">
                <a16:creationId xmlns:a16="http://schemas.microsoft.com/office/drawing/2014/main" id="{EA9D6B60-D9E0-EC2E-C5BB-DF4DD3655BFD}"/>
              </a:ext>
            </a:extLst>
          </p:cNvPr>
          <p:cNvSpPr>
            <a:spLocks noGrp="1"/>
          </p:cNvSpPr>
          <p:nvPr>
            <p:ph type="sldNum" sz="quarter" idx="12"/>
          </p:nvPr>
        </p:nvSpPr>
        <p:spPr/>
        <p:txBody>
          <a:bodyPr/>
          <a:lstStyle/>
          <a:p>
            <a:pPr marL="0" marR="0" lvl="0" indent="0" algn="r" defTabSz="609585" rtl="0" eaLnBrk="1" fontAlgn="auto" latinLnBrk="0" hangingPunct="1">
              <a:lnSpc>
                <a:spcPct val="100000"/>
              </a:lnSpc>
              <a:spcBef>
                <a:spcPts val="0"/>
              </a:spcBef>
              <a:spcAft>
                <a:spcPts val="0"/>
              </a:spcAft>
              <a:buClrTx/>
              <a:buSzTx/>
              <a:buFontTx/>
              <a:buNone/>
              <a:tabLst/>
              <a:defRPr/>
            </a:pPr>
            <a:fld id="{10A01DC5-1685-4615-8240-15192985C6A2}" type="slidenum">
              <a:rPr kumimoji="0" lang="en-AU" sz="1200" b="0" i="0" u="none" strike="noStrike" kern="1200" cap="none" spc="0" normalizeH="0" baseline="0" noProof="0" smtClean="0">
                <a:ln>
                  <a:noFill/>
                </a:ln>
                <a:solidFill>
                  <a:srgbClr val="22272B"/>
                </a:solidFill>
                <a:effectLst/>
                <a:uLnTx/>
                <a:uFillTx/>
                <a:latin typeface="Arial" panose="020B0604020202020204"/>
                <a:ea typeface="+mn-ea"/>
                <a:cs typeface="+mn-cs"/>
              </a:rPr>
              <a:pPr marL="0" marR="0" lvl="0" indent="0" algn="r" defTabSz="609585" rtl="0" eaLnBrk="1" fontAlgn="auto" latinLnBrk="0" hangingPunct="1">
                <a:lnSpc>
                  <a:spcPct val="100000"/>
                </a:lnSpc>
                <a:spcBef>
                  <a:spcPts val="0"/>
                </a:spcBef>
                <a:spcAft>
                  <a:spcPts val="0"/>
                </a:spcAft>
                <a:buClrTx/>
                <a:buSzTx/>
                <a:buFontTx/>
                <a:buNone/>
                <a:tabLst/>
                <a:defRPr/>
              </a:pPr>
              <a:t>7</a:t>
            </a:fld>
            <a:endParaRPr kumimoji="0" lang="en-AU" sz="1200" b="0" i="0" u="none" strike="noStrike" kern="1200" cap="none" spc="0" normalizeH="0" baseline="0" noProof="0">
              <a:ln>
                <a:noFill/>
              </a:ln>
              <a:solidFill>
                <a:srgbClr val="22272B"/>
              </a:solidFill>
              <a:effectLst/>
              <a:uLnTx/>
              <a:uFillTx/>
              <a:latin typeface="Arial" panose="020B0604020202020204"/>
              <a:ea typeface="+mn-ea"/>
              <a:cs typeface="+mn-cs"/>
            </a:endParaRPr>
          </a:p>
        </p:txBody>
      </p:sp>
      <p:pic>
        <p:nvPicPr>
          <p:cNvPr id="1026" name="Picture 2" descr="A map of a island. with landmarks of Black Bay, Rocky, River, Treasure, Mountains and Blue Bay. There is a compass in the top right corner. There is a grid overlaying the island. The horizontal line has letters from A to L and the vertical line has numbers from 1 to 7.&#10;">
            <a:extLst>
              <a:ext uri="{FF2B5EF4-FFF2-40B4-BE49-F238E27FC236}">
                <a16:creationId xmlns:a16="http://schemas.microsoft.com/office/drawing/2014/main" id="{C2FEFB78-0496-F03D-2F60-B97C122C5F63}"/>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r="15982"/>
          <a:stretch>
            <a:fillRect/>
          </a:stretch>
        </p:blipFill>
        <p:spPr bwMode="auto">
          <a:xfrm rot="16200000">
            <a:off x="1714232" y="-91015"/>
            <a:ext cx="5331572" cy="7882045"/>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56A10E1C-CD8E-78E0-58E0-95FDD821F099}"/>
              </a:ext>
            </a:extLst>
          </p:cNvPr>
          <p:cNvSpPr txBox="1"/>
          <p:nvPr/>
        </p:nvSpPr>
        <p:spPr>
          <a:xfrm>
            <a:off x="8028433" y="1901952"/>
            <a:ext cx="3917544" cy="4206240"/>
          </a:xfrm>
          <a:prstGeom prst="rect">
            <a:avLst/>
          </a:prstGeom>
          <a:noFill/>
        </p:spPr>
        <p:txBody>
          <a:bodyPr wrap="square" lIns="0" tIns="0" rIns="0" bIns="0" rtlCol="0">
            <a:noAutofit/>
          </a:bodyPr>
          <a:lstStyle/>
          <a:p>
            <a:pPr algn="l"/>
            <a:r>
              <a:rPr lang="en-AU" sz="3200" dirty="0"/>
              <a:t>Identify the grid reference for these landmark images:</a:t>
            </a:r>
          </a:p>
          <a:p>
            <a:pPr algn="l"/>
            <a:endParaRPr lang="en-AU" sz="3200" dirty="0"/>
          </a:p>
          <a:p>
            <a:pPr marL="285750" indent="-285750" algn="l">
              <a:buFont typeface="Arial" panose="020B0604020202020204" pitchFamily="34" charset="0"/>
              <a:buChar char="•"/>
            </a:pPr>
            <a:r>
              <a:rPr lang="en-AU" sz="3200" dirty="0"/>
              <a:t>rocky</a:t>
            </a:r>
          </a:p>
          <a:p>
            <a:pPr marL="285750" indent="-285750" algn="l">
              <a:buFont typeface="Arial" panose="020B0604020202020204" pitchFamily="34" charset="0"/>
              <a:buChar char="•"/>
            </a:pPr>
            <a:r>
              <a:rPr lang="en-AU" sz="3200" dirty="0"/>
              <a:t>treasure</a:t>
            </a:r>
          </a:p>
          <a:p>
            <a:pPr marL="285750" indent="-285750" algn="l">
              <a:buFont typeface="Arial" panose="020B0604020202020204" pitchFamily="34" charset="0"/>
              <a:buChar char="•"/>
            </a:pPr>
            <a:r>
              <a:rPr lang="en-AU" sz="3200" dirty="0"/>
              <a:t>boat</a:t>
            </a:r>
          </a:p>
        </p:txBody>
      </p:sp>
    </p:spTree>
    <p:extLst>
      <p:ext uri="{BB962C8B-B14F-4D97-AF65-F5344CB8AC3E}">
        <p14:creationId xmlns:p14="http://schemas.microsoft.com/office/powerpoint/2010/main" val="28689208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3411CE-E116-841D-F2F0-1C12109F17DD}"/>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1014A95-1EC4-1B01-3D2F-522380691BED}"/>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(3)</a:t>
            </a:r>
          </a:p>
        </p:txBody>
      </p:sp>
      <p:sp>
        <p:nvSpPr>
          <p:cNvPr id="2" name="Slide Number Placeholder 1">
            <a:extLst>
              <a:ext uri="{FF2B5EF4-FFF2-40B4-BE49-F238E27FC236}">
                <a16:creationId xmlns:a16="http://schemas.microsoft.com/office/drawing/2014/main" id="{5C8C32F4-64EB-8A29-5516-F44EDA67F45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8</a:t>
            </a:fld>
            <a:endParaRPr lang="en-AU"/>
          </a:p>
        </p:txBody>
      </p:sp>
      <p:pic>
        <p:nvPicPr>
          <p:cNvPr id="3" name="Picture 2" descr="image of a clipboard with a pencil recording short answer responses">
            <a:extLst>
              <a:ext uri="{FF2B5EF4-FFF2-40B4-BE49-F238E27FC236}">
                <a16:creationId xmlns:a16="http://schemas.microsoft.com/office/drawing/2014/main" id="{AB837201-1557-1DB2-05E9-E523FE1B1708}"/>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64183893-A98D-5025-7847-3997F88BE2E6}"/>
              </a:ext>
            </a:extLst>
          </p:cNvPr>
          <p:cNvSpPr txBox="1"/>
          <p:nvPr/>
        </p:nvSpPr>
        <p:spPr>
          <a:xfrm>
            <a:off x="796033" y="1222848"/>
            <a:ext cx="10869972" cy="4086503"/>
          </a:xfrm>
          <a:prstGeom prst="rect">
            <a:avLst/>
          </a:prstGeom>
          <a:noFill/>
        </p:spPr>
        <p:txBody>
          <a:bodyPr wrap="square">
            <a:spAutoFit/>
          </a:bodyPr>
          <a:lstStyle/>
          <a:p>
            <a:pPr lvl="0" algn="ctr">
              <a:lnSpc>
                <a:spcPct val="150000"/>
              </a:lnSpc>
              <a:spcBef>
                <a:spcPts val="1200"/>
              </a:spcBef>
              <a:spcAft>
                <a:spcPts val="600"/>
              </a:spcAft>
              <a:tabLst>
                <a:tab pos="228600" algn="l"/>
              </a:tabLst>
            </a:pPr>
            <a:r>
              <a:rPr lang="en-AU" sz="4400" dirty="0">
                <a:latin typeface="Arial" panose="020B0604020202020204" pitchFamily="34" charset="0"/>
                <a:ea typeface="Calibri" panose="020F0502020204030204" pitchFamily="34" charset="0"/>
              </a:rPr>
              <a:t>Name the quadrilaterals </a:t>
            </a:r>
            <a:r>
              <a:rPr lang="en-AU" sz="4400" b="1" dirty="0">
                <a:latin typeface="Arial" panose="020B0604020202020204" pitchFamily="34" charset="0"/>
                <a:ea typeface="Calibri" panose="020F0502020204030204" pitchFamily="34" charset="0"/>
              </a:rPr>
              <a:t>with parallel sides</a:t>
            </a:r>
            <a:r>
              <a:rPr lang="en-AU" sz="4400" dirty="0">
                <a:latin typeface="Arial" panose="020B0604020202020204" pitchFamily="34" charset="0"/>
                <a:ea typeface="Calibri" panose="020F0502020204030204" pitchFamily="34" charset="0"/>
              </a:rPr>
              <a:t>. </a:t>
            </a:r>
          </a:p>
          <a:p>
            <a:pPr lvl="0">
              <a:lnSpc>
                <a:spcPct val="150000"/>
              </a:lnSpc>
              <a:spcBef>
                <a:spcPts val="1200"/>
              </a:spcBef>
              <a:spcAft>
                <a:spcPts val="600"/>
              </a:spcAft>
              <a:tabLst>
                <a:tab pos="228600" algn="l"/>
              </a:tabLst>
            </a:pPr>
            <a:r>
              <a:rPr lang="en-AU" sz="4400" b="1" dirty="0">
                <a:latin typeface="Arial" panose="020B0604020202020204" pitchFamily="34" charset="0"/>
                <a:ea typeface="Calibri" panose="020F0502020204030204" pitchFamily="34" charset="0"/>
              </a:rPr>
              <a:t>Name</a:t>
            </a:r>
            <a:r>
              <a:rPr lang="en-AU" sz="4400" dirty="0">
                <a:latin typeface="Arial" panose="020B0604020202020204" pitchFamily="34" charset="0"/>
                <a:ea typeface="Calibri" panose="020F0502020204030204" pitchFamily="34" charset="0"/>
              </a:rPr>
              <a:t> and </a:t>
            </a:r>
            <a:r>
              <a:rPr lang="en-AU" sz="4400" b="1" dirty="0">
                <a:latin typeface="Arial" panose="020B0604020202020204" pitchFamily="34" charset="0"/>
                <a:ea typeface="Calibri" panose="020F0502020204030204" pitchFamily="34" charset="0"/>
              </a:rPr>
              <a:t>describe</a:t>
            </a:r>
            <a:r>
              <a:rPr lang="en-AU" sz="4400" dirty="0">
                <a:latin typeface="Arial" panose="020B0604020202020204" pitchFamily="34" charset="0"/>
                <a:ea typeface="Calibri" panose="020F0502020204030204" pitchFamily="34" charset="0"/>
              </a:rPr>
              <a:t> these polygons.</a:t>
            </a:r>
          </a:p>
          <a:p>
            <a:pPr lvl="0">
              <a:lnSpc>
                <a:spcPct val="150000"/>
              </a:lnSpc>
              <a:spcBef>
                <a:spcPts val="1200"/>
              </a:spcBef>
              <a:spcAft>
                <a:spcPts val="600"/>
              </a:spcAft>
              <a:tabLst>
                <a:tab pos="228600" algn="l"/>
              </a:tabLst>
            </a:pPr>
            <a:endParaRPr lang="en-AU" sz="2400" dirty="0">
              <a:effectLst/>
              <a:highlight>
                <a:srgbClr val="FFFF00"/>
              </a:highlight>
              <a:latin typeface="Arial" panose="020B0604020202020204" pitchFamily="34" charset="0"/>
              <a:ea typeface="Calibri" panose="020F0502020204030204" pitchFamily="34" charset="0"/>
            </a:endParaRPr>
          </a:p>
        </p:txBody>
      </p:sp>
      <p:pic>
        <p:nvPicPr>
          <p:cNvPr id="32" name="Picture 31" descr="5 quadrilaterals, 4 have equal sides.">
            <a:extLst>
              <a:ext uri="{FF2B5EF4-FFF2-40B4-BE49-F238E27FC236}">
                <a16:creationId xmlns:a16="http://schemas.microsoft.com/office/drawing/2014/main" id="{B95C4483-2E26-0096-7292-A03350BF12AF}"/>
              </a:ext>
            </a:extLst>
          </p:cNvPr>
          <p:cNvPicPr>
            <a:picLocks noChangeAspect="1"/>
          </p:cNvPicPr>
          <p:nvPr/>
        </p:nvPicPr>
        <p:blipFill>
          <a:blip r:embed="rId4"/>
          <a:stretch>
            <a:fillRect/>
          </a:stretch>
        </p:blipFill>
        <p:spPr>
          <a:xfrm>
            <a:off x="682347" y="3532139"/>
            <a:ext cx="10827306" cy="2705239"/>
          </a:xfrm>
          <a:prstGeom prst="rect">
            <a:avLst/>
          </a:prstGeom>
        </p:spPr>
      </p:pic>
    </p:spTree>
    <p:extLst>
      <p:ext uri="{BB962C8B-B14F-4D97-AF65-F5344CB8AC3E}">
        <p14:creationId xmlns:p14="http://schemas.microsoft.com/office/powerpoint/2010/main" val="29232178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52423E-F2E2-B49F-2327-BC3E79940CA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EA135D9-427D-42CB-A5F0-ABB98DAD7054}"/>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(4)</a:t>
            </a:r>
          </a:p>
        </p:txBody>
      </p:sp>
      <p:sp>
        <p:nvSpPr>
          <p:cNvPr id="2" name="Slide Number Placeholder 1">
            <a:extLst>
              <a:ext uri="{FF2B5EF4-FFF2-40B4-BE49-F238E27FC236}">
                <a16:creationId xmlns:a16="http://schemas.microsoft.com/office/drawing/2014/main" id="{391F93CB-988D-BE1F-57FD-B3D1C9E40F08}"/>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9</a:t>
            </a:fld>
            <a:endParaRPr lang="en-AU"/>
          </a:p>
        </p:txBody>
      </p:sp>
      <p:pic>
        <p:nvPicPr>
          <p:cNvPr id="3" name="Picture 2" descr="image of a clipboard with a pencil recording short answer responses">
            <a:extLst>
              <a:ext uri="{FF2B5EF4-FFF2-40B4-BE49-F238E27FC236}">
                <a16:creationId xmlns:a16="http://schemas.microsoft.com/office/drawing/2014/main" id="{FC9A4B87-D950-48CA-7AF9-006C90DB933D}"/>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AD53AA06-B7A1-A139-6D40-602AF095AE16}"/>
              </a:ext>
            </a:extLst>
          </p:cNvPr>
          <p:cNvSpPr txBox="1"/>
          <p:nvPr/>
        </p:nvSpPr>
        <p:spPr>
          <a:xfrm>
            <a:off x="1108909" y="1242836"/>
            <a:ext cx="9974180" cy="4154984"/>
          </a:xfrm>
          <a:prstGeom prst="rect">
            <a:avLst/>
          </a:prstGeom>
          <a:noFill/>
        </p:spPr>
        <p:txBody>
          <a:bodyPr wrap="square">
            <a:spAutoFit/>
          </a:bodyPr>
          <a:lstStyle/>
          <a:p>
            <a:pPr algn="ctr"/>
            <a:r>
              <a:rPr lang="en-AU" sz="4400" b="1" dirty="0"/>
              <a:t>Describe</a:t>
            </a:r>
            <a:r>
              <a:rPr lang="en-AU" sz="4400" dirty="0"/>
              <a:t> how to get from </a:t>
            </a:r>
            <a:r>
              <a:rPr lang="en-AU" sz="4400" b="1" dirty="0"/>
              <a:t>A to B</a:t>
            </a:r>
            <a:r>
              <a:rPr lang="en-AU" sz="4400" dirty="0"/>
              <a:t>. </a:t>
            </a:r>
          </a:p>
          <a:p>
            <a:pPr algn="ctr"/>
            <a:endParaRPr lang="en-AU" sz="4400" dirty="0"/>
          </a:p>
          <a:p>
            <a:pPr algn="ctr"/>
            <a:endParaRPr lang="en-AU" sz="3600" dirty="0"/>
          </a:p>
          <a:p>
            <a:pPr algn="ctr"/>
            <a:endParaRPr lang="en-AU" sz="3600" dirty="0"/>
          </a:p>
          <a:p>
            <a:pPr algn="ctr"/>
            <a:endParaRPr lang="en-AU" sz="3600" dirty="0"/>
          </a:p>
          <a:p>
            <a:pPr algn="ctr"/>
            <a:endParaRPr lang="en-AU" sz="4400" dirty="0"/>
          </a:p>
          <a:p>
            <a:endParaRPr lang="en-AU" dirty="0">
              <a:highlight>
                <a:srgbClr val="FFFF00"/>
              </a:highlight>
            </a:endParaRPr>
          </a:p>
        </p:txBody>
      </p:sp>
      <p:pic>
        <p:nvPicPr>
          <p:cNvPr id="13" name="Picture 12" descr="A map of a neighbourhood with houses, roads, and trees. Two houses are labelled: House A is red and house B is purple.">
            <a:extLst>
              <a:ext uri="{FF2B5EF4-FFF2-40B4-BE49-F238E27FC236}">
                <a16:creationId xmlns:a16="http://schemas.microsoft.com/office/drawing/2014/main" id="{65B0CE1A-D602-3CD3-0957-D7AD765EA95E}"/>
              </a:ext>
            </a:extLst>
          </p:cNvPr>
          <p:cNvPicPr>
            <a:picLocks noChangeAspect="1"/>
          </p:cNvPicPr>
          <p:nvPr/>
        </p:nvPicPr>
        <p:blipFill>
          <a:blip r:embed="rId4"/>
          <a:stretch>
            <a:fillRect/>
          </a:stretch>
        </p:blipFill>
        <p:spPr>
          <a:xfrm>
            <a:off x="3149424" y="2610671"/>
            <a:ext cx="5893151" cy="2850812"/>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8446440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 name="Title 124">
            <a:extLst>
              <a:ext uri="{FF2B5EF4-FFF2-40B4-BE49-F238E27FC236}">
                <a16:creationId xmlns:a16="http://schemas.microsoft.com/office/drawing/2014/main" id="{1E928AB4-8AF2-F1AC-58EE-FFABEC39F782}"/>
              </a:ext>
            </a:extLst>
          </p:cNvPr>
          <p:cNvSpPr>
            <a:spLocks noGrp="1"/>
          </p:cNvSpPr>
          <p:nvPr>
            <p:ph type="title"/>
          </p:nvPr>
        </p:nvSpPr>
        <p:spPr>
          <a:xfrm>
            <a:off x="269257" y="241686"/>
            <a:ext cx="11483999" cy="545601"/>
          </a:xfrm>
        </p:spPr>
        <p:txBody>
          <a:bodyPr/>
          <a:lstStyle/>
          <a:p>
            <a:r>
              <a:rPr lang="en-AU" dirty="0">
                <a:latin typeface="Arial"/>
                <a:cs typeface="Arial"/>
              </a:rPr>
              <a:t>Activity 1 – 4-digit numbers</a:t>
            </a:r>
          </a:p>
        </p:txBody>
      </p:sp>
      <p:sp>
        <p:nvSpPr>
          <p:cNvPr id="2" name="Freeform 2" descr="Two gameboards labelled with thousands, hundreds, tens and ones. Under the headings are line dashes for students to record numbers. Numbers have been recorded including 4871, 2968, 3989, 3351, 4918, 3879.">
            <a:extLst>
              <a:ext uri="{FF2B5EF4-FFF2-40B4-BE49-F238E27FC236}">
                <a16:creationId xmlns:a16="http://schemas.microsoft.com/office/drawing/2014/main" id="{1CA26F3B-4BDC-BF8E-AE54-7110D9C3440B}"/>
              </a:ext>
              <a:ext uri="{C183D7F6-B498-43B3-948B-1728B52AA6E4}">
                <adec:decorative xmlns:adec="http://schemas.microsoft.com/office/drawing/2017/decorative" val="1"/>
              </a:ext>
            </a:extLst>
          </p:cNvPr>
          <p:cNvSpPr/>
          <p:nvPr/>
        </p:nvSpPr>
        <p:spPr>
          <a:xfrm>
            <a:off x="6170230" y="1116008"/>
            <a:ext cx="524968" cy="496751"/>
          </a:xfrm>
          <a:custGeom>
            <a:avLst/>
            <a:gdLst/>
            <a:ahLst/>
            <a:cxnLst/>
            <a:rect l="l" t="t" r="r" b="b"/>
            <a:pathLst>
              <a:path w="524968" h="496751">
                <a:moveTo>
                  <a:pt x="0" y="0"/>
                </a:moveTo>
                <a:lnTo>
                  <a:pt x="524968" y="0"/>
                </a:lnTo>
                <a:lnTo>
                  <a:pt x="524968" y="496751"/>
                </a:lnTo>
                <a:lnTo>
                  <a:pt x="0" y="49675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pPr defTabSz="914400"/>
            <a:endParaRPr lang="en-AU" sz="1800">
              <a:solidFill>
                <a:prstClr val="black"/>
              </a:solidFill>
              <a:latin typeface="Edu NSW ACT Foundation" panose="020B0604020202020204" charset="0"/>
            </a:endParaRPr>
          </a:p>
        </p:txBody>
      </p:sp>
      <p:sp>
        <p:nvSpPr>
          <p:cNvPr id="3" name="TextBox 4" descr="Two gameboards labelled with thousands, hundreds, tens and ones. Under the headings are line dashes for students to record numbers. Numbers have been recorded including 4871, 2968, 3989, 3351, 4918, 3879.">
            <a:extLst>
              <a:ext uri="{FF2B5EF4-FFF2-40B4-BE49-F238E27FC236}">
                <a16:creationId xmlns:a16="http://schemas.microsoft.com/office/drawing/2014/main" id="{1C1E815E-C0BD-A0A8-AC6D-27CCBFADD170}"/>
              </a:ext>
            </a:extLst>
          </p:cNvPr>
          <p:cNvSpPr txBox="1"/>
          <p:nvPr/>
        </p:nvSpPr>
        <p:spPr>
          <a:xfrm>
            <a:off x="5314452" y="1974634"/>
            <a:ext cx="1570912" cy="854786"/>
          </a:xfrm>
          <a:prstGeom prst="rect">
            <a:avLst/>
          </a:prstGeom>
        </p:spPr>
        <p:txBody>
          <a:bodyPr wrap="square" lIns="0" tIns="0" rIns="0" bIns="0" rtlCol="0" anchor="t">
            <a:spAutoFit/>
          </a:bodyPr>
          <a:lstStyle/>
          <a:p>
            <a:pPr algn="ctr" defTabSz="914400">
              <a:lnSpc>
                <a:spcPts val="7363"/>
              </a:lnSpc>
              <a:spcBef>
                <a:spcPct val="0"/>
              </a:spcBef>
            </a:pPr>
            <a:r>
              <a:rPr lang="en-US" sz="4400">
                <a:solidFill>
                  <a:srgbClr val="000000"/>
                </a:solidFill>
                <a:latin typeface="Edu NSW ACT Foundation" panose="020B0604020202020204" charset="0"/>
                <a:ea typeface="Canva Student Font"/>
                <a:cs typeface="Canva Student Font"/>
                <a:sym typeface="Canva Student Font"/>
              </a:rPr>
              <a:t>99 999</a:t>
            </a:r>
          </a:p>
        </p:txBody>
      </p:sp>
      <p:sp>
        <p:nvSpPr>
          <p:cNvPr id="4" name="Freeform 5" descr="Two gameboards labelled with thousands, hundreds, tens and ones. Under the headings are line dashes for students to record numbers. Numbers have been recorded including 4871, 2968, 3989, 3351, 4918, 3879.">
            <a:extLst>
              <a:ext uri="{FF2B5EF4-FFF2-40B4-BE49-F238E27FC236}">
                <a16:creationId xmlns:a16="http://schemas.microsoft.com/office/drawing/2014/main" id="{17A52CAB-4503-0783-98B1-C596E49ABC88}"/>
              </a:ext>
              <a:ext uri="{C183D7F6-B498-43B3-948B-1728B52AA6E4}">
                <adec:decorative xmlns:adec="http://schemas.microsoft.com/office/drawing/2017/decorative" val="1"/>
              </a:ext>
            </a:extLst>
          </p:cNvPr>
          <p:cNvSpPr/>
          <p:nvPr/>
        </p:nvSpPr>
        <p:spPr>
          <a:xfrm rot="5400000">
            <a:off x="2226750" y="2618709"/>
            <a:ext cx="3772986" cy="2387018"/>
          </a:xfrm>
          <a:custGeom>
            <a:avLst/>
            <a:gdLst/>
            <a:ahLst/>
            <a:cxnLst/>
            <a:rect l="l" t="t" r="r" b="b"/>
            <a:pathLst>
              <a:path w="5219325" h="3588286">
                <a:moveTo>
                  <a:pt x="0" y="0"/>
                </a:moveTo>
                <a:lnTo>
                  <a:pt x="5219325" y="0"/>
                </a:lnTo>
                <a:lnTo>
                  <a:pt x="5219325" y="3588286"/>
                </a:lnTo>
                <a:lnTo>
                  <a:pt x="0" y="3588286"/>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pPr defTabSz="914400"/>
            <a:endParaRPr lang="en-AU" sz="1400">
              <a:solidFill>
                <a:prstClr val="black"/>
              </a:solidFill>
              <a:latin typeface="Edu NSW ACT Foundation" panose="020B0604020202020204" charset="0"/>
            </a:endParaRPr>
          </a:p>
        </p:txBody>
      </p:sp>
      <p:sp>
        <p:nvSpPr>
          <p:cNvPr id="5" name="Freeform 6" descr="Two gameboards labelled with thousands, hundreds, tens and ones. Under the headings are line dashes for students to record numbers. Numbers have been recorded including 4871, 2968, 3989, 3351, 4918, 3879.">
            <a:extLst>
              <a:ext uri="{FF2B5EF4-FFF2-40B4-BE49-F238E27FC236}">
                <a16:creationId xmlns:a16="http://schemas.microsoft.com/office/drawing/2014/main" id="{2322C954-2658-4DF9-5952-5AE551004EE6}"/>
              </a:ext>
              <a:ext uri="{C183D7F6-B498-43B3-948B-1728B52AA6E4}">
                <adec:decorative xmlns:adec="http://schemas.microsoft.com/office/drawing/2017/decorative" val="1"/>
              </a:ext>
            </a:extLst>
          </p:cNvPr>
          <p:cNvSpPr/>
          <p:nvPr/>
        </p:nvSpPr>
        <p:spPr>
          <a:xfrm rot="5400000">
            <a:off x="6291049" y="2539753"/>
            <a:ext cx="3772982" cy="2544926"/>
          </a:xfrm>
          <a:custGeom>
            <a:avLst/>
            <a:gdLst/>
            <a:ahLst/>
            <a:cxnLst/>
            <a:rect l="l" t="t" r="r" b="b"/>
            <a:pathLst>
              <a:path w="5219325" h="3588286">
                <a:moveTo>
                  <a:pt x="0" y="0"/>
                </a:moveTo>
                <a:lnTo>
                  <a:pt x="5219325" y="0"/>
                </a:lnTo>
                <a:lnTo>
                  <a:pt x="5219325" y="3588286"/>
                </a:lnTo>
                <a:lnTo>
                  <a:pt x="0" y="3588286"/>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pPr defTabSz="914400"/>
            <a:endParaRPr lang="en-AU" sz="1400">
              <a:solidFill>
                <a:prstClr val="black"/>
              </a:solidFill>
              <a:latin typeface="Edu NSW ACT Foundation" panose="020B0604020202020204" charset="0"/>
            </a:endParaRPr>
          </a:p>
        </p:txBody>
      </p:sp>
      <p:sp>
        <p:nvSpPr>
          <p:cNvPr id="6" name="TextBox 7" descr="Two gameboards labelled with thousands, hundreds, tens and ones. Under the headings are line dashes for students to record numbers. Numbers have been recorded including 4871, 2968, 3989, 3351, 4918, 3879.">
            <a:extLst>
              <a:ext uri="{FF2B5EF4-FFF2-40B4-BE49-F238E27FC236}">
                <a16:creationId xmlns:a16="http://schemas.microsoft.com/office/drawing/2014/main" id="{54CB46E7-6685-D1F7-90F0-4BE46FA4A634}"/>
              </a:ext>
            </a:extLst>
          </p:cNvPr>
          <p:cNvSpPr txBox="1"/>
          <p:nvPr/>
        </p:nvSpPr>
        <p:spPr>
          <a:xfrm>
            <a:off x="2746416" y="2157881"/>
            <a:ext cx="2663154" cy="1151213"/>
          </a:xfrm>
          <a:prstGeom prst="rect">
            <a:avLst/>
          </a:prstGeom>
        </p:spPr>
        <p:txBody>
          <a:bodyPr wrap="square" lIns="0" tIns="0" rIns="0" bIns="0" rtlCol="0" anchor="t">
            <a:spAutoFit/>
          </a:bodyPr>
          <a:lstStyle/>
          <a:p>
            <a:pPr algn="ctr" defTabSz="914400">
              <a:lnSpc>
                <a:spcPts val="9804"/>
              </a:lnSpc>
              <a:spcBef>
                <a:spcPct val="0"/>
              </a:spcBef>
            </a:pPr>
            <a:r>
              <a:rPr lang="en-US" sz="6000">
                <a:solidFill>
                  <a:srgbClr val="000000"/>
                </a:solidFill>
                <a:latin typeface="Edu NSW ACT Foundation" panose="020B0604020202020204" charset="0"/>
                <a:ea typeface="Canva Student Font"/>
                <a:cs typeface="Canva Student Font"/>
                <a:sym typeface="Canva Student Font"/>
              </a:rPr>
              <a:t> </a:t>
            </a:r>
            <a:r>
              <a:rPr lang="en-US" sz="4400">
                <a:solidFill>
                  <a:srgbClr val="000000"/>
                </a:solidFill>
                <a:latin typeface="Edu NSW ACT Foundation" panose="020B0604020202020204" charset="0"/>
                <a:ea typeface="Canva Student Font"/>
                <a:cs typeface="Canva Student Font"/>
                <a:sym typeface="Canva Student Font"/>
              </a:rPr>
              <a:t>9 6 3 5 2</a:t>
            </a:r>
          </a:p>
        </p:txBody>
      </p:sp>
      <p:sp>
        <p:nvSpPr>
          <p:cNvPr id="7" name="TextBox 8" descr="Two gameboards labelled with thousands, hundreds, tens and ones. Under the headings are line dashes for students to record numbers. Numbers have been recorded including 4871, 2968, 3989, 3351, 4918, 3879.">
            <a:extLst>
              <a:ext uri="{FF2B5EF4-FFF2-40B4-BE49-F238E27FC236}">
                <a16:creationId xmlns:a16="http://schemas.microsoft.com/office/drawing/2014/main" id="{99E36A77-B206-5D2E-1E92-3AB706C9992F}"/>
              </a:ext>
            </a:extLst>
          </p:cNvPr>
          <p:cNvSpPr txBox="1"/>
          <p:nvPr/>
        </p:nvSpPr>
        <p:spPr>
          <a:xfrm>
            <a:off x="6941460" y="2126935"/>
            <a:ext cx="2488830" cy="1139223"/>
          </a:xfrm>
          <a:prstGeom prst="rect">
            <a:avLst/>
          </a:prstGeom>
        </p:spPr>
        <p:txBody>
          <a:bodyPr wrap="square" lIns="0" tIns="0" rIns="0" bIns="0" rtlCol="0" anchor="t">
            <a:spAutoFit/>
          </a:bodyPr>
          <a:lstStyle/>
          <a:p>
            <a:pPr algn="ctr" defTabSz="914400">
              <a:lnSpc>
                <a:spcPts val="9804"/>
              </a:lnSpc>
              <a:spcBef>
                <a:spcPct val="0"/>
              </a:spcBef>
            </a:pPr>
            <a:r>
              <a:rPr lang="en-US" sz="6000">
                <a:solidFill>
                  <a:srgbClr val="000000"/>
                </a:solidFill>
                <a:latin typeface="Edu NSW ACT Foundation" panose="020B0604020202020204" charset="0"/>
                <a:ea typeface="Canva Student Font"/>
                <a:cs typeface="Canva Student Font"/>
                <a:sym typeface="Canva Student Font"/>
              </a:rPr>
              <a:t> </a:t>
            </a:r>
            <a:r>
              <a:rPr lang="en-US" sz="4400">
                <a:solidFill>
                  <a:srgbClr val="000000"/>
                </a:solidFill>
                <a:latin typeface="Edu NSW ACT Foundation" panose="020B0604020202020204" charset="0"/>
                <a:ea typeface="Canva Student Font"/>
                <a:cs typeface="Canva Student Font"/>
                <a:sym typeface="Canva Student Font"/>
              </a:rPr>
              <a:t>8 6 5 5 0</a:t>
            </a:r>
            <a:endParaRPr lang="en-US" sz="6000">
              <a:solidFill>
                <a:srgbClr val="000000"/>
              </a:solidFill>
              <a:latin typeface="Edu NSW ACT Foundation" panose="020B0604020202020204" charset="0"/>
              <a:ea typeface="Canva Student Font"/>
              <a:cs typeface="Canva Student Font"/>
              <a:sym typeface="Canva Student Font"/>
            </a:endParaRPr>
          </a:p>
        </p:txBody>
      </p:sp>
      <p:sp>
        <p:nvSpPr>
          <p:cNvPr id="8" name="TextBox 10" descr="Two gameboards labelled with thousands, hundreds, tens and ones. Under the headings are line dashes for students to record numbers. Numbers have been recorded including 4871, 2968, 3989, 3351, 4918, 3879.">
            <a:extLst>
              <a:ext uri="{FF2B5EF4-FFF2-40B4-BE49-F238E27FC236}">
                <a16:creationId xmlns:a16="http://schemas.microsoft.com/office/drawing/2014/main" id="{5F15A68E-7205-2927-1A22-09F00F70D6AB}"/>
              </a:ext>
            </a:extLst>
          </p:cNvPr>
          <p:cNvSpPr txBox="1"/>
          <p:nvPr/>
        </p:nvSpPr>
        <p:spPr>
          <a:xfrm>
            <a:off x="7842835" y="1384465"/>
            <a:ext cx="870506" cy="425116"/>
          </a:xfrm>
          <a:prstGeom prst="rect">
            <a:avLst/>
          </a:prstGeom>
        </p:spPr>
        <p:txBody>
          <a:bodyPr wrap="square" lIns="0" tIns="0" rIns="0" bIns="0" rtlCol="0" anchor="t">
            <a:spAutoFit/>
          </a:bodyPr>
          <a:lstStyle/>
          <a:p>
            <a:pPr algn="ctr" defTabSz="914400">
              <a:lnSpc>
                <a:spcPts val="3784"/>
              </a:lnSpc>
              <a:spcBef>
                <a:spcPct val="0"/>
              </a:spcBef>
            </a:pPr>
            <a:r>
              <a:rPr lang="en-US" sz="2000">
                <a:solidFill>
                  <a:srgbClr val="2D90EB"/>
                </a:solidFill>
                <a:latin typeface="Edu NSW ACT Foundation" panose="020B0604020202020204" charset="0"/>
                <a:ea typeface="Canva Student Font"/>
                <a:cs typeface="Canva Student Font"/>
                <a:sym typeface="Canva Student Font"/>
              </a:rPr>
              <a:t>Player 2</a:t>
            </a:r>
          </a:p>
        </p:txBody>
      </p:sp>
      <p:sp>
        <p:nvSpPr>
          <p:cNvPr id="10" name="TextBox 12" descr="Two gameboards labelled with thousands, hundreds, tens and ones. Under the headings are line dashes for students to record numbers. Numbers have been recorded including 4871, 2968, 3989, 3351, 4918, 3879.">
            <a:extLst>
              <a:ext uri="{FF2B5EF4-FFF2-40B4-BE49-F238E27FC236}">
                <a16:creationId xmlns:a16="http://schemas.microsoft.com/office/drawing/2014/main" id="{DF51DF20-58D7-A902-6002-E15C19E722CC}"/>
              </a:ext>
            </a:extLst>
          </p:cNvPr>
          <p:cNvSpPr txBox="1"/>
          <p:nvPr/>
        </p:nvSpPr>
        <p:spPr>
          <a:xfrm>
            <a:off x="6807163" y="1842465"/>
            <a:ext cx="2740754" cy="686663"/>
          </a:xfrm>
          <a:prstGeom prst="rect">
            <a:avLst/>
          </a:prstGeom>
        </p:spPr>
        <p:txBody>
          <a:bodyPr wrap="square" lIns="0" tIns="0" rIns="0" bIns="0" rtlCol="0" anchor="t">
            <a:spAutoFit/>
          </a:bodyPr>
          <a:lstStyle/>
          <a:p>
            <a:pPr algn="ctr" defTabSz="914400">
              <a:lnSpc>
                <a:spcPts val="5923"/>
              </a:lnSpc>
              <a:spcBef>
                <a:spcPct val="0"/>
              </a:spcBef>
            </a:pPr>
            <a:r>
              <a:rPr lang="en-US" sz="3600">
                <a:solidFill>
                  <a:srgbClr val="000000"/>
                </a:solidFill>
                <a:latin typeface="Edu NSW ACT Foundation" panose="020B0604020202020204" charset="0"/>
                <a:ea typeface="Canva Student Font"/>
                <a:cs typeface="Canva Student Font"/>
                <a:sym typeface="Canva Student Font"/>
              </a:rPr>
              <a:t>  </a:t>
            </a:r>
            <a:r>
              <a:rPr lang="en-US" sz="2800" err="1">
                <a:solidFill>
                  <a:srgbClr val="BA2DEB"/>
                </a:solidFill>
                <a:latin typeface="Edu NSW ACT Foundation" panose="020B0604020202020204" charset="0"/>
                <a:ea typeface="Canva Student Font"/>
                <a:cs typeface="Canva Student Font"/>
                <a:sym typeface="Canva Student Font"/>
              </a:rPr>
              <a:t>T</a:t>
            </a:r>
            <a:r>
              <a:rPr lang="en-US" sz="2800" err="1">
                <a:solidFill>
                  <a:srgbClr val="2D90EB"/>
                </a:solidFill>
                <a:latin typeface="Edu NSW ACT Foundation" panose="020B0604020202020204" charset="0"/>
                <a:ea typeface="Canva Student Font"/>
                <a:cs typeface="Canva Student Font"/>
                <a:sym typeface="Canva Student Font"/>
              </a:rPr>
              <a:t>Th</a:t>
            </a:r>
            <a:r>
              <a:rPr lang="en-US" sz="2800">
                <a:solidFill>
                  <a:srgbClr val="FF914D"/>
                </a:solidFill>
                <a:latin typeface="Edu NSW ACT Foundation" panose="020B0604020202020204" charset="0"/>
                <a:ea typeface="Canva Student Font"/>
                <a:cs typeface="Canva Student Font"/>
                <a:sym typeface="Canva Student Font"/>
              </a:rPr>
              <a:t> </a:t>
            </a:r>
            <a:r>
              <a:rPr lang="en-US" sz="2800">
                <a:solidFill>
                  <a:srgbClr val="2D90EB"/>
                </a:solidFill>
                <a:latin typeface="Edu NSW ACT Foundation" panose="020B0604020202020204" charset="0"/>
                <a:ea typeface="Canva Student Font"/>
                <a:cs typeface="Canva Student Font"/>
                <a:sym typeface="Canva Student Font"/>
              </a:rPr>
              <a:t>Th  </a:t>
            </a:r>
            <a:r>
              <a:rPr lang="en-US" sz="2800">
                <a:solidFill>
                  <a:srgbClr val="BE1931"/>
                </a:solidFill>
                <a:latin typeface="Edu NSW ACT Foundation" panose="020B0604020202020204" charset="0"/>
                <a:ea typeface="Canva Student Font"/>
                <a:cs typeface="Canva Student Font"/>
                <a:sym typeface="Canva Student Font"/>
              </a:rPr>
              <a:t>H</a:t>
            </a:r>
            <a:r>
              <a:rPr lang="en-US" sz="2800">
                <a:solidFill>
                  <a:srgbClr val="2D90EB"/>
                </a:solidFill>
                <a:latin typeface="Edu NSW ACT Foundation" panose="020B0604020202020204" charset="0"/>
                <a:ea typeface="Canva Student Font"/>
                <a:cs typeface="Canva Student Font"/>
                <a:sym typeface="Canva Student Font"/>
              </a:rPr>
              <a:t>  </a:t>
            </a:r>
            <a:r>
              <a:rPr lang="en-US" sz="2800">
                <a:solidFill>
                  <a:srgbClr val="BA2DEB"/>
                </a:solidFill>
                <a:latin typeface="Edu NSW ACT Foundation" panose="020B0604020202020204" charset="0"/>
                <a:ea typeface="Canva Student Font"/>
                <a:cs typeface="Canva Student Font"/>
                <a:sym typeface="Canva Student Font"/>
              </a:rPr>
              <a:t>T</a:t>
            </a:r>
            <a:r>
              <a:rPr lang="en-US" sz="2800">
                <a:solidFill>
                  <a:srgbClr val="2D90EB"/>
                </a:solidFill>
                <a:latin typeface="Edu NSW ACT Foundation" panose="020B0604020202020204" charset="0"/>
                <a:ea typeface="Canva Student Font"/>
                <a:cs typeface="Canva Student Font"/>
                <a:sym typeface="Canva Student Font"/>
              </a:rPr>
              <a:t>  </a:t>
            </a:r>
            <a:r>
              <a:rPr lang="en-US" sz="2800">
                <a:solidFill>
                  <a:srgbClr val="0E7658"/>
                </a:solidFill>
                <a:latin typeface="Edu NSW ACT Foundation" panose="020B0604020202020204" charset="0"/>
                <a:ea typeface="Canva Student Font"/>
                <a:cs typeface="Canva Student Font"/>
                <a:sym typeface="Canva Student Font"/>
              </a:rPr>
              <a:t>O</a:t>
            </a:r>
            <a:endParaRPr lang="en-US" sz="3600">
              <a:solidFill>
                <a:srgbClr val="0E7658"/>
              </a:solidFill>
              <a:latin typeface="Edu NSW ACT Foundation" panose="020B0604020202020204" charset="0"/>
              <a:ea typeface="Canva Student Font"/>
              <a:cs typeface="Canva Student Font"/>
              <a:sym typeface="Canva Student Font"/>
            </a:endParaRPr>
          </a:p>
        </p:txBody>
      </p:sp>
      <p:sp>
        <p:nvSpPr>
          <p:cNvPr id="11" name="TextBox 10" descr="Two gameboards labelled with thousands, hundreds, tens and ones. Under the headings are line dashes for students to record numbers. Numbers have been recorded including 4871, 2968, 3989, 3351, 4918, 3879.">
            <a:extLst>
              <a:ext uri="{FF2B5EF4-FFF2-40B4-BE49-F238E27FC236}">
                <a16:creationId xmlns:a16="http://schemas.microsoft.com/office/drawing/2014/main" id="{318A8A5B-1EAE-96A0-8C34-DB31784F7BE3}"/>
              </a:ext>
            </a:extLst>
          </p:cNvPr>
          <p:cNvSpPr txBox="1"/>
          <p:nvPr/>
        </p:nvSpPr>
        <p:spPr>
          <a:xfrm>
            <a:off x="3677448" y="1401098"/>
            <a:ext cx="870506" cy="436979"/>
          </a:xfrm>
          <a:prstGeom prst="rect">
            <a:avLst/>
          </a:prstGeom>
        </p:spPr>
        <p:txBody>
          <a:bodyPr wrap="square" lIns="0" tIns="0" rIns="0" bIns="0" rtlCol="0" anchor="t">
            <a:spAutoFit/>
          </a:bodyPr>
          <a:lstStyle/>
          <a:p>
            <a:pPr algn="ctr" defTabSz="914400">
              <a:lnSpc>
                <a:spcPts val="3784"/>
              </a:lnSpc>
              <a:spcBef>
                <a:spcPct val="0"/>
              </a:spcBef>
            </a:pPr>
            <a:r>
              <a:rPr lang="en-US" sz="2000">
                <a:solidFill>
                  <a:srgbClr val="447F2F"/>
                </a:solidFill>
                <a:latin typeface="Edu NSW ACT Foundation" panose="020B0604020202020204" charset="0"/>
                <a:ea typeface="Canva Student Font"/>
                <a:cs typeface="Canva Student Font"/>
                <a:sym typeface="Canva Student Font"/>
              </a:rPr>
              <a:t>Player 1</a:t>
            </a:r>
          </a:p>
        </p:txBody>
      </p:sp>
      <p:sp>
        <p:nvSpPr>
          <p:cNvPr id="12" name="Freeform 5" descr="Two gameboards labelled with thousands, hundreds, tens and ones. Under the headings are line dashes for students to record numbers. Numbers have been recorded including 4871, 2968, 3989, 3351, 4918, 3879.">
            <a:extLst>
              <a:ext uri="{FF2B5EF4-FFF2-40B4-BE49-F238E27FC236}">
                <a16:creationId xmlns:a16="http://schemas.microsoft.com/office/drawing/2014/main" id="{ECBAD07D-6C67-AB28-EB74-AD352547FBFF}"/>
              </a:ext>
              <a:ext uri="{C183D7F6-B498-43B3-948B-1728B52AA6E4}">
                <adec:decorative xmlns:adec="http://schemas.microsoft.com/office/drawing/2017/decorative" val="1"/>
              </a:ext>
            </a:extLst>
          </p:cNvPr>
          <p:cNvSpPr/>
          <p:nvPr/>
        </p:nvSpPr>
        <p:spPr>
          <a:xfrm>
            <a:off x="5146587" y="2895322"/>
            <a:ext cx="243170" cy="256812"/>
          </a:xfrm>
          <a:custGeom>
            <a:avLst/>
            <a:gdLst/>
            <a:ahLst/>
            <a:cxnLst/>
            <a:rect l="l" t="t" r="r" b="b"/>
            <a:pathLst>
              <a:path w="307257" h="319644">
                <a:moveTo>
                  <a:pt x="0" y="0"/>
                </a:moveTo>
                <a:lnTo>
                  <a:pt x="307258" y="0"/>
                </a:lnTo>
                <a:lnTo>
                  <a:pt x="307258" y="319644"/>
                </a:lnTo>
                <a:lnTo>
                  <a:pt x="0" y="319644"/>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AU" sz="1800"/>
          </a:p>
        </p:txBody>
      </p:sp>
      <p:sp>
        <p:nvSpPr>
          <p:cNvPr id="14" name="TextBox 34" descr="Two gameboards labelled with thousands, hundreds, tens and ones. Under the headings are line dashes for students to record numbers. Numbers have been recorded including 4871, 2968, 3989, 3351, 4918, 3879.">
            <a:extLst>
              <a:ext uri="{FF2B5EF4-FFF2-40B4-BE49-F238E27FC236}">
                <a16:creationId xmlns:a16="http://schemas.microsoft.com/office/drawing/2014/main" id="{48AB7509-DF8A-510F-52F0-92224CF31BB1}"/>
              </a:ext>
            </a:extLst>
          </p:cNvPr>
          <p:cNvSpPr txBox="1"/>
          <p:nvPr/>
        </p:nvSpPr>
        <p:spPr>
          <a:xfrm>
            <a:off x="2977398" y="2809662"/>
            <a:ext cx="314010" cy="361381"/>
          </a:xfrm>
          <a:prstGeom prst="rect">
            <a:avLst/>
          </a:prstGeom>
        </p:spPr>
        <p:txBody>
          <a:bodyPr wrap="square" lIns="0" tIns="0" rIns="0" bIns="0" rtlCol="0" anchor="t">
            <a:spAutoFit/>
          </a:bodyPr>
          <a:lstStyle/>
          <a:p>
            <a:pPr algn="ctr">
              <a:lnSpc>
                <a:spcPts val="3171"/>
              </a:lnSpc>
              <a:spcBef>
                <a:spcPct val="0"/>
              </a:spcBef>
            </a:pPr>
            <a:r>
              <a:rPr lang="en-US" sz="1800">
                <a:solidFill>
                  <a:srgbClr val="000000"/>
                </a:solidFill>
                <a:latin typeface="Edu NSW ACT Foundation" panose="020B0604020202020204" charset="0"/>
                <a:ea typeface="Canva Student Font"/>
                <a:cs typeface="Canva Student Font"/>
                <a:sym typeface="Canva Student Font"/>
              </a:rPr>
              <a:t>1 pt </a:t>
            </a:r>
          </a:p>
        </p:txBody>
      </p:sp>
      <p:pic>
        <p:nvPicPr>
          <p:cNvPr id="16" name="Picture 15" descr="Two gameboards labelled with thousands, hundreds, tens and ones. Under the headings are line dashes for students to record numbers. Numbers have been recorded including 4871, 2968, 3989, 3351, 4918, 3879.">
            <a:extLst>
              <a:ext uri="{FF2B5EF4-FFF2-40B4-BE49-F238E27FC236}">
                <a16:creationId xmlns:a16="http://schemas.microsoft.com/office/drawing/2014/main" id="{30EBB9E5-D4B5-3CB7-36A5-639329784DE8}"/>
              </a:ext>
              <a:ext uri="{C183D7F6-B498-43B3-948B-1728B52AA6E4}">
                <adec:decorative xmlns:adec="http://schemas.microsoft.com/office/drawing/2017/decorative" val="1"/>
              </a:ext>
            </a:extLst>
          </p:cNvPr>
          <p:cNvPicPr>
            <a:picLocks noChangeAspect="1"/>
          </p:cNvPicPr>
          <p:nvPr/>
        </p:nvPicPr>
        <p:blipFill rotWithShape="1">
          <a:blip r:embed="rId9"/>
          <a:srcRect t="62697"/>
          <a:stretch/>
        </p:blipFill>
        <p:spPr>
          <a:xfrm>
            <a:off x="2815261" y="3102765"/>
            <a:ext cx="2647124" cy="419332"/>
          </a:xfrm>
          <a:prstGeom prst="rect">
            <a:avLst/>
          </a:prstGeom>
        </p:spPr>
      </p:pic>
      <p:pic>
        <p:nvPicPr>
          <p:cNvPr id="17" name="Picture 16" descr="Two gameboards labelled with thousands, hundreds, tens and ones. Under the headings are line dashes for students to record numbers. Numbers have been recorded including 4871, 2968, 3989, 3351, 4918, 3879.">
            <a:extLst>
              <a:ext uri="{FF2B5EF4-FFF2-40B4-BE49-F238E27FC236}">
                <a16:creationId xmlns:a16="http://schemas.microsoft.com/office/drawing/2014/main" id="{F2A386FF-277B-FFC9-D25D-E244F08900E6}"/>
              </a:ext>
              <a:ext uri="{C183D7F6-B498-43B3-948B-1728B52AA6E4}">
                <adec:decorative xmlns:adec="http://schemas.microsoft.com/office/drawing/2017/decorative" val="1"/>
              </a:ext>
            </a:extLst>
          </p:cNvPr>
          <p:cNvPicPr>
            <a:picLocks noChangeAspect="1"/>
          </p:cNvPicPr>
          <p:nvPr/>
        </p:nvPicPr>
        <p:blipFill rotWithShape="1">
          <a:blip r:embed="rId9"/>
          <a:srcRect t="62697"/>
          <a:stretch/>
        </p:blipFill>
        <p:spPr>
          <a:xfrm>
            <a:off x="6954526" y="3102765"/>
            <a:ext cx="2647124" cy="419332"/>
          </a:xfrm>
          <a:prstGeom prst="rect">
            <a:avLst/>
          </a:prstGeom>
        </p:spPr>
      </p:pic>
      <p:sp>
        <p:nvSpPr>
          <p:cNvPr id="9" name="TextBox 11" descr="Two gameboards labelled with thousands, hundreds, tens and ones. Under the headings are line dashes for students to record numbers. Numbers have been recorded including 4871, 2968, 3989, 3351, 4918, 3879.">
            <a:extLst>
              <a:ext uri="{FF2B5EF4-FFF2-40B4-BE49-F238E27FC236}">
                <a16:creationId xmlns:a16="http://schemas.microsoft.com/office/drawing/2014/main" id="{42DDFA53-5F4D-697B-B367-53FE62744A91}"/>
              </a:ext>
            </a:extLst>
          </p:cNvPr>
          <p:cNvSpPr txBox="1"/>
          <p:nvPr/>
        </p:nvSpPr>
        <p:spPr>
          <a:xfrm>
            <a:off x="2214505" y="1935137"/>
            <a:ext cx="3463054" cy="693588"/>
          </a:xfrm>
          <a:prstGeom prst="rect">
            <a:avLst/>
          </a:prstGeom>
        </p:spPr>
        <p:txBody>
          <a:bodyPr wrap="square" lIns="0" tIns="0" rIns="0" bIns="0" rtlCol="0" anchor="t">
            <a:spAutoFit/>
          </a:bodyPr>
          <a:lstStyle/>
          <a:p>
            <a:pPr algn="ctr" defTabSz="914400">
              <a:lnSpc>
                <a:spcPts val="5923"/>
              </a:lnSpc>
              <a:spcBef>
                <a:spcPct val="0"/>
              </a:spcBef>
            </a:pPr>
            <a:r>
              <a:rPr lang="en-US" sz="3600" dirty="0">
                <a:solidFill>
                  <a:srgbClr val="000000"/>
                </a:solidFill>
                <a:latin typeface="Edu NSW ACT Foundation" panose="020B0604020202020204" charset="0"/>
                <a:ea typeface="Canva Student Font"/>
                <a:cs typeface="Canva Student Font"/>
                <a:sym typeface="Canva Student Font"/>
              </a:rPr>
              <a:t>  </a:t>
            </a:r>
            <a:r>
              <a:rPr lang="en-US" sz="2800" dirty="0" err="1">
                <a:solidFill>
                  <a:srgbClr val="BA2DEB"/>
                </a:solidFill>
                <a:latin typeface="Edu NSW ACT Foundation" panose="020B0604020202020204" charset="0"/>
                <a:ea typeface="Canva Student Font"/>
                <a:cs typeface="Canva Student Font"/>
                <a:sym typeface="Canva Student Font"/>
              </a:rPr>
              <a:t>T</a:t>
            </a:r>
            <a:r>
              <a:rPr lang="en-US" sz="2800" dirty="0" err="1">
                <a:solidFill>
                  <a:srgbClr val="2D90EB"/>
                </a:solidFill>
                <a:latin typeface="Edu NSW ACT Foundation" panose="020B0604020202020204" charset="0"/>
                <a:ea typeface="Canva Student Font"/>
                <a:cs typeface="Canva Student Font"/>
                <a:sym typeface="Canva Student Font"/>
              </a:rPr>
              <a:t>Th</a:t>
            </a:r>
            <a:r>
              <a:rPr lang="en-US" sz="2800" dirty="0">
                <a:solidFill>
                  <a:srgbClr val="FF914D"/>
                </a:solidFill>
                <a:latin typeface="Edu NSW ACT Foundation" panose="020B0604020202020204" charset="0"/>
                <a:ea typeface="Canva Student Font"/>
                <a:cs typeface="Canva Student Font"/>
                <a:sym typeface="Canva Student Font"/>
              </a:rPr>
              <a:t> </a:t>
            </a:r>
            <a:r>
              <a:rPr lang="en-US" sz="2800" dirty="0">
                <a:solidFill>
                  <a:srgbClr val="2D90EB"/>
                </a:solidFill>
                <a:latin typeface="Edu NSW ACT Foundation" panose="020B0604020202020204" charset="0"/>
                <a:ea typeface="Canva Student Font"/>
                <a:cs typeface="Canva Student Font"/>
                <a:sym typeface="Canva Student Font"/>
              </a:rPr>
              <a:t>Th  </a:t>
            </a:r>
            <a:r>
              <a:rPr lang="en-US" sz="2800" dirty="0">
                <a:solidFill>
                  <a:srgbClr val="BE1931"/>
                </a:solidFill>
                <a:latin typeface="Edu NSW ACT Foundation" panose="020B0604020202020204" charset="0"/>
                <a:ea typeface="Canva Student Font"/>
                <a:cs typeface="Canva Student Font"/>
                <a:sym typeface="Canva Student Font"/>
              </a:rPr>
              <a:t>H</a:t>
            </a:r>
            <a:r>
              <a:rPr lang="en-US" sz="2800" dirty="0">
                <a:solidFill>
                  <a:srgbClr val="2D90EB"/>
                </a:solidFill>
                <a:latin typeface="Edu NSW ACT Foundation" panose="020B0604020202020204" charset="0"/>
                <a:ea typeface="Canva Student Font"/>
                <a:cs typeface="Canva Student Font"/>
                <a:sym typeface="Canva Student Font"/>
              </a:rPr>
              <a:t>  </a:t>
            </a:r>
            <a:r>
              <a:rPr lang="en-US" sz="2800" dirty="0">
                <a:solidFill>
                  <a:srgbClr val="BA2DEB"/>
                </a:solidFill>
                <a:latin typeface="Edu NSW ACT Foundation" panose="020B0604020202020204" charset="0"/>
                <a:ea typeface="Canva Student Font"/>
                <a:cs typeface="Canva Student Font"/>
                <a:sym typeface="Canva Student Font"/>
              </a:rPr>
              <a:t>T</a:t>
            </a:r>
            <a:r>
              <a:rPr lang="en-US" sz="2800" dirty="0">
                <a:solidFill>
                  <a:srgbClr val="2D90EB"/>
                </a:solidFill>
                <a:latin typeface="Edu NSW ACT Foundation" panose="020B0604020202020204" charset="0"/>
                <a:ea typeface="Canva Student Font"/>
                <a:cs typeface="Canva Student Font"/>
                <a:sym typeface="Canva Student Font"/>
              </a:rPr>
              <a:t>  </a:t>
            </a:r>
            <a:r>
              <a:rPr lang="en-US" sz="2800" dirty="0">
                <a:solidFill>
                  <a:srgbClr val="0E7658"/>
                </a:solidFill>
                <a:latin typeface="Edu NSW ACT Foundation" panose="020B0604020202020204" charset="0"/>
                <a:ea typeface="Canva Student Font"/>
                <a:cs typeface="Canva Student Font"/>
                <a:sym typeface="Canva Student Font"/>
              </a:rPr>
              <a:t>O</a:t>
            </a:r>
            <a:endParaRPr lang="en-US" sz="3600" dirty="0">
              <a:solidFill>
                <a:srgbClr val="0E7658"/>
              </a:solidFill>
              <a:latin typeface="Edu NSW ACT Foundation" panose="020B0604020202020204" charset="0"/>
              <a:ea typeface="Canva Student Font"/>
              <a:cs typeface="Canva Student Font"/>
              <a:sym typeface="Canva Student Font"/>
            </a:endParaRPr>
          </a:p>
        </p:txBody>
      </p:sp>
      <p:pic>
        <p:nvPicPr>
          <p:cNvPr id="1026" name="Picture 2" descr="image of a head with cogs turning inside">
            <a:extLst>
              <a:ext uri="{FF2B5EF4-FFF2-40B4-BE49-F238E27FC236}">
                <a16:creationId xmlns:a16="http://schemas.microsoft.com/office/drawing/2014/main" id="{E726E032-63DB-76D7-ABB9-96A31D9B9EC1}"/>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1140151" y="39575"/>
            <a:ext cx="782592" cy="9308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889004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12" grpId="0" animBg="1"/>
      <p:bldP spid="14"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70BEA8-D559-A435-EEF0-28E2AFD04D92}"/>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7921F8AB-0B6A-B8B9-7B23-724B5428069F}"/>
              </a:ext>
            </a:extLst>
          </p:cNvPr>
          <p:cNvSpPr>
            <a:spLocks noGrp="1"/>
          </p:cNvSpPr>
          <p:nvPr>
            <p:ph type="ctrTitle"/>
          </p:nvPr>
        </p:nvSpPr>
        <p:spPr/>
        <p:txBody>
          <a:bodyPr/>
          <a:lstStyle/>
          <a:p>
            <a:r>
              <a:rPr lang="en-AU" dirty="0">
                <a:latin typeface="+mj-lt"/>
              </a:rPr>
              <a:t>Review of learning 2</a:t>
            </a:r>
          </a:p>
        </p:txBody>
      </p:sp>
    </p:spTree>
    <p:extLst>
      <p:ext uri="{BB962C8B-B14F-4D97-AF65-F5344CB8AC3E}">
        <p14:creationId xmlns:p14="http://schemas.microsoft.com/office/powerpoint/2010/main" val="17781449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B86EC1-1F53-FC13-BF87-681E5C2B8D57}"/>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FE886CB-34FF-0292-C29C-0B025043076C}"/>
              </a:ext>
            </a:extLst>
          </p:cNvPr>
          <p:cNvSpPr>
            <a:spLocks noGrp="1"/>
          </p:cNvSpPr>
          <p:nvPr>
            <p:ph type="sldNum" sz="quarter" idx="12"/>
          </p:nvPr>
        </p:nvSpPr>
        <p:spPr/>
        <p:txBody>
          <a:bodyPr/>
          <a:lstStyle/>
          <a:p>
            <a:fld id="{10A01DC5-1685-4615-8240-15192985C6A2}" type="slidenum">
              <a:rPr lang="en-AU" smtClean="0"/>
              <a:t>12</a:t>
            </a:fld>
            <a:endParaRPr lang="en-AU"/>
          </a:p>
        </p:txBody>
      </p:sp>
      <p:sp>
        <p:nvSpPr>
          <p:cNvPr id="3" name="Title 2">
            <a:extLst>
              <a:ext uri="{FF2B5EF4-FFF2-40B4-BE49-F238E27FC236}">
                <a16:creationId xmlns:a16="http://schemas.microsoft.com/office/drawing/2014/main" id="{24B5FD60-0B86-5755-366A-8B1C7AD817A2}"/>
              </a:ext>
            </a:extLst>
          </p:cNvPr>
          <p:cNvSpPr>
            <a:spLocks noGrp="1"/>
          </p:cNvSpPr>
          <p:nvPr>
            <p:ph type="title"/>
          </p:nvPr>
        </p:nvSpPr>
        <p:spPr/>
        <p:txBody>
          <a:bodyPr/>
          <a:lstStyle/>
          <a:p>
            <a:r>
              <a:rPr lang="en-US" dirty="0"/>
              <a:t>True or false </a:t>
            </a:r>
            <a:r>
              <a:rPr lang="en-US" dirty="0">
                <a:solidFill>
                  <a:schemeClr val="bg1"/>
                </a:solidFill>
              </a:rPr>
              <a:t>(1)</a:t>
            </a:r>
          </a:p>
        </p:txBody>
      </p:sp>
      <p:graphicFrame>
        <p:nvGraphicFramePr>
          <p:cNvPr id="12" name="Table 11">
            <a:extLst>
              <a:ext uri="{FF2B5EF4-FFF2-40B4-BE49-F238E27FC236}">
                <a16:creationId xmlns:a16="http://schemas.microsoft.com/office/drawing/2014/main" id="{6E7954F0-28D9-426D-5A8E-F0473D1F3B51}"/>
              </a:ext>
            </a:extLst>
          </p:cNvPr>
          <p:cNvGraphicFramePr>
            <a:graphicFrameLocks noGrp="1"/>
          </p:cNvGraphicFramePr>
          <p:nvPr/>
        </p:nvGraphicFramePr>
        <p:xfrm>
          <a:off x="2442981" y="4974673"/>
          <a:ext cx="7077076" cy="74168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dirty="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pic>
        <p:nvPicPr>
          <p:cNvPr id="4" name="Picture 3" descr="image of a finger selecting an option for a multiple choice or true and false">
            <a:extLst>
              <a:ext uri="{FF2B5EF4-FFF2-40B4-BE49-F238E27FC236}">
                <a16:creationId xmlns:a16="http://schemas.microsoft.com/office/drawing/2014/main" id="{6FB50F61-F068-87AB-4B10-FC2CEB84FBCE}"/>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6" name="Text Placeholder 5">
            <a:extLst>
              <a:ext uri="{FF2B5EF4-FFF2-40B4-BE49-F238E27FC236}">
                <a16:creationId xmlns:a16="http://schemas.microsoft.com/office/drawing/2014/main" id="{8CC0313E-620B-44F6-1CF2-E78C8F63E324}"/>
              </a:ext>
            </a:extLst>
          </p:cNvPr>
          <p:cNvSpPr>
            <a:spLocks noGrp="1"/>
          </p:cNvSpPr>
          <p:nvPr>
            <p:ph type="body" sz="quarter" idx="22"/>
          </p:nvPr>
        </p:nvSpPr>
        <p:spPr>
          <a:xfrm>
            <a:off x="1247955" y="1222298"/>
            <a:ext cx="9696090" cy="893226"/>
          </a:xfrm>
        </p:spPr>
        <p:txBody>
          <a:bodyPr/>
          <a:lstStyle/>
          <a:p>
            <a:pPr algn="ctr"/>
            <a:r>
              <a:rPr lang="en-AU" sz="4400" dirty="0"/>
              <a:t>If you </a:t>
            </a:r>
            <a:r>
              <a:rPr lang="en-AU" sz="4400" b="1" dirty="0"/>
              <a:t>rearrange</a:t>
            </a:r>
            <a:r>
              <a:rPr lang="en-AU" sz="4400" dirty="0"/>
              <a:t> the digits in 4562 to make 6542, the number becomes </a:t>
            </a:r>
            <a:r>
              <a:rPr lang="en-AU" sz="4400" b="1" dirty="0"/>
              <a:t>smaller</a:t>
            </a:r>
            <a:r>
              <a:rPr lang="en-AU" sz="4400" dirty="0"/>
              <a:t>.</a:t>
            </a:r>
          </a:p>
        </p:txBody>
      </p:sp>
    </p:spTree>
    <p:extLst>
      <p:ext uri="{BB962C8B-B14F-4D97-AF65-F5344CB8AC3E}">
        <p14:creationId xmlns:p14="http://schemas.microsoft.com/office/powerpoint/2010/main" val="5091650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43E9BF-15AF-2BAB-123A-1F037454C06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426CBE5C-EB4F-B9C0-4EE6-3D6DB0966B55}"/>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(5)</a:t>
            </a:r>
          </a:p>
        </p:txBody>
      </p:sp>
      <p:sp>
        <p:nvSpPr>
          <p:cNvPr id="2" name="Slide Number Placeholder 1">
            <a:extLst>
              <a:ext uri="{FF2B5EF4-FFF2-40B4-BE49-F238E27FC236}">
                <a16:creationId xmlns:a16="http://schemas.microsoft.com/office/drawing/2014/main" id="{82981BCB-7B1E-1C61-0E18-C94BA5A8FC1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13</a:t>
            </a:fld>
            <a:endParaRPr lang="en-AU"/>
          </a:p>
        </p:txBody>
      </p:sp>
      <p:pic>
        <p:nvPicPr>
          <p:cNvPr id="3" name="Picture 2" descr="image of a clipboard with a pencil recording short answer responses">
            <a:extLst>
              <a:ext uri="{FF2B5EF4-FFF2-40B4-BE49-F238E27FC236}">
                <a16:creationId xmlns:a16="http://schemas.microsoft.com/office/drawing/2014/main" id="{C7718586-1339-6B81-E608-E6AA891DE5E7}"/>
              </a:ext>
            </a:extLst>
          </p:cNvPr>
          <p:cNvPicPr>
            <a:picLocks noChangeAspect="1"/>
          </p:cNvPicPr>
          <p:nvPr/>
        </p:nvPicPr>
        <p:blipFill>
          <a:blip r:embed="rId3"/>
          <a:stretch>
            <a:fillRect/>
          </a:stretch>
        </p:blipFill>
        <p:spPr>
          <a:xfrm>
            <a:off x="11030476" y="268723"/>
            <a:ext cx="915500" cy="915500"/>
          </a:xfrm>
          <a:prstGeom prst="rect">
            <a:avLst/>
          </a:prstGeom>
        </p:spPr>
      </p:pic>
      <p:sp>
        <p:nvSpPr>
          <p:cNvPr id="10" name="TextBox 9">
            <a:extLst>
              <a:ext uri="{FF2B5EF4-FFF2-40B4-BE49-F238E27FC236}">
                <a16:creationId xmlns:a16="http://schemas.microsoft.com/office/drawing/2014/main" id="{5EEB5DA2-F7DC-FB37-C08E-98069D45A89E}"/>
              </a:ext>
            </a:extLst>
          </p:cNvPr>
          <p:cNvSpPr txBox="1"/>
          <p:nvPr/>
        </p:nvSpPr>
        <p:spPr>
          <a:xfrm>
            <a:off x="912366" y="950699"/>
            <a:ext cx="10367267" cy="5045164"/>
          </a:xfrm>
          <a:prstGeom prst="rect">
            <a:avLst/>
          </a:prstGeom>
          <a:noFill/>
        </p:spPr>
        <p:txBody>
          <a:bodyPr wrap="square">
            <a:spAutoFit/>
          </a:bodyPr>
          <a:lstStyle/>
          <a:p>
            <a:pPr algn="ctr">
              <a:lnSpc>
                <a:spcPct val="150000"/>
              </a:lnSpc>
            </a:pPr>
            <a:r>
              <a:rPr lang="en-AU" sz="4400" dirty="0"/>
              <a:t>Make the following numbers </a:t>
            </a:r>
            <a:r>
              <a:rPr lang="en-AU" sz="4400" b="1" dirty="0"/>
              <a:t>10 times larger</a:t>
            </a:r>
            <a:r>
              <a:rPr lang="en-AU" sz="4400" dirty="0"/>
              <a:t>:</a:t>
            </a:r>
          </a:p>
          <a:p>
            <a:pPr marL="571500" indent="-571500" algn="ctr">
              <a:lnSpc>
                <a:spcPct val="150000"/>
              </a:lnSpc>
              <a:buFont typeface="Arial" panose="020B0604020202020204" pitchFamily="34" charset="0"/>
              <a:buChar char="•"/>
            </a:pPr>
            <a:r>
              <a:rPr lang="en-AU" sz="4400" dirty="0"/>
              <a:t>78</a:t>
            </a:r>
          </a:p>
          <a:p>
            <a:pPr marL="571500" indent="-571500" algn="ctr">
              <a:lnSpc>
                <a:spcPct val="150000"/>
              </a:lnSpc>
              <a:buFont typeface="Arial" panose="020B0604020202020204" pitchFamily="34" charset="0"/>
              <a:buChar char="•"/>
            </a:pPr>
            <a:r>
              <a:rPr lang="en-AU" sz="4400" dirty="0"/>
              <a:t>321</a:t>
            </a:r>
          </a:p>
          <a:p>
            <a:pPr marL="571500" indent="-571500" algn="ctr">
              <a:lnSpc>
                <a:spcPct val="150000"/>
              </a:lnSpc>
              <a:buFont typeface="Arial" panose="020B0604020202020204" pitchFamily="34" charset="0"/>
              <a:buChar char="•"/>
            </a:pPr>
            <a:r>
              <a:rPr lang="en-AU" sz="4400" dirty="0"/>
              <a:t>1208</a:t>
            </a:r>
          </a:p>
        </p:txBody>
      </p:sp>
    </p:spTree>
    <p:extLst>
      <p:ext uri="{BB962C8B-B14F-4D97-AF65-F5344CB8AC3E}">
        <p14:creationId xmlns:p14="http://schemas.microsoft.com/office/powerpoint/2010/main" val="14467658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CE3E44-DDF8-BB15-F13B-7E68A1EFCCA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3D9D8F9-BDFB-13F9-6557-DD00B95ECD02}"/>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(6)</a:t>
            </a:r>
          </a:p>
        </p:txBody>
      </p:sp>
      <p:sp>
        <p:nvSpPr>
          <p:cNvPr id="2" name="Slide Number Placeholder 1">
            <a:extLst>
              <a:ext uri="{FF2B5EF4-FFF2-40B4-BE49-F238E27FC236}">
                <a16:creationId xmlns:a16="http://schemas.microsoft.com/office/drawing/2014/main" id="{9796E3F7-51EE-97B3-1DDD-CDAEB05CFFC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14</a:t>
            </a:fld>
            <a:endParaRPr lang="en-AU"/>
          </a:p>
        </p:txBody>
      </p:sp>
      <p:pic>
        <p:nvPicPr>
          <p:cNvPr id="3" name="Picture 2" descr="image of a clipboard with a pencil recording short answer responses">
            <a:extLst>
              <a:ext uri="{FF2B5EF4-FFF2-40B4-BE49-F238E27FC236}">
                <a16:creationId xmlns:a16="http://schemas.microsoft.com/office/drawing/2014/main" id="{9C8770A4-A467-8E0A-C417-8D3F46A53208}"/>
              </a:ext>
            </a:extLst>
          </p:cNvPr>
          <p:cNvPicPr>
            <a:picLocks noChangeAspect="1"/>
          </p:cNvPicPr>
          <p:nvPr/>
        </p:nvPicPr>
        <p:blipFill>
          <a:blip r:embed="rId3"/>
          <a:stretch>
            <a:fillRect/>
          </a:stretch>
        </p:blipFill>
        <p:spPr>
          <a:xfrm>
            <a:off x="11030476" y="268723"/>
            <a:ext cx="915500" cy="915500"/>
          </a:xfrm>
          <a:prstGeom prst="rect">
            <a:avLst/>
          </a:prstGeom>
        </p:spPr>
      </p:pic>
      <p:sp>
        <p:nvSpPr>
          <p:cNvPr id="11" name="Picture Placeholder 10">
            <a:extLst>
              <a:ext uri="{FF2B5EF4-FFF2-40B4-BE49-F238E27FC236}">
                <a16:creationId xmlns:a16="http://schemas.microsoft.com/office/drawing/2014/main" id="{4F3FEFD7-8600-F68D-84BD-680FA1695628}"/>
              </a:ext>
            </a:extLst>
          </p:cNvPr>
          <p:cNvSpPr txBox="1">
            <a:spLocks/>
          </p:cNvSpPr>
          <p:nvPr/>
        </p:nvSpPr>
        <p:spPr>
          <a:xfrm>
            <a:off x="348000" y="1424019"/>
            <a:ext cx="11824553" cy="5063153"/>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600" dirty="0">
                <a:latin typeface="Arial"/>
                <a:cs typeface="Arial"/>
              </a:rPr>
              <a:t>On a </a:t>
            </a:r>
            <a:r>
              <a:rPr lang="en-US" sz="3600" b="1" dirty="0">
                <a:latin typeface="Arial"/>
                <a:cs typeface="Arial"/>
              </a:rPr>
              <a:t>grid map</a:t>
            </a:r>
            <a:r>
              <a:rPr lang="en-US" sz="3600" dirty="0">
                <a:latin typeface="Arial"/>
                <a:cs typeface="Arial"/>
              </a:rPr>
              <a:t>:</a:t>
            </a:r>
          </a:p>
          <a:p>
            <a:pPr marL="571500" indent="-571500" algn="ctr">
              <a:buFont typeface="Arial" panose="020B0604020202020204" pitchFamily="34" charset="0"/>
              <a:buChar char="•"/>
            </a:pPr>
            <a:r>
              <a:rPr lang="en-US" sz="3600" dirty="0">
                <a:latin typeface="Arial"/>
                <a:cs typeface="Arial"/>
              </a:rPr>
              <a:t>What direction does the </a:t>
            </a:r>
            <a:r>
              <a:rPr lang="en-US" sz="3600" b="1" dirty="0">
                <a:latin typeface="Arial"/>
                <a:cs typeface="Arial"/>
              </a:rPr>
              <a:t>horizontal </a:t>
            </a:r>
            <a:r>
              <a:rPr lang="en-US" sz="3600" dirty="0">
                <a:latin typeface="Arial"/>
                <a:cs typeface="Arial"/>
              </a:rPr>
              <a:t>axis show?</a:t>
            </a:r>
          </a:p>
          <a:p>
            <a:pPr marL="571500" indent="-571500" algn="ctr">
              <a:buFont typeface="Arial" panose="020B0604020202020204" pitchFamily="34" charset="0"/>
              <a:buChar char="•"/>
            </a:pPr>
            <a:endParaRPr lang="en-US" sz="3600" dirty="0">
              <a:latin typeface="Arial"/>
              <a:cs typeface="Arial"/>
            </a:endParaRPr>
          </a:p>
          <a:p>
            <a:pPr marL="571500" indent="-571500" algn="ctr">
              <a:buFont typeface="Arial" panose="020B0604020202020204" pitchFamily="34" charset="0"/>
              <a:buChar char="•"/>
            </a:pPr>
            <a:r>
              <a:rPr lang="en-US" sz="3600" dirty="0">
                <a:latin typeface="Arial"/>
                <a:cs typeface="Arial"/>
              </a:rPr>
              <a:t>What directions does the </a:t>
            </a:r>
            <a:r>
              <a:rPr lang="en-US" sz="3600" b="1" dirty="0">
                <a:latin typeface="Arial"/>
                <a:cs typeface="Arial"/>
              </a:rPr>
              <a:t>vertica</a:t>
            </a:r>
            <a:r>
              <a:rPr lang="en-US" sz="3600" dirty="0">
                <a:latin typeface="Arial"/>
                <a:cs typeface="Arial"/>
              </a:rPr>
              <a:t>l axis show? </a:t>
            </a:r>
          </a:p>
        </p:txBody>
      </p:sp>
    </p:spTree>
    <p:extLst>
      <p:ext uri="{BB962C8B-B14F-4D97-AF65-F5344CB8AC3E}">
        <p14:creationId xmlns:p14="http://schemas.microsoft.com/office/powerpoint/2010/main" val="603498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2065EB-977E-8A0B-776E-365C47F513D1}"/>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A20AE0F-3055-9CF7-2815-4C587C167EC6}"/>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(7)</a:t>
            </a:r>
          </a:p>
        </p:txBody>
      </p:sp>
      <p:sp>
        <p:nvSpPr>
          <p:cNvPr id="2" name="Slide Number Placeholder 1">
            <a:extLst>
              <a:ext uri="{FF2B5EF4-FFF2-40B4-BE49-F238E27FC236}">
                <a16:creationId xmlns:a16="http://schemas.microsoft.com/office/drawing/2014/main" id="{3235C9A5-5146-B61D-40A7-3861511E297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15</a:t>
            </a:fld>
            <a:endParaRPr lang="en-AU"/>
          </a:p>
        </p:txBody>
      </p:sp>
      <p:pic>
        <p:nvPicPr>
          <p:cNvPr id="3" name="Picture 2" descr="image of a clipboard with a pencil recording short answer responses">
            <a:extLst>
              <a:ext uri="{FF2B5EF4-FFF2-40B4-BE49-F238E27FC236}">
                <a16:creationId xmlns:a16="http://schemas.microsoft.com/office/drawing/2014/main" id="{F22768F3-1D34-7E31-8299-4A2308A11FC5}"/>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3" name="TextBox 22">
            <a:extLst>
              <a:ext uri="{FF2B5EF4-FFF2-40B4-BE49-F238E27FC236}">
                <a16:creationId xmlns:a16="http://schemas.microsoft.com/office/drawing/2014/main" id="{15E32BB7-CB7C-7573-A4E3-5B2E7130D12B}"/>
              </a:ext>
            </a:extLst>
          </p:cNvPr>
          <p:cNvSpPr txBox="1"/>
          <p:nvPr/>
        </p:nvSpPr>
        <p:spPr>
          <a:xfrm>
            <a:off x="884377" y="1092030"/>
            <a:ext cx="10146099" cy="1446550"/>
          </a:xfrm>
          <a:prstGeom prst="rect">
            <a:avLst/>
          </a:prstGeom>
          <a:noFill/>
        </p:spPr>
        <p:txBody>
          <a:bodyPr wrap="square">
            <a:spAutoFit/>
          </a:bodyPr>
          <a:lstStyle/>
          <a:p>
            <a:pPr algn="ctr"/>
            <a:r>
              <a:rPr lang="en-AU" sz="4400" dirty="0"/>
              <a:t>Which of these quadrilaterals have </a:t>
            </a:r>
            <a:r>
              <a:rPr lang="en-AU" sz="4400" b="1" dirty="0"/>
              <a:t>all</a:t>
            </a:r>
            <a:r>
              <a:rPr lang="en-AU" sz="4400" dirty="0"/>
              <a:t> sides </a:t>
            </a:r>
            <a:r>
              <a:rPr lang="en-AU" sz="4400" b="1" dirty="0"/>
              <a:t>equal</a:t>
            </a:r>
            <a:r>
              <a:rPr lang="en-AU" sz="4400" dirty="0"/>
              <a:t> in </a:t>
            </a:r>
            <a:r>
              <a:rPr lang="en-AU" sz="4400" b="1" dirty="0"/>
              <a:t>length</a:t>
            </a:r>
            <a:r>
              <a:rPr lang="en-AU" sz="4400" dirty="0"/>
              <a:t>?</a:t>
            </a:r>
          </a:p>
        </p:txBody>
      </p:sp>
      <p:sp>
        <p:nvSpPr>
          <p:cNvPr id="4" name="TextBox 3">
            <a:extLst>
              <a:ext uri="{FF2B5EF4-FFF2-40B4-BE49-F238E27FC236}">
                <a16:creationId xmlns:a16="http://schemas.microsoft.com/office/drawing/2014/main" id="{192969F6-62F9-45B2-9978-EFDFBCC3CDAE}"/>
              </a:ext>
            </a:extLst>
          </p:cNvPr>
          <p:cNvSpPr txBox="1"/>
          <p:nvPr/>
        </p:nvSpPr>
        <p:spPr>
          <a:xfrm>
            <a:off x="1022950" y="5773215"/>
            <a:ext cx="10146099" cy="769441"/>
          </a:xfrm>
          <a:prstGeom prst="rect">
            <a:avLst/>
          </a:prstGeom>
          <a:noFill/>
        </p:spPr>
        <p:txBody>
          <a:bodyPr wrap="square">
            <a:spAutoFit/>
          </a:bodyPr>
          <a:lstStyle/>
          <a:p>
            <a:pPr algn="ctr"/>
            <a:r>
              <a:rPr lang="en-AU" sz="4400" b="1" dirty="0"/>
              <a:t>Explain</a:t>
            </a:r>
            <a:r>
              <a:rPr lang="en-AU" sz="4400" dirty="0"/>
              <a:t> your </a:t>
            </a:r>
            <a:r>
              <a:rPr lang="en-AU" sz="4400" b="1" dirty="0"/>
              <a:t>thinking</a:t>
            </a:r>
            <a:r>
              <a:rPr lang="en-AU" sz="4400" dirty="0"/>
              <a:t>.</a:t>
            </a:r>
          </a:p>
        </p:txBody>
      </p:sp>
      <p:sp>
        <p:nvSpPr>
          <p:cNvPr id="13" name="Freeform 2" descr="pollygon">
            <a:extLst>
              <a:ext uri="{FF2B5EF4-FFF2-40B4-BE49-F238E27FC236}">
                <a16:creationId xmlns:a16="http://schemas.microsoft.com/office/drawing/2014/main" id="{C7DB005C-5E68-4D55-0983-C22BE5A9DB1D}"/>
              </a:ext>
            </a:extLst>
          </p:cNvPr>
          <p:cNvSpPr/>
          <p:nvPr/>
        </p:nvSpPr>
        <p:spPr>
          <a:xfrm>
            <a:off x="9759592" y="4179208"/>
            <a:ext cx="1935352" cy="1360524"/>
          </a:xfrm>
          <a:custGeom>
            <a:avLst/>
            <a:gdLst/>
            <a:ahLst/>
            <a:cxnLst/>
            <a:rect l="l" t="t" r="r" b="b"/>
            <a:pathLst>
              <a:path w="2959805" h="2367844">
                <a:moveTo>
                  <a:pt x="0" y="0"/>
                </a:moveTo>
                <a:lnTo>
                  <a:pt x="2959805" y="0"/>
                </a:lnTo>
                <a:lnTo>
                  <a:pt x="2959805" y="2367844"/>
                </a:lnTo>
                <a:lnTo>
                  <a:pt x="0" y="236784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AU" dirty="0"/>
          </a:p>
        </p:txBody>
      </p:sp>
      <p:pic>
        <p:nvPicPr>
          <p:cNvPr id="14" name="Picture 13" descr="square">
            <a:extLst>
              <a:ext uri="{FF2B5EF4-FFF2-40B4-BE49-F238E27FC236}">
                <a16:creationId xmlns:a16="http://schemas.microsoft.com/office/drawing/2014/main" id="{F573AA84-B9CE-E5C4-508D-3841F9BEBD35}"/>
              </a:ext>
            </a:extLst>
          </p:cNvPr>
          <p:cNvPicPr>
            <a:picLocks noChangeAspect="1"/>
          </p:cNvPicPr>
          <p:nvPr/>
        </p:nvPicPr>
        <p:blipFill>
          <a:blip r:embed="rId6"/>
          <a:stretch>
            <a:fillRect/>
          </a:stretch>
        </p:blipFill>
        <p:spPr>
          <a:xfrm>
            <a:off x="3823214" y="4115636"/>
            <a:ext cx="1525958" cy="1477405"/>
          </a:xfrm>
          <a:prstGeom prst="rect">
            <a:avLst/>
          </a:prstGeom>
        </p:spPr>
      </p:pic>
      <p:pic>
        <p:nvPicPr>
          <p:cNvPr id="15" name="Picture 14" descr="pollygon">
            <a:extLst>
              <a:ext uri="{FF2B5EF4-FFF2-40B4-BE49-F238E27FC236}">
                <a16:creationId xmlns:a16="http://schemas.microsoft.com/office/drawing/2014/main" id="{00441D22-A21A-0D12-0DF8-CF79279BED49}"/>
              </a:ext>
            </a:extLst>
          </p:cNvPr>
          <p:cNvPicPr>
            <a:picLocks noChangeAspect="1"/>
          </p:cNvPicPr>
          <p:nvPr/>
        </p:nvPicPr>
        <p:blipFill>
          <a:blip r:embed="rId7"/>
          <a:stretch>
            <a:fillRect/>
          </a:stretch>
        </p:blipFill>
        <p:spPr>
          <a:xfrm rot="15283086">
            <a:off x="5480551" y="4163959"/>
            <a:ext cx="1945750" cy="1501790"/>
          </a:xfrm>
          <a:prstGeom prst="rect">
            <a:avLst/>
          </a:prstGeom>
        </p:spPr>
      </p:pic>
      <p:sp>
        <p:nvSpPr>
          <p:cNvPr id="16" name="Freeform 13" descr="trapezium">
            <a:extLst>
              <a:ext uri="{FF2B5EF4-FFF2-40B4-BE49-F238E27FC236}">
                <a16:creationId xmlns:a16="http://schemas.microsoft.com/office/drawing/2014/main" id="{01A9F95F-F50E-0C2E-4FEA-3BA26FEF21DE}"/>
              </a:ext>
            </a:extLst>
          </p:cNvPr>
          <p:cNvSpPr/>
          <p:nvPr/>
        </p:nvSpPr>
        <p:spPr>
          <a:xfrm>
            <a:off x="338634" y="4301155"/>
            <a:ext cx="1839368" cy="1224316"/>
          </a:xfrm>
          <a:custGeom>
            <a:avLst/>
            <a:gdLst/>
            <a:ahLst/>
            <a:cxnLst/>
            <a:rect l="l" t="t" r="r" b="b"/>
            <a:pathLst>
              <a:path w="2916293" h="1735194">
                <a:moveTo>
                  <a:pt x="0" y="0"/>
                </a:moveTo>
                <a:lnTo>
                  <a:pt x="2916293" y="0"/>
                </a:lnTo>
                <a:lnTo>
                  <a:pt x="2916293" y="1735195"/>
                </a:lnTo>
                <a:lnTo>
                  <a:pt x="0" y="1735195"/>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AU" dirty="0"/>
          </a:p>
        </p:txBody>
      </p:sp>
      <p:grpSp>
        <p:nvGrpSpPr>
          <p:cNvPr id="17" name="Group 7" descr="rectangle">
            <a:extLst>
              <a:ext uri="{FF2B5EF4-FFF2-40B4-BE49-F238E27FC236}">
                <a16:creationId xmlns:a16="http://schemas.microsoft.com/office/drawing/2014/main" id="{C61A4D64-3D7E-9FF5-F325-0E75ECB10413}"/>
              </a:ext>
            </a:extLst>
          </p:cNvPr>
          <p:cNvGrpSpPr/>
          <p:nvPr/>
        </p:nvGrpSpPr>
        <p:grpSpPr>
          <a:xfrm rot="-5400000">
            <a:off x="2085301" y="4140916"/>
            <a:ext cx="2259204" cy="509905"/>
            <a:chOff x="0" y="0"/>
            <a:chExt cx="1409923" cy="372522"/>
          </a:xfrm>
        </p:grpSpPr>
        <p:sp>
          <p:nvSpPr>
            <p:cNvPr id="18" name="Freeform 8">
              <a:extLst>
                <a:ext uri="{FF2B5EF4-FFF2-40B4-BE49-F238E27FC236}">
                  <a16:creationId xmlns:a16="http://schemas.microsoft.com/office/drawing/2014/main" id="{480D53DC-B39A-8F96-F283-DA911BF5ECDA}"/>
                </a:ext>
              </a:extLst>
            </p:cNvPr>
            <p:cNvSpPr/>
            <p:nvPr/>
          </p:nvSpPr>
          <p:spPr>
            <a:xfrm>
              <a:off x="0" y="0"/>
              <a:ext cx="1409923" cy="372522"/>
            </a:xfrm>
            <a:custGeom>
              <a:avLst/>
              <a:gdLst/>
              <a:ahLst/>
              <a:cxnLst/>
              <a:rect l="l" t="t" r="r" b="b"/>
              <a:pathLst>
                <a:path w="1409923" h="372522">
                  <a:moveTo>
                    <a:pt x="0" y="0"/>
                  </a:moveTo>
                  <a:lnTo>
                    <a:pt x="1409923" y="0"/>
                  </a:lnTo>
                  <a:lnTo>
                    <a:pt x="1409923" y="372522"/>
                  </a:lnTo>
                  <a:lnTo>
                    <a:pt x="0" y="372522"/>
                  </a:lnTo>
                  <a:close/>
                </a:path>
              </a:pathLst>
            </a:custGeom>
            <a:solidFill>
              <a:srgbClr val="FFFFFF"/>
            </a:solidFill>
            <a:ln w="66675" cap="sq">
              <a:solidFill>
                <a:srgbClr val="004AAD"/>
              </a:solidFill>
              <a:prstDash val="solid"/>
              <a:miter/>
            </a:ln>
          </p:spPr>
          <p:txBody>
            <a:bodyPr/>
            <a:lstStyle/>
            <a:p>
              <a:endParaRPr lang="en-AU"/>
            </a:p>
          </p:txBody>
        </p:sp>
        <p:sp>
          <p:nvSpPr>
            <p:cNvPr id="19" name="TextBox 9">
              <a:extLst>
                <a:ext uri="{FF2B5EF4-FFF2-40B4-BE49-F238E27FC236}">
                  <a16:creationId xmlns:a16="http://schemas.microsoft.com/office/drawing/2014/main" id="{7143F8AC-9717-B35A-A774-B3C55EB5E03E}"/>
                </a:ext>
              </a:extLst>
            </p:cNvPr>
            <p:cNvSpPr txBox="1"/>
            <p:nvPr/>
          </p:nvSpPr>
          <p:spPr>
            <a:xfrm>
              <a:off x="0" y="-28575"/>
              <a:ext cx="1409923" cy="401097"/>
            </a:xfrm>
            <a:prstGeom prst="rect">
              <a:avLst/>
            </a:prstGeom>
          </p:spPr>
          <p:txBody>
            <a:bodyPr lIns="50800" tIns="50800" rIns="50800" bIns="50800" rtlCol="0" anchor="ctr"/>
            <a:lstStyle/>
            <a:p>
              <a:pPr algn="ctr">
                <a:lnSpc>
                  <a:spcPts val="1960"/>
                </a:lnSpc>
              </a:pPr>
              <a:endParaRPr/>
            </a:p>
          </p:txBody>
        </p:sp>
      </p:grpSp>
      <p:grpSp>
        <p:nvGrpSpPr>
          <p:cNvPr id="20" name="Group 10" descr="rhombus">
            <a:extLst>
              <a:ext uri="{FF2B5EF4-FFF2-40B4-BE49-F238E27FC236}">
                <a16:creationId xmlns:a16="http://schemas.microsoft.com/office/drawing/2014/main" id="{807D9604-C0C9-D6AC-3CB1-962D9B350067}"/>
              </a:ext>
            </a:extLst>
          </p:cNvPr>
          <p:cNvGrpSpPr/>
          <p:nvPr/>
        </p:nvGrpSpPr>
        <p:grpSpPr>
          <a:xfrm>
            <a:off x="7557680" y="4301154"/>
            <a:ext cx="1848554" cy="1106371"/>
            <a:chOff x="0" y="0"/>
            <a:chExt cx="812800" cy="609600"/>
          </a:xfrm>
        </p:grpSpPr>
        <p:sp>
          <p:nvSpPr>
            <p:cNvPr id="21" name="Freeform 11">
              <a:extLst>
                <a:ext uri="{FF2B5EF4-FFF2-40B4-BE49-F238E27FC236}">
                  <a16:creationId xmlns:a16="http://schemas.microsoft.com/office/drawing/2014/main" id="{06B388B0-D594-B61B-D839-7AAC4C047078}"/>
                </a:ext>
              </a:extLst>
            </p:cNvPr>
            <p:cNvSpPr/>
            <p:nvPr/>
          </p:nvSpPr>
          <p:spPr>
            <a:xfrm>
              <a:off x="0" y="0"/>
              <a:ext cx="812800" cy="609600"/>
            </a:xfrm>
            <a:custGeom>
              <a:avLst/>
              <a:gdLst/>
              <a:ahLst/>
              <a:cxnLst/>
              <a:rect l="l" t="t" r="r" b="b"/>
              <a:pathLst>
                <a:path w="812800" h="609600">
                  <a:moveTo>
                    <a:pt x="609600" y="0"/>
                  </a:moveTo>
                  <a:lnTo>
                    <a:pt x="0" y="0"/>
                  </a:lnTo>
                  <a:lnTo>
                    <a:pt x="203200" y="609600"/>
                  </a:lnTo>
                  <a:lnTo>
                    <a:pt x="812800" y="609600"/>
                  </a:lnTo>
                  <a:lnTo>
                    <a:pt x="609600" y="0"/>
                  </a:lnTo>
                  <a:close/>
                </a:path>
              </a:pathLst>
            </a:custGeom>
            <a:solidFill>
              <a:srgbClr val="FFFFFF"/>
            </a:solidFill>
            <a:ln w="57150" cap="sq">
              <a:solidFill>
                <a:srgbClr val="FF66C4"/>
              </a:solidFill>
              <a:prstDash val="solid"/>
              <a:miter/>
            </a:ln>
          </p:spPr>
          <p:txBody>
            <a:bodyPr/>
            <a:lstStyle/>
            <a:p>
              <a:endParaRPr lang="en-AU"/>
            </a:p>
          </p:txBody>
        </p:sp>
        <p:sp>
          <p:nvSpPr>
            <p:cNvPr id="22" name="TextBox 12">
              <a:extLst>
                <a:ext uri="{FF2B5EF4-FFF2-40B4-BE49-F238E27FC236}">
                  <a16:creationId xmlns:a16="http://schemas.microsoft.com/office/drawing/2014/main" id="{67A12B46-DBD6-4F55-F5EF-58043023C71F}"/>
                </a:ext>
              </a:extLst>
            </p:cNvPr>
            <p:cNvSpPr txBox="1"/>
            <p:nvPr/>
          </p:nvSpPr>
          <p:spPr>
            <a:xfrm>
              <a:off x="101600" y="-28575"/>
              <a:ext cx="609600" cy="638175"/>
            </a:xfrm>
            <a:prstGeom prst="rect">
              <a:avLst/>
            </a:prstGeom>
          </p:spPr>
          <p:txBody>
            <a:bodyPr lIns="50800" tIns="50800" rIns="50800" bIns="50800" rtlCol="0" anchor="ctr"/>
            <a:lstStyle/>
            <a:p>
              <a:pPr algn="ctr">
                <a:lnSpc>
                  <a:spcPts val="1960"/>
                </a:lnSpc>
              </a:pPr>
              <a:endParaRPr/>
            </a:p>
          </p:txBody>
        </p:sp>
      </p:grpSp>
    </p:spTree>
    <p:extLst>
      <p:ext uri="{BB962C8B-B14F-4D97-AF65-F5344CB8AC3E}">
        <p14:creationId xmlns:p14="http://schemas.microsoft.com/office/powerpoint/2010/main" val="3431415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22E500-9DDC-61C8-5913-B1F20498E16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62D5D31-12A0-FCE7-14C6-C3B229423A22}"/>
              </a:ext>
            </a:extLst>
          </p:cNvPr>
          <p:cNvSpPr>
            <a:spLocks noGrp="1"/>
          </p:cNvSpPr>
          <p:nvPr>
            <p:ph type="title"/>
          </p:nvPr>
        </p:nvSpPr>
        <p:spPr>
          <a:xfrm>
            <a:off x="360000" y="360000"/>
            <a:ext cx="10367268" cy="545601"/>
          </a:xfrm>
        </p:spPr>
        <p:txBody>
          <a:bodyPr/>
          <a:lstStyle/>
          <a:p>
            <a:r>
              <a:rPr lang="en-AU" dirty="0"/>
              <a:t>Short response</a:t>
            </a:r>
            <a:r>
              <a:rPr lang="en-AU" dirty="0">
                <a:solidFill>
                  <a:schemeClr val="bg1"/>
                </a:solidFill>
              </a:rPr>
              <a:t> (8)</a:t>
            </a:r>
          </a:p>
        </p:txBody>
      </p:sp>
      <p:sp>
        <p:nvSpPr>
          <p:cNvPr id="2" name="Slide Number Placeholder 1">
            <a:extLst>
              <a:ext uri="{FF2B5EF4-FFF2-40B4-BE49-F238E27FC236}">
                <a16:creationId xmlns:a16="http://schemas.microsoft.com/office/drawing/2014/main" id="{46FA1740-3E84-C0AC-89BB-08009897108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16</a:t>
            </a:fld>
            <a:endParaRPr lang="en-AU"/>
          </a:p>
        </p:txBody>
      </p:sp>
      <p:pic>
        <p:nvPicPr>
          <p:cNvPr id="3" name="Picture 2" descr="image of a clipboard with a pencil recording short answer responses">
            <a:extLst>
              <a:ext uri="{FF2B5EF4-FFF2-40B4-BE49-F238E27FC236}">
                <a16:creationId xmlns:a16="http://schemas.microsoft.com/office/drawing/2014/main" id="{5D2DD89E-AAB3-5EBB-F36F-72D71287FEEC}"/>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81DD1653-640D-5255-FB58-2A8B2DDC7151}"/>
              </a:ext>
            </a:extLst>
          </p:cNvPr>
          <p:cNvSpPr txBox="1"/>
          <p:nvPr/>
        </p:nvSpPr>
        <p:spPr>
          <a:xfrm>
            <a:off x="1523998" y="1223157"/>
            <a:ext cx="9096497" cy="1446550"/>
          </a:xfrm>
          <a:prstGeom prst="rect">
            <a:avLst/>
          </a:prstGeom>
          <a:noFill/>
        </p:spPr>
        <p:txBody>
          <a:bodyPr wrap="square">
            <a:spAutoFit/>
          </a:bodyPr>
          <a:lstStyle/>
          <a:p>
            <a:pPr algn="ctr"/>
            <a:r>
              <a:rPr lang="en-AU" sz="4400" dirty="0"/>
              <a:t>Record the length of this pencil in </a:t>
            </a:r>
            <a:r>
              <a:rPr lang="en-AU" sz="4400" b="1" dirty="0"/>
              <a:t>millimetres.</a:t>
            </a:r>
          </a:p>
        </p:txBody>
      </p:sp>
      <p:pic>
        <p:nvPicPr>
          <p:cNvPr id="8" name="Picture 7" descr="A yellow pencil placed above a ruler marked in centimetres from 0 to 10. each centimetre is divided into 10 parts">
            <a:extLst>
              <a:ext uri="{FF2B5EF4-FFF2-40B4-BE49-F238E27FC236}">
                <a16:creationId xmlns:a16="http://schemas.microsoft.com/office/drawing/2014/main" id="{6C54CA57-DE85-2EC4-84BC-B53720084CB2}"/>
              </a:ext>
            </a:extLst>
          </p:cNvPr>
          <p:cNvPicPr>
            <a:picLocks noChangeAspect="1"/>
          </p:cNvPicPr>
          <p:nvPr/>
        </p:nvPicPr>
        <p:blipFill>
          <a:blip r:embed="rId4"/>
          <a:stretch>
            <a:fillRect/>
          </a:stretch>
        </p:blipFill>
        <p:spPr>
          <a:xfrm>
            <a:off x="1571505" y="2669707"/>
            <a:ext cx="7944258" cy="2749691"/>
          </a:xfrm>
          <a:prstGeom prst="rect">
            <a:avLst/>
          </a:prstGeom>
        </p:spPr>
      </p:pic>
    </p:spTree>
    <p:extLst>
      <p:ext uri="{BB962C8B-B14F-4D97-AF65-F5344CB8AC3E}">
        <p14:creationId xmlns:p14="http://schemas.microsoft.com/office/powerpoint/2010/main" val="4848089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 name="Title 124">
            <a:extLst>
              <a:ext uri="{FF2B5EF4-FFF2-40B4-BE49-F238E27FC236}">
                <a16:creationId xmlns:a16="http://schemas.microsoft.com/office/drawing/2014/main" id="{1E928AB4-8AF2-F1AC-58EE-FFABEC39F782}"/>
              </a:ext>
            </a:extLst>
          </p:cNvPr>
          <p:cNvSpPr>
            <a:spLocks noGrp="1"/>
          </p:cNvSpPr>
          <p:nvPr>
            <p:ph type="title"/>
          </p:nvPr>
        </p:nvSpPr>
        <p:spPr/>
        <p:txBody>
          <a:bodyPr/>
          <a:lstStyle/>
          <a:p>
            <a:r>
              <a:rPr lang="en-AU" dirty="0">
                <a:latin typeface="Arial"/>
                <a:cs typeface="Arial"/>
              </a:rPr>
              <a:t>Activity 2 – 5-digit numbers</a:t>
            </a:r>
            <a:endParaRPr lang="en-US" dirty="0"/>
          </a:p>
        </p:txBody>
      </p:sp>
      <p:pic>
        <p:nvPicPr>
          <p:cNvPr id="159" name="Picture 158" descr="Two gameboards labelled with thousands, hundreds, tens and ones. Under the headings are line dashes for students to record numbers. Numbers have been recorded including 4871, 2968, 3989, 3351, 4918, 3879.">
            <a:extLst>
              <a:ext uri="{FF2B5EF4-FFF2-40B4-BE49-F238E27FC236}">
                <a16:creationId xmlns:a16="http://schemas.microsoft.com/office/drawing/2014/main" id="{647D954B-6C30-D4C6-2D05-9B5D458010CE}"/>
              </a:ext>
            </a:extLst>
          </p:cNvPr>
          <p:cNvPicPr>
            <a:picLocks noChangeAspect="1"/>
          </p:cNvPicPr>
          <p:nvPr/>
        </p:nvPicPr>
        <p:blipFill rotWithShape="1">
          <a:blip r:embed="rId3"/>
          <a:srcRect b="9542"/>
          <a:stretch/>
        </p:blipFill>
        <p:spPr>
          <a:xfrm>
            <a:off x="2244319" y="1395043"/>
            <a:ext cx="7703362" cy="4926998"/>
          </a:xfrm>
          <a:prstGeom prst="rect">
            <a:avLst/>
          </a:prstGeom>
        </p:spPr>
      </p:pic>
      <p:sp>
        <p:nvSpPr>
          <p:cNvPr id="169" name="TextBox 8" descr="Two gameboards labelled with thousands, hundreds, tens and ones. Under the headings are line dashes for students to record numbers. Numbers have been recorded including 4871, 2968, 3989, 3351, 4918, 3879.">
            <a:extLst>
              <a:ext uri="{FF2B5EF4-FFF2-40B4-BE49-F238E27FC236}">
                <a16:creationId xmlns:a16="http://schemas.microsoft.com/office/drawing/2014/main" id="{686A72A1-FA0F-7FB7-C1A0-4B44B60DD3FC}"/>
              </a:ext>
            </a:extLst>
          </p:cNvPr>
          <p:cNvSpPr txBox="1"/>
          <p:nvPr/>
        </p:nvSpPr>
        <p:spPr>
          <a:xfrm>
            <a:off x="3281329" y="2425766"/>
            <a:ext cx="1989514" cy="1139223"/>
          </a:xfrm>
          <a:prstGeom prst="rect">
            <a:avLst/>
          </a:prstGeom>
        </p:spPr>
        <p:txBody>
          <a:bodyPr wrap="square" lIns="0" tIns="0" rIns="0" bIns="0" rtlCol="0" anchor="t">
            <a:spAutoFit/>
          </a:bodyPr>
          <a:lstStyle/>
          <a:p>
            <a:pPr algn="ctr">
              <a:lnSpc>
                <a:spcPts val="9804"/>
              </a:lnSpc>
              <a:spcBef>
                <a:spcPct val="0"/>
              </a:spcBef>
            </a:pPr>
            <a:r>
              <a:rPr lang="en-US" sz="6000">
                <a:solidFill>
                  <a:srgbClr val="000000"/>
                </a:solidFill>
                <a:latin typeface="Edu NSW ACT Foundation" panose="020B0604020202020204" charset="0"/>
                <a:ea typeface="Canva Student Font"/>
                <a:cs typeface="Canva Student Font"/>
                <a:sym typeface="Canva Student Font"/>
              </a:rPr>
              <a:t> </a:t>
            </a:r>
            <a:r>
              <a:rPr lang="en-US" sz="4800">
                <a:solidFill>
                  <a:srgbClr val="000000"/>
                </a:solidFill>
                <a:latin typeface="Edu NSW ACT Foundation" panose="020B0604020202020204" charset="0"/>
                <a:ea typeface="Canva Student Font"/>
                <a:cs typeface="Canva Student Font"/>
                <a:sym typeface="Canva Student Font"/>
              </a:rPr>
              <a:t>4 8 7 1</a:t>
            </a:r>
            <a:endParaRPr lang="en-US" sz="6000">
              <a:solidFill>
                <a:srgbClr val="000000"/>
              </a:solidFill>
              <a:latin typeface="Edu NSW ACT Foundation" panose="020B0604020202020204" charset="0"/>
              <a:ea typeface="Canva Student Font"/>
              <a:cs typeface="Canva Student Font"/>
              <a:sym typeface="Canva Student Font"/>
            </a:endParaRPr>
          </a:p>
        </p:txBody>
      </p:sp>
      <p:sp>
        <p:nvSpPr>
          <p:cNvPr id="170" name="TextBox 9" descr="Two gameboards labelled with thousands, hundreds, tens and ones. Under the headings are line dashes for students to record numbers. Numbers have been recorded including 4871, 2968, 3989, 3351, 4918, 3879.">
            <a:extLst>
              <a:ext uri="{FF2B5EF4-FFF2-40B4-BE49-F238E27FC236}">
                <a16:creationId xmlns:a16="http://schemas.microsoft.com/office/drawing/2014/main" id="{D498B03E-0E1E-8B0C-D189-FB76D5007774}"/>
              </a:ext>
            </a:extLst>
          </p:cNvPr>
          <p:cNvSpPr txBox="1"/>
          <p:nvPr/>
        </p:nvSpPr>
        <p:spPr>
          <a:xfrm>
            <a:off x="6846772" y="2523688"/>
            <a:ext cx="2279898" cy="1139223"/>
          </a:xfrm>
          <a:prstGeom prst="rect">
            <a:avLst/>
          </a:prstGeom>
        </p:spPr>
        <p:txBody>
          <a:bodyPr wrap="square" lIns="0" tIns="0" rIns="0" bIns="0" rtlCol="0" anchor="t">
            <a:spAutoFit/>
          </a:bodyPr>
          <a:lstStyle/>
          <a:p>
            <a:pPr algn="ctr">
              <a:lnSpc>
                <a:spcPts val="9804"/>
              </a:lnSpc>
              <a:spcBef>
                <a:spcPct val="0"/>
              </a:spcBef>
            </a:pPr>
            <a:r>
              <a:rPr lang="en-US" sz="6000">
                <a:solidFill>
                  <a:srgbClr val="000000"/>
                </a:solidFill>
                <a:latin typeface="Edu NSW ACT Foundation" panose="020B0604020202020204" charset="0"/>
                <a:ea typeface="Canva Student Font"/>
                <a:cs typeface="Canva Student Font"/>
                <a:sym typeface="Canva Student Font"/>
              </a:rPr>
              <a:t>  </a:t>
            </a:r>
            <a:r>
              <a:rPr lang="en-US" sz="4800">
                <a:solidFill>
                  <a:srgbClr val="000000"/>
                </a:solidFill>
                <a:latin typeface="Edu NSW ACT Foundation" panose="020B0604020202020204" charset="0"/>
                <a:ea typeface="Canva Student Font"/>
                <a:cs typeface="Canva Student Font"/>
                <a:sym typeface="Canva Student Font"/>
              </a:rPr>
              <a:t>3 3 5 1</a:t>
            </a:r>
            <a:endParaRPr lang="en-US" sz="6000">
              <a:solidFill>
                <a:srgbClr val="000000"/>
              </a:solidFill>
              <a:latin typeface="Edu NSW ACT Foundation" panose="020B0604020202020204" charset="0"/>
              <a:ea typeface="Canva Student Font"/>
              <a:cs typeface="Canva Student Font"/>
              <a:sym typeface="Canva Student Font"/>
            </a:endParaRPr>
          </a:p>
        </p:txBody>
      </p:sp>
      <p:sp>
        <p:nvSpPr>
          <p:cNvPr id="171" name="TextBox 22" descr="Two gameboards labelled with thousands, hundreds, tens and ones. Under the headings are line dashes for students to record numbers. Numbers have been recorded including 4871, 2968, 3989, 3351, 4918, 3879.">
            <a:extLst>
              <a:ext uri="{FF2B5EF4-FFF2-40B4-BE49-F238E27FC236}">
                <a16:creationId xmlns:a16="http://schemas.microsoft.com/office/drawing/2014/main" id="{A96D47A7-3F00-852A-EB0D-13FD4C9E2BF0}"/>
              </a:ext>
            </a:extLst>
          </p:cNvPr>
          <p:cNvSpPr txBox="1"/>
          <p:nvPr/>
        </p:nvSpPr>
        <p:spPr>
          <a:xfrm>
            <a:off x="3104978" y="2989381"/>
            <a:ext cx="396765" cy="385719"/>
          </a:xfrm>
          <a:prstGeom prst="rect">
            <a:avLst/>
          </a:prstGeom>
        </p:spPr>
        <p:txBody>
          <a:bodyPr lIns="0" tIns="0" rIns="0" bIns="0" rtlCol="0" anchor="t">
            <a:spAutoFit/>
          </a:bodyPr>
          <a:lstStyle/>
          <a:p>
            <a:pPr algn="ctr">
              <a:lnSpc>
                <a:spcPts val="3171"/>
              </a:lnSpc>
              <a:spcBef>
                <a:spcPct val="0"/>
              </a:spcBef>
            </a:pPr>
            <a:r>
              <a:rPr lang="en-US" sz="2265">
                <a:solidFill>
                  <a:srgbClr val="000000"/>
                </a:solidFill>
                <a:latin typeface="Edu NSW ACT Foundation" panose="020B0604020202020204" charset="0"/>
                <a:ea typeface="Canva Student Font"/>
                <a:cs typeface="Canva Student Font"/>
                <a:sym typeface="Canva Student Font"/>
              </a:rPr>
              <a:t>1 pt </a:t>
            </a:r>
          </a:p>
        </p:txBody>
      </p:sp>
      <p:sp>
        <p:nvSpPr>
          <p:cNvPr id="172" name="TextBox 25" descr="Two gameboards labelled with thousands, hundreds, tens and ones. Under the headings are line dashes for students to record numbers. Numbers have been recorded including 4871, 2968, 3989, 3351, 4918, 3879.">
            <a:extLst>
              <a:ext uri="{FF2B5EF4-FFF2-40B4-BE49-F238E27FC236}">
                <a16:creationId xmlns:a16="http://schemas.microsoft.com/office/drawing/2014/main" id="{2E0AA119-0173-26A7-ABCF-48CA62C81F00}"/>
              </a:ext>
            </a:extLst>
          </p:cNvPr>
          <p:cNvSpPr txBox="1"/>
          <p:nvPr/>
        </p:nvSpPr>
        <p:spPr>
          <a:xfrm>
            <a:off x="6911692" y="3045234"/>
            <a:ext cx="385752" cy="367408"/>
          </a:xfrm>
          <a:prstGeom prst="rect">
            <a:avLst/>
          </a:prstGeom>
        </p:spPr>
        <p:txBody>
          <a:bodyPr wrap="square" lIns="0" tIns="0" rIns="0" bIns="0" rtlCol="0" anchor="t">
            <a:spAutoFit/>
          </a:bodyPr>
          <a:lstStyle/>
          <a:p>
            <a:pPr algn="ctr">
              <a:lnSpc>
                <a:spcPts val="3171"/>
              </a:lnSpc>
              <a:spcBef>
                <a:spcPct val="0"/>
              </a:spcBef>
            </a:pPr>
            <a:r>
              <a:rPr lang="en-US" sz="1800">
                <a:solidFill>
                  <a:srgbClr val="000000"/>
                </a:solidFill>
                <a:latin typeface="Edu NSW ACT Foundation" panose="020B0604020202020204" charset="0"/>
                <a:ea typeface="Canva Student Font"/>
                <a:cs typeface="Canva Student Font"/>
                <a:sym typeface="Canva Student Font"/>
              </a:rPr>
              <a:t>0 pt </a:t>
            </a:r>
          </a:p>
        </p:txBody>
      </p:sp>
      <p:sp>
        <p:nvSpPr>
          <p:cNvPr id="173" name="Freeform 5" descr="Two gameboards labelled with thousands, hundreds, tens and ones. Under the headings are line dashes for students to record numbers. Numbers have been recorded including 4871, 2968, 3989, 3351, 4918, 3879.">
            <a:extLst>
              <a:ext uri="{FF2B5EF4-FFF2-40B4-BE49-F238E27FC236}">
                <a16:creationId xmlns:a16="http://schemas.microsoft.com/office/drawing/2014/main" id="{4082CC0D-544A-DD06-2810-0CD1B2080401}"/>
              </a:ext>
            </a:extLst>
          </p:cNvPr>
          <p:cNvSpPr/>
          <p:nvPr/>
        </p:nvSpPr>
        <p:spPr>
          <a:xfrm>
            <a:off x="5330969" y="2958075"/>
            <a:ext cx="246526" cy="270448"/>
          </a:xfrm>
          <a:custGeom>
            <a:avLst/>
            <a:gdLst/>
            <a:ahLst/>
            <a:cxnLst/>
            <a:rect l="l" t="t" r="r" b="b"/>
            <a:pathLst>
              <a:path w="307257" h="319644">
                <a:moveTo>
                  <a:pt x="0" y="0"/>
                </a:moveTo>
                <a:lnTo>
                  <a:pt x="307258" y="0"/>
                </a:lnTo>
                <a:lnTo>
                  <a:pt x="307258" y="319644"/>
                </a:lnTo>
                <a:lnTo>
                  <a:pt x="0" y="31964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AU" sz="1800"/>
          </a:p>
        </p:txBody>
      </p:sp>
      <p:sp>
        <p:nvSpPr>
          <p:cNvPr id="174" name="TextBox 12" descr="Two gameboards labelled with thousands, hundreds, tens and ones. Under the headings are line dashes for students to record numbers. Numbers have been recorded including 4871, 2968, 3989, 3351, 4918, 3879.">
            <a:extLst>
              <a:ext uri="{FF2B5EF4-FFF2-40B4-BE49-F238E27FC236}">
                <a16:creationId xmlns:a16="http://schemas.microsoft.com/office/drawing/2014/main" id="{AE65C603-4FFC-355B-0389-CFBAC1795F09}"/>
              </a:ext>
            </a:extLst>
          </p:cNvPr>
          <p:cNvSpPr txBox="1"/>
          <p:nvPr/>
        </p:nvSpPr>
        <p:spPr>
          <a:xfrm>
            <a:off x="2884742" y="3124663"/>
            <a:ext cx="2494028" cy="1103507"/>
          </a:xfrm>
          <a:prstGeom prst="rect">
            <a:avLst/>
          </a:prstGeom>
        </p:spPr>
        <p:txBody>
          <a:bodyPr wrap="square" lIns="0" tIns="0" rIns="0" bIns="0" rtlCol="0" anchor="t">
            <a:spAutoFit/>
          </a:bodyPr>
          <a:lstStyle/>
          <a:p>
            <a:pPr algn="ctr">
              <a:lnSpc>
                <a:spcPts val="9804"/>
              </a:lnSpc>
              <a:spcBef>
                <a:spcPct val="0"/>
              </a:spcBef>
            </a:pPr>
            <a:r>
              <a:rPr lang="en-US" sz="4800">
                <a:solidFill>
                  <a:srgbClr val="000000"/>
                </a:solidFill>
                <a:latin typeface="Edu NSW ACT Foundation" panose="020B0604020202020204" charset="0"/>
                <a:ea typeface="Canva Student Font"/>
                <a:cs typeface="Canva Student Font"/>
                <a:sym typeface="Canva Student Font"/>
              </a:rPr>
              <a:t>   2 9 6 8</a:t>
            </a:r>
          </a:p>
        </p:txBody>
      </p:sp>
      <p:sp>
        <p:nvSpPr>
          <p:cNvPr id="175" name="TextBox 13" descr="Two gameboards labelled with thousands, hundreds, tens and ones. Under the headings are line dashes for students to record numbers. Numbers have been recorded including 4871, 2968, 3989, 3351, 4918, 3879.">
            <a:extLst>
              <a:ext uri="{FF2B5EF4-FFF2-40B4-BE49-F238E27FC236}">
                <a16:creationId xmlns:a16="http://schemas.microsoft.com/office/drawing/2014/main" id="{3BF5F6F9-E3AC-FC19-58EC-FD9C2D651549}"/>
              </a:ext>
            </a:extLst>
          </p:cNvPr>
          <p:cNvSpPr txBox="1"/>
          <p:nvPr/>
        </p:nvSpPr>
        <p:spPr>
          <a:xfrm>
            <a:off x="6881908" y="3228524"/>
            <a:ext cx="2316584" cy="1103507"/>
          </a:xfrm>
          <a:prstGeom prst="rect">
            <a:avLst/>
          </a:prstGeom>
        </p:spPr>
        <p:txBody>
          <a:bodyPr wrap="square" lIns="0" tIns="0" rIns="0" bIns="0" rtlCol="0" anchor="t">
            <a:spAutoFit/>
          </a:bodyPr>
          <a:lstStyle/>
          <a:p>
            <a:pPr algn="ctr">
              <a:lnSpc>
                <a:spcPts val="9804"/>
              </a:lnSpc>
              <a:spcBef>
                <a:spcPct val="0"/>
              </a:spcBef>
            </a:pPr>
            <a:r>
              <a:rPr lang="en-US" sz="4800">
                <a:solidFill>
                  <a:srgbClr val="000000"/>
                </a:solidFill>
                <a:latin typeface="Edu NSW ACT Foundation" panose="020B0604020202020204" charset="0"/>
                <a:ea typeface="Canva Student Font"/>
                <a:cs typeface="Canva Student Font"/>
                <a:sym typeface="Canva Student Font"/>
              </a:rPr>
              <a:t>  4 9  1 8</a:t>
            </a:r>
          </a:p>
        </p:txBody>
      </p:sp>
      <p:sp>
        <p:nvSpPr>
          <p:cNvPr id="176" name="TextBox 24" descr="Two gameboards labelled with thousands, hundreds, tens and ones. Under the headings are line dashes for students to record numbers. Numbers have been recorded including 4871, 2968, 3989, 3351, 4918, 3879.">
            <a:extLst>
              <a:ext uri="{FF2B5EF4-FFF2-40B4-BE49-F238E27FC236}">
                <a16:creationId xmlns:a16="http://schemas.microsoft.com/office/drawing/2014/main" id="{5424D048-215F-B81E-056D-FC1541E90B71}"/>
              </a:ext>
            </a:extLst>
          </p:cNvPr>
          <p:cNvSpPr txBox="1"/>
          <p:nvPr/>
        </p:nvSpPr>
        <p:spPr>
          <a:xfrm>
            <a:off x="6924307" y="3823081"/>
            <a:ext cx="318342" cy="361381"/>
          </a:xfrm>
          <a:prstGeom prst="rect">
            <a:avLst/>
          </a:prstGeom>
        </p:spPr>
        <p:txBody>
          <a:bodyPr wrap="square" lIns="0" tIns="0" rIns="0" bIns="0" rtlCol="0" anchor="t">
            <a:spAutoFit/>
          </a:bodyPr>
          <a:lstStyle/>
          <a:p>
            <a:pPr algn="ctr">
              <a:lnSpc>
                <a:spcPts val="3171"/>
              </a:lnSpc>
              <a:spcBef>
                <a:spcPct val="0"/>
              </a:spcBef>
            </a:pPr>
            <a:r>
              <a:rPr lang="en-US" sz="1800">
                <a:solidFill>
                  <a:srgbClr val="000000"/>
                </a:solidFill>
                <a:latin typeface="Edu NSW ACT Foundation" panose="020B0604020202020204" charset="0"/>
                <a:ea typeface="Canva Student Font"/>
                <a:cs typeface="Canva Student Font"/>
                <a:sym typeface="Canva Student Font"/>
              </a:rPr>
              <a:t>1 pt </a:t>
            </a:r>
          </a:p>
        </p:txBody>
      </p:sp>
      <p:sp>
        <p:nvSpPr>
          <p:cNvPr id="177" name="TextBox 26" descr="Two gameboards labelled with thousands, hundreds, tens and ones. Under the headings are line dashes for students to record numbers. Numbers have been recorded including 4871, 2968, 3989, 3351, 4918, 3879.">
            <a:extLst>
              <a:ext uri="{FF2B5EF4-FFF2-40B4-BE49-F238E27FC236}">
                <a16:creationId xmlns:a16="http://schemas.microsoft.com/office/drawing/2014/main" id="{4C5BFDF3-4036-2810-929B-E273A09402F6}"/>
              </a:ext>
            </a:extLst>
          </p:cNvPr>
          <p:cNvSpPr txBox="1"/>
          <p:nvPr/>
        </p:nvSpPr>
        <p:spPr>
          <a:xfrm>
            <a:off x="3040937" y="3710265"/>
            <a:ext cx="480783" cy="385719"/>
          </a:xfrm>
          <a:prstGeom prst="rect">
            <a:avLst/>
          </a:prstGeom>
        </p:spPr>
        <p:txBody>
          <a:bodyPr lIns="0" tIns="0" rIns="0" bIns="0" rtlCol="0" anchor="t">
            <a:spAutoFit/>
          </a:bodyPr>
          <a:lstStyle/>
          <a:p>
            <a:pPr algn="ctr">
              <a:lnSpc>
                <a:spcPts val="3171"/>
              </a:lnSpc>
              <a:spcBef>
                <a:spcPct val="0"/>
              </a:spcBef>
            </a:pPr>
            <a:r>
              <a:rPr lang="en-US" sz="2265">
                <a:solidFill>
                  <a:srgbClr val="000000"/>
                </a:solidFill>
                <a:latin typeface="Edu NSW ACT Foundation" panose="020B0604020202020204" charset="0"/>
                <a:ea typeface="Canva Student Font"/>
                <a:cs typeface="Canva Student Font"/>
                <a:sym typeface="Canva Student Font"/>
              </a:rPr>
              <a:t>0 pt </a:t>
            </a:r>
          </a:p>
        </p:txBody>
      </p:sp>
      <p:sp>
        <p:nvSpPr>
          <p:cNvPr id="178" name="Freeform 23" descr="Two gameboards labelled with thousands, hundreds, tens and ones. Under the headings are line dashes for students to record numbers. Numbers have been recorded including 4871, 2968, 3989, 3351, 4918, 3879.">
            <a:extLst>
              <a:ext uri="{FF2B5EF4-FFF2-40B4-BE49-F238E27FC236}">
                <a16:creationId xmlns:a16="http://schemas.microsoft.com/office/drawing/2014/main" id="{3F07321A-1E05-9A5F-55F2-735461DEB6DD}"/>
              </a:ext>
            </a:extLst>
          </p:cNvPr>
          <p:cNvSpPr/>
          <p:nvPr/>
        </p:nvSpPr>
        <p:spPr>
          <a:xfrm>
            <a:off x="9067281" y="3868547"/>
            <a:ext cx="246526" cy="270448"/>
          </a:xfrm>
          <a:custGeom>
            <a:avLst/>
            <a:gdLst/>
            <a:ahLst/>
            <a:cxnLst/>
            <a:rect l="l" t="t" r="r" b="b"/>
            <a:pathLst>
              <a:path w="307257" h="319644">
                <a:moveTo>
                  <a:pt x="0" y="0"/>
                </a:moveTo>
                <a:lnTo>
                  <a:pt x="307258" y="0"/>
                </a:lnTo>
                <a:lnTo>
                  <a:pt x="307258" y="319644"/>
                </a:lnTo>
                <a:lnTo>
                  <a:pt x="0" y="31964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AU" sz="1800"/>
          </a:p>
        </p:txBody>
      </p:sp>
      <p:sp>
        <p:nvSpPr>
          <p:cNvPr id="179" name="TextBox 27" descr="Two gameboards labelled with thousands, hundreds, tens and ones. Under the headings are line dashes for students to record numbers. Numbers have been recorded including 4871, 2968, 3989, 3351, 4918, 3879.">
            <a:extLst>
              <a:ext uri="{FF2B5EF4-FFF2-40B4-BE49-F238E27FC236}">
                <a16:creationId xmlns:a16="http://schemas.microsoft.com/office/drawing/2014/main" id="{8B26129B-FD77-41CE-6D16-16712F78E2E6}"/>
              </a:ext>
            </a:extLst>
          </p:cNvPr>
          <p:cNvSpPr txBox="1"/>
          <p:nvPr/>
        </p:nvSpPr>
        <p:spPr>
          <a:xfrm>
            <a:off x="3066454" y="3879395"/>
            <a:ext cx="2279898" cy="1103507"/>
          </a:xfrm>
          <a:prstGeom prst="rect">
            <a:avLst/>
          </a:prstGeom>
        </p:spPr>
        <p:txBody>
          <a:bodyPr wrap="square" lIns="0" tIns="0" rIns="0" bIns="0" rtlCol="0" anchor="t">
            <a:spAutoFit/>
          </a:bodyPr>
          <a:lstStyle/>
          <a:p>
            <a:pPr algn="ctr" defTabSz="914400">
              <a:lnSpc>
                <a:spcPts val="9804"/>
              </a:lnSpc>
              <a:spcBef>
                <a:spcPct val="0"/>
              </a:spcBef>
            </a:pPr>
            <a:r>
              <a:rPr lang="en-US" sz="4800">
                <a:solidFill>
                  <a:srgbClr val="000000"/>
                </a:solidFill>
                <a:latin typeface="Edu NSW ACT Foundation" panose="020B0604020202020204" charset="0"/>
                <a:ea typeface="Canva Student Font"/>
                <a:cs typeface="Canva Student Font"/>
                <a:sym typeface="Canva Student Font"/>
              </a:rPr>
              <a:t>  3 9 8 9</a:t>
            </a:r>
          </a:p>
        </p:txBody>
      </p:sp>
      <p:sp>
        <p:nvSpPr>
          <p:cNvPr id="180" name="TextBox 30" descr="Two gameboards labelled with thousands, hundreds, tens and ones. Under the headings are line dashes for students to record numbers. Numbers have been recorded including 4871, 2968, 3989, 3351, 4918, 3879.">
            <a:extLst>
              <a:ext uri="{FF2B5EF4-FFF2-40B4-BE49-F238E27FC236}">
                <a16:creationId xmlns:a16="http://schemas.microsoft.com/office/drawing/2014/main" id="{61ADB081-6FDF-04C7-A341-AF29329D224E}"/>
              </a:ext>
            </a:extLst>
          </p:cNvPr>
          <p:cNvSpPr txBox="1"/>
          <p:nvPr/>
        </p:nvSpPr>
        <p:spPr>
          <a:xfrm>
            <a:off x="6828429" y="3964043"/>
            <a:ext cx="2316584" cy="1103507"/>
          </a:xfrm>
          <a:prstGeom prst="rect">
            <a:avLst/>
          </a:prstGeom>
        </p:spPr>
        <p:txBody>
          <a:bodyPr wrap="square" lIns="0" tIns="0" rIns="0" bIns="0" rtlCol="0" anchor="t">
            <a:spAutoFit/>
          </a:bodyPr>
          <a:lstStyle/>
          <a:p>
            <a:pPr algn="ctr" defTabSz="914400">
              <a:lnSpc>
                <a:spcPts val="9804"/>
              </a:lnSpc>
              <a:spcBef>
                <a:spcPct val="0"/>
              </a:spcBef>
            </a:pPr>
            <a:r>
              <a:rPr lang="en-US" sz="4800">
                <a:solidFill>
                  <a:srgbClr val="000000"/>
                </a:solidFill>
                <a:latin typeface="Edu NSW ACT Foundation" panose="020B0604020202020204" charset="0"/>
                <a:ea typeface="Canva Student Font"/>
                <a:cs typeface="Canva Student Font"/>
                <a:sym typeface="Canva Student Font"/>
              </a:rPr>
              <a:t>  3 8 7 9</a:t>
            </a:r>
          </a:p>
        </p:txBody>
      </p:sp>
      <p:sp>
        <p:nvSpPr>
          <p:cNvPr id="181" name="Freeform 29" descr="Two gameboards labelled with thousands, hundreds, tens and ones. Under the headings are line dashes for students to record numbers. Numbers have been recorded including 4871, 2968, 3989, 3351, 4918, 3879.">
            <a:extLst>
              <a:ext uri="{FF2B5EF4-FFF2-40B4-BE49-F238E27FC236}">
                <a16:creationId xmlns:a16="http://schemas.microsoft.com/office/drawing/2014/main" id="{5BF168AA-443D-8C12-6C98-F82F2A42D547}"/>
              </a:ext>
            </a:extLst>
          </p:cNvPr>
          <p:cNvSpPr/>
          <p:nvPr/>
        </p:nvSpPr>
        <p:spPr>
          <a:xfrm>
            <a:off x="5275213" y="4572351"/>
            <a:ext cx="246526" cy="270448"/>
          </a:xfrm>
          <a:custGeom>
            <a:avLst/>
            <a:gdLst/>
            <a:ahLst/>
            <a:cxnLst/>
            <a:rect l="l" t="t" r="r" b="b"/>
            <a:pathLst>
              <a:path w="307257" h="319644">
                <a:moveTo>
                  <a:pt x="0" y="0"/>
                </a:moveTo>
                <a:lnTo>
                  <a:pt x="307257" y="0"/>
                </a:lnTo>
                <a:lnTo>
                  <a:pt x="307257" y="319644"/>
                </a:lnTo>
                <a:lnTo>
                  <a:pt x="0" y="31964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AU" sz="1800">
              <a:latin typeface="Edu NSW ACT Foundation" panose="020B0604020202020204" charset="0"/>
            </a:endParaRPr>
          </a:p>
        </p:txBody>
      </p:sp>
      <p:sp>
        <p:nvSpPr>
          <p:cNvPr id="182" name="TextBox 34" descr="Two gameboards labelled with thousands, hundreds, tens and ones. Under the headings are line dashes for students to record numbers. Numbers have been recorded including 4871, 2968, 3989, 3351, 4918, 3879.">
            <a:extLst>
              <a:ext uri="{FF2B5EF4-FFF2-40B4-BE49-F238E27FC236}">
                <a16:creationId xmlns:a16="http://schemas.microsoft.com/office/drawing/2014/main" id="{C55A4D4B-6436-1645-CCAF-98B8CFAC5E62}"/>
              </a:ext>
            </a:extLst>
          </p:cNvPr>
          <p:cNvSpPr txBox="1"/>
          <p:nvPr/>
        </p:nvSpPr>
        <p:spPr>
          <a:xfrm>
            <a:off x="3066454" y="4488726"/>
            <a:ext cx="396765" cy="385719"/>
          </a:xfrm>
          <a:prstGeom prst="rect">
            <a:avLst/>
          </a:prstGeom>
        </p:spPr>
        <p:txBody>
          <a:bodyPr lIns="0" tIns="0" rIns="0" bIns="0" rtlCol="0" anchor="t">
            <a:spAutoFit/>
          </a:bodyPr>
          <a:lstStyle/>
          <a:p>
            <a:pPr algn="ctr">
              <a:lnSpc>
                <a:spcPts val="3171"/>
              </a:lnSpc>
              <a:spcBef>
                <a:spcPct val="0"/>
              </a:spcBef>
            </a:pPr>
            <a:r>
              <a:rPr lang="en-US" sz="2265">
                <a:solidFill>
                  <a:srgbClr val="000000"/>
                </a:solidFill>
                <a:latin typeface="Edu NSW ACT Foundation" panose="020B0604020202020204" charset="0"/>
                <a:ea typeface="Canva Student Font"/>
                <a:cs typeface="Canva Student Font"/>
                <a:sym typeface="Canva Student Font"/>
              </a:rPr>
              <a:t>1 pt </a:t>
            </a:r>
          </a:p>
        </p:txBody>
      </p:sp>
      <p:sp>
        <p:nvSpPr>
          <p:cNvPr id="183" name="TextBox 35" descr="Two gameboards labelled with thousands, hundreds, tens and ones. Under the headings are line dashes for students to record numbers. Numbers have been recorded including 4871, 2968, 3989, 3351, 4918, 3879.">
            <a:extLst>
              <a:ext uri="{FF2B5EF4-FFF2-40B4-BE49-F238E27FC236}">
                <a16:creationId xmlns:a16="http://schemas.microsoft.com/office/drawing/2014/main" id="{EC3D3E45-2278-69A2-142F-CF50A74A5B59}"/>
              </a:ext>
            </a:extLst>
          </p:cNvPr>
          <p:cNvSpPr txBox="1"/>
          <p:nvPr/>
        </p:nvSpPr>
        <p:spPr>
          <a:xfrm>
            <a:off x="6890602" y="4656423"/>
            <a:ext cx="385752" cy="367408"/>
          </a:xfrm>
          <a:prstGeom prst="rect">
            <a:avLst/>
          </a:prstGeom>
        </p:spPr>
        <p:txBody>
          <a:bodyPr wrap="square" lIns="0" tIns="0" rIns="0" bIns="0" rtlCol="0" anchor="t">
            <a:spAutoFit/>
          </a:bodyPr>
          <a:lstStyle/>
          <a:p>
            <a:pPr algn="ctr">
              <a:lnSpc>
                <a:spcPts val="3171"/>
              </a:lnSpc>
              <a:spcBef>
                <a:spcPct val="0"/>
              </a:spcBef>
            </a:pPr>
            <a:r>
              <a:rPr lang="en-US" sz="1800">
                <a:solidFill>
                  <a:srgbClr val="000000"/>
                </a:solidFill>
                <a:latin typeface="Edu NSW ACT Foundation" panose="020B0604020202020204" charset="0"/>
                <a:ea typeface="Canva Student Font"/>
                <a:cs typeface="Canva Student Font"/>
                <a:sym typeface="Canva Student Font"/>
              </a:rPr>
              <a:t>0 pt </a:t>
            </a:r>
          </a:p>
        </p:txBody>
      </p:sp>
      <p:pic>
        <p:nvPicPr>
          <p:cNvPr id="2" name="Picture 2" descr="image of a head with cogs turning inside">
            <a:extLst>
              <a:ext uri="{FF2B5EF4-FFF2-40B4-BE49-F238E27FC236}">
                <a16:creationId xmlns:a16="http://schemas.microsoft.com/office/drawing/2014/main" id="{283BD33E-A3AB-32D3-37B3-C51DA14688E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140151" y="39575"/>
            <a:ext cx="782592" cy="9308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763778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7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7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7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7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7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75"/>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77"/>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76"/>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78"/>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79"/>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80"/>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82"/>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81"/>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18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9" grpId="0"/>
      <p:bldP spid="170" grpId="0"/>
      <p:bldP spid="171" grpId="0"/>
      <p:bldP spid="172" grpId="0"/>
      <p:bldP spid="173" grpId="0" animBg="1"/>
      <p:bldP spid="174" grpId="0"/>
      <p:bldP spid="175" grpId="0"/>
      <p:bldP spid="176" grpId="0"/>
      <p:bldP spid="177" grpId="0"/>
      <p:bldP spid="178" grpId="0" animBg="1"/>
      <p:bldP spid="179" grpId="0"/>
      <p:bldP spid="180" grpId="0"/>
      <p:bldP spid="181" grpId="0" animBg="1"/>
      <p:bldP spid="182" grpId="0"/>
      <p:bldP spid="183"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1FECE3-7912-F0C8-58C9-549063BABDC3}"/>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EE67CD74-5F87-CD4F-1AEB-6D7CEDAED948}"/>
              </a:ext>
            </a:extLst>
          </p:cNvPr>
          <p:cNvSpPr>
            <a:spLocks noGrp="1"/>
          </p:cNvSpPr>
          <p:nvPr>
            <p:ph type="ctrTitle"/>
          </p:nvPr>
        </p:nvSpPr>
        <p:spPr/>
        <p:txBody>
          <a:bodyPr/>
          <a:lstStyle/>
          <a:p>
            <a:r>
              <a:rPr lang="en-AU" dirty="0">
                <a:latin typeface="+mj-lt"/>
              </a:rPr>
              <a:t>Review of learning 3</a:t>
            </a:r>
          </a:p>
        </p:txBody>
      </p:sp>
    </p:spTree>
    <p:extLst>
      <p:ext uri="{BB962C8B-B14F-4D97-AF65-F5344CB8AC3E}">
        <p14:creationId xmlns:p14="http://schemas.microsoft.com/office/powerpoint/2010/main" val="7439244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F1698E-FF3C-D7D7-7361-3B6C06C0CFB1}"/>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A31263B-00F9-3026-CDD4-F14B3320EE4E}"/>
              </a:ext>
            </a:extLst>
          </p:cNvPr>
          <p:cNvSpPr>
            <a:spLocks noGrp="1"/>
          </p:cNvSpPr>
          <p:nvPr>
            <p:ph type="sldNum" sz="quarter" idx="12"/>
          </p:nvPr>
        </p:nvSpPr>
        <p:spPr>
          <a:xfrm>
            <a:off x="10883037" y="6678000"/>
            <a:ext cx="720000" cy="180000"/>
          </a:xfrm>
        </p:spPr>
        <p:txBody>
          <a:bodyPr/>
          <a:lstStyle/>
          <a:p>
            <a:fld id="{10A01DC5-1685-4615-8240-15192985C6A2}" type="slidenum">
              <a:rPr lang="en-AU" smtClean="0"/>
              <a:t>19</a:t>
            </a:fld>
            <a:endParaRPr lang="en-AU"/>
          </a:p>
        </p:txBody>
      </p:sp>
      <p:sp>
        <p:nvSpPr>
          <p:cNvPr id="3" name="Title 2">
            <a:extLst>
              <a:ext uri="{FF2B5EF4-FFF2-40B4-BE49-F238E27FC236}">
                <a16:creationId xmlns:a16="http://schemas.microsoft.com/office/drawing/2014/main" id="{F6AF6F33-8B51-F522-6D05-68D5C90AAA03}"/>
              </a:ext>
            </a:extLst>
          </p:cNvPr>
          <p:cNvSpPr>
            <a:spLocks noGrp="1"/>
          </p:cNvSpPr>
          <p:nvPr>
            <p:ph type="title"/>
          </p:nvPr>
        </p:nvSpPr>
        <p:spPr>
          <a:xfrm>
            <a:off x="360000" y="360000"/>
            <a:ext cx="9901600" cy="545601"/>
          </a:xfrm>
        </p:spPr>
        <p:txBody>
          <a:bodyPr/>
          <a:lstStyle/>
          <a:p>
            <a:r>
              <a:rPr lang="en-US" dirty="0"/>
              <a:t>Multiple choice </a:t>
            </a:r>
            <a:r>
              <a:rPr lang="en-US" dirty="0">
                <a:solidFill>
                  <a:schemeClr val="bg1"/>
                </a:solidFill>
              </a:rPr>
              <a:t>(2)</a:t>
            </a:r>
          </a:p>
        </p:txBody>
      </p:sp>
      <p:sp>
        <p:nvSpPr>
          <p:cNvPr id="14" name="Text Placeholder 13">
            <a:extLst>
              <a:ext uri="{FF2B5EF4-FFF2-40B4-BE49-F238E27FC236}">
                <a16:creationId xmlns:a16="http://schemas.microsoft.com/office/drawing/2014/main" id="{D3F4C1E5-AFB7-4898-29F3-EB98C6384093}"/>
              </a:ext>
            </a:extLst>
          </p:cNvPr>
          <p:cNvSpPr>
            <a:spLocks noGrp="1"/>
          </p:cNvSpPr>
          <p:nvPr>
            <p:ph type="body" sz="quarter" idx="27"/>
          </p:nvPr>
        </p:nvSpPr>
        <p:spPr>
          <a:xfrm>
            <a:off x="1104557" y="5587723"/>
            <a:ext cx="10175920" cy="641396"/>
          </a:xfrm>
        </p:spPr>
        <p:txBody>
          <a:bodyPr anchor="ctr"/>
          <a:lstStyle/>
          <a:p>
            <a:r>
              <a:rPr lang="en-AU" sz="3600" dirty="0"/>
              <a:t>300 000 + 5 000 + 400 + 8 + 2 </a:t>
            </a:r>
            <a:endParaRPr lang="en-US" sz="3600" dirty="0"/>
          </a:p>
        </p:txBody>
      </p:sp>
      <p:sp>
        <p:nvSpPr>
          <p:cNvPr id="15" name="Text Placeholder 14">
            <a:extLst>
              <a:ext uri="{FF2B5EF4-FFF2-40B4-BE49-F238E27FC236}">
                <a16:creationId xmlns:a16="http://schemas.microsoft.com/office/drawing/2014/main" id="{9C7C84D9-7468-F57D-99F1-C58A56040A58}"/>
              </a:ext>
            </a:extLst>
          </p:cNvPr>
          <p:cNvSpPr>
            <a:spLocks noGrp="1"/>
          </p:cNvSpPr>
          <p:nvPr>
            <p:ph type="body" sz="quarter" idx="28"/>
          </p:nvPr>
        </p:nvSpPr>
        <p:spPr>
          <a:xfrm>
            <a:off x="360000" y="886691"/>
            <a:ext cx="11243037" cy="754243"/>
          </a:xfrm>
        </p:spPr>
        <p:txBody>
          <a:bodyPr/>
          <a:lstStyle/>
          <a:p>
            <a:pPr algn="ctr"/>
            <a:r>
              <a:rPr lang="en-AU" sz="4400" dirty="0"/>
              <a:t>Which is the correct </a:t>
            </a:r>
            <a:r>
              <a:rPr lang="en-AU" sz="4400" b="1" dirty="0"/>
              <a:t>expanded form </a:t>
            </a:r>
          </a:p>
          <a:p>
            <a:pPr algn="ctr"/>
            <a:r>
              <a:rPr lang="en-AU" sz="4400" dirty="0"/>
              <a:t>of </a:t>
            </a:r>
            <a:r>
              <a:rPr lang="en-AU" sz="4400" b="1" dirty="0"/>
              <a:t>305 482</a:t>
            </a:r>
            <a:r>
              <a:rPr lang="en-AU" sz="4400" dirty="0"/>
              <a:t>?</a:t>
            </a:r>
            <a:endParaRPr lang="en-US" sz="4400" dirty="0"/>
          </a:p>
        </p:txBody>
      </p:sp>
      <p:sp>
        <p:nvSpPr>
          <p:cNvPr id="16" name="Text Placeholder 15">
            <a:extLst>
              <a:ext uri="{FF2B5EF4-FFF2-40B4-BE49-F238E27FC236}">
                <a16:creationId xmlns:a16="http://schemas.microsoft.com/office/drawing/2014/main" id="{8E51689C-1248-B7EC-3B77-B066AB5C6C0D}"/>
              </a:ext>
            </a:extLst>
          </p:cNvPr>
          <p:cNvSpPr>
            <a:spLocks noGrp="1"/>
          </p:cNvSpPr>
          <p:nvPr>
            <p:ph type="body" sz="quarter" idx="29"/>
          </p:nvPr>
        </p:nvSpPr>
        <p:spPr>
          <a:xfrm>
            <a:off x="1104557" y="4737670"/>
            <a:ext cx="10175920" cy="641396"/>
          </a:xfrm>
        </p:spPr>
        <p:txBody>
          <a:bodyPr anchor="ctr"/>
          <a:lstStyle/>
          <a:p>
            <a:r>
              <a:rPr lang="en-AU" sz="3600" dirty="0"/>
              <a:t>300 000 + 5 000 + 400 + 80 + 2</a:t>
            </a:r>
            <a:endParaRPr lang="en-US" sz="3600" dirty="0"/>
          </a:p>
        </p:txBody>
      </p:sp>
      <p:sp>
        <p:nvSpPr>
          <p:cNvPr id="17" name="Text Placeholder 16">
            <a:extLst>
              <a:ext uri="{FF2B5EF4-FFF2-40B4-BE49-F238E27FC236}">
                <a16:creationId xmlns:a16="http://schemas.microsoft.com/office/drawing/2014/main" id="{2D36800D-CC3E-E3B5-7DCD-70D138BF62F0}"/>
              </a:ext>
            </a:extLst>
          </p:cNvPr>
          <p:cNvSpPr>
            <a:spLocks noGrp="1"/>
          </p:cNvSpPr>
          <p:nvPr>
            <p:ph type="body" sz="quarter" idx="30"/>
          </p:nvPr>
        </p:nvSpPr>
        <p:spPr>
          <a:xfrm>
            <a:off x="1104557" y="3887617"/>
            <a:ext cx="10175920" cy="641396"/>
          </a:xfrm>
        </p:spPr>
        <p:txBody>
          <a:bodyPr anchor="ctr"/>
          <a:lstStyle/>
          <a:p>
            <a:r>
              <a:rPr lang="en-AU" sz="3600" dirty="0"/>
              <a:t>300 000 + 5 000 + 40 + 80 + 2</a:t>
            </a:r>
            <a:endParaRPr lang="en-US" sz="3600" dirty="0"/>
          </a:p>
        </p:txBody>
      </p:sp>
      <p:sp>
        <p:nvSpPr>
          <p:cNvPr id="18" name="Text Placeholder 17">
            <a:extLst>
              <a:ext uri="{FF2B5EF4-FFF2-40B4-BE49-F238E27FC236}">
                <a16:creationId xmlns:a16="http://schemas.microsoft.com/office/drawing/2014/main" id="{D2386B91-F85A-17DD-80EB-F20033E4EC06}"/>
              </a:ext>
            </a:extLst>
          </p:cNvPr>
          <p:cNvSpPr>
            <a:spLocks noGrp="1"/>
          </p:cNvSpPr>
          <p:nvPr>
            <p:ph type="body" sz="quarter" idx="31"/>
          </p:nvPr>
        </p:nvSpPr>
        <p:spPr>
          <a:xfrm>
            <a:off x="1104557" y="3039704"/>
            <a:ext cx="10175920" cy="641396"/>
          </a:xfrm>
        </p:spPr>
        <p:txBody>
          <a:bodyPr anchor="ctr"/>
          <a:lstStyle/>
          <a:p>
            <a:r>
              <a:rPr lang="en-AU" sz="3600" dirty="0"/>
              <a:t>300 000 + 500 + 400 + 80 + 2</a:t>
            </a:r>
            <a:endParaRPr lang="en-US" sz="3600" dirty="0"/>
          </a:p>
        </p:txBody>
      </p:sp>
      <p:sp>
        <p:nvSpPr>
          <p:cNvPr id="9" name="TextBox 8">
            <a:extLst>
              <a:ext uri="{FF2B5EF4-FFF2-40B4-BE49-F238E27FC236}">
                <a16:creationId xmlns:a16="http://schemas.microsoft.com/office/drawing/2014/main" id="{F91A42F4-D8C9-20A3-82EB-86FAD4D776A8}"/>
              </a:ext>
            </a:extLst>
          </p:cNvPr>
          <p:cNvSpPr txBox="1"/>
          <p:nvPr/>
        </p:nvSpPr>
        <p:spPr>
          <a:xfrm>
            <a:off x="429597" y="2991070"/>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dirty="0"/>
              <a:t>A</a:t>
            </a:r>
          </a:p>
        </p:txBody>
      </p:sp>
      <p:sp>
        <p:nvSpPr>
          <p:cNvPr id="10" name="TextBox 9">
            <a:extLst>
              <a:ext uri="{FF2B5EF4-FFF2-40B4-BE49-F238E27FC236}">
                <a16:creationId xmlns:a16="http://schemas.microsoft.com/office/drawing/2014/main" id="{CA9D5B15-A13C-EE8B-176F-3B4E3454A1A2}"/>
              </a:ext>
            </a:extLst>
          </p:cNvPr>
          <p:cNvSpPr txBox="1"/>
          <p:nvPr/>
        </p:nvSpPr>
        <p:spPr>
          <a:xfrm>
            <a:off x="429596" y="3838983"/>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dirty="0"/>
              <a:t>B</a:t>
            </a:r>
          </a:p>
        </p:txBody>
      </p:sp>
      <p:sp>
        <p:nvSpPr>
          <p:cNvPr id="11" name="TextBox 10">
            <a:extLst>
              <a:ext uri="{FF2B5EF4-FFF2-40B4-BE49-F238E27FC236}">
                <a16:creationId xmlns:a16="http://schemas.microsoft.com/office/drawing/2014/main" id="{9B8955CE-78C1-2F30-7505-4CA44A86BDFF}"/>
              </a:ext>
            </a:extLst>
          </p:cNvPr>
          <p:cNvSpPr txBox="1"/>
          <p:nvPr/>
        </p:nvSpPr>
        <p:spPr>
          <a:xfrm>
            <a:off x="429594" y="5539089"/>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dirty="0"/>
              <a:t>D</a:t>
            </a:r>
          </a:p>
        </p:txBody>
      </p:sp>
      <p:sp>
        <p:nvSpPr>
          <p:cNvPr id="12" name="TextBox 11">
            <a:extLst>
              <a:ext uri="{FF2B5EF4-FFF2-40B4-BE49-F238E27FC236}">
                <a16:creationId xmlns:a16="http://schemas.microsoft.com/office/drawing/2014/main" id="{B4746450-E4E2-359C-DFCA-0532E811BD1E}"/>
              </a:ext>
            </a:extLst>
          </p:cNvPr>
          <p:cNvSpPr txBox="1"/>
          <p:nvPr/>
        </p:nvSpPr>
        <p:spPr>
          <a:xfrm>
            <a:off x="429595" y="468903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dirty="0"/>
              <a:t>C</a:t>
            </a:r>
          </a:p>
        </p:txBody>
      </p:sp>
      <p:pic>
        <p:nvPicPr>
          <p:cNvPr id="4" name="Picture 3" descr="image of a finger selecting an option for a multiple choice or true and false">
            <a:extLst>
              <a:ext uri="{FF2B5EF4-FFF2-40B4-BE49-F238E27FC236}">
                <a16:creationId xmlns:a16="http://schemas.microsoft.com/office/drawing/2014/main" id="{112D24DC-0614-F76C-9A4C-36E299EAFF53}"/>
              </a:ext>
            </a:extLst>
          </p:cNvPr>
          <p:cNvPicPr>
            <a:picLocks noChangeAspect="1"/>
          </p:cNvPicPr>
          <p:nvPr/>
        </p:nvPicPr>
        <p:blipFill>
          <a:blip r:embed="rId3"/>
          <a:stretch>
            <a:fillRect/>
          </a:stretch>
        </p:blipFill>
        <p:spPr>
          <a:xfrm>
            <a:off x="10807908" y="43303"/>
            <a:ext cx="1165786" cy="1140716"/>
          </a:xfrm>
          <a:prstGeom prst="rect">
            <a:avLst/>
          </a:prstGeom>
        </p:spPr>
      </p:pic>
    </p:spTree>
    <p:extLst>
      <p:ext uri="{BB962C8B-B14F-4D97-AF65-F5344CB8AC3E}">
        <p14:creationId xmlns:p14="http://schemas.microsoft.com/office/powerpoint/2010/main" val="8336963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576592-8546-AA66-F9DD-D95356B3BAFC}"/>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F3775D0-0B24-4768-0204-CF0839C6FC4B}"/>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(9)</a:t>
            </a:r>
          </a:p>
        </p:txBody>
      </p:sp>
      <p:sp>
        <p:nvSpPr>
          <p:cNvPr id="2" name="Slide Number Placeholder 1">
            <a:extLst>
              <a:ext uri="{FF2B5EF4-FFF2-40B4-BE49-F238E27FC236}">
                <a16:creationId xmlns:a16="http://schemas.microsoft.com/office/drawing/2014/main" id="{6F4A34C4-F847-0934-D1D0-89AAB0D7E885}"/>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20</a:t>
            </a:fld>
            <a:endParaRPr lang="en-AU"/>
          </a:p>
        </p:txBody>
      </p:sp>
      <p:pic>
        <p:nvPicPr>
          <p:cNvPr id="3" name="Picture 2" descr="image of a clipboard with a pencil recording short answer responses">
            <a:extLst>
              <a:ext uri="{FF2B5EF4-FFF2-40B4-BE49-F238E27FC236}">
                <a16:creationId xmlns:a16="http://schemas.microsoft.com/office/drawing/2014/main" id="{5EA70859-D7F4-2B7A-27DC-68B58B2816C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A61FD0E2-0B48-AC50-9B1A-1EDD348D1672}"/>
              </a:ext>
            </a:extLst>
          </p:cNvPr>
          <p:cNvSpPr txBox="1"/>
          <p:nvPr/>
        </p:nvSpPr>
        <p:spPr>
          <a:xfrm>
            <a:off x="805542" y="1080077"/>
            <a:ext cx="10580915" cy="5509200"/>
          </a:xfrm>
          <a:prstGeom prst="rect">
            <a:avLst/>
          </a:prstGeom>
          <a:noFill/>
        </p:spPr>
        <p:txBody>
          <a:bodyPr wrap="square">
            <a:spAutoFit/>
          </a:bodyPr>
          <a:lstStyle/>
          <a:p>
            <a:pPr lvl="0" algn="ctr"/>
            <a:r>
              <a:rPr lang="en-AU" sz="4400" dirty="0"/>
              <a:t>Kate arranged these numbers in </a:t>
            </a:r>
            <a:r>
              <a:rPr lang="en-AU" sz="4400" b="1" dirty="0"/>
              <a:t>descending</a:t>
            </a:r>
            <a:r>
              <a:rPr lang="en-AU" sz="4400" dirty="0"/>
              <a:t> order. Is she correct?</a:t>
            </a:r>
          </a:p>
          <a:p>
            <a:pPr lvl="0"/>
            <a:endParaRPr lang="en-AU" sz="4400" dirty="0"/>
          </a:p>
          <a:p>
            <a:pPr lvl="0"/>
            <a:endParaRPr lang="en-AU" sz="4400" dirty="0"/>
          </a:p>
          <a:p>
            <a:pPr lvl="0"/>
            <a:endParaRPr lang="en-AU" sz="4400" dirty="0"/>
          </a:p>
          <a:p>
            <a:pPr lvl="0"/>
            <a:endParaRPr lang="en-AU" sz="4400" dirty="0"/>
          </a:p>
          <a:p>
            <a:pPr lvl="0" algn="ctr"/>
            <a:r>
              <a:rPr lang="en-AU" sz="4400" dirty="0"/>
              <a:t>Why or Why not? </a:t>
            </a:r>
          </a:p>
          <a:p>
            <a:pPr lvl="0" algn="ctr"/>
            <a:r>
              <a:rPr lang="en-AU" sz="4400" b="1" dirty="0"/>
              <a:t>Explain</a:t>
            </a:r>
            <a:r>
              <a:rPr lang="en-AU" sz="4400" dirty="0"/>
              <a:t> your reasoning.</a:t>
            </a:r>
          </a:p>
        </p:txBody>
      </p:sp>
      <p:pic>
        <p:nvPicPr>
          <p:cNvPr id="10" name="Picture 9" descr="4 sticky notes each with a 5-digit number.">
            <a:extLst>
              <a:ext uri="{FF2B5EF4-FFF2-40B4-BE49-F238E27FC236}">
                <a16:creationId xmlns:a16="http://schemas.microsoft.com/office/drawing/2014/main" id="{54F26784-05A7-40A0-3CEF-E13589BCA293}"/>
              </a:ext>
            </a:extLst>
          </p:cNvPr>
          <p:cNvPicPr>
            <a:picLocks noChangeAspect="1"/>
          </p:cNvPicPr>
          <p:nvPr/>
        </p:nvPicPr>
        <p:blipFill>
          <a:blip r:embed="rId4"/>
          <a:stretch>
            <a:fillRect/>
          </a:stretch>
        </p:blipFill>
        <p:spPr>
          <a:xfrm>
            <a:off x="1372118" y="3175000"/>
            <a:ext cx="9154677" cy="2044700"/>
          </a:xfrm>
          <a:prstGeom prst="rect">
            <a:avLst/>
          </a:prstGeom>
        </p:spPr>
      </p:pic>
    </p:spTree>
    <p:extLst>
      <p:ext uri="{BB962C8B-B14F-4D97-AF65-F5344CB8AC3E}">
        <p14:creationId xmlns:p14="http://schemas.microsoft.com/office/powerpoint/2010/main" val="6648174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491311-E2CA-3AC5-05C9-E03DA9A2845A}"/>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D12184FE-E6F1-A3C6-01CD-68612E2B257D}"/>
              </a:ext>
            </a:extLst>
          </p:cNvPr>
          <p:cNvSpPr>
            <a:spLocks noGrp="1"/>
          </p:cNvSpPr>
          <p:nvPr>
            <p:ph type="title"/>
          </p:nvPr>
        </p:nvSpPr>
        <p:spPr/>
        <p:txBody>
          <a:bodyPr/>
          <a:lstStyle/>
          <a:p>
            <a:r>
              <a:rPr lang="en-US" dirty="0">
                <a:latin typeface="Arial"/>
                <a:cs typeface="Arial"/>
              </a:rPr>
              <a:t>Short response </a:t>
            </a:r>
            <a:r>
              <a:rPr lang="en-US" dirty="0">
                <a:solidFill>
                  <a:schemeClr val="bg1"/>
                </a:solidFill>
                <a:latin typeface="Arial"/>
                <a:cs typeface="Arial"/>
              </a:rPr>
              <a:t>(10) (9)</a:t>
            </a:r>
          </a:p>
        </p:txBody>
      </p:sp>
      <p:pic>
        <p:nvPicPr>
          <p:cNvPr id="4" name="Picture 3" descr="image of a clipboard with a pencil recording short answer responses">
            <a:extLst>
              <a:ext uri="{FF2B5EF4-FFF2-40B4-BE49-F238E27FC236}">
                <a16:creationId xmlns:a16="http://schemas.microsoft.com/office/drawing/2014/main" id="{A7928AD0-FB0D-320D-A01E-AB930E8E6C3D}"/>
              </a:ext>
            </a:extLst>
          </p:cNvPr>
          <p:cNvPicPr>
            <a:picLocks noChangeAspect="1"/>
          </p:cNvPicPr>
          <p:nvPr/>
        </p:nvPicPr>
        <p:blipFill>
          <a:blip r:embed="rId3"/>
          <a:stretch>
            <a:fillRect/>
          </a:stretch>
        </p:blipFill>
        <p:spPr>
          <a:xfrm>
            <a:off x="11030476" y="268723"/>
            <a:ext cx="915500" cy="915500"/>
          </a:xfrm>
          <a:prstGeom prst="rect">
            <a:avLst/>
          </a:prstGeom>
        </p:spPr>
      </p:pic>
      <p:sp>
        <p:nvSpPr>
          <p:cNvPr id="11" name="Picture Placeholder 10">
            <a:extLst>
              <a:ext uri="{FF2B5EF4-FFF2-40B4-BE49-F238E27FC236}">
                <a16:creationId xmlns:a16="http://schemas.microsoft.com/office/drawing/2014/main" id="{615793BF-4D97-0D6A-FB17-D26939AF18A8}"/>
              </a:ext>
            </a:extLst>
          </p:cNvPr>
          <p:cNvSpPr>
            <a:spLocks noGrp="1"/>
          </p:cNvSpPr>
          <p:nvPr>
            <p:ph type="pic" sz="quarter" idx="21"/>
          </p:nvPr>
        </p:nvSpPr>
        <p:spPr>
          <a:xfrm>
            <a:off x="709607" y="1059840"/>
            <a:ext cx="10774393" cy="3988432"/>
          </a:xfrm>
        </p:spPr>
        <p:txBody>
          <a:bodyPr/>
          <a:lstStyle/>
          <a:p>
            <a:pPr algn="ctr"/>
            <a:r>
              <a:rPr lang="en-AU" sz="4400" dirty="0">
                <a:latin typeface="Arial"/>
                <a:cs typeface="Arial"/>
              </a:rPr>
              <a:t>You have </a:t>
            </a:r>
            <a:r>
              <a:rPr lang="en-AU" sz="4400" b="1" dirty="0">
                <a:latin typeface="Arial"/>
                <a:cs typeface="Arial"/>
              </a:rPr>
              <a:t>$1.30 </a:t>
            </a:r>
            <a:r>
              <a:rPr lang="en-AU" sz="4400" dirty="0">
                <a:latin typeface="Arial"/>
                <a:cs typeface="Arial"/>
              </a:rPr>
              <a:t>made up of </a:t>
            </a:r>
            <a:r>
              <a:rPr lang="en-AU" sz="4400" b="1" dirty="0">
                <a:latin typeface="Arial"/>
                <a:cs typeface="Arial"/>
              </a:rPr>
              <a:t>4 coins</a:t>
            </a:r>
            <a:r>
              <a:rPr lang="en-AU" sz="4400" dirty="0">
                <a:latin typeface="Arial"/>
                <a:cs typeface="Arial"/>
              </a:rPr>
              <a:t>.</a:t>
            </a:r>
          </a:p>
          <a:p>
            <a:pPr algn="ctr"/>
            <a:r>
              <a:rPr lang="en-AU" sz="4400" dirty="0">
                <a:latin typeface="Arial"/>
                <a:cs typeface="Arial"/>
              </a:rPr>
              <a:t>What </a:t>
            </a:r>
            <a:r>
              <a:rPr lang="en-AU" sz="4400" b="1" dirty="0">
                <a:latin typeface="Arial"/>
                <a:cs typeface="Arial"/>
              </a:rPr>
              <a:t>different combinations</a:t>
            </a:r>
            <a:r>
              <a:rPr lang="en-AU" sz="4400" dirty="0">
                <a:latin typeface="Arial"/>
                <a:cs typeface="Arial"/>
              </a:rPr>
              <a:t> of coins could you have?</a:t>
            </a:r>
          </a:p>
          <a:p>
            <a:pPr algn="ctr"/>
            <a:endParaRPr lang="en-AU" sz="4400" dirty="0">
              <a:latin typeface="Arial"/>
              <a:cs typeface="Arial"/>
            </a:endParaRPr>
          </a:p>
          <a:p>
            <a:pPr algn="ctr"/>
            <a:r>
              <a:rPr lang="en-AU" sz="4400" b="1" dirty="0">
                <a:latin typeface="Arial"/>
                <a:cs typeface="Arial"/>
              </a:rPr>
              <a:t>Communicate</a:t>
            </a:r>
            <a:r>
              <a:rPr lang="en-AU" sz="4400" dirty="0">
                <a:latin typeface="Arial"/>
                <a:cs typeface="Arial"/>
              </a:rPr>
              <a:t> your </a:t>
            </a:r>
            <a:r>
              <a:rPr lang="en-AU" sz="4400" b="1" dirty="0">
                <a:latin typeface="Arial"/>
                <a:cs typeface="Arial"/>
              </a:rPr>
              <a:t>reasoning.</a:t>
            </a:r>
            <a:endParaRPr lang="en-US" sz="4400" b="1" dirty="0">
              <a:latin typeface="Arial"/>
              <a:cs typeface="Arial"/>
            </a:endParaRPr>
          </a:p>
        </p:txBody>
      </p:sp>
      <p:sp>
        <p:nvSpPr>
          <p:cNvPr id="2" name="Slide Number Placeholder 1">
            <a:extLst>
              <a:ext uri="{FF2B5EF4-FFF2-40B4-BE49-F238E27FC236}">
                <a16:creationId xmlns:a16="http://schemas.microsoft.com/office/drawing/2014/main" id="{3DB77910-F56A-4A66-771A-69EA4515CFC6}"/>
              </a:ext>
            </a:extLst>
          </p:cNvPr>
          <p:cNvSpPr>
            <a:spLocks noGrp="1"/>
          </p:cNvSpPr>
          <p:nvPr>
            <p:ph type="sldNum" sz="quarter" idx="12"/>
          </p:nvPr>
        </p:nvSpPr>
        <p:spPr/>
        <p:txBody>
          <a:bodyPr/>
          <a:lstStyle/>
          <a:p>
            <a:pPr marL="0" marR="0" lvl="0" indent="0" algn="r" defTabSz="609585" rtl="0" eaLnBrk="1" fontAlgn="auto" latinLnBrk="0" hangingPunct="1">
              <a:lnSpc>
                <a:spcPct val="100000"/>
              </a:lnSpc>
              <a:spcBef>
                <a:spcPts val="0"/>
              </a:spcBef>
              <a:spcAft>
                <a:spcPts val="0"/>
              </a:spcAft>
              <a:buClrTx/>
              <a:buSzTx/>
              <a:buFontTx/>
              <a:buNone/>
              <a:tabLst/>
              <a:defRPr/>
            </a:pPr>
            <a:fld id="{10A01DC5-1685-4615-8240-15192985C6A2}" type="slidenum">
              <a:rPr kumimoji="0" lang="en-AU" sz="1200" b="0" i="0" u="none" strike="noStrike" kern="1200" cap="none" spc="0" normalizeH="0" baseline="0" noProof="0" smtClean="0">
                <a:ln>
                  <a:noFill/>
                </a:ln>
                <a:solidFill>
                  <a:srgbClr val="22272B"/>
                </a:solidFill>
                <a:effectLst/>
                <a:uLnTx/>
                <a:uFillTx/>
                <a:latin typeface="Arial" panose="020B0604020202020204"/>
                <a:ea typeface="+mn-ea"/>
                <a:cs typeface="+mn-cs"/>
              </a:rPr>
              <a:pPr marL="0" marR="0" lvl="0" indent="0" algn="r" defTabSz="609585" rtl="0" eaLnBrk="1" fontAlgn="auto" latinLnBrk="0" hangingPunct="1">
                <a:lnSpc>
                  <a:spcPct val="100000"/>
                </a:lnSpc>
                <a:spcBef>
                  <a:spcPts val="0"/>
                </a:spcBef>
                <a:spcAft>
                  <a:spcPts val="0"/>
                </a:spcAft>
                <a:buClrTx/>
                <a:buSzTx/>
                <a:buFontTx/>
                <a:buNone/>
                <a:tabLst/>
                <a:defRPr/>
              </a:pPr>
              <a:t>21</a:t>
            </a:fld>
            <a:endParaRPr kumimoji="0" lang="en-AU" sz="1200" b="0" i="0" u="none" strike="noStrike" kern="1200" cap="none" spc="0" normalizeH="0" baseline="0" noProof="0">
              <a:ln>
                <a:noFill/>
              </a:ln>
              <a:solidFill>
                <a:srgbClr val="22272B"/>
              </a:solidFill>
              <a:effectLst/>
              <a:uLnTx/>
              <a:uFillTx/>
              <a:latin typeface="Arial" panose="020B0604020202020204"/>
              <a:ea typeface="+mn-ea"/>
              <a:cs typeface="+mn-cs"/>
            </a:endParaRPr>
          </a:p>
        </p:txBody>
      </p:sp>
    </p:spTree>
    <p:extLst>
      <p:ext uri="{BB962C8B-B14F-4D97-AF65-F5344CB8AC3E}">
        <p14:creationId xmlns:p14="http://schemas.microsoft.com/office/powerpoint/2010/main" val="37773708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7F93E5-F139-F392-251F-752BCC53FF1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FD7EA02-B2B2-9AE1-FADE-A274B950DEDA}"/>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(11)</a:t>
            </a:r>
          </a:p>
        </p:txBody>
      </p:sp>
      <p:sp>
        <p:nvSpPr>
          <p:cNvPr id="2" name="Slide Number Placeholder 1">
            <a:extLst>
              <a:ext uri="{FF2B5EF4-FFF2-40B4-BE49-F238E27FC236}">
                <a16:creationId xmlns:a16="http://schemas.microsoft.com/office/drawing/2014/main" id="{60D2A36A-A9B5-D2C0-90BB-0368FCAF4E8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22</a:t>
            </a:fld>
            <a:endParaRPr lang="en-AU"/>
          </a:p>
        </p:txBody>
      </p:sp>
      <p:pic>
        <p:nvPicPr>
          <p:cNvPr id="3" name="Picture 2" descr="image of a clipboard with a pencil recording short answer responses">
            <a:extLst>
              <a:ext uri="{FF2B5EF4-FFF2-40B4-BE49-F238E27FC236}">
                <a16:creationId xmlns:a16="http://schemas.microsoft.com/office/drawing/2014/main" id="{CDC9578D-E509-83DC-F7E6-82182EFDC994}"/>
              </a:ext>
            </a:extLst>
          </p:cNvPr>
          <p:cNvPicPr>
            <a:picLocks noChangeAspect="1"/>
          </p:cNvPicPr>
          <p:nvPr/>
        </p:nvPicPr>
        <p:blipFill>
          <a:blip r:embed="rId3"/>
          <a:stretch>
            <a:fillRect/>
          </a:stretch>
        </p:blipFill>
        <p:spPr>
          <a:xfrm>
            <a:off x="11030476" y="268723"/>
            <a:ext cx="915500" cy="915500"/>
          </a:xfrm>
          <a:prstGeom prst="rect">
            <a:avLst/>
          </a:prstGeom>
        </p:spPr>
      </p:pic>
      <p:sp>
        <p:nvSpPr>
          <p:cNvPr id="7" name="TextBox 6">
            <a:extLst>
              <a:ext uri="{FF2B5EF4-FFF2-40B4-BE49-F238E27FC236}">
                <a16:creationId xmlns:a16="http://schemas.microsoft.com/office/drawing/2014/main" id="{A362A9EB-CCE0-70C8-1FFF-5EC07C2BBB7D}"/>
              </a:ext>
            </a:extLst>
          </p:cNvPr>
          <p:cNvSpPr txBox="1"/>
          <p:nvPr/>
        </p:nvSpPr>
        <p:spPr>
          <a:xfrm>
            <a:off x="424688" y="946824"/>
            <a:ext cx="11342624" cy="4770537"/>
          </a:xfrm>
          <a:prstGeom prst="rect">
            <a:avLst/>
          </a:prstGeom>
          <a:noFill/>
        </p:spPr>
        <p:txBody>
          <a:bodyPr wrap="square">
            <a:spAutoFit/>
          </a:bodyPr>
          <a:lstStyle/>
          <a:p>
            <a:pPr algn="ctr"/>
            <a:r>
              <a:rPr lang="en-AU" sz="4000" dirty="0">
                <a:effectLst/>
                <a:latin typeface="Arial" panose="020B0604020202020204" pitchFamily="34" charset="0"/>
                <a:ea typeface="Calibri" panose="020F0502020204030204" pitchFamily="34" charset="0"/>
              </a:rPr>
              <a:t>These quadrilaterals have been grouped using </a:t>
            </a:r>
            <a:r>
              <a:rPr lang="en-AU" sz="4000" b="1" dirty="0">
                <a:effectLst/>
                <a:latin typeface="Arial" panose="020B0604020202020204" pitchFamily="34" charset="0"/>
                <a:ea typeface="Calibri" panose="020F0502020204030204" pitchFamily="34" charset="0"/>
              </a:rPr>
              <a:t>one attribute</a:t>
            </a:r>
            <a:r>
              <a:rPr lang="en-AU" sz="4000" dirty="0">
                <a:effectLst/>
                <a:latin typeface="Arial" panose="020B0604020202020204" pitchFamily="34" charset="0"/>
                <a:ea typeface="Calibri" panose="020F0502020204030204" pitchFamily="34" charset="0"/>
              </a:rPr>
              <a:t>. Describe how they have been grouped</a:t>
            </a:r>
            <a:r>
              <a:rPr lang="en-AU" sz="4000" dirty="0">
                <a:latin typeface="Arial" panose="020B0604020202020204" pitchFamily="34" charset="0"/>
                <a:ea typeface="Calibri" panose="020F0502020204030204" pitchFamily="34" charset="0"/>
              </a:rPr>
              <a:t>.</a:t>
            </a:r>
            <a:endParaRPr lang="en-AU" sz="4000" dirty="0">
              <a:effectLst/>
              <a:latin typeface="Arial" panose="020B0604020202020204" pitchFamily="34" charset="0"/>
              <a:ea typeface="Calibri" panose="020F0502020204030204" pitchFamily="34" charset="0"/>
            </a:endParaRPr>
          </a:p>
          <a:p>
            <a:endParaRPr lang="en-AU" sz="4000" dirty="0">
              <a:latin typeface="Arial" panose="020B0604020202020204" pitchFamily="34" charset="0"/>
              <a:ea typeface="Calibri" panose="020F0502020204030204" pitchFamily="34" charset="0"/>
            </a:endParaRPr>
          </a:p>
          <a:p>
            <a:endParaRPr lang="en-AU" sz="4000" dirty="0">
              <a:latin typeface="Arial" panose="020B0604020202020204" pitchFamily="34" charset="0"/>
              <a:ea typeface="Calibri" panose="020F0502020204030204" pitchFamily="34" charset="0"/>
            </a:endParaRPr>
          </a:p>
          <a:p>
            <a:endParaRPr lang="en-AU" sz="4000" dirty="0">
              <a:latin typeface="Arial" panose="020B0604020202020204" pitchFamily="34" charset="0"/>
              <a:ea typeface="Calibri" panose="020F0502020204030204" pitchFamily="34" charset="0"/>
            </a:endParaRPr>
          </a:p>
          <a:p>
            <a:endParaRPr lang="en-AU" sz="4000" dirty="0">
              <a:latin typeface="Arial" panose="020B0604020202020204" pitchFamily="34" charset="0"/>
              <a:ea typeface="Calibri" panose="020F0502020204030204" pitchFamily="34" charset="0"/>
            </a:endParaRPr>
          </a:p>
          <a:p>
            <a:endParaRPr lang="en-AU" dirty="0">
              <a:highlight>
                <a:srgbClr val="FFFF00"/>
              </a:highlight>
            </a:endParaRPr>
          </a:p>
        </p:txBody>
      </p:sp>
      <p:pic>
        <p:nvPicPr>
          <p:cNvPr id="30" name="Picture 29" descr="A square and a rectangle grouped together.">
            <a:extLst>
              <a:ext uri="{FF2B5EF4-FFF2-40B4-BE49-F238E27FC236}">
                <a16:creationId xmlns:a16="http://schemas.microsoft.com/office/drawing/2014/main" id="{2141DDBD-FD9E-399B-5B24-0E1068DE09C8}"/>
              </a:ext>
            </a:extLst>
          </p:cNvPr>
          <p:cNvPicPr>
            <a:picLocks noChangeAspect="1"/>
          </p:cNvPicPr>
          <p:nvPr/>
        </p:nvPicPr>
        <p:blipFill>
          <a:blip r:embed="rId4"/>
          <a:stretch>
            <a:fillRect/>
          </a:stretch>
        </p:blipFill>
        <p:spPr>
          <a:xfrm>
            <a:off x="1711620" y="3412758"/>
            <a:ext cx="2376605" cy="2119231"/>
          </a:xfrm>
          <a:prstGeom prst="rect">
            <a:avLst/>
          </a:prstGeom>
        </p:spPr>
      </p:pic>
      <p:pic>
        <p:nvPicPr>
          <p:cNvPr id="32" name="Picture 31" descr="A rhombus, trapezium and kite grouped together. ">
            <a:extLst>
              <a:ext uri="{FF2B5EF4-FFF2-40B4-BE49-F238E27FC236}">
                <a16:creationId xmlns:a16="http://schemas.microsoft.com/office/drawing/2014/main" id="{98B9A85A-72C8-6CEB-6BAF-72B2AEA93EB7}"/>
              </a:ext>
            </a:extLst>
          </p:cNvPr>
          <p:cNvPicPr>
            <a:picLocks noChangeAspect="1"/>
          </p:cNvPicPr>
          <p:nvPr/>
        </p:nvPicPr>
        <p:blipFill>
          <a:blip r:embed="rId5"/>
          <a:stretch>
            <a:fillRect/>
          </a:stretch>
        </p:blipFill>
        <p:spPr>
          <a:xfrm>
            <a:off x="6032784" y="3309151"/>
            <a:ext cx="4694484" cy="2041189"/>
          </a:xfrm>
          <a:prstGeom prst="rect">
            <a:avLst/>
          </a:prstGeom>
        </p:spPr>
      </p:pic>
    </p:spTree>
    <p:extLst>
      <p:ext uri="{BB962C8B-B14F-4D97-AF65-F5344CB8AC3E}">
        <p14:creationId xmlns:p14="http://schemas.microsoft.com/office/powerpoint/2010/main" val="1331896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240840-D7CC-4CCB-8D3E-7D33347E7802}"/>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74460B9-92F5-903A-AAF0-6C45AAE06521}"/>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(12)</a:t>
            </a:r>
          </a:p>
        </p:txBody>
      </p:sp>
      <p:sp>
        <p:nvSpPr>
          <p:cNvPr id="2" name="Slide Number Placeholder 1">
            <a:extLst>
              <a:ext uri="{FF2B5EF4-FFF2-40B4-BE49-F238E27FC236}">
                <a16:creationId xmlns:a16="http://schemas.microsoft.com/office/drawing/2014/main" id="{341BE9D8-9322-2BA9-592E-BBC8E8C4C8AA}"/>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23</a:t>
            </a:fld>
            <a:endParaRPr lang="en-AU"/>
          </a:p>
        </p:txBody>
      </p:sp>
      <p:pic>
        <p:nvPicPr>
          <p:cNvPr id="3" name="Picture 2" descr="image of a clipboard with a pencil recording short answer responses">
            <a:extLst>
              <a:ext uri="{FF2B5EF4-FFF2-40B4-BE49-F238E27FC236}">
                <a16:creationId xmlns:a16="http://schemas.microsoft.com/office/drawing/2014/main" id="{4F225E6B-742A-E393-5D68-B394EB858BAC}"/>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FB50BC7C-64A6-876D-D860-82013B918E22}"/>
              </a:ext>
            </a:extLst>
          </p:cNvPr>
          <p:cNvSpPr txBox="1"/>
          <p:nvPr/>
        </p:nvSpPr>
        <p:spPr>
          <a:xfrm>
            <a:off x="3763108" y="988800"/>
            <a:ext cx="7622287" cy="4832092"/>
          </a:xfrm>
          <a:prstGeom prst="rect">
            <a:avLst/>
          </a:prstGeom>
          <a:noFill/>
        </p:spPr>
        <p:txBody>
          <a:bodyPr wrap="square">
            <a:spAutoFit/>
          </a:bodyPr>
          <a:lstStyle/>
          <a:p>
            <a:pPr algn="ctr"/>
            <a:r>
              <a:rPr lang="en-AU" sz="4400" dirty="0"/>
              <a:t>In this jar is 3 </a:t>
            </a:r>
            <a:r>
              <a:rPr lang="en-AU" sz="4400" b="1" dirty="0">
                <a:solidFill>
                  <a:schemeClr val="accent1">
                    <a:lumMod val="50000"/>
                    <a:lumOff val="50000"/>
                  </a:schemeClr>
                </a:solidFill>
              </a:rPr>
              <a:t>blue,</a:t>
            </a:r>
            <a:r>
              <a:rPr lang="en-AU" sz="4400" dirty="0"/>
              <a:t> 3 </a:t>
            </a:r>
            <a:r>
              <a:rPr lang="en-AU" sz="4400" b="1" dirty="0">
                <a:solidFill>
                  <a:schemeClr val="accent6">
                    <a:lumMod val="75000"/>
                  </a:schemeClr>
                </a:solidFill>
              </a:rPr>
              <a:t>pink </a:t>
            </a:r>
            <a:r>
              <a:rPr lang="en-AU" sz="4400" dirty="0"/>
              <a:t>and 3 </a:t>
            </a:r>
            <a:r>
              <a:rPr lang="en-AU" sz="4400" b="1" dirty="0">
                <a:solidFill>
                  <a:srgbClr val="87D830"/>
                </a:solidFill>
              </a:rPr>
              <a:t>green </a:t>
            </a:r>
            <a:r>
              <a:rPr lang="en-AU" sz="4400" dirty="0"/>
              <a:t>marbles. </a:t>
            </a:r>
          </a:p>
          <a:p>
            <a:pPr algn="ctr"/>
            <a:br>
              <a:rPr lang="en-AU" sz="4400" dirty="0"/>
            </a:br>
            <a:r>
              <a:rPr lang="en-AU" sz="4400" dirty="0"/>
              <a:t>What </a:t>
            </a:r>
            <a:r>
              <a:rPr lang="en-AU" sz="4400" b="1" dirty="0"/>
              <a:t>different</a:t>
            </a:r>
            <a:r>
              <a:rPr lang="en-AU" sz="4400" dirty="0"/>
              <a:t> colour combinations are </a:t>
            </a:r>
            <a:r>
              <a:rPr lang="en-AU" sz="4400" b="1" dirty="0"/>
              <a:t>possible</a:t>
            </a:r>
            <a:r>
              <a:rPr lang="en-AU" sz="4400" dirty="0"/>
              <a:t> if </a:t>
            </a:r>
            <a:r>
              <a:rPr lang="en-AU" sz="4400" b="1" dirty="0"/>
              <a:t>3 </a:t>
            </a:r>
            <a:r>
              <a:rPr lang="en-AU" sz="4400" dirty="0"/>
              <a:t>marbles are </a:t>
            </a:r>
            <a:r>
              <a:rPr lang="en-AU" sz="4400" b="1" dirty="0"/>
              <a:t>randomly</a:t>
            </a:r>
            <a:r>
              <a:rPr lang="en-AU" sz="4400" dirty="0"/>
              <a:t> selected?</a:t>
            </a:r>
          </a:p>
        </p:txBody>
      </p:sp>
      <p:pic>
        <p:nvPicPr>
          <p:cNvPr id="12" name="Picture 11" descr="A jar of blue, pink and green marbles. There are 3 of each.  ">
            <a:extLst>
              <a:ext uri="{FF2B5EF4-FFF2-40B4-BE49-F238E27FC236}">
                <a16:creationId xmlns:a16="http://schemas.microsoft.com/office/drawing/2014/main" id="{96B6321A-F86E-C1A9-FC04-EB13FCC2F557}"/>
              </a:ext>
            </a:extLst>
          </p:cNvPr>
          <p:cNvPicPr>
            <a:picLocks noChangeAspect="1"/>
          </p:cNvPicPr>
          <p:nvPr/>
        </p:nvPicPr>
        <p:blipFill>
          <a:blip r:embed="rId4"/>
          <a:srcRect t="1138"/>
          <a:stretch>
            <a:fillRect/>
          </a:stretch>
        </p:blipFill>
        <p:spPr>
          <a:xfrm>
            <a:off x="493458" y="1334716"/>
            <a:ext cx="3102204" cy="4672189"/>
          </a:xfrm>
          <a:prstGeom prst="rect">
            <a:avLst/>
          </a:prstGeom>
        </p:spPr>
      </p:pic>
    </p:spTree>
    <p:extLst>
      <p:ext uri="{BB962C8B-B14F-4D97-AF65-F5344CB8AC3E}">
        <p14:creationId xmlns:p14="http://schemas.microsoft.com/office/powerpoint/2010/main" val="25290014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E99FCAD-B981-9BBC-C5BF-914232435E08}"/>
              </a:ext>
            </a:extLst>
          </p:cNvPr>
          <p:cNvSpPr>
            <a:spLocks noGrp="1"/>
          </p:cNvSpPr>
          <p:nvPr>
            <p:ph type="sldNum" sz="quarter" idx="12"/>
          </p:nvPr>
        </p:nvSpPr>
        <p:spPr/>
        <p:txBody>
          <a:bodyPr/>
          <a:lstStyle/>
          <a:p>
            <a:fld id="{10A01DC5-1685-4615-8240-15192985C6A2}" type="slidenum">
              <a:rPr lang="en-AU" smtClean="0"/>
              <a:t>24</a:t>
            </a:fld>
            <a:endParaRPr lang="en-AU"/>
          </a:p>
        </p:txBody>
      </p:sp>
      <p:sp>
        <p:nvSpPr>
          <p:cNvPr id="3" name="Title 2">
            <a:extLst>
              <a:ext uri="{FF2B5EF4-FFF2-40B4-BE49-F238E27FC236}">
                <a16:creationId xmlns:a16="http://schemas.microsoft.com/office/drawing/2014/main" id="{BFA0CD49-38C1-73C3-4824-50A92743DDE1}"/>
              </a:ext>
            </a:extLst>
          </p:cNvPr>
          <p:cNvSpPr>
            <a:spLocks noGrp="1"/>
          </p:cNvSpPr>
          <p:nvPr>
            <p:ph type="title"/>
          </p:nvPr>
        </p:nvSpPr>
        <p:spPr>
          <a:xfrm>
            <a:off x="360000" y="360000"/>
            <a:ext cx="11484000" cy="545601"/>
          </a:xfrm>
        </p:spPr>
        <p:txBody>
          <a:bodyPr/>
          <a:lstStyle/>
          <a:p>
            <a:r>
              <a:rPr lang="en-AU" dirty="0">
                <a:latin typeface="Arial"/>
                <a:cs typeface="Arial"/>
              </a:rPr>
              <a:t>Activity 3 – expanded notation memory</a:t>
            </a:r>
            <a:endParaRPr lang="en-US" dirty="0"/>
          </a:p>
        </p:txBody>
      </p:sp>
      <p:pic>
        <p:nvPicPr>
          <p:cNvPr id="12" name="Picture 11" descr="Memory game cards with various numbers on them in standard and expanded form.">
            <a:extLst>
              <a:ext uri="{FF2B5EF4-FFF2-40B4-BE49-F238E27FC236}">
                <a16:creationId xmlns:a16="http://schemas.microsoft.com/office/drawing/2014/main" id="{DA102BD6-060F-4008-E40D-E34F80FACBA0}"/>
              </a:ext>
            </a:extLst>
          </p:cNvPr>
          <p:cNvPicPr>
            <a:picLocks noChangeAspect="1"/>
          </p:cNvPicPr>
          <p:nvPr/>
        </p:nvPicPr>
        <p:blipFill>
          <a:blip r:embed="rId3"/>
          <a:stretch>
            <a:fillRect/>
          </a:stretch>
        </p:blipFill>
        <p:spPr>
          <a:xfrm>
            <a:off x="2697487" y="1076727"/>
            <a:ext cx="7280060" cy="5439273"/>
          </a:xfrm>
          <a:prstGeom prst="rect">
            <a:avLst/>
          </a:prstGeom>
        </p:spPr>
      </p:pic>
      <p:pic>
        <p:nvPicPr>
          <p:cNvPr id="4" name="Picture 2" descr="image of a head with cogs turning inside">
            <a:extLst>
              <a:ext uri="{FF2B5EF4-FFF2-40B4-BE49-F238E27FC236}">
                <a16:creationId xmlns:a16="http://schemas.microsoft.com/office/drawing/2014/main" id="{C4555E86-69A6-9729-17A1-FE23F05B150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140151" y="39575"/>
            <a:ext cx="782592" cy="9308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754646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B2DF9B-3550-BFA9-EED0-38CBAC7E9614}"/>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91CD758A-1643-8963-9FA0-97E7FF62C8FF}"/>
              </a:ext>
            </a:extLst>
          </p:cNvPr>
          <p:cNvSpPr>
            <a:spLocks noGrp="1"/>
          </p:cNvSpPr>
          <p:nvPr>
            <p:ph type="ctrTitle"/>
          </p:nvPr>
        </p:nvSpPr>
        <p:spPr/>
        <p:txBody>
          <a:bodyPr/>
          <a:lstStyle/>
          <a:p>
            <a:r>
              <a:rPr lang="en-AU" dirty="0">
                <a:latin typeface="+mj-lt"/>
              </a:rPr>
              <a:t>Review of learning 4</a:t>
            </a:r>
          </a:p>
        </p:txBody>
      </p:sp>
    </p:spTree>
    <p:extLst>
      <p:ext uri="{BB962C8B-B14F-4D97-AF65-F5344CB8AC3E}">
        <p14:creationId xmlns:p14="http://schemas.microsoft.com/office/powerpoint/2010/main" val="25084362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F1E96E-77B4-2C82-4376-4892043A4FD6}"/>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543D758-EFDD-EFF7-9F6F-60499B8070EF}"/>
              </a:ext>
            </a:extLst>
          </p:cNvPr>
          <p:cNvSpPr>
            <a:spLocks noGrp="1"/>
          </p:cNvSpPr>
          <p:nvPr>
            <p:ph type="sldNum" sz="quarter" idx="12"/>
          </p:nvPr>
        </p:nvSpPr>
        <p:spPr/>
        <p:txBody>
          <a:bodyPr/>
          <a:lstStyle/>
          <a:p>
            <a:fld id="{10A01DC5-1685-4615-8240-15192985C6A2}" type="slidenum">
              <a:rPr lang="en-AU" smtClean="0"/>
              <a:t>26</a:t>
            </a:fld>
            <a:endParaRPr lang="en-AU"/>
          </a:p>
        </p:txBody>
      </p:sp>
      <p:sp>
        <p:nvSpPr>
          <p:cNvPr id="3" name="Title 2">
            <a:extLst>
              <a:ext uri="{FF2B5EF4-FFF2-40B4-BE49-F238E27FC236}">
                <a16:creationId xmlns:a16="http://schemas.microsoft.com/office/drawing/2014/main" id="{3DA66D7F-0F12-2ED7-6EE7-87E24A15E5B6}"/>
              </a:ext>
            </a:extLst>
          </p:cNvPr>
          <p:cNvSpPr>
            <a:spLocks noGrp="1"/>
          </p:cNvSpPr>
          <p:nvPr>
            <p:ph type="title"/>
          </p:nvPr>
        </p:nvSpPr>
        <p:spPr/>
        <p:txBody>
          <a:bodyPr/>
          <a:lstStyle/>
          <a:p>
            <a:r>
              <a:rPr lang="en-US" dirty="0"/>
              <a:t>True or false </a:t>
            </a:r>
            <a:r>
              <a:rPr lang="en-US" dirty="0">
                <a:solidFill>
                  <a:schemeClr val="bg1"/>
                </a:solidFill>
              </a:rPr>
              <a:t>(2)</a:t>
            </a:r>
          </a:p>
        </p:txBody>
      </p:sp>
      <p:graphicFrame>
        <p:nvGraphicFramePr>
          <p:cNvPr id="12" name="Table 11">
            <a:extLst>
              <a:ext uri="{FF2B5EF4-FFF2-40B4-BE49-F238E27FC236}">
                <a16:creationId xmlns:a16="http://schemas.microsoft.com/office/drawing/2014/main" id="{0C09EB67-5723-E2C5-3550-4148039E5CF8}"/>
              </a:ext>
            </a:extLst>
          </p:cNvPr>
          <p:cNvGraphicFramePr>
            <a:graphicFrameLocks noGrp="1"/>
          </p:cNvGraphicFramePr>
          <p:nvPr>
            <p:extLst>
              <p:ext uri="{D42A27DB-BD31-4B8C-83A1-F6EECF244321}">
                <p14:modId xmlns:p14="http://schemas.microsoft.com/office/powerpoint/2010/main" val="3229833644"/>
              </p:ext>
            </p:extLst>
          </p:nvPr>
        </p:nvGraphicFramePr>
        <p:xfrm>
          <a:off x="2442981" y="5519039"/>
          <a:ext cx="7077076" cy="74168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dirty="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dirty="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pic>
        <p:nvPicPr>
          <p:cNvPr id="4" name="Picture 3" descr="image of a finger selecting an option for a multiple choice or true and false">
            <a:extLst>
              <a:ext uri="{FF2B5EF4-FFF2-40B4-BE49-F238E27FC236}">
                <a16:creationId xmlns:a16="http://schemas.microsoft.com/office/drawing/2014/main" id="{10894CBE-266A-B58D-5858-0C2919DF6112}"/>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6" name="Text Placeholder 5">
            <a:extLst>
              <a:ext uri="{FF2B5EF4-FFF2-40B4-BE49-F238E27FC236}">
                <a16:creationId xmlns:a16="http://schemas.microsoft.com/office/drawing/2014/main" id="{1F74B9A4-EFE2-0CD1-0E45-27C87BBC65EB}"/>
              </a:ext>
            </a:extLst>
          </p:cNvPr>
          <p:cNvSpPr>
            <a:spLocks noGrp="1"/>
          </p:cNvSpPr>
          <p:nvPr>
            <p:ph type="body" sz="quarter" idx="22"/>
          </p:nvPr>
        </p:nvSpPr>
        <p:spPr>
          <a:xfrm>
            <a:off x="585083" y="1743937"/>
            <a:ext cx="6603508" cy="893226"/>
          </a:xfrm>
        </p:spPr>
        <p:txBody>
          <a:bodyPr/>
          <a:lstStyle/>
          <a:p>
            <a:r>
              <a:rPr lang="en-AU" sz="4200" dirty="0"/>
              <a:t>This array can be described as </a:t>
            </a:r>
            <a:r>
              <a:rPr lang="en-AU" sz="4200" b="1" dirty="0"/>
              <a:t>3 fours </a:t>
            </a:r>
            <a:r>
              <a:rPr lang="en-AU" sz="4200" dirty="0"/>
              <a:t>are </a:t>
            </a:r>
            <a:r>
              <a:rPr lang="en-AU" sz="4200" b="1" dirty="0"/>
              <a:t>12.</a:t>
            </a:r>
            <a:endParaRPr lang="en-AU" sz="4200" dirty="0"/>
          </a:p>
        </p:txBody>
      </p:sp>
      <p:pic>
        <p:nvPicPr>
          <p:cNvPr id="8" name="Picture 7" descr="An array made of green circles arranged into rows.">
            <a:extLst>
              <a:ext uri="{FF2B5EF4-FFF2-40B4-BE49-F238E27FC236}">
                <a16:creationId xmlns:a16="http://schemas.microsoft.com/office/drawing/2014/main" id="{C300418D-5DA0-6A03-B970-054FA2AC47FC}"/>
              </a:ext>
            </a:extLst>
          </p:cNvPr>
          <p:cNvPicPr>
            <a:picLocks noChangeAspect="1"/>
          </p:cNvPicPr>
          <p:nvPr/>
        </p:nvPicPr>
        <p:blipFill>
          <a:blip r:embed="rId4"/>
          <a:stretch>
            <a:fillRect/>
          </a:stretch>
        </p:blipFill>
        <p:spPr>
          <a:xfrm>
            <a:off x="7653310" y="2192624"/>
            <a:ext cx="3470690" cy="2488079"/>
          </a:xfrm>
          <a:prstGeom prst="rect">
            <a:avLst/>
          </a:prstGeom>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pic>
    </p:spTree>
    <p:extLst>
      <p:ext uri="{BB962C8B-B14F-4D97-AF65-F5344CB8AC3E}">
        <p14:creationId xmlns:p14="http://schemas.microsoft.com/office/powerpoint/2010/main" val="18194785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C9CA98-100A-82FC-58FD-FFDA6148D27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30B1BA5-248F-FC3D-9ED9-FCB290EF8BE9}"/>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(13)</a:t>
            </a:r>
          </a:p>
        </p:txBody>
      </p:sp>
      <p:sp>
        <p:nvSpPr>
          <p:cNvPr id="2" name="Slide Number Placeholder 1">
            <a:extLst>
              <a:ext uri="{FF2B5EF4-FFF2-40B4-BE49-F238E27FC236}">
                <a16:creationId xmlns:a16="http://schemas.microsoft.com/office/drawing/2014/main" id="{12689097-B53F-3D67-9672-54777688B020}"/>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27</a:t>
            </a:fld>
            <a:endParaRPr lang="en-AU"/>
          </a:p>
        </p:txBody>
      </p:sp>
      <p:pic>
        <p:nvPicPr>
          <p:cNvPr id="3" name="Picture 2" descr="image of a clipboard with a pencil recording short answer responses">
            <a:extLst>
              <a:ext uri="{FF2B5EF4-FFF2-40B4-BE49-F238E27FC236}">
                <a16:creationId xmlns:a16="http://schemas.microsoft.com/office/drawing/2014/main" id="{B6B8916C-EC27-6464-77C1-A2C737717E19}"/>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5B27436E-1F71-4853-142E-BCC72A93A968}"/>
              </a:ext>
            </a:extLst>
          </p:cNvPr>
          <p:cNvSpPr txBox="1"/>
          <p:nvPr/>
        </p:nvSpPr>
        <p:spPr>
          <a:xfrm>
            <a:off x="1116732" y="1704125"/>
            <a:ext cx="10367268" cy="1815882"/>
          </a:xfrm>
          <a:prstGeom prst="rect">
            <a:avLst/>
          </a:prstGeom>
          <a:noFill/>
        </p:spPr>
        <p:txBody>
          <a:bodyPr wrap="square">
            <a:spAutoFit/>
          </a:bodyPr>
          <a:lstStyle/>
          <a:p>
            <a:pPr algn="ctr"/>
            <a:r>
              <a:rPr lang="en-AU" sz="4400" dirty="0"/>
              <a:t>Draw the number line and label the </a:t>
            </a:r>
            <a:r>
              <a:rPr lang="en-AU" sz="4400" b="1" dirty="0"/>
              <a:t>tenths</a:t>
            </a:r>
            <a:r>
              <a:rPr lang="en-AU" sz="4400" dirty="0"/>
              <a:t> using </a:t>
            </a:r>
            <a:r>
              <a:rPr lang="en-AU" sz="4400" b="1" dirty="0"/>
              <a:t>decimal </a:t>
            </a:r>
            <a:r>
              <a:rPr lang="en-AU" sz="4400" dirty="0"/>
              <a:t>notation.</a:t>
            </a:r>
            <a:endParaRPr lang="en-AU" sz="4400" dirty="0">
              <a:solidFill>
                <a:srgbClr val="FF0000"/>
              </a:solidFill>
            </a:endParaRPr>
          </a:p>
          <a:p>
            <a:endParaRPr lang="en-AU" dirty="0"/>
          </a:p>
        </p:txBody>
      </p:sp>
      <p:pic>
        <p:nvPicPr>
          <p:cNvPr id="7" name="Picture 6" descr="A number line from 0 to 1 with arrows at both ends. The interval is divided into ten equal parts with vertical marks.">
            <a:extLst>
              <a:ext uri="{FF2B5EF4-FFF2-40B4-BE49-F238E27FC236}">
                <a16:creationId xmlns:a16="http://schemas.microsoft.com/office/drawing/2014/main" id="{C1E5526F-2C5B-93F2-C01E-77401A180EFB}"/>
              </a:ext>
            </a:extLst>
          </p:cNvPr>
          <p:cNvPicPr>
            <a:picLocks noChangeAspect="1"/>
          </p:cNvPicPr>
          <p:nvPr/>
        </p:nvPicPr>
        <p:blipFill>
          <a:blip r:embed="rId4"/>
          <a:stretch>
            <a:fillRect/>
          </a:stretch>
        </p:blipFill>
        <p:spPr>
          <a:xfrm>
            <a:off x="511432" y="4180216"/>
            <a:ext cx="11332568" cy="1292925"/>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8735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C277FF-2A16-10CF-68D0-D060D759E70A}"/>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2B6525A-9343-F89F-87C0-124967484F38}"/>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(14)</a:t>
            </a:r>
          </a:p>
        </p:txBody>
      </p:sp>
      <p:sp>
        <p:nvSpPr>
          <p:cNvPr id="2" name="Slide Number Placeholder 1">
            <a:extLst>
              <a:ext uri="{FF2B5EF4-FFF2-40B4-BE49-F238E27FC236}">
                <a16:creationId xmlns:a16="http://schemas.microsoft.com/office/drawing/2014/main" id="{97BF6F51-2AEF-BB3D-81B3-B9127FE54FD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28</a:t>
            </a:fld>
            <a:endParaRPr lang="en-AU"/>
          </a:p>
        </p:txBody>
      </p:sp>
      <p:pic>
        <p:nvPicPr>
          <p:cNvPr id="3" name="Picture 2" descr="image of a clipboard with a pencil recording short answer responses">
            <a:extLst>
              <a:ext uri="{FF2B5EF4-FFF2-40B4-BE49-F238E27FC236}">
                <a16:creationId xmlns:a16="http://schemas.microsoft.com/office/drawing/2014/main" id="{5F20B6C4-74D6-9AE8-543F-873936583C3F}"/>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9AAA8646-4303-3AF3-C716-60496B36B624}"/>
              </a:ext>
            </a:extLst>
          </p:cNvPr>
          <p:cNvSpPr txBox="1"/>
          <p:nvPr/>
        </p:nvSpPr>
        <p:spPr>
          <a:xfrm>
            <a:off x="1605087" y="1544341"/>
            <a:ext cx="8752860" cy="3013838"/>
          </a:xfrm>
          <a:prstGeom prst="rect">
            <a:avLst/>
          </a:prstGeom>
          <a:noFill/>
        </p:spPr>
        <p:txBody>
          <a:bodyPr wrap="square">
            <a:spAutoFit/>
          </a:bodyPr>
          <a:lstStyle/>
          <a:p>
            <a:pPr marL="0" marR="0" lvl="0" indent="0" algn="ctr"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AU" sz="4400" b="0" i="0" u="none" strike="noStrike" kern="1200" cap="none" spc="0" normalizeH="0" baseline="0" noProof="0" dirty="0">
                <a:ln>
                  <a:noFill/>
                </a:ln>
                <a:solidFill>
                  <a:srgbClr val="22272B"/>
                </a:solidFill>
                <a:effectLst/>
                <a:uLnTx/>
                <a:uFillTx/>
                <a:latin typeface="Arial"/>
                <a:ea typeface="+mn-ea"/>
                <a:cs typeface="Arial"/>
              </a:rPr>
              <a:t>Record the number 3256 using </a:t>
            </a:r>
            <a:r>
              <a:rPr kumimoji="0" lang="en-AU" sz="4400" b="1" i="0" u="none" strike="noStrike" kern="1200" cap="none" spc="0" normalizeH="0" baseline="0" noProof="0" dirty="0">
                <a:ln>
                  <a:noFill/>
                </a:ln>
                <a:solidFill>
                  <a:srgbClr val="22272B"/>
                </a:solidFill>
                <a:effectLst/>
                <a:uLnTx/>
                <a:uFillTx/>
                <a:latin typeface="Arial"/>
                <a:ea typeface="+mn-ea"/>
                <a:cs typeface="Arial"/>
              </a:rPr>
              <a:t>non</a:t>
            </a:r>
            <a:r>
              <a:rPr kumimoji="0" lang="en-AU" sz="4400" b="0" i="0" u="none" strike="noStrike" kern="1200" cap="none" spc="0" normalizeH="0" baseline="0" noProof="0" dirty="0">
                <a:ln>
                  <a:noFill/>
                </a:ln>
                <a:solidFill>
                  <a:srgbClr val="22272B"/>
                </a:solidFill>
                <a:effectLst/>
                <a:uLnTx/>
                <a:uFillTx/>
                <a:latin typeface="Arial"/>
                <a:ea typeface="+mn-ea"/>
                <a:cs typeface="Arial"/>
              </a:rPr>
              <a:t> </a:t>
            </a:r>
            <a:r>
              <a:rPr kumimoji="0" lang="en-AU" sz="4400" b="1" i="0" u="none" strike="noStrike" kern="1200" cap="none" spc="0" normalizeH="0" baseline="0" noProof="0" dirty="0">
                <a:ln>
                  <a:noFill/>
                </a:ln>
                <a:solidFill>
                  <a:srgbClr val="22272B"/>
                </a:solidFill>
                <a:effectLst/>
                <a:uLnTx/>
                <a:uFillTx/>
                <a:latin typeface="Arial"/>
                <a:ea typeface="+mn-ea"/>
                <a:cs typeface="Arial"/>
              </a:rPr>
              <a:t>standard</a:t>
            </a:r>
            <a:r>
              <a:rPr kumimoji="0" lang="en-AU" sz="4400" b="0" i="0" u="none" strike="noStrike" kern="1200" cap="none" spc="0" normalizeH="0" baseline="0" noProof="0" dirty="0">
                <a:ln>
                  <a:noFill/>
                </a:ln>
                <a:solidFill>
                  <a:srgbClr val="22272B"/>
                </a:solidFill>
                <a:effectLst/>
                <a:uLnTx/>
                <a:uFillTx/>
                <a:latin typeface="Arial"/>
                <a:ea typeface="+mn-ea"/>
                <a:cs typeface="Arial"/>
              </a:rPr>
              <a:t> place value </a:t>
            </a:r>
            <a:r>
              <a:rPr kumimoji="0" lang="en-AU" sz="4400" b="1" i="0" u="none" strike="noStrike" kern="1200" cap="none" spc="0" normalizeH="0" baseline="0" noProof="0" dirty="0">
                <a:ln>
                  <a:noFill/>
                </a:ln>
                <a:solidFill>
                  <a:srgbClr val="22272B"/>
                </a:solidFill>
                <a:effectLst/>
                <a:uLnTx/>
                <a:uFillTx/>
                <a:latin typeface="Arial"/>
                <a:ea typeface="+mn-ea"/>
                <a:cs typeface="Arial"/>
              </a:rPr>
              <a:t>partitioning.</a:t>
            </a:r>
          </a:p>
        </p:txBody>
      </p:sp>
      <p:sp>
        <p:nvSpPr>
          <p:cNvPr id="7" name="TextBox 6">
            <a:extLst>
              <a:ext uri="{FF2B5EF4-FFF2-40B4-BE49-F238E27FC236}">
                <a16:creationId xmlns:a16="http://schemas.microsoft.com/office/drawing/2014/main" id="{C94073ED-36C6-438F-F956-8F56DB873BCF}"/>
              </a:ext>
            </a:extLst>
          </p:cNvPr>
          <p:cNvSpPr txBox="1"/>
          <p:nvPr/>
        </p:nvSpPr>
        <p:spPr>
          <a:xfrm>
            <a:off x="960482" y="5196919"/>
            <a:ext cx="10042071" cy="769441"/>
          </a:xfrm>
          <a:prstGeom prst="rect">
            <a:avLst/>
          </a:prstGeom>
          <a:noFill/>
        </p:spPr>
        <p:txBody>
          <a:bodyPr wrap="square">
            <a:spAutoFit/>
          </a:bodyPr>
          <a:lstStyle/>
          <a:p>
            <a:pPr algn="ctr"/>
            <a:r>
              <a:rPr lang="en-AU" sz="4400" b="1" dirty="0"/>
              <a:t>Communicate</a:t>
            </a:r>
            <a:r>
              <a:rPr lang="en-AU" sz="4400" dirty="0"/>
              <a:t> your </a:t>
            </a:r>
            <a:r>
              <a:rPr lang="en-AU" sz="4400" b="1" dirty="0"/>
              <a:t>reasoning</a:t>
            </a:r>
            <a:r>
              <a:rPr lang="en-AU" sz="4400" dirty="0"/>
              <a:t>.</a:t>
            </a:r>
          </a:p>
        </p:txBody>
      </p:sp>
    </p:spTree>
    <p:extLst>
      <p:ext uri="{BB962C8B-B14F-4D97-AF65-F5344CB8AC3E}">
        <p14:creationId xmlns:p14="http://schemas.microsoft.com/office/powerpoint/2010/main" val="7243786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0E3725-9A89-0933-A940-2CE05148EF22}"/>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D1946FFF-848E-9812-E601-ED8530B7FCD7}"/>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(15)</a:t>
            </a:r>
          </a:p>
        </p:txBody>
      </p:sp>
      <p:sp>
        <p:nvSpPr>
          <p:cNvPr id="2" name="Slide Number Placeholder 1">
            <a:extLst>
              <a:ext uri="{FF2B5EF4-FFF2-40B4-BE49-F238E27FC236}">
                <a16:creationId xmlns:a16="http://schemas.microsoft.com/office/drawing/2014/main" id="{247CE97E-586E-C333-9F6D-2E7F908C23F8}"/>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29</a:t>
            </a:fld>
            <a:endParaRPr lang="en-AU"/>
          </a:p>
        </p:txBody>
      </p:sp>
      <p:pic>
        <p:nvPicPr>
          <p:cNvPr id="3" name="Picture 2" descr="image of a clipboard with a pencil recording short answer responses">
            <a:extLst>
              <a:ext uri="{FF2B5EF4-FFF2-40B4-BE49-F238E27FC236}">
                <a16:creationId xmlns:a16="http://schemas.microsoft.com/office/drawing/2014/main" id="{71518DCE-2BBE-0AC2-F72B-B5E11C24F8A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8" name="TextBox 7">
            <a:extLst>
              <a:ext uri="{FF2B5EF4-FFF2-40B4-BE49-F238E27FC236}">
                <a16:creationId xmlns:a16="http://schemas.microsoft.com/office/drawing/2014/main" id="{85236017-F90E-BBEB-5DB0-5313539F3B71}"/>
              </a:ext>
            </a:extLst>
          </p:cNvPr>
          <p:cNvSpPr txBox="1"/>
          <p:nvPr/>
        </p:nvSpPr>
        <p:spPr>
          <a:xfrm>
            <a:off x="343735" y="1036994"/>
            <a:ext cx="10209966" cy="5352940"/>
          </a:xfrm>
          <a:prstGeom prst="rect">
            <a:avLst/>
          </a:prstGeom>
          <a:noFill/>
        </p:spPr>
        <p:txBody>
          <a:bodyPr wrap="square">
            <a:spAutoFit/>
          </a:bodyPr>
          <a:lstStyle/>
          <a:p>
            <a:pPr marL="0" marR="0" lvl="0" indent="0"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AU" sz="4400" b="0" i="0" u="none" strike="noStrike" kern="1200" cap="none" spc="0" normalizeH="0" baseline="0" noProof="0" dirty="0">
                <a:ln>
                  <a:noFill/>
                </a:ln>
                <a:solidFill>
                  <a:srgbClr val="22272B"/>
                </a:solidFill>
                <a:effectLst/>
                <a:uLnTx/>
                <a:uFillTx/>
                <a:latin typeface="Arial"/>
                <a:ea typeface="+mn-ea"/>
                <a:cs typeface="Arial"/>
              </a:rPr>
              <a:t>Matt drew angle A. He wanted to make the angle </a:t>
            </a:r>
            <a:r>
              <a:rPr kumimoji="0" lang="en-AU" sz="4400" b="1" i="0" u="none" strike="noStrike" kern="1200" cap="none" spc="0" normalizeH="0" baseline="0" noProof="0" dirty="0">
                <a:ln>
                  <a:noFill/>
                </a:ln>
                <a:solidFill>
                  <a:srgbClr val="22272B"/>
                </a:solidFill>
                <a:effectLst/>
                <a:uLnTx/>
                <a:uFillTx/>
                <a:latin typeface="Arial"/>
                <a:ea typeface="+mn-ea"/>
                <a:cs typeface="Arial"/>
              </a:rPr>
              <a:t>bigger, </a:t>
            </a:r>
            <a:r>
              <a:rPr kumimoji="0" lang="en-AU" sz="4400" b="0" i="0" u="none" strike="noStrike" kern="1200" cap="none" spc="0" normalizeH="0" baseline="0" noProof="0" dirty="0">
                <a:ln>
                  <a:noFill/>
                </a:ln>
                <a:solidFill>
                  <a:srgbClr val="22272B"/>
                </a:solidFill>
                <a:effectLst/>
                <a:uLnTx/>
                <a:uFillTx/>
                <a:latin typeface="Arial"/>
                <a:ea typeface="+mn-ea"/>
                <a:cs typeface="Arial"/>
              </a:rPr>
              <a:t>so he made the </a:t>
            </a:r>
            <a:r>
              <a:rPr kumimoji="0" lang="en-AU" sz="4400" b="1" i="0" u="none" strike="noStrike" kern="1200" cap="none" spc="0" normalizeH="0" baseline="0" noProof="0" dirty="0">
                <a:ln>
                  <a:noFill/>
                </a:ln>
                <a:solidFill>
                  <a:srgbClr val="22272B"/>
                </a:solidFill>
                <a:effectLst/>
                <a:uLnTx/>
                <a:uFillTx/>
                <a:latin typeface="Arial"/>
                <a:ea typeface="+mn-ea"/>
                <a:cs typeface="Arial"/>
              </a:rPr>
              <a:t>arms longer </a:t>
            </a:r>
            <a:r>
              <a:rPr kumimoji="0" lang="en-AU" sz="4400" b="0" i="0" u="none" strike="noStrike" kern="1200" cap="none" spc="0" normalizeH="0" baseline="0" noProof="0" dirty="0">
                <a:ln>
                  <a:noFill/>
                </a:ln>
                <a:solidFill>
                  <a:srgbClr val="22272B"/>
                </a:solidFill>
                <a:effectLst/>
                <a:uLnTx/>
                <a:uFillTx/>
                <a:latin typeface="Arial"/>
                <a:ea typeface="+mn-ea"/>
                <a:cs typeface="Arial"/>
              </a:rPr>
              <a:t>to make angle B. Did Matt  </a:t>
            </a:r>
          </a:p>
          <a:p>
            <a:pPr marL="0" marR="0" lvl="0" indent="0"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AU" sz="4400" b="0" i="0" u="none" strike="noStrike" kern="1200" cap="none" spc="0" normalizeH="0" baseline="0" noProof="0" dirty="0">
                <a:ln>
                  <a:noFill/>
                </a:ln>
                <a:solidFill>
                  <a:srgbClr val="22272B"/>
                </a:solidFill>
                <a:effectLst/>
                <a:uLnTx/>
                <a:uFillTx/>
                <a:latin typeface="Arial"/>
                <a:ea typeface="+mn-ea"/>
                <a:cs typeface="Arial"/>
              </a:rPr>
              <a:t>make a bigger angle?</a:t>
            </a:r>
          </a:p>
          <a:p>
            <a:pPr marL="0" marR="0" lvl="0" indent="0"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AU" sz="4400" i="0" u="none" strike="noStrike" kern="1200" cap="none" spc="0" normalizeH="0" baseline="0" noProof="0" dirty="0">
                <a:ln>
                  <a:noFill/>
                </a:ln>
                <a:solidFill>
                  <a:srgbClr val="22272B"/>
                </a:solidFill>
                <a:effectLst/>
                <a:uLnTx/>
                <a:uFillTx/>
                <a:latin typeface="Arial"/>
                <a:ea typeface="+mn-ea"/>
                <a:cs typeface="Arial"/>
              </a:rPr>
              <a:t>Why? Why not?</a:t>
            </a:r>
          </a:p>
        </p:txBody>
      </p:sp>
      <p:pic>
        <p:nvPicPr>
          <p:cNvPr id="24" name="Picture 23" descr="Angle A is on the left, drawn in blue with  Angle B is on the right, drawn in blue with each arm extended in black.">
            <a:extLst>
              <a:ext uri="{FF2B5EF4-FFF2-40B4-BE49-F238E27FC236}">
                <a16:creationId xmlns:a16="http://schemas.microsoft.com/office/drawing/2014/main" id="{EB99B95F-65A8-0A96-96BD-2343FC70416A}"/>
              </a:ext>
            </a:extLst>
          </p:cNvPr>
          <p:cNvPicPr>
            <a:picLocks noChangeAspect="1"/>
          </p:cNvPicPr>
          <p:nvPr/>
        </p:nvPicPr>
        <p:blipFill>
          <a:blip r:embed="rId4"/>
          <a:stretch>
            <a:fillRect/>
          </a:stretch>
        </p:blipFill>
        <p:spPr>
          <a:xfrm>
            <a:off x="6649700" y="3072031"/>
            <a:ext cx="5194300" cy="3172297"/>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9418534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2394F1-D43D-A45D-3AB1-8D1AEF2162E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F49D0780-0279-B8AE-5921-49907D85CF6B}"/>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(16)</a:t>
            </a:r>
          </a:p>
        </p:txBody>
      </p:sp>
      <p:sp>
        <p:nvSpPr>
          <p:cNvPr id="2" name="Slide Number Placeholder 1">
            <a:extLst>
              <a:ext uri="{FF2B5EF4-FFF2-40B4-BE49-F238E27FC236}">
                <a16:creationId xmlns:a16="http://schemas.microsoft.com/office/drawing/2014/main" id="{C47FF89B-D856-D739-4F5E-3F6B3FB63C2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30</a:t>
            </a:fld>
            <a:endParaRPr lang="en-AU"/>
          </a:p>
        </p:txBody>
      </p:sp>
      <p:pic>
        <p:nvPicPr>
          <p:cNvPr id="3" name="Picture 2" descr="image of a clipboard with a pencil recording short answer responses">
            <a:extLst>
              <a:ext uri="{FF2B5EF4-FFF2-40B4-BE49-F238E27FC236}">
                <a16:creationId xmlns:a16="http://schemas.microsoft.com/office/drawing/2014/main" id="{602A5C36-777A-4A3B-4BB2-D0CC6ABD6738}"/>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7CEC0C40-F0A3-FACA-5D5E-C55D32E1AAE0}"/>
              </a:ext>
            </a:extLst>
          </p:cNvPr>
          <p:cNvSpPr txBox="1"/>
          <p:nvPr/>
        </p:nvSpPr>
        <p:spPr>
          <a:xfrm>
            <a:off x="981307" y="1405286"/>
            <a:ext cx="10638263" cy="4832092"/>
          </a:xfrm>
          <a:prstGeom prst="rect">
            <a:avLst/>
          </a:prstGeom>
          <a:noFill/>
        </p:spPr>
        <p:txBody>
          <a:bodyPr wrap="square">
            <a:spAutoFit/>
          </a:bodyPr>
          <a:lstStyle/>
          <a:p>
            <a:r>
              <a:rPr lang="en-AU" sz="4400" dirty="0"/>
              <a:t>What might be in this box weighing </a:t>
            </a:r>
            <a:r>
              <a:rPr lang="en-AU" sz="4400" b="1" dirty="0"/>
              <a:t>1 kg</a:t>
            </a:r>
            <a:r>
              <a:rPr lang="en-AU" sz="4400" dirty="0"/>
              <a:t>?</a:t>
            </a:r>
          </a:p>
          <a:p>
            <a:endParaRPr lang="en-AU" sz="4400" dirty="0"/>
          </a:p>
          <a:p>
            <a:endParaRPr lang="en-AU" sz="4400" dirty="0"/>
          </a:p>
          <a:p>
            <a:endParaRPr lang="en-AU" sz="4400" dirty="0"/>
          </a:p>
          <a:p>
            <a:endParaRPr lang="en-AU" sz="4400" dirty="0"/>
          </a:p>
          <a:p>
            <a:endParaRPr lang="en-AU" sz="4400" dirty="0"/>
          </a:p>
          <a:p>
            <a:pPr algn="ctr"/>
            <a:r>
              <a:rPr lang="en-AU" sz="4400" b="1" dirty="0"/>
              <a:t>Communicate</a:t>
            </a:r>
            <a:r>
              <a:rPr lang="en-AU" sz="4400" dirty="0"/>
              <a:t> your </a:t>
            </a:r>
            <a:r>
              <a:rPr lang="en-AU" sz="4400" b="1" dirty="0"/>
              <a:t>reasoning</a:t>
            </a:r>
            <a:r>
              <a:rPr lang="en-AU" sz="4400" dirty="0"/>
              <a:t>.</a:t>
            </a:r>
          </a:p>
        </p:txBody>
      </p:sp>
      <p:pic>
        <p:nvPicPr>
          <p:cNvPr id="9" name="Picture 8" descr="A cardboard box labelled 1 kg.">
            <a:extLst>
              <a:ext uri="{FF2B5EF4-FFF2-40B4-BE49-F238E27FC236}">
                <a16:creationId xmlns:a16="http://schemas.microsoft.com/office/drawing/2014/main" id="{E2B28479-32AF-201D-CA43-E775BDAF9896}"/>
              </a:ext>
            </a:extLst>
          </p:cNvPr>
          <p:cNvPicPr>
            <a:picLocks noChangeAspect="1"/>
          </p:cNvPicPr>
          <p:nvPr/>
        </p:nvPicPr>
        <p:blipFill>
          <a:blip r:embed="rId4"/>
          <a:stretch>
            <a:fillRect/>
          </a:stretch>
        </p:blipFill>
        <p:spPr>
          <a:xfrm>
            <a:off x="4063895" y="2436982"/>
            <a:ext cx="4064209" cy="2844946"/>
          </a:xfrm>
          <a:prstGeom prst="rect">
            <a:avLst/>
          </a:prstGeom>
        </p:spPr>
      </p:pic>
    </p:spTree>
    <p:extLst>
      <p:ext uri="{BB962C8B-B14F-4D97-AF65-F5344CB8AC3E}">
        <p14:creationId xmlns:p14="http://schemas.microsoft.com/office/powerpoint/2010/main" val="2708996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DE3560-17FD-C721-C21D-1F526CEC68EE}"/>
              </a:ext>
            </a:extLst>
          </p:cNvPr>
          <p:cNvSpPr>
            <a:spLocks noGrp="1"/>
          </p:cNvSpPr>
          <p:nvPr>
            <p:ph type="title"/>
          </p:nvPr>
        </p:nvSpPr>
        <p:spPr>
          <a:xfrm>
            <a:off x="269257" y="206785"/>
            <a:ext cx="11360800" cy="763600"/>
          </a:xfrm>
        </p:spPr>
        <p:txBody>
          <a:bodyPr/>
          <a:lstStyle/>
          <a:p>
            <a:r>
              <a:rPr lang="en-US" dirty="0">
                <a:solidFill>
                  <a:schemeClr val="accent1"/>
                </a:solidFill>
                <a:latin typeface="Arial"/>
                <a:cs typeface="Arial"/>
              </a:rPr>
              <a:t>Activity 4</a:t>
            </a:r>
            <a:r>
              <a:rPr lang="en-AU" dirty="0">
                <a:latin typeface="Arial"/>
                <a:cs typeface="Arial"/>
              </a:rPr>
              <a:t> –</a:t>
            </a:r>
            <a:r>
              <a:rPr lang="en-US" dirty="0">
                <a:solidFill>
                  <a:schemeClr val="accent1"/>
                </a:solidFill>
                <a:latin typeface="Arial"/>
                <a:cs typeface="Arial"/>
              </a:rPr>
              <a:t> groups to arrays</a:t>
            </a:r>
            <a:endParaRPr lang="en-US" dirty="0">
              <a:solidFill>
                <a:schemeClr val="accent1"/>
              </a:solidFill>
            </a:endParaRPr>
          </a:p>
        </p:txBody>
      </p:sp>
      <p:sp>
        <p:nvSpPr>
          <p:cNvPr id="3" name="Slide Number Placeholder 2">
            <a:extLst>
              <a:ext uri="{FF2B5EF4-FFF2-40B4-BE49-F238E27FC236}">
                <a16:creationId xmlns:a16="http://schemas.microsoft.com/office/drawing/2014/main" id="{42AB0473-6371-58AB-A6AB-D783FF0E44EC}"/>
              </a:ext>
            </a:extLst>
          </p:cNvPr>
          <p:cNvSpPr>
            <a:spLocks noGrp="1"/>
          </p:cNvSpPr>
          <p:nvPr>
            <p:ph type="sldNum" idx="12"/>
          </p:nvPr>
        </p:nvSpPr>
        <p:spPr/>
        <p:txBody>
          <a:bodyPr/>
          <a:lstStyle/>
          <a:p>
            <a:fld id="{00000000-1234-1234-1234-123412341234}" type="slidenum">
              <a:rPr lang="en" smtClean="0"/>
              <a:pPr/>
              <a:t>31</a:t>
            </a:fld>
            <a:endParaRPr lang="en"/>
          </a:p>
        </p:txBody>
      </p:sp>
      <p:pic>
        <p:nvPicPr>
          <p:cNvPr id="4" name="Picture 3" descr="Two individual whiteboards side by side. The first whiteboard shows 4 groups. Each group has 5 coloured counters inside. The second whiteboard shows 4 empty groups and the coloured counters arranged into an array of 4 fives. It is labelled ‘4 fives are 20’.">
            <a:extLst>
              <a:ext uri="{FF2B5EF4-FFF2-40B4-BE49-F238E27FC236}">
                <a16:creationId xmlns:a16="http://schemas.microsoft.com/office/drawing/2014/main" id="{F560D3E5-7D9D-E18B-D380-85C9F4EF99C7}"/>
              </a:ext>
            </a:extLst>
          </p:cNvPr>
          <p:cNvPicPr>
            <a:picLocks noChangeAspect="1"/>
          </p:cNvPicPr>
          <p:nvPr/>
        </p:nvPicPr>
        <p:blipFill>
          <a:blip r:embed="rId3"/>
          <a:stretch>
            <a:fillRect/>
          </a:stretch>
        </p:blipFill>
        <p:spPr>
          <a:xfrm>
            <a:off x="3449968" y="1986997"/>
            <a:ext cx="5292064" cy="3960147"/>
          </a:xfrm>
          <a:prstGeom prst="rect">
            <a:avLst/>
          </a:prstGeom>
        </p:spPr>
      </p:pic>
      <p:pic>
        <p:nvPicPr>
          <p:cNvPr id="5" name="Picture 2" descr="image of a head with cogs turning inside">
            <a:extLst>
              <a:ext uri="{FF2B5EF4-FFF2-40B4-BE49-F238E27FC236}">
                <a16:creationId xmlns:a16="http://schemas.microsoft.com/office/drawing/2014/main" id="{17EDB4EC-0121-4A74-F7B3-067E96C84AF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140151" y="39575"/>
            <a:ext cx="782592" cy="9308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5365321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0FE969-6427-B4CC-9D22-A9702C3552C7}"/>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C5E887C5-E8F6-203B-99C2-DCBB078A85C7}"/>
              </a:ext>
            </a:extLst>
          </p:cNvPr>
          <p:cNvSpPr>
            <a:spLocks noGrp="1"/>
          </p:cNvSpPr>
          <p:nvPr>
            <p:ph type="ctrTitle"/>
          </p:nvPr>
        </p:nvSpPr>
        <p:spPr/>
        <p:txBody>
          <a:bodyPr/>
          <a:lstStyle/>
          <a:p>
            <a:r>
              <a:rPr lang="en-AU" dirty="0">
                <a:latin typeface="+mj-lt"/>
              </a:rPr>
              <a:t>Review of learning 5</a:t>
            </a:r>
          </a:p>
        </p:txBody>
      </p:sp>
    </p:spTree>
    <p:extLst>
      <p:ext uri="{BB962C8B-B14F-4D97-AF65-F5344CB8AC3E}">
        <p14:creationId xmlns:p14="http://schemas.microsoft.com/office/powerpoint/2010/main" val="4119315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BA4F62-887D-AFD2-E976-96EC91137608}"/>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9BCC904-C834-E490-B334-2E65478E2C62}"/>
              </a:ext>
            </a:extLst>
          </p:cNvPr>
          <p:cNvSpPr>
            <a:spLocks noGrp="1"/>
          </p:cNvSpPr>
          <p:nvPr>
            <p:ph type="sldNum" sz="quarter" idx="12"/>
          </p:nvPr>
        </p:nvSpPr>
        <p:spPr/>
        <p:txBody>
          <a:bodyPr/>
          <a:lstStyle/>
          <a:p>
            <a:fld id="{10A01DC5-1685-4615-8240-15192985C6A2}" type="slidenum">
              <a:rPr lang="en-AU" smtClean="0"/>
              <a:t>33</a:t>
            </a:fld>
            <a:endParaRPr lang="en-AU"/>
          </a:p>
        </p:txBody>
      </p:sp>
      <p:sp>
        <p:nvSpPr>
          <p:cNvPr id="3" name="Title 2">
            <a:extLst>
              <a:ext uri="{FF2B5EF4-FFF2-40B4-BE49-F238E27FC236}">
                <a16:creationId xmlns:a16="http://schemas.microsoft.com/office/drawing/2014/main" id="{B85C7A13-FF33-191B-A60E-4D4573CCD3C9}"/>
              </a:ext>
            </a:extLst>
          </p:cNvPr>
          <p:cNvSpPr>
            <a:spLocks noGrp="1"/>
          </p:cNvSpPr>
          <p:nvPr>
            <p:ph type="title"/>
          </p:nvPr>
        </p:nvSpPr>
        <p:spPr>
          <a:xfrm>
            <a:off x="360000" y="360000"/>
            <a:ext cx="10397115" cy="545601"/>
          </a:xfrm>
        </p:spPr>
        <p:txBody>
          <a:bodyPr/>
          <a:lstStyle/>
          <a:p>
            <a:r>
              <a:rPr lang="en-US" dirty="0"/>
              <a:t>Multiple choice </a:t>
            </a:r>
            <a:br>
              <a:rPr lang="en-US" dirty="0">
                <a:solidFill>
                  <a:schemeClr val="bg1"/>
                </a:solidFill>
              </a:rPr>
            </a:br>
            <a:endParaRPr lang="en-US" dirty="0">
              <a:solidFill>
                <a:schemeClr val="bg1"/>
              </a:solidFill>
            </a:endParaRPr>
          </a:p>
        </p:txBody>
      </p:sp>
      <p:sp>
        <p:nvSpPr>
          <p:cNvPr id="18" name="Text Placeholder 17">
            <a:extLst>
              <a:ext uri="{FF2B5EF4-FFF2-40B4-BE49-F238E27FC236}">
                <a16:creationId xmlns:a16="http://schemas.microsoft.com/office/drawing/2014/main" id="{E180F3B1-ACC7-4559-EA73-174DB17A0983}"/>
              </a:ext>
            </a:extLst>
          </p:cNvPr>
          <p:cNvSpPr>
            <a:spLocks noGrp="1"/>
          </p:cNvSpPr>
          <p:nvPr>
            <p:ph type="body" sz="quarter" idx="24"/>
          </p:nvPr>
        </p:nvSpPr>
        <p:spPr>
          <a:xfrm>
            <a:off x="1005248" y="1625946"/>
            <a:ext cx="10215127" cy="893226"/>
          </a:xfrm>
        </p:spPr>
        <p:txBody>
          <a:bodyPr/>
          <a:lstStyle/>
          <a:p>
            <a:pPr algn="ctr"/>
            <a:r>
              <a:rPr lang="en-AU" sz="4400" dirty="0"/>
              <a:t>Which number is </a:t>
            </a:r>
            <a:r>
              <a:rPr lang="en-AU" sz="4400" b="1" dirty="0"/>
              <a:t>closest to 700 </a:t>
            </a:r>
            <a:r>
              <a:rPr lang="en-AU" sz="4400" dirty="0"/>
              <a:t>on a number line?</a:t>
            </a:r>
            <a:endParaRPr lang="en-US" sz="4400" dirty="0"/>
          </a:p>
          <a:p>
            <a:endParaRPr lang="en-US" sz="4400" dirty="0"/>
          </a:p>
        </p:txBody>
      </p:sp>
      <p:sp>
        <p:nvSpPr>
          <p:cNvPr id="9" name="TextBox 8">
            <a:extLst>
              <a:ext uri="{FF2B5EF4-FFF2-40B4-BE49-F238E27FC236}">
                <a16:creationId xmlns:a16="http://schemas.microsoft.com/office/drawing/2014/main" id="{4E6EA9CC-6235-8807-420B-A4371AC418C0}"/>
              </a:ext>
            </a:extLst>
          </p:cNvPr>
          <p:cNvSpPr txBox="1"/>
          <p:nvPr/>
        </p:nvSpPr>
        <p:spPr>
          <a:xfrm>
            <a:off x="1215766"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dirty="0"/>
              <a:t>A</a:t>
            </a:r>
          </a:p>
        </p:txBody>
      </p:sp>
      <p:sp>
        <p:nvSpPr>
          <p:cNvPr id="10" name="TextBox 9">
            <a:extLst>
              <a:ext uri="{FF2B5EF4-FFF2-40B4-BE49-F238E27FC236}">
                <a16:creationId xmlns:a16="http://schemas.microsoft.com/office/drawing/2014/main" id="{4AB24A3E-5574-D79C-6A0F-06D3F8A29BB1}"/>
              </a:ext>
            </a:extLst>
          </p:cNvPr>
          <p:cNvSpPr txBox="1"/>
          <p:nvPr/>
        </p:nvSpPr>
        <p:spPr>
          <a:xfrm>
            <a:off x="4219739"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dirty="0"/>
              <a:t>B</a:t>
            </a:r>
          </a:p>
        </p:txBody>
      </p:sp>
      <p:sp>
        <p:nvSpPr>
          <p:cNvPr id="11" name="TextBox 10">
            <a:extLst>
              <a:ext uri="{FF2B5EF4-FFF2-40B4-BE49-F238E27FC236}">
                <a16:creationId xmlns:a16="http://schemas.microsoft.com/office/drawing/2014/main" id="{C22AC239-77AC-A298-F7CD-0F89091EC017}"/>
              </a:ext>
            </a:extLst>
          </p:cNvPr>
          <p:cNvSpPr txBox="1"/>
          <p:nvPr/>
        </p:nvSpPr>
        <p:spPr>
          <a:xfrm>
            <a:off x="10227686"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dirty="0"/>
              <a:t>D</a:t>
            </a:r>
          </a:p>
        </p:txBody>
      </p:sp>
      <p:sp>
        <p:nvSpPr>
          <p:cNvPr id="12" name="TextBox 11">
            <a:extLst>
              <a:ext uri="{FF2B5EF4-FFF2-40B4-BE49-F238E27FC236}">
                <a16:creationId xmlns:a16="http://schemas.microsoft.com/office/drawing/2014/main" id="{D92289C6-858E-E449-16B6-10640E9A4385}"/>
              </a:ext>
            </a:extLst>
          </p:cNvPr>
          <p:cNvSpPr txBox="1"/>
          <p:nvPr/>
        </p:nvSpPr>
        <p:spPr>
          <a:xfrm>
            <a:off x="7223712"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dirty="0"/>
              <a:t>C</a:t>
            </a:r>
          </a:p>
        </p:txBody>
      </p:sp>
      <p:pic>
        <p:nvPicPr>
          <p:cNvPr id="4" name="Picture 3" descr="image of a finger selecting an option for a multiple choice or true and false">
            <a:extLst>
              <a:ext uri="{FF2B5EF4-FFF2-40B4-BE49-F238E27FC236}">
                <a16:creationId xmlns:a16="http://schemas.microsoft.com/office/drawing/2014/main" id="{052C7F21-CF1B-B8E5-D48F-252B3A5306C6}"/>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7" name="Text Placeholder 13">
            <a:extLst>
              <a:ext uri="{FF2B5EF4-FFF2-40B4-BE49-F238E27FC236}">
                <a16:creationId xmlns:a16="http://schemas.microsoft.com/office/drawing/2014/main" id="{7B3AE56C-715F-BE54-5011-142082F1D2E4}"/>
              </a:ext>
            </a:extLst>
          </p:cNvPr>
          <p:cNvSpPr txBox="1">
            <a:spLocks/>
          </p:cNvSpPr>
          <p:nvPr/>
        </p:nvSpPr>
        <p:spPr>
          <a:xfrm>
            <a:off x="902088" y="4733617"/>
            <a:ext cx="1228868" cy="641396"/>
          </a:xfrm>
          <a:prstGeom prst="rect">
            <a:avLst/>
          </a:prstGeom>
        </p:spPr>
        <p:txBody>
          <a:bodyPr anchor="ct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4400" dirty="0"/>
              <a:t>500</a:t>
            </a:r>
          </a:p>
        </p:txBody>
      </p:sp>
      <p:sp>
        <p:nvSpPr>
          <p:cNvPr id="14" name="Text Placeholder 13">
            <a:extLst>
              <a:ext uri="{FF2B5EF4-FFF2-40B4-BE49-F238E27FC236}">
                <a16:creationId xmlns:a16="http://schemas.microsoft.com/office/drawing/2014/main" id="{DEE79FBD-12BD-F663-7285-95B2C5D9DA94}"/>
              </a:ext>
            </a:extLst>
          </p:cNvPr>
          <p:cNvSpPr txBox="1">
            <a:spLocks/>
          </p:cNvSpPr>
          <p:nvPr/>
        </p:nvSpPr>
        <p:spPr>
          <a:xfrm>
            <a:off x="6918715" y="4733617"/>
            <a:ext cx="1228868" cy="641396"/>
          </a:xfrm>
          <a:prstGeom prst="rect">
            <a:avLst/>
          </a:prstGeom>
        </p:spPr>
        <p:txBody>
          <a:bodyPr anchor="ct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4400" dirty="0"/>
              <a:t>790</a:t>
            </a:r>
          </a:p>
        </p:txBody>
      </p:sp>
      <p:sp>
        <p:nvSpPr>
          <p:cNvPr id="15" name="Text Placeholder 13">
            <a:extLst>
              <a:ext uri="{FF2B5EF4-FFF2-40B4-BE49-F238E27FC236}">
                <a16:creationId xmlns:a16="http://schemas.microsoft.com/office/drawing/2014/main" id="{7325D5C8-69C2-41AC-D4A7-58C18E5F5554}"/>
              </a:ext>
            </a:extLst>
          </p:cNvPr>
          <p:cNvSpPr txBox="1">
            <a:spLocks/>
          </p:cNvSpPr>
          <p:nvPr/>
        </p:nvSpPr>
        <p:spPr>
          <a:xfrm>
            <a:off x="3845924" y="4733617"/>
            <a:ext cx="1228868" cy="641396"/>
          </a:xfrm>
          <a:prstGeom prst="rect">
            <a:avLst/>
          </a:prstGeom>
        </p:spPr>
        <p:txBody>
          <a:bodyPr anchor="ct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4400" dirty="0"/>
              <a:t>650</a:t>
            </a:r>
          </a:p>
        </p:txBody>
      </p:sp>
      <p:sp>
        <p:nvSpPr>
          <p:cNvPr id="16" name="Text Placeholder 13">
            <a:extLst>
              <a:ext uri="{FF2B5EF4-FFF2-40B4-BE49-F238E27FC236}">
                <a16:creationId xmlns:a16="http://schemas.microsoft.com/office/drawing/2014/main" id="{5687C573-5E5D-36DE-12CE-05ABD4548326}"/>
              </a:ext>
            </a:extLst>
          </p:cNvPr>
          <p:cNvSpPr txBox="1">
            <a:spLocks/>
          </p:cNvSpPr>
          <p:nvPr/>
        </p:nvSpPr>
        <p:spPr>
          <a:xfrm>
            <a:off x="9895132" y="4733617"/>
            <a:ext cx="1228868" cy="641396"/>
          </a:xfrm>
          <a:prstGeom prst="rect">
            <a:avLst/>
          </a:prstGeom>
        </p:spPr>
        <p:txBody>
          <a:bodyPr anchor="ct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4400" dirty="0"/>
              <a:t>800</a:t>
            </a:r>
          </a:p>
        </p:txBody>
      </p:sp>
    </p:spTree>
    <p:extLst>
      <p:ext uri="{BB962C8B-B14F-4D97-AF65-F5344CB8AC3E}">
        <p14:creationId xmlns:p14="http://schemas.microsoft.com/office/powerpoint/2010/main" val="37542416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308A6B-C68A-FF44-E71E-18A9E64F0EFB}"/>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9FCD6D4-3BA7-FB4B-7855-CDFBF1074A04}"/>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(17)</a:t>
            </a:r>
          </a:p>
        </p:txBody>
      </p:sp>
      <p:sp>
        <p:nvSpPr>
          <p:cNvPr id="2" name="Slide Number Placeholder 1">
            <a:extLst>
              <a:ext uri="{FF2B5EF4-FFF2-40B4-BE49-F238E27FC236}">
                <a16:creationId xmlns:a16="http://schemas.microsoft.com/office/drawing/2014/main" id="{7D07BE7B-7F4A-3286-1609-FE23686ED15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34</a:t>
            </a:fld>
            <a:endParaRPr lang="en-AU"/>
          </a:p>
        </p:txBody>
      </p:sp>
      <p:pic>
        <p:nvPicPr>
          <p:cNvPr id="3" name="Picture 2" descr="image of a clipboard with a pencil recording short answer responses">
            <a:extLst>
              <a:ext uri="{FF2B5EF4-FFF2-40B4-BE49-F238E27FC236}">
                <a16:creationId xmlns:a16="http://schemas.microsoft.com/office/drawing/2014/main" id="{2D93CD05-EEB0-3C8B-380D-9FC3C1D14985}"/>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1151E4C6-96A5-CCEE-8B4F-C2C348986DD3}"/>
              </a:ext>
            </a:extLst>
          </p:cNvPr>
          <p:cNvSpPr txBox="1"/>
          <p:nvPr/>
        </p:nvSpPr>
        <p:spPr>
          <a:xfrm>
            <a:off x="1363042" y="1397080"/>
            <a:ext cx="9944100" cy="1138773"/>
          </a:xfrm>
          <a:prstGeom prst="rect">
            <a:avLst/>
          </a:prstGeom>
          <a:noFill/>
        </p:spPr>
        <p:txBody>
          <a:bodyPr wrap="square">
            <a:spAutoFit/>
          </a:bodyPr>
          <a:lstStyle/>
          <a:p>
            <a:r>
              <a:rPr lang="en-AU" sz="4400" b="1" dirty="0"/>
              <a:t>Record</a:t>
            </a:r>
            <a:r>
              <a:rPr lang="en-AU" sz="4400" dirty="0"/>
              <a:t> the </a:t>
            </a:r>
            <a:r>
              <a:rPr lang="en-AU" sz="4400" b="1" dirty="0"/>
              <a:t>missing</a:t>
            </a:r>
            <a:r>
              <a:rPr lang="en-AU" sz="4400" dirty="0"/>
              <a:t> decimal numbers</a:t>
            </a:r>
            <a:r>
              <a:rPr lang="en-AU" dirty="0"/>
              <a:t>.</a:t>
            </a:r>
            <a:endParaRPr lang="en-AU" dirty="0">
              <a:solidFill>
                <a:srgbClr val="FF0000"/>
              </a:solidFill>
            </a:endParaRPr>
          </a:p>
          <a:p>
            <a:endParaRPr lang="en-AU" dirty="0"/>
          </a:p>
        </p:txBody>
      </p:sp>
      <p:pic>
        <p:nvPicPr>
          <p:cNvPr id="8" name="Picture 7" descr="A number line displaying a washing line  with cards showing decimal numbers in tenths: 0.3, 0.4, 0.5, 0.6, 0.7, 0.8, and 0.9, arranged in order from left to right. The number before 0.3 and the number after 0.9 are missing.">
            <a:extLst>
              <a:ext uri="{FF2B5EF4-FFF2-40B4-BE49-F238E27FC236}">
                <a16:creationId xmlns:a16="http://schemas.microsoft.com/office/drawing/2014/main" id="{52EE8D0C-E208-4937-6392-0DAB7BC597ED}"/>
              </a:ext>
            </a:extLst>
          </p:cNvPr>
          <p:cNvPicPr>
            <a:picLocks noChangeAspect="1"/>
          </p:cNvPicPr>
          <p:nvPr/>
        </p:nvPicPr>
        <p:blipFill>
          <a:blip r:embed="rId4"/>
          <a:srcRect r="14696"/>
          <a:stretch>
            <a:fillRect/>
          </a:stretch>
        </p:blipFill>
        <p:spPr>
          <a:xfrm>
            <a:off x="953470" y="3027332"/>
            <a:ext cx="10530530" cy="2355118"/>
          </a:xfrm>
          <a:prstGeom prst="rect">
            <a:avLst/>
          </a:prstGeom>
          <a:ln>
            <a:noFill/>
          </a:ln>
          <a:effectLst>
            <a:outerShdw blurRad="292100" dist="139700" dir="2700000" algn="tl" rotWithShape="0">
              <a:srgbClr val="333333">
                <a:alpha val="65000"/>
              </a:srgbClr>
            </a:outerShdw>
          </a:effectLst>
        </p:spPr>
      </p:pic>
      <p:sp>
        <p:nvSpPr>
          <p:cNvPr id="4" name="TextBox 3">
            <a:extLst>
              <a:ext uri="{FF2B5EF4-FFF2-40B4-BE49-F238E27FC236}">
                <a16:creationId xmlns:a16="http://schemas.microsoft.com/office/drawing/2014/main" id="{5B097CBF-9675-C292-C434-AB4C7750E7DB}"/>
              </a:ext>
            </a:extLst>
          </p:cNvPr>
          <p:cNvSpPr txBox="1"/>
          <p:nvPr/>
        </p:nvSpPr>
        <p:spPr>
          <a:xfrm>
            <a:off x="1072928" y="3985770"/>
            <a:ext cx="640080" cy="786384"/>
          </a:xfrm>
          <a:prstGeom prst="rect">
            <a:avLst/>
          </a:prstGeom>
          <a:noFill/>
          <a:ln>
            <a:solidFill>
              <a:schemeClr val="tx1"/>
            </a:solidFill>
          </a:ln>
        </p:spPr>
        <p:txBody>
          <a:bodyPr wrap="square" lIns="0" tIns="0" rIns="0" bIns="0" rtlCol="0">
            <a:noAutofit/>
          </a:bodyPr>
          <a:lstStyle/>
          <a:p>
            <a:pPr algn="ctr"/>
            <a:r>
              <a:rPr lang="en-AU" sz="4800" dirty="0"/>
              <a:t>?</a:t>
            </a:r>
          </a:p>
        </p:txBody>
      </p:sp>
      <p:sp>
        <p:nvSpPr>
          <p:cNvPr id="10" name="TextBox 9">
            <a:extLst>
              <a:ext uri="{FF2B5EF4-FFF2-40B4-BE49-F238E27FC236}">
                <a16:creationId xmlns:a16="http://schemas.microsoft.com/office/drawing/2014/main" id="{2A61AC94-2E0F-EE74-CB2D-C16C3050591A}"/>
              </a:ext>
            </a:extLst>
          </p:cNvPr>
          <p:cNvSpPr txBox="1"/>
          <p:nvPr/>
        </p:nvSpPr>
        <p:spPr>
          <a:xfrm>
            <a:off x="10750452" y="3985770"/>
            <a:ext cx="640080" cy="786384"/>
          </a:xfrm>
          <a:prstGeom prst="rect">
            <a:avLst/>
          </a:prstGeom>
          <a:noFill/>
          <a:ln>
            <a:solidFill>
              <a:schemeClr val="tx1"/>
            </a:solidFill>
          </a:ln>
        </p:spPr>
        <p:txBody>
          <a:bodyPr wrap="square" lIns="0" tIns="0" rIns="0" bIns="0" rtlCol="0">
            <a:noAutofit/>
          </a:bodyPr>
          <a:lstStyle/>
          <a:p>
            <a:pPr algn="ctr"/>
            <a:r>
              <a:rPr lang="en-AU" sz="4800" dirty="0"/>
              <a:t>?</a:t>
            </a:r>
          </a:p>
        </p:txBody>
      </p:sp>
    </p:spTree>
    <p:extLst>
      <p:ext uri="{BB962C8B-B14F-4D97-AF65-F5344CB8AC3E}">
        <p14:creationId xmlns:p14="http://schemas.microsoft.com/office/powerpoint/2010/main" val="18734576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85DD2C-2360-F941-78C2-119C5F7439E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B668BC7-E07F-8763-81B9-7969BEF094AA}"/>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(18)</a:t>
            </a:r>
          </a:p>
        </p:txBody>
      </p:sp>
      <p:sp>
        <p:nvSpPr>
          <p:cNvPr id="2" name="Slide Number Placeholder 1">
            <a:extLst>
              <a:ext uri="{FF2B5EF4-FFF2-40B4-BE49-F238E27FC236}">
                <a16:creationId xmlns:a16="http://schemas.microsoft.com/office/drawing/2014/main" id="{C6278ABA-47B2-1E8F-9361-762350052CB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35</a:t>
            </a:fld>
            <a:endParaRPr lang="en-AU"/>
          </a:p>
        </p:txBody>
      </p:sp>
      <p:pic>
        <p:nvPicPr>
          <p:cNvPr id="3" name="Picture 2" descr="image of a clipboard with a pencil recording short answer responses">
            <a:extLst>
              <a:ext uri="{FF2B5EF4-FFF2-40B4-BE49-F238E27FC236}">
                <a16:creationId xmlns:a16="http://schemas.microsoft.com/office/drawing/2014/main" id="{E34FFB15-F7DE-0945-FB9C-D8A36F224B6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B9B1DAD8-612D-A898-4138-3EE88B8D119B}"/>
              </a:ext>
            </a:extLst>
          </p:cNvPr>
          <p:cNvSpPr txBox="1"/>
          <p:nvPr/>
        </p:nvSpPr>
        <p:spPr>
          <a:xfrm>
            <a:off x="348000" y="1391735"/>
            <a:ext cx="11924211" cy="4621971"/>
          </a:xfrm>
          <a:prstGeom prst="rect">
            <a:avLst/>
          </a:prstGeom>
          <a:noFill/>
        </p:spPr>
        <p:txBody>
          <a:bodyPr wrap="square">
            <a:spAutoFit/>
          </a:bodyPr>
          <a:lstStyle/>
          <a:p>
            <a:pPr algn="ctr"/>
            <a:r>
              <a:rPr lang="en-AU" sz="4400" dirty="0"/>
              <a:t>Use the </a:t>
            </a:r>
            <a:r>
              <a:rPr lang="en-AU" sz="4400" b="1" dirty="0"/>
              <a:t>compensation</a:t>
            </a:r>
            <a:r>
              <a:rPr lang="en-AU" sz="4400" dirty="0"/>
              <a:t> strategy to </a:t>
            </a:r>
            <a:r>
              <a:rPr lang="en-AU" sz="4400" b="1" dirty="0"/>
              <a:t>calculate:</a:t>
            </a:r>
            <a:endParaRPr lang="en-AU" b="1" dirty="0"/>
          </a:p>
          <a:p>
            <a:pPr algn="ctr">
              <a:lnSpc>
                <a:spcPct val="200000"/>
              </a:lnSpc>
            </a:pPr>
            <a:r>
              <a:rPr lang="en-AU" sz="4400" dirty="0"/>
              <a:t>28 + 35</a:t>
            </a:r>
          </a:p>
          <a:p>
            <a:pPr algn="ctr">
              <a:lnSpc>
                <a:spcPct val="200000"/>
              </a:lnSpc>
            </a:pPr>
            <a:r>
              <a:rPr lang="en-AU" sz="4400" dirty="0"/>
              <a:t>260 – 29</a:t>
            </a:r>
          </a:p>
          <a:p>
            <a:pPr algn="ctr">
              <a:lnSpc>
                <a:spcPct val="200000"/>
              </a:lnSpc>
            </a:pPr>
            <a:r>
              <a:rPr lang="en-AU" sz="4400" dirty="0"/>
              <a:t>125 – 78</a:t>
            </a:r>
          </a:p>
        </p:txBody>
      </p:sp>
    </p:spTree>
    <p:extLst>
      <p:ext uri="{BB962C8B-B14F-4D97-AF65-F5344CB8AC3E}">
        <p14:creationId xmlns:p14="http://schemas.microsoft.com/office/powerpoint/2010/main" val="30732055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47CB53-A4C0-A55A-FFE1-4FB771BE398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CC4B563-2BB1-344B-48AD-6B4DBD04F76B}"/>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(19)</a:t>
            </a:r>
          </a:p>
        </p:txBody>
      </p:sp>
      <p:sp>
        <p:nvSpPr>
          <p:cNvPr id="2" name="Slide Number Placeholder 1">
            <a:extLst>
              <a:ext uri="{FF2B5EF4-FFF2-40B4-BE49-F238E27FC236}">
                <a16:creationId xmlns:a16="http://schemas.microsoft.com/office/drawing/2014/main" id="{7EF03837-CD4E-1218-9144-F017FA537B7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36</a:t>
            </a:fld>
            <a:endParaRPr lang="en-AU"/>
          </a:p>
        </p:txBody>
      </p:sp>
      <p:pic>
        <p:nvPicPr>
          <p:cNvPr id="3" name="Picture 2" descr="image of a clipboard with a pencil recording short answer responses">
            <a:extLst>
              <a:ext uri="{FF2B5EF4-FFF2-40B4-BE49-F238E27FC236}">
                <a16:creationId xmlns:a16="http://schemas.microsoft.com/office/drawing/2014/main" id="{B38D0ADF-3DD6-732F-15F0-9E23C650943F}"/>
              </a:ext>
            </a:extLst>
          </p:cNvPr>
          <p:cNvPicPr>
            <a:picLocks noChangeAspect="1"/>
          </p:cNvPicPr>
          <p:nvPr/>
        </p:nvPicPr>
        <p:blipFill>
          <a:blip r:embed="rId3"/>
          <a:stretch>
            <a:fillRect/>
          </a:stretch>
        </p:blipFill>
        <p:spPr>
          <a:xfrm>
            <a:off x="11030476" y="268723"/>
            <a:ext cx="915500" cy="915500"/>
          </a:xfrm>
          <a:prstGeom prst="rect">
            <a:avLst/>
          </a:prstGeom>
        </p:spPr>
      </p:pic>
      <p:sp>
        <p:nvSpPr>
          <p:cNvPr id="7" name="TextBox 6">
            <a:extLst>
              <a:ext uri="{FF2B5EF4-FFF2-40B4-BE49-F238E27FC236}">
                <a16:creationId xmlns:a16="http://schemas.microsoft.com/office/drawing/2014/main" id="{720E0BD0-74EC-4C07-719C-0ABD48564233}"/>
              </a:ext>
            </a:extLst>
          </p:cNvPr>
          <p:cNvSpPr txBox="1"/>
          <p:nvPr/>
        </p:nvSpPr>
        <p:spPr>
          <a:xfrm>
            <a:off x="246023" y="1143741"/>
            <a:ext cx="11814431" cy="1446550"/>
          </a:xfrm>
          <a:prstGeom prst="rect">
            <a:avLst/>
          </a:prstGeom>
          <a:noFill/>
        </p:spPr>
        <p:txBody>
          <a:bodyPr wrap="square">
            <a:spAutoFit/>
          </a:bodyPr>
          <a:lstStyle/>
          <a:p>
            <a:pPr algn="ctr"/>
            <a:r>
              <a:rPr lang="en-AU" sz="4400" dirty="0">
                <a:effectLst/>
                <a:latin typeface="Arial" panose="020B0604020202020204" pitchFamily="34" charset="0"/>
                <a:ea typeface="Calibri" panose="020F0502020204030204" pitchFamily="34" charset="0"/>
              </a:rPr>
              <a:t>Draw this </a:t>
            </a:r>
            <a:r>
              <a:rPr lang="en-AU" sz="4400" b="1" dirty="0">
                <a:effectLst/>
                <a:latin typeface="Arial" panose="020B0604020202020204" pitchFamily="34" charset="0"/>
                <a:ea typeface="Calibri" panose="020F0502020204030204" pitchFamily="34" charset="0"/>
              </a:rPr>
              <a:t>angle</a:t>
            </a:r>
            <a:r>
              <a:rPr lang="en-AU" sz="4400" dirty="0">
                <a:effectLst/>
                <a:latin typeface="Arial" panose="020B0604020202020204" pitchFamily="34" charset="0"/>
                <a:ea typeface="Calibri" panose="020F0502020204030204" pitchFamily="34" charset="0"/>
              </a:rPr>
              <a:t> and </a:t>
            </a:r>
            <a:r>
              <a:rPr lang="en-AU" sz="4400" b="1" dirty="0">
                <a:effectLst/>
                <a:latin typeface="Arial" panose="020B0604020202020204" pitchFamily="34" charset="0"/>
                <a:ea typeface="Calibri" panose="020F0502020204030204" pitchFamily="34" charset="0"/>
              </a:rPr>
              <a:t>label</a:t>
            </a:r>
            <a:r>
              <a:rPr lang="en-AU" sz="4400" dirty="0">
                <a:effectLst/>
                <a:latin typeface="Arial" panose="020B0604020202020204" pitchFamily="34" charset="0"/>
                <a:ea typeface="Calibri" panose="020F0502020204030204" pitchFamily="34" charset="0"/>
              </a:rPr>
              <a:t> the </a:t>
            </a:r>
            <a:r>
              <a:rPr lang="en-AU" sz="4400" b="1" dirty="0">
                <a:effectLst/>
                <a:latin typeface="Arial" panose="020B0604020202020204" pitchFamily="34" charset="0"/>
                <a:ea typeface="Calibri" panose="020F0502020204030204" pitchFamily="34" charset="0"/>
              </a:rPr>
              <a:t>arms and vertex.</a:t>
            </a:r>
            <a:endParaRPr lang="en-AU" sz="4400" b="1" dirty="0"/>
          </a:p>
        </p:txBody>
      </p:sp>
      <p:pic>
        <p:nvPicPr>
          <p:cNvPr id="13" name="Picture 12" descr="acute angle">
            <a:extLst>
              <a:ext uri="{FF2B5EF4-FFF2-40B4-BE49-F238E27FC236}">
                <a16:creationId xmlns:a16="http://schemas.microsoft.com/office/drawing/2014/main" id="{15692ED9-2A50-BD8E-B7E1-BA269C569106}"/>
              </a:ext>
            </a:extLst>
          </p:cNvPr>
          <p:cNvPicPr>
            <a:picLocks noChangeAspect="1"/>
          </p:cNvPicPr>
          <p:nvPr/>
        </p:nvPicPr>
        <p:blipFill>
          <a:blip r:embed="rId4"/>
          <a:srcRect l="31454" r="35798"/>
          <a:stretch>
            <a:fillRect/>
          </a:stretch>
        </p:blipFill>
        <p:spPr>
          <a:xfrm>
            <a:off x="4334380" y="2843128"/>
            <a:ext cx="3523240" cy="2871131"/>
          </a:xfrm>
          <a:prstGeom prst="rect">
            <a:avLst/>
          </a:prstGeom>
        </p:spPr>
      </p:pic>
    </p:spTree>
    <p:extLst>
      <p:ext uri="{BB962C8B-B14F-4D97-AF65-F5344CB8AC3E}">
        <p14:creationId xmlns:p14="http://schemas.microsoft.com/office/powerpoint/2010/main" val="41181804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5DB769-B15B-0A1A-67BB-631316F013D3}"/>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0EBDC36-B60F-D91B-E29F-D0E33662F0BB}"/>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(20)</a:t>
            </a:r>
          </a:p>
        </p:txBody>
      </p:sp>
      <p:sp>
        <p:nvSpPr>
          <p:cNvPr id="2" name="Slide Number Placeholder 1">
            <a:extLst>
              <a:ext uri="{FF2B5EF4-FFF2-40B4-BE49-F238E27FC236}">
                <a16:creationId xmlns:a16="http://schemas.microsoft.com/office/drawing/2014/main" id="{6E0381E3-2DB8-73E7-C1C9-7163E688626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37</a:t>
            </a:fld>
            <a:endParaRPr lang="en-AU"/>
          </a:p>
        </p:txBody>
      </p:sp>
      <p:pic>
        <p:nvPicPr>
          <p:cNvPr id="3" name="Picture 2" descr="image of a clipboard with a pencil recording short answer responses">
            <a:extLst>
              <a:ext uri="{FF2B5EF4-FFF2-40B4-BE49-F238E27FC236}">
                <a16:creationId xmlns:a16="http://schemas.microsoft.com/office/drawing/2014/main" id="{8579B78F-E8F7-2A31-5798-ADB627F83149}"/>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042B9D0A-00F7-995E-65D1-18825284EFF3}"/>
              </a:ext>
            </a:extLst>
          </p:cNvPr>
          <p:cNvSpPr txBox="1"/>
          <p:nvPr/>
        </p:nvSpPr>
        <p:spPr>
          <a:xfrm>
            <a:off x="246024" y="995847"/>
            <a:ext cx="11945976" cy="2893100"/>
          </a:xfrm>
          <a:prstGeom prst="rect">
            <a:avLst/>
          </a:prstGeom>
          <a:noFill/>
        </p:spPr>
        <p:txBody>
          <a:bodyPr wrap="square">
            <a:spAutoFit/>
          </a:bodyPr>
          <a:lstStyle/>
          <a:p>
            <a:pPr>
              <a:lnSpc>
                <a:spcPct val="150000"/>
              </a:lnSpc>
            </a:pPr>
            <a:r>
              <a:rPr lang="en-AU" sz="3800" dirty="0"/>
              <a:t>Craig’s jug has </a:t>
            </a:r>
            <a:r>
              <a:rPr lang="en-AU" sz="3800" b="1" dirty="0"/>
              <a:t>a litre </a:t>
            </a:r>
            <a:r>
              <a:rPr lang="en-AU" sz="3800" dirty="0"/>
              <a:t>of water in it. Dina has </a:t>
            </a:r>
            <a:r>
              <a:rPr lang="en-AU" sz="3800" b="1" dirty="0"/>
              <a:t>half a litre</a:t>
            </a:r>
            <a:r>
              <a:rPr lang="en-AU" sz="3800" dirty="0"/>
              <a:t> in hers. Which jug is Craig’s, and which is Dina’s? </a:t>
            </a:r>
          </a:p>
          <a:p>
            <a:endParaRPr lang="en-AU" sz="4400" dirty="0"/>
          </a:p>
          <a:p>
            <a:r>
              <a:rPr lang="en-AU" dirty="0"/>
              <a:t>  </a:t>
            </a:r>
          </a:p>
        </p:txBody>
      </p:sp>
      <p:pic>
        <p:nvPicPr>
          <p:cNvPr id="8" name="Picture 7" descr="Three jugs of water containing different volumes labelled A, B and C.">
            <a:extLst>
              <a:ext uri="{FF2B5EF4-FFF2-40B4-BE49-F238E27FC236}">
                <a16:creationId xmlns:a16="http://schemas.microsoft.com/office/drawing/2014/main" id="{46E2D380-3C39-1CE3-707A-FA3DD075E943}"/>
              </a:ext>
            </a:extLst>
          </p:cNvPr>
          <p:cNvPicPr>
            <a:picLocks noChangeAspect="1"/>
          </p:cNvPicPr>
          <p:nvPr/>
        </p:nvPicPr>
        <p:blipFill>
          <a:blip r:embed="rId4"/>
          <a:srcRect t="14811" b="22230"/>
          <a:stretch>
            <a:fillRect/>
          </a:stretch>
        </p:blipFill>
        <p:spPr>
          <a:xfrm>
            <a:off x="1199501" y="3118565"/>
            <a:ext cx="9792997" cy="2231499"/>
          </a:xfrm>
          <a:prstGeom prst="rect">
            <a:avLst/>
          </a:prstGeom>
        </p:spPr>
      </p:pic>
      <p:sp>
        <p:nvSpPr>
          <p:cNvPr id="9" name="TextBox 8">
            <a:extLst>
              <a:ext uri="{FF2B5EF4-FFF2-40B4-BE49-F238E27FC236}">
                <a16:creationId xmlns:a16="http://schemas.microsoft.com/office/drawing/2014/main" id="{F5A80F42-8509-CE2C-C818-7A71BBE223F4}"/>
              </a:ext>
            </a:extLst>
          </p:cNvPr>
          <p:cNvSpPr txBox="1"/>
          <p:nvPr/>
        </p:nvSpPr>
        <p:spPr>
          <a:xfrm>
            <a:off x="2419031" y="5092712"/>
            <a:ext cx="8283968" cy="769441"/>
          </a:xfrm>
          <a:prstGeom prst="rect">
            <a:avLst/>
          </a:prstGeom>
          <a:noFill/>
        </p:spPr>
        <p:txBody>
          <a:bodyPr wrap="square">
            <a:spAutoFit/>
          </a:bodyPr>
          <a:lstStyle/>
          <a:p>
            <a:pPr algn="just"/>
            <a:r>
              <a:rPr lang="en-AU" sz="4400" dirty="0"/>
              <a:t>    </a:t>
            </a:r>
            <a:r>
              <a:rPr lang="en-AU" sz="3200" dirty="0"/>
              <a:t>A              </a:t>
            </a:r>
            <a:r>
              <a:rPr lang="en-AU" dirty="0"/>
              <a:t>             </a:t>
            </a:r>
            <a:r>
              <a:rPr lang="en-AU" sz="3200" dirty="0"/>
              <a:t>B                         C</a:t>
            </a:r>
            <a:endParaRPr lang="en-AU" dirty="0"/>
          </a:p>
        </p:txBody>
      </p:sp>
      <p:sp>
        <p:nvSpPr>
          <p:cNvPr id="10" name="TextBox 9">
            <a:extLst>
              <a:ext uri="{FF2B5EF4-FFF2-40B4-BE49-F238E27FC236}">
                <a16:creationId xmlns:a16="http://schemas.microsoft.com/office/drawing/2014/main" id="{5D95595A-2706-6DCC-ABE0-224A64E11D9A}"/>
              </a:ext>
              <a:ext uri="{C183D7F6-B498-43B3-948B-1728B52AA6E4}">
                <adec:decorative xmlns:adec="http://schemas.microsoft.com/office/drawing/2017/decorative" val="1"/>
              </a:ext>
            </a:extLst>
          </p:cNvPr>
          <p:cNvSpPr txBox="1"/>
          <p:nvPr/>
        </p:nvSpPr>
        <p:spPr>
          <a:xfrm>
            <a:off x="465339" y="6101911"/>
            <a:ext cx="11378661" cy="1815882"/>
          </a:xfrm>
          <a:prstGeom prst="rect">
            <a:avLst/>
          </a:prstGeom>
          <a:noFill/>
        </p:spPr>
        <p:txBody>
          <a:bodyPr wrap="square">
            <a:spAutoFit/>
          </a:bodyPr>
          <a:lstStyle/>
          <a:p>
            <a:endParaRPr lang="en-AU" sz="4400" dirty="0"/>
          </a:p>
          <a:p>
            <a:endParaRPr lang="en-AU" sz="4400" dirty="0"/>
          </a:p>
          <a:p>
            <a:r>
              <a:rPr lang="en-AU" dirty="0"/>
              <a:t>  </a:t>
            </a:r>
          </a:p>
        </p:txBody>
      </p:sp>
      <p:sp>
        <p:nvSpPr>
          <p:cNvPr id="12" name="TextBox 11">
            <a:extLst>
              <a:ext uri="{FF2B5EF4-FFF2-40B4-BE49-F238E27FC236}">
                <a16:creationId xmlns:a16="http://schemas.microsoft.com/office/drawing/2014/main" id="{C88BA62E-FE2F-F662-AA71-FE26FF9C7CFC}"/>
              </a:ext>
            </a:extLst>
          </p:cNvPr>
          <p:cNvSpPr txBox="1"/>
          <p:nvPr/>
        </p:nvSpPr>
        <p:spPr>
          <a:xfrm>
            <a:off x="3395614" y="5803526"/>
            <a:ext cx="6096000" cy="982513"/>
          </a:xfrm>
          <a:prstGeom prst="rect">
            <a:avLst/>
          </a:prstGeom>
          <a:noFill/>
        </p:spPr>
        <p:txBody>
          <a:bodyPr wrap="square">
            <a:spAutoFit/>
          </a:bodyPr>
          <a:lstStyle/>
          <a:p>
            <a:pPr>
              <a:lnSpc>
                <a:spcPct val="150000"/>
              </a:lnSpc>
            </a:pPr>
            <a:r>
              <a:rPr lang="en-AU" sz="4400" b="1" dirty="0"/>
              <a:t>Explain</a:t>
            </a:r>
            <a:r>
              <a:rPr lang="en-AU" sz="4400" dirty="0"/>
              <a:t> how you know. </a:t>
            </a:r>
          </a:p>
        </p:txBody>
      </p:sp>
    </p:spTree>
    <p:extLst>
      <p:ext uri="{BB962C8B-B14F-4D97-AF65-F5344CB8AC3E}">
        <p14:creationId xmlns:p14="http://schemas.microsoft.com/office/powerpoint/2010/main" val="17950201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E99FCAD-B981-9BBC-C5BF-914232435E08}"/>
              </a:ext>
            </a:extLst>
          </p:cNvPr>
          <p:cNvSpPr>
            <a:spLocks noGrp="1"/>
          </p:cNvSpPr>
          <p:nvPr>
            <p:ph type="sldNum" sz="quarter" idx="12"/>
          </p:nvPr>
        </p:nvSpPr>
        <p:spPr/>
        <p:txBody>
          <a:bodyPr/>
          <a:lstStyle/>
          <a:p>
            <a:fld id="{10A01DC5-1685-4615-8240-15192985C6A2}" type="slidenum">
              <a:rPr lang="en-AU" smtClean="0"/>
              <a:t>38</a:t>
            </a:fld>
            <a:endParaRPr lang="en-AU"/>
          </a:p>
        </p:txBody>
      </p:sp>
      <p:sp>
        <p:nvSpPr>
          <p:cNvPr id="3" name="Title 2">
            <a:extLst>
              <a:ext uri="{FF2B5EF4-FFF2-40B4-BE49-F238E27FC236}">
                <a16:creationId xmlns:a16="http://schemas.microsoft.com/office/drawing/2014/main" id="{BFA0CD49-38C1-73C3-4824-50A92743DDE1}"/>
              </a:ext>
            </a:extLst>
          </p:cNvPr>
          <p:cNvSpPr>
            <a:spLocks noGrp="1"/>
          </p:cNvSpPr>
          <p:nvPr>
            <p:ph type="title"/>
          </p:nvPr>
        </p:nvSpPr>
        <p:spPr>
          <a:xfrm>
            <a:off x="360000" y="360000"/>
            <a:ext cx="11484000" cy="545601"/>
          </a:xfrm>
        </p:spPr>
        <p:txBody>
          <a:bodyPr/>
          <a:lstStyle/>
          <a:p>
            <a:r>
              <a:rPr lang="en-AU" dirty="0">
                <a:latin typeface="Arial"/>
                <a:cs typeface="Arial"/>
              </a:rPr>
              <a:t>Activity 5 – number lines</a:t>
            </a:r>
          </a:p>
        </p:txBody>
      </p:sp>
      <p:grpSp>
        <p:nvGrpSpPr>
          <p:cNvPr id="5" name="Group 12" descr="Number line with a sticky note on left hand end marked with the number 17.">
            <a:extLst>
              <a:ext uri="{FF2B5EF4-FFF2-40B4-BE49-F238E27FC236}">
                <a16:creationId xmlns:a16="http://schemas.microsoft.com/office/drawing/2014/main" id="{E500B16A-F0A5-D6E2-8849-E03715210A3E}"/>
              </a:ext>
            </a:extLst>
          </p:cNvPr>
          <p:cNvGrpSpPr/>
          <p:nvPr/>
        </p:nvGrpSpPr>
        <p:grpSpPr>
          <a:xfrm>
            <a:off x="2525905" y="1723680"/>
            <a:ext cx="7141884" cy="569787"/>
            <a:chOff x="0" y="0"/>
            <a:chExt cx="9522512" cy="759716"/>
          </a:xfrm>
        </p:grpSpPr>
        <p:sp>
          <p:nvSpPr>
            <p:cNvPr id="6" name="Freeform 13">
              <a:extLst>
                <a:ext uri="{FF2B5EF4-FFF2-40B4-BE49-F238E27FC236}">
                  <a16:creationId xmlns:a16="http://schemas.microsoft.com/office/drawing/2014/main" id="{FB7E61E3-F1A8-5601-BCCD-006EA9D51CA2}"/>
                </a:ext>
              </a:extLst>
            </p:cNvPr>
            <p:cNvSpPr/>
            <p:nvPr/>
          </p:nvSpPr>
          <p:spPr>
            <a:xfrm>
              <a:off x="0" y="0"/>
              <a:ext cx="9522512" cy="392804"/>
            </a:xfrm>
            <a:custGeom>
              <a:avLst/>
              <a:gdLst/>
              <a:ahLst/>
              <a:cxnLst/>
              <a:rect l="l" t="t" r="r" b="b"/>
              <a:pathLst>
                <a:path w="9522512" h="392804">
                  <a:moveTo>
                    <a:pt x="0" y="0"/>
                  </a:moveTo>
                  <a:lnTo>
                    <a:pt x="9522512" y="0"/>
                  </a:lnTo>
                  <a:lnTo>
                    <a:pt x="9522512" y="392804"/>
                  </a:lnTo>
                  <a:lnTo>
                    <a:pt x="0" y="392804"/>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AU"/>
            </a:p>
          </p:txBody>
        </p:sp>
        <p:sp>
          <p:nvSpPr>
            <p:cNvPr id="7" name="Freeform 14">
              <a:extLst>
                <a:ext uri="{FF2B5EF4-FFF2-40B4-BE49-F238E27FC236}">
                  <a16:creationId xmlns:a16="http://schemas.microsoft.com/office/drawing/2014/main" id="{1E6D992A-79FD-D752-955F-80DC2CADCD39}"/>
                </a:ext>
              </a:extLst>
            </p:cNvPr>
            <p:cNvSpPr/>
            <p:nvPr/>
          </p:nvSpPr>
          <p:spPr>
            <a:xfrm>
              <a:off x="577815" y="187115"/>
              <a:ext cx="63500" cy="572601"/>
            </a:xfrm>
            <a:custGeom>
              <a:avLst/>
              <a:gdLst/>
              <a:ahLst/>
              <a:cxnLst/>
              <a:rect l="l" t="t" r="r" b="b"/>
              <a:pathLst>
                <a:path w="63500" h="572601">
                  <a:moveTo>
                    <a:pt x="0" y="0"/>
                  </a:moveTo>
                  <a:lnTo>
                    <a:pt x="63500" y="0"/>
                  </a:lnTo>
                  <a:lnTo>
                    <a:pt x="63500" y="572601"/>
                  </a:lnTo>
                  <a:lnTo>
                    <a:pt x="0" y="572601"/>
                  </a:lnTo>
                  <a:lnTo>
                    <a:pt x="0" y="0"/>
                  </a:lnTo>
                  <a:close/>
                </a:path>
              </a:pathLst>
            </a:custGeom>
            <a:blipFill>
              <a:blip r:embed="rId5">
                <a:extLst>
                  <a:ext uri="{96DAC541-7B7A-43D3-8B79-37D633B846F1}">
                    <asvg:svgBlip xmlns:asvg="http://schemas.microsoft.com/office/drawing/2016/SVG/main" r:embed="rId6"/>
                  </a:ext>
                </a:extLst>
              </a:blip>
              <a:stretch>
                <a:fillRect t="-394238" r="-94474"/>
              </a:stretch>
            </a:blipFill>
          </p:spPr>
          <p:txBody>
            <a:bodyPr/>
            <a:lstStyle/>
            <a:p>
              <a:endParaRPr lang="en-AU"/>
            </a:p>
          </p:txBody>
        </p:sp>
      </p:grpSp>
      <p:grpSp>
        <p:nvGrpSpPr>
          <p:cNvPr id="10" name="Group 9" descr="Number line with a sticky note on left hand end marked with the number 17.">
            <a:extLst>
              <a:ext uri="{FF2B5EF4-FFF2-40B4-BE49-F238E27FC236}">
                <a16:creationId xmlns:a16="http://schemas.microsoft.com/office/drawing/2014/main" id="{43275237-B11E-822B-5B7B-FD9A11FBDF23}"/>
              </a:ext>
            </a:extLst>
          </p:cNvPr>
          <p:cNvGrpSpPr/>
          <p:nvPr/>
        </p:nvGrpSpPr>
        <p:grpSpPr>
          <a:xfrm>
            <a:off x="2525905" y="2293467"/>
            <a:ext cx="912651" cy="990666"/>
            <a:chOff x="2525905" y="2147572"/>
            <a:chExt cx="912651" cy="990666"/>
          </a:xfrm>
        </p:grpSpPr>
        <p:sp>
          <p:nvSpPr>
            <p:cNvPr id="8" name="Freeform 17">
              <a:extLst>
                <a:ext uri="{FF2B5EF4-FFF2-40B4-BE49-F238E27FC236}">
                  <a16:creationId xmlns:a16="http://schemas.microsoft.com/office/drawing/2014/main" id="{777F7ADA-FBB1-9F86-5D0B-99A24C4F5803}"/>
                </a:ext>
              </a:extLst>
            </p:cNvPr>
            <p:cNvSpPr/>
            <p:nvPr/>
          </p:nvSpPr>
          <p:spPr>
            <a:xfrm>
              <a:off x="2525905" y="2147572"/>
              <a:ext cx="912651" cy="990666"/>
            </a:xfrm>
            <a:custGeom>
              <a:avLst/>
              <a:gdLst/>
              <a:ahLst/>
              <a:cxnLst/>
              <a:rect l="l" t="t" r="r" b="b"/>
              <a:pathLst>
                <a:path w="912651" h="990666">
                  <a:moveTo>
                    <a:pt x="0" y="0"/>
                  </a:moveTo>
                  <a:lnTo>
                    <a:pt x="912651" y="0"/>
                  </a:lnTo>
                  <a:lnTo>
                    <a:pt x="912651" y="990665"/>
                  </a:lnTo>
                  <a:lnTo>
                    <a:pt x="0" y="990665"/>
                  </a:lnTo>
                  <a:lnTo>
                    <a:pt x="0" y="0"/>
                  </a:lnTo>
                  <a:close/>
                </a:path>
              </a:pathLst>
            </a:custGeom>
            <a:blipFill>
              <a:blip r:embed="rId7"/>
              <a:stretch>
                <a:fillRect/>
              </a:stretch>
            </a:blipFill>
          </p:spPr>
          <p:txBody>
            <a:bodyPr/>
            <a:lstStyle/>
            <a:p>
              <a:endParaRPr lang="en-AU"/>
            </a:p>
          </p:txBody>
        </p:sp>
        <p:sp>
          <p:nvSpPr>
            <p:cNvPr id="9" name="TextBox 23">
              <a:extLst>
                <a:ext uri="{FF2B5EF4-FFF2-40B4-BE49-F238E27FC236}">
                  <a16:creationId xmlns:a16="http://schemas.microsoft.com/office/drawing/2014/main" id="{882EA66B-C80C-89F0-3CFC-E256DF42D213}"/>
                </a:ext>
              </a:extLst>
            </p:cNvPr>
            <p:cNvSpPr txBox="1"/>
            <p:nvPr/>
          </p:nvSpPr>
          <p:spPr>
            <a:xfrm>
              <a:off x="2746653" y="2439363"/>
              <a:ext cx="423532" cy="462661"/>
            </a:xfrm>
            <a:prstGeom prst="rect">
              <a:avLst/>
            </a:prstGeom>
          </p:spPr>
          <p:txBody>
            <a:bodyPr lIns="0" tIns="0" rIns="0" bIns="0" rtlCol="0" anchor="t">
              <a:spAutoFit/>
            </a:bodyPr>
            <a:lstStyle/>
            <a:p>
              <a:pPr algn="ctr">
                <a:lnSpc>
                  <a:spcPts val="3898"/>
                </a:lnSpc>
              </a:pPr>
              <a:r>
                <a:rPr lang="en-US" sz="2784" dirty="0">
                  <a:solidFill>
                    <a:srgbClr val="000000"/>
                  </a:solidFill>
                  <a:latin typeface="Arial" panose="020B0604020202020204" pitchFamily="34" charset="0"/>
                  <a:ea typeface="Canva Sans Bold"/>
                  <a:cs typeface="Arial" panose="020B0604020202020204" pitchFamily="34" charset="0"/>
                  <a:sym typeface="Canva Sans Bold"/>
                </a:rPr>
                <a:t>17</a:t>
              </a:r>
            </a:p>
          </p:txBody>
        </p:sp>
      </p:grpSp>
      <p:grpSp>
        <p:nvGrpSpPr>
          <p:cNvPr id="11" name="Group 10" descr="Sticky notes with the numbers 50, 30, 100 and the other is blank.">
            <a:extLst>
              <a:ext uri="{FF2B5EF4-FFF2-40B4-BE49-F238E27FC236}">
                <a16:creationId xmlns:a16="http://schemas.microsoft.com/office/drawing/2014/main" id="{4D106C02-C631-A021-127B-9F131296B842}"/>
              </a:ext>
            </a:extLst>
          </p:cNvPr>
          <p:cNvGrpSpPr/>
          <p:nvPr/>
        </p:nvGrpSpPr>
        <p:grpSpPr>
          <a:xfrm>
            <a:off x="2094240" y="4839718"/>
            <a:ext cx="912651" cy="1389630"/>
            <a:chOff x="4520635" y="2022542"/>
            <a:chExt cx="912651" cy="1389630"/>
          </a:xfrm>
        </p:grpSpPr>
        <p:sp>
          <p:nvSpPr>
            <p:cNvPr id="12" name="Freeform 24">
              <a:extLst>
                <a:ext uri="{FF2B5EF4-FFF2-40B4-BE49-F238E27FC236}">
                  <a16:creationId xmlns:a16="http://schemas.microsoft.com/office/drawing/2014/main" id="{F80DDD20-2DBC-BC60-8485-46BAB17E6A9B}"/>
                </a:ext>
              </a:extLst>
            </p:cNvPr>
            <p:cNvSpPr/>
            <p:nvPr/>
          </p:nvSpPr>
          <p:spPr>
            <a:xfrm>
              <a:off x="4520635" y="2421506"/>
              <a:ext cx="912651" cy="990666"/>
            </a:xfrm>
            <a:custGeom>
              <a:avLst/>
              <a:gdLst/>
              <a:ahLst/>
              <a:cxnLst/>
              <a:rect l="l" t="t" r="r" b="b"/>
              <a:pathLst>
                <a:path w="912651" h="990666">
                  <a:moveTo>
                    <a:pt x="0" y="0"/>
                  </a:moveTo>
                  <a:lnTo>
                    <a:pt x="912651" y="0"/>
                  </a:lnTo>
                  <a:lnTo>
                    <a:pt x="912651" y="990666"/>
                  </a:lnTo>
                  <a:lnTo>
                    <a:pt x="0" y="990666"/>
                  </a:lnTo>
                  <a:lnTo>
                    <a:pt x="0" y="0"/>
                  </a:lnTo>
                  <a:close/>
                </a:path>
              </a:pathLst>
            </a:custGeom>
            <a:blipFill>
              <a:blip r:embed="rId7"/>
              <a:stretch>
                <a:fillRect/>
              </a:stretch>
            </a:blipFill>
          </p:spPr>
          <p:txBody>
            <a:bodyPr/>
            <a:lstStyle/>
            <a:p>
              <a:endParaRPr lang="en-AU"/>
            </a:p>
          </p:txBody>
        </p:sp>
        <p:sp>
          <p:nvSpPr>
            <p:cNvPr id="13" name="TextBox 25">
              <a:extLst>
                <a:ext uri="{FF2B5EF4-FFF2-40B4-BE49-F238E27FC236}">
                  <a16:creationId xmlns:a16="http://schemas.microsoft.com/office/drawing/2014/main" id="{B66CAF84-9F84-CC31-8D92-C427E553387A}"/>
                </a:ext>
              </a:extLst>
            </p:cNvPr>
            <p:cNvSpPr txBox="1"/>
            <p:nvPr/>
          </p:nvSpPr>
          <p:spPr>
            <a:xfrm>
              <a:off x="4731683" y="2666718"/>
              <a:ext cx="490553" cy="462661"/>
            </a:xfrm>
            <a:prstGeom prst="rect">
              <a:avLst/>
            </a:prstGeom>
          </p:spPr>
          <p:txBody>
            <a:bodyPr lIns="0" tIns="0" rIns="0" bIns="0" rtlCol="0" anchor="t">
              <a:spAutoFit/>
            </a:bodyPr>
            <a:lstStyle/>
            <a:p>
              <a:pPr algn="ctr">
                <a:lnSpc>
                  <a:spcPts val="3898"/>
                </a:lnSpc>
              </a:pPr>
              <a:r>
                <a:rPr lang="en-US" sz="2784" dirty="0">
                  <a:solidFill>
                    <a:srgbClr val="000000"/>
                  </a:solidFill>
                  <a:latin typeface="Arial" panose="020B0604020202020204" pitchFamily="34" charset="0"/>
                  <a:ea typeface="Canva Sans Bold"/>
                  <a:cs typeface="Arial" panose="020B0604020202020204" pitchFamily="34" charset="0"/>
                  <a:sym typeface="Canva Sans Bold"/>
                </a:rPr>
                <a:t>50</a:t>
              </a:r>
            </a:p>
          </p:txBody>
        </p:sp>
        <p:sp>
          <p:nvSpPr>
            <p:cNvPr id="14" name="Freeform 26">
              <a:extLst>
                <a:ext uri="{FF2B5EF4-FFF2-40B4-BE49-F238E27FC236}">
                  <a16:creationId xmlns:a16="http://schemas.microsoft.com/office/drawing/2014/main" id="{6D2FE28D-31F0-ED08-2406-858E18926D5A}"/>
                </a:ext>
              </a:extLst>
            </p:cNvPr>
            <p:cNvSpPr/>
            <p:nvPr/>
          </p:nvSpPr>
          <p:spPr>
            <a:xfrm>
              <a:off x="4987852" y="2022542"/>
              <a:ext cx="47625" cy="429451"/>
            </a:xfrm>
            <a:custGeom>
              <a:avLst/>
              <a:gdLst/>
              <a:ahLst/>
              <a:cxnLst/>
              <a:rect l="l" t="t" r="r" b="b"/>
              <a:pathLst>
                <a:path w="47625" h="429451">
                  <a:moveTo>
                    <a:pt x="0" y="0"/>
                  </a:moveTo>
                  <a:lnTo>
                    <a:pt x="47625" y="0"/>
                  </a:lnTo>
                  <a:lnTo>
                    <a:pt x="47625" y="429451"/>
                  </a:lnTo>
                  <a:lnTo>
                    <a:pt x="0" y="429451"/>
                  </a:lnTo>
                  <a:lnTo>
                    <a:pt x="0" y="0"/>
                  </a:lnTo>
                  <a:close/>
                </a:path>
              </a:pathLst>
            </a:custGeom>
            <a:blipFill>
              <a:blip r:embed="rId5">
                <a:extLst>
                  <a:ext uri="{96DAC541-7B7A-43D3-8B79-37D633B846F1}">
                    <asvg:svgBlip xmlns:asvg="http://schemas.microsoft.com/office/drawing/2016/SVG/main" r:embed="rId6"/>
                  </a:ext>
                </a:extLst>
              </a:blip>
              <a:stretch>
                <a:fillRect t="-394238" r="-94474"/>
              </a:stretch>
            </a:blipFill>
          </p:spPr>
          <p:txBody>
            <a:bodyPr/>
            <a:lstStyle/>
            <a:p>
              <a:endParaRPr lang="en-AU"/>
            </a:p>
          </p:txBody>
        </p:sp>
      </p:grpSp>
      <p:grpSp>
        <p:nvGrpSpPr>
          <p:cNvPr id="15" name="Group 14" descr="Sticky notes with the numbers 50, 30, 100 and the other is blank.">
            <a:extLst>
              <a:ext uri="{FF2B5EF4-FFF2-40B4-BE49-F238E27FC236}">
                <a16:creationId xmlns:a16="http://schemas.microsoft.com/office/drawing/2014/main" id="{72A1A7EB-08C0-FBFC-C641-25468358165B}"/>
              </a:ext>
            </a:extLst>
          </p:cNvPr>
          <p:cNvGrpSpPr/>
          <p:nvPr/>
        </p:nvGrpSpPr>
        <p:grpSpPr>
          <a:xfrm>
            <a:off x="970539" y="4839718"/>
            <a:ext cx="912651" cy="1381201"/>
            <a:chOff x="3071637" y="2507514"/>
            <a:chExt cx="912651" cy="1381201"/>
          </a:xfrm>
        </p:grpSpPr>
        <p:sp>
          <p:nvSpPr>
            <p:cNvPr id="16" name="Freeform 18">
              <a:extLst>
                <a:ext uri="{FF2B5EF4-FFF2-40B4-BE49-F238E27FC236}">
                  <a16:creationId xmlns:a16="http://schemas.microsoft.com/office/drawing/2014/main" id="{AA63934C-7A51-78E4-FE88-ED678D178384}"/>
                </a:ext>
              </a:extLst>
            </p:cNvPr>
            <p:cNvSpPr/>
            <p:nvPr/>
          </p:nvSpPr>
          <p:spPr>
            <a:xfrm>
              <a:off x="3071637" y="2898049"/>
              <a:ext cx="912651" cy="990666"/>
            </a:xfrm>
            <a:custGeom>
              <a:avLst/>
              <a:gdLst/>
              <a:ahLst/>
              <a:cxnLst/>
              <a:rect l="l" t="t" r="r" b="b"/>
              <a:pathLst>
                <a:path w="912651" h="990666">
                  <a:moveTo>
                    <a:pt x="0" y="0"/>
                  </a:moveTo>
                  <a:lnTo>
                    <a:pt x="912651" y="0"/>
                  </a:lnTo>
                  <a:lnTo>
                    <a:pt x="912651" y="990665"/>
                  </a:lnTo>
                  <a:lnTo>
                    <a:pt x="0" y="990665"/>
                  </a:lnTo>
                  <a:lnTo>
                    <a:pt x="0" y="0"/>
                  </a:lnTo>
                  <a:close/>
                </a:path>
              </a:pathLst>
            </a:custGeom>
            <a:blipFill>
              <a:blip r:embed="rId7"/>
              <a:stretch>
                <a:fillRect/>
              </a:stretch>
            </a:blipFill>
          </p:spPr>
          <p:txBody>
            <a:bodyPr/>
            <a:lstStyle/>
            <a:p>
              <a:endParaRPr lang="en-AU"/>
            </a:p>
          </p:txBody>
        </p:sp>
        <p:sp>
          <p:nvSpPr>
            <p:cNvPr id="17" name="Freeform 19">
              <a:extLst>
                <a:ext uri="{FF2B5EF4-FFF2-40B4-BE49-F238E27FC236}">
                  <a16:creationId xmlns:a16="http://schemas.microsoft.com/office/drawing/2014/main" id="{50B279E5-7B1C-B63B-2A5D-C4B796E3BEB8}"/>
                </a:ext>
              </a:extLst>
            </p:cNvPr>
            <p:cNvSpPr/>
            <p:nvPr/>
          </p:nvSpPr>
          <p:spPr>
            <a:xfrm>
              <a:off x="3504149" y="2507514"/>
              <a:ext cx="47625" cy="429451"/>
            </a:xfrm>
            <a:custGeom>
              <a:avLst/>
              <a:gdLst/>
              <a:ahLst/>
              <a:cxnLst/>
              <a:rect l="l" t="t" r="r" b="b"/>
              <a:pathLst>
                <a:path w="47625" h="429451">
                  <a:moveTo>
                    <a:pt x="0" y="0"/>
                  </a:moveTo>
                  <a:lnTo>
                    <a:pt x="47625" y="0"/>
                  </a:lnTo>
                  <a:lnTo>
                    <a:pt x="47625" y="429451"/>
                  </a:lnTo>
                  <a:lnTo>
                    <a:pt x="0" y="429451"/>
                  </a:lnTo>
                  <a:lnTo>
                    <a:pt x="0" y="0"/>
                  </a:lnTo>
                  <a:close/>
                </a:path>
              </a:pathLst>
            </a:custGeom>
            <a:blipFill>
              <a:blip r:embed="rId5">
                <a:extLst>
                  <a:ext uri="{96DAC541-7B7A-43D3-8B79-37D633B846F1}">
                    <asvg:svgBlip xmlns:asvg="http://schemas.microsoft.com/office/drawing/2016/SVG/main" r:embed="rId6"/>
                  </a:ext>
                </a:extLst>
              </a:blip>
              <a:stretch>
                <a:fillRect t="-394238" r="-94474"/>
              </a:stretch>
            </a:blipFill>
          </p:spPr>
          <p:txBody>
            <a:bodyPr/>
            <a:lstStyle/>
            <a:p>
              <a:endParaRPr lang="en-AU"/>
            </a:p>
          </p:txBody>
        </p:sp>
      </p:grpSp>
      <p:grpSp>
        <p:nvGrpSpPr>
          <p:cNvPr id="22" name="Group 21" descr="Sticky notes with the numbers 50, 30, 100 and the other is blank.">
            <a:extLst>
              <a:ext uri="{FF2B5EF4-FFF2-40B4-BE49-F238E27FC236}">
                <a16:creationId xmlns:a16="http://schemas.microsoft.com/office/drawing/2014/main" id="{C4CB9086-353A-BAA1-CCED-421F79A10F42}"/>
              </a:ext>
            </a:extLst>
          </p:cNvPr>
          <p:cNvGrpSpPr/>
          <p:nvPr/>
        </p:nvGrpSpPr>
        <p:grpSpPr>
          <a:xfrm>
            <a:off x="3251391" y="4839718"/>
            <a:ext cx="912651" cy="1389630"/>
            <a:chOff x="3251391" y="4839718"/>
            <a:chExt cx="912651" cy="1389630"/>
          </a:xfrm>
        </p:grpSpPr>
        <p:sp>
          <p:nvSpPr>
            <p:cNvPr id="19" name="Freeform 24">
              <a:extLst>
                <a:ext uri="{FF2B5EF4-FFF2-40B4-BE49-F238E27FC236}">
                  <a16:creationId xmlns:a16="http://schemas.microsoft.com/office/drawing/2014/main" id="{86039C7B-AD46-9EAC-A961-E7EAB077B352}"/>
                </a:ext>
              </a:extLst>
            </p:cNvPr>
            <p:cNvSpPr/>
            <p:nvPr/>
          </p:nvSpPr>
          <p:spPr>
            <a:xfrm>
              <a:off x="3251391" y="5238682"/>
              <a:ext cx="912651" cy="990666"/>
            </a:xfrm>
            <a:custGeom>
              <a:avLst/>
              <a:gdLst/>
              <a:ahLst/>
              <a:cxnLst/>
              <a:rect l="l" t="t" r="r" b="b"/>
              <a:pathLst>
                <a:path w="912651" h="990666">
                  <a:moveTo>
                    <a:pt x="0" y="0"/>
                  </a:moveTo>
                  <a:lnTo>
                    <a:pt x="912651" y="0"/>
                  </a:lnTo>
                  <a:lnTo>
                    <a:pt x="912651" y="990666"/>
                  </a:lnTo>
                  <a:lnTo>
                    <a:pt x="0" y="990666"/>
                  </a:lnTo>
                  <a:lnTo>
                    <a:pt x="0" y="0"/>
                  </a:lnTo>
                  <a:close/>
                </a:path>
              </a:pathLst>
            </a:custGeom>
            <a:blipFill>
              <a:blip r:embed="rId7"/>
              <a:stretch>
                <a:fillRect/>
              </a:stretch>
            </a:blipFill>
          </p:spPr>
          <p:txBody>
            <a:bodyPr/>
            <a:lstStyle/>
            <a:p>
              <a:endParaRPr lang="en-AU"/>
            </a:p>
          </p:txBody>
        </p:sp>
        <p:sp>
          <p:nvSpPr>
            <p:cNvPr id="20" name="TextBox 25">
              <a:extLst>
                <a:ext uri="{FF2B5EF4-FFF2-40B4-BE49-F238E27FC236}">
                  <a16:creationId xmlns:a16="http://schemas.microsoft.com/office/drawing/2014/main" id="{E937C5F2-E753-DC3B-62D8-A6858743E57F}"/>
                </a:ext>
              </a:extLst>
            </p:cNvPr>
            <p:cNvSpPr txBox="1"/>
            <p:nvPr/>
          </p:nvSpPr>
          <p:spPr>
            <a:xfrm>
              <a:off x="3462439" y="5483894"/>
              <a:ext cx="490553" cy="462661"/>
            </a:xfrm>
            <a:prstGeom prst="rect">
              <a:avLst/>
            </a:prstGeom>
          </p:spPr>
          <p:txBody>
            <a:bodyPr lIns="0" tIns="0" rIns="0" bIns="0" rtlCol="0" anchor="t">
              <a:spAutoFit/>
            </a:bodyPr>
            <a:lstStyle/>
            <a:p>
              <a:pPr algn="ctr">
                <a:lnSpc>
                  <a:spcPts val="3898"/>
                </a:lnSpc>
              </a:pPr>
              <a:r>
                <a:rPr lang="en-US" sz="2784" dirty="0">
                  <a:solidFill>
                    <a:srgbClr val="000000"/>
                  </a:solidFill>
                  <a:latin typeface="Arial" panose="020B0604020202020204" pitchFamily="34" charset="0"/>
                  <a:ea typeface="Canva Sans Bold"/>
                  <a:cs typeface="Arial" panose="020B0604020202020204" pitchFamily="34" charset="0"/>
                  <a:sym typeface="Canva Sans Bold"/>
                </a:rPr>
                <a:t>30</a:t>
              </a:r>
            </a:p>
          </p:txBody>
        </p:sp>
        <p:sp>
          <p:nvSpPr>
            <p:cNvPr id="21" name="Freeform 26">
              <a:extLst>
                <a:ext uri="{FF2B5EF4-FFF2-40B4-BE49-F238E27FC236}">
                  <a16:creationId xmlns:a16="http://schemas.microsoft.com/office/drawing/2014/main" id="{0AABE68E-41DB-46BF-B427-AD2E8A58B783}"/>
                </a:ext>
              </a:extLst>
            </p:cNvPr>
            <p:cNvSpPr/>
            <p:nvPr/>
          </p:nvSpPr>
          <p:spPr>
            <a:xfrm>
              <a:off x="3718608" y="4839718"/>
              <a:ext cx="47625" cy="429451"/>
            </a:xfrm>
            <a:custGeom>
              <a:avLst/>
              <a:gdLst/>
              <a:ahLst/>
              <a:cxnLst/>
              <a:rect l="l" t="t" r="r" b="b"/>
              <a:pathLst>
                <a:path w="47625" h="429451">
                  <a:moveTo>
                    <a:pt x="0" y="0"/>
                  </a:moveTo>
                  <a:lnTo>
                    <a:pt x="47625" y="0"/>
                  </a:lnTo>
                  <a:lnTo>
                    <a:pt x="47625" y="429451"/>
                  </a:lnTo>
                  <a:lnTo>
                    <a:pt x="0" y="429451"/>
                  </a:lnTo>
                  <a:lnTo>
                    <a:pt x="0" y="0"/>
                  </a:lnTo>
                  <a:close/>
                </a:path>
              </a:pathLst>
            </a:custGeom>
            <a:blipFill>
              <a:blip r:embed="rId5">
                <a:extLst>
                  <a:ext uri="{96DAC541-7B7A-43D3-8B79-37D633B846F1}">
                    <asvg:svgBlip xmlns:asvg="http://schemas.microsoft.com/office/drawing/2016/SVG/main" r:embed="rId6"/>
                  </a:ext>
                </a:extLst>
              </a:blip>
              <a:stretch>
                <a:fillRect t="-394238" r="-94474"/>
              </a:stretch>
            </a:blipFill>
          </p:spPr>
          <p:txBody>
            <a:bodyPr/>
            <a:lstStyle/>
            <a:p>
              <a:endParaRPr lang="en-AU"/>
            </a:p>
          </p:txBody>
        </p:sp>
      </p:grpSp>
      <p:grpSp>
        <p:nvGrpSpPr>
          <p:cNvPr id="27" name="Group 26" descr="Sticky notes with the numbers 50, 30, 100 and the other is blank.">
            <a:extLst>
              <a:ext uri="{FF2B5EF4-FFF2-40B4-BE49-F238E27FC236}">
                <a16:creationId xmlns:a16="http://schemas.microsoft.com/office/drawing/2014/main" id="{F6158729-D90D-21CD-B940-145A8D6A73B3}"/>
              </a:ext>
            </a:extLst>
          </p:cNvPr>
          <p:cNvGrpSpPr/>
          <p:nvPr/>
        </p:nvGrpSpPr>
        <p:grpSpPr>
          <a:xfrm>
            <a:off x="4375090" y="4839718"/>
            <a:ext cx="912651" cy="1389630"/>
            <a:chOff x="4375090" y="4839718"/>
            <a:chExt cx="912651" cy="1389630"/>
          </a:xfrm>
        </p:grpSpPr>
        <p:sp>
          <p:nvSpPr>
            <p:cNvPr id="24" name="Freeform 24">
              <a:extLst>
                <a:ext uri="{FF2B5EF4-FFF2-40B4-BE49-F238E27FC236}">
                  <a16:creationId xmlns:a16="http://schemas.microsoft.com/office/drawing/2014/main" id="{EC12BC2E-E7EA-5C0C-98C4-22CDA56195C9}"/>
                </a:ext>
              </a:extLst>
            </p:cNvPr>
            <p:cNvSpPr/>
            <p:nvPr/>
          </p:nvSpPr>
          <p:spPr>
            <a:xfrm>
              <a:off x="4375090" y="5238682"/>
              <a:ext cx="912651" cy="990666"/>
            </a:xfrm>
            <a:custGeom>
              <a:avLst/>
              <a:gdLst/>
              <a:ahLst/>
              <a:cxnLst/>
              <a:rect l="l" t="t" r="r" b="b"/>
              <a:pathLst>
                <a:path w="912651" h="990666">
                  <a:moveTo>
                    <a:pt x="0" y="0"/>
                  </a:moveTo>
                  <a:lnTo>
                    <a:pt x="912651" y="0"/>
                  </a:lnTo>
                  <a:lnTo>
                    <a:pt x="912651" y="990666"/>
                  </a:lnTo>
                  <a:lnTo>
                    <a:pt x="0" y="990666"/>
                  </a:lnTo>
                  <a:lnTo>
                    <a:pt x="0" y="0"/>
                  </a:lnTo>
                  <a:close/>
                </a:path>
              </a:pathLst>
            </a:custGeom>
            <a:blipFill>
              <a:blip r:embed="rId7"/>
              <a:stretch>
                <a:fillRect/>
              </a:stretch>
            </a:blipFill>
          </p:spPr>
          <p:txBody>
            <a:bodyPr/>
            <a:lstStyle/>
            <a:p>
              <a:endParaRPr lang="en-AU"/>
            </a:p>
          </p:txBody>
        </p:sp>
        <p:sp>
          <p:nvSpPr>
            <p:cNvPr id="25" name="TextBox 25">
              <a:extLst>
                <a:ext uri="{FF2B5EF4-FFF2-40B4-BE49-F238E27FC236}">
                  <a16:creationId xmlns:a16="http://schemas.microsoft.com/office/drawing/2014/main" id="{B5182516-71AB-A05F-9DBF-AA98C1130618}"/>
                </a:ext>
              </a:extLst>
            </p:cNvPr>
            <p:cNvSpPr txBox="1"/>
            <p:nvPr/>
          </p:nvSpPr>
          <p:spPr>
            <a:xfrm>
              <a:off x="4527786" y="5483894"/>
              <a:ext cx="629042" cy="456343"/>
            </a:xfrm>
            <a:prstGeom prst="rect">
              <a:avLst/>
            </a:prstGeom>
          </p:spPr>
          <p:txBody>
            <a:bodyPr wrap="square" lIns="0" tIns="0" rIns="0" bIns="0" rtlCol="0" anchor="t">
              <a:spAutoFit/>
            </a:bodyPr>
            <a:lstStyle/>
            <a:p>
              <a:pPr algn="ctr">
                <a:lnSpc>
                  <a:spcPts val="3898"/>
                </a:lnSpc>
              </a:pPr>
              <a:r>
                <a:rPr lang="en-US" sz="2784" dirty="0">
                  <a:solidFill>
                    <a:srgbClr val="000000"/>
                  </a:solidFill>
                  <a:latin typeface="Arial" panose="020B0604020202020204" pitchFamily="34" charset="0"/>
                  <a:ea typeface="Canva Sans Bold"/>
                  <a:cs typeface="Arial" panose="020B0604020202020204" pitchFamily="34" charset="0"/>
                  <a:sym typeface="Canva Sans Bold"/>
                </a:rPr>
                <a:t>100</a:t>
              </a:r>
            </a:p>
          </p:txBody>
        </p:sp>
        <p:sp>
          <p:nvSpPr>
            <p:cNvPr id="26" name="Freeform 26">
              <a:extLst>
                <a:ext uri="{FF2B5EF4-FFF2-40B4-BE49-F238E27FC236}">
                  <a16:creationId xmlns:a16="http://schemas.microsoft.com/office/drawing/2014/main" id="{BD3E99CC-5DE9-A6DC-7A61-C12728876A3D}"/>
                </a:ext>
              </a:extLst>
            </p:cNvPr>
            <p:cNvSpPr/>
            <p:nvPr/>
          </p:nvSpPr>
          <p:spPr>
            <a:xfrm>
              <a:off x="4842307" y="4839718"/>
              <a:ext cx="47625" cy="429451"/>
            </a:xfrm>
            <a:custGeom>
              <a:avLst/>
              <a:gdLst/>
              <a:ahLst/>
              <a:cxnLst/>
              <a:rect l="l" t="t" r="r" b="b"/>
              <a:pathLst>
                <a:path w="47625" h="429451">
                  <a:moveTo>
                    <a:pt x="0" y="0"/>
                  </a:moveTo>
                  <a:lnTo>
                    <a:pt x="47625" y="0"/>
                  </a:lnTo>
                  <a:lnTo>
                    <a:pt x="47625" y="429451"/>
                  </a:lnTo>
                  <a:lnTo>
                    <a:pt x="0" y="429451"/>
                  </a:lnTo>
                  <a:lnTo>
                    <a:pt x="0" y="0"/>
                  </a:lnTo>
                  <a:close/>
                </a:path>
              </a:pathLst>
            </a:custGeom>
            <a:blipFill>
              <a:blip r:embed="rId5">
                <a:extLst>
                  <a:ext uri="{96DAC541-7B7A-43D3-8B79-37D633B846F1}">
                    <asvg:svgBlip xmlns:asvg="http://schemas.microsoft.com/office/drawing/2016/SVG/main" r:embed="rId6"/>
                  </a:ext>
                </a:extLst>
              </a:blip>
              <a:stretch>
                <a:fillRect t="-394238" r="-94474"/>
              </a:stretch>
            </a:blipFill>
          </p:spPr>
          <p:txBody>
            <a:bodyPr/>
            <a:lstStyle/>
            <a:p>
              <a:endParaRPr lang="en-AU"/>
            </a:p>
          </p:txBody>
        </p:sp>
      </p:grpSp>
      <p:pic>
        <p:nvPicPr>
          <p:cNvPr id="4" name="Picture 2" descr="image of a head with cogs turning inside">
            <a:extLst>
              <a:ext uri="{FF2B5EF4-FFF2-40B4-BE49-F238E27FC236}">
                <a16:creationId xmlns:a16="http://schemas.microsoft.com/office/drawing/2014/main" id="{0510AA4C-1D98-0CD0-FF41-45D0978DE786}"/>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1140151" y="39575"/>
            <a:ext cx="782592" cy="9308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830559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C47A72-3CE0-EEDF-F581-1C72D9F9D933}"/>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9C9C6836-E69A-E531-CE2B-FD2948273D56}"/>
              </a:ext>
            </a:extLst>
          </p:cNvPr>
          <p:cNvSpPr>
            <a:spLocks noGrp="1"/>
          </p:cNvSpPr>
          <p:nvPr>
            <p:ph type="ctrTitle"/>
          </p:nvPr>
        </p:nvSpPr>
        <p:spPr/>
        <p:txBody>
          <a:bodyPr/>
          <a:lstStyle/>
          <a:p>
            <a:r>
              <a:rPr lang="en-AU" dirty="0">
                <a:latin typeface="+mj-lt"/>
              </a:rPr>
              <a:t>Review of learning 6</a:t>
            </a:r>
          </a:p>
        </p:txBody>
      </p:sp>
    </p:spTree>
    <p:extLst>
      <p:ext uri="{BB962C8B-B14F-4D97-AF65-F5344CB8AC3E}">
        <p14:creationId xmlns:p14="http://schemas.microsoft.com/office/powerpoint/2010/main" val="3103349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67B432-F3DF-0955-9F52-3DACF4B5B3ED}"/>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D7F305F-4DA6-37EC-D1B7-85EBA549092D}"/>
              </a:ext>
            </a:extLst>
          </p:cNvPr>
          <p:cNvSpPr>
            <a:spLocks noGrp="1"/>
          </p:cNvSpPr>
          <p:nvPr>
            <p:ph type="sldNum" sz="quarter" idx="12"/>
          </p:nvPr>
        </p:nvSpPr>
        <p:spPr/>
        <p:txBody>
          <a:bodyPr/>
          <a:lstStyle/>
          <a:p>
            <a:fld id="{10A01DC5-1685-4615-8240-15192985C6A2}" type="slidenum">
              <a:rPr lang="en-AU" smtClean="0"/>
              <a:t>40</a:t>
            </a:fld>
            <a:endParaRPr lang="en-AU"/>
          </a:p>
        </p:txBody>
      </p:sp>
      <p:sp>
        <p:nvSpPr>
          <p:cNvPr id="3" name="Title 2">
            <a:extLst>
              <a:ext uri="{FF2B5EF4-FFF2-40B4-BE49-F238E27FC236}">
                <a16:creationId xmlns:a16="http://schemas.microsoft.com/office/drawing/2014/main" id="{496F0155-A6F4-0D5E-C07C-33FCB952EC5D}"/>
              </a:ext>
            </a:extLst>
          </p:cNvPr>
          <p:cNvSpPr>
            <a:spLocks noGrp="1"/>
          </p:cNvSpPr>
          <p:nvPr>
            <p:ph type="title"/>
          </p:nvPr>
        </p:nvSpPr>
        <p:spPr/>
        <p:txBody>
          <a:bodyPr/>
          <a:lstStyle/>
          <a:p>
            <a:r>
              <a:rPr lang="en-US" dirty="0"/>
              <a:t>True or false </a:t>
            </a:r>
            <a:r>
              <a:rPr lang="en-US" dirty="0">
                <a:solidFill>
                  <a:schemeClr val="bg1"/>
                </a:solidFill>
              </a:rPr>
              <a:t>(3)</a:t>
            </a:r>
          </a:p>
        </p:txBody>
      </p:sp>
      <p:graphicFrame>
        <p:nvGraphicFramePr>
          <p:cNvPr id="12" name="Table 11">
            <a:extLst>
              <a:ext uri="{FF2B5EF4-FFF2-40B4-BE49-F238E27FC236}">
                <a16:creationId xmlns:a16="http://schemas.microsoft.com/office/drawing/2014/main" id="{EB40C059-5597-0CF6-B41C-53C5C0669382}"/>
              </a:ext>
            </a:extLst>
          </p:cNvPr>
          <p:cNvGraphicFramePr>
            <a:graphicFrameLocks noGrp="1"/>
          </p:cNvGraphicFramePr>
          <p:nvPr/>
        </p:nvGraphicFramePr>
        <p:xfrm>
          <a:off x="2442981" y="4974673"/>
          <a:ext cx="7077076" cy="74168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dirty="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dirty="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pic>
        <p:nvPicPr>
          <p:cNvPr id="4" name="Picture 3" descr="image of a finger selecting an option for a multiple choice or true and false">
            <a:extLst>
              <a:ext uri="{FF2B5EF4-FFF2-40B4-BE49-F238E27FC236}">
                <a16:creationId xmlns:a16="http://schemas.microsoft.com/office/drawing/2014/main" id="{239F5F22-5449-95CB-BD5E-F141E81E86FF}"/>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6" name="Text Placeholder 5">
            <a:extLst>
              <a:ext uri="{FF2B5EF4-FFF2-40B4-BE49-F238E27FC236}">
                <a16:creationId xmlns:a16="http://schemas.microsoft.com/office/drawing/2014/main" id="{B4E45FD3-3CB9-7929-21B5-6CF9A37684C0}"/>
              </a:ext>
            </a:extLst>
          </p:cNvPr>
          <p:cNvSpPr>
            <a:spLocks noGrp="1"/>
          </p:cNvSpPr>
          <p:nvPr>
            <p:ph type="body" sz="quarter" idx="22"/>
          </p:nvPr>
        </p:nvSpPr>
        <p:spPr>
          <a:xfrm>
            <a:off x="360001" y="1222298"/>
            <a:ext cx="11243037" cy="893226"/>
          </a:xfrm>
        </p:spPr>
        <p:txBody>
          <a:bodyPr/>
          <a:lstStyle/>
          <a:p>
            <a:pPr algn="ctr"/>
            <a:r>
              <a:rPr lang="en-AU" sz="4400" dirty="0"/>
              <a:t>These numbers are arranged in </a:t>
            </a:r>
            <a:r>
              <a:rPr lang="en-AU" sz="4400" b="1" dirty="0"/>
              <a:t>ascending</a:t>
            </a:r>
            <a:r>
              <a:rPr lang="en-AU" sz="4400" dirty="0"/>
              <a:t> order:</a:t>
            </a:r>
          </a:p>
          <a:p>
            <a:pPr algn="ctr"/>
            <a:r>
              <a:rPr lang="en-AU" sz="5400" dirty="0"/>
              <a:t>30 248,  30 428,  30 284,  32 804</a:t>
            </a:r>
          </a:p>
        </p:txBody>
      </p:sp>
    </p:spTree>
    <p:extLst>
      <p:ext uri="{BB962C8B-B14F-4D97-AF65-F5344CB8AC3E}">
        <p14:creationId xmlns:p14="http://schemas.microsoft.com/office/powerpoint/2010/main" val="38598047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40F156-ACD3-31BC-F90B-1BA3C4271C8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1D002B7-D42B-5011-390B-E05924737939}"/>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(21)</a:t>
            </a:r>
          </a:p>
        </p:txBody>
      </p:sp>
      <p:sp>
        <p:nvSpPr>
          <p:cNvPr id="2" name="Slide Number Placeholder 1">
            <a:extLst>
              <a:ext uri="{FF2B5EF4-FFF2-40B4-BE49-F238E27FC236}">
                <a16:creationId xmlns:a16="http://schemas.microsoft.com/office/drawing/2014/main" id="{F0139FD8-B5E6-E3E1-790F-C625C4C68B42}"/>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41</a:t>
            </a:fld>
            <a:endParaRPr lang="en-AU"/>
          </a:p>
        </p:txBody>
      </p:sp>
      <p:pic>
        <p:nvPicPr>
          <p:cNvPr id="3" name="Picture 2" descr="image of a clipboard with a pencil recording short answer responses">
            <a:extLst>
              <a:ext uri="{FF2B5EF4-FFF2-40B4-BE49-F238E27FC236}">
                <a16:creationId xmlns:a16="http://schemas.microsoft.com/office/drawing/2014/main" id="{4BDD99B8-CF6E-F7A3-575D-5F08BFBF6D73}"/>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27525264-8351-2823-A99E-14657D00EC9C}"/>
              </a:ext>
            </a:extLst>
          </p:cNvPr>
          <p:cNvSpPr txBox="1"/>
          <p:nvPr/>
        </p:nvSpPr>
        <p:spPr>
          <a:xfrm>
            <a:off x="1771651" y="1863120"/>
            <a:ext cx="7905750" cy="1998176"/>
          </a:xfrm>
          <a:prstGeom prst="rect">
            <a:avLst/>
          </a:prstGeom>
          <a:noFill/>
        </p:spPr>
        <p:txBody>
          <a:bodyPr wrap="square">
            <a:spAutoFit/>
          </a:bodyPr>
          <a:lstStyle/>
          <a:p>
            <a:pPr algn="ctr">
              <a:lnSpc>
                <a:spcPct val="150000"/>
              </a:lnSpc>
            </a:pPr>
            <a:r>
              <a:rPr lang="en-AU" sz="4400" dirty="0"/>
              <a:t>Explain why 2.0 is not </a:t>
            </a:r>
            <a:r>
              <a:rPr lang="en-AU" sz="4400" b="1" dirty="0"/>
              <a:t>the same </a:t>
            </a:r>
            <a:r>
              <a:rPr lang="en-AU" sz="4400" dirty="0"/>
              <a:t>as 0.2.</a:t>
            </a:r>
            <a:endParaRPr lang="en-AU" sz="4400" dirty="0">
              <a:highlight>
                <a:srgbClr val="FFFF00"/>
              </a:highlight>
            </a:endParaRPr>
          </a:p>
        </p:txBody>
      </p:sp>
    </p:spTree>
    <p:extLst>
      <p:ext uri="{BB962C8B-B14F-4D97-AF65-F5344CB8AC3E}">
        <p14:creationId xmlns:p14="http://schemas.microsoft.com/office/powerpoint/2010/main" val="33482199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26F4A1-EDA2-571F-5B96-FDF8BD0C7E5D}"/>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6E88FA31-7274-55BC-6613-F0B8D3114635}"/>
              </a:ext>
            </a:extLst>
          </p:cNvPr>
          <p:cNvSpPr>
            <a:spLocks noGrp="1"/>
          </p:cNvSpPr>
          <p:nvPr>
            <p:ph type="title"/>
          </p:nvPr>
        </p:nvSpPr>
        <p:spPr/>
        <p:txBody>
          <a:bodyPr/>
          <a:lstStyle/>
          <a:p>
            <a:r>
              <a:rPr lang="en-US" dirty="0">
                <a:latin typeface="Arial"/>
                <a:cs typeface="Arial"/>
              </a:rPr>
              <a:t>Short response</a:t>
            </a:r>
            <a:r>
              <a:rPr lang="en-US" dirty="0">
                <a:solidFill>
                  <a:schemeClr val="bg1"/>
                </a:solidFill>
                <a:latin typeface="Arial"/>
                <a:cs typeface="Arial"/>
              </a:rPr>
              <a:t> (22)</a:t>
            </a:r>
          </a:p>
        </p:txBody>
      </p:sp>
      <p:pic>
        <p:nvPicPr>
          <p:cNvPr id="6" name="Picture 5" descr="image of a clipboard with a pencil recording short answer responses">
            <a:extLst>
              <a:ext uri="{FF2B5EF4-FFF2-40B4-BE49-F238E27FC236}">
                <a16:creationId xmlns:a16="http://schemas.microsoft.com/office/drawing/2014/main" id="{21E4E3D2-0BD0-2FBF-559D-EDC8BC549F4D}"/>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5A98F8AC-46DC-BE09-C063-0F99C404F8CD}"/>
              </a:ext>
            </a:extLst>
          </p:cNvPr>
          <p:cNvSpPr>
            <a:spLocks noGrp="1"/>
          </p:cNvSpPr>
          <p:nvPr>
            <p:ph type="sldNum" sz="quarter" idx="12"/>
          </p:nvPr>
        </p:nvSpPr>
        <p:spPr/>
        <p:txBody>
          <a:bodyPr/>
          <a:lstStyle/>
          <a:p>
            <a:pPr marL="0" marR="0" lvl="0" indent="0" algn="r" defTabSz="609585" rtl="0" eaLnBrk="1" fontAlgn="auto" latinLnBrk="0" hangingPunct="1">
              <a:lnSpc>
                <a:spcPct val="100000"/>
              </a:lnSpc>
              <a:spcBef>
                <a:spcPts val="0"/>
              </a:spcBef>
              <a:spcAft>
                <a:spcPts val="0"/>
              </a:spcAft>
              <a:buClrTx/>
              <a:buSzTx/>
              <a:buFontTx/>
              <a:buNone/>
              <a:tabLst/>
              <a:defRPr/>
            </a:pPr>
            <a:fld id="{10A01DC5-1685-4615-8240-15192985C6A2}" type="slidenum">
              <a:rPr kumimoji="0" lang="en-AU" sz="1200" b="0" i="0" u="none" strike="noStrike" kern="1200" cap="none" spc="0" normalizeH="0" baseline="0" noProof="0" smtClean="0">
                <a:ln>
                  <a:noFill/>
                </a:ln>
                <a:solidFill>
                  <a:srgbClr val="22272B"/>
                </a:solidFill>
                <a:effectLst/>
                <a:uLnTx/>
                <a:uFillTx/>
                <a:latin typeface="Arial" panose="020B0604020202020204"/>
                <a:ea typeface="+mn-ea"/>
                <a:cs typeface="+mn-cs"/>
              </a:rPr>
              <a:pPr marL="0" marR="0" lvl="0" indent="0" algn="r" defTabSz="609585" rtl="0" eaLnBrk="1" fontAlgn="auto" latinLnBrk="0" hangingPunct="1">
                <a:lnSpc>
                  <a:spcPct val="100000"/>
                </a:lnSpc>
                <a:spcBef>
                  <a:spcPts val="0"/>
                </a:spcBef>
                <a:spcAft>
                  <a:spcPts val="0"/>
                </a:spcAft>
                <a:buClrTx/>
                <a:buSzTx/>
                <a:buFontTx/>
                <a:buNone/>
                <a:tabLst/>
                <a:defRPr/>
              </a:pPr>
              <a:t>42</a:t>
            </a:fld>
            <a:endParaRPr kumimoji="0" lang="en-AU" sz="1200" b="0" i="0" u="none" strike="noStrike" kern="1200" cap="none" spc="0" normalizeH="0" baseline="0" noProof="0">
              <a:ln>
                <a:noFill/>
              </a:ln>
              <a:solidFill>
                <a:srgbClr val="22272B"/>
              </a:solidFill>
              <a:effectLst/>
              <a:uLnTx/>
              <a:uFillTx/>
              <a:latin typeface="Arial" panose="020B0604020202020204"/>
              <a:ea typeface="+mn-ea"/>
              <a:cs typeface="+mn-cs"/>
            </a:endParaRPr>
          </a:p>
        </p:txBody>
      </p:sp>
      <p:sp>
        <p:nvSpPr>
          <p:cNvPr id="7" name="TextBox 6">
            <a:extLst>
              <a:ext uri="{FF2B5EF4-FFF2-40B4-BE49-F238E27FC236}">
                <a16:creationId xmlns:a16="http://schemas.microsoft.com/office/drawing/2014/main" id="{B34AE94E-2488-59BC-754E-A503FEDED367}"/>
              </a:ext>
            </a:extLst>
          </p:cNvPr>
          <p:cNvSpPr txBox="1"/>
          <p:nvPr/>
        </p:nvSpPr>
        <p:spPr>
          <a:xfrm>
            <a:off x="609600" y="1228397"/>
            <a:ext cx="10874400" cy="4401205"/>
          </a:xfrm>
          <a:prstGeom prst="rect">
            <a:avLst/>
          </a:prstGeom>
          <a:noFill/>
        </p:spPr>
        <p:txBody>
          <a:bodyPr wrap="square">
            <a:spAutoFit/>
          </a:bodyPr>
          <a:lstStyle/>
          <a:p>
            <a:pPr algn="ctr">
              <a:lnSpc>
                <a:spcPct val="150000"/>
              </a:lnSpc>
            </a:pPr>
            <a:r>
              <a:rPr lang="en-AU" sz="4400" b="1" dirty="0"/>
              <a:t>Group</a:t>
            </a:r>
            <a:r>
              <a:rPr lang="en-AU" sz="4400" dirty="0"/>
              <a:t> these numbers to make </a:t>
            </a:r>
            <a:r>
              <a:rPr lang="en-AU" sz="4400" b="1" dirty="0"/>
              <a:t>multiples of 10 </a:t>
            </a:r>
            <a:r>
              <a:rPr lang="en-AU" sz="4400" dirty="0"/>
              <a:t>and solve:</a:t>
            </a:r>
          </a:p>
          <a:p>
            <a:pPr algn="ctr"/>
            <a:endParaRPr lang="en-AU" sz="4400" dirty="0"/>
          </a:p>
          <a:p>
            <a:pPr algn="ctr"/>
            <a:r>
              <a:rPr lang="en-AU" sz="6000" dirty="0"/>
              <a:t>26 + 19 + 4 + 1</a:t>
            </a:r>
          </a:p>
          <a:p>
            <a:endParaRPr lang="en-AU" sz="4400" dirty="0"/>
          </a:p>
        </p:txBody>
      </p:sp>
    </p:spTree>
    <p:extLst>
      <p:ext uri="{BB962C8B-B14F-4D97-AF65-F5344CB8AC3E}">
        <p14:creationId xmlns:p14="http://schemas.microsoft.com/office/powerpoint/2010/main" val="36891529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B8976A-D32B-E916-870D-31227D48EB2E}"/>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0014A0A-A3B4-3657-0EBE-0BA190D28262}"/>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(23)</a:t>
            </a:r>
          </a:p>
        </p:txBody>
      </p:sp>
      <p:sp>
        <p:nvSpPr>
          <p:cNvPr id="2" name="Slide Number Placeholder 1">
            <a:extLst>
              <a:ext uri="{FF2B5EF4-FFF2-40B4-BE49-F238E27FC236}">
                <a16:creationId xmlns:a16="http://schemas.microsoft.com/office/drawing/2014/main" id="{64360D9A-5A72-254F-3BE7-8A0F2BAE4D95}"/>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43</a:t>
            </a:fld>
            <a:endParaRPr lang="en-AU"/>
          </a:p>
        </p:txBody>
      </p:sp>
      <p:pic>
        <p:nvPicPr>
          <p:cNvPr id="3" name="Picture 2" descr="image of a clipboard with a pencil recording short answer responses">
            <a:extLst>
              <a:ext uri="{FF2B5EF4-FFF2-40B4-BE49-F238E27FC236}">
                <a16:creationId xmlns:a16="http://schemas.microsoft.com/office/drawing/2014/main" id="{414B841E-8840-471A-4D5D-BE5947D1F0DF}"/>
              </a:ext>
            </a:extLst>
          </p:cNvPr>
          <p:cNvPicPr>
            <a:picLocks noChangeAspect="1"/>
          </p:cNvPicPr>
          <p:nvPr/>
        </p:nvPicPr>
        <p:blipFill>
          <a:blip r:embed="rId3"/>
          <a:stretch>
            <a:fillRect/>
          </a:stretch>
        </p:blipFill>
        <p:spPr>
          <a:xfrm>
            <a:off x="11030476" y="268723"/>
            <a:ext cx="915500" cy="915500"/>
          </a:xfrm>
          <a:prstGeom prst="rect">
            <a:avLst/>
          </a:prstGeom>
        </p:spPr>
      </p:pic>
      <p:sp>
        <p:nvSpPr>
          <p:cNvPr id="7" name="TextBox 6">
            <a:extLst>
              <a:ext uri="{FF2B5EF4-FFF2-40B4-BE49-F238E27FC236}">
                <a16:creationId xmlns:a16="http://schemas.microsoft.com/office/drawing/2014/main" id="{25337485-6A4C-302F-9ABA-F7D0132221D3}"/>
              </a:ext>
            </a:extLst>
          </p:cNvPr>
          <p:cNvSpPr txBox="1"/>
          <p:nvPr/>
        </p:nvSpPr>
        <p:spPr>
          <a:xfrm>
            <a:off x="526425" y="1540839"/>
            <a:ext cx="11139150" cy="3993401"/>
          </a:xfrm>
          <a:prstGeom prst="rect">
            <a:avLst/>
          </a:prstGeom>
          <a:noFill/>
        </p:spPr>
        <p:txBody>
          <a:bodyPr wrap="square">
            <a:spAutoFit/>
          </a:bodyPr>
          <a:lstStyle/>
          <a:p>
            <a:pPr>
              <a:buNone/>
            </a:pPr>
            <a:r>
              <a:rPr lang="en-AU" sz="3900" dirty="0"/>
              <a:t>Draw:</a:t>
            </a:r>
          </a:p>
          <a:p>
            <a:pPr marL="342900" indent="-342900">
              <a:lnSpc>
                <a:spcPct val="150000"/>
              </a:lnSpc>
              <a:buFont typeface="Arial" panose="020B0604020202020204" pitchFamily="34" charset="0"/>
              <a:buChar char="•"/>
            </a:pPr>
            <a:r>
              <a:rPr lang="en-AU" sz="3900" dirty="0"/>
              <a:t>an angle that is </a:t>
            </a:r>
            <a:r>
              <a:rPr lang="en-AU" sz="3900" b="1" dirty="0"/>
              <a:t>less than a right angle</a:t>
            </a:r>
            <a:endParaRPr lang="en-AU" sz="3900" dirty="0"/>
          </a:p>
          <a:p>
            <a:pPr marL="342900" indent="-342900">
              <a:lnSpc>
                <a:spcPct val="150000"/>
              </a:lnSpc>
              <a:buFont typeface="Arial" panose="020B0604020202020204" pitchFamily="34" charset="0"/>
              <a:buChar char="•"/>
            </a:pPr>
            <a:r>
              <a:rPr lang="en-AU" sz="3900" dirty="0"/>
              <a:t>an angle that is </a:t>
            </a:r>
            <a:r>
              <a:rPr lang="en-AU" sz="3900" b="1" dirty="0"/>
              <a:t>equal to a right angle</a:t>
            </a:r>
            <a:endParaRPr lang="en-AU" sz="3900" dirty="0"/>
          </a:p>
          <a:p>
            <a:pPr marL="342900" indent="-342900">
              <a:lnSpc>
                <a:spcPct val="150000"/>
              </a:lnSpc>
              <a:buFont typeface="Arial" panose="020B0604020202020204" pitchFamily="34" charset="0"/>
              <a:buChar char="•"/>
            </a:pPr>
            <a:r>
              <a:rPr lang="en-AU" sz="3900" dirty="0"/>
              <a:t>an angle that is </a:t>
            </a:r>
            <a:r>
              <a:rPr lang="en-AU" sz="3900" b="1" dirty="0"/>
              <a:t>greater than a right angle</a:t>
            </a:r>
            <a:r>
              <a:rPr lang="en-AU" sz="3900" dirty="0"/>
              <a:t>.</a:t>
            </a:r>
          </a:p>
          <a:p>
            <a:pPr>
              <a:buFont typeface="Arial" panose="020B0604020202020204" pitchFamily="34" charset="0"/>
              <a:buChar char="•"/>
            </a:pPr>
            <a:endParaRPr lang="en-AU" sz="3900" dirty="0"/>
          </a:p>
        </p:txBody>
      </p:sp>
    </p:spTree>
    <p:extLst>
      <p:ext uri="{BB962C8B-B14F-4D97-AF65-F5344CB8AC3E}">
        <p14:creationId xmlns:p14="http://schemas.microsoft.com/office/powerpoint/2010/main" val="8882875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962A58-43E6-D46E-B85F-792D2368237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D1F7A2B-D3A6-7777-75B4-1AEC24DBAE2C}"/>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(24)</a:t>
            </a:r>
          </a:p>
        </p:txBody>
      </p:sp>
      <p:sp>
        <p:nvSpPr>
          <p:cNvPr id="2" name="Slide Number Placeholder 1">
            <a:extLst>
              <a:ext uri="{FF2B5EF4-FFF2-40B4-BE49-F238E27FC236}">
                <a16:creationId xmlns:a16="http://schemas.microsoft.com/office/drawing/2014/main" id="{B285D5E3-4DE4-798B-E708-0A6F392F0726}"/>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44</a:t>
            </a:fld>
            <a:endParaRPr lang="en-AU"/>
          </a:p>
        </p:txBody>
      </p:sp>
      <p:pic>
        <p:nvPicPr>
          <p:cNvPr id="3" name="Picture 2" descr="image of a clipboard with a pencil recording short answer responses">
            <a:extLst>
              <a:ext uri="{FF2B5EF4-FFF2-40B4-BE49-F238E27FC236}">
                <a16:creationId xmlns:a16="http://schemas.microsoft.com/office/drawing/2014/main" id="{7F0D925D-1709-7016-D09D-4DDBD08A31D5}"/>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3C68D41D-0625-ED3C-C305-C61CB50D0A41}"/>
              </a:ext>
            </a:extLst>
          </p:cNvPr>
          <p:cNvSpPr txBox="1"/>
          <p:nvPr/>
        </p:nvSpPr>
        <p:spPr>
          <a:xfrm>
            <a:off x="657127" y="632800"/>
            <a:ext cx="10570517" cy="5610575"/>
          </a:xfrm>
          <a:prstGeom prst="rect">
            <a:avLst/>
          </a:prstGeom>
          <a:noFill/>
        </p:spPr>
        <p:txBody>
          <a:bodyPr wrap="square">
            <a:spAutoFit/>
          </a:bodyPr>
          <a:lstStyle/>
          <a:p>
            <a:pPr>
              <a:lnSpc>
                <a:spcPct val="150000"/>
              </a:lnSpc>
            </a:pPr>
            <a:r>
              <a:rPr lang="en-AU" sz="4000" dirty="0"/>
              <a:t> </a:t>
            </a:r>
          </a:p>
          <a:p>
            <a:pPr>
              <a:lnSpc>
                <a:spcPct val="150000"/>
              </a:lnSpc>
            </a:pPr>
            <a:endParaRPr lang="en-AU" sz="4400" dirty="0"/>
          </a:p>
          <a:p>
            <a:pPr>
              <a:lnSpc>
                <a:spcPct val="150000"/>
              </a:lnSpc>
            </a:pPr>
            <a:endParaRPr lang="en-AU" sz="4000" dirty="0"/>
          </a:p>
          <a:p>
            <a:pPr>
              <a:lnSpc>
                <a:spcPct val="150000"/>
              </a:lnSpc>
            </a:pPr>
            <a:endParaRPr lang="en-AU" sz="4000" dirty="0"/>
          </a:p>
          <a:p>
            <a:pPr algn="ctr">
              <a:lnSpc>
                <a:spcPct val="150000"/>
              </a:lnSpc>
            </a:pPr>
            <a:r>
              <a:rPr lang="en-AU" sz="4000" dirty="0"/>
              <a:t>Use the structure of </a:t>
            </a:r>
            <a:r>
              <a:rPr lang="en-AU" sz="4000" b="1" dirty="0"/>
              <a:t>rows and columns </a:t>
            </a:r>
            <a:r>
              <a:rPr lang="en-AU" sz="4000" dirty="0"/>
              <a:t>to find the </a:t>
            </a:r>
            <a:r>
              <a:rPr lang="en-AU" sz="4000" b="1" dirty="0"/>
              <a:t>area</a:t>
            </a:r>
            <a:r>
              <a:rPr lang="en-AU" sz="4000" dirty="0"/>
              <a:t> of his rectangle.</a:t>
            </a:r>
          </a:p>
        </p:txBody>
      </p:sp>
      <p:pic>
        <p:nvPicPr>
          <p:cNvPr id="10" name="Picture 9" descr="A red rectangle drawn onto grid paper.">
            <a:extLst>
              <a:ext uri="{FF2B5EF4-FFF2-40B4-BE49-F238E27FC236}">
                <a16:creationId xmlns:a16="http://schemas.microsoft.com/office/drawing/2014/main" id="{A5372DB3-1253-C348-0C8F-19BCF755E6BE}"/>
              </a:ext>
            </a:extLst>
          </p:cNvPr>
          <p:cNvPicPr>
            <a:picLocks noChangeAspect="1"/>
          </p:cNvPicPr>
          <p:nvPr/>
        </p:nvPicPr>
        <p:blipFill>
          <a:blip r:embed="rId4"/>
          <a:stretch>
            <a:fillRect/>
          </a:stretch>
        </p:blipFill>
        <p:spPr>
          <a:xfrm>
            <a:off x="4013858" y="1329704"/>
            <a:ext cx="3325092" cy="2915950"/>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1734814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descr="A place value game board with the starting number 10 000 and a path way of blank boxes to the ending number 100 000. The third box contains the number 29 863, the 11 th box 62 389 and the last box 98 632">
            <a:extLst>
              <a:ext uri="{FF2B5EF4-FFF2-40B4-BE49-F238E27FC236}">
                <a16:creationId xmlns:a16="http://schemas.microsoft.com/office/drawing/2014/main" id="{FE99FCAD-B981-9BBC-C5BF-914232435E08}"/>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0A01DC5-1685-4615-8240-15192985C6A2}" type="slidenum">
              <a:rPr kumimoji="0" lang="en-AU" sz="1200" b="0" i="0" u="none" strike="noStrike" kern="1200" cap="none" spc="0" normalizeH="0" baseline="0" noProof="0" smtClean="0">
                <a:ln>
                  <a:noFill/>
                </a:ln>
                <a:solidFill>
                  <a:srgbClr val="22272B"/>
                </a:solidFill>
                <a:effectLst/>
                <a:uLnTx/>
                <a:uFillTx/>
                <a:latin typeface="Public Sans Ligh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45</a:t>
            </a:fld>
            <a:endParaRPr kumimoji="0" lang="en-AU" sz="1200" b="0" i="0" u="none" strike="noStrike" kern="1200" cap="none" spc="0" normalizeH="0" baseline="0" noProof="0">
              <a:ln>
                <a:noFill/>
              </a:ln>
              <a:solidFill>
                <a:srgbClr val="22272B"/>
              </a:solidFill>
              <a:effectLst/>
              <a:uLnTx/>
              <a:uFillTx/>
              <a:latin typeface="Public Sans Light"/>
              <a:ea typeface="+mn-ea"/>
              <a:cs typeface="+mn-cs"/>
            </a:endParaRPr>
          </a:p>
        </p:txBody>
      </p:sp>
      <p:sp>
        <p:nvSpPr>
          <p:cNvPr id="3" name="Title 2">
            <a:extLst>
              <a:ext uri="{FF2B5EF4-FFF2-40B4-BE49-F238E27FC236}">
                <a16:creationId xmlns:a16="http://schemas.microsoft.com/office/drawing/2014/main" id="{BFA0CD49-38C1-73C3-4824-50A92743DDE1}"/>
              </a:ext>
            </a:extLst>
          </p:cNvPr>
          <p:cNvSpPr>
            <a:spLocks noGrp="1"/>
          </p:cNvSpPr>
          <p:nvPr>
            <p:ph type="title"/>
          </p:nvPr>
        </p:nvSpPr>
        <p:spPr>
          <a:xfrm>
            <a:off x="360000" y="360000"/>
            <a:ext cx="11484000" cy="545601"/>
          </a:xfrm>
        </p:spPr>
        <p:txBody>
          <a:bodyPr/>
          <a:lstStyle/>
          <a:p>
            <a:r>
              <a:rPr lang="en-AU" dirty="0">
                <a:latin typeface="Arial"/>
                <a:cs typeface="Arial"/>
              </a:rPr>
              <a:t>Activity 6 </a:t>
            </a:r>
            <a:r>
              <a:rPr lang="en-AU" dirty="0"/>
              <a:t>–</a:t>
            </a:r>
            <a:r>
              <a:rPr lang="en-AU" dirty="0">
                <a:latin typeface="Arial"/>
                <a:cs typeface="Arial"/>
              </a:rPr>
              <a:t> digit ascending order</a:t>
            </a:r>
            <a:endParaRPr lang="en-US" dirty="0"/>
          </a:p>
        </p:txBody>
      </p:sp>
      <p:grpSp>
        <p:nvGrpSpPr>
          <p:cNvPr id="4" name="Group 3" descr="A place value game board with the starting number 10 000 and a path way of blank boxes to the ending number 100 000. The third box contains the number 29 863, the 11 th box 62 389 and the last box 98 632">
            <a:extLst>
              <a:ext uri="{FF2B5EF4-FFF2-40B4-BE49-F238E27FC236}">
                <a16:creationId xmlns:a16="http://schemas.microsoft.com/office/drawing/2014/main" id="{A25E0128-655A-05CE-EA72-33456199FA16}"/>
              </a:ext>
            </a:extLst>
          </p:cNvPr>
          <p:cNvGrpSpPr/>
          <p:nvPr/>
        </p:nvGrpSpPr>
        <p:grpSpPr>
          <a:xfrm>
            <a:off x="2496900" y="1274105"/>
            <a:ext cx="5979940" cy="5037758"/>
            <a:chOff x="2489448" y="1142274"/>
            <a:chExt cx="7213102" cy="5428087"/>
          </a:xfrm>
        </p:grpSpPr>
        <p:grpSp>
          <p:nvGrpSpPr>
            <p:cNvPr id="5" name="Group 4">
              <a:extLst>
                <a:ext uri="{FF2B5EF4-FFF2-40B4-BE49-F238E27FC236}">
                  <a16:creationId xmlns:a16="http://schemas.microsoft.com/office/drawing/2014/main" id="{8557E2C4-2476-70BD-9BE3-75FDE1F40C34}"/>
                </a:ext>
              </a:extLst>
            </p:cNvPr>
            <p:cNvGrpSpPr/>
            <p:nvPr/>
          </p:nvGrpSpPr>
          <p:grpSpPr>
            <a:xfrm>
              <a:off x="3734048" y="1142274"/>
              <a:ext cx="5968501" cy="990101"/>
              <a:chOff x="3734049" y="1214633"/>
              <a:chExt cx="5968501" cy="990101"/>
            </a:xfrm>
          </p:grpSpPr>
          <p:sp>
            <p:nvSpPr>
              <p:cNvPr id="22" name="Rectangle 21">
                <a:extLst>
                  <a:ext uri="{FF2B5EF4-FFF2-40B4-BE49-F238E27FC236}">
                    <a16:creationId xmlns:a16="http://schemas.microsoft.com/office/drawing/2014/main" id="{96388955-C87D-3789-B1C5-527DB42CF0E0}"/>
                  </a:ext>
                </a:extLst>
              </p:cNvPr>
              <p:cNvSpPr/>
              <p:nvPr/>
            </p:nvSpPr>
            <p:spPr>
              <a:xfrm>
                <a:off x="3734049" y="1214633"/>
                <a:ext cx="990101" cy="990101"/>
              </a:xfrm>
              <a:prstGeom prst="rect">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FFFFFF"/>
                  </a:solidFill>
                  <a:effectLst/>
                  <a:uLnTx/>
                  <a:uFillTx/>
                  <a:latin typeface="Public Sans Light"/>
                  <a:ea typeface="+mn-ea"/>
                  <a:cs typeface="+mn-cs"/>
                </a:endParaRPr>
              </a:p>
            </p:txBody>
          </p:sp>
          <p:sp>
            <p:nvSpPr>
              <p:cNvPr id="23" name="Rectangle 22">
                <a:extLst>
                  <a:ext uri="{FF2B5EF4-FFF2-40B4-BE49-F238E27FC236}">
                    <a16:creationId xmlns:a16="http://schemas.microsoft.com/office/drawing/2014/main" id="{8ED22544-AA69-6FFD-F2BF-04DBE6E37FB8}"/>
                  </a:ext>
                </a:extLst>
              </p:cNvPr>
              <p:cNvSpPr/>
              <p:nvPr/>
            </p:nvSpPr>
            <p:spPr>
              <a:xfrm>
                <a:off x="4978649" y="1214633"/>
                <a:ext cx="990101" cy="990101"/>
              </a:xfrm>
              <a:prstGeom prst="rect">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FFFFFF"/>
                  </a:solidFill>
                  <a:effectLst/>
                  <a:uLnTx/>
                  <a:uFillTx/>
                  <a:latin typeface="Public Sans Light"/>
                  <a:ea typeface="+mn-ea"/>
                  <a:cs typeface="+mn-cs"/>
                </a:endParaRPr>
              </a:p>
            </p:txBody>
          </p:sp>
          <p:sp>
            <p:nvSpPr>
              <p:cNvPr id="24" name="Rectangle 23">
                <a:extLst>
                  <a:ext uri="{FF2B5EF4-FFF2-40B4-BE49-F238E27FC236}">
                    <a16:creationId xmlns:a16="http://schemas.microsoft.com/office/drawing/2014/main" id="{D1A082D2-1390-3BCC-36C7-963D1AE45E63}"/>
                  </a:ext>
                </a:extLst>
              </p:cNvPr>
              <p:cNvSpPr/>
              <p:nvPr/>
            </p:nvSpPr>
            <p:spPr>
              <a:xfrm>
                <a:off x="6223249" y="1214633"/>
                <a:ext cx="990101" cy="990101"/>
              </a:xfrm>
              <a:prstGeom prst="rect">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FFFFFF"/>
                  </a:solidFill>
                  <a:effectLst/>
                  <a:uLnTx/>
                  <a:uFillTx/>
                  <a:latin typeface="Public Sans Light"/>
                  <a:ea typeface="+mn-ea"/>
                  <a:cs typeface="+mn-cs"/>
                </a:endParaRPr>
              </a:p>
            </p:txBody>
          </p:sp>
          <p:sp>
            <p:nvSpPr>
              <p:cNvPr id="25" name="Rectangle 24">
                <a:extLst>
                  <a:ext uri="{FF2B5EF4-FFF2-40B4-BE49-F238E27FC236}">
                    <a16:creationId xmlns:a16="http://schemas.microsoft.com/office/drawing/2014/main" id="{072B63FB-8091-57AA-418C-5B95D4285302}"/>
                  </a:ext>
                </a:extLst>
              </p:cNvPr>
              <p:cNvSpPr/>
              <p:nvPr/>
            </p:nvSpPr>
            <p:spPr>
              <a:xfrm>
                <a:off x="7467849" y="1214633"/>
                <a:ext cx="990101" cy="990101"/>
              </a:xfrm>
              <a:prstGeom prst="rect">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FFFFFF"/>
                  </a:solidFill>
                  <a:effectLst/>
                  <a:uLnTx/>
                  <a:uFillTx/>
                  <a:latin typeface="Public Sans Light"/>
                  <a:ea typeface="+mn-ea"/>
                  <a:cs typeface="+mn-cs"/>
                </a:endParaRPr>
              </a:p>
            </p:txBody>
          </p:sp>
          <p:sp>
            <p:nvSpPr>
              <p:cNvPr id="26" name="Rectangle 25">
                <a:extLst>
                  <a:ext uri="{FF2B5EF4-FFF2-40B4-BE49-F238E27FC236}">
                    <a16:creationId xmlns:a16="http://schemas.microsoft.com/office/drawing/2014/main" id="{B1F11AEF-3681-24E7-8920-91F3E0D84AAC}"/>
                  </a:ext>
                </a:extLst>
              </p:cNvPr>
              <p:cNvSpPr/>
              <p:nvPr/>
            </p:nvSpPr>
            <p:spPr>
              <a:xfrm>
                <a:off x="8712449" y="1214633"/>
                <a:ext cx="990101" cy="990101"/>
              </a:xfrm>
              <a:prstGeom prst="rect">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FFFFFF"/>
                  </a:solidFill>
                  <a:effectLst/>
                  <a:uLnTx/>
                  <a:uFillTx/>
                  <a:latin typeface="Public Sans Light"/>
                  <a:ea typeface="+mn-ea"/>
                  <a:cs typeface="+mn-cs"/>
                </a:endParaRPr>
              </a:p>
            </p:txBody>
          </p:sp>
        </p:grpSp>
        <p:sp>
          <p:nvSpPr>
            <p:cNvPr id="6" name="Rectangle 5">
              <a:extLst>
                <a:ext uri="{FF2B5EF4-FFF2-40B4-BE49-F238E27FC236}">
                  <a16:creationId xmlns:a16="http://schemas.microsoft.com/office/drawing/2014/main" id="{F05DB3AD-8ABC-74EF-6909-E1F358589668}"/>
                </a:ext>
              </a:extLst>
            </p:cNvPr>
            <p:cNvSpPr/>
            <p:nvPr/>
          </p:nvSpPr>
          <p:spPr>
            <a:xfrm>
              <a:off x="8712448" y="2251770"/>
              <a:ext cx="990101" cy="990101"/>
            </a:xfrm>
            <a:prstGeom prst="rect">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FFFFFF"/>
                </a:solidFill>
                <a:effectLst/>
                <a:uLnTx/>
                <a:uFillTx/>
                <a:latin typeface="Public Sans Light"/>
                <a:ea typeface="+mn-ea"/>
                <a:cs typeface="+mn-cs"/>
              </a:endParaRPr>
            </a:p>
          </p:txBody>
        </p:sp>
        <p:grpSp>
          <p:nvGrpSpPr>
            <p:cNvPr id="7" name="Group 6">
              <a:extLst>
                <a:ext uri="{FF2B5EF4-FFF2-40B4-BE49-F238E27FC236}">
                  <a16:creationId xmlns:a16="http://schemas.microsoft.com/office/drawing/2014/main" id="{CC00E173-21B1-AD23-BF4E-66CA48763063}"/>
                </a:ext>
              </a:extLst>
            </p:cNvPr>
            <p:cNvGrpSpPr/>
            <p:nvPr/>
          </p:nvGrpSpPr>
          <p:grpSpPr>
            <a:xfrm>
              <a:off x="2489449" y="3361266"/>
              <a:ext cx="7213101" cy="990101"/>
              <a:chOff x="2310200" y="1714999"/>
              <a:chExt cx="7213101" cy="990101"/>
            </a:xfrm>
          </p:grpSpPr>
          <p:sp>
            <p:nvSpPr>
              <p:cNvPr id="16" name="Rectangle 15">
                <a:extLst>
                  <a:ext uri="{FF2B5EF4-FFF2-40B4-BE49-F238E27FC236}">
                    <a16:creationId xmlns:a16="http://schemas.microsoft.com/office/drawing/2014/main" id="{54EF7F7D-2B98-2033-24A4-AC8E2EB128BD}"/>
                  </a:ext>
                </a:extLst>
              </p:cNvPr>
              <p:cNvSpPr/>
              <p:nvPr/>
            </p:nvSpPr>
            <p:spPr>
              <a:xfrm>
                <a:off x="2310200" y="1714999"/>
                <a:ext cx="990101" cy="990101"/>
              </a:xfrm>
              <a:prstGeom prst="rect">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FFFFFF"/>
                  </a:solidFill>
                  <a:effectLst/>
                  <a:uLnTx/>
                  <a:uFillTx/>
                  <a:latin typeface="Public Sans Light"/>
                  <a:ea typeface="+mn-ea"/>
                  <a:cs typeface="+mn-cs"/>
                </a:endParaRPr>
              </a:p>
            </p:txBody>
          </p:sp>
          <p:sp>
            <p:nvSpPr>
              <p:cNvPr id="17" name="Rectangle 16">
                <a:extLst>
                  <a:ext uri="{FF2B5EF4-FFF2-40B4-BE49-F238E27FC236}">
                    <a16:creationId xmlns:a16="http://schemas.microsoft.com/office/drawing/2014/main" id="{911AD0B8-1A8C-3064-C336-D837F71591BB}"/>
                  </a:ext>
                </a:extLst>
              </p:cNvPr>
              <p:cNvSpPr/>
              <p:nvPr/>
            </p:nvSpPr>
            <p:spPr>
              <a:xfrm>
                <a:off x="3554800" y="1714999"/>
                <a:ext cx="990101" cy="990101"/>
              </a:xfrm>
              <a:prstGeom prst="rect">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FFFFFF"/>
                  </a:solidFill>
                  <a:effectLst/>
                  <a:uLnTx/>
                  <a:uFillTx/>
                  <a:latin typeface="Public Sans Light"/>
                  <a:ea typeface="+mn-ea"/>
                  <a:cs typeface="+mn-cs"/>
                </a:endParaRPr>
              </a:p>
            </p:txBody>
          </p:sp>
          <p:sp>
            <p:nvSpPr>
              <p:cNvPr id="18" name="Rectangle 17">
                <a:extLst>
                  <a:ext uri="{FF2B5EF4-FFF2-40B4-BE49-F238E27FC236}">
                    <a16:creationId xmlns:a16="http://schemas.microsoft.com/office/drawing/2014/main" id="{0178FDB9-69D2-C638-8159-C3AA5CE928D7}"/>
                  </a:ext>
                </a:extLst>
              </p:cNvPr>
              <p:cNvSpPr/>
              <p:nvPr/>
            </p:nvSpPr>
            <p:spPr>
              <a:xfrm>
                <a:off x="4799400" y="1714999"/>
                <a:ext cx="990101" cy="990101"/>
              </a:xfrm>
              <a:prstGeom prst="rect">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FFFFFF"/>
                  </a:solidFill>
                  <a:effectLst/>
                  <a:uLnTx/>
                  <a:uFillTx/>
                  <a:latin typeface="Public Sans Light"/>
                  <a:ea typeface="+mn-ea"/>
                  <a:cs typeface="+mn-cs"/>
                </a:endParaRPr>
              </a:p>
            </p:txBody>
          </p:sp>
          <p:sp>
            <p:nvSpPr>
              <p:cNvPr id="19" name="Rectangle 18">
                <a:extLst>
                  <a:ext uri="{FF2B5EF4-FFF2-40B4-BE49-F238E27FC236}">
                    <a16:creationId xmlns:a16="http://schemas.microsoft.com/office/drawing/2014/main" id="{0ACE6BAC-3768-C309-B88C-5541F3497E16}"/>
                  </a:ext>
                </a:extLst>
              </p:cNvPr>
              <p:cNvSpPr/>
              <p:nvPr/>
            </p:nvSpPr>
            <p:spPr>
              <a:xfrm>
                <a:off x="6044000" y="1714999"/>
                <a:ext cx="990101" cy="990101"/>
              </a:xfrm>
              <a:prstGeom prst="rect">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FFFFFF"/>
                  </a:solidFill>
                  <a:effectLst/>
                  <a:uLnTx/>
                  <a:uFillTx/>
                  <a:latin typeface="Public Sans Light"/>
                  <a:ea typeface="+mn-ea"/>
                  <a:cs typeface="+mn-cs"/>
                </a:endParaRPr>
              </a:p>
            </p:txBody>
          </p:sp>
          <p:sp>
            <p:nvSpPr>
              <p:cNvPr id="20" name="Rectangle 19">
                <a:extLst>
                  <a:ext uri="{FF2B5EF4-FFF2-40B4-BE49-F238E27FC236}">
                    <a16:creationId xmlns:a16="http://schemas.microsoft.com/office/drawing/2014/main" id="{F4ADBBAB-DCD9-D4EB-0348-710838BE71C4}"/>
                  </a:ext>
                </a:extLst>
              </p:cNvPr>
              <p:cNvSpPr/>
              <p:nvPr/>
            </p:nvSpPr>
            <p:spPr>
              <a:xfrm>
                <a:off x="7288600" y="1714999"/>
                <a:ext cx="990101" cy="990101"/>
              </a:xfrm>
              <a:prstGeom prst="rect">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FFFFFF"/>
                  </a:solidFill>
                  <a:effectLst/>
                  <a:uLnTx/>
                  <a:uFillTx/>
                  <a:latin typeface="Public Sans Light"/>
                  <a:ea typeface="+mn-ea"/>
                  <a:cs typeface="+mn-cs"/>
                </a:endParaRPr>
              </a:p>
            </p:txBody>
          </p:sp>
          <p:sp>
            <p:nvSpPr>
              <p:cNvPr id="21" name="Rectangle 20">
                <a:extLst>
                  <a:ext uri="{FF2B5EF4-FFF2-40B4-BE49-F238E27FC236}">
                    <a16:creationId xmlns:a16="http://schemas.microsoft.com/office/drawing/2014/main" id="{321B12A7-AD82-FEF2-113D-6E4B26FEF8B8}"/>
                  </a:ext>
                </a:extLst>
              </p:cNvPr>
              <p:cNvSpPr/>
              <p:nvPr/>
            </p:nvSpPr>
            <p:spPr>
              <a:xfrm>
                <a:off x="8533200" y="1714999"/>
                <a:ext cx="990101" cy="990101"/>
              </a:xfrm>
              <a:prstGeom prst="rect">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FFFFFF"/>
                  </a:solidFill>
                  <a:effectLst/>
                  <a:uLnTx/>
                  <a:uFillTx/>
                  <a:latin typeface="Public Sans Light"/>
                  <a:ea typeface="+mn-ea"/>
                  <a:cs typeface="+mn-cs"/>
                </a:endParaRPr>
              </a:p>
            </p:txBody>
          </p:sp>
        </p:grpSp>
        <p:grpSp>
          <p:nvGrpSpPr>
            <p:cNvPr id="8" name="Group 7">
              <a:extLst>
                <a:ext uri="{FF2B5EF4-FFF2-40B4-BE49-F238E27FC236}">
                  <a16:creationId xmlns:a16="http://schemas.microsoft.com/office/drawing/2014/main" id="{CC7192FC-6B10-5A63-E5FA-A7C8EEC1EDFE}"/>
                </a:ext>
              </a:extLst>
            </p:cNvPr>
            <p:cNvGrpSpPr/>
            <p:nvPr/>
          </p:nvGrpSpPr>
          <p:grpSpPr>
            <a:xfrm>
              <a:off x="2489448" y="5580260"/>
              <a:ext cx="7213101" cy="990101"/>
              <a:chOff x="2310200" y="1714999"/>
              <a:chExt cx="7213101" cy="990101"/>
            </a:xfrm>
          </p:grpSpPr>
          <p:sp>
            <p:nvSpPr>
              <p:cNvPr id="10" name="Rectangle 9">
                <a:extLst>
                  <a:ext uri="{FF2B5EF4-FFF2-40B4-BE49-F238E27FC236}">
                    <a16:creationId xmlns:a16="http://schemas.microsoft.com/office/drawing/2014/main" id="{80216291-F985-54E4-A999-4E3E462791EE}"/>
                  </a:ext>
                </a:extLst>
              </p:cNvPr>
              <p:cNvSpPr/>
              <p:nvPr/>
            </p:nvSpPr>
            <p:spPr>
              <a:xfrm>
                <a:off x="2310200" y="1714999"/>
                <a:ext cx="990101" cy="990101"/>
              </a:xfrm>
              <a:prstGeom prst="rect">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FFFFFF"/>
                  </a:solidFill>
                  <a:effectLst/>
                  <a:uLnTx/>
                  <a:uFillTx/>
                  <a:latin typeface="Public Sans Light"/>
                  <a:ea typeface="+mn-ea"/>
                  <a:cs typeface="+mn-cs"/>
                </a:endParaRPr>
              </a:p>
            </p:txBody>
          </p:sp>
          <p:sp>
            <p:nvSpPr>
              <p:cNvPr id="11" name="Rectangle 10">
                <a:extLst>
                  <a:ext uri="{FF2B5EF4-FFF2-40B4-BE49-F238E27FC236}">
                    <a16:creationId xmlns:a16="http://schemas.microsoft.com/office/drawing/2014/main" id="{FD3F2CAE-C063-AAA3-CD14-C55A8E8D5CC1}"/>
                  </a:ext>
                </a:extLst>
              </p:cNvPr>
              <p:cNvSpPr/>
              <p:nvPr/>
            </p:nvSpPr>
            <p:spPr>
              <a:xfrm>
                <a:off x="3554800" y="1714999"/>
                <a:ext cx="990101" cy="990101"/>
              </a:xfrm>
              <a:prstGeom prst="rect">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FFFFFF"/>
                  </a:solidFill>
                  <a:effectLst/>
                  <a:uLnTx/>
                  <a:uFillTx/>
                  <a:latin typeface="Public Sans Light"/>
                  <a:ea typeface="+mn-ea"/>
                  <a:cs typeface="+mn-cs"/>
                </a:endParaRPr>
              </a:p>
            </p:txBody>
          </p:sp>
          <p:sp>
            <p:nvSpPr>
              <p:cNvPr id="12" name="Rectangle 11">
                <a:extLst>
                  <a:ext uri="{FF2B5EF4-FFF2-40B4-BE49-F238E27FC236}">
                    <a16:creationId xmlns:a16="http://schemas.microsoft.com/office/drawing/2014/main" id="{698D703A-B414-1E1A-C9A8-9AC8EA84D25C}"/>
                  </a:ext>
                </a:extLst>
              </p:cNvPr>
              <p:cNvSpPr/>
              <p:nvPr/>
            </p:nvSpPr>
            <p:spPr>
              <a:xfrm>
                <a:off x="4799400" y="1714999"/>
                <a:ext cx="990101" cy="990101"/>
              </a:xfrm>
              <a:prstGeom prst="rect">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FFFFFF"/>
                  </a:solidFill>
                  <a:effectLst/>
                  <a:uLnTx/>
                  <a:uFillTx/>
                  <a:latin typeface="Public Sans Light"/>
                  <a:ea typeface="+mn-ea"/>
                  <a:cs typeface="+mn-cs"/>
                </a:endParaRPr>
              </a:p>
            </p:txBody>
          </p:sp>
          <p:sp>
            <p:nvSpPr>
              <p:cNvPr id="13" name="Rectangle 12">
                <a:extLst>
                  <a:ext uri="{FF2B5EF4-FFF2-40B4-BE49-F238E27FC236}">
                    <a16:creationId xmlns:a16="http://schemas.microsoft.com/office/drawing/2014/main" id="{F89E62AA-3ED1-07AB-253D-57FE0090A4F6}"/>
                  </a:ext>
                </a:extLst>
              </p:cNvPr>
              <p:cNvSpPr/>
              <p:nvPr/>
            </p:nvSpPr>
            <p:spPr>
              <a:xfrm>
                <a:off x="6044000" y="1714999"/>
                <a:ext cx="990101" cy="990101"/>
              </a:xfrm>
              <a:prstGeom prst="rect">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FFFFFF"/>
                  </a:solidFill>
                  <a:effectLst/>
                  <a:uLnTx/>
                  <a:uFillTx/>
                  <a:latin typeface="Public Sans Light"/>
                  <a:ea typeface="+mn-ea"/>
                  <a:cs typeface="+mn-cs"/>
                </a:endParaRPr>
              </a:p>
            </p:txBody>
          </p:sp>
          <p:sp>
            <p:nvSpPr>
              <p:cNvPr id="14" name="Rectangle 13">
                <a:extLst>
                  <a:ext uri="{FF2B5EF4-FFF2-40B4-BE49-F238E27FC236}">
                    <a16:creationId xmlns:a16="http://schemas.microsoft.com/office/drawing/2014/main" id="{EC508E39-8C25-5F48-86FE-9642B44041A7}"/>
                  </a:ext>
                </a:extLst>
              </p:cNvPr>
              <p:cNvSpPr/>
              <p:nvPr/>
            </p:nvSpPr>
            <p:spPr>
              <a:xfrm>
                <a:off x="7288600" y="1714999"/>
                <a:ext cx="990101" cy="990101"/>
              </a:xfrm>
              <a:prstGeom prst="rect">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FFFFFF"/>
                  </a:solidFill>
                  <a:effectLst/>
                  <a:uLnTx/>
                  <a:uFillTx/>
                  <a:latin typeface="Public Sans Light"/>
                  <a:ea typeface="+mn-ea"/>
                  <a:cs typeface="+mn-cs"/>
                </a:endParaRPr>
              </a:p>
            </p:txBody>
          </p:sp>
          <p:sp>
            <p:nvSpPr>
              <p:cNvPr id="15" name="Rectangle 14">
                <a:extLst>
                  <a:ext uri="{FF2B5EF4-FFF2-40B4-BE49-F238E27FC236}">
                    <a16:creationId xmlns:a16="http://schemas.microsoft.com/office/drawing/2014/main" id="{D0F49F96-412F-242B-B979-9473B3E627D0}"/>
                  </a:ext>
                </a:extLst>
              </p:cNvPr>
              <p:cNvSpPr/>
              <p:nvPr/>
            </p:nvSpPr>
            <p:spPr>
              <a:xfrm>
                <a:off x="8533200" y="1714999"/>
                <a:ext cx="990101" cy="990101"/>
              </a:xfrm>
              <a:prstGeom prst="rect">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FFFFFF"/>
                  </a:solidFill>
                  <a:effectLst/>
                  <a:uLnTx/>
                  <a:uFillTx/>
                  <a:latin typeface="Public Sans Light"/>
                  <a:ea typeface="+mn-ea"/>
                  <a:cs typeface="+mn-cs"/>
                </a:endParaRPr>
              </a:p>
            </p:txBody>
          </p:sp>
        </p:grpSp>
        <p:sp>
          <p:nvSpPr>
            <p:cNvPr id="9" name="Rectangle 8">
              <a:extLst>
                <a:ext uri="{FF2B5EF4-FFF2-40B4-BE49-F238E27FC236}">
                  <a16:creationId xmlns:a16="http://schemas.microsoft.com/office/drawing/2014/main" id="{2678C603-538B-53FC-D548-103FD7E71597}"/>
                </a:ext>
              </a:extLst>
            </p:cNvPr>
            <p:cNvSpPr/>
            <p:nvPr/>
          </p:nvSpPr>
          <p:spPr>
            <a:xfrm>
              <a:off x="2489448" y="4470763"/>
              <a:ext cx="990101" cy="990101"/>
            </a:xfrm>
            <a:prstGeom prst="rect">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FFFFFF"/>
                </a:solidFill>
                <a:effectLst/>
                <a:uLnTx/>
                <a:uFillTx/>
                <a:latin typeface="Public Sans Light"/>
                <a:ea typeface="+mn-ea"/>
                <a:cs typeface="+mn-cs"/>
              </a:endParaRPr>
            </a:p>
          </p:txBody>
        </p:sp>
      </p:grpSp>
      <p:sp>
        <p:nvSpPr>
          <p:cNvPr id="27" name="TextBox 26" descr="A place value game board with the starting number 10 000 and a path way of blank boxes to the ending number 100 000. The third box contains the number 29 863, the 11 th box 62 389 and the last box 98 632">
            <a:extLst>
              <a:ext uri="{FF2B5EF4-FFF2-40B4-BE49-F238E27FC236}">
                <a16:creationId xmlns:a16="http://schemas.microsoft.com/office/drawing/2014/main" id="{3EF1A136-F767-CB59-B557-EAB88316A5BE}"/>
              </a:ext>
            </a:extLst>
          </p:cNvPr>
          <p:cNvSpPr txBox="1"/>
          <p:nvPr/>
        </p:nvSpPr>
        <p:spPr>
          <a:xfrm>
            <a:off x="-47260" y="1357470"/>
            <a:ext cx="5332208" cy="686085"/>
          </a:xfrm>
          <a:prstGeom prst="rect">
            <a:avLst/>
          </a:prstGeom>
          <a:noFill/>
        </p:spPr>
        <p:txBody>
          <a:bodyPr wrap="square">
            <a:spAutoFit/>
          </a:bodyPr>
          <a:lstStyle/>
          <a:p>
            <a:pPr marL="0" marR="0" lvl="0" indent="0" algn="ctr" defTabSz="914400" rtl="0" eaLnBrk="1" fontAlgn="auto" latinLnBrk="0" hangingPunct="1">
              <a:lnSpc>
                <a:spcPts val="4480"/>
              </a:lnSpc>
              <a:spcBef>
                <a:spcPts val="0"/>
              </a:spcBef>
              <a:spcAft>
                <a:spcPts val="0"/>
              </a:spcAft>
              <a:buClrTx/>
              <a:buSzTx/>
              <a:buFontTx/>
              <a:buNone/>
              <a:tabLst/>
              <a:defRPr/>
            </a:pPr>
            <a:r>
              <a:rPr kumimoji="0" lang="en-US" sz="4000" b="0" i="0" u="none" strike="noStrike" kern="1200" cap="none" spc="0" normalizeH="0" baseline="0" noProof="0" dirty="0">
                <a:ln>
                  <a:noFill/>
                </a:ln>
                <a:solidFill>
                  <a:srgbClr val="000000"/>
                </a:solidFill>
                <a:effectLst/>
                <a:uLnTx/>
                <a:uFillTx/>
                <a:latin typeface="Edu NSW ACT Foundation" panose="020B0604020202020204" charset="0"/>
                <a:ea typeface="Canva Sans Bold"/>
                <a:cs typeface="Arial" panose="020B0604020202020204" pitchFamily="34" charset="0"/>
                <a:sym typeface="Canva Sans Bold"/>
              </a:rPr>
              <a:t>10 000</a:t>
            </a:r>
          </a:p>
        </p:txBody>
      </p:sp>
      <p:sp>
        <p:nvSpPr>
          <p:cNvPr id="29" name="TextBox 28" descr="A place value game board with the starting number 10 000 and a path way of blank boxes to the ending number 100 000. The third box contains the number 29 863, the 11 th box 62 389 and the last box 98 632">
            <a:extLst>
              <a:ext uri="{FF2B5EF4-FFF2-40B4-BE49-F238E27FC236}">
                <a16:creationId xmlns:a16="http://schemas.microsoft.com/office/drawing/2014/main" id="{C5ADEF95-B1F1-C71A-A5DE-73C286C376F2}"/>
              </a:ext>
            </a:extLst>
          </p:cNvPr>
          <p:cNvSpPr txBox="1"/>
          <p:nvPr/>
        </p:nvSpPr>
        <p:spPr>
          <a:xfrm>
            <a:off x="6859792" y="5523046"/>
            <a:ext cx="5332208" cy="686085"/>
          </a:xfrm>
          <a:prstGeom prst="rect">
            <a:avLst/>
          </a:prstGeom>
          <a:noFill/>
        </p:spPr>
        <p:txBody>
          <a:bodyPr wrap="square">
            <a:spAutoFit/>
          </a:bodyPr>
          <a:lstStyle/>
          <a:p>
            <a:pPr marL="0" marR="0" lvl="0" indent="0" algn="ctr" defTabSz="914400" rtl="0" eaLnBrk="1" fontAlgn="auto" latinLnBrk="0" hangingPunct="1">
              <a:lnSpc>
                <a:spcPts val="4480"/>
              </a:lnSpc>
              <a:spcBef>
                <a:spcPts val="0"/>
              </a:spcBef>
              <a:spcAft>
                <a:spcPts val="0"/>
              </a:spcAft>
              <a:buClrTx/>
              <a:buSzTx/>
              <a:buFontTx/>
              <a:buNone/>
              <a:tabLst/>
              <a:defRPr/>
            </a:pPr>
            <a:r>
              <a:rPr kumimoji="0" lang="en-US" sz="4000" b="0" i="0" u="none" strike="noStrike" kern="1200" cap="none" spc="0" normalizeH="0" baseline="0" noProof="0" dirty="0">
                <a:ln>
                  <a:noFill/>
                </a:ln>
                <a:solidFill>
                  <a:srgbClr val="000000"/>
                </a:solidFill>
                <a:effectLst/>
                <a:uLnTx/>
                <a:uFillTx/>
                <a:latin typeface="Edu NSW ACT Foundation" panose="020B0604020202020204" charset="0"/>
                <a:ea typeface="Canva Sans Bold"/>
                <a:cs typeface="Arial" panose="020B0604020202020204" pitchFamily="34" charset="0"/>
                <a:sym typeface="Canva Sans Bold"/>
              </a:rPr>
              <a:t>100 000</a:t>
            </a:r>
          </a:p>
        </p:txBody>
      </p:sp>
      <p:pic>
        <p:nvPicPr>
          <p:cNvPr id="96" name="Picture 95" descr="A place value game board with the starting number 10 000 and a path way of blank boxes to the ending number 100 000. The third box contains the number 29 863, the 11 th box 62 389 and the last box 98 632">
            <a:extLst>
              <a:ext uri="{FF2B5EF4-FFF2-40B4-BE49-F238E27FC236}">
                <a16:creationId xmlns:a16="http://schemas.microsoft.com/office/drawing/2014/main" id="{862F3978-2F3C-66ED-4E81-2E6272A70180}"/>
              </a:ext>
            </a:extLst>
          </p:cNvPr>
          <p:cNvPicPr>
            <a:picLocks noChangeAspect="1"/>
          </p:cNvPicPr>
          <p:nvPr/>
        </p:nvPicPr>
        <p:blipFill rotWithShape="1">
          <a:blip r:embed="rId3"/>
          <a:srcRect r="17380"/>
          <a:stretch/>
        </p:blipFill>
        <p:spPr>
          <a:xfrm>
            <a:off x="8699576" y="783121"/>
            <a:ext cx="2014007" cy="1390320"/>
          </a:xfrm>
          <a:prstGeom prst="rect">
            <a:avLst/>
          </a:prstGeom>
        </p:spPr>
      </p:pic>
      <p:sp>
        <p:nvSpPr>
          <p:cNvPr id="97" name="TextBox 96" descr="A place value game board with the starting number 10 000 and a path way of blank boxes to the ending number 100 000. The third box contains the number 29 863, the 11 th box 62 389 and the last box 98 632">
            <a:extLst>
              <a:ext uri="{FF2B5EF4-FFF2-40B4-BE49-F238E27FC236}">
                <a16:creationId xmlns:a16="http://schemas.microsoft.com/office/drawing/2014/main" id="{5CE4B280-2013-0AA5-87E6-7CEB7B13CB4B}"/>
              </a:ext>
            </a:extLst>
          </p:cNvPr>
          <p:cNvSpPr txBox="1"/>
          <p:nvPr/>
        </p:nvSpPr>
        <p:spPr>
          <a:xfrm>
            <a:off x="2304855" y="1334954"/>
            <a:ext cx="5332208" cy="584775"/>
          </a:xfrm>
          <a:prstGeom prst="rect">
            <a:avLst/>
          </a:prstGeom>
          <a:noFill/>
        </p:spPr>
        <p:txBody>
          <a:bodyPr wrap="square">
            <a:spAutoFit/>
          </a:bodyPr>
          <a:lstStyle/>
          <a:p>
            <a:pPr marL="0" marR="0" lvl="0" indent="0" algn="ctr" defTabSz="914400" rtl="0" eaLnBrk="1" fontAlgn="auto" latinLnBrk="0" hangingPunct="1">
              <a:lnSpc>
                <a:spcPts val="448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146CFD"/>
                </a:solidFill>
                <a:effectLst/>
                <a:uLnTx/>
                <a:uFillTx/>
                <a:latin typeface="Edu NSW ACT Foundation" panose="020B0604020202020204" charset="0"/>
                <a:ea typeface="Canva Sans Bold"/>
                <a:cs typeface="Arial" panose="020B0604020202020204" pitchFamily="34" charset="0"/>
                <a:sym typeface="Canva Sans Bold"/>
              </a:rPr>
              <a:t>29 863</a:t>
            </a:r>
          </a:p>
        </p:txBody>
      </p:sp>
      <p:sp>
        <p:nvSpPr>
          <p:cNvPr id="98" name="TextBox 97" descr="A place value game board with the starting number 10 000 and a path way of blank boxes to the ending number 100 000. The third box contains the number 29 863, the 11 th box 62 389 and the last box 98 632">
            <a:extLst>
              <a:ext uri="{FF2B5EF4-FFF2-40B4-BE49-F238E27FC236}">
                <a16:creationId xmlns:a16="http://schemas.microsoft.com/office/drawing/2014/main" id="{91AED214-41F9-9AFC-A7D7-18BB5940A7F7}"/>
              </a:ext>
            </a:extLst>
          </p:cNvPr>
          <p:cNvSpPr txBox="1"/>
          <p:nvPr/>
        </p:nvSpPr>
        <p:spPr>
          <a:xfrm>
            <a:off x="241212" y="3430678"/>
            <a:ext cx="5332208" cy="584775"/>
          </a:xfrm>
          <a:prstGeom prst="rect">
            <a:avLst/>
          </a:prstGeom>
          <a:noFill/>
        </p:spPr>
        <p:txBody>
          <a:bodyPr wrap="square">
            <a:spAutoFit/>
          </a:bodyPr>
          <a:lstStyle/>
          <a:p>
            <a:pPr marL="0" marR="0" lvl="0" indent="0" algn="ctr" defTabSz="914400" rtl="0" eaLnBrk="1" fontAlgn="auto" latinLnBrk="0" hangingPunct="1">
              <a:lnSpc>
                <a:spcPts val="448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146CFD"/>
                </a:solidFill>
                <a:effectLst/>
                <a:uLnTx/>
                <a:uFillTx/>
                <a:latin typeface="Edu NSW ACT Foundation" panose="020B0604020202020204" charset="0"/>
                <a:ea typeface="Canva Sans Bold"/>
                <a:cs typeface="Arial" panose="020B0604020202020204" pitchFamily="34" charset="0"/>
                <a:sym typeface="Canva Sans Bold"/>
              </a:rPr>
              <a:t>62 389</a:t>
            </a:r>
          </a:p>
        </p:txBody>
      </p:sp>
      <p:sp>
        <p:nvSpPr>
          <p:cNvPr id="99" name="TextBox 98" descr="A place value game board with the starting number 10 000 and a path way of blank boxes to the ending number 100 000. The third box contains the number 29 863, the 11 th box 62 389 and the last box 98 632">
            <a:extLst>
              <a:ext uri="{FF2B5EF4-FFF2-40B4-BE49-F238E27FC236}">
                <a16:creationId xmlns:a16="http://schemas.microsoft.com/office/drawing/2014/main" id="{CD0947C8-8E36-80B4-D810-8E8E3421B77F}"/>
              </a:ext>
            </a:extLst>
          </p:cNvPr>
          <p:cNvSpPr txBox="1"/>
          <p:nvPr/>
        </p:nvSpPr>
        <p:spPr>
          <a:xfrm>
            <a:off x="5381375" y="5490104"/>
            <a:ext cx="5332208" cy="584775"/>
          </a:xfrm>
          <a:prstGeom prst="rect">
            <a:avLst/>
          </a:prstGeom>
          <a:noFill/>
        </p:spPr>
        <p:txBody>
          <a:bodyPr wrap="square">
            <a:spAutoFit/>
          </a:bodyPr>
          <a:lstStyle/>
          <a:p>
            <a:pPr marL="0" marR="0" lvl="0" indent="0" algn="ctr" defTabSz="914400" rtl="0" eaLnBrk="1" fontAlgn="auto" latinLnBrk="0" hangingPunct="1">
              <a:lnSpc>
                <a:spcPts val="448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146CFD"/>
                </a:solidFill>
                <a:effectLst/>
                <a:uLnTx/>
                <a:uFillTx/>
                <a:latin typeface="Edu NSW ACT Foundation" panose="020B0604020202020204" charset="0"/>
                <a:ea typeface="Canva Sans Bold"/>
                <a:cs typeface="Arial" panose="020B0604020202020204" pitchFamily="34" charset="0"/>
                <a:sym typeface="Canva Sans Bold"/>
              </a:rPr>
              <a:t>98 632</a:t>
            </a:r>
          </a:p>
        </p:txBody>
      </p:sp>
      <p:pic>
        <p:nvPicPr>
          <p:cNvPr id="28" name="Picture 2" descr="image of a head with cogs turning inside">
            <a:extLst>
              <a:ext uri="{FF2B5EF4-FFF2-40B4-BE49-F238E27FC236}">
                <a16:creationId xmlns:a16="http://schemas.microsoft.com/office/drawing/2014/main" id="{68866468-1AB6-B188-C6B7-E1359FBAD78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140151" y="39575"/>
            <a:ext cx="782592" cy="9308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49836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1" nodeType="clickEffect">
                                  <p:stCondLst>
                                    <p:cond delay="0"/>
                                  </p:stCondLst>
                                  <p:childTnLst>
                                    <p:set>
                                      <p:cBhvr>
                                        <p:cTn id="10" dur="1" fill="hold">
                                          <p:stCondLst>
                                            <p:cond delay="0"/>
                                          </p:stCondLst>
                                        </p:cTn>
                                        <p:tgtEl>
                                          <p:spTgt spid="97"/>
                                        </p:tgtEl>
                                        <p:attrNameLst>
                                          <p:attrName>style.visibility</p:attrName>
                                        </p:attrNameLst>
                                      </p:cBhvr>
                                      <p:to>
                                        <p:strVal val="hidden"/>
                                      </p:to>
                                    </p:set>
                                  </p:childTnLst>
                                </p:cTn>
                              </p:par>
                              <p:par>
                                <p:cTn id="11" presetID="1" presetClass="entr" presetSubtype="0" fill="hold" grpId="0" nodeType="withEffect">
                                  <p:stCondLst>
                                    <p:cond delay="0"/>
                                  </p:stCondLst>
                                  <p:childTnLst>
                                    <p:set>
                                      <p:cBhvr>
                                        <p:cTn id="12" dur="1" fill="hold">
                                          <p:stCondLst>
                                            <p:cond delay="0"/>
                                          </p:stCondLst>
                                        </p:cTn>
                                        <p:tgtEl>
                                          <p:spTgt spid="9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xit" presetSubtype="0" fill="hold" grpId="1" nodeType="clickEffect">
                                  <p:stCondLst>
                                    <p:cond delay="0"/>
                                  </p:stCondLst>
                                  <p:childTnLst>
                                    <p:set>
                                      <p:cBhvr>
                                        <p:cTn id="16" dur="1" fill="hold">
                                          <p:stCondLst>
                                            <p:cond delay="0"/>
                                          </p:stCondLst>
                                        </p:cTn>
                                        <p:tgtEl>
                                          <p:spTgt spid="98"/>
                                        </p:tgtEl>
                                        <p:attrNameLst>
                                          <p:attrName>style.visibility</p:attrName>
                                        </p:attrNameLst>
                                      </p:cBhvr>
                                      <p:to>
                                        <p:strVal val="hidden"/>
                                      </p:to>
                                    </p:set>
                                  </p:childTnLst>
                                </p:cTn>
                              </p:par>
                              <p:par>
                                <p:cTn id="17" presetID="1" presetClass="entr" presetSubtype="0" fill="hold" grpId="0" nodeType="withEffect">
                                  <p:stCondLst>
                                    <p:cond delay="0"/>
                                  </p:stCondLst>
                                  <p:childTnLst>
                                    <p:set>
                                      <p:cBhvr>
                                        <p:cTn id="18" dur="1" fill="hold">
                                          <p:stCondLst>
                                            <p:cond delay="0"/>
                                          </p:stCondLst>
                                        </p:cTn>
                                        <p:tgtEl>
                                          <p:spTgt spid="9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 grpId="0"/>
      <p:bldP spid="97" grpId="1"/>
      <p:bldP spid="98" grpId="0"/>
      <p:bldP spid="98" grpId="1"/>
      <p:bldP spid="99"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6386C0-33B0-D3E7-0595-8DD2D365CFB3}"/>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7FBD97D9-4FF5-59A1-EA03-387CC607D598}"/>
              </a:ext>
            </a:extLst>
          </p:cNvPr>
          <p:cNvSpPr>
            <a:spLocks noGrp="1"/>
          </p:cNvSpPr>
          <p:nvPr>
            <p:ph type="ctrTitle"/>
          </p:nvPr>
        </p:nvSpPr>
        <p:spPr/>
        <p:txBody>
          <a:bodyPr/>
          <a:lstStyle/>
          <a:p>
            <a:r>
              <a:rPr lang="en-AU" dirty="0">
                <a:latin typeface="+mj-lt"/>
              </a:rPr>
              <a:t>Review of learning 7</a:t>
            </a:r>
          </a:p>
        </p:txBody>
      </p:sp>
    </p:spTree>
    <p:extLst>
      <p:ext uri="{BB962C8B-B14F-4D97-AF65-F5344CB8AC3E}">
        <p14:creationId xmlns:p14="http://schemas.microsoft.com/office/powerpoint/2010/main" val="12163138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986312-4D47-D736-1580-5416FF14F314}"/>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9F0674C-5B03-98FC-310B-BB63294773C7}"/>
              </a:ext>
            </a:extLst>
          </p:cNvPr>
          <p:cNvSpPr>
            <a:spLocks noGrp="1"/>
          </p:cNvSpPr>
          <p:nvPr>
            <p:ph type="sldNum" sz="quarter" idx="12"/>
          </p:nvPr>
        </p:nvSpPr>
        <p:spPr/>
        <p:txBody>
          <a:bodyPr/>
          <a:lstStyle/>
          <a:p>
            <a:fld id="{10A01DC5-1685-4615-8240-15192985C6A2}" type="slidenum">
              <a:rPr lang="en-AU" smtClean="0"/>
              <a:t>47</a:t>
            </a:fld>
            <a:endParaRPr lang="en-AU"/>
          </a:p>
        </p:txBody>
      </p:sp>
      <p:sp>
        <p:nvSpPr>
          <p:cNvPr id="3" name="Title 2">
            <a:extLst>
              <a:ext uri="{FF2B5EF4-FFF2-40B4-BE49-F238E27FC236}">
                <a16:creationId xmlns:a16="http://schemas.microsoft.com/office/drawing/2014/main" id="{4B172920-EC42-6A33-1517-E8439981ED94}"/>
              </a:ext>
            </a:extLst>
          </p:cNvPr>
          <p:cNvSpPr>
            <a:spLocks noGrp="1"/>
          </p:cNvSpPr>
          <p:nvPr>
            <p:ph type="title"/>
          </p:nvPr>
        </p:nvSpPr>
        <p:spPr>
          <a:xfrm>
            <a:off x="360000" y="360000"/>
            <a:ext cx="9901600" cy="545601"/>
          </a:xfrm>
        </p:spPr>
        <p:txBody>
          <a:bodyPr/>
          <a:lstStyle/>
          <a:p>
            <a:r>
              <a:rPr lang="en-US" dirty="0"/>
              <a:t>Multiple choice </a:t>
            </a:r>
            <a:r>
              <a:rPr lang="en-US" dirty="0">
                <a:solidFill>
                  <a:schemeClr val="bg1"/>
                </a:solidFill>
              </a:rPr>
              <a:t>(4)</a:t>
            </a:r>
          </a:p>
        </p:txBody>
      </p:sp>
      <p:sp>
        <p:nvSpPr>
          <p:cNvPr id="14" name="Text Placeholder 13">
            <a:extLst>
              <a:ext uri="{FF2B5EF4-FFF2-40B4-BE49-F238E27FC236}">
                <a16:creationId xmlns:a16="http://schemas.microsoft.com/office/drawing/2014/main" id="{AA11334F-1845-E708-AB18-7FCB93CE3329}"/>
              </a:ext>
            </a:extLst>
          </p:cNvPr>
          <p:cNvSpPr>
            <a:spLocks noGrp="1"/>
          </p:cNvSpPr>
          <p:nvPr>
            <p:ph type="body" sz="quarter" idx="27"/>
          </p:nvPr>
        </p:nvSpPr>
        <p:spPr>
          <a:xfrm>
            <a:off x="1345520" y="5425723"/>
            <a:ext cx="10175920" cy="641396"/>
          </a:xfrm>
        </p:spPr>
        <p:txBody>
          <a:bodyPr anchor="ctr"/>
          <a:lstStyle/>
          <a:p>
            <a:r>
              <a:rPr lang="en-US" sz="3600" dirty="0"/>
              <a:t>97 245</a:t>
            </a:r>
          </a:p>
        </p:txBody>
      </p:sp>
      <p:sp>
        <p:nvSpPr>
          <p:cNvPr id="15" name="Text Placeholder 14">
            <a:extLst>
              <a:ext uri="{FF2B5EF4-FFF2-40B4-BE49-F238E27FC236}">
                <a16:creationId xmlns:a16="http://schemas.microsoft.com/office/drawing/2014/main" id="{63F2F355-954E-44CF-4ECF-7CD3C57CE1C0}"/>
              </a:ext>
            </a:extLst>
          </p:cNvPr>
          <p:cNvSpPr>
            <a:spLocks noGrp="1"/>
          </p:cNvSpPr>
          <p:nvPr>
            <p:ph type="body" sz="quarter" idx="28"/>
          </p:nvPr>
        </p:nvSpPr>
        <p:spPr>
          <a:xfrm>
            <a:off x="360000" y="1031338"/>
            <a:ext cx="11243037" cy="754243"/>
          </a:xfrm>
        </p:spPr>
        <p:txBody>
          <a:bodyPr/>
          <a:lstStyle/>
          <a:p>
            <a:pPr algn="ctr"/>
            <a:r>
              <a:rPr lang="en-AU" sz="3800" dirty="0"/>
              <a:t>What is the </a:t>
            </a:r>
            <a:r>
              <a:rPr lang="en-AU" sz="3800" b="1" dirty="0"/>
              <a:t>largest</a:t>
            </a:r>
            <a:r>
              <a:rPr lang="en-AU" sz="3800" dirty="0"/>
              <a:t> number that can be made by rearranging the digits </a:t>
            </a:r>
            <a:r>
              <a:rPr lang="en-AU" sz="3800" b="1" dirty="0"/>
              <a:t>4, 7, 2, 5 </a:t>
            </a:r>
            <a:r>
              <a:rPr lang="en-AU" sz="3800" dirty="0"/>
              <a:t>and </a:t>
            </a:r>
            <a:r>
              <a:rPr lang="en-AU" sz="3800" b="1" dirty="0"/>
              <a:t>9</a:t>
            </a:r>
            <a:r>
              <a:rPr lang="en-AU" sz="3800" dirty="0"/>
              <a:t>?</a:t>
            </a:r>
            <a:endParaRPr lang="en-US" sz="3800" dirty="0"/>
          </a:p>
        </p:txBody>
      </p:sp>
      <p:sp>
        <p:nvSpPr>
          <p:cNvPr id="16" name="Text Placeholder 15">
            <a:extLst>
              <a:ext uri="{FF2B5EF4-FFF2-40B4-BE49-F238E27FC236}">
                <a16:creationId xmlns:a16="http://schemas.microsoft.com/office/drawing/2014/main" id="{92C95EDB-DE45-91C1-57A8-4D7305326D0D}"/>
              </a:ext>
            </a:extLst>
          </p:cNvPr>
          <p:cNvSpPr>
            <a:spLocks noGrp="1"/>
          </p:cNvSpPr>
          <p:nvPr>
            <p:ph type="body" sz="quarter" idx="29"/>
          </p:nvPr>
        </p:nvSpPr>
        <p:spPr>
          <a:xfrm>
            <a:off x="1345520" y="4575670"/>
            <a:ext cx="10175920" cy="641396"/>
          </a:xfrm>
        </p:spPr>
        <p:txBody>
          <a:bodyPr anchor="ctr"/>
          <a:lstStyle/>
          <a:p>
            <a:r>
              <a:rPr lang="en-US" sz="3600" dirty="0"/>
              <a:t>95 274</a:t>
            </a:r>
          </a:p>
        </p:txBody>
      </p:sp>
      <p:sp>
        <p:nvSpPr>
          <p:cNvPr id="17" name="Text Placeholder 16">
            <a:extLst>
              <a:ext uri="{FF2B5EF4-FFF2-40B4-BE49-F238E27FC236}">
                <a16:creationId xmlns:a16="http://schemas.microsoft.com/office/drawing/2014/main" id="{29A4E7C9-5ADB-F023-46E3-7F1A450E28B3}"/>
              </a:ext>
            </a:extLst>
          </p:cNvPr>
          <p:cNvSpPr>
            <a:spLocks noGrp="1"/>
          </p:cNvSpPr>
          <p:nvPr>
            <p:ph type="body" sz="quarter" idx="30"/>
          </p:nvPr>
        </p:nvSpPr>
        <p:spPr>
          <a:xfrm>
            <a:off x="1345520" y="3725617"/>
            <a:ext cx="10175920" cy="641396"/>
          </a:xfrm>
        </p:spPr>
        <p:txBody>
          <a:bodyPr anchor="ctr"/>
          <a:lstStyle/>
          <a:p>
            <a:r>
              <a:rPr lang="en-US" sz="3600" dirty="0"/>
              <a:t>97 542</a:t>
            </a:r>
          </a:p>
        </p:txBody>
      </p:sp>
      <p:sp>
        <p:nvSpPr>
          <p:cNvPr id="18" name="Text Placeholder 17">
            <a:extLst>
              <a:ext uri="{FF2B5EF4-FFF2-40B4-BE49-F238E27FC236}">
                <a16:creationId xmlns:a16="http://schemas.microsoft.com/office/drawing/2014/main" id="{6DCA7DBF-5599-1A3D-C39E-54412033284F}"/>
              </a:ext>
            </a:extLst>
          </p:cNvPr>
          <p:cNvSpPr>
            <a:spLocks noGrp="1"/>
          </p:cNvSpPr>
          <p:nvPr>
            <p:ph type="body" sz="quarter" idx="31"/>
          </p:nvPr>
        </p:nvSpPr>
        <p:spPr>
          <a:xfrm>
            <a:off x="1345520" y="2877704"/>
            <a:ext cx="10175920" cy="641396"/>
          </a:xfrm>
        </p:spPr>
        <p:txBody>
          <a:bodyPr anchor="ctr"/>
          <a:lstStyle/>
          <a:p>
            <a:r>
              <a:rPr lang="en-US" sz="3600" dirty="0"/>
              <a:t>74 259</a:t>
            </a:r>
          </a:p>
        </p:txBody>
      </p:sp>
      <p:sp>
        <p:nvSpPr>
          <p:cNvPr id="9" name="TextBox 8">
            <a:extLst>
              <a:ext uri="{FF2B5EF4-FFF2-40B4-BE49-F238E27FC236}">
                <a16:creationId xmlns:a16="http://schemas.microsoft.com/office/drawing/2014/main" id="{793EDF41-C42C-8273-E2DE-8E4910A00103}"/>
              </a:ext>
            </a:extLst>
          </p:cNvPr>
          <p:cNvSpPr txBox="1"/>
          <p:nvPr/>
        </p:nvSpPr>
        <p:spPr>
          <a:xfrm>
            <a:off x="670560" y="2829070"/>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dirty="0"/>
              <a:t>A</a:t>
            </a:r>
          </a:p>
        </p:txBody>
      </p:sp>
      <p:sp>
        <p:nvSpPr>
          <p:cNvPr id="10" name="TextBox 9">
            <a:extLst>
              <a:ext uri="{FF2B5EF4-FFF2-40B4-BE49-F238E27FC236}">
                <a16:creationId xmlns:a16="http://schemas.microsoft.com/office/drawing/2014/main" id="{509AD87B-945E-EF0D-EE5D-D963ACE5480B}"/>
              </a:ext>
            </a:extLst>
          </p:cNvPr>
          <p:cNvSpPr txBox="1"/>
          <p:nvPr/>
        </p:nvSpPr>
        <p:spPr>
          <a:xfrm>
            <a:off x="670559" y="3676983"/>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dirty="0"/>
              <a:t>B</a:t>
            </a:r>
          </a:p>
        </p:txBody>
      </p:sp>
      <p:sp>
        <p:nvSpPr>
          <p:cNvPr id="11" name="TextBox 10">
            <a:extLst>
              <a:ext uri="{FF2B5EF4-FFF2-40B4-BE49-F238E27FC236}">
                <a16:creationId xmlns:a16="http://schemas.microsoft.com/office/drawing/2014/main" id="{19288423-CD91-9472-E346-D2D0ECB4C75C}"/>
              </a:ext>
            </a:extLst>
          </p:cNvPr>
          <p:cNvSpPr txBox="1"/>
          <p:nvPr/>
        </p:nvSpPr>
        <p:spPr>
          <a:xfrm>
            <a:off x="670557" y="5377089"/>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dirty="0"/>
              <a:t>D</a:t>
            </a:r>
          </a:p>
        </p:txBody>
      </p:sp>
      <p:sp>
        <p:nvSpPr>
          <p:cNvPr id="12" name="TextBox 11">
            <a:extLst>
              <a:ext uri="{FF2B5EF4-FFF2-40B4-BE49-F238E27FC236}">
                <a16:creationId xmlns:a16="http://schemas.microsoft.com/office/drawing/2014/main" id="{7A633D74-C65F-E185-EA4B-C6135BC39C93}"/>
              </a:ext>
            </a:extLst>
          </p:cNvPr>
          <p:cNvSpPr txBox="1"/>
          <p:nvPr/>
        </p:nvSpPr>
        <p:spPr>
          <a:xfrm>
            <a:off x="670558" y="452703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dirty="0"/>
              <a:t>C</a:t>
            </a:r>
          </a:p>
        </p:txBody>
      </p:sp>
      <p:pic>
        <p:nvPicPr>
          <p:cNvPr id="4" name="Picture 3" descr="image of a finger selecting an option for a multiple choice or true and false">
            <a:extLst>
              <a:ext uri="{FF2B5EF4-FFF2-40B4-BE49-F238E27FC236}">
                <a16:creationId xmlns:a16="http://schemas.microsoft.com/office/drawing/2014/main" id="{14B8BC39-67FB-C657-188E-31701D360176}"/>
              </a:ext>
            </a:extLst>
          </p:cNvPr>
          <p:cNvPicPr>
            <a:picLocks noChangeAspect="1"/>
          </p:cNvPicPr>
          <p:nvPr/>
        </p:nvPicPr>
        <p:blipFill>
          <a:blip r:embed="rId3"/>
          <a:stretch>
            <a:fillRect/>
          </a:stretch>
        </p:blipFill>
        <p:spPr>
          <a:xfrm>
            <a:off x="10807908" y="43303"/>
            <a:ext cx="1165786" cy="1140716"/>
          </a:xfrm>
          <a:prstGeom prst="rect">
            <a:avLst/>
          </a:prstGeom>
        </p:spPr>
      </p:pic>
    </p:spTree>
    <p:extLst>
      <p:ext uri="{BB962C8B-B14F-4D97-AF65-F5344CB8AC3E}">
        <p14:creationId xmlns:p14="http://schemas.microsoft.com/office/powerpoint/2010/main" val="32857708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0B2251-DF10-C8DB-1C57-FDC0798EB71D}"/>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DE911EA-787B-F6E6-4161-4190166C5EE5}"/>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(25)</a:t>
            </a:r>
          </a:p>
        </p:txBody>
      </p:sp>
      <p:sp>
        <p:nvSpPr>
          <p:cNvPr id="2" name="Slide Number Placeholder 1">
            <a:extLst>
              <a:ext uri="{FF2B5EF4-FFF2-40B4-BE49-F238E27FC236}">
                <a16:creationId xmlns:a16="http://schemas.microsoft.com/office/drawing/2014/main" id="{F851AEB6-60CA-021F-FFCF-D7ED46FA357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48</a:t>
            </a:fld>
            <a:endParaRPr lang="en-AU"/>
          </a:p>
        </p:txBody>
      </p:sp>
      <p:pic>
        <p:nvPicPr>
          <p:cNvPr id="3" name="Picture 2" descr="image of a clipboard with a pencil recording short answer responses">
            <a:extLst>
              <a:ext uri="{FF2B5EF4-FFF2-40B4-BE49-F238E27FC236}">
                <a16:creationId xmlns:a16="http://schemas.microsoft.com/office/drawing/2014/main" id="{3BDDE108-B743-E59F-31B4-5F4FCBC7EB67}"/>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587AF12A-64DB-3FE5-CEAE-BA2C2058F2FA}"/>
              </a:ext>
            </a:extLst>
          </p:cNvPr>
          <p:cNvSpPr txBox="1"/>
          <p:nvPr/>
        </p:nvSpPr>
        <p:spPr>
          <a:xfrm>
            <a:off x="360000" y="1184223"/>
            <a:ext cx="11484000" cy="4029501"/>
          </a:xfrm>
          <a:prstGeom prst="rect">
            <a:avLst/>
          </a:prstGeom>
          <a:noFill/>
        </p:spPr>
        <p:txBody>
          <a:bodyPr wrap="square">
            <a:spAutoFit/>
          </a:bodyPr>
          <a:lstStyle/>
          <a:p>
            <a:pPr algn="ctr">
              <a:lnSpc>
                <a:spcPct val="150000"/>
              </a:lnSpc>
            </a:pPr>
            <a:r>
              <a:rPr lang="en-AU" sz="4400" dirty="0"/>
              <a:t>Are </a:t>
            </a:r>
            <a:r>
              <a:rPr lang="en-AU" sz="4400" b="1" dirty="0"/>
              <a:t>multiples</a:t>
            </a:r>
            <a:r>
              <a:rPr lang="en-AU" sz="4400" dirty="0"/>
              <a:t> of </a:t>
            </a:r>
            <a:r>
              <a:rPr lang="en-AU" sz="4400" b="1" dirty="0"/>
              <a:t>even </a:t>
            </a:r>
            <a:r>
              <a:rPr lang="en-AU" sz="4400" dirty="0"/>
              <a:t>numbers </a:t>
            </a:r>
            <a:r>
              <a:rPr lang="en-AU" sz="4400" b="1" dirty="0"/>
              <a:t>always even </a:t>
            </a:r>
            <a:r>
              <a:rPr lang="en-AU" sz="4400" dirty="0"/>
              <a:t>numbers? </a:t>
            </a:r>
          </a:p>
          <a:p>
            <a:pPr algn="ctr">
              <a:lnSpc>
                <a:spcPct val="150000"/>
              </a:lnSpc>
            </a:pPr>
            <a:endParaRPr lang="en-AU" sz="4400" dirty="0"/>
          </a:p>
          <a:p>
            <a:pPr algn="ctr">
              <a:lnSpc>
                <a:spcPct val="150000"/>
              </a:lnSpc>
            </a:pPr>
            <a:r>
              <a:rPr lang="en-AU" sz="4400" b="1" dirty="0"/>
              <a:t>Explain</a:t>
            </a:r>
            <a:r>
              <a:rPr lang="en-AU" sz="4400" dirty="0"/>
              <a:t> how you know.</a:t>
            </a:r>
          </a:p>
        </p:txBody>
      </p:sp>
    </p:spTree>
    <p:extLst>
      <p:ext uri="{BB962C8B-B14F-4D97-AF65-F5344CB8AC3E}">
        <p14:creationId xmlns:p14="http://schemas.microsoft.com/office/powerpoint/2010/main" val="34210457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DDFDA5-04FD-A818-D8EE-F166EE820F3C}"/>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E278584-1D03-2A7C-E8C8-43BF5F89AB62}"/>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(26)</a:t>
            </a:r>
          </a:p>
        </p:txBody>
      </p:sp>
      <p:sp>
        <p:nvSpPr>
          <p:cNvPr id="2" name="Slide Number Placeholder 1">
            <a:extLst>
              <a:ext uri="{FF2B5EF4-FFF2-40B4-BE49-F238E27FC236}">
                <a16:creationId xmlns:a16="http://schemas.microsoft.com/office/drawing/2014/main" id="{7272EA4F-3F06-6846-819D-1E1E70AD9111}"/>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49</a:t>
            </a:fld>
            <a:endParaRPr lang="en-AU"/>
          </a:p>
        </p:txBody>
      </p:sp>
      <p:pic>
        <p:nvPicPr>
          <p:cNvPr id="3" name="Picture 2" descr="image of a clipboard with a pencil recording short answer responses">
            <a:extLst>
              <a:ext uri="{FF2B5EF4-FFF2-40B4-BE49-F238E27FC236}">
                <a16:creationId xmlns:a16="http://schemas.microsoft.com/office/drawing/2014/main" id="{5DACDB15-40FB-10CA-304C-024754D6DBAE}"/>
              </a:ext>
            </a:extLst>
          </p:cNvPr>
          <p:cNvPicPr>
            <a:picLocks noChangeAspect="1"/>
          </p:cNvPicPr>
          <p:nvPr/>
        </p:nvPicPr>
        <p:blipFill>
          <a:blip r:embed="rId3"/>
          <a:stretch>
            <a:fillRect/>
          </a:stretch>
        </p:blipFill>
        <p:spPr>
          <a:xfrm>
            <a:off x="11030476" y="268723"/>
            <a:ext cx="915500" cy="915500"/>
          </a:xfrm>
          <a:prstGeom prst="rect">
            <a:avLst/>
          </a:prstGeom>
        </p:spPr>
      </p:pic>
      <p:sp>
        <p:nvSpPr>
          <p:cNvPr id="8" name="TextBox 7">
            <a:extLst>
              <a:ext uri="{FF2B5EF4-FFF2-40B4-BE49-F238E27FC236}">
                <a16:creationId xmlns:a16="http://schemas.microsoft.com/office/drawing/2014/main" id="{63EE5F81-DFAE-F0CE-C622-0F36BCD6AF16}"/>
              </a:ext>
            </a:extLst>
          </p:cNvPr>
          <p:cNvSpPr txBox="1"/>
          <p:nvPr/>
        </p:nvSpPr>
        <p:spPr>
          <a:xfrm>
            <a:off x="1092200" y="1184223"/>
            <a:ext cx="9938276" cy="5045164"/>
          </a:xfrm>
          <a:prstGeom prst="rect">
            <a:avLst/>
          </a:prstGeom>
          <a:noFill/>
        </p:spPr>
        <p:txBody>
          <a:bodyPr wrap="square">
            <a:spAutoFit/>
          </a:bodyPr>
          <a:lstStyle/>
          <a:p>
            <a:pPr algn="ctr">
              <a:lnSpc>
                <a:spcPct val="150000"/>
              </a:lnSpc>
            </a:pPr>
            <a:r>
              <a:rPr lang="en-AU" sz="4400" dirty="0"/>
              <a:t>Sam solved </a:t>
            </a:r>
            <a:r>
              <a:rPr lang="en-AU" sz="4400" b="1" dirty="0"/>
              <a:t>249 + 58</a:t>
            </a:r>
            <a:r>
              <a:rPr lang="en-AU" sz="4400" dirty="0"/>
              <a:t> by changing it to </a:t>
            </a:r>
            <a:r>
              <a:rPr lang="en-AU" sz="4400" b="1" dirty="0"/>
              <a:t>250 + 57 </a:t>
            </a:r>
            <a:r>
              <a:rPr lang="en-AU" sz="4400" dirty="0"/>
              <a:t>to make it easier to calculate.</a:t>
            </a:r>
            <a:br>
              <a:rPr lang="en-AU" sz="4400" dirty="0"/>
            </a:br>
            <a:endParaRPr lang="en-AU" sz="4400" dirty="0"/>
          </a:p>
          <a:p>
            <a:pPr algn="ctr">
              <a:lnSpc>
                <a:spcPct val="150000"/>
              </a:lnSpc>
            </a:pPr>
            <a:r>
              <a:rPr lang="en-AU" sz="4400" dirty="0"/>
              <a:t>Does his thinking work? </a:t>
            </a:r>
          </a:p>
          <a:p>
            <a:pPr algn="ctr">
              <a:lnSpc>
                <a:spcPct val="150000"/>
              </a:lnSpc>
            </a:pPr>
            <a:r>
              <a:rPr lang="en-AU" sz="4400" b="1" dirty="0"/>
              <a:t>Explain</a:t>
            </a:r>
            <a:r>
              <a:rPr lang="en-AU" sz="4400" dirty="0"/>
              <a:t> why or why not.</a:t>
            </a:r>
          </a:p>
        </p:txBody>
      </p:sp>
    </p:spTree>
    <p:extLst>
      <p:ext uri="{BB962C8B-B14F-4D97-AF65-F5344CB8AC3E}">
        <p14:creationId xmlns:p14="http://schemas.microsoft.com/office/powerpoint/2010/main" val="41103705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3EE59B-9BEF-7D49-551E-3074A6DFFA74}"/>
            </a:ext>
          </a:extLst>
        </p:cNvPr>
        <p:cNvGrpSpPr/>
        <p:nvPr/>
      </p:nvGrpSpPr>
      <p:grpSpPr>
        <a:xfrm>
          <a:off x="0" y="0"/>
          <a:ext cx="0" cy="0"/>
          <a:chOff x="0" y="0"/>
          <a:chExt cx="0" cy="0"/>
        </a:xfrm>
      </p:grpSpPr>
      <p:pic>
        <p:nvPicPr>
          <p:cNvPr id="14" name="Picture 13" descr="Three different sized angles labelled A, B and C.">
            <a:extLst>
              <a:ext uri="{FF2B5EF4-FFF2-40B4-BE49-F238E27FC236}">
                <a16:creationId xmlns:a16="http://schemas.microsoft.com/office/drawing/2014/main" id="{7EF5E0D3-BCF3-7CFE-2ECF-DA003FCB36F2}"/>
              </a:ext>
            </a:extLst>
          </p:cNvPr>
          <p:cNvPicPr>
            <a:picLocks noChangeAspect="1"/>
          </p:cNvPicPr>
          <p:nvPr/>
        </p:nvPicPr>
        <p:blipFill>
          <a:blip r:embed="rId3"/>
          <a:stretch>
            <a:fillRect/>
          </a:stretch>
        </p:blipFill>
        <p:spPr>
          <a:xfrm>
            <a:off x="2059666" y="4052170"/>
            <a:ext cx="8072667" cy="2463830"/>
          </a:xfrm>
          <a:prstGeom prst="rect">
            <a:avLst/>
          </a:prstGeom>
        </p:spPr>
      </p:pic>
      <p:sp>
        <p:nvSpPr>
          <p:cNvPr id="6" name="Title 5">
            <a:extLst>
              <a:ext uri="{FF2B5EF4-FFF2-40B4-BE49-F238E27FC236}">
                <a16:creationId xmlns:a16="http://schemas.microsoft.com/office/drawing/2014/main" id="{500379C9-D3D6-8DF3-10D6-65CC2C3BA62B}"/>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(27)</a:t>
            </a:r>
          </a:p>
        </p:txBody>
      </p:sp>
      <p:sp>
        <p:nvSpPr>
          <p:cNvPr id="2" name="Slide Number Placeholder 1">
            <a:extLst>
              <a:ext uri="{FF2B5EF4-FFF2-40B4-BE49-F238E27FC236}">
                <a16:creationId xmlns:a16="http://schemas.microsoft.com/office/drawing/2014/main" id="{E2D3DA14-23C1-BEF3-C7DE-42D4326F460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50</a:t>
            </a:fld>
            <a:endParaRPr lang="en-AU"/>
          </a:p>
        </p:txBody>
      </p:sp>
      <p:pic>
        <p:nvPicPr>
          <p:cNvPr id="3" name="Picture 2" descr="image of a clipboard with a pencil recording short answer responses">
            <a:extLst>
              <a:ext uri="{FF2B5EF4-FFF2-40B4-BE49-F238E27FC236}">
                <a16:creationId xmlns:a16="http://schemas.microsoft.com/office/drawing/2014/main" id="{6F1984CA-3815-83E6-2CEF-D3AC5609C15C}"/>
              </a:ext>
            </a:extLst>
          </p:cNvPr>
          <p:cNvPicPr>
            <a:picLocks noChangeAspect="1"/>
          </p:cNvPicPr>
          <p:nvPr/>
        </p:nvPicPr>
        <p:blipFill>
          <a:blip r:embed="rId4"/>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6C487D4B-6090-8865-9A3F-43B1C843FE4C}"/>
              </a:ext>
            </a:extLst>
          </p:cNvPr>
          <p:cNvSpPr txBox="1"/>
          <p:nvPr/>
        </p:nvSpPr>
        <p:spPr>
          <a:xfrm>
            <a:off x="649818" y="917466"/>
            <a:ext cx="10077450" cy="3134704"/>
          </a:xfrm>
          <a:prstGeom prst="rect">
            <a:avLst/>
          </a:prstGeom>
          <a:noFill/>
        </p:spPr>
        <p:txBody>
          <a:bodyPr wrap="square">
            <a:spAutoFit/>
          </a:bodyPr>
          <a:lstStyle/>
          <a:p>
            <a:pPr>
              <a:lnSpc>
                <a:spcPct val="150000"/>
              </a:lnSpc>
            </a:pPr>
            <a:r>
              <a:rPr lang="en-AU" sz="3400" dirty="0">
                <a:effectLst/>
                <a:latin typeface="Arial" panose="020B0604020202020204" pitchFamily="34" charset="0"/>
                <a:ea typeface="Calibri" panose="020F0502020204030204" pitchFamily="34" charset="0"/>
              </a:rPr>
              <a:t>Describe these angles using the terms:</a:t>
            </a:r>
          </a:p>
          <a:p>
            <a:pPr marL="571500" indent="-571500">
              <a:lnSpc>
                <a:spcPct val="150000"/>
              </a:lnSpc>
              <a:buFont typeface="Arial" panose="020B0604020202020204" pitchFamily="34" charset="0"/>
              <a:buChar char="•"/>
            </a:pPr>
            <a:r>
              <a:rPr lang="en-AU" sz="3400" b="1" dirty="0">
                <a:effectLst/>
                <a:latin typeface="Arial" panose="020B0604020202020204" pitchFamily="34" charset="0"/>
                <a:ea typeface="Calibri" panose="020F0502020204030204" pitchFamily="34" charset="0"/>
              </a:rPr>
              <a:t>less than</a:t>
            </a:r>
            <a:r>
              <a:rPr lang="en-AU" sz="3400" b="1" dirty="0">
                <a:latin typeface="Arial" panose="020B0604020202020204" pitchFamily="34" charset="0"/>
                <a:ea typeface="Calibri" panose="020F0502020204030204" pitchFamily="34" charset="0"/>
              </a:rPr>
              <a:t> </a:t>
            </a:r>
            <a:r>
              <a:rPr lang="en-AU" sz="3400" dirty="0">
                <a:latin typeface="Arial" panose="020B0604020202020204" pitchFamily="34" charset="0"/>
                <a:ea typeface="Calibri" panose="020F0502020204030204" pitchFamily="34" charset="0"/>
              </a:rPr>
              <a:t>a right angle</a:t>
            </a:r>
          </a:p>
          <a:p>
            <a:pPr marL="571500" indent="-571500">
              <a:lnSpc>
                <a:spcPct val="150000"/>
              </a:lnSpc>
              <a:buFont typeface="Arial" panose="020B0604020202020204" pitchFamily="34" charset="0"/>
              <a:buChar char="•"/>
            </a:pPr>
            <a:r>
              <a:rPr lang="en-AU" sz="3400" b="1" dirty="0">
                <a:effectLst/>
                <a:latin typeface="Arial" panose="020B0604020202020204" pitchFamily="34" charset="0"/>
                <a:ea typeface="Calibri" panose="020F0502020204030204" pitchFamily="34" charset="0"/>
              </a:rPr>
              <a:t>about the same as </a:t>
            </a:r>
            <a:r>
              <a:rPr lang="en-AU" sz="3400" dirty="0">
                <a:latin typeface="Arial" panose="020B0604020202020204" pitchFamily="34" charset="0"/>
                <a:ea typeface="Calibri" panose="020F0502020204030204" pitchFamily="34" charset="0"/>
              </a:rPr>
              <a:t>a right angle</a:t>
            </a:r>
            <a:endParaRPr lang="en-AU" sz="3400" dirty="0">
              <a:effectLst/>
              <a:latin typeface="Arial" panose="020B0604020202020204" pitchFamily="34" charset="0"/>
              <a:ea typeface="Calibri" panose="020F0502020204030204" pitchFamily="34" charset="0"/>
            </a:endParaRPr>
          </a:p>
          <a:p>
            <a:pPr marL="571500" indent="-571500">
              <a:lnSpc>
                <a:spcPct val="150000"/>
              </a:lnSpc>
              <a:buFont typeface="Arial" panose="020B0604020202020204" pitchFamily="34" charset="0"/>
              <a:buChar char="•"/>
            </a:pPr>
            <a:r>
              <a:rPr lang="en-AU" sz="3400" b="1" dirty="0">
                <a:effectLst/>
                <a:latin typeface="Arial" panose="020B0604020202020204" pitchFamily="34" charset="0"/>
                <a:ea typeface="Calibri" panose="020F0502020204030204" pitchFamily="34" charset="0"/>
              </a:rPr>
              <a:t>greater than </a:t>
            </a:r>
            <a:r>
              <a:rPr lang="en-AU" sz="3400" dirty="0">
                <a:effectLst/>
                <a:latin typeface="Arial" panose="020B0604020202020204" pitchFamily="34" charset="0"/>
                <a:ea typeface="Calibri" panose="020F0502020204030204" pitchFamily="34" charset="0"/>
              </a:rPr>
              <a:t>a right angle</a:t>
            </a:r>
            <a:endParaRPr lang="en-AU" sz="3400" dirty="0"/>
          </a:p>
        </p:txBody>
      </p:sp>
      <p:sp>
        <p:nvSpPr>
          <p:cNvPr id="10" name="TextBox 9">
            <a:extLst>
              <a:ext uri="{FF2B5EF4-FFF2-40B4-BE49-F238E27FC236}">
                <a16:creationId xmlns:a16="http://schemas.microsoft.com/office/drawing/2014/main" id="{ED4DFC36-5D82-48E4-EC2F-D8A074D305C2}"/>
              </a:ext>
            </a:extLst>
          </p:cNvPr>
          <p:cNvSpPr txBox="1"/>
          <p:nvPr/>
        </p:nvSpPr>
        <p:spPr>
          <a:xfrm>
            <a:off x="2839848" y="5926559"/>
            <a:ext cx="714894" cy="769441"/>
          </a:xfrm>
          <a:prstGeom prst="rect">
            <a:avLst/>
          </a:prstGeom>
          <a:noFill/>
        </p:spPr>
        <p:txBody>
          <a:bodyPr wrap="square">
            <a:spAutoFit/>
          </a:bodyPr>
          <a:lstStyle/>
          <a:p>
            <a:r>
              <a:rPr lang="en-AU" sz="4400" dirty="0">
                <a:effectLst/>
                <a:latin typeface="Arial" panose="020B0604020202020204" pitchFamily="34" charset="0"/>
                <a:ea typeface="Calibri" panose="020F0502020204030204" pitchFamily="34" charset="0"/>
              </a:rPr>
              <a:t>A</a:t>
            </a:r>
            <a:endParaRPr lang="en-AU" sz="4400" dirty="0"/>
          </a:p>
        </p:txBody>
      </p:sp>
      <p:sp>
        <p:nvSpPr>
          <p:cNvPr id="11" name="TextBox 10">
            <a:extLst>
              <a:ext uri="{FF2B5EF4-FFF2-40B4-BE49-F238E27FC236}">
                <a16:creationId xmlns:a16="http://schemas.microsoft.com/office/drawing/2014/main" id="{A66FBDFA-9584-476E-02A5-B0AD453B4446}"/>
              </a:ext>
            </a:extLst>
          </p:cNvPr>
          <p:cNvSpPr txBox="1"/>
          <p:nvPr/>
        </p:nvSpPr>
        <p:spPr>
          <a:xfrm>
            <a:off x="8417165" y="5926559"/>
            <a:ext cx="714894" cy="769441"/>
          </a:xfrm>
          <a:prstGeom prst="rect">
            <a:avLst/>
          </a:prstGeom>
          <a:noFill/>
        </p:spPr>
        <p:txBody>
          <a:bodyPr wrap="square">
            <a:spAutoFit/>
          </a:bodyPr>
          <a:lstStyle/>
          <a:p>
            <a:r>
              <a:rPr lang="en-AU" sz="4400" dirty="0">
                <a:latin typeface="Arial" panose="020B0604020202020204" pitchFamily="34" charset="0"/>
                <a:ea typeface="Calibri" panose="020F0502020204030204" pitchFamily="34" charset="0"/>
              </a:rPr>
              <a:t>C</a:t>
            </a:r>
            <a:endParaRPr lang="en-AU" sz="4400" dirty="0"/>
          </a:p>
        </p:txBody>
      </p:sp>
      <p:sp>
        <p:nvSpPr>
          <p:cNvPr id="12" name="TextBox 11">
            <a:extLst>
              <a:ext uri="{FF2B5EF4-FFF2-40B4-BE49-F238E27FC236}">
                <a16:creationId xmlns:a16="http://schemas.microsoft.com/office/drawing/2014/main" id="{7DD23005-9159-EE51-3DFB-A666CBDACE52}"/>
              </a:ext>
            </a:extLst>
          </p:cNvPr>
          <p:cNvSpPr txBox="1"/>
          <p:nvPr/>
        </p:nvSpPr>
        <p:spPr>
          <a:xfrm>
            <a:off x="5764711" y="5926559"/>
            <a:ext cx="714894" cy="769441"/>
          </a:xfrm>
          <a:prstGeom prst="rect">
            <a:avLst/>
          </a:prstGeom>
          <a:noFill/>
        </p:spPr>
        <p:txBody>
          <a:bodyPr wrap="square">
            <a:spAutoFit/>
          </a:bodyPr>
          <a:lstStyle/>
          <a:p>
            <a:r>
              <a:rPr lang="en-AU" sz="4400" dirty="0"/>
              <a:t>B</a:t>
            </a:r>
          </a:p>
        </p:txBody>
      </p:sp>
    </p:spTree>
    <p:extLst>
      <p:ext uri="{BB962C8B-B14F-4D97-AF65-F5344CB8AC3E}">
        <p14:creationId xmlns:p14="http://schemas.microsoft.com/office/powerpoint/2010/main" val="36848639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55659C-52F1-8E74-099C-EE67C3721A0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E4A8999-8A41-AC47-3114-D0B5AAC2A64C}"/>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(28)</a:t>
            </a:r>
          </a:p>
        </p:txBody>
      </p:sp>
      <p:sp>
        <p:nvSpPr>
          <p:cNvPr id="2" name="Slide Number Placeholder 1">
            <a:extLst>
              <a:ext uri="{FF2B5EF4-FFF2-40B4-BE49-F238E27FC236}">
                <a16:creationId xmlns:a16="http://schemas.microsoft.com/office/drawing/2014/main" id="{23B0E339-1A21-2647-20E6-CEB4EE6B71A4}"/>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51</a:t>
            </a:fld>
            <a:endParaRPr lang="en-AU"/>
          </a:p>
        </p:txBody>
      </p:sp>
      <p:pic>
        <p:nvPicPr>
          <p:cNvPr id="3" name="Picture 2" descr="image of a clipboard with a pencil recording short answer responses">
            <a:extLst>
              <a:ext uri="{FF2B5EF4-FFF2-40B4-BE49-F238E27FC236}">
                <a16:creationId xmlns:a16="http://schemas.microsoft.com/office/drawing/2014/main" id="{981E4643-C0C9-5325-74DA-A071DDDC65A8}"/>
              </a:ext>
            </a:extLst>
          </p:cNvPr>
          <p:cNvPicPr>
            <a:picLocks noChangeAspect="1"/>
          </p:cNvPicPr>
          <p:nvPr/>
        </p:nvPicPr>
        <p:blipFill>
          <a:blip r:embed="rId3"/>
          <a:stretch>
            <a:fillRect/>
          </a:stretch>
        </p:blipFill>
        <p:spPr>
          <a:xfrm>
            <a:off x="11030476" y="268723"/>
            <a:ext cx="915500" cy="915500"/>
          </a:xfrm>
          <a:prstGeom prst="rect">
            <a:avLst/>
          </a:prstGeom>
        </p:spPr>
      </p:pic>
      <p:sp>
        <p:nvSpPr>
          <p:cNvPr id="7" name="TextBox 6">
            <a:extLst>
              <a:ext uri="{FF2B5EF4-FFF2-40B4-BE49-F238E27FC236}">
                <a16:creationId xmlns:a16="http://schemas.microsoft.com/office/drawing/2014/main" id="{A2872D4C-B010-7A44-64DE-197CB274E678}"/>
              </a:ext>
            </a:extLst>
          </p:cNvPr>
          <p:cNvSpPr txBox="1"/>
          <p:nvPr/>
        </p:nvSpPr>
        <p:spPr>
          <a:xfrm>
            <a:off x="479685" y="1252797"/>
            <a:ext cx="7041629" cy="4029501"/>
          </a:xfrm>
          <a:prstGeom prst="rect">
            <a:avLst/>
          </a:prstGeom>
          <a:noFill/>
        </p:spPr>
        <p:txBody>
          <a:bodyPr wrap="square">
            <a:spAutoFit/>
          </a:bodyPr>
          <a:lstStyle/>
          <a:p>
            <a:pPr algn="ctr">
              <a:lnSpc>
                <a:spcPct val="150000"/>
              </a:lnSpc>
            </a:pPr>
            <a:r>
              <a:rPr lang="en-AU" sz="4400" dirty="0"/>
              <a:t>On an </a:t>
            </a:r>
            <a:r>
              <a:rPr lang="en-AU" sz="4400" b="1" dirty="0" err="1"/>
              <a:t>analog</a:t>
            </a:r>
            <a:r>
              <a:rPr lang="en-AU" sz="4400" dirty="0"/>
              <a:t> clock, the number </a:t>
            </a:r>
            <a:r>
              <a:rPr lang="en-AU" sz="4400" b="1" dirty="0"/>
              <a:t>3</a:t>
            </a:r>
            <a:r>
              <a:rPr lang="en-AU" sz="4400" dirty="0"/>
              <a:t> shows two different values.</a:t>
            </a:r>
            <a:br>
              <a:rPr lang="en-AU" sz="4400" dirty="0"/>
            </a:br>
            <a:r>
              <a:rPr lang="en-AU" sz="4400" dirty="0"/>
              <a:t>What are the two values?</a:t>
            </a:r>
          </a:p>
        </p:txBody>
      </p:sp>
      <p:pic>
        <p:nvPicPr>
          <p:cNvPr id="9" name="Picture 8" descr="An analog clock without hands.">
            <a:extLst>
              <a:ext uri="{FF2B5EF4-FFF2-40B4-BE49-F238E27FC236}">
                <a16:creationId xmlns:a16="http://schemas.microsoft.com/office/drawing/2014/main" id="{FF460237-16AD-F50C-561F-5CEE071984F9}"/>
              </a:ext>
            </a:extLst>
          </p:cNvPr>
          <p:cNvPicPr>
            <a:picLocks noChangeAspect="1"/>
          </p:cNvPicPr>
          <p:nvPr/>
        </p:nvPicPr>
        <p:blipFill>
          <a:blip r:embed="rId4"/>
          <a:stretch>
            <a:fillRect/>
          </a:stretch>
        </p:blipFill>
        <p:spPr>
          <a:xfrm>
            <a:off x="7686316" y="1686557"/>
            <a:ext cx="4025998" cy="3710020"/>
          </a:xfrm>
          <a:prstGeom prst="rect">
            <a:avLst/>
          </a:prstGeom>
        </p:spPr>
      </p:pic>
      <p:sp>
        <p:nvSpPr>
          <p:cNvPr id="11" name="TextBox 10">
            <a:extLst>
              <a:ext uri="{FF2B5EF4-FFF2-40B4-BE49-F238E27FC236}">
                <a16:creationId xmlns:a16="http://schemas.microsoft.com/office/drawing/2014/main" id="{4C21BD26-9BC8-D99D-4FB6-D4810AC370BB}"/>
              </a:ext>
            </a:extLst>
          </p:cNvPr>
          <p:cNvSpPr txBox="1"/>
          <p:nvPr/>
        </p:nvSpPr>
        <p:spPr>
          <a:xfrm>
            <a:off x="828207" y="5746559"/>
            <a:ext cx="6093500" cy="769441"/>
          </a:xfrm>
          <a:prstGeom prst="rect">
            <a:avLst/>
          </a:prstGeom>
          <a:noFill/>
        </p:spPr>
        <p:txBody>
          <a:bodyPr wrap="square">
            <a:spAutoFit/>
          </a:bodyPr>
          <a:lstStyle/>
          <a:p>
            <a:r>
              <a:rPr lang="en-AU" sz="4400" b="1" dirty="0"/>
              <a:t>Explain</a:t>
            </a:r>
            <a:r>
              <a:rPr lang="en-AU" sz="4400" dirty="0"/>
              <a:t> how you know.</a:t>
            </a:r>
          </a:p>
        </p:txBody>
      </p:sp>
      <p:sp>
        <p:nvSpPr>
          <p:cNvPr id="5" name="Oval 4">
            <a:extLst>
              <a:ext uri="{FF2B5EF4-FFF2-40B4-BE49-F238E27FC236}">
                <a16:creationId xmlns:a16="http://schemas.microsoft.com/office/drawing/2014/main" id="{42330CD8-2917-7439-4395-CD01D988B124}"/>
              </a:ext>
            </a:extLst>
          </p:cNvPr>
          <p:cNvSpPr/>
          <p:nvPr/>
        </p:nvSpPr>
        <p:spPr>
          <a:xfrm>
            <a:off x="10625738" y="3244387"/>
            <a:ext cx="663264" cy="594360"/>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ln w="12700">
                <a:solidFill>
                  <a:schemeClr val="tx1"/>
                </a:solidFill>
              </a:ln>
            </a:endParaRPr>
          </a:p>
        </p:txBody>
      </p:sp>
    </p:spTree>
    <p:extLst>
      <p:ext uri="{BB962C8B-B14F-4D97-AF65-F5344CB8AC3E}">
        <p14:creationId xmlns:p14="http://schemas.microsoft.com/office/powerpoint/2010/main" val="3997562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E99FCAD-B981-9BBC-C5BF-914232435E08}"/>
              </a:ext>
            </a:extLst>
          </p:cNvPr>
          <p:cNvSpPr>
            <a:spLocks noGrp="1"/>
          </p:cNvSpPr>
          <p:nvPr>
            <p:ph type="sldNum" sz="quarter" idx="12"/>
          </p:nvPr>
        </p:nvSpPr>
        <p:spPr>
          <a:xfrm>
            <a:off x="11124000" y="6516000"/>
            <a:ext cx="638463" cy="142414"/>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0A01DC5-1685-4615-8240-15192985C6A2}" type="slidenum">
              <a:rPr kumimoji="0" lang="en-AU" sz="1200" b="0" i="0" u="none" strike="noStrike" kern="1200" cap="none" spc="0" normalizeH="0" baseline="0" noProof="0" smtClean="0">
                <a:ln>
                  <a:noFill/>
                </a:ln>
                <a:solidFill>
                  <a:srgbClr val="22272B"/>
                </a:solidFill>
                <a:effectLst/>
                <a:uLnTx/>
                <a:uFillTx/>
                <a:latin typeface="Edu NSW ACT Foundation" panose="020B060402020202020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52</a:t>
            </a:fld>
            <a:endParaRPr kumimoji="0" lang="en-AU" sz="1200" b="0" i="0" u="none" strike="noStrike" kern="1200" cap="none" spc="0" normalizeH="0" baseline="0" noProof="0">
              <a:ln>
                <a:noFill/>
              </a:ln>
              <a:solidFill>
                <a:srgbClr val="22272B"/>
              </a:solidFill>
              <a:effectLst/>
              <a:uLnTx/>
              <a:uFillTx/>
              <a:latin typeface="Edu NSW ACT Foundation" panose="020B0604020202020204" charset="0"/>
              <a:ea typeface="+mn-ea"/>
              <a:cs typeface="+mn-cs"/>
            </a:endParaRPr>
          </a:p>
        </p:txBody>
      </p:sp>
      <p:sp>
        <p:nvSpPr>
          <p:cNvPr id="3" name="Title 2">
            <a:extLst>
              <a:ext uri="{FF2B5EF4-FFF2-40B4-BE49-F238E27FC236}">
                <a16:creationId xmlns:a16="http://schemas.microsoft.com/office/drawing/2014/main" id="{BFA0CD49-38C1-73C3-4824-50A92743DDE1}"/>
              </a:ext>
            </a:extLst>
          </p:cNvPr>
          <p:cNvSpPr>
            <a:spLocks noGrp="1"/>
          </p:cNvSpPr>
          <p:nvPr>
            <p:ph type="title"/>
          </p:nvPr>
        </p:nvSpPr>
        <p:spPr>
          <a:xfrm>
            <a:off x="360000" y="360000"/>
            <a:ext cx="11484000" cy="545601"/>
          </a:xfrm>
        </p:spPr>
        <p:txBody>
          <a:bodyPr/>
          <a:lstStyle/>
          <a:p>
            <a:r>
              <a:rPr lang="en-AU" dirty="0">
                <a:latin typeface="Arial"/>
                <a:cs typeface="Arial"/>
              </a:rPr>
              <a:t>Activity 7– arranging digits place value</a:t>
            </a:r>
            <a:endParaRPr lang="en-US" dirty="0"/>
          </a:p>
        </p:txBody>
      </p:sp>
      <p:sp>
        <p:nvSpPr>
          <p:cNvPr id="186" name="TextBox 185" descr="Textboxes to enter number amounts on the more or less gameboard.">
            <a:extLst>
              <a:ext uri="{FF2B5EF4-FFF2-40B4-BE49-F238E27FC236}">
                <a16:creationId xmlns:a16="http://schemas.microsoft.com/office/drawing/2014/main" id="{8441C580-D1EB-41A9-FB56-75ECB25033B1}"/>
              </a:ext>
            </a:extLst>
          </p:cNvPr>
          <p:cNvSpPr txBox="1"/>
          <p:nvPr/>
        </p:nvSpPr>
        <p:spPr>
          <a:xfrm>
            <a:off x="1585627" y="3440557"/>
            <a:ext cx="679225" cy="659164"/>
          </a:xfrm>
          <a:prstGeom prst="rect">
            <a:avLst/>
          </a:prstGeom>
          <a:noFill/>
        </p:spPr>
        <p:txBody>
          <a:bodyPr wrap="square" lIns="0" tIns="0" rIns="0" bIns="0" rtlCol="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4690" b="0" i="0" u="none" strike="noStrike" kern="1200" cap="none" spc="0" normalizeH="0" baseline="0" noProof="0">
              <a:ln>
                <a:noFill/>
              </a:ln>
              <a:solidFill>
                <a:srgbClr val="22272B"/>
              </a:solidFill>
              <a:effectLst/>
              <a:uLnTx/>
              <a:uFillTx/>
              <a:latin typeface="Edu NSW ACT Foundation" panose="020B0604020202020204" charset="0"/>
              <a:ea typeface="+mn-ea"/>
              <a:cs typeface="+mn-cs"/>
            </a:endParaRPr>
          </a:p>
        </p:txBody>
      </p:sp>
      <p:sp>
        <p:nvSpPr>
          <p:cNvPr id="187" name="TextBox 186" descr="Textboxes to enter number amounts on the more or less gameboard.">
            <a:extLst>
              <a:ext uri="{FF2B5EF4-FFF2-40B4-BE49-F238E27FC236}">
                <a16:creationId xmlns:a16="http://schemas.microsoft.com/office/drawing/2014/main" id="{6E1A23E5-9976-DABA-9811-43704FE5BFCA}"/>
              </a:ext>
            </a:extLst>
          </p:cNvPr>
          <p:cNvSpPr txBox="1"/>
          <p:nvPr/>
        </p:nvSpPr>
        <p:spPr>
          <a:xfrm>
            <a:off x="3136136" y="3470228"/>
            <a:ext cx="679225" cy="659164"/>
          </a:xfrm>
          <a:prstGeom prst="rect">
            <a:avLst/>
          </a:prstGeom>
          <a:noFill/>
        </p:spPr>
        <p:txBody>
          <a:bodyPr wrap="square" lIns="0" tIns="0" rIns="0" bIns="0" rtlCol="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4690" b="0" i="0" u="none" strike="noStrike" kern="1200" cap="none" spc="0" normalizeH="0" baseline="0" noProof="0">
              <a:ln>
                <a:noFill/>
              </a:ln>
              <a:solidFill>
                <a:srgbClr val="22272B"/>
              </a:solidFill>
              <a:effectLst/>
              <a:uLnTx/>
              <a:uFillTx/>
              <a:latin typeface="Edu NSW ACT Foundation" panose="020B0604020202020204" charset="0"/>
              <a:ea typeface="+mn-ea"/>
              <a:cs typeface="+mn-cs"/>
            </a:endParaRPr>
          </a:p>
        </p:txBody>
      </p:sp>
      <p:sp>
        <p:nvSpPr>
          <p:cNvPr id="188" name="TextBox 187" descr="Textboxes to enter number amounts on the more or less gameboard.">
            <a:extLst>
              <a:ext uri="{FF2B5EF4-FFF2-40B4-BE49-F238E27FC236}">
                <a16:creationId xmlns:a16="http://schemas.microsoft.com/office/drawing/2014/main" id="{5C05527B-11A2-B2E2-FBE8-65A19AEFD0A0}"/>
              </a:ext>
            </a:extLst>
          </p:cNvPr>
          <p:cNvSpPr txBox="1"/>
          <p:nvPr/>
        </p:nvSpPr>
        <p:spPr>
          <a:xfrm>
            <a:off x="3898406" y="3471030"/>
            <a:ext cx="679225" cy="659164"/>
          </a:xfrm>
          <a:prstGeom prst="rect">
            <a:avLst/>
          </a:prstGeom>
          <a:noFill/>
        </p:spPr>
        <p:txBody>
          <a:bodyPr wrap="square" lIns="0" tIns="0" rIns="0" bIns="0" rtlCol="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4690" b="0" i="0" u="none" strike="noStrike" kern="1200" cap="none" spc="0" normalizeH="0" baseline="0" noProof="0">
              <a:ln>
                <a:noFill/>
              </a:ln>
              <a:solidFill>
                <a:srgbClr val="22272B"/>
              </a:solidFill>
              <a:effectLst/>
              <a:uLnTx/>
              <a:uFillTx/>
              <a:latin typeface="Edu NSW ACT Foundation" panose="020B0604020202020204" charset="0"/>
              <a:ea typeface="+mn-ea"/>
              <a:cs typeface="+mn-cs"/>
            </a:endParaRPr>
          </a:p>
        </p:txBody>
      </p:sp>
      <p:sp>
        <p:nvSpPr>
          <p:cNvPr id="189" name="TextBox 188" descr="Textboxes to enter number amounts on the more or less gameboard.">
            <a:extLst>
              <a:ext uri="{FF2B5EF4-FFF2-40B4-BE49-F238E27FC236}">
                <a16:creationId xmlns:a16="http://schemas.microsoft.com/office/drawing/2014/main" id="{3D7DDDBF-83E7-BB9F-4125-C4D1408CEE99}"/>
              </a:ext>
            </a:extLst>
          </p:cNvPr>
          <p:cNvSpPr txBox="1"/>
          <p:nvPr/>
        </p:nvSpPr>
        <p:spPr>
          <a:xfrm>
            <a:off x="4653328" y="3471030"/>
            <a:ext cx="679225" cy="659164"/>
          </a:xfrm>
          <a:prstGeom prst="rect">
            <a:avLst/>
          </a:prstGeom>
          <a:noFill/>
        </p:spPr>
        <p:txBody>
          <a:bodyPr wrap="square" lIns="0" tIns="0" rIns="0" bIns="0" rtlCol="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4690" b="0" i="0" u="none" strike="noStrike" kern="1200" cap="none" spc="0" normalizeH="0" baseline="0" noProof="0">
              <a:ln>
                <a:noFill/>
              </a:ln>
              <a:solidFill>
                <a:srgbClr val="22272B"/>
              </a:solidFill>
              <a:effectLst/>
              <a:uLnTx/>
              <a:uFillTx/>
              <a:latin typeface="Edu NSW ACT Foundation" panose="020B0604020202020204" charset="0"/>
              <a:ea typeface="+mn-ea"/>
              <a:cs typeface="+mn-cs"/>
            </a:endParaRPr>
          </a:p>
        </p:txBody>
      </p:sp>
      <p:sp>
        <p:nvSpPr>
          <p:cNvPr id="190" name="TextBox 189" descr="Textboxes to enter number amounts on the more or less gameboard.">
            <a:extLst>
              <a:ext uri="{FF2B5EF4-FFF2-40B4-BE49-F238E27FC236}">
                <a16:creationId xmlns:a16="http://schemas.microsoft.com/office/drawing/2014/main" id="{783DE1C3-E626-F670-6E9F-50961925C3CF}"/>
              </a:ext>
            </a:extLst>
          </p:cNvPr>
          <p:cNvSpPr txBox="1"/>
          <p:nvPr/>
        </p:nvSpPr>
        <p:spPr>
          <a:xfrm>
            <a:off x="2360881" y="3470228"/>
            <a:ext cx="679225" cy="659164"/>
          </a:xfrm>
          <a:prstGeom prst="rect">
            <a:avLst/>
          </a:prstGeom>
          <a:noFill/>
        </p:spPr>
        <p:txBody>
          <a:bodyPr wrap="square" lIns="0" tIns="0" rIns="0" bIns="0" rtlCol="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4690" b="0" i="0" u="none" strike="noStrike" kern="1200" cap="none" spc="0" normalizeH="0" baseline="0" noProof="0">
              <a:ln>
                <a:noFill/>
              </a:ln>
              <a:solidFill>
                <a:srgbClr val="22272B"/>
              </a:solidFill>
              <a:effectLst/>
              <a:uLnTx/>
              <a:uFillTx/>
              <a:latin typeface="Edu NSW ACT Foundation" panose="020B0604020202020204" charset="0"/>
              <a:ea typeface="+mn-ea"/>
              <a:cs typeface="+mn-cs"/>
            </a:endParaRPr>
          </a:p>
        </p:txBody>
      </p:sp>
      <p:sp>
        <p:nvSpPr>
          <p:cNvPr id="191" name="TextBox 190" descr="Textboxes to enter number amounts on the more or less gameboard.">
            <a:extLst>
              <a:ext uri="{FF2B5EF4-FFF2-40B4-BE49-F238E27FC236}">
                <a16:creationId xmlns:a16="http://schemas.microsoft.com/office/drawing/2014/main" id="{B227A830-B4C8-D9CB-FA12-A4C5304A3D56}"/>
              </a:ext>
            </a:extLst>
          </p:cNvPr>
          <p:cNvSpPr txBox="1"/>
          <p:nvPr/>
        </p:nvSpPr>
        <p:spPr>
          <a:xfrm>
            <a:off x="1608361" y="4134464"/>
            <a:ext cx="679225" cy="659164"/>
          </a:xfrm>
          <a:prstGeom prst="rect">
            <a:avLst/>
          </a:prstGeom>
          <a:noFill/>
        </p:spPr>
        <p:txBody>
          <a:bodyPr wrap="square" lIns="0" tIns="0" rIns="0" bIns="0" rtlCol="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4690" b="0" i="0" u="none" strike="noStrike" kern="1200" cap="none" spc="0" normalizeH="0" baseline="0" noProof="0">
              <a:ln>
                <a:noFill/>
              </a:ln>
              <a:solidFill>
                <a:srgbClr val="22272B"/>
              </a:solidFill>
              <a:effectLst/>
              <a:uLnTx/>
              <a:uFillTx/>
              <a:latin typeface="Edu NSW ACT Foundation" panose="020B0604020202020204" charset="0"/>
              <a:ea typeface="+mn-ea"/>
              <a:cs typeface="+mn-cs"/>
            </a:endParaRPr>
          </a:p>
        </p:txBody>
      </p:sp>
      <p:sp>
        <p:nvSpPr>
          <p:cNvPr id="192" name="TextBox 191" descr="Textboxes to enter number amounts on the more or less gameboard.">
            <a:extLst>
              <a:ext uri="{FF2B5EF4-FFF2-40B4-BE49-F238E27FC236}">
                <a16:creationId xmlns:a16="http://schemas.microsoft.com/office/drawing/2014/main" id="{992AD0A1-D146-0574-048D-9844DCAC15D7}"/>
              </a:ext>
            </a:extLst>
          </p:cNvPr>
          <p:cNvSpPr txBox="1"/>
          <p:nvPr/>
        </p:nvSpPr>
        <p:spPr>
          <a:xfrm>
            <a:off x="3158870" y="4164135"/>
            <a:ext cx="679225" cy="659164"/>
          </a:xfrm>
          <a:prstGeom prst="rect">
            <a:avLst/>
          </a:prstGeom>
          <a:noFill/>
        </p:spPr>
        <p:txBody>
          <a:bodyPr wrap="square" lIns="0" tIns="0" rIns="0" bIns="0" rtlCol="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4690" b="0" i="0" u="none" strike="noStrike" kern="1200" cap="none" spc="0" normalizeH="0" baseline="0" noProof="0">
              <a:ln>
                <a:noFill/>
              </a:ln>
              <a:solidFill>
                <a:srgbClr val="22272B"/>
              </a:solidFill>
              <a:effectLst/>
              <a:uLnTx/>
              <a:uFillTx/>
              <a:latin typeface="Edu NSW ACT Foundation" panose="020B0604020202020204" charset="0"/>
              <a:ea typeface="+mn-ea"/>
              <a:cs typeface="+mn-cs"/>
            </a:endParaRPr>
          </a:p>
        </p:txBody>
      </p:sp>
      <p:sp>
        <p:nvSpPr>
          <p:cNvPr id="193" name="TextBox 192" descr="Textboxes to enter number amounts on the more or less gameboard.">
            <a:extLst>
              <a:ext uri="{FF2B5EF4-FFF2-40B4-BE49-F238E27FC236}">
                <a16:creationId xmlns:a16="http://schemas.microsoft.com/office/drawing/2014/main" id="{CE68C994-5A68-C2CA-00B2-9902C08AC223}"/>
              </a:ext>
            </a:extLst>
          </p:cNvPr>
          <p:cNvSpPr txBox="1"/>
          <p:nvPr/>
        </p:nvSpPr>
        <p:spPr>
          <a:xfrm>
            <a:off x="3921140" y="4164937"/>
            <a:ext cx="679225" cy="659164"/>
          </a:xfrm>
          <a:prstGeom prst="rect">
            <a:avLst/>
          </a:prstGeom>
          <a:noFill/>
        </p:spPr>
        <p:txBody>
          <a:bodyPr wrap="square" lIns="0" tIns="0" rIns="0" bIns="0" rtlCol="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4690" b="0" i="0" u="none" strike="noStrike" kern="1200" cap="none" spc="0" normalizeH="0" baseline="0" noProof="0">
              <a:ln>
                <a:noFill/>
              </a:ln>
              <a:solidFill>
                <a:srgbClr val="22272B"/>
              </a:solidFill>
              <a:effectLst/>
              <a:uLnTx/>
              <a:uFillTx/>
              <a:latin typeface="Edu NSW ACT Foundation" panose="020B0604020202020204" charset="0"/>
              <a:ea typeface="+mn-ea"/>
              <a:cs typeface="+mn-cs"/>
            </a:endParaRPr>
          </a:p>
        </p:txBody>
      </p:sp>
      <p:sp>
        <p:nvSpPr>
          <p:cNvPr id="194" name="TextBox 193" descr="Textboxes to enter number amounts on the more or less gameboard.">
            <a:extLst>
              <a:ext uri="{FF2B5EF4-FFF2-40B4-BE49-F238E27FC236}">
                <a16:creationId xmlns:a16="http://schemas.microsoft.com/office/drawing/2014/main" id="{5F7121B1-7D07-1CFC-739D-0CBAAA662047}"/>
              </a:ext>
            </a:extLst>
          </p:cNvPr>
          <p:cNvSpPr txBox="1"/>
          <p:nvPr/>
        </p:nvSpPr>
        <p:spPr>
          <a:xfrm>
            <a:off x="4676062" y="4164937"/>
            <a:ext cx="679225" cy="659164"/>
          </a:xfrm>
          <a:prstGeom prst="rect">
            <a:avLst/>
          </a:prstGeom>
          <a:noFill/>
        </p:spPr>
        <p:txBody>
          <a:bodyPr wrap="square" lIns="0" tIns="0" rIns="0" bIns="0" rtlCol="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4690" b="0" i="0" u="none" strike="noStrike" kern="1200" cap="none" spc="0" normalizeH="0" baseline="0" noProof="0">
              <a:ln>
                <a:noFill/>
              </a:ln>
              <a:solidFill>
                <a:srgbClr val="22272B"/>
              </a:solidFill>
              <a:effectLst/>
              <a:uLnTx/>
              <a:uFillTx/>
              <a:latin typeface="Edu NSW ACT Foundation" panose="020B0604020202020204" charset="0"/>
              <a:ea typeface="+mn-ea"/>
              <a:cs typeface="+mn-cs"/>
            </a:endParaRPr>
          </a:p>
        </p:txBody>
      </p:sp>
      <p:sp>
        <p:nvSpPr>
          <p:cNvPr id="195" name="TextBox 194" descr="Textboxes to enter number amounts on the more or less gameboard.">
            <a:extLst>
              <a:ext uri="{FF2B5EF4-FFF2-40B4-BE49-F238E27FC236}">
                <a16:creationId xmlns:a16="http://schemas.microsoft.com/office/drawing/2014/main" id="{A9581C17-9A3F-2647-6728-96D263A2FC11}"/>
              </a:ext>
            </a:extLst>
          </p:cNvPr>
          <p:cNvSpPr txBox="1"/>
          <p:nvPr/>
        </p:nvSpPr>
        <p:spPr>
          <a:xfrm>
            <a:off x="2383615" y="4164135"/>
            <a:ext cx="679225" cy="659164"/>
          </a:xfrm>
          <a:prstGeom prst="rect">
            <a:avLst/>
          </a:prstGeom>
          <a:noFill/>
        </p:spPr>
        <p:txBody>
          <a:bodyPr wrap="square" lIns="0" tIns="0" rIns="0" bIns="0" rtlCol="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4690" b="0" i="0" u="none" strike="noStrike" kern="1200" cap="none" spc="0" normalizeH="0" baseline="0" noProof="0">
              <a:ln>
                <a:noFill/>
              </a:ln>
              <a:solidFill>
                <a:srgbClr val="22272B"/>
              </a:solidFill>
              <a:effectLst/>
              <a:uLnTx/>
              <a:uFillTx/>
              <a:latin typeface="Edu NSW ACT Foundation" panose="020B0604020202020204" charset="0"/>
              <a:ea typeface="+mn-ea"/>
              <a:cs typeface="+mn-cs"/>
            </a:endParaRPr>
          </a:p>
        </p:txBody>
      </p:sp>
      <p:sp>
        <p:nvSpPr>
          <p:cNvPr id="196" name="TextBox 195" descr="Textboxes to enter number amounts on the more or less gameboard.">
            <a:extLst>
              <a:ext uri="{FF2B5EF4-FFF2-40B4-BE49-F238E27FC236}">
                <a16:creationId xmlns:a16="http://schemas.microsoft.com/office/drawing/2014/main" id="{AB1208C3-2A53-28F2-5685-BA577915FB15}"/>
              </a:ext>
            </a:extLst>
          </p:cNvPr>
          <p:cNvSpPr txBox="1"/>
          <p:nvPr/>
        </p:nvSpPr>
        <p:spPr>
          <a:xfrm>
            <a:off x="1583874" y="4894859"/>
            <a:ext cx="679225" cy="659164"/>
          </a:xfrm>
          <a:prstGeom prst="rect">
            <a:avLst/>
          </a:prstGeom>
          <a:noFill/>
        </p:spPr>
        <p:txBody>
          <a:bodyPr wrap="square" lIns="0" tIns="0" rIns="0" bIns="0" rtlCol="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4690" b="0" i="0" u="none" strike="noStrike" kern="1200" cap="none" spc="0" normalizeH="0" baseline="0" noProof="0">
              <a:ln>
                <a:noFill/>
              </a:ln>
              <a:solidFill>
                <a:srgbClr val="22272B"/>
              </a:solidFill>
              <a:effectLst/>
              <a:uLnTx/>
              <a:uFillTx/>
              <a:latin typeface="Edu NSW ACT Foundation" panose="020B0604020202020204" charset="0"/>
              <a:ea typeface="+mn-ea"/>
              <a:cs typeface="+mn-cs"/>
            </a:endParaRPr>
          </a:p>
        </p:txBody>
      </p:sp>
      <p:sp>
        <p:nvSpPr>
          <p:cNvPr id="197" name="TextBox 196" descr="Textboxes to enter number amounts on the more or less gameboard.">
            <a:extLst>
              <a:ext uri="{FF2B5EF4-FFF2-40B4-BE49-F238E27FC236}">
                <a16:creationId xmlns:a16="http://schemas.microsoft.com/office/drawing/2014/main" id="{1D826150-00B5-CB6E-FF9F-15D47DEEB6B4}"/>
              </a:ext>
            </a:extLst>
          </p:cNvPr>
          <p:cNvSpPr txBox="1"/>
          <p:nvPr/>
        </p:nvSpPr>
        <p:spPr>
          <a:xfrm>
            <a:off x="3134383" y="4924530"/>
            <a:ext cx="679225" cy="659164"/>
          </a:xfrm>
          <a:prstGeom prst="rect">
            <a:avLst/>
          </a:prstGeom>
          <a:noFill/>
        </p:spPr>
        <p:txBody>
          <a:bodyPr wrap="square" lIns="0" tIns="0" rIns="0" bIns="0" rtlCol="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4690" b="0" i="0" u="none" strike="noStrike" kern="1200" cap="none" spc="0" normalizeH="0" baseline="0" noProof="0">
              <a:ln>
                <a:noFill/>
              </a:ln>
              <a:solidFill>
                <a:srgbClr val="22272B"/>
              </a:solidFill>
              <a:effectLst/>
              <a:uLnTx/>
              <a:uFillTx/>
              <a:latin typeface="Edu NSW ACT Foundation" panose="020B0604020202020204" charset="0"/>
              <a:ea typeface="+mn-ea"/>
              <a:cs typeface="+mn-cs"/>
            </a:endParaRPr>
          </a:p>
        </p:txBody>
      </p:sp>
      <p:sp>
        <p:nvSpPr>
          <p:cNvPr id="198" name="TextBox 197" descr="Textboxes to enter number amounts on the more or less gameboard.">
            <a:extLst>
              <a:ext uri="{FF2B5EF4-FFF2-40B4-BE49-F238E27FC236}">
                <a16:creationId xmlns:a16="http://schemas.microsoft.com/office/drawing/2014/main" id="{5108145E-F295-110E-3FDA-EB30989CEB13}"/>
              </a:ext>
            </a:extLst>
          </p:cNvPr>
          <p:cNvSpPr txBox="1"/>
          <p:nvPr/>
        </p:nvSpPr>
        <p:spPr>
          <a:xfrm>
            <a:off x="3896653" y="4925332"/>
            <a:ext cx="679225" cy="659164"/>
          </a:xfrm>
          <a:prstGeom prst="rect">
            <a:avLst/>
          </a:prstGeom>
          <a:noFill/>
        </p:spPr>
        <p:txBody>
          <a:bodyPr wrap="square" lIns="0" tIns="0" rIns="0" bIns="0" rtlCol="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4690" b="0" i="0" u="none" strike="noStrike" kern="1200" cap="none" spc="0" normalizeH="0" baseline="0" noProof="0">
              <a:ln>
                <a:noFill/>
              </a:ln>
              <a:solidFill>
                <a:srgbClr val="22272B"/>
              </a:solidFill>
              <a:effectLst/>
              <a:uLnTx/>
              <a:uFillTx/>
              <a:latin typeface="Edu NSW ACT Foundation" panose="020B0604020202020204" charset="0"/>
              <a:ea typeface="+mn-ea"/>
              <a:cs typeface="+mn-cs"/>
            </a:endParaRPr>
          </a:p>
        </p:txBody>
      </p:sp>
      <p:sp>
        <p:nvSpPr>
          <p:cNvPr id="199" name="TextBox 198" descr="Textboxes to enter number amounts on the more or less gameboard.">
            <a:extLst>
              <a:ext uri="{FF2B5EF4-FFF2-40B4-BE49-F238E27FC236}">
                <a16:creationId xmlns:a16="http://schemas.microsoft.com/office/drawing/2014/main" id="{050D9EC4-2B88-020F-757C-7F348EE4B908}"/>
              </a:ext>
            </a:extLst>
          </p:cNvPr>
          <p:cNvSpPr txBox="1"/>
          <p:nvPr/>
        </p:nvSpPr>
        <p:spPr>
          <a:xfrm>
            <a:off x="4651575" y="4925332"/>
            <a:ext cx="679225" cy="659164"/>
          </a:xfrm>
          <a:prstGeom prst="rect">
            <a:avLst/>
          </a:prstGeom>
          <a:noFill/>
        </p:spPr>
        <p:txBody>
          <a:bodyPr wrap="square" lIns="0" tIns="0" rIns="0" bIns="0" rtlCol="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4690" b="0" i="0" u="none" strike="noStrike" kern="1200" cap="none" spc="0" normalizeH="0" baseline="0" noProof="0">
              <a:ln>
                <a:noFill/>
              </a:ln>
              <a:solidFill>
                <a:srgbClr val="22272B"/>
              </a:solidFill>
              <a:effectLst/>
              <a:uLnTx/>
              <a:uFillTx/>
              <a:latin typeface="Edu NSW ACT Foundation" panose="020B0604020202020204" charset="0"/>
              <a:ea typeface="+mn-ea"/>
              <a:cs typeface="+mn-cs"/>
            </a:endParaRPr>
          </a:p>
        </p:txBody>
      </p:sp>
      <p:sp>
        <p:nvSpPr>
          <p:cNvPr id="200" name="TextBox 199" descr="Textboxes to enter number amounts on the more or less gameboard.">
            <a:extLst>
              <a:ext uri="{FF2B5EF4-FFF2-40B4-BE49-F238E27FC236}">
                <a16:creationId xmlns:a16="http://schemas.microsoft.com/office/drawing/2014/main" id="{FCD0AD7C-BBE7-BC83-9034-0EFEEDE9EDB8}"/>
              </a:ext>
            </a:extLst>
          </p:cNvPr>
          <p:cNvSpPr txBox="1"/>
          <p:nvPr/>
        </p:nvSpPr>
        <p:spPr>
          <a:xfrm>
            <a:off x="2359128" y="4924530"/>
            <a:ext cx="679225" cy="659164"/>
          </a:xfrm>
          <a:prstGeom prst="rect">
            <a:avLst/>
          </a:prstGeom>
          <a:noFill/>
        </p:spPr>
        <p:txBody>
          <a:bodyPr wrap="square" lIns="0" tIns="0" rIns="0" bIns="0" rtlCol="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4690" b="0" i="0" u="none" strike="noStrike" kern="1200" cap="none" spc="0" normalizeH="0" baseline="0" noProof="0">
              <a:ln>
                <a:noFill/>
              </a:ln>
              <a:solidFill>
                <a:srgbClr val="22272B"/>
              </a:solidFill>
              <a:effectLst/>
              <a:uLnTx/>
              <a:uFillTx/>
              <a:latin typeface="Edu NSW ACT Foundation" panose="020B0604020202020204" charset="0"/>
              <a:ea typeface="+mn-ea"/>
              <a:cs typeface="+mn-cs"/>
            </a:endParaRPr>
          </a:p>
        </p:txBody>
      </p:sp>
      <p:sp>
        <p:nvSpPr>
          <p:cNvPr id="201" name="TextBox 200" descr="Textboxes to enter number amounts on the more or less gameboard.">
            <a:extLst>
              <a:ext uri="{FF2B5EF4-FFF2-40B4-BE49-F238E27FC236}">
                <a16:creationId xmlns:a16="http://schemas.microsoft.com/office/drawing/2014/main" id="{F8A59985-9AA0-36E0-0A7C-372D9ECE64BA}"/>
              </a:ext>
            </a:extLst>
          </p:cNvPr>
          <p:cNvSpPr txBox="1"/>
          <p:nvPr/>
        </p:nvSpPr>
        <p:spPr>
          <a:xfrm>
            <a:off x="1578073" y="5597398"/>
            <a:ext cx="679225" cy="659164"/>
          </a:xfrm>
          <a:prstGeom prst="rect">
            <a:avLst/>
          </a:prstGeom>
          <a:noFill/>
        </p:spPr>
        <p:txBody>
          <a:bodyPr wrap="square" lIns="0" tIns="0" rIns="0" bIns="0" rtlCol="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4690" b="0" i="0" u="none" strike="noStrike" kern="1200" cap="none" spc="0" normalizeH="0" baseline="0" noProof="0">
              <a:ln>
                <a:noFill/>
              </a:ln>
              <a:solidFill>
                <a:srgbClr val="22272B"/>
              </a:solidFill>
              <a:effectLst/>
              <a:uLnTx/>
              <a:uFillTx/>
              <a:latin typeface="Edu NSW ACT Foundation" panose="020B0604020202020204" charset="0"/>
              <a:ea typeface="+mn-ea"/>
              <a:cs typeface="+mn-cs"/>
            </a:endParaRPr>
          </a:p>
        </p:txBody>
      </p:sp>
      <p:sp>
        <p:nvSpPr>
          <p:cNvPr id="202" name="TextBox 201" descr="Textboxes to enter number amounts on the more or less gameboard.">
            <a:extLst>
              <a:ext uri="{FF2B5EF4-FFF2-40B4-BE49-F238E27FC236}">
                <a16:creationId xmlns:a16="http://schemas.microsoft.com/office/drawing/2014/main" id="{F71171B0-CD42-3E01-E959-451CF54106EC}"/>
              </a:ext>
            </a:extLst>
          </p:cNvPr>
          <p:cNvSpPr txBox="1"/>
          <p:nvPr/>
        </p:nvSpPr>
        <p:spPr>
          <a:xfrm>
            <a:off x="3128582" y="5627069"/>
            <a:ext cx="679225" cy="659164"/>
          </a:xfrm>
          <a:prstGeom prst="rect">
            <a:avLst/>
          </a:prstGeom>
          <a:noFill/>
        </p:spPr>
        <p:txBody>
          <a:bodyPr wrap="square" lIns="0" tIns="0" rIns="0" bIns="0" rtlCol="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4690" b="0" i="0" u="none" strike="noStrike" kern="1200" cap="none" spc="0" normalizeH="0" baseline="0" noProof="0">
              <a:ln>
                <a:noFill/>
              </a:ln>
              <a:solidFill>
                <a:srgbClr val="22272B"/>
              </a:solidFill>
              <a:effectLst/>
              <a:uLnTx/>
              <a:uFillTx/>
              <a:latin typeface="Edu NSW ACT Foundation" panose="020B0604020202020204" charset="0"/>
              <a:ea typeface="+mn-ea"/>
              <a:cs typeface="+mn-cs"/>
            </a:endParaRPr>
          </a:p>
        </p:txBody>
      </p:sp>
      <p:sp>
        <p:nvSpPr>
          <p:cNvPr id="203" name="TextBox 202" descr="Textboxes to enter number amounts on the more or less gameboard.">
            <a:extLst>
              <a:ext uri="{FF2B5EF4-FFF2-40B4-BE49-F238E27FC236}">
                <a16:creationId xmlns:a16="http://schemas.microsoft.com/office/drawing/2014/main" id="{55950E2A-09A9-C14D-13A5-69C6A93B6733}"/>
              </a:ext>
            </a:extLst>
          </p:cNvPr>
          <p:cNvSpPr txBox="1"/>
          <p:nvPr/>
        </p:nvSpPr>
        <p:spPr>
          <a:xfrm>
            <a:off x="3890852" y="5627871"/>
            <a:ext cx="679225" cy="659164"/>
          </a:xfrm>
          <a:prstGeom prst="rect">
            <a:avLst/>
          </a:prstGeom>
          <a:noFill/>
        </p:spPr>
        <p:txBody>
          <a:bodyPr wrap="square" lIns="0" tIns="0" rIns="0" bIns="0" rtlCol="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4690" b="0" i="0" u="none" strike="noStrike" kern="1200" cap="none" spc="0" normalizeH="0" baseline="0" noProof="0">
              <a:ln>
                <a:noFill/>
              </a:ln>
              <a:solidFill>
                <a:srgbClr val="22272B"/>
              </a:solidFill>
              <a:effectLst/>
              <a:uLnTx/>
              <a:uFillTx/>
              <a:latin typeface="Edu NSW ACT Foundation" panose="020B0604020202020204" charset="0"/>
              <a:ea typeface="+mn-ea"/>
              <a:cs typeface="+mn-cs"/>
            </a:endParaRPr>
          </a:p>
        </p:txBody>
      </p:sp>
      <p:sp>
        <p:nvSpPr>
          <p:cNvPr id="204" name="TextBox 203" descr="Textboxes to enter number amounts on the more or less gameboard.">
            <a:extLst>
              <a:ext uri="{FF2B5EF4-FFF2-40B4-BE49-F238E27FC236}">
                <a16:creationId xmlns:a16="http://schemas.microsoft.com/office/drawing/2014/main" id="{FE0E99EE-3781-F0D3-F8A4-AB4A22EC8562}"/>
              </a:ext>
            </a:extLst>
          </p:cNvPr>
          <p:cNvSpPr txBox="1"/>
          <p:nvPr/>
        </p:nvSpPr>
        <p:spPr>
          <a:xfrm>
            <a:off x="4645774" y="5627871"/>
            <a:ext cx="679225" cy="659164"/>
          </a:xfrm>
          <a:prstGeom prst="rect">
            <a:avLst/>
          </a:prstGeom>
          <a:noFill/>
        </p:spPr>
        <p:txBody>
          <a:bodyPr wrap="square" lIns="0" tIns="0" rIns="0" bIns="0" rtlCol="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4690" b="0" i="0" u="none" strike="noStrike" kern="1200" cap="none" spc="0" normalizeH="0" baseline="0" noProof="0">
              <a:ln>
                <a:noFill/>
              </a:ln>
              <a:solidFill>
                <a:srgbClr val="22272B"/>
              </a:solidFill>
              <a:effectLst/>
              <a:uLnTx/>
              <a:uFillTx/>
              <a:latin typeface="Edu NSW ACT Foundation" panose="020B0604020202020204" charset="0"/>
              <a:ea typeface="+mn-ea"/>
              <a:cs typeface="+mn-cs"/>
            </a:endParaRPr>
          </a:p>
        </p:txBody>
      </p:sp>
      <p:sp>
        <p:nvSpPr>
          <p:cNvPr id="205" name="TextBox 204" descr="Textboxes to enter number amounts on the more or less gameboard.">
            <a:extLst>
              <a:ext uri="{FF2B5EF4-FFF2-40B4-BE49-F238E27FC236}">
                <a16:creationId xmlns:a16="http://schemas.microsoft.com/office/drawing/2014/main" id="{61952426-AFA1-2BDC-FE65-3BF7C64D0962}"/>
              </a:ext>
            </a:extLst>
          </p:cNvPr>
          <p:cNvSpPr txBox="1"/>
          <p:nvPr/>
        </p:nvSpPr>
        <p:spPr>
          <a:xfrm>
            <a:off x="2353327" y="5627069"/>
            <a:ext cx="679225" cy="659164"/>
          </a:xfrm>
          <a:prstGeom prst="rect">
            <a:avLst/>
          </a:prstGeom>
          <a:noFill/>
        </p:spPr>
        <p:txBody>
          <a:bodyPr wrap="square" lIns="0" tIns="0" rIns="0" bIns="0" rtlCol="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4690" b="0" i="0" u="none" strike="noStrike" kern="1200" cap="none" spc="0" normalizeH="0" baseline="0" noProof="0">
              <a:ln>
                <a:noFill/>
              </a:ln>
              <a:solidFill>
                <a:srgbClr val="22272B"/>
              </a:solidFill>
              <a:effectLst/>
              <a:uLnTx/>
              <a:uFillTx/>
              <a:latin typeface="Edu NSW ACT Foundation" panose="020B0604020202020204" charset="0"/>
              <a:ea typeface="+mn-ea"/>
              <a:cs typeface="+mn-cs"/>
            </a:endParaRPr>
          </a:p>
        </p:txBody>
      </p:sp>
      <p:sp>
        <p:nvSpPr>
          <p:cNvPr id="206" name="TextBox 205" descr="Textboxes to enter number amounts on the more or less gameboard.">
            <a:extLst>
              <a:ext uri="{FF2B5EF4-FFF2-40B4-BE49-F238E27FC236}">
                <a16:creationId xmlns:a16="http://schemas.microsoft.com/office/drawing/2014/main" id="{6A7F4AEB-73DE-FF9D-7735-6F3C711180B8}"/>
              </a:ext>
            </a:extLst>
          </p:cNvPr>
          <p:cNvSpPr txBox="1"/>
          <p:nvPr/>
        </p:nvSpPr>
        <p:spPr>
          <a:xfrm>
            <a:off x="6377617" y="3399714"/>
            <a:ext cx="679225" cy="659164"/>
          </a:xfrm>
          <a:prstGeom prst="rect">
            <a:avLst/>
          </a:prstGeom>
          <a:noFill/>
        </p:spPr>
        <p:txBody>
          <a:bodyPr wrap="square" lIns="0" tIns="0" rIns="0" bIns="0" rtlCol="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4690" b="0" i="0" u="none" strike="noStrike" kern="1200" cap="none" spc="0" normalizeH="0" baseline="0" noProof="0">
              <a:ln>
                <a:noFill/>
              </a:ln>
              <a:solidFill>
                <a:srgbClr val="22272B"/>
              </a:solidFill>
              <a:effectLst/>
              <a:uLnTx/>
              <a:uFillTx/>
              <a:latin typeface="Edu NSW ACT Foundation" panose="020B0604020202020204" charset="0"/>
              <a:ea typeface="+mn-ea"/>
              <a:cs typeface="+mn-cs"/>
            </a:endParaRPr>
          </a:p>
        </p:txBody>
      </p:sp>
      <p:sp>
        <p:nvSpPr>
          <p:cNvPr id="207" name="TextBox 206" descr="Textboxes to enter number amounts on the more or less gameboard.">
            <a:extLst>
              <a:ext uri="{FF2B5EF4-FFF2-40B4-BE49-F238E27FC236}">
                <a16:creationId xmlns:a16="http://schemas.microsoft.com/office/drawing/2014/main" id="{CB68D8F4-A297-2984-0A52-7E389EE0D970}"/>
              </a:ext>
            </a:extLst>
          </p:cNvPr>
          <p:cNvSpPr txBox="1"/>
          <p:nvPr/>
        </p:nvSpPr>
        <p:spPr>
          <a:xfrm>
            <a:off x="7928126" y="3429385"/>
            <a:ext cx="679225" cy="659164"/>
          </a:xfrm>
          <a:prstGeom prst="rect">
            <a:avLst/>
          </a:prstGeom>
          <a:noFill/>
        </p:spPr>
        <p:txBody>
          <a:bodyPr wrap="square" lIns="0" tIns="0" rIns="0" bIns="0" rtlCol="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4690" b="0" i="0" u="none" strike="noStrike" kern="1200" cap="none" spc="0" normalizeH="0" baseline="0" noProof="0">
              <a:ln>
                <a:noFill/>
              </a:ln>
              <a:solidFill>
                <a:srgbClr val="22272B"/>
              </a:solidFill>
              <a:effectLst/>
              <a:uLnTx/>
              <a:uFillTx/>
              <a:latin typeface="Edu NSW ACT Foundation" panose="020B0604020202020204" charset="0"/>
              <a:ea typeface="+mn-ea"/>
              <a:cs typeface="+mn-cs"/>
            </a:endParaRPr>
          </a:p>
        </p:txBody>
      </p:sp>
      <p:sp>
        <p:nvSpPr>
          <p:cNvPr id="208" name="TextBox 207" descr="Textboxes to enter number amounts on the more or less gameboard.">
            <a:extLst>
              <a:ext uri="{FF2B5EF4-FFF2-40B4-BE49-F238E27FC236}">
                <a16:creationId xmlns:a16="http://schemas.microsoft.com/office/drawing/2014/main" id="{32FBDB37-5C4E-6464-9F90-D35ECB4B50D1}"/>
              </a:ext>
            </a:extLst>
          </p:cNvPr>
          <p:cNvSpPr txBox="1"/>
          <p:nvPr/>
        </p:nvSpPr>
        <p:spPr>
          <a:xfrm>
            <a:off x="8690396" y="3430187"/>
            <a:ext cx="679225" cy="659164"/>
          </a:xfrm>
          <a:prstGeom prst="rect">
            <a:avLst/>
          </a:prstGeom>
          <a:noFill/>
        </p:spPr>
        <p:txBody>
          <a:bodyPr wrap="square" lIns="0" tIns="0" rIns="0" bIns="0" rtlCol="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4690" b="0" i="0" u="none" strike="noStrike" kern="1200" cap="none" spc="0" normalizeH="0" baseline="0" noProof="0">
              <a:ln>
                <a:noFill/>
              </a:ln>
              <a:solidFill>
                <a:srgbClr val="22272B"/>
              </a:solidFill>
              <a:effectLst/>
              <a:uLnTx/>
              <a:uFillTx/>
              <a:latin typeface="Edu NSW ACT Foundation" panose="020B0604020202020204" charset="0"/>
              <a:ea typeface="+mn-ea"/>
              <a:cs typeface="+mn-cs"/>
            </a:endParaRPr>
          </a:p>
        </p:txBody>
      </p:sp>
      <p:sp>
        <p:nvSpPr>
          <p:cNvPr id="209" name="TextBox 208" descr="Textboxes to enter number amounts on the more or less gameboard.">
            <a:extLst>
              <a:ext uri="{FF2B5EF4-FFF2-40B4-BE49-F238E27FC236}">
                <a16:creationId xmlns:a16="http://schemas.microsoft.com/office/drawing/2014/main" id="{0E0D7F8F-DD92-9D78-6B2A-72A80F173F1F}"/>
              </a:ext>
            </a:extLst>
          </p:cNvPr>
          <p:cNvSpPr txBox="1"/>
          <p:nvPr/>
        </p:nvSpPr>
        <p:spPr>
          <a:xfrm>
            <a:off x="9445318" y="3430187"/>
            <a:ext cx="679225" cy="659164"/>
          </a:xfrm>
          <a:prstGeom prst="rect">
            <a:avLst/>
          </a:prstGeom>
          <a:noFill/>
        </p:spPr>
        <p:txBody>
          <a:bodyPr wrap="square" lIns="0" tIns="0" rIns="0" bIns="0" rtlCol="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4690" b="0" i="0" u="none" strike="noStrike" kern="1200" cap="none" spc="0" normalizeH="0" baseline="0" noProof="0">
              <a:ln>
                <a:noFill/>
              </a:ln>
              <a:solidFill>
                <a:srgbClr val="22272B"/>
              </a:solidFill>
              <a:effectLst/>
              <a:uLnTx/>
              <a:uFillTx/>
              <a:latin typeface="Edu NSW ACT Foundation" panose="020B0604020202020204" charset="0"/>
              <a:ea typeface="+mn-ea"/>
              <a:cs typeface="+mn-cs"/>
            </a:endParaRPr>
          </a:p>
        </p:txBody>
      </p:sp>
      <p:sp>
        <p:nvSpPr>
          <p:cNvPr id="210" name="TextBox 209" descr="Textboxes to enter number amounts on the more or less gameboard.">
            <a:extLst>
              <a:ext uri="{FF2B5EF4-FFF2-40B4-BE49-F238E27FC236}">
                <a16:creationId xmlns:a16="http://schemas.microsoft.com/office/drawing/2014/main" id="{387855F3-D125-A5EC-CDC1-BA413C00002B}"/>
              </a:ext>
            </a:extLst>
          </p:cNvPr>
          <p:cNvSpPr txBox="1"/>
          <p:nvPr/>
        </p:nvSpPr>
        <p:spPr>
          <a:xfrm>
            <a:off x="7152871" y="3429385"/>
            <a:ext cx="679225" cy="659164"/>
          </a:xfrm>
          <a:prstGeom prst="rect">
            <a:avLst/>
          </a:prstGeom>
          <a:noFill/>
        </p:spPr>
        <p:txBody>
          <a:bodyPr wrap="square" lIns="0" tIns="0" rIns="0" bIns="0" rtlCol="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4690" b="0" i="0" u="none" strike="noStrike" kern="1200" cap="none" spc="0" normalizeH="0" baseline="0" noProof="0">
              <a:ln>
                <a:noFill/>
              </a:ln>
              <a:solidFill>
                <a:srgbClr val="22272B"/>
              </a:solidFill>
              <a:effectLst/>
              <a:uLnTx/>
              <a:uFillTx/>
              <a:latin typeface="Edu NSW ACT Foundation" panose="020B0604020202020204" charset="0"/>
              <a:ea typeface="+mn-ea"/>
              <a:cs typeface="+mn-cs"/>
            </a:endParaRPr>
          </a:p>
        </p:txBody>
      </p:sp>
      <p:sp>
        <p:nvSpPr>
          <p:cNvPr id="216" name="TextBox 215" descr="Textboxes to enter number amounts on the more or less gameboard.">
            <a:extLst>
              <a:ext uri="{FF2B5EF4-FFF2-40B4-BE49-F238E27FC236}">
                <a16:creationId xmlns:a16="http://schemas.microsoft.com/office/drawing/2014/main" id="{F7C2D5A4-3E57-47A4-FB7E-208516956E15}"/>
              </a:ext>
            </a:extLst>
          </p:cNvPr>
          <p:cNvSpPr txBox="1"/>
          <p:nvPr/>
        </p:nvSpPr>
        <p:spPr>
          <a:xfrm>
            <a:off x="6383324" y="4133237"/>
            <a:ext cx="679225" cy="659164"/>
          </a:xfrm>
          <a:prstGeom prst="rect">
            <a:avLst/>
          </a:prstGeom>
          <a:noFill/>
        </p:spPr>
        <p:txBody>
          <a:bodyPr wrap="square" lIns="0" tIns="0" rIns="0" bIns="0" rtlCol="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4690" b="0" i="0" u="none" strike="noStrike" kern="1200" cap="none" spc="0" normalizeH="0" baseline="0" noProof="0">
              <a:ln>
                <a:noFill/>
              </a:ln>
              <a:solidFill>
                <a:srgbClr val="22272B"/>
              </a:solidFill>
              <a:effectLst/>
              <a:uLnTx/>
              <a:uFillTx/>
              <a:latin typeface="Edu NSW ACT Foundation" panose="020B0604020202020204" charset="0"/>
              <a:ea typeface="+mn-ea"/>
              <a:cs typeface="+mn-cs"/>
            </a:endParaRPr>
          </a:p>
        </p:txBody>
      </p:sp>
      <p:sp>
        <p:nvSpPr>
          <p:cNvPr id="217" name="TextBox 216" descr="Textboxes to enter number amounts on the more or less gameboard.">
            <a:extLst>
              <a:ext uri="{FF2B5EF4-FFF2-40B4-BE49-F238E27FC236}">
                <a16:creationId xmlns:a16="http://schemas.microsoft.com/office/drawing/2014/main" id="{8E66E262-5BBA-2745-32E6-6114F82E1796}"/>
              </a:ext>
            </a:extLst>
          </p:cNvPr>
          <p:cNvSpPr txBox="1"/>
          <p:nvPr/>
        </p:nvSpPr>
        <p:spPr>
          <a:xfrm>
            <a:off x="7933833" y="4162908"/>
            <a:ext cx="679225" cy="659164"/>
          </a:xfrm>
          <a:prstGeom prst="rect">
            <a:avLst/>
          </a:prstGeom>
          <a:noFill/>
        </p:spPr>
        <p:txBody>
          <a:bodyPr wrap="square" lIns="0" tIns="0" rIns="0" bIns="0" rtlCol="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4690" b="0" i="0" u="none" strike="noStrike" kern="1200" cap="none" spc="0" normalizeH="0" baseline="0" noProof="0">
              <a:ln>
                <a:noFill/>
              </a:ln>
              <a:solidFill>
                <a:srgbClr val="22272B"/>
              </a:solidFill>
              <a:effectLst/>
              <a:uLnTx/>
              <a:uFillTx/>
              <a:latin typeface="Edu NSW ACT Foundation" panose="020B0604020202020204" charset="0"/>
              <a:ea typeface="+mn-ea"/>
              <a:cs typeface="+mn-cs"/>
            </a:endParaRPr>
          </a:p>
        </p:txBody>
      </p:sp>
      <p:sp>
        <p:nvSpPr>
          <p:cNvPr id="218" name="TextBox 217" descr="Textboxes to enter number amounts on the more or less gameboard.">
            <a:extLst>
              <a:ext uri="{FF2B5EF4-FFF2-40B4-BE49-F238E27FC236}">
                <a16:creationId xmlns:a16="http://schemas.microsoft.com/office/drawing/2014/main" id="{7A1AFA8A-E676-D55D-EEDE-93FA0A0B05EA}"/>
              </a:ext>
            </a:extLst>
          </p:cNvPr>
          <p:cNvSpPr txBox="1"/>
          <p:nvPr/>
        </p:nvSpPr>
        <p:spPr>
          <a:xfrm>
            <a:off x="8696103" y="4163710"/>
            <a:ext cx="679225" cy="659164"/>
          </a:xfrm>
          <a:prstGeom prst="rect">
            <a:avLst/>
          </a:prstGeom>
          <a:noFill/>
        </p:spPr>
        <p:txBody>
          <a:bodyPr wrap="square" lIns="0" tIns="0" rIns="0" bIns="0" rtlCol="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4690" b="0" i="0" u="none" strike="noStrike" kern="1200" cap="none" spc="0" normalizeH="0" baseline="0" noProof="0">
              <a:ln>
                <a:noFill/>
              </a:ln>
              <a:solidFill>
                <a:srgbClr val="22272B"/>
              </a:solidFill>
              <a:effectLst/>
              <a:uLnTx/>
              <a:uFillTx/>
              <a:latin typeface="Edu NSW ACT Foundation" panose="020B0604020202020204" charset="0"/>
              <a:ea typeface="+mn-ea"/>
              <a:cs typeface="+mn-cs"/>
            </a:endParaRPr>
          </a:p>
        </p:txBody>
      </p:sp>
      <p:sp>
        <p:nvSpPr>
          <p:cNvPr id="219" name="TextBox 218" descr="Textboxes to enter number amounts on the more or less gameboard.">
            <a:extLst>
              <a:ext uri="{FF2B5EF4-FFF2-40B4-BE49-F238E27FC236}">
                <a16:creationId xmlns:a16="http://schemas.microsoft.com/office/drawing/2014/main" id="{3D010CFB-76D9-516D-5127-DE1270418878}"/>
              </a:ext>
            </a:extLst>
          </p:cNvPr>
          <p:cNvSpPr txBox="1"/>
          <p:nvPr/>
        </p:nvSpPr>
        <p:spPr>
          <a:xfrm>
            <a:off x="9451025" y="4163710"/>
            <a:ext cx="679225" cy="659164"/>
          </a:xfrm>
          <a:prstGeom prst="rect">
            <a:avLst/>
          </a:prstGeom>
          <a:noFill/>
        </p:spPr>
        <p:txBody>
          <a:bodyPr wrap="square" lIns="0" tIns="0" rIns="0" bIns="0" rtlCol="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4690" b="0" i="0" u="none" strike="noStrike" kern="1200" cap="none" spc="0" normalizeH="0" baseline="0" noProof="0">
              <a:ln>
                <a:noFill/>
              </a:ln>
              <a:solidFill>
                <a:srgbClr val="22272B"/>
              </a:solidFill>
              <a:effectLst/>
              <a:uLnTx/>
              <a:uFillTx/>
              <a:latin typeface="Edu NSW ACT Foundation" panose="020B0604020202020204" charset="0"/>
              <a:ea typeface="+mn-ea"/>
              <a:cs typeface="+mn-cs"/>
            </a:endParaRPr>
          </a:p>
        </p:txBody>
      </p:sp>
      <p:sp>
        <p:nvSpPr>
          <p:cNvPr id="220" name="TextBox 219" descr="Textboxes to enter number amounts on the more or less gameboard.">
            <a:extLst>
              <a:ext uri="{FF2B5EF4-FFF2-40B4-BE49-F238E27FC236}">
                <a16:creationId xmlns:a16="http://schemas.microsoft.com/office/drawing/2014/main" id="{6677D075-A307-E042-63A6-6025766B68F9}"/>
              </a:ext>
            </a:extLst>
          </p:cNvPr>
          <p:cNvSpPr txBox="1"/>
          <p:nvPr/>
        </p:nvSpPr>
        <p:spPr>
          <a:xfrm>
            <a:off x="7158578" y="4162908"/>
            <a:ext cx="679225" cy="659164"/>
          </a:xfrm>
          <a:prstGeom prst="rect">
            <a:avLst/>
          </a:prstGeom>
          <a:noFill/>
        </p:spPr>
        <p:txBody>
          <a:bodyPr wrap="square" lIns="0" tIns="0" rIns="0" bIns="0" rtlCol="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4690" b="0" i="0" u="none" strike="noStrike" kern="1200" cap="none" spc="0" normalizeH="0" baseline="0" noProof="0">
              <a:ln>
                <a:noFill/>
              </a:ln>
              <a:solidFill>
                <a:srgbClr val="22272B"/>
              </a:solidFill>
              <a:effectLst/>
              <a:uLnTx/>
              <a:uFillTx/>
              <a:latin typeface="Edu NSW ACT Foundation" panose="020B0604020202020204" charset="0"/>
              <a:ea typeface="+mn-ea"/>
              <a:cs typeface="+mn-cs"/>
            </a:endParaRPr>
          </a:p>
        </p:txBody>
      </p:sp>
      <p:sp>
        <p:nvSpPr>
          <p:cNvPr id="221" name="TextBox 220" descr="Textboxes to enter number amounts on the more or less gameboard.">
            <a:extLst>
              <a:ext uri="{FF2B5EF4-FFF2-40B4-BE49-F238E27FC236}">
                <a16:creationId xmlns:a16="http://schemas.microsoft.com/office/drawing/2014/main" id="{12775D47-B309-7C6A-3DD4-04298935C7DB}"/>
              </a:ext>
            </a:extLst>
          </p:cNvPr>
          <p:cNvSpPr txBox="1"/>
          <p:nvPr/>
        </p:nvSpPr>
        <p:spPr>
          <a:xfrm>
            <a:off x="6380338" y="4881887"/>
            <a:ext cx="679225" cy="659164"/>
          </a:xfrm>
          <a:prstGeom prst="rect">
            <a:avLst/>
          </a:prstGeom>
          <a:noFill/>
        </p:spPr>
        <p:txBody>
          <a:bodyPr wrap="square" lIns="0" tIns="0" rIns="0" bIns="0" rtlCol="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4690" b="0" i="0" u="none" strike="noStrike" kern="1200" cap="none" spc="0" normalizeH="0" baseline="0" noProof="0">
              <a:ln>
                <a:noFill/>
              </a:ln>
              <a:solidFill>
                <a:srgbClr val="22272B"/>
              </a:solidFill>
              <a:effectLst/>
              <a:uLnTx/>
              <a:uFillTx/>
              <a:latin typeface="Edu NSW ACT Foundation" panose="020B0604020202020204" charset="0"/>
              <a:ea typeface="+mn-ea"/>
              <a:cs typeface="+mn-cs"/>
            </a:endParaRPr>
          </a:p>
        </p:txBody>
      </p:sp>
      <p:sp>
        <p:nvSpPr>
          <p:cNvPr id="222" name="TextBox 221" descr="Textboxes to enter number amounts on the more or less gameboard.">
            <a:extLst>
              <a:ext uri="{FF2B5EF4-FFF2-40B4-BE49-F238E27FC236}">
                <a16:creationId xmlns:a16="http://schemas.microsoft.com/office/drawing/2014/main" id="{A89B9AD3-B4BF-4935-E773-44212F05A522}"/>
              </a:ext>
            </a:extLst>
          </p:cNvPr>
          <p:cNvSpPr txBox="1"/>
          <p:nvPr/>
        </p:nvSpPr>
        <p:spPr>
          <a:xfrm>
            <a:off x="7930847" y="4911558"/>
            <a:ext cx="679225" cy="659164"/>
          </a:xfrm>
          <a:prstGeom prst="rect">
            <a:avLst/>
          </a:prstGeom>
          <a:noFill/>
        </p:spPr>
        <p:txBody>
          <a:bodyPr wrap="square" lIns="0" tIns="0" rIns="0" bIns="0" rtlCol="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4690" b="0" i="0" u="none" strike="noStrike" kern="1200" cap="none" spc="0" normalizeH="0" baseline="0" noProof="0">
              <a:ln>
                <a:noFill/>
              </a:ln>
              <a:solidFill>
                <a:srgbClr val="22272B"/>
              </a:solidFill>
              <a:effectLst/>
              <a:uLnTx/>
              <a:uFillTx/>
              <a:latin typeface="Edu NSW ACT Foundation" panose="020B0604020202020204" charset="0"/>
              <a:ea typeface="+mn-ea"/>
              <a:cs typeface="+mn-cs"/>
            </a:endParaRPr>
          </a:p>
        </p:txBody>
      </p:sp>
      <p:sp>
        <p:nvSpPr>
          <p:cNvPr id="223" name="TextBox 222" descr="Textboxes to enter number amounts on the more or less gameboard.">
            <a:extLst>
              <a:ext uri="{FF2B5EF4-FFF2-40B4-BE49-F238E27FC236}">
                <a16:creationId xmlns:a16="http://schemas.microsoft.com/office/drawing/2014/main" id="{11133FD5-D53F-81C0-7944-A9E81B6489B5}"/>
              </a:ext>
            </a:extLst>
          </p:cNvPr>
          <p:cNvSpPr txBox="1"/>
          <p:nvPr/>
        </p:nvSpPr>
        <p:spPr>
          <a:xfrm>
            <a:off x="8693117" y="4912360"/>
            <a:ext cx="679225" cy="659164"/>
          </a:xfrm>
          <a:prstGeom prst="rect">
            <a:avLst/>
          </a:prstGeom>
          <a:noFill/>
        </p:spPr>
        <p:txBody>
          <a:bodyPr wrap="square" lIns="0" tIns="0" rIns="0" bIns="0" rtlCol="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4690" b="0" i="0" u="none" strike="noStrike" kern="1200" cap="none" spc="0" normalizeH="0" baseline="0" noProof="0">
              <a:ln>
                <a:noFill/>
              </a:ln>
              <a:solidFill>
                <a:srgbClr val="22272B"/>
              </a:solidFill>
              <a:effectLst/>
              <a:uLnTx/>
              <a:uFillTx/>
              <a:latin typeface="Edu NSW ACT Foundation" panose="020B0604020202020204" charset="0"/>
              <a:ea typeface="+mn-ea"/>
              <a:cs typeface="+mn-cs"/>
            </a:endParaRPr>
          </a:p>
        </p:txBody>
      </p:sp>
      <p:sp>
        <p:nvSpPr>
          <p:cNvPr id="224" name="TextBox 223" descr="Textboxes to enter number amounts on the more or less gameboard.">
            <a:extLst>
              <a:ext uri="{FF2B5EF4-FFF2-40B4-BE49-F238E27FC236}">
                <a16:creationId xmlns:a16="http://schemas.microsoft.com/office/drawing/2014/main" id="{BB9EA0EA-F83D-82EA-1699-42ADF48D7170}"/>
              </a:ext>
            </a:extLst>
          </p:cNvPr>
          <p:cNvSpPr txBox="1"/>
          <p:nvPr/>
        </p:nvSpPr>
        <p:spPr>
          <a:xfrm>
            <a:off x="9448039" y="4912360"/>
            <a:ext cx="679225" cy="659164"/>
          </a:xfrm>
          <a:prstGeom prst="rect">
            <a:avLst/>
          </a:prstGeom>
          <a:noFill/>
        </p:spPr>
        <p:txBody>
          <a:bodyPr wrap="square" lIns="0" tIns="0" rIns="0" bIns="0" rtlCol="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4690" b="0" i="0" u="none" strike="noStrike" kern="1200" cap="none" spc="0" normalizeH="0" baseline="0" noProof="0">
              <a:ln>
                <a:noFill/>
              </a:ln>
              <a:solidFill>
                <a:srgbClr val="22272B"/>
              </a:solidFill>
              <a:effectLst/>
              <a:uLnTx/>
              <a:uFillTx/>
              <a:latin typeface="Edu NSW ACT Foundation" panose="020B0604020202020204" charset="0"/>
              <a:ea typeface="+mn-ea"/>
              <a:cs typeface="+mn-cs"/>
            </a:endParaRPr>
          </a:p>
        </p:txBody>
      </p:sp>
      <p:sp>
        <p:nvSpPr>
          <p:cNvPr id="225" name="TextBox 224" descr="Textboxes to enter number amounts on the more or less gameboard.">
            <a:extLst>
              <a:ext uri="{FF2B5EF4-FFF2-40B4-BE49-F238E27FC236}">
                <a16:creationId xmlns:a16="http://schemas.microsoft.com/office/drawing/2014/main" id="{540BB51F-EE66-A0D4-0360-21C9071BA9C5}"/>
              </a:ext>
            </a:extLst>
          </p:cNvPr>
          <p:cNvSpPr txBox="1"/>
          <p:nvPr/>
        </p:nvSpPr>
        <p:spPr>
          <a:xfrm>
            <a:off x="7155592" y="4911558"/>
            <a:ext cx="679225" cy="659164"/>
          </a:xfrm>
          <a:prstGeom prst="rect">
            <a:avLst/>
          </a:prstGeom>
          <a:noFill/>
        </p:spPr>
        <p:txBody>
          <a:bodyPr wrap="square" lIns="0" tIns="0" rIns="0" bIns="0" rtlCol="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4690" b="0" i="0" u="none" strike="noStrike" kern="1200" cap="none" spc="0" normalizeH="0" baseline="0" noProof="0">
              <a:ln>
                <a:noFill/>
              </a:ln>
              <a:solidFill>
                <a:srgbClr val="22272B"/>
              </a:solidFill>
              <a:effectLst/>
              <a:uLnTx/>
              <a:uFillTx/>
              <a:latin typeface="Edu NSW ACT Foundation" panose="020B0604020202020204" charset="0"/>
              <a:ea typeface="+mn-ea"/>
              <a:cs typeface="+mn-cs"/>
            </a:endParaRPr>
          </a:p>
        </p:txBody>
      </p:sp>
      <p:sp>
        <p:nvSpPr>
          <p:cNvPr id="226" name="TextBox 225" descr="Textboxes to enter number amounts on the more or less gameboard.">
            <a:extLst>
              <a:ext uri="{FF2B5EF4-FFF2-40B4-BE49-F238E27FC236}">
                <a16:creationId xmlns:a16="http://schemas.microsoft.com/office/drawing/2014/main" id="{D3B886DC-D71B-7994-D95F-923021D7A2B0}"/>
              </a:ext>
            </a:extLst>
          </p:cNvPr>
          <p:cNvSpPr txBox="1"/>
          <p:nvPr/>
        </p:nvSpPr>
        <p:spPr>
          <a:xfrm>
            <a:off x="6393591" y="5615838"/>
            <a:ext cx="679225" cy="659164"/>
          </a:xfrm>
          <a:prstGeom prst="rect">
            <a:avLst/>
          </a:prstGeom>
          <a:noFill/>
        </p:spPr>
        <p:txBody>
          <a:bodyPr wrap="square" lIns="0" tIns="0" rIns="0" bIns="0" rtlCol="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4690" b="0" i="0" u="none" strike="noStrike" kern="1200" cap="none" spc="0" normalizeH="0" baseline="0" noProof="0">
              <a:ln>
                <a:noFill/>
              </a:ln>
              <a:solidFill>
                <a:srgbClr val="22272B"/>
              </a:solidFill>
              <a:effectLst/>
              <a:uLnTx/>
              <a:uFillTx/>
              <a:latin typeface="Edu NSW ACT Foundation" panose="020B0604020202020204" charset="0"/>
              <a:ea typeface="+mn-ea"/>
              <a:cs typeface="+mn-cs"/>
            </a:endParaRPr>
          </a:p>
        </p:txBody>
      </p:sp>
      <p:sp>
        <p:nvSpPr>
          <p:cNvPr id="227" name="TextBox 226" descr="Textboxes to enter number amounts on the more or less gameboard.">
            <a:extLst>
              <a:ext uri="{FF2B5EF4-FFF2-40B4-BE49-F238E27FC236}">
                <a16:creationId xmlns:a16="http://schemas.microsoft.com/office/drawing/2014/main" id="{72C811EA-8A05-3B24-D27D-69CCEC545142}"/>
              </a:ext>
            </a:extLst>
          </p:cNvPr>
          <p:cNvSpPr txBox="1"/>
          <p:nvPr/>
        </p:nvSpPr>
        <p:spPr>
          <a:xfrm>
            <a:off x="7944100" y="5645509"/>
            <a:ext cx="679225" cy="659164"/>
          </a:xfrm>
          <a:prstGeom prst="rect">
            <a:avLst/>
          </a:prstGeom>
          <a:noFill/>
        </p:spPr>
        <p:txBody>
          <a:bodyPr wrap="square" lIns="0" tIns="0" rIns="0" bIns="0" rtlCol="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4690" b="0" i="0" u="none" strike="noStrike" kern="1200" cap="none" spc="0" normalizeH="0" baseline="0" noProof="0">
              <a:ln>
                <a:noFill/>
              </a:ln>
              <a:solidFill>
                <a:srgbClr val="22272B"/>
              </a:solidFill>
              <a:effectLst/>
              <a:uLnTx/>
              <a:uFillTx/>
              <a:latin typeface="Edu NSW ACT Foundation" panose="020B0604020202020204" charset="0"/>
              <a:ea typeface="+mn-ea"/>
              <a:cs typeface="+mn-cs"/>
            </a:endParaRPr>
          </a:p>
        </p:txBody>
      </p:sp>
      <p:sp>
        <p:nvSpPr>
          <p:cNvPr id="228" name="TextBox 227" descr="Textboxes to enter number amounts on the more or less gameboard.">
            <a:extLst>
              <a:ext uri="{FF2B5EF4-FFF2-40B4-BE49-F238E27FC236}">
                <a16:creationId xmlns:a16="http://schemas.microsoft.com/office/drawing/2014/main" id="{7CA77E82-7412-A2D1-E9E2-AAE301576E5E}"/>
              </a:ext>
            </a:extLst>
          </p:cNvPr>
          <p:cNvSpPr txBox="1"/>
          <p:nvPr/>
        </p:nvSpPr>
        <p:spPr>
          <a:xfrm>
            <a:off x="8706370" y="5646311"/>
            <a:ext cx="679225" cy="659164"/>
          </a:xfrm>
          <a:prstGeom prst="rect">
            <a:avLst/>
          </a:prstGeom>
          <a:noFill/>
        </p:spPr>
        <p:txBody>
          <a:bodyPr wrap="square" lIns="0" tIns="0" rIns="0" bIns="0" rtlCol="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4690" b="0" i="0" u="none" strike="noStrike" kern="1200" cap="none" spc="0" normalizeH="0" baseline="0" noProof="0">
              <a:ln>
                <a:noFill/>
              </a:ln>
              <a:solidFill>
                <a:srgbClr val="22272B"/>
              </a:solidFill>
              <a:effectLst/>
              <a:uLnTx/>
              <a:uFillTx/>
              <a:latin typeface="Edu NSW ACT Foundation" panose="020B0604020202020204" charset="0"/>
              <a:ea typeface="+mn-ea"/>
              <a:cs typeface="+mn-cs"/>
            </a:endParaRPr>
          </a:p>
        </p:txBody>
      </p:sp>
      <p:sp>
        <p:nvSpPr>
          <p:cNvPr id="229" name="TextBox 228" descr="Textboxes to enter number amounts on the more or less gameboard.">
            <a:extLst>
              <a:ext uri="{FF2B5EF4-FFF2-40B4-BE49-F238E27FC236}">
                <a16:creationId xmlns:a16="http://schemas.microsoft.com/office/drawing/2014/main" id="{7F761871-9460-124C-F4A1-7729436F6232}"/>
              </a:ext>
            </a:extLst>
          </p:cNvPr>
          <p:cNvSpPr txBox="1"/>
          <p:nvPr/>
        </p:nvSpPr>
        <p:spPr>
          <a:xfrm>
            <a:off x="9461292" y="5646311"/>
            <a:ext cx="679225" cy="659164"/>
          </a:xfrm>
          <a:prstGeom prst="rect">
            <a:avLst/>
          </a:prstGeom>
          <a:noFill/>
        </p:spPr>
        <p:txBody>
          <a:bodyPr wrap="square" lIns="0" tIns="0" rIns="0" bIns="0" rtlCol="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4690" b="0" i="0" u="none" strike="noStrike" kern="1200" cap="none" spc="0" normalizeH="0" baseline="0" noProof="0">
              <a:ln>
                <a:noFill/>
              </a:ln>
              <a:solidFill>
                <a:srgbClr val="22272B"/>
              </a:solidFill>
              <a:effectLst/>
              <a:uLnTx/>
              <a:uFillTx/>
              <a:latin typeface="Edu NSW ACT Foundation" panose="020B0604020202020204" charset="0"/>
              <a:ea typeface="+mn-ea"/>
              <a:cs typeface="+mn-cs"/>
            </a:endParaRPr>
          </a:p>
        </p:txBody>
      </p:sp>
      <p:sp>
        <p:nvSpPr>
          <p:cNvPr id="230" name="TextBox 229" descr="Textboxes to enter number amounts on the more or less gameboard.">
            <a:extLst>
              <a:ext uri="{FF2B5EF4-FFF2-40B4-BE49-F238E27FC236}">
                <a16:creationId xmlns:a16="http://schemas.microsoft.com/office/drawing/2014/main" id="{F3AEA4E2-75C0-F69A-4078-D4F3945CFB5D}"/>
              </a:ext>
            </a:extLst>
          </p:cNvPr>
          <p:cNvSpPr txBox="1"/>
          <p:nvPr/>
        </p:nvSpPr>
        <p:spPr>
          <a:xfrm>
            <a:off x="7168845" y="5645509"/>
            <a:ext cx="679225" cy="659164"/>
          </a:xfrm>
          <a:prstGeom prst="rect">
            <a:avLst/>
          </a:prstGeom>
          <a:noFill/>
        </p:spPr>
        <p:txBody>
          <a:bodyPr wrap="square" lIns="0" tIns="0" rIns="0" bIns="0" rtlCol="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4690" b="0" i="0" u="none" strike="noStrike" kern="1200" cap="none" spc="0" normalizeH="0" baseline="0" noProof="0">
              <a:ln>
                <a:noFill/>
              </a:ln>
              <a:solidFill>
                <a:srgbClr val="22272B"/>
              </a:solidFill>
              <a:effectLst/>
              <a:uLnTx/>
              <a:uFillTx/>
              <a:latin typeface="Edu NSW ACT Foundation" panose="020B0604020202020204" charset="0"/>
              <a:ea typeface="+mn-ea"/>
              <a:cs typeface="+mn-cs"/>
            </a:endParaRPr>
          </a:p>
        </p:txBody>
      </p:sp>
      <p:pic>
        <p:nvPicPr>
          <p:cNvPr id="213" name="Picture 212" descr="A blue numbers on a white background as playing cards">
            <a:extLst>
              <a:ext uri="{FF2B5EF4-FFF2-40B4-BE49-F238E27FC236}">
                <a16:creationId xmlns:a16="http://schemas.microsoft.com/office/drawing/2014/main" id="{4425EA13-168B-7318-0A1F-8149B0DBD829}"/>
              </a:ext>
            </a:extLst>
          </p:cNvPr>
          <p:cNvPicPr>
            <a:picLocks noChangeAspect="1"/>
          </p:cNvPicPr>
          <p:nvPr/>
        </p:nvPicPr>
        <p:blipFill>
          <a:blip r:embed="rId3"/>
          <a:stretch>
            <a:fillRect/>
          </a:stretch>
        </p:blipFill>
        <p:spPr>
          <a:xfrm>
            <a:off x="2582096" y="2640338"/>
            <a:ext cx="6698327" cy="1948267"/>
          </a:xfrm>
          <a:prstGeom prst="rect">
            <a:avLst/>
          </a:prstGeom>
          <a:ln>
            <a:noFill/>
          </a:ln>
        </p:spPr>
      </p:pic>
      <p:pic>
        <p:nvPicPr>
          <p:cNvPr id="4" name="Picture 2" descr="image of a head with cogs turning inside">
            <a:extLst>
              <a:ext uri="{FF2B5EF4-FFF2-40B4-BE49-F238E27FC236}">
                <a16:creationId xmlns:a16="http://schemas.microsoft.com/office/drawing/2014/main" id="{D2AF5349-465C-0478-8AD8-ADD518AC507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140151" y="39575"/>
            <a:ext cx="782592" cy="9308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356243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361EC6-FF83-C9C5-49C3-C8B210104C1B}"/>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99249DAA-DB7D-DBE7-72E4-BE3464E5EE01}"/>
              </a:ext>
            </a:extLst>
          </p:cNvPr>
          <p:cNvSpPr>
            <a:spLocks noGrp="1"/>
          </p:cNvSpPr>
          <p:nvPr>
            <p:ph type="ctrTitle"/>
          </p:nvPr>
        </p:nvSpPr>
        <p:spPr/>
        <p:txBody>
          <a:bodyPr/>
          <a:lstStyle/>
          <a:p>
            <a:r>
              <a:rPr lang="en-AU" dirty="0">
                <a:latin typeface="+mj-lt"/>
              </a:rPr>
              <a:t>Review of learning 8</a:t>
            </a:r>
          </a:p>
        </p:txBody>
      </p:sp>
    </p:spTree>
    <p:extLst>
      <p:ext uri="{BB962C8B-B14F-4D97-AF65-F5344CB8AC3E}">
        <p14:creationId xmlns:p14="http://schemas.microsoft.com/office/powerpoint/2010/main" val="10905130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4D6ED3-12E6-92D4-2D70-B9D66967E94C}"/>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D3A219B-EA44-A8FA-5624-110943E229E9}"/>
              </a:ext>
            </a:extLst>
          </p:cNvPr>
          <p:cNvSpPr>
            <a:spLocks noGrp="1"/>
          </p:cNvSpPr>
          <p:nvPr>
            <p:ph type="sldNum" sz="quarter" idx="12"/>
          </p:nvPr>
        </p:nvSpPr>
        <p:spPr/>
        <p:txBody>
          <a:bodyPr/>
          <a:lstStyle/>
          <a:p>
            <a:fld id="{10A01DC5-1685-4615-8240-15192985C6A2}" type="slidenum">
              <a:rPr lang="en-AU" smtClean="0"/>
              <a:t>54</a:t>
            </a:fld>
            <a:endParaRPr lang="en-AU"/>
          </a:p>
        </p:txBody>
      </p:sp>
      <p:sp>
        <p:nvSpPr>
          <p:cNvPr id="3" name="Title 2">
            <a:extLst>
              <a:ext uri="{FF2B5EF4-FFF2-40B4-BE49-F238E27FC236}">
                <a16:creationId xmlns:a16="http://schemas.microsoft.com/office/drawing/2014/main" id="{EC611A7C-D422-1D96-3A9E-D440F242FEF1}"/>
              </a:ext>
            </a:extLst>
          </p:cNvPr>
          <p:cNvSpPr>
            <a:spLocks noGrp="1"/>
          </p:cNvSpPr>
          <p:nvPr>
            <p:ph type="title"/>
          </p:nvPr>
        </p:nvSpPr>
        <p:spPr/>
        <p:txBody>
          <a:bodyPr/>
          <a:lstStyle/>
          <a:p>
            <a:r>
              <a:rPr lang="en-US" dirty="0"/>
              <a:t>True or false </a:t>
            </a:r>
            <a:r>
              <a:rPr lang="en-US" dirty="0">
                <a:solidFill>
                  <a:schemeClr val="bg1"/>
                </a:solidFill>
              </a:rPr>
              <a:t>(4)</a:t>
            </a:r>
          </a:p>
        </p:txBody>
      </p:sp>
      <p:graphicFrame>
        <p:nvGraphicFramePr>
          <p:cNvPr id="12" name="Table 11">
            <a:extLst>
              <a:ext uri="{FF2B5EF4-FFF2-40B4-BE49-F238E27FC236}">
                <a16:creationId xmlns:a16="http://schemas.microsoft.com/office/drawing/2014/main" id="{3F8CBB11-5402-CF1C-E0D6-3FC912DFC86F}"/>
              </a:ext>
            </a:extLst>
          </p:cNvPr>
          <p:cNvGraphicFramePr>
            <a:graphicFrameLocks noGrp="1"/>
          </p:cNvGraphicFramePr>
          <p:nvPr>
            <p:extLst>
              <p:ext uri="{D42A27DB-BD31-4B8C-83A1-F6EECF244321}">
                <p14:modId xmlns:p14="http://schemas.microsoft.com/office/powerpoint/2010/main" val="3542746565"/>
              </p:ext>
            </p:extLst>
          </p:nvPr>
        </p:nvGraphicFramePr>
        <p:xfrm>
          <a:off x="2442981" y="5774320"/>
          <a:ext cx="7077076" cy="74168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dirty="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dirty="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pic>
        <p:nvPicPr>
          <p:cNvPr id="4" name="Picture 3" descr="image of a finger selecting an option for a multiple choice or true and false">
            <a:extLst>
              <a:ext uri="{FF2B5EF4-FFF2-40B4-BE49-F238E27FC236}">
                <a16:creationId xmlns:a16="http://schemas.microsoft.com/office/drawing/2014/main" id="{64B989F8-67C4-FE7B-CC90-5BE7E2CD867D}"/>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6" name="Text Placeholder 5">
            <a:extLst>
              <a:ext uri="{FF2B5EF4-FFF2-40B4-BE49-F238E27FC236}">
                <a16:creationId xmlns:a16="http://schemas.microsoft.com/office/drawing/2014/main" id="{C7D683F9-6194-51C3-10DE-058E032E33CF}"/>
              </a:ext>
            </a:extLst>
          </p:cNvPr>
          <p:cNvSpPr>
            <a:spLocks noGrp="1"/>
          </p:cNvSpPr>
          <p:nvPr>
            <p:ph type="body" sz="quarter" idx="22"/>
          </p:nvPr>
        </p:nvSpPr>
        <p:spPr>
          <a:xfrm>
            <a:off x="644457" y="1054103"/>
            <a:ext cx="10903085" cy="893226"/>
          </a:xfrm>
        </p:spPr>
        <p:txBody>
          <a:bodyPr/>
          <a:lstStyle/>
          <a:p>
            <a:pPr algn="ctr"/>
            <a:r>
              <a:rPr lang="en-AU" sz="4400" dirty="0"/>
              <a:t>This array shows </a:t>
            </a:r>
            <a:r>
              <a:rPr lang="en-AU" sz="4400" b="1" dirty="0"/>
              <a:t>2 sixes</a:t>
            </a:r>
            <a:r>
              <a:rPr lang="en-AU" sz="4400" dirty="0"/>
              <a:t>, which is the same as </a:t>
            </a:r>
            <a:r>
              <a:rPr lang="en-AU" sz="4400" b="1" dirty="0"/>
              <a:t>6 twos</a:t>
            </a:r>
            <a:r>
              <a:rPr lang="en-AU" sz="4400" dirty="0"/>
              <a:t>.</a:t>
            </a:r>
          </a:p>
        </p:txBody>
      </p:sp>
      <p:pic>
        <p:nvPicPr>
          <p:cNvPr id="8" name="Picture 7" descr="An array of purple circles arranged into rows and columns.">
            <a:extLst>
              <a:ext uri="{FF2B5EF4-FFF2-40B4-BE49-F238E27FC236}">
                <a16:creationId xmlns:a16="http://schemas.microsoft.com/office/drawing/2014/main" id="{245B66A8-7DF8-5332-E51A-83690CB5A1AA}"/>
              </a:ext>
            </a:extLst>
          </p:cNvPr>
          <p:cNvPicPr>
            <a:picLocks noChangeAspect="1"/>
          </p:cNvPicPr>
          <p:nvPr/>
        </p:nvPicPr>
        <p:blipFill>
          <a:blip r:embed="rId4"/>
          <a:stretch>
            <a:fillRect/>
          </a:stretch>
        </p:blipFill>
        <p:spPr>
          <a:xfrm>
            <a:off x="3309630" y="3336285"/>
            <a:ext cx="5343777" cy="1997898"/>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3140087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3A94A0-1585-B5DE-F663-2CC0EB52E35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9928648-20AD-4C71-4F25-32B0522F5B9B}"/>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(29)</a:t>
            </a:r>
          </a:p>
        </p:txBody>
      </p:sp>
      <p:sp>
        <p:nvSpPr>
          <p:cNvPr id="2" name="Slide Number Placeholder 1">
            <a:extLst>
              <a:ext uri="{FF2B5EF4-FFF2-40B4-BE49-F238E27FC236}">
                <a16:creationId xmlns:a16="http://schemas.microsoft.com/office/drawing/2014/main" id="{2E6FBF1D-90A0-E2F9-37E9-7676EDC470DA}"/>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55</a:t>
            </a:fld>
            <a:endParaRPr lang="en-AU"/>
          </a:p>
        </p:txBody>
      </p:sp>
      <p:pic>
        <p:nvPicPr>
          <p:cNvPr id="3" name="Picture 2" descr="image of a clipboard with a pencil recording short answer responses">
            <a:extLst>
              <a:ext uri="{FF2B5EF4-FFF2-40B4-BE49-F238E27FC236}">
                <a16:creationId xmlns:a16="http://schemas.microsoft.com/office/drawing/2014/main" id="{4A6BDB97-E652-19FE-8B5C-2AD4CC92796D}"/>
              </a:ext>
            </a:extLst>
          </p:cNvPr>
          <p:cNvPicPr>
            <a:picLocks noChangeAspect="1"/>
          </p:cNvPicPr>
          <p:nvPr/>
        </p:nvPicPr>
        <p:blipFill>
          <a:blip r:embed="rId3"/>
          <a:stretch>
            <a:fillRect/>
          </a:stretch>
        </p:blipFill>
        <p:spPr>
          <a:xfrm>
            <a:off x="11030476" y="268723"/>
            <a:ext cx="915500" cy="915500"/>
          </a:xfrm>
          <a:prstGeom prst="rect">
            <a:avLst/>
          </a:prstGeom>
        </p:spPr>
      </p:pic>
      <p:sp>
        <p:nvSpPr>
          <p:cNvPr id="7" name="TextBox 6">
            <a:extLst>
              <a:ext uri="{FF2B5EF4-FFF2-40B4-BE49-F238E27FC236}">
                <a16:creationId xmlns:a16="http://schemas.microsoft.com/office/drawing/2014/main" id="{6BC364CC-1922-261A-AFB3-689ABC393430}"/>
              </a:ext>
            </a:extLst>
          </p:cNvPr>
          <p:cNvSpPr txBox="1"/>
          <p:nvPr/>
        </p:nvSpPr>
        <p:spPr>
          <a:xfrm>
            <a:off x="348000" y="1184223"/>
            <a:ext cx="8210784" cy="5539978"/>
          </a:xfrm>
          <a:prstGeom prst="rect">
            <a:avLst/>
          </a:prstGeom>
          <a:noFill/>
        </p:spPr>
        <p:txBody>
          <a:bodyPr wrap="square">
            <a:spAutoFit/>
          </a:bodyPr>
          <a:lstStyle/>
          <a:p>
            <a:pPr lvl="0">
              <a:lnSpc>
                <a:spcPct val="150000"/>
              </a:lnSpc>
            </a:pPr>
            <a:r>
              <a:rPr lang="en-AU" sz="4400" dirty="0"/>
              <a:t>What is the </a:t>
            </a:r>
            <a:r>
              <a:rPr lang="en-AU" sz="4400" b="1" dirty="0"/>
              <a:t>commutative law</a:t>
            </a:r>
            <a:r>
              <a:rPr lang="en-AU" sz="4400" dirty="0"/>
              <a:t>?</a:t>
            </a:r>
            <a:br>
              <a:rPr lang="en-AU" sz="4400" dirty="0"/>
            </a:br>
            <a:endParaRPr lang="en-AU" sz="4400" dirty="0"/>
          </a:p>
          <a:p>
            <a:pPr lvl="0">
              <a:lnSpc>
                <a:spcPct val="150000"/>
              </a:lnSpc>
            </a:pPr>
            <a:r>
              <a:rPr lang="en-AU" sz="4400" dirty="0"/>
              <a:t>How many facts can you record about this </a:t>
            </a:r>
            <a:r>
              <a:rPr lang="en-AU" sz="4400" b="1" dirty="0"/>
              <a:t>array using your knowledge of commutativity? </a:t>
            </a:r>
            <a:endParaRPr lang="en-AU" sz="4400" dirty="0"/>
          </a:p>
          <a:p>
            <a:endParaRPr lang="en-AU" dirty="0">
              <a:highlight>
                <a:srgbClr val="FFFF00"/>
              </a:highlight>
            </a:endParaRPr>
          </a:p>
        </p:txBody>
      </p:sp>
      <p:pic>
        <p:nvPicPr>
          <p:cNvPr id="8" name="Picture 7" descr="An array of purple circles arranged into rows and columns.">
            <a:extLst>
              <a:ext uri="{FF2B5EF4-FFF2-40B4-BE49-F238E27FC236}">
                <a16:creationId xmlns:a16="http://schemas.microsoft.com/office/drawing/2014/main" id="{0AF33F6E-1933-9BB5-B951-5D5CEC3C3991}"/>
              </a:ext>
            </a:extLst>
          </p:cNvPr>
          <p:cNvPicPr>
            <a:picLocks noChangeAspect="1"/>
          </p:cNvPicPr>
          <p:nvPr/>
        </p:nvPicPr>
        <p:blipFill>
          <a:blip r:embed="rId4"/>
          <a:stretch>
            <a:fillRect/>
          </a:stretch>
        </p:blipFill>
        <p:spPr>
          <a:xfrm>
            <a:off x="9151227" y="1789295"/>
            <a:ext cx="2332773" cy="3725045"/>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5071450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053CCB-181C-6291-FC2D-548E34B4A094}"/>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E187202-6628-8726-E165-5E95BD2A2CDA}"/>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(30)</a:t>
            </a:r>
          </a:p>
        </p:txBody>
      </p:sp>
      <p:sp>
        <p:nvSpPr>
          <p:cNvPr id="2" name="Slide Number Placeholder 1">
            <a:extLst>
              <a:ext uri="{FF2B5EF4-FFF2-40B4-BE49-F238E27FC236}">
                <a16:creationId xmlns:a16="http://schemas.microsoft.com/office/drawing/2014/main" id="{6721F6AC-7871-D576-6F10-6FB969DD520E}"/>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56</a:t>
            </a:fld>
            <a:endParaRPr lang="en-AU"/>
          </a:p>
        </p:txBody>
      </p:sp>
      <p:pic>
        <p:nvPicPr>
          <p:cNvPr id="3" name="Picture 2" descr="image of a clipboard with a pencil recording short answer responses">
            <a:extLst>
              <a:ext uri="{FF2B5EF4-FFF2-40B4-BE49-F238E27FC236}">
                <a16:creationId xmlns:a16="http://schemas.microsoft.com/office/drawing/2014/main" id="{D48B7122-4823-634E-9085-7F5757ED1862}"/>
              </a:ext>
            </a:extLst>
          </p:cNvPr>
          <p:cNvPicPr>
            <a:picLocks noChangeAspect="1"/>
          </p:cNvPicPr>
          <p:nvPr/>
        </p:nvPicPr>
        <p:blipFill>
          <a:blip r:embed="rId3"/>
          <a:stretch>
            <a:fillRect/>
          </a:stretch>
        </p:blipFill>
        <p:spPr>
          <a:xfrm>
            <a:off x="11030476" y="268723"/>
            <a:ext cx="915500" cy="915500"/>
          </a:xfrm>
          <a:prstGeom prst="rect">
            <a:avLst/>
          </a:prstGeom>
        </p:spPr>
      </p:pic>
      <p:sp>
        <p:nvSpPr>
          <p:cNvPr id="9" name="TextBox 8">
            <a:extLst>
              <a:ext uri="{FF2B5EF4-FFF2-40B4-BE49-F238E27FC236}">
                <a16:creationId xmlns:a16="http://schemas.microsoft.com/office/drawing/2014/main" id="{D12BD9AD-0C05-A12E-7F25-2874B7A68C00}"/>
              </a:ext>
            </a:extLst>
          </p:cNvPr>
          <p:cNvSpPr txBox="1"/>
          <p:nvPr/>
        </p:nvSpPr>
        <p:spPr>
          <a:xfrm>
            <a:off x="989400" y="1088481"/>
            <a:ext cx="10134600" cy="5309146"/>
          </a:xfrm>
          <a:prstGeom prst="rect">
            <a:avLst/>
          </a:prstGeom>
          <a:noFill/>
        </p:spPr>
        <p:txBody>
          <a:bodyPr wrap="square">
            <a:spAutoFit/>
          </a:bodyPr>
          <a:lstStyle/>
          <a:p>
            <a:pPr lvl="0" algn="ctr">
              <a:lnSpc>
                <a:spcPct val="150000"/>
              </a:lnSpc>
            </a:pPr>
            <a:r>
              <a:rPr lang="en-AU" sz="4200" dirty="0"/>
              <a:t>Complete the </a:t>
            </a:r>
            <a:r>
              <a:rPr lang="en-AU" sz="4200" b="1" dirty="0"/>
              <a:t>fact family triangle </a:t>
            </a:r>
            <a:r>
              <a:rPr lang="en-AU" sz="4200" dirty="0"/>
              <a:t>and record number sentences to match.</a:t>
            </a:r>
          </a:p>
          <a:p>
            <a:pPr lvl="0">
              <a:lnSpc>
                <a:spcPct val="150000"/>
              </a:lnSpc>
            </a:pPr>
            <a:endParaRPr lang="en-AU" sz="4200" dirty="0"/>
          </a:p>
          <a:p>
            <a:pPr lvl="0">
              <a:lnSpc>
                <a:spcPct val="150000"/>
              </a:lnSpc>
            </a:pPr>
            <a:endParaRPr lang="en-AU" sz="4200" dirty="0"/>
          </a:p>
          <a:p>
            <a:pPr lvl="0">
              <a:lnSpc>
                <a:spcPct val="150000"/>
              </a:lnSpc>
            </a:pPr>
            <a:endParaRPr lang="en-AU" sz="4200" dirty="0"/>
          </a:p>
          <a:p>
            <a:endParaRPr lang="en-AU" dirty="0">
              <a:highlight>
                <a:srgbClr val="FFFF00"/>
              </a:highlight>
            </a:endParaRPr>
          </a:p>
        </p:txBody>
      </p:sp>
      <p:pic>
        <p:nvPicPr>
          <p:cNvPr id="11" name="Picture 10" descr="A fact family triangle with number twelve written at the top.">
            <a:extLst>
              <a:ext uri="{FF2B5EF4-FFF2-40B4-BE49-F238E27FC236}">
                <a16:creationId xmlns:a16="http://schemas.microsoft.com/office/drawing/2014/main" id="{B6F403CC-8B4F-7E58-1B83-64C3B149454B}"/>
              </a:ext>
            </a:extLst>
          </p:cNvPr>
          <p:cNvPicPr>
            <a:picLocks noChangeAspect="1"/>
          </p:cNvPicPr>
          <p:nvPr/>
        </p:nvPicPr>
        <p:blipFill>
          <a:blip r:embed="rId4"/>
          <a:stretch>
            <a:fillRect/>
          </a:stretch>
        </p:blipFill>
        <p:spPr>
          <a:xfrm>
            <a:off x="4786322" y="3343656"/>
            <a:ext cx="3087678" cy="2772218"/>
          </a:xfrm>
          <a:prstGeom prst="rect">
            <a:avLst/>
          </a:prstGeom>
        </p:spPr>
      </p:pic>
    </p:spTree>
    <p:extLst>
      <p:ext uri="{BB962C8B-B14F-4D97-AF65-F5344CB8AC3E}">
        <p14:creationId xmlns:p14="http://schemas.microsoft.com/office/powerpoint/2010/main" val="34900878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A5ABA3-4748-8E7D-DDC9-C9DF4C471117}"/>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3F79CFE3-728C-777E-97F5-B0E7006AD8C6}"/>
              </a:ext>
            </a:extLst>
          </p:cNvPr>
          <p:cNvSpPr txBox="1"/>
          <p:nvPr/>
        </p:nvSpPr>
        <p:spPr>
          <a:xfrm>
            <a:off x="288268" y="1184223"/>
            <a:ext cx="11585976" cy="769441"/>
          </a:xfrm>
          <a:prstGeom prst="rect">
            <a:avLst/>
          </a:prstGeom>
          <a:noFill/>
        </p:spPr>
        <p:txBody>
          <a:bodyPr wrap="square">
            <a:spAutoFit/>
          </a:bodyPr>
          <a:lstStyle/>
          <a:p>
            <a:r>
              <a:rPr lang="en-AU" sz="4400" dirty="0"/>
              <a:t>Explain why </a:t>
            </a:r>
            <a:r>
              <a:rPr lang="en-AU" sz="4400" b="1" dirty="0"/>
              <a:t>both</a:t>
            </a:r>
            <a:r>
              <a:rPr lang="en-AU" sz="4400" dirty="0"/>
              <a:t> Amira and Ben are </a:t>
            </a:r>
            <a:r>
              <a:rPr lang="en-AU" sz="4400" b="1" dirty="0"/>
              <a:t>correct</a:t>
            </a:r>
            <a:r>
              <a:rPr lang="en-AU" sz="4400" dirty="0"/>
              <a:t>.</a:t>
            </a:r>
            <a:endParaRPr lang="en-AU" sz="4400" dirty="0">
              <a:highlight>
                <a:srgbClr val="00FF00"/>
              </a:highlight>
            </a:endParaRPr>
          </a:p>
        </p:txBody>
      </p:sp>
      <p:sp>
        <p:nvSpPr>
          <p:cNvPr id="6" name="Title 5">
            <a:extLst>
              <a:ext uri="{FF2B5EF4-FFF2-40B4-BE49-F238E27FC236}">
                <a16:creationId xmlns:a16="http://schemas.microsoft.com/office/drawing/2014/main" id="{C47F77AF-C187-96CF-9F9A-FA65AF1CE19E}"/>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(31)</a:t>
            </a:r>
          </a:p>
        </p:txBody>
      </p:sp>
      <p:sp>
        <p:nvSpPr>
          <p:cNvPr id="2" name="Slide Number Placeholder 1">
            <a:extLst>
              <a:ext uri="{FF2B5EF4-FFF2-40B4-BE49-F238E27FC236}">
                <a16:creationId xmlns:a16="http://schemas.microsoft.com/office/drawing/2014/main" id="{B7478634-1FD3-F6F8-9B44-323C87C83B41}"/>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57</a:t>
            </a:fld>
            <a:endParaRPr lang="en-AU"/>
          </a:p>
        </p:txBody>
      </p:sp>
      <p:pic>
        <p:nvPicPr>
          <p:cNvPr id="3" name="Picture 2" descr="image of a clipboard with a pencil recording short answer responses">
            <a:extLst>
              <a:ext uri="{FF2B5EF4-FFF2-40B4-BE49-F238E27FC236}">
                <a16:creationId xmlns:a16="http://schemas.microsoft.com/office/drawing/2014/main" id="{77944112-784D-22C3-1462-ED0056915B97}"/>
              </a:ext>
            </a:extLst>
          </p:cNvPr>
          <p:cNvPicPr>
            <a:picLocks noChangeAspect="1"/>
          </p:cNvPicPr>
          <p:nvPr/>
        </p:nvPicPr>
        <p:blipFill>
          <a:blip r:embed="rId3"/>
          <a:stretch>
            <a:fillRect/>
          </a:stretch>
        </p:blipFill>
        <p:spPr>
          <a:xfrm>
            <a:off x="11030476" y="268723"/>
            <a:ext cx="915500" cy="915500"/>
          </a:xfrm>
          <a:prstGeom prst="rect">
            <a:avLst/>
          </a:prstGeom>
        </p:spPr>
      </p:pic>
      <p:pic>
        <p:nvPicPr>
          <p:cNvPr id="13" name="Picture 12" descr="A student named Ben displaying a speech bubble stating, &quot;A quarter of an hour has passed'. ">
            <a:extLst>
              <a:ext uri="{FF2B5EF4-FFF2-40B4-BE49-F238E27FC236}">
                <a16:creationId xmlns:a16="http://schemas.microsoft.com/office/drawing/2014/main" id="{10D520FD-ACB0-CB69-47D3-E745C86C1581}"/>
              </a:ext>
            </a:extLst>
          </p:cNvPr>
          <p:cNvPicPr>
            <a:picLocks noChangeAspect="1"/>
          </p:cNvPicPr>
          <p:nvPr/>
        </p:nvPicPr>
        <p:blipFill>
          <a:blip r:embed="rId4"/>
          <a:stretch>
            <a:fillRect/>
          </a:stretch>
        </p:blipFill>
        <p:spPr>
          <a:xfrm>
            <a:off x="1146177" y="2007817"/>
            <a:ext cx="4130361" cy="4808979"/>
          </a:xfrm>
          <a:prstGeom prst="rect">
            <a:avLst/>
          </a:prstGeom>
        </p:spPr>
      </p:pic>
      <p:pic>
        <p:nvPicPr>
          <p:cNvPr id="15" name="Picture 14" descr="A student named Amira displaying a speech bubble stating, &quot;No, 15 minutes have passed'.">
            <a:extLst>
              <a:ext uri="{FF2B5EF4-FFF2-40B4-BE49-F238E27FC236}">
                <a16:creationId xmlns:a16="http://schemas.microsoft.com/office/drawing/2014/main" id="{7EC16710-5246-CA7C-2938-7B14431900E5}"/>
              </a:ext>
            </a:extLst>
          </p:cNvPr>
          <p:cNvPicPr>
            <a:picLocks noChangeAspect="1"/>
          </p:cNvPicPr>
          <p:nvPr/>
        </p:nvPicPr>
        <p:blipFill>
          <a:blip r:embed="rId5"/>
          <a:stretch>
            <a:fillRect/>
          </a:stretch>
        </p:blipFill>
        <p:spPr>
          <a:xfrm>
            <a:off x="6685884" y="1965157"/>
            <a:ext cx="4616699" cy="4803129"/>
          </a:xfrm>
          <a:prstGeom prst="rect">
            <a:avLst/>
          </a:prstGeom>
        </p:spPr>
      </p:pic>
    </p:spTree>
    <p:extLst>
      <p:ext uri="{BB962C8B-B14F-4D97-AF65-F5344CB8AC3E}">
        <p14:creationId xmlns:p14="http://schemas.microsoft.com/office/powerpoint/2010/main" val="28984562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057432-9B72-74D4-70AE-7786B368DBE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CE62588C-05BB-B2C0-C849-14E973555613}"/>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(32)</a:t>
            </a:r>
          </a:p>
        </p:txBody>
      </p:sp>
      <p:sp>
        <p:nvSpPr>
          <p:cNvPr id="2" name="Slide Number Placeholder 1">
            <a:extLst>
              <a:ext uri="{FF2B5EF4-FFF2-40B4-BE49-F238E27FC236}">
                <a16:creationId xmlns:a16="http://schemas.microsoft.com/office/drawing/2014/main" id="{0CDA8BC4-AEAB-FF2A-DCCC-487AC0BDC1A8}"/>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58</a:t>
            </a:fld>
            <a:endParaRPr lang="en-AU"/>
          </a:p>
        </p:txBody>
      </p:sp>
      <p:pic>
        <p:nvPicPr>
          <p:cNvPr id="3" name="Picture 2" descr="image of a clipboard with a pencil recording short answer responses">
            <a:extLst>
              <a:ext uri="{FF2B5EF4-FFF2-40B4-BE49-F238E27FC236}">
                <a16:creationId xmlns:a16="http://schemas.microsoft.com/office/drawing/2014/main" id="{850D1A9D-F8AF-AA84-34F9-CCDC3026C740}"/>
              </a:ext>
            </a:extLst>
          </p:cNvPr>
          <p:cNvPicPr>
            <a:picLocks noChangeAspect="1"/>
          </p:cNvPicPr>
          <p:nvPr/>
        </p:nvPicPr>
        <p:blipFill>
          <a:blip r:embed="rId3"/>
          <a:stretch>
            <a:fillRect/>
          </a:stretch>
        </p:blipFill>
        <p:spPr>
          <a:xfrm>
            <a:off x="11030476" y="268723"/>
            <a:ext cx="915500" cy="915500"/>
          </a:xfrm>
          <a:prstGeom prst="rect">
            <a:avLst/>
          </a:prstGeom>
        </p:spPr>
      </p:pic>
      <p:pic>
        <p:nvPicPr>
          <p:cNvPr id="7" name="Picture 6" descr="A geometric pattern.">
            <a:extLst>
              <a:ext uri="{FF2B5EF4-FFF2-40B4-BE49-F238E27FC236}">
                <a16:creationId xmlns:a16="http://schemas.microsoft.com/office/drawing/2014/main" id="{E127A202-CA2F-CD84-E76C-F701977B33A8}"/>
              </a:ext>
            </a:extLst>
          </p:cNvPr>
          <p:cNvPicPr>
            <a:picLocks noChangeAspect="1"/>
          </p:cNvPicPr>
          <p:nvPr/>
        </p:nvPicPr>
        <p:blipFill>
          <a:blip r:embed="rId4"/>
          <a:stretch>
            <a:fillRect/>
          </a:stretch>
        </p:blipFill>
        <p:spPr>
          <a:xfrm rot="5400000">
            <a:off x="6354659" y="1991788"/>
            <a:ext cx="5721798" cy="3326627"/>
          </a:xfrm>
          <a:prstGeom prst="rect">
            <a:avLst/>
          </a:prstGeom>
          <a:ln>
            <a:noFill/>
          </a:ln>
          <a:effectLst>
            <a:outerShdw blurRad="292100" dist="139700" dir="2700000" algn="tl" rotWithShape="0">
              <a:srgbClr val="333333">
                <a:alpha val="65000"/>
              </a:srgbClr>
            </a:outerShdw>
          </a:effectLst>
        </p:spPr>
      </p:pic>
      <p:sp>
        <p:nvSpPr>
          <p:cNvPr id="10" name="TextBox 9">
            <a:extLst>
              <a:ext uri="{FF2B5EF4-FFF2-40B4-BE49-F238E27FC236}">
                <a16:creationId xmlns:a16="http://schemas.microsoft.com/office/drawing/2014/main" id="{78396D56-E8B8-FA20-B2E3-01296D528E0D}"/>
              </a:ext>
            </a:extLst>
          </p:cNvPr>
          <p:cNvSpPr txBox="1"/>
          <p:nvPr/>
        </p:nvSpPr>
        <p:spPr>
          <a:xfrm>
            <a:off x="360000" y="1186800"/>
            <a:ext cx="7192244" cy="4952831"/>
          </a:xfrm>
          <a:prstGeom prst="rect">
            <a:avLst/>
          </a:prstGeom>
          <a:noFill/>
        </p:spPr>
        <p:txBody>
          <a:bodyPr wrap="square">
            <a:spAutoFit/>
          </a:bodyPr>
          <a:lstStyle/>
          <a:p>
            <a:pPr algn="ctr">
              <a:lnSpc>
                <a:spcPct val="150000"/>
              </a:lnSpc>
              <a:buNone/>
            </a:pPr>
            <a:r>
              <a:rPr lang="en-AU" sz="4200" dirty="0"/>
              <a:t>Look carefully at this design.</a:t>
            </a:r>
            <a:br>
              <a:rPr lang="en-AU" sz="4200" dirty="0"/>
            </a:br>
            <a:endParaRPr lang="en-AU" sz="4200" dirty="0"/>
          </a:p>
          <a:p>
            <a:pPr algn="ctr">
              <a:lnSpc>
                <a:spcPct val="150000"/>
              </a:lnSpc>
              <a:buNone/>
            </a:pPr>
            <a:r>
              <a:rPr lang="en-AU" sz="4400" b="1" dirty="0"/>
              <a:t>Describe</a:t>
            </a:r>
            <a:r>
              <a:rPr lang="en-AU" sz="4400" dirty="0"/>
              <a:t> the</a:t>
            </a:r>
            <a:r>
              <a:rPr lang="en-AU" sz="4400" b="1" dirty="0"/>
              <a:t> lines </a:t>
            </a:r>
            <a:r>
              <a:rPr lang="en-AU" sz="4400" dirty="0"/>
              <a:t>of </a:t>
            </a:r>
            <a:r>
              <a:rPr lang="en-AU" sz="4400" b="1" dirty="0"/>
              <a:t>symmetry</a:t>
            </a:r>
            <a:r>
              <a:rPr lang="en-AU" sz="4400" dirty="0"/>
              <a:t> you can see.</a:t>
            </a:r>
            <a:br>
              <a:rPr lang="en-AU" sz="4400" dirty="0"/>
            </a:br>
            <a:r>
              <a:rPr lang="en-AU" sz="4400" b="1" dirty="0"/>
              <a:t>Explain</a:t>
            </a:r>
            <a:r>
              <a:rPr lang="en-AU" sz="4400" dirty="0"/>
              <a:t> how you know. </a:t>
            </a:r>
          </a:p>
        </p:txBody>
      </p:sp>
    </p:spTree>
    <p:extLst>
      <p:ext uri="{BB962C8B-B14F-4D97-AF65-F5344CB8AC3E}">
        <p14:creationId xmlns:p14="http://schemas.microsoft.com/office/powerpoint/2010/main" val="37902397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CB6809-7E0D-72C3-2F54-4BFE72FAFB93}"/>
              </a:ext>
            </a:extLst>
          </p:cNvPr>
          <p:cNvSpPr>
            <a:spLocks noGrp="1"/>
          </p:cNvSpPr>
          <p:nvPr>
            <p:ph type="title"/>
          </p:nvPr>
        </p:nvSpPr>
        <p:spPr>
          <a:xfrm>
            <a:off x="301611" y="288867"/>
            <a:ext cx="11360800" cy="763600"/>
          </a:xfrm>
        </p:spPr>
        <p:txBody>
          <a:bodyPr/>
          <a:lstStyle/>
          <a:p>
            <a:r>
              <a:rPr lang="en-US" dirty="0">
                <a:solidFill>
                  <a:schemeClr val="accent1"/>
                </a:solidFill>
                <a:latin typeface="Arial"/>
                <a:cs typeface="Arial"/>
              </a:rPr>
              <a:t>Activity 8 </a:t>
            </a:r>
            <a:r>
              <a:rPr lang="en-AU" dirty="0"/>
              <a:t>–</a:t>
            </a:r>
            <a:r>
              <a:rPr lang="en-US" dirty="0">
                <a:solidFill>
                  <a:schemeClr val="accent1"/>
                </a:solidFill>
                <a:latin typeface="Arial"/>
                <a:cs typeface="Arial"/>
              </a:rPr>
              <a:t> array bingo</a:t>
            </a:r>
            <a:endParaRPr lang="en-US" dirty="0">
              <a:solidFill>
                <a:schemeClr val="accent1"/>
              </a:solidFill>
            </a:endParaRPr>
          </a:p>
        </p:txBody>
      </p:sp>
      <p:sp>
        <p:nvSpPr>
          <p:cNvPr id="3" name="Slide Number Placeholder 2">
            <a:extLst>
              <a:ext uri="{FF2B5EF4-FFF2-40B4-BE49-F238E27FC236}">
                <a16:creationId xmlns:a16="http://schemas.microsoft.com/office/drawing/2014/main" id="{D47ACDF5-88C7-A121-E62E-8B790310DC46}"/>
              </a:ext>
            </a:extLst>
          </p:cNvPr>
          <p:cNvSpPr>
            <a:spLocks noGrp="1"/>
          </p:cNvSpPr>
          <p:nvPr>
            <p:ph type="sldNum" idx="12"/>
          </p:nvPr>
        </p:nvSpPr>
        <p:spPr/>
        <p:txBody>
          <a:bodyPr/>
          <a:lstStyle/>
          <a:p>
            <a:pPr marL="0" marR="0" lvl="0" indent="0" algn="r" defTabSz="914400" rtl="0" eaLnBrk="1" fontAlgn="auto" latinLnBrk="0" hangingPunct="1">
              <a:lnSpc>
                <a:spcPct val="100000"/>
              </a:lnSpc>
              <a:spcBef>
                <a:spcPts val="0"/>
              </a:spcBef>
              <a:spcAft>
                <a:spcPts val="0"/>
              </a:spcAft>
              <a:buClr>
                <a:srgbClr val="000000"/>
              </a:buClr>
              <a:buSzPts val="1000"/>
              <a:buFont typeface="Arial"/>
              <a:buNone/>
              <a:tabLst/>
              <a:defRPr/>
            </a:pPr>
            <a:fld id="{00000000-1234-1234-1234-123412341234}" type="slidenum">
              <a:rPr kumimoji="0" lang="en" sz="1333" b="0" i="0" u="none" strike="noStrike" kern="1200" cap="none" spc="0" normalizeH="0" baseline="0" noProof="0" smtClean="0">
                <a:ln>
                  <a:noFill/>
                </a:ln>
                <a:solidFill>
                  <a:srgbClr val="D7153A"/>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000"/>
                <a:buFont typeface="Arial"/>
                <a:buNone/>
                <a:tabLst/>
                <a:defRPr/>
              </a:pPr>
              <a:t>59</a:t>
            </a:fld>
            <a:endParaRPr kumimoji="0" lang="en" sz="1333" b="0" i="0" u="none" strike="noStrike" kern="1200" cap="none" spc="0" normalizeH="0" baseline="0" noProof="0">
              <a:ln>
                <a:noFill/>
              </a:ln>
              <a:solidFill>
                <a:srgbClr val="D7153A"/>
              </a:solidFill>
              <a:effectLst/>
              <a:uLnTx/>
              <a:uFillTx/>
              <a:latin typeface="Arial"/>
              <a:cs typeface="Arial"/>
              <a:sym typeface="Arial"/>
            </a:endParaRPr>
          </a:p>
        </p:txBody>
      </p:sp>
      <p:pic>
        <p:nvPicPr>
          <p:cNvPr id="4" name="Picture 3" descr="A set of 18 cards displaying various arrays.&#10;Card 1: 10 tens &#10;Card 2: 10 nines&#10;Card 3: 10 fives&#10;Card 4: 10 twos&#10;Card 5: 3 tens&#10;Card 6: 4 tens&#10;Card 7: 5 fives&#10;Card 8: 4 fives&#10;Card 9: 5 threes&#10;Card 10: 2 fives&#10;Card 11: 1 five&#10;Card 12: 5 twos&#10;Card 13: 3 threes&#10;Card 14: 3 twos&#10;Card 15: 3 threes&#10;Card 16: 1 three&#10;Card 17: 6 tens&#10;Card 18: 1 ten., Picture">
            <a:extLst>
              <a:ext uri="{FF2B5EF4-FFF2-40B4-BE49-F238E27FC236}">
                <a16:creationId xmlns:a16="http://schemas.microsoft.com/office/drawing/2014/main" id="{1C12EEF5-F1DA-EEBC-2CF8-61B4D0798F53}"/>
              </a:ext>
            </a:extLst>
          </p:cNvPr>
          <p:cNvPicPr>
            <a:picLocks noChangeAspect="1"/>
          </p:cNvPicPr>
          <p:nvPr/>
        </p:nvPicPr>
        <p:blipFill>
          <a:blip r:embed="rId3"/>
          <a:stretch>
            <a:fillRect/>
          </a:stretch>
        </p:blipFill>
        <p:spPr>
          <a:xfrm>
            <a:off x="415600" y="1853001"/>
            <a:ext cx="5341189" cy="3868588"/>
          </a:xfrm>
          <a:prstGeom prst="rect">
            <a:avLst/>
          </a:prstGeom>
        </p:spPr>
      </p:pic>
      <p:pic>
        <p:nvPicPr>
          <p:cNvPr id="5" name="Picture 4" descr="18 cards with different descriptions of arrays.&#10;Card 1: 2 threes&#10;Card 2: 3 threes&#10;Card 3: 1 five&#10;Card 4: 3 fives&#10;Card 5: 4 fives&#10;Card 6: 5 fives&#10;Card 7: 1 ten&#10;Card 8: 2 fives&#10;Card 9: 5 twos&#10;Card 10: 6 tens&#10;Card 11: 2 threes&#10;Card 12: 1 three&#10;Card 13: 10 tens&#10;Card 14: 9 tens&#10;Card 15: 2 tens&#10;Card 16: 5 tens&#10;Card 17: 4 tens&#10;Card 18: 3 tens., Picture">
            <a:extLst>
              <a:ext uri="{FF2B5EF4-FFF2-40B4-BE49-F238E27FC236}">
                <a16:creationId xmlns:a16="http://schemas.microsoft.com/office/drawing/2014/main" id="{1E1A44F4-F667-D27D-3791-AAC55762D640}"/>
              </a:ext>
            </a:extLst>
          </p:cNvPr>
          <p:cNvPicPr>
            <a:picLocks noChangeAspect="1"/>
          </p:cNvPicPr>
          <p:nvPr/>
        </p:nvPicPr>
        <p:blipFill>
          <a:blip r:embed="rId4"/>
          <a:stretch>
            <a:fillRect/>
          </a:stretch>
        </p:blipFill>
        <p:spPr>
          <a:xfrm>
            <a:off x="6301633" y="1691136"/>
            <a:ext cx="5360778" cy="3887818"/>
          </a:xfrm>
          <a:prstGeom prst="rect">
            <a:avLst/>
          </a:prstGeom>
        </p:spPr>
      </p:pic>
      <p:pic>
        <p:nvPicPr>
          <p:cNvPr id="6" name="Picture 2" descr="image of a head with cogs turning inside">
            <a:extLst>
              <a:ext uri="{FF2B5EF4-FFF2-40B4-BE49-F238E27FC236}">
                <a16:creationId xmlns:a16="http://schemas.microsoft.com/office/drawing/2014/main" id="{FC94172E-E448-76EF-FCE5-07BAD708C1C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140151" y="39575"/>
            <a:ext cx="782592" cy="9308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4164077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876AE76-8B26-8127-65E4-49BED9A52CBB}"/>
              </a:ext>
            </a:extLst>
          </p:cNvPr>
          <p:cNvSpPr>
            <a:spLocks noGrp="1"/>
          </p:cNvSpPr>
          <p:nvPr>
            <p:ph type="title"/>
          </p:nvPr>
        </p:nvSpPr>
        <p:spPr/>
        <p:txBody>
          <a:bodyPr/>
          <a:lstStyle/>
          <a:p>
            <a:r>
              <a:rPr lang="en-AU">
                <a:latin typeface="+mj-lt"/>
              </a:rPr>
              <a:t>Double Venn diagram</a:t>
            </a:r>
          </a:p>
        </p:txBody>
      </p:sp>
      <p:grpSp>
        <p:nvGrpSpPr>
          <p:cNvPr id="4" name="Group 3" descr="Object 1">
            <a:extLst>
              <a:ext uri="{FF2B5EF4-FFF2-40B4-BE49-F238E27FC236}">
                <a16:creationId xmlns:a16="http://schemas.microsoft.com/office/drawing/2014/main" id="{95D9560F-6B51-6AF3-CD5C-741454253462}"/>
              </a:ext>
            </a:extLst>
          </p:cNvPr>
          <p:cNvGrpSpPr/>
          <p:nvPr/>
        </p:nvGrpSpPr>
        <p:grpSpPr>
          <a:xfrm>
            <a:off x="1653639" y="1123760"/>
            <a:ext cx="5471315" cy="5247059"/>
            <a:chOff x="1653639" y="1123760"/>
            <a:chExt cx="5471315" cy="5247059"/>
          </a:xfrm>
        </p:grpSpPr>
        <p:sp>
          <p:nvSpPr>
            <p:cNvPr id="5" name="Google Shape;79;p15" descr="Venn object 1">
              <a:extLst>
                <a:ext uri="{FF2B5EF4-FFF2-40B4-BE49-F238E27FC236}">
                  <a16:creationId xmlns:a16="http://schemas.microsoft.com/office/drawing/2014/main" id="{4D104F2E-A9D0-AF8D-33D2-97F0566C71B0}"/>
                </a:ext>
              </a:extLst>
            </p:cNvPr>
            <p:cNvSpPr/>
            <p:nvPr/>
          </p:nvSpPr>
          <p:spPr>
            <a:xfrm>
              <a:off x="1653639" y="1284852"/>
              <a:ext cx="5471315" cy="5085967"/>
            </a:xfrm>
            <a:prstGeom prst="ellipse">
              <a:avLst/>
            </a:prstGeom>
            <a:noFill/>
            <a:ln w="57150" cap="flat" cmpd="sng">
              <a:solidFill>
                <a:srgbClr val="00ACC2"/>
              </a:solidFill>
              <a:prstDash val="solid"/>
              <a:miter lim="800000"/>
              <a:headEnd type="none" w="sm" len="sm"/>
              <a:tailEnd type="none" w="sm" len="sm"/>
            </a:ln>
            <a:effectLst/>
          </p:spPr>
          <p:txBody>
            <a:bodyPr spcFirstLastPara="1" wrap="square" lIns="105500" tIns="52733" rIns="105500" bIns="52733" anchor="ctr" anchorCtr="0">
              <a:noAutofit/>
            </a:bodyPr>
            <a:lstStyle/>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p:txBody>
        </p:sp>
        <p:sp>
          <p:nvSpPr>
            <p:cNvPr id="9" name="Rectangle: Rounded Corners 8">
              <a:extLst>
                <a:ext uri="{FF2B5EF4-FFF2-40B4-BE49-F238E27FC236}">
                  <a16:creationId xmlns:a16="http://schemas.microsoft.com/office/drawing/2014/main" id="{6985327D-BA76-9959-01EB-1FAF158AA50C}"/>
                </a:ext>
              </a:extLst>
            </p:cNvPr>
            <p:cNvSpPr/>
            <p:nvPr/>
          </p:nvSpPr>
          <p:spPr>
            <a:xfrm>
              <a:off x="3468608" y="1123760"/>
              <a:ext cx="1841375" cy="544512"/>
            </a:xfrm>
            <a:prstGeom prst="roundRect">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r>
                <a:rPr lang="en-AU" sz="1800" b="1">
                  <a:solidFill>
                    <a:srgbClr val="000000"/>
                  </a:solidFill>
                  <a:latin typeface="+mj-lt"/>
                  <a:cs typeface="Arial" panose="020B0604020202020204" pitchFamily="34" charset="0"/>
                </a:rPr>
                <a:t>Object 1</a:t>
              </a:r>
            </a:p>
          </p:txBody>
        </p:sp>
      </p:grpSp>
      <p:grpSp>
        <p:nvGrpSpPr>
          <p:cNvPr id="12" name="Group 11" descr="Object 2">
            <a:extLst>
              <a:ext uri="{FF2B5EF4-FFF2-40B4-BE49-F238E27FC236}">
                <a16:creationId xmlns:a16="http://schemas.microsoft.com/office/drawing/2014/main" id="{C5AED732-DC57-3916-DBAC-438AE2CFC8ED}"/>
              </a:ext>
            </a:extLst>
          </p:cNvPr>
          <p:cNvGrpSpPr/>
          <p:nvPr/>
        </p:nvGrpSpPr>
        <p:grpSpPr>
          <a:xfrm>
            <a:off x="5012233" y="1123760"/>
            <a:ext cx="5471315" cy="5247059"/>
            <a:chOff x="5012233" y="1123760"/>
            <a:chExt cx="5471315" cy="5247059"/>
          </a:xfrm>
        </p:grpSpPr>
        <p:sp>
          <p:nvSpPr>
            <p:cNvPr id="10" name="Google Shape;79;p15" descr="Venn object 1">
              <a:extLst>
                <a:ext uri="{FF2B5EF4-FFF2-40B4-BE49-F238E27FC236}">
                  <a16:creationId xmlns:a16="http://schemas.microsoft.com/office/drawing/2014/main" id="{7F9AEF08-D20A-7C6A-BBCD-E7251FAFEF5D}"/>
                </a:ext>
              </a:extLst>
            </p:cNvPr>
            <p:cNvSpPr/>
            <p:nvPr/>
          </p:nvSpPr>
          <p:spPr>
            <a:xfrm>
              <a:off x="5012233" y="1284852"/>
              <a:ext cx="5471315" cy="5085967"/>
            </a:xfrm>
            <a:prstGeom prst="ellipse">
              <a:avLst/>
            </a:prstGeom>
            <a:noFill/>
            <a:ln w="57150" cap="flat" cmpd="sng">
              <a:solidFill>
                <a:srgbClr val="C81B62"/>
              </a:solidFill>
              <a:prstDash val="solid"/>
              <a:miter lim="800000"/>
              <a:headEnd type="none" w="sm" len="sm"/>
              <a:tailEnd type="none" w="sm" len="sm"/>
            </a:ln>
            <a:effectLst/>
          </p:spPr>
          <p:txBody>
            <a:bodyPr spcFirstLastPara="1" wrap="square" lIns="105500" tIns="52733" rIns="105500" bIns="52733" anchor="ctr" anchorCtr="0">
              <a:noAutofit/>
            </a:bodyPr>
            <a:lstStyle/>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p:txBody>
        </p:sp>
        <p:sp>
          <p:nvSpPr>
            <p:cNvPr id="11" name="Rectangle: Rounded Corners 10">
              <a:extLst>
                <a:ext uri="{FF2B5EF4-FFF2-40B4-BE49-F238E27FC236}">
                  <a16:creationId xmlns:a16="http://schemas.microsoft.com/office/drawing/2014/main" id="{97CF7C23-ED1B-E42A-3AFD-251B65522A3A}"/>
                </a:ext>
              </a:extLst>
            </p:cNvPr>
            <p:cNvSpPr/>
            <p:nvPr/>
          </p:nvSpPr>
          <p:spPr>
            <a:xfrm>
              <a:off x="6827203" y="1123760"/>
              <a:ext cx="1841375" cy="544512"/>
            </a:xfrm>
            <a:prstGeom prst="roundRect">
              <a:avLst/>
            </a:prstGeom>
            <a:solidFill>
              <a:srgbClr val="FBDBE7"/>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r>
                <a:rPr lang="en-AU" sz="1800" b="1">
                  <a:solidFill>
                    <a:srgbClr val="000000"/>
                  </a:solidFill>
                  <a:latin typeface="+mj-lt"/>
                  <a:cs typeface="Arial" panose="020B0604020202020204" pitchFamily="34" charset="0"/>
                </a:rPr>
                <a:t>Object 2</a:t>
              </a:r>
            </a:p>
          </p:txBody>
        </p:sp>
      </p:grpSp>
      <p:sp>
        <p:nvSpPr>
          <p:cNvPr id="6" name="Google Shape;83;p15">
            <a:extLst>
              <a:ext uri="{FF2B5EF4-FFF2-40B4-BE49-F238E27FC236}">
                <a16:creationId xmlns:a16="http://schemas.microsoft.com/office/drawing/2014/main" id="{7929AC78-7E3C-08A6-D26C-E99CB41BAD96}"/>
              </a:ext>
            </a:extLst>
          </p:cNvPr>
          <p:cNvSpPr txBox="1"/>
          <p:nvPr/>
        </p:nvSpPr>
        <p:spPr>
          <a:xfrm>
            <a:off x="2172233" y="3587341"/>
            <a:ext cx="2840000" cy="480987"/>
          </a:xfrm>
          <a:prstGeom prst="rect">
            <a:avLst/>
          </a:prstGeom>
          <a:noFill/>
          <a:ln>
            <a:noFill/>
          </a:ln>
        </p:spPr>
        <p:txBody>
          <a:bodyPr spcFirstLastPara="1" wrap="square" lIns="121900" tIns="121900" rIns="121900" bIns="121900" anchor="t" anchorCtr="0">
            <a:noAutofit/>
          </a:bodyPr>
          <a:lstStyle/>
          <a:p>
            <a:pPr defTabSz="1219170">
              <a:buClr>
                <a:srgbClr val="000000"/>
              </a:buClr>
              <a:buSzPts val="1200"/>
            </a:pPr>
            <a:r>
              <a:rPr lang="en" sz="1600" kern="0">
                <a:solidFill>
                  <a:srgbClr val="000000"/>
                </a:solidFill>
                <a:ea typeface="Montserrat"/>
                <a:cs typeface="Arial" panose="020B0604020202020204" pitchFamily="34" charset="0"/>
                <a:sym typeface="Montserrat"/>
              </a:rPr>
              <a:t>Features of object 1</a:t>
            </a:r>
            <a:endParaRPr sz="1600" kern="0">
              <a:solidFill>
                <a:srgbClr val="000000"/>
              </a:solidFill>
              <a:ea typeface="Montserrat"/>
              <a:cs typeface="Arial" panose="020B0604020202020204" pitchFamily="34" charset="0"/>
              <a:sym typeface="Montserrat"/>
            </a:endParaRPr>
          </a:p>
        </p:txBody>
      </p:sp>
      <p:sp>
        <p:nvSpPr>
          <p:cNvPr id="8" name="Google Shape;85;p15">
            <a:extLst>
              <a:ext uri="{FF2B5EF4-FFF2-40B4-BE49-F238E27FC236}">
                <a16:creationId xmlns:a16="http://schemas.microsoft.com/office/drawing/2014/main" id="{F6A59A3B-162F-EA43-AD23-33BEF8DA5A86}"/>
              </a:ext>
            </a:extLst>
          </p:cNvPr>
          <p:cNvSpPr txBox="1"/>
          <p:nvPr/>
        </p:nvSpPr>
        <p:spPr>
          <a:xfrm>
            <a:off x="5475522" y="3317591"/>
            <a:ext cx="1504400" cy="1020486"/>
          </a:xfrm>
          <a:prstGeom prst="rect">
            <a:avLst/>
          </a:prstGeom>
          <a:noFill/>
          <a:ln>
            <a:noFill/>
          </a:ln>
        </p:spPr>
        <p:txBody>
          <a:bodyPr spcFirstLastPara="1" wrap="square" lIns="121900" tIns="121900" rIns="121900" bIns="121900" anchor="t" anchorCtr="0">
            <a:noAutofit/>
          </a:bodyPr>
          <a:lstStyle/>
          <a:p>
            <a:pPr defTabSz="1219170">
              <a:buClr>
                <a:srgbClr val="000000"/>
              </a:buClr>
              <a:buSzPts val="1200"/>
            </a:pPr>
            <a:r>
              <a:rPr lang="en" sz="1600" kern="0">
                <a:solidFill>
                  <a:srgbClr val="000000"/>
                </a:solidFill>
                <a:ea typeface="Montserrat"/>
                <a:cs typeface="Arial" panose="020B0604020202020204" pitchFamily="34" charset="0"/>
                <a:sym typeface="Montserrat"/>
              </a:rPr>
              <a:t>Features similar to both objects</a:t>
            </a:r>
            <a:endParaRPr sz="1600" kern="0">
              <a:solidFill>
                <a:srgbClr val="000000"/>
              </a:solidFill>
              <a:ea typeface="Montserrat"/>
              <a:cs typeface="Arial" panose="020B0604020202020204" pitchFamily="34" charset="0"/>
              <a:sym typeface="Montserrat"/>
            </a:endParaRPr>
          </a:p>
        </p:txBody>
      </p:sp>
      <p:sp>
        <p:nvSpPr>
          <p:cNvPr id="7" name="Google Shape;84;p15">
            <a:extLst>
              <a:ext uri="{FF2B5EF4-FFF2-40B4-BE49-F238E27FC236}">
                <a16:creationId xmlns:a16="http://schemas.microsoft.com/office/drawing/2014/main" id="{20C12809-0B2D-4F6C-1E45-A032BCB4FC87}"/>
              </a:ext>
            </a:extLst>
          </p:cNvPr>
          <p:cNvSpPr txBox="1"/>
          <p:nvPr/>
        </p:nvSpPr>
        <p:spPr>
          <a:xfrm>
            <a:off x="7659220" y="3548595"/>
            <a:ext cx="2290061" cy="480987"/>
          </a:xfrm>
          <a:prstGeom prst="rect">
            <a:avLst/>
          </a:prstGeom>
          <a:noFill/>
          <a:ln>
            <a:noFill/>
          </a:ln>
        </p:spPr>
        <p:txBody>
          <a:bodyPr spcFirstLastPara="1" wrap="square" lIns="121900" tIns="121900" rIns="121900" bIns="121900" anchor="t" anchorCtr="0">
            <a:noAutofit/>
          </a:bodyPr>
          <a:lstStyle/>
          <a:p>
            <a:pPr defTabSz="1219170">
              <a:buClr>
                <a:srgbClr val="000000"/>
              </a:buClr>
              <a:buSzPts val="1200"/>
            </a:pPr>
            <a:r>
              <a:rPr lang="en" sz="1600" kern="0">
                <a:solidFill>
                  <a:srgbClr val="000000"/>
                </a:solidFill>
                <a:ea typeface="Montserrat"/>
                <a:cs typeface="Arial" panose="020B0604020202020204" pitchFamily="34" charset="0"/>
                <a:sym typeface="Montserrat"/>
              </a:rPr>
              <a:t>Features of object 2</a:t>
            </a:r>
            <a:endParaRPr sz="1600" kern="0">
              <a:solidFill>
                <a:srgbClr val="000000"/>
              </a:solidFill>
              <a:ea typeface="Montserrat"/>
              <a:cs typeface="Arial" panose="020B0604020202020204" pitchFamily="34" charset="0"/>
              <a:sym typeface="Montserrat"/>
            </a:endParaRPr>
          </a:p>
        </p:txBody>
      </p:sp>
      <p:sp>
        <p:nvSpPr>
          <p:cNvPr id="2" name="Slide Number Placeholder 1">
            <a:extLst>
              <a:ext uri="{FF2B5EF4-FFF2-40B4-BE49-F238E27FC236}">
                <a16:creationId xmlns:a16="http://schemas.microsoft.com/office/drawing/2014/main" id="{9E573A6F-C19D-9FA9-6524-4645FC66BA07}"/>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latin typeface="Arial" panose="020B0604020202020204" pitchFamily="34" charset="0"/>
                <a:cs typeface="Arial" panose="020B0604020202020204" pitchFamily="34" charset="0"/>
              </a:rPr>
              <a:t>60</a:t>
            </a:fld>
            <a:endParaRPr lang="en-AU">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970346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6D91289-EFA1-2A0B-F525-10593DC34D0E}"/>
              </a:ext>
            </a:extLst>
          </p:cNvPr>
          <p:cNvSpPr>
            <a:spLocks noGrp="1"/>
          </p:cNvSpPr>
          <p:nvPr>
            <p:ph type="title"/>
          </p:nvPr>
        </p:nvSpPr>
        <p:spPr/>
        <p:txBody>
          <a:bodyPr/>
          <a:lstStyle/>
          <a:p>
            <a:r>
              <a:rPr lang="en-AU">
                <a:latin typeface="+mj-lt"/>
              </a:rPr>
              <a:t>Frayer</a:t>
            </a:r>
          </a:p>
        </p:txBody>
      </p:sp>
      <p:sp>
        <p:nvSpPr>
          <p:cNvPr id="5" name="Google Shape;72;p15">
            <a:extLst>
              <a:ext uri="{FF2B5EF4-FFF2-40B4-BE49-F238E27FC236}">
                <a16:creationId xmlns:a16="http://schemas.microsoft.com/office/drawing/2014/main" id="{B9D6B4E5-9E93-B797-C630-047A8AA7C573}"/>
              </a:ext>
              <a:ext uri="{C183D7F6-B498-43B3-948B-1728B52AA6E4}">
                <adec:decorative xmlns:adec="http://schemas.microsoft.com/office/drawing/2017/decorative" val="1"/>
              </a:ext>
            </a:extLst>
          </p:cNvPr>
          <p:cNvSpPr/>
          <p:nvPr/>
        </p:nvSpPr>
        <p:spPr>
          <a:xfrm rot="16200000">
            <a:off x="2509649" y="61201"/>
            <a:ext cx="2525626" cy="4551266"/>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endParaRPr>
          </a:p>
        </p:txBody>
      </p:sp>
      <p:sp>
        <p:nvSpPr>
          <p:cNvPr id="6" name="Google Shape;73;p15">
            <a:extLst>
              <a:ext uri="{FF2B5EF4-FFF2-40B4-BE49-F238E27FC236}">
                <a16:creationId xmlns:a16="http://schemas.microsoft.com/office/drawing/2014/main" id="{155B17CE-58EE-4032-EBBD-41AA0AD38601}"/>
              </a:ext>
            </a:extLst>
          </p:cNvPr>
          <p:cNvSpPr txBox="1"/>
          <p:nvPr/>
        </p:nvSpPr>
        <p:spPr>
          <a:xfrm>
            <a:off x="1496829" y="1074256"/>
            <a:ext cx="4551266" cy="2022942"/>
          </a:xfrm>
          <a:prstGeom prst="rect">
            <a:avLst/>
          </a:prstGeom>
          <a:noFill/>
          <a:ln>
            <a:noFill/>
          </a:ln>
        </p:spPr>
        <p:txBody>
          <a:bodyPr spcFirstLastPara="1" wrap="square" lIns="151700" tIns="360000" rIns="151700" bIns="151700" anchor="t" anchorCtr="0">
            <a:noAutofit/>
          </a:bodyPr>
          <a:lstStyle/>
          <a:p>
            <a:pPr marL="479988">
              <a:lnSpc>
                <a:spcPct val="90000"/>
              </a:lnSpc>
              <a:buClr>
                <a:srgbClr val="1E4E79"/>
              </a:buClr>
              <a:buSzPts val="1600"/>
            </a:pPr>
            <a:r>
              <a:rPr lang="en" sz="2000" b="1">
                <a:latin typeface="+mj-lt"/>
                <a:ea typeface="Calibri"/>
                <a:cs typeface="Arial" panose="020B0604020202020204" pitchFamily="34" charset="0"/>
                <a:sym typeface="Calibri"/>
              </a:rPr>
              <a:t>Definition </a:t>
            </a:r>
            <a:endParaRPr sz="2000">
              <a:latin typeface="+mj-lt"/>
              <a:cs typeface="Arial" panose="020B0604020202020204" pitchFamily="34" charset="0"/>
            </a:endParaRPr>
          </a:p>
        </p:txBody>
      </p:sp>
      <p:sp>
        <p:nvSpPr>
          <p:cNvPr id="7" name="Google Shape;74;p15">
            <a:extLst>
              <a:ext uri="{FF2B5EF4-FFF2-40B4-BE49-F238E27FC236}">
                <a16:creationId xmlns:a16="http://schemas.microsoft.com/office/drawing/2014/main" id="{ACE9AFB6-504F-E966-D3E6-0982C9D9B403}"/>
              </a:ext>
              <a:ext uri="{C183D7F6-B498-43B3-948B-1728B52AA6E4}">
                <adec:decorative xmlns:adec="http://schemas.microsoft.com/office/drawing/2017/decorative" val="1"/>
              </a:ext>
            </a:extLst>
          </p:cNvPr>
          <p:cNvSpPr/>
          <p:nvPr/>
        </p:nvSpPr>
        <p:spPr>
          <a:xfrm>
            <a:off x="6198194" y="1059232"/>
            <a:ext cx="4497303" cy="2527829"/>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sym typeface="Calibri"/>
            </a:endParaRPr>
          </a:p>
        </p:txBody>
      </p:sp>
      <p:sp>
        <p:nvSpPr>
          <p:cNvPr id="8" name="Google Shape;75;p15">
            <a:extLst>
              <a:ext uri="{FF2B5EF4-FFF2-40B4-BE49-F238E27FC236}">
                <a16:creationId xmlns:a16="http://schemas.microsoft.com/office/drawing/2014/main" id="{EAA24362-2F3E-5787-7000-91A7ADFA07E0}"/>
              </a:ext>
            </a:extLst>
          </p:cNvPr>
          <p:cNvSpPr txBox="1"/>
          <p:nvPr/>
        </p:nvSpPr>
        <p:spPr>
          <a:xfrm>
            <a:off x="6198194" y="1059232"/>
            <a:ext cx="4497303" cy="2080650"/>
          </a:xfrm>
          <a:prstGeom prst="rect">
            <a:avLst/>
          </a:prstGeom>
          <a:noFill/>
          <a:ln>
            <a:noFill/>
          </a:ln>
        </p:spPr>
        <p:txBody>
          <a:bodyPr spcFirstLastPara="1" wrap="square" lIns="0" tIns="360000" rIns="170667" bIns="170667" anchor="t" anchorCtr="0">
            <a:noAutofit/>
          </a:bodyPr>
          <a:lstStyle/>
          <a:p>
            <a:pPr marL="479988">
              <a:lnSpc>
                <a:spcPct val="90000"/>
              </a:lnSpc>
              <a:buClr>
                <a:srgbClr val="1E4E79"/>
              </a:buClr>
              <a:buSzPts val="1800"/>
            </a:pPr>
            <a:r>
              <a:rPr lang="en" sz="2000" b="1">
                <a:latin typeface="+mj-lt"/>
                <a:ea typeface="Calibri"/>
                <a:cs typeface="Arial" panose="020B0604020202020204" pitchFamily="34" charset="0"/>
                <a:sym typeface="Calibri"/>
              </a:rPr>
              <a:t>Facts/Characteristics</a:t>
            </a:r>
            <a:endParaRPr sz="2000">
              <a:latin typeface="+mj-lt"/>
              <a:ea typeface="Calibri"/>
              <a:cs typeface="Arial" panose="020B0604020202020204" pitchFamily="34" charset="0"/>
              <a:sym typeface="Calibri"/>
            </a:endParaRPr>
          </a:p>
        </p:txBody>
      </p:sp>
      <p:sp>
        <p:nvSpPr>
          <p:cNvPr id="9" name="Google Shape;76;p15">
            <a:extLst>
              <a:ext uri="{FF2B5EF4-FFF2-40B4-BE49-F238E27FC236}">
                <a16:creationId xmlns:a16="http://schemas.microsoft.com/office/drawing/2014/main" id="{654479C0-7B02-5005-0AF7-67C0EE900317}"/>
              </a:ext>
              <a:ext uri="{C183D7F6-B498-43B3-948B-1728B52AA6E4}">
                <adec:decorative xmlns:adec="http://schemas.microsoft.com/office/drawing/2017/decorative" val="1"/>
              </a:ext>
            </a:extLst>
          </p:cNvPr>
          <p:cNvSpPr/>
          <p:nvPr/>
        </p:nvSpPr>
        <p:spPr>
          <a:xfrm rot="10800000">
            <a:off x="1496502" y="3693916"/>
            <a:ext cx="4551266" cy="2632084"/>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endParaRPr>
          </a:p>
        </p:txBody>
      </p:sp>
      <p:sp>
        <p:nvSpPr>
          <p:cNvPr id="10" name="Google Shape;77;p15">
            <a:extLst>
              <a:ext uri="{FF2B5EF4-FFF2-40B4-BE49-F238E27FC236}">
                <a16:creationId xmlns:a16="http://schemas.microsoft.com/office/drawing/2014/main" id="{2CCF9001-759D-8324-2DF9-1254DE857686}"/>
              </a:ext>
            </a:extLst>
          </p:cNvPr>
          <p:cNvSpPr txBox="1"/>
          <p:nvPr/>
        </p:nvSpPr>
        <p:spPr>
          <a:xfrm>
            <a:off x="1496829" y="3690082"/>
            <a:ext cx="4551266" cy="2635516"/>
          </a:xfrm>
          <a:prstGeom prst="rect">
            <a:avLst/>
          </a:prstGeom>
          <a:noFill/>
          <a:ln>
            <a:noFill/>
          </a:ln>
        </p:spPr>
        <p:txBody>
          <a:bodyPr spcFirstLastPara="1" wrap="square" lIns="151700" tIns="720000" rIns="151700" bIns="151700" anchor="t" anchorCtr="0">
            <a:noAutofit/>
          </a:bodyPr>
          <a:lstStyle/>
          <a:p>
            <a:pPr marL="479988">
              <a:buClr>
                <a:srgbClr val="1E4E79"/>
              </a:buClr>
              <a:buSzPts val="1600"/>
            </a:pPr>
            <a:r>
              <a:rPr lang="en" sz="2000" b="1">
                <a:latin typeface="+mj-lt"/>
                <a:ea typeface="Calibri"/>
                <a:cs typeface="Arial" panose="020B0604020202020204" pitchFamily="34" charset="0"/>
                <a:sym typeface="Calibri"/>
              </a:rPr>
              <a:t>Examples</a:t>
            </a:r>
            <a:br>
              <a:rPr lang="en" sz="2000" b="1">
                <a:latin typeface="+mj-lt"/>
                <a:ea typeface="Calibri"/>
                <a:cs typeface="Arial" panose="020B0604020202020204" pitchFamily="34" charset="0"/>
                <a:sym typeface="Calibri"/>
              </a:rPr>
            </a:br>
            <a:endParaRPr sz="2000">
              <a:latin typeface="+mj-lt"/>
              <a:ea typeface="Calibri"/>
              <a:cs typeface="Arial" panose="020B0604020202020204" pitchFamily="34" charset="0"/>
              <a:sym typeface="Calibri"/>
            </a:endParaRPr>
          </a:p>
        </p:txBody>
      </p:sp>
      <p:sp>
        <p:nvSpPr>
          <p:cNvPr id="11" name="Google Shape;78;p15">
            <a:extLst>
              <a:ext uri="{FF2B5EF4-FFF2-40B4-BE49-F238E27FC236}">
                <a16:creationId xmlns:a16="http://schemas.microsoft.com/office/drawing/2014/main" id="{A70112CF-B458-EE21-D197-F749A960826E}"/>
              </a:ext>
              <a:ext uri="{C183D7F6-B498-43B3-948B-1728B52AA6E4}">
                <adec:decorative xmlns:adec="http://schemas.microsoft.com/office/drawing/2017/decorative" val="1"/>
              </a:ext>
            </a:extLst>
          </p:cNvPr>
          <p:cNvSpPr/>
          <p:nvPr/>
        </p:nvSpPr>
        <p:spPr>
          <a:xfrm rot="5400000">
            <a:off x="7132622" y="2768367"/>
            <a:ext cx="2628413" cy="4483354"/>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endParaRPr>
          </a:p>
        </p:txBody>
      </p:sp>
      <p:sp>
        <p:nvSpPr>
          <p:cNvPr id="12" name="Google Shape;79;p15">
            <a:extLst>
              <a:ext uri="{FF2B5EF4-FFF2-40B4-BE49-F238E27FC236}">
                <a16:creationId xmlns:a16="http://schemas.microsoft.com/office/drawing/2014/main" id="{33005813-EAC2-1551-6AB4-22EBA739B63E}"/>
              </a:ext>
            </a:extLst>
          </p:cNvPr>
          <p:cNvSpPr txBox="1"/>
          <p:nvPr/>
        </p:nvSpPr>
        <p:spPr>
          <a:xfrm>
            <a:off x="6205065" y="3691806"/>
            <a:ext cx="4483354" cy="2632085"/>
          </a:xfrm>
          <a:prstGeom prst="rect">
            <a:avLst/>
          </a:prstGeom>
          <a:noFill/>
          <a:ln>
            <a:noFill/>
          </a:ln>
        </p:spPr>
        <p:txBody>
          <a:bodyPr spcFirstLastPara="1" wrap="square" lIns="0" tIns="720000" rIns="151700" bIns="151700" anchor="t" anchorCtr="0">
            <a:noAutofit/>
          </a:bodyPr>
          <a:lstStyle/>
          <a:p>
            <a:pPr marL="479988">
              <a:lnSpc>
                <a:spcPct val="90000"/>
              </a:lnSpc>
              <a:buClr>
                <a:srgbClr val="1E4E79"/>
              </a:buClr>
              <a:buSzPts val="1600"/>
            </a:pPr>
            <a:r>
              <a:rPr lang="en" sz="2000" b="1">
                <a:latin typeface="+mj-lt"/>
                <a:ea typeface="Calibri"/>
                <a:cs typeface="Arial" panose="020B0604020202020204" pitchFamily="34" charset="0"/>
                <a:sym typeface="Calibri"/>
              </a:rPr>
              <a:t>Non-examples</a:t>
            </a:r>
            <a:br>
              <a:rPr lang="en" sz="2000" b="1">
                <a:latin typeface="+mj-lt"/>
                <a:ea typeface="Calibri"/>
                <a:cs typeface="Arial" panose="020B0604020202020204" pitchFamily="34" charset="0"/>
                <a:sym typeface="Calibri"/>
              </a:rPr>
            </a:br>
            <a:endParaRPr sz="2000">
              <a:latin typeface="+mj-lt"/>
              <a:ea typeface="Calibri"/>
              <a:cs typeface="Arial" panose="020B0604020202020204" pitchFamily="34" charset="0"/>
              <a:sym typeface="Calibri"/>
            </a:endParaRPr>
          </a:p>
        </p:txBody>
      </p:sp>
      <p:sp>
        <p:nvSpPr>
          <p:cNvPr id="13" name="Google Shape;80;p15">
            <a:extLst>
              <a:ext uri="{FF2B5EF4-FFF2-40B4-BE49-F238E27FC236}">
                <a16:creationId xmlns:a16="http://schemas.microsoft.com/office/drawing/2014/main" id="{A62C944F-23E5-C8E7-9836-BD34D0F59ABD}"/>
              </a:ext>
              <a:ext uri="{C183D7F6-B498-43B3-948B-1728B52AA6E4}">
                <adec:decorative xmlns:adec="http://schemas.microsoft.com/office/drawing/2017/decorative" val="1"/>
              </a:ext>
            </a:extLst>
          </p:cNvPr>
          <p:cNvSpPr/>
          <p:nvPr/>
        </p:nvSpPr>
        <p:spPr>
          <a:xfrm>
            <a:off x="4813068" y="3140242"/>
            <a:ext cx="2594640" cy="1039985"/>
          </a:xfrm>
          <a:prstGeom prst="roundRect">
            <a:avLst>
              <a:gd name="adj" fmla="val 16667"/>
            </a:avLst>
          </a:prstGeom>
          <a:solidFill>
            <a:schemeClr val="bg1"/>
          </a:solidFill>
          <a:ln w="38100" cap="flat" cmpd="sng">
            <a:solidFill>
              <a:schemeClr val="tx1"/>
            </a:solidFill>
            <a:prstDash val="solid"/>
            <a:miter lim="800000"/>
            <a:headEnd type="none" w="sm" len="sm"/>
            <a:tailEnd type="none" w="sm" len="sm"/>
          </a:ln>
        </p:spPr>
        <p:txBody>
          <a:bodyPr spcFirstLastPara="1" wrap="square" lIns="79125" tIns="39550" rIns="79125" bIns="39550" anchor="ctr" anchorCtr="0">
            <a:noAutofit/>
          </a:bodyPr>
          <a:lstStyle/>
          <a:p>
            <a:pPr algn="ctr">
              <a:buClr>
                <a:srgbClr val="000000"/>
              </a:buClr>
            </a:pPr>
            <a:endParaRPr sz="2000" b="1">
              <a:latin typeface="Arial" panose="020B0604020202020204" pitchFamily="34" charset="0"/>
              <a:cs typeface="Arial" panose="020B0604020202020204" pitchFamily="34" charset="0"/>
            </a:endParaRPr>
          </a:p>
        </p:txBody>
      </p:sp>
      <p:sp>
        <p:nvSpPr>
          <p:cNvPr id="14" name="Google Shape;81;p15">
            <a:extLst>
              <a:ext uri="{FF2B5EF4-FFF2-40B4-BE49-F238E27FC236}">
                <a16:creationId xmlns:a16="http://schemas.microsoft.com/office/drawing/2014/main" id="{5839A77F-3456-77D9-817C-2DE6B6AB4595}"/>
              </a:ext>
            </a:extLst>
          </p:cNvPr>
          <p:cNvSpPr txBox="1"/>
          <p:nvPr/>
        </p:nvSpPr>
        <p:spPr>
          <a:xfrm>
            <a:off x="4863817" y="3191467"/>
            <a:ext cx="2492955" cy="937932"/>
          </a:xfrm>
          <a:prstGeom prst="rect">
            <a:avLst/>
          </a:prstGeom>
          <a:noFill/>
          <a:ln>
            <a:noFill/>
          </a:ln>
        </p:spPr>
        <p:txBody>
          <a:bodyPr spcFirstLastPara="1" wrap="square" lIns="101600" tIns="101600" rIns="101600" bIns="101600" anchor="ctr" anchorCtr="0">
            <a:noAutofit/>
          </a:bodyPr>
          <a:lstStyle/>
          <a:p>
            <a:pPr algn="ctr">
              <a:buClr>
                <a:srgbClr val="1E4E79"/>
              </a:buClr>
              <a:buSzPts val="2000"/>
            </a:pPr>
            <a:r>
              <a:rPr lang="en" b="1">
                <a:latin typeface="+mj-lt"/>
                <a:ea typeface="Calibri"/>
                <a:cs typeface="Arial" panose="020B0604020202020204" pitchFamily="34" charset="0"/>
                <a:sym typeface="Calibri"/>
              </a:rPr>
              <a:t>Word, term, concept</a:t>
            </a:r>
            <a:endParaRPr>
              <a:latin typeface="+mj-lt"/>
              <a:cs typeface="Arial" panose="020B0604020202020204" pitchFamily="34" charset="0"/>
            </a:endParaRPr>
          </a:p>
        </p:txBody>
      </p:sp>
      <p:sp>
        <p:nvSpPr>
          <p:cNvPr id="2" name="Slide Number Placeholder 1">
            <a:extLst>
              <a:ext uri="{FF2B5EF4-FFF2-40B4-BE49-F238E27FC236}">
                <a16:creationId xmlns:a16="http://schemas.microsoft.com/office/drawing/2014/main" id="{A4070155-F260-7BBF-5A58-0C4E16363B7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latin typeface="Arial" panose="020B0604020202020204" pitchFamily="34" charset="0"/>
                <a:cs typeface="Arial" panose="020B0604020202020204" pitchFamily="34" charset="0"/>
              </a:rPr>
              <a:t>61</a:t>
            </a:fld>
            <a:endParaRPr lang="en-AU">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14206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Google Shape;125;p17">
            <a:extLst>
              <a:ext uri="{FF2B5EF4-FFF2-40B4-BE49-F238E27FC236}">
                <a16:creationId xmlns:a16="http://schemas.microsoft.com/office/drawing/2014/main" id="{3E705808-C767-CFA5-5BCC-DD7546162A49}"/>
              </a:ext>
              <a:ext uri="{C183D7F6-B498-43B3-948B-1728B52AA6E4}">
                <adec:decorative xmlns:adec="http://schemas.microsoft.com/office/drawing/2017/decorative" val="1"/>
              </a:ext>
            </a:extLst>
          </p:cNvPr>
          <p:cNvCxnSpPr/>
          <p:nvPr/>
        </p:nvCxnSpPr>
        <p:spPr>
          <a:xfrm>
            <a:off x="3501647" y="3588700"/>
            <a:ext cx="1674541" cy="0"/>
          </a:xfrm>
          <a:prstGeom prst="straightConnector1">
            <a:avLst/>
          </a:prstGeom>
          <a:noFill/>
          <a:ln w="19050" cap="flat" cmpd="sng">
            <a:solidFill>
              <a:srgbClr val="007A8A"/>
            </a:solidFill>
            <a:prstDash val="solid"/>
            <a:round/>
            <a:headEnd type="none" w="med" len="med"/>
            <a:tailEnd type="none" w="med" len="med"/>
          </a:ln>
        </p:spPr>
      </p:cxnSp>
      <p:cxnSp>
        <p:nvCxnSpPr>
          <p:cNvPr id="33" name="Google Shape;126;p17">
            <a:extLst>
              <a:ext uri="{FF2B5EF4-FFF2-40B4-BE49-F238E27FC236}">
                <a16:creationId xmlns:a16="http://schemas.microsoft.com/office/drawing/2014/main" id="{4D593D99-85C5-3753-C35F-70804D33E897}"/>
              </a:ext>
              <a:ext uri="{C183D7F6-B498-43B3-948B-1728B52AA6E4}">
                <adec:decorative xmlns:adec="http://schemas.microsoft.com/office/drawing/2017/decorative" val="1"/>
              </a:ext>
            </a:extLst>
          </p:cNvPr>
          <p:cNvCxnSpPr/>
          <p:nvPr/>
        </p:nvCxnSpPr>
        <p:spPr>
          <a:xfrm rot="10800000" flipH="1">
            <a:off x="7016136" y="3588822"/>
            <a:ext cx="1674177" cy="9471"/>
          </a:xfrm>
          <a:prstGeom prst="straightConnector1">
            <a:avLst/>
          </a:prstGeom>
          <a:noFill/>
          <a:ln w="19050" cap="flat" cmpd="sng">
            <a:solidFill>
              <a:srgbClr val="007A8A"/>
            </a:solidFill>
            <a:prstDash val="solid"/>
            <a:round/>
            <a:headEnd type="none" w="med" len="med"/>
            <a:tailEnd type="none" w="med" len="med"/>
          </a:ln>
        </p:spPr>
      </p:cxnSp>
      <p:cxnSp>
        <p:nvCxnSpPr>
          <p:cNvPr id="34" name="Google Shape;127;p17">
            <a:extLst>
              <a:ext uri="{FF2B5EF4-FFF2-40B4-BE49-F238E27FC236}">
                <a16:creationId xmlns:a16="http://schemas.microsoft.com/office/drawing/2014/main" id="{6241178A-8250-2EB4-990C-5E5C190B57EF}"/>
              </a:ext>
              <a:ext uri="{C183D7F6-B498-43B3-948B-1728B52AA6E4}">
                <adec:decorative xmlns:adec="http://schemas.microsoft.com/office/drawing/2017/decorative" val="1"/>
              </a:ext>
            </a:extLst>
          </p:cNvPr>
          <p:cNvCxnSpPr>
            <a:stCxn id="4" idx="4"/>
          </p:cNvCxnSpPr>
          <p:nvPr/>
        </p:nvCxnSpPr>
        <p:spPr>
          <a:xfrm>
            <a:off x="6096119" y="4336165"/>
            <a:ext cx="0" cy="1049092"/>
          </a:xfrm>
          <a:prstGeom prst="straightConnector1">
            <a:avLst/>
          </a:prstGeom>
          <a:noFill/>
          <a:ln w="19050" cap="flat" cmpd="sng">
            <a:solidFill>
              <a:srgbClr val="007A8A"/>
            </a:solidFill>
            <a:prstDash val="solid"/>
            <a:round/>
            <a:headEnd type="none" w="med" len="med"/>
            <a:tailEnd type="none" w="med" len="med"/>
          </a:ln>
        </p:spPr>
      </p:cxnSp>
      <p:cxnSp>
        <p:nvCxnSpPr>
          <p:cNvPr id="35" name="Google Shape;128;p17">
            <a:extLst>
              <a:ext uri="{FF2B5EF4-FFF2-40B4-BE49-F238E27FC236}">
                <a16:creationId xmlns:a16="http://schemas.microsoft.com/office/drawing/2014/main" id="{F5AEAD7C-EBDE-0F6D-747A-69E22D2A29DE}"/>
              </a:ext>
              <a:ext uri="{C183D7F6-B498-43B3-948B-1728B52AA6E4}">
                <adec:decorative xmlns:adec="http://schemas.microsoft.com/office/drawing/2017/decorative" val="1"/>
              </a:ext>
            </a:extLst>
          </p:cNvPr>
          <p:cNvCxnSpPr>
            <a:stCxn id="4" idx="0"/>
            <a:endCxn id="42" idx="4"/>
          </p:cNvCxnSpPr>
          <p:nvPr/>
        </p:nvCxnSpPr>
        <p:spPr>
          <a:xfrm rot="10800000">
            <a:off x="6076813" y="1814701"/>
            <a:ext cx="19306" cy="1026508"/>
          </a:xfrm>
          <a:prstGeom prst="straightConnector1">
            <a:avLst/>
          </a:prstGeom>
          <a:noFill/>
          <a:ln w="19050" cap="flat" cmpd="sng">
            <a:solidFill>
              <a:srgbClr val="007A8A"/>
            </a:solidFill>
            <a:prstDash val="solid"/>
            <a:round/>
            <a:headEnd type="none" w="med" len="med"/>
            <a:tailEnd type="none" w="med" len="med"/>
          </a:ln>
        </p:spPr>
      </p:cxnSp>
      <p:cxnSp>
        <p:nvCxnSpPr>
          <p:cNvPr id="36" name="Google Shape;130;p17">
            <a:extLst>
              <a:ext uri="{FF2B5EF4-FFF2-40B4-BE49-F238E27FC236}">
                <a16:creationId xmlns:a16="http://schemas.microsoft.com/office/drawing/2014/main" id="{785A2CF1-95F1-A338-3D65-77D8DE66BE5A}"/>
              </a:ext>
              <a:ext uri="{C183D7F6-B498-43B3-948B-1728B52AA6E4}">
                <adec:decorative xmlns:adec="http://schemas.microsoft.com/office/drawing/2017/decorative" val="1"/>
              </a:ext>
            </a:extLst>
          </p:cNvPr>
          <p:cNvCxnSpPr>
            <a:endCxn id="46" idx="7"/>
          </p:cNvCxnSpPr>
          <p:nvPr/>
        </p:nvCxnSpPr>
        <p:spPr>
          <a:xfrm flipH="1">
            <a:off x="4063742" y="4117156"/>
            <a:ext cx="1363820" cy="595579"/>
          </a:xfrm>
          <a:prstGeom prst="straightConnector1">
            <a:avLst/>
          </a:prstGeom>
          <a:noFill/>
          <a:ln w="19050" cap="flat" cmpd="sng">
            <a:solidFill>
              <a:srgbClr val="007A8A"/>
            </a:solidFill>
            <a:prstDash val="solid"/>
            <a:round/>
            <a:headEnd type="none" w="med" len="med"/>
            <a:tailEnd type="none" w="med" len="med"/>
          </a:ln>
        </p:spPr>
      </p:cxnSp>
      <p:cxnSp>
        <p:nvCxnSpPr>
          <p:cNvPr id="37" name="Google Shape;132;p17">
            <a:extLst>
              <a:ext uri="{FF2B5EF4-FFF2-40B4-BE49-F238E27FC236}">
                <a16:creationId xmlns:a16="http://schemas.microsoft.com/office/drawing/2014/main" id="{66A531BB-70E7-53AD-650E-EC53ED879874}"/>
              </a:ext>
              <a:ext uri="{C183D7F6-B498-43B3-948B-1728B52AA6E4}">
                <adec:decorative xmlns:adec="http://schemas.microsoft.com/office/drawing/2017/decorative" val="1"/>
              </a:ext>
            </a:extLst>
          </p:cNvPr>
          <p:cNvCxnSpPr>
            <a:stCxn id="4" idx="1"/>
            <a:endCxn id="40" idx="5"/>
          </p:cNvCxnSpPr>
          <p:nvPr/>
        </p:nvCxnSpPr>
        <p:spPr>
          <a:xfrm rot="10800000">
            <a:off x="4059932" y="2423399"/>
            <a:ext cx="1385676" cy="636741"/>
          </a:xfrm>
          <a:prstGeom prst="straightConnector1">
            <a:avLst/>
          </a:prstGeom>
          <a:noFill/>
          <a:ln w="19050" cap="flat" cmpd="sng">
            <a:solidFill>
              <a:srgbClr val="007A8A"/>
            </a:solidFill>
            <a:prstDash val="solid"/>
            <a:round/>
            <a:headEnd type="none" w="med" len="med"/>
            <a:tailEnd type="none" w="med" len="med"/>
          </a:ln>
        </p:spPr>
      </p:cxnSp>
      <p:cxnSp>
        <p:nvCxnSpPr>
          <p:cNvPr id="38" name="Google Shape;134;p17">
            <a:extLst>
              <a:ext uri="{FF2B5EF4-FFF2-40B4-BE49-F238E27FC236}">
                <a16:creationId xmlns:a16="http://schemas.microsoft.com/office/drawing/2014/main" id="{BB967329-4667-DDED-F05E-5823A1F34685}"/>
              </a:ext>
              <a:ext uri="{C183D7F6-B498-43B3-948B-1728B52AA6E4}">
                <adec:decorative xmlns:adec="http://schemas.microsoft.com/office/drawing/2017/decorative" val="1"/>
              </a:ext>
            </a:extLst>
          </p:cNvPr>
          <p:cNvCxnSpPr>
            <a:endCxn id="47" idx="1"/>
          </p:cNvCxnSpPr>
          <p:nvPr/>
        </p:nvCxnSpPr>
        <p:spPr>
          <a:xfrm>
            <a:off x="6764984" y="4105838"/>
            <a:ext cx="1385676" cy="772977"/>
          </a:xfrm>
          <a:prstGeom prst="straightConnector1">
            <a:avLst/>
          </a:prstGeom>
          <a:noFill/>
          <a:ln w="19050" cap="flat" cmpd="sng">
            <a:solidFill>
              <a:srgbClr val="007A8A"/>
            </a:solidFill>
            <a:prstDash val="solid"/>
            <a:round/>
            <a:headEnd type="none" w="med" len="med"/>
            <a:tailEnd type="none" w="med" len="med"/>
          </a:ln>
        </p:spPr>
      </p:cxnSp>
      <p:cxnSp>
        <p:nvCxnSpPr>
          <p:cNvPr id="39" name="Google Shape;136;p17">
            <a:extLst>
              <a:ext uri="{FF2B5EF4-FFF2-40B4-BE49-F238E27FC236}">
                <a16:creationId xmlns:a16="http://schemas.microsoft.com/office/drawing/2014/main" id="{C6252BA3-DB91-FDA2-FA30-142CEADB096E}"/>
              </a:ext>
              <a:ext uri="{C183D7F6-B498-43B3-948B-1728B52AA6E4}">
                <adec:decorative xmlns:adec="http://schemas.microsoft.com/office/drawing/2017/decorative" val="1"/>
              </a:ext>
            </a:extLst>
          </p:cNvPr>
          <p:cNvCxnSpPr>
            <a:endCxn id="43" idx="3"/>
          </p:cNvCxnSpPr>
          <p:nvPr/>
        </p:nvCxnSpPr>
        <p:spPr>
          <a:xfrm rot="10800000" flipH="1">
            <a:off x="6807967" y="2423263"/>
            <a:ext cx="1342693" cy="704495"/>
          </a:xfrm>
          <a:prstGeom prst="straightConnector1">
            <a:avLst/>
          </a:prstGeom>
          <a:noFill/>
          <a:ln w="19050" cap="flat" cmpd="sng">
            <a:solidFill>
              <a:srgbClr val="007A8A"/>
            </a:solidFill>
            <a:prstDash val="solid"/>
            <a:round/>
            <a:headEnd type="none" w="med" len="med"/>
            <a:tailEnd type="none" w="med" len="med"/>
          </a:ln>
        </p:spPr>
      </p:cxnSp>
      <p:sp>
        <p:nvSpPr>
          <p:cNvPr id="3" name="Title 2">
            <a:extLst>
              <a:ext uri="{FF2B5EF4-FFF2-40B4-BE49-F238E27FC236}">
                <a16:creationId xmlns:a16="http://schemas.microsoft.com/office/drawing/2014/main" id="{A043208B-6BF2-C65E-D4AF-ECD978662E75}"/>
              </a:ext>
            </a:extLst>
          </p:cNvPr>
          <p:cNvSpPr>
            <a:spLocks noGrp="1"/>
          </p:cNvSpPr>
          <p:nvPr>
            <p:ph type="title"/>
          </p:nvPr>
        </p:nvSpPr>
        <p:spPr/>
        <p:txBody>
          <a:bodyPr/>
          <a:lstStyle/>
          <a:p>
            <a:r>
              <a:rPr lang="en-AU">
                <a:latin typeface="+mj-lt"/>
              </a:rPr>
              <a:t>Spider map</a:t>
            </a:r>
          </a:p>
        </p:txBody>
      </p:sp>
      <p:sp>
        <p:nvSpPr>
          <p:cNvPr id="4" name="Google Shape;124;p17" descr="Subject ">
            <a:extLst>
              <a:ext uri="{FF2B5EF4-FFF2-40B4-BE49-F238E27FC236}">
                <a16:creationId xmlns:a16="http://schemas.microsoft.com/office/drawing/2014/main" id="{B2F3C6A1-3F2E-1BE6-7182-F224BC265587}"/>
              </a:ext>
            </a:extLst>
          </p:cNvPr>
          <p:cNvSpPr/>
          <p:nvPr/>
        </p:nvSpPr>
        <p:spPr>
          <a:xfrm>
            <a:off x="5176159" y="2841208"/>
            <a:ext cx="1839919" cy="1494957"/>
          </a:xfrm>
          <a:prstGeom prst="ellipse">
            <a:avLst/>
          </a:prstGeom>
          <a:solidFill>
            <a:schemeClr val="bg1"/>
          </a:solidFill>
          <a:ln w="38100" cap="flat" cmpd="sng">
            <a:solidFill>
              <a:schemeClr val="tx1"/>
            </a:solidFill>
            <a:prstDash val="solid"/>
            <a:miter lim="800000"/>
            <a:headEnd type="none" w="sm" len="sm"/>
            <a:tailEnd type="none" w="sm" len="sm"/>
          </a:ln>
        </p:spPr>
        <p:txBody>
          <a:bodyPr spcFirstLastPara="1" wrap="square" lIns="79125" tIns="39550" rIns="79125" bIns="39550" anchor="ctr" anchorCtr="0">
            <a:noAutofit/>
          </a:bodyPr>
          <a:lstStyle/>
          <a:p>
            <a:pPr algn="ctr">
              <a:buClr>
                <a:srgbClr val="000000"/>
              </a:buClr>
            </a:pPr>
            <a:r>
              <a:rPr lang="en" sz="2000" b="1">
                <a:latin typeface="+mj-lt"/>
                <a:cs typeface="Arial" panose="020B0604020202020204" pitchFamily="34" charset="0"/>
                <a:sym typeface="Montserrat"/>
              </a:rPr>
              <a:t>Subject</a:t>
            </a:r>
            <a:endParaRPr sz="2000" b="1">
              <a:latin typeface="+mj-lt"/>
              <a:cs typeface="Arial" panose="020B0604020202020204" pitchFamily="34" charset="0"/>
              <a:sym typeface="Montserrat"/>
            </a:endParaRPr>
          </a:p>
        </p:txBody>
      </p:sp>
      <p:sp>
        <p:nvSpPr>
          <p:cNvPr id="40" name="Google Shape;133;p17" descr="Idea bubble">
            <a:extLst>
              <a:ext uri="{FF2B5EF4-FFF2-40B4-BE49-F238E27FC236}">
                <a16:creationId xmlns:a16="http://schemas.microsoft.com/office/drawing/2014/main" id="{407D636A-5897-673F-FD31-EE27AAB7F3C7}"/>
              </a:ext>
            </a:extLst>
          </p:cNvPr>
          <p:cNvSpPr/>
          <p:nvPr/>
        </p:nvSpPr>
        <p:spPr>
          <a:xfrm>
            <a:off x="2538932" y="1810124"/>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r>
              <a:rPr lang="en" sz="1400">
                <a:solidFill>
                  <a:srgbClr val="000000"/>
                </a:solidFill>
                <a:cs typeface="Arial" panose="020B0604020202020204" pitchFamily="34" charset="0"/>
                <a:sym typeface="Montserrat Medium"/>
              </a:rPr>
              <a:t>Idea</a:t>
            </a:r>
            <a:endParaRPr sz="1400">
              <a:solidFill>
                <a:srgbClr val="000000"/>
              </a:solidFill>
              <a:cs typeface="Arial" panose="020B0604020202020204" pitchFamily="34" charset="0"/>
              <a:sym typeface="Montserrat Medium"/>
            </a:endParaRPr>
          </a:p>
        </p:txBody>
      </p:sp>
      <p:sp>
        <p:nvSpPr>
          <p:cNvPr id="42" name="Google Shape;129;p17">
            <a:extLst>
              <a:ext uri="{FF2B5EF4-FFF2-40B4-BE49-F238E27FC236}">
                <a16:creationId xmlns:a16="http://schemas.microsoft.com/office/drawing/2014/main" id="{59AED9FD-CCFB-691A-4DC8-14C28EBD4FF2}"/>
              </a:ext>
              <a:ext uri="{C183D7F6-B498-43B3-948B-1728B52AA6E4}">
                <adec:decorative xmlns:adec="http://schemas.microsoft.com/office/drawing/2017/decorative" val="1"/>
              </a:ext>
            </a:extLst>
          </p:cNvPr>
          <p:cNvSpPr/>
          <p:nvPr/>
        </p:nvSpPr>
        <p:spPr>
          <a:xfrm>
            <a:off x="5185729" y="1096513"/>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3" name="Google Shape;137;p17">
            <a:extLst>
              <a:ext uri="{FF2B5EF4-FFF2-40B4-BE49-F238E27FC236}">
                <a16:creationId xmlns:a16="http://schemas.microsoft.com/office/drawing/2014/main" id="{E609B3AC-51FA-4119-9DF1-EB907D2C5202}"/>
              </a:ext>
              <a:ext uri="{C183D7F6-B498-43B3-948B-1728B52AA6E4}">
                <adec:decorative xmlns:adec="http://schemas.microsoft.com/office/drawing/2017/decorative" val="1"/>
              </a:ext>
            </a:extLst>
          </p:cNvPr>
          <p:cNvSpPr/>
          <p:nvPr/>
        </p:nvSpPr>
        <p:spPr>
          <a:xfrm>
            <a:off x="7889692" y="1810124"/>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5" name="Google Shape;140;p17">
            <a:extLst>
              <a:ext uri="{FF2B5EF4-FFF2-40B4-BE49-F238E27FC236}">
                <a16:creationId xmlns:a16="http://schemas.microsoft.com/office/drawing/2014/main" id="{4E7E4470-2CA2-CE8A-1DDF-D2BB3C297511}"/>
              </a:ext>
              <a:ext uri="{C183D7F6-B498-43B3-948B-1728B52AA6E4}">
                <adec:decorative xmlns:adec="http://schemas.microsoft.com/office/drawing/2017/decorative" val="1"/>
              </a:ext>
            </a:extLst>
          </p:cNvPr>
          <p:cNvSpPr/>
          <p:nvPr/>
        </p:nvSpPr>
        <p:spPr>
          <a:xfrm>
            <a:off x="8690174" y="3222279"/>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7" name="Google Shape;135;p17">
            <a:extLst>
              <a:ext uri="{FF2B5EF4-FFF2-40B4-BE49-F238E27FC236}">
                <a16:creationId xmlns:a16="http://schemas.microsoft.com/office/drawing/2014/main" id="{C6846BAD-BA65-4B96-1B01-D9ADAEF0604F}"/>
              </a:ext>
              <a:ext uri="{C183D7F6-B498-43B3-948B-1728B52AA6E4}">
                <adec:decorative xmlns:adec="http://schemas.microsoft.com/office/drawing/2017/decorative" val="1"/>
              </a:ext>
            </a:extLst>
          </p:cNvPr>
          <p:cNvSpPr/>
          <p:nvPr/>
        </p:nvSpPr>
        <p:spPr>
          <a:xfrm>
            <a:off x="7889692" y="4773618"/>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4" name="Google Shape;139;p17">
            <a:extLst>
              <a:ext uri="{FF2B5EF4-FFF2-40B4-BE49-F238E27FC236}">
                <a16:creationId xmlns:a16="http://schemas.microsoft.com/office/drawing/2014/main" id="{2996E804-9D77-BAC1-44A7-255922CD1500}"/>
              </a:ext>
              <a:ext uri="{C183D7F6-B498-43B3-948B-1728B52AA6E4}">
                <adec:decorative xmlns:adec="http://schemas.microsoft.com/office/drawing/2017/decorative" val="1"/>
              </a:ext>
            </a:extLst>
          </p:cNvPr>
          <p:cNvSpPr/>
          <p:nvPr/>
        </p:nvSpPr>
        <p:spPr>
          <a:xfrm>
            <a:off x="5205237" y="5385283"/>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6" name="Google Shape;131;p17">
            <a:extLst>
              <a:ext uri="{FF2B5EF4-FFF2-40B4-BE49-F238E27FC236}">
                <a16:creationId xmlns:a16="http://schemas.microsoft.com/office/drawing/2014/main" id="{08CFCCC7-A9C6-E2D1-6D1B-5EE82E902EC5}"/>
              </a:ext>
              <a:ext uri="{C183D7F6-B498-43B3-948B-1728B52AA6E4}">
                <adec:decorative xmlns:adec="http://schemas.microsoft.com/office/drawing/2017/decorative" val="1"/>
              </a:ext>
            </a:extLst>
          </p:cNvPr>
          <p:cNvSpPr/>
          <p:nvPr/>
        </p:nvSpPr>
        <p:spPr>
          <a:xfrm>
            <a:off x="2542710" y="4607537"/>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1" name="Google Shape;138;p17">
            <a:extLst>
              <a:ext uri="{FF2B5EF4-FFF2-40B4-BE49-F238E27FC236}">
                <a16:creationId xmlns:a16="http://schemas.microsoft.com/office/drawing/2014/main" id="{09149727-8C6F-7285-D2A2-89762FD2C111}"/>
              </a:ext>
              <a:ext uri="{C183D7F6-B498-43B3-948B-1728B52AA6E4}">
                <adec:decorative xmlns:adec="http://schemas.microsoft.com/office/drawing/2017/decorative" val="1"/>
              </a:ext>
            </a:extLst>
          </p:cNvPr>
          <p:cNvSpPr/>
          <p:nvPr/>
        </p:nvSpPr>
        <p:spPr>
          <a:xfrm>
            <a:off x="1719825" y="3239082"/>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2" name="Slide Number Placeholder 1">
            <a:extLst>
              <a:ext uri="{FF2B5EF4-FFF2-40B4-BE49-F238E27FC236}">
                <a16:creationId xmlns:a16="http://schemas.microsoft.com/office/drawing/2014/main" id="{442089B0-B9B7-B171-D833-3B55372D4AD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62</a:t>
            </a:fld>
            <a:endParaRPr lang="en-AU"/>
          </a:p>
        </p:txBody>
      </p:sp>
    </p:spTree>
    <p:extLst>
      <p:ext uri="{BB962C8B-B14F-4D97-AF65-F5344CB8AC3E}">
        <p14:creationId xmlns:p14="http://schemas.microsoft.com/office/powerpoint/2010/main" val="14475282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CAE960D-9C2D-2ABE-4C84-4B30CC887790}"/>
              </a:ext>
            </a:extLst>
          </p:cNvPr>
          <p:cNvSpPr>
            <a:spLocks noGrp="1"/>
          </p:cNvSpPr>
          <p:nvPr>
            <p:ph type="title"/>
          </p:nvPr>
        </p:nvSpPr>
        <p:spPr/>
        <p:txBody>
          <a:bodyPr/>
          <a:lstStyle/>
          <a:p>
            <a:r>
              <a:rPr lang="en-AU">
                <a:latin typeface="+mj-lt"/>
              </a:rPr>
              <a:t>Cline</a:t>
            </a:r>
          </a:p>
        </p:txBody>
      </p:sp>
      <p:sp>
        <p:nvSpPr>
          <p:cNvPr id="5" name="Google Shape;157;p17">
            <a:extLst>
              <a:ext uri="{FF2B5EF4-FFF2-40B4-BE49-F238E27FC236}">
                <a16:creationId xmlns:a16="http://schemas.microsoft.com/office/drawing/2014/main" id="{99DB61E7-8AA7-ACF0-4D64-75BA648AB9A3}"/>
              </a:ext>
              <a:ext uri="{C183D7F6-B498-43B3-948B-1728B52AA6E4}">
                <adec:decorative xmlns:adec="http://schemas.microsoft.com/office/drawing/2017/decorative" val="1"/>
              </a:ext>
            </a:extLst>
          </p:cNvPr>
          <p:cNvSpPr/>
          <p:nvPr/>
        </p:nvSpPr>
        <p:spPr>
          <a:xfrm>
            <a:off x="360000" y="2166818"/>
            <a:ext cx="11425200" cy="1227200"/>
          </a:xfrm>
          <a:prstGeom prst="leftRightArrow">
            <a:avLst>
              <a:gd name="adj1" fmla="val 47499"/>
              <a:gd name="adj2" fmla="val 36248"/>
            </a:avLst>
          </a:prstGeom>
          <a:gradFill flip="none" rotWithShape="1">
            <a:gsLst>
              <a:gs pos="53000">
                <a:srgbClr val="7030A0"/>
              </a:gs>
              <a:gs pos="0">
                <a:srgbClr val="00ACC2"/>
              </a:gs>
              <a:gs pos="100000">
                <a:srgbClr val="B51458"/>
              </a:gs>
            </a:gsLst>
            <a:lin ang="0" scaled="1"/>
            <a:tileRect/>
          </a:gradFill>
          <a:ln>
            <a:noFill/>
          </a:ln>
        </p:spPr>
        <p:txBody>
          <a:bodyPr spcFirstLastPara="1" wrap="square" lIns="121900" tIns="60933" rIns="121900" bIns="60933" anchor="ctr" anchorCtr="0">
            <a:noAutofit/>
          </a:bodyPr>
          <a:lstStyle/>
          <a:p>
            <a:pPr algn="ctr"/>
            <a:endParaRPr sz="1867">
              <a:solidFill>
                <a:schemeClr val="lt1"/>
              </a:solidFill>
              <a:latin typeface="Calibri"/>
              <a:ea typeface="Calibri"/>
              <a:cs typeface="Calibri"/>
              <a:sym typeface="Calibri"/>
            </a:endParaRPr>
          </a:p>
        </p:txBody>
      </p:sp>
      <p:sp>
        <p:nvSpPr>
          <p:cNvPr id="6" name="Google Shape;159;p17">
            <a:extLst>
              <a:ext uri="{FF2B5EF4-FFF2-40B4-BE49-F238E27FC236}">
                <a16:creationId xmlns:a16="http://schemas.microsoft.com/office/drawing/2014/main" id="{7F1EB844-4665-02DA-BFAA-08669BB4D4C1}"/>
              </a:ext>
            </a:extLst>
          </p:cNvPr>
          <p:cNvSpPr txBox="1"/>
          <p:nvPr/>
        </p:nvSpPr>
        <p:spPr>
          <a:xfrm>
            <a:off x="817723" y="2567903"/>
            <a:ext cx="1609595" cy="416338"/>
          </a:xfrm>
          <a:prstGeom prst="rect">
            <a:avLst/>
          </a:prstGeom>
          <a:solidFill>
            <a:srgbClr val="E5F7FC"/>
          </a:solidFill>
          <a:ln w="19050" cap="flat" cmpd="sng">
            <a:noFill/>
            <a:prstDash val="solid"/>
            <a:miter lim="800000"/>
            <a:headEnd type="none" w="sm" len="sm"/>
            <a:tailEnd type="none" w="sm" len="sm"/>
          </a:ln>
          <a:effectLst/>
        </p:spPr>
        <p:txBody>
          <a:bodyPr spcFirstLastPara="1" wrap="square" lIns="79125" tIns="39550" rIns="79125" bIns="39550" anchor="ctr" anchorCtr="0">
            <a:noAutofit/>
          </a:bodyPr>
          <a:lstStyle>
            <a:defPPr>
              <a:defRPr lang="en-US"/>
            </a:defPPr>
            <a:lvl1pPr algn="ctr">
              <a:buClr>
                <a:srgbClr val="000000"/>
              </a:buClr>
              <a:buFont typeface="Arial"/>
              <a:defRPr sz="1800" b="1">
                <a:solidFill>
                  <a:srgbClr val="000000"/>
                </a:solidFill>
                <a:latin typeface="Arial" panose="020B0604020202020204" pitchFamily="34" charset="0"/>
                <a:cs typeface="Arial" panose="020B0604020202020204" pitchFamily="34" charset="0"/>
              </a:defRPr>
            </a:lvl1pPr>
          </a:lstStyle>
          <a:p>
            <a:r>
              <a:rPr lang="en-US">
                <a:latin typeface="+mj-lt"/>
                <a:sym typeface="Calibri"/>
              </a:rPr>
              <a:t>Concept 1</a:t>
            </a:r>
            <a:endParaRPr>
              <a:latin typeface="+mj-lt"/>
            </a:endParaRPr>
          </a:p>
        </p:txBody>
      </p:sp>
      <p:sp>
        <p:nvSpPr>
          <p:cNvPr id="8" name="Google Shape;150;p17">
            <a:extLst>
              <a:ext uri="{FF2B5EF4-FFF2-40B4-BE49-F238E27FC236}">
                <a16:creationId xmlns:a16="http://schemas.microsoft.com/office/drawing/2014/main" id="{234BDE74-7DD4-C755-F683-2C37F4D2F388}"/>
              </a:ext>
            </a:extLst>
          </p:cNvPr>
          <p:cNvSpPr/>
          <p:nvPr/>
        </p:nvSpPr>
        <p:spPr>
          <a:xfrm>
            <a:off x="360000" y="3970718"/>
            <a:ext cx="1487200" cy="474400"/>
          </a:xfrm>
          <a:prstGeom prst="roundRect">
            <a:avLst>
              <a:gd name="adj" fmla="val 10628"/>
            </a:avLst>
          </a:prstGeom>
          <a:noFill/>
          <a:ln w="19050" cap="flat" cmpd="sng">
            <a:solidFill>
              <a:srgbClr val="0E9DBE"/>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5" name="Google Shape;150;p17">
            <a:extLst>
              <a:ext uri="{FF2B5EF4-FFF2-40B4-BE49-F238E27FC236}">
                <a16:creationId xmlns:a16="http://schemas.microsoft.com/office/drawing/2014/main" id="{2C8D5980-E31C-D116-C526-1E9BD2B1A7E5}"/>
              </a:ext>
            </a:extLst>
          </p:cNvPr>
          <p:cNvSpPr/>
          <p:nvPr/>
        </p:nvSpPr>
        <p:spPr>
          <a:xfrm>
            <a:off x="1355372" y="4751748"/>
            <a:ext cx="1487200" cy="474400"/>
          </a:xfrm>
          <a:prstGeom prst="roundRect">
            <a:avLst>
              <a:gd name="adj" fmla="val 10628"/>
            </a:avLst>
          </a:prstGeom>
          <a:noFill/>
          <a:ln w="19050" cap="flat" cmpd="sng">
            <a:solidFill>
              <a:srgbClr val="2088B8"/>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4" name="Google Shape;150;p17">
            <a:extLst>
              <a:ext uri="{FF2B5EF4-FFF2-40B4-BE49-F238E27FC236}">
                <a16:creationId xmlns:a16="http://schemas.microsoft.com/office/drawing/2014/main" id="{87964B53-2E38-3E11-BE23-36598CC6123F}"/>
              </a:ext>
            </a:extLst>
          </p:cNvPr>
          <p:cNvSpPr/>
          <p:nvPr/>
        </p:nvSpPr>
        <p:spPr>
          <a:xfrm>
            <a:off x="2347600" y="3970718"/>
            <a:ext cx="1487200" cy="474400"/>
          </a:xfrm>
          <a:prstGeom prst="roundRect">
            <a:avLst>
              <a:gd name="adj" fmla="val 10628"/>
            </a:avLst>
          </a:prstGeom>
          <a:noFill/>
          <a:ln w="19050" cap="flat" cmpd="sng">
            <a:solidFill>
              <a:srgbClr val="3274B3"/>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6" name="Google Shape;150;p17">
            <a:extLst>
              <a:ext uri="{FF2B5EF4-FFF2-40B4-BE49-F238E27FC236}">
                <a16:creationId xmlns:a16="http://schemas.microsoft.com/office/drawing/2014/main" id="{24C79FC4-C263-5F73-A14A-DCD403846F10}"/>
              </a:ext>
            </a:extLst>
          </p:cNvPr>
          <p:cNvSpPr/>
          <p:nvPr/>
        </p:nvSpPr>
        <p:spPr>
          <a:xfrm>
            <a:off x="3339704" y="4751748"/>
            <a:ext cx="1487200" cy="474400"/>
          </a:xfrm>
          <a:prstGeom prst="roundRect">
            <a:avLst>
              <a:gd name="adj" fmla="val 10628"/>
            </a:avLst>
          </a:prstGeom>
          <a:noFill/>
          <a:ln w="19050" cap="flat" cmpd="sng">
            <a:solidFill>
              <a:srgbClr val="4560AD"/>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3" name="Google Shape;150;p17">
            <a:extLst>
              <a:ext uri="{FF2B5EF4-FFF2-40B4-BE49-F238E27FC236}">
                <a16:creationId xmlns:a16="http://schemas.microsoft.com/office/drawing/2014/main" id="{859882BF-8E8C-13EE-6E19-3CA8744A567B}"/>
              </a:ext>
            </a:extLst>
          </p:cNvPr>
          <p:cNvSpPr/>
          <p:nvPr/>
        </p:nvSpPr>
        <p:spPr>
          <a:xfrm>
            <a:off x="4335200" y="3970718"/>
            <a:ext cx="1487200" cy="474400"/>
          </a:xfrm>
          <a:prstGeom prst="roundRect">
            <a:avLst>
              <a:gd name="adj" fmla="val 10628"/>
            </a:avLst>
          </a:prstGeom>
          <a:noFill/>
          <a:ln w="19050" cap="flat" cmpd="sng">
            <a:solidFill>
              <a:srgbClr val="574BA7"/>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7" name="Google Shape;150;p17">
            <a:extLst>
              <a:ext uri="{FF2B5EF4-FFF2-40B4-BE49-F238E27FC236}">
                <a16:creationId xmlns:a16="http://schemas.microsoft.com/office/drawing/2014/main" id="{52A0090A-7B72-4B94-D8D5-8C494E77D834}"/>
              </a:ext>
            </a:extLst>
          </p:cNvPr>
          <p:cNvSpPr/>
          <p:nvPr/>
        </p:nvSpPr>
        <p:spPr>
          <a:xfrm>
            <a:off x="5324036" y="4751748"/>
            <a:ext cx="1487200" cy="474400"/>
          </a:xfrm>
          <a:prstGeom prst="roundRect">
            <a:avLst>
              <a:gd name="adj" fmla="val 10628"/>
            </a:avLst>
          </a:prstGeom>
          <a:noFill/>
          <a:ln w="19050" cap="flat" cmpd="sng">
            <a:solidFill>
              <a:srgbClr val="6A37A2"/>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2" name="Google Shape;150;p17">
            <a:extLst>
              <a:ext uri="{FF2B5EF4-FFF2-40B4-BE49-F238E27FC236}">
                <a16:creationId xmlns:a16="http://schemas.microsoft.com/office/drawing/2014/main" id="{7757179D-2318-0202-844F-FDD1F4E647B7}"/>
              </a:ext>
            </a:extLst>
          </p:cNvPr>
          <p:cNvSpPr/>
          <p:nvPr/>
        </p:nvSpPr>
        <p:spPr>
          <a:xfrm>
            <a:off x="6322800" y="3970718"/>
            <a:ext cx="1487200" cy="474400"/>
          </a:xfrm>
          <a:prstGeom prst="roundRect">
            <a:avLst>
              <a:gd name="adj" fmla="val 10628"/>
            </a:avLst>
          </a:prstGeom>
          <a:noFill/>
          <a:ln w="19050" cap="flat" cmpd="sng">
            <a:solidFill>
              <a:srgbClr val="782D97"/>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8" name="Google Shape;150;p17">
            <a:extLst>
              <a:ext uri="{FF2B5EF4-FFF2-40B4-BE49-F238E27FC236}">
                <a16:creationId xmlns:a16="http://schemas.microsoft.com/office/drawing/2014/main" id="{897CA775-E96A-5087-90AA-AD1E8962328F}"/>
              </a:ext>
            </a:extLst>
          </p:cNvPr>
          <p:cNvSpPr/>
          <p:nvPr/>
        </p:nvSpPr>
        <p:spPr>
          <a:xfrm>
            <a:off x="7308368" y="4751748"/>
            <a:ext cx="1487200" cy="474400"/>
          </a:xfrm>
          <a:prstGeom prst="roundRect">
            <a:avLst>
              <a:gd name="adj" fmla="val 10628"/>
            </a:avLst>
          </a:prstGeom>
          <a:noFill/>
          <a:ln w="19050" cap="flat" cmpd="sng">
            <a:solidFill>
              <a:srgbClr val="85278A"/>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1" name="Google Shape;150;p17">
            <a:extLst>
              <a:ext uri="{FF2B5EF4-FFF2-40B4-BE49-F238E27FC236}">
                <a16:creationId xmlns:a16="http://schemas.microsoft.com/office/drawing/2014/main" id="{3EE05D73-B371-2EFF-C6AF-F2E7494886E7}"/>
              </a:ext>
            </a:extLst>
          </p:cNvPr>
          <p:cNvSpPr/>
          <p:nvPr/>
        </p:nvSpPr>
        <p:spPr>
          <a:xfrm>
            <a:off x="8310400" y="3970718"/>
            <a:ext cx="1487200" cy="474400"/>
          </a:xfrm>
          <a:prstGeom prst="roundRect">
            <a:avLst>
              <a:gd name="adj" fmla="val 10628"/>
            </a:avLst>
          </a:prstGeom>
          <a:noFill/>
          <a:ln w="19050" cap="flat" cmpd="sng">
            <a:solidFill>
              <a:srgbClr val="92227D"/>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9" name="Google Shape;150;p17">
            <a:extLst>
              <a:ext uri="{FF2B5EF4-FFF2-40B4-BE49-F238E27FC236}">
                <a16:creationId xmlns:a16="http://schemas.microsoft.com/office/drawing/2014/main" id="{82718AA7-663D-43F6-0B00-AECAE20F87E3}"/>
              </a:ext>
            </a:extLst>
          </p:cNvPr>
          <p:cNvSpPr/>
          <p:nvPr/>
        </p:nvSpPr>
        <p:spPr>
          <a:xfrm>
            <a:off x="9292701" y="4751748"/>
            <a:ext cx="1487200" cy="474400"/>
          </a:xfrm>
          <a:prstGeom prst="roundRect">
            <a:avLst>
              <a:gd name="adj" fmla="val 10628"/>
            </a:avLst>
          </a:prstGeom>
          <a:noFill/>
          <a:ln w="19050" cap="flat" cmpd="sng">
            <a:solidFill>
              <a:srgbClr val="9E1D70"/>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0" name="Google Shape;150;p17">
            <a:extLst>
              <a:ext uri="{FF2B5EF4-FFF2-40B4-BE49-F238E27FC236}">
                <a16:creationId xmlns:a16="http://schemas.microsoft.com/office/drawing/2014/main" id="{44268CD6-EF93-44FB-A19C-DFABBA4D507B}"/>
              </a:ext>
            </a:extLst>
          </p:cNvPr>
          <p:cNvSpPr/>
          <p:nvPr/>
        </p:nvSpPr>
        <p:spPr>
          <a:xfrm>
            <a:off x="10298000" y="3970718"/>
            <a:ext cx="1487200" cy="474400"/>
          </a:xfrm>
          <a:prstGeom prst="roundRect">
            <a:avLst>
              <a:gd name="adj" fmla="val 10628"/>
            </a:avLst>
          </a:prstGeom>
          <a:noFill/>
          <a:ln w="19050" cap="flat" cmpd="sng">
            <a:solidFill>
              <a:srgbClr val="AB1862"/>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cxnSp>
        <p:nvCxnSpPr>
          <p:cNvPr id="41" name="Straight Connector 40">
            <a:extLst>
              <a:ext uri="{FF2B5EF4-FFF2-40B4-BE49-F238E27FC236}">
                <a16:creationId xmlns:a16="http://schemas.microsoft.com/office/drawing/2014/main" id="{5C705940-5DA3-4CCF-20E1-1974290A6F40}"/>
              </a:ext>
              <a:ext uri="{C183D7F6-B498-43B3-948B-1728B52AA6E4}">
                <adec:decorative xmlns:adec="http://schemas.microsoft.com/office/drawing/2017/decorative" val="1"/>
              </a:ext>
            </a:extLst>
          </p:cNvPr>
          <p:cNvCxnSpPr>
            <a:cxnSpLocks/>
          </p:cNvCxnSpPr>
          <p:nvPr/>
        </p:nvCxnSpPr>
        <p:spPr>
          <a:xfrm>
            <a:off x="1103600" y="3070860"/>
            <a:ext cx="0" cy="899858"/>
          </a:xfrm>
          <a:prstGeom prst="line">
            <a:avLst/>
          </a:prstGeom>
          <a:noFill/>
          <a:ln w="19050" cap="flat" cmpd="sng">
            <a:solidFill>
              <a:srgbClr val="0E9DBE"/>
            </a:solidFill>
            <a:prstDash val="solid"/>
            <a:round/>
            <a:headEnd type="none" w="med" len="med"/>
            <a:tailEnd type="none" w="med" len="med"/>
          </a:ln>
        </p:spPr>
      </p:cxnSp>
      <p:cxnSp>
        <p:nvCxnSpPr>
          <p:cNvPr id="43" name="Straight Connector 42">
            <a:extLst>
              <a:ext uri="{FF2B5EF4-FFF2-40B4-BE49-F238E27FC236}">
                <a16:creationId xmlns:a16="http://schemas.microsoft.com/office/drawing/2014/main" id="{EA1B2EBF-C936-8ED3-1FEC-2A5062F21443}"/>
              </a:ext>
              <a:ext uri="{C183D7F6-B498-43B3-948B-1728B52AA6E4}">
                <adec:decorative xmlns:adec="http://schemas.microsoft.com/office/drawing/2017/decorative" val="1"/>
              </a:ext>
            </a:extLst>
          </p:cNvPr>
          <p:cNvCxnSpPr>
            <a:cxnSpLocks/>
          </p:cNvCxnSpPr>
          <p:nvPr/>
        </p:nvCxnSpPr>
        <p:spPr>
          <a:xfrm>
            <a:off x="3089208" y="3062108"/>
            <a:ext cx="0" cy="899858"/>
          </a:xfrm>
          <a:prstGeom prst="line">
            <a:avLst/>
          </a:prstGeom>
          <a:noFill/>
          <a:ln w="19050" cap="flat" cmpd="sng">
            <a:solidFill>
              <a:srgbClr val="3274B3"/>
            </a:solidFill>
            <a:prstDash val="solid"/>
            <a:round/>
            <a:headEnd type="none" w="med" len="med"/>
            <a:tailEnd type="none" w="med" len="med"/>
          </a:ln>
        </p:spPr>
      </p:cxnSp>
      <p:cxnSp>
        <p:nvCxnSpPr>
          <p:cNvPr id="44" name="Straight Connector 43">
            <a:extLst>
              <a:ext uri="{FF2B5EF4-FFF2-40B4-BE49-F238E27FC236}">
                <a16:creationId xmlns:a16="http://schemas.microsoft.com/office/drawing/2014/main" id="{4D504782-E17D-4247-6DEF-607613663E13}"/>
              </a:ext>
              <a:ext uri="{C183D7F6-B498-43B3-948B-1728B52AA6E4}">
                <adec:decorative xmlns:adec="http://schemas.microsoft.com/office/drawing/2017/decorative" val="1"/>
              </a:ext>
            </a:extLst>
          </p:cNvPr>
          <p:cNvCxnSpPr>
            <a:cxnSpLocks/>
          </p:cNvCxnSpPr>
          <p:nvPr/>
        </p:nvCxnSpPr>
        <p:spPr>
          <a:xfrm>
            <a:off x="5074816" y="3070860"/>
            <a:ext cx="0" cy="899858"/>
          </a:xfrm>
          <a:prstGeom prst="line">
            <a:avLst/>
          </a:prstGeom>
          <a:noFill/>
          <a:ln w="19050" cap="flat" cmpd="sng">
            <a:solidFill>
              <a:srgbClr val="574BA7"/>
            </a:solidFill>
            <a:prstDash val="solid"/>
            <a:round/>
            <a:headEnd type="none" w="med" len="med"/>
            <a:tailEnd type="none" w="med" len="med"/>
          </a:ln>
        </p:spPr>
      </p:cxnSp>
      <p:cxnSp>
        <p:nvCxnSpPr>
          <p:cNvPr id="45" name="Straight Connector 44">
            <a:extLst>
              <a:ext uri="{FF2B5EF4-FFF2-40B4-BE49-F238E27FC236}">
                <a16:creationId xmlns:a16="http://schemas.microsoft.com/office/drawing/2014/main" id="{D048D39B-ACB7-E88A-C258-0EBBA09AA163}"/>
              </a:ext>
              <a:ext uri="{C183D7F6-B498-43B3-948B-1728B52AA6E4}">
                <adec:decorative xmlns:adec="http://schemas.microsoft.com/office/drawing/2017/decorative" val="1"/>
              </a:ext>
            </a:extLst>
          </p:cNvPr>
          <p:cNvCxnSpPr>
            <a:cxnSpLocks/>
          </p:cNvCxnSpPr>
          <p:nvPr/>
        </p:nvCxnSpPr>
        <p:spPr>
          <a:xfrm>
            <a:off x="7060424" y="3070860"/>
            <a:ext cx="0" cy="899858"/>
          </a:xfrm>
          <a:prstGeom prst="line">
            <a:avLst/>
          </a:prstGeom>
          <a:noFill/>
          <a:ln w="19050" cap="flat" cmpd="sng">
            <a:solidFill>
              <a:srgbClr val="782D97"/>
            </a:solidFill>
            <a:prstDash val="solid"/>
            <a:round/>
            <a:headEnd type="none" w="med" len="med"/>
            <a:tailEnd type="none" w="med" len="med"/>
          </a:ln>
        </p:spPr>
      </p:cxnSp>
      <p:cxnSp>
        <p:nvCxnSpPr>
          <p:cNvPr id="46" name="Straight Connector 45">
            <a:extLst>
              <a:ext uri="{FF2B5EF4-FFF2-40B4-BE49-F238E27FC236}">
                <a16:creationId xmlns:a16="http://schemas.microsoft.com/office/drawing/2014/main" id="{E134792E-AB91-324D-C639-768AB3FFDE1B}"/>
              </a:ext>
              <a:ext uri="{C183D7F6-B498-43B3-948B-1728B52AA6E4}">
                <adec:decorative xmlns:adec="http://schemas.microsoft.com/office/drawing/2017/decorative" val="1"/>
              </a:ext>
            </a:extLst>
          </p:cNvPr>
          <p:cNvCxnSpPr>
            <a:cxnSpLocks/>
          </p:cNvCxnSpPr>
          <p:nvPr/>
        </p:nvCxnSpPr>
        <p:spPr>
          <a:xfrm>
            <a:off x="9046032" y="3070860"/>
            <a:ext cx="0" cy="899858"/>
          </a:xfrm>
          <a:prstGeom prst="line">
            <a:avLst/>
          </a:prstGeom>
          <a:noFill/>
          <a:ln w="19050" cap="flat" cmpd="sng">
            <a:solidFill>
              <a:srgbClr val="92227D"/>
            </a:solidFill>
            <a:prstDash val="solid"/>
            <a:round/>
            <a:headEnd type="none" w="med" len="med"/>
            <a:tailEnd type="none" w="med" len="med"/>
          </a:ln>
        </p:spPr>
      </p:cxnSp>
      <p:cxnSp>
        <p:nvCxnSpPr>
          <p:cNvPr id="47" name="Straight Connector 46">
            <a:extLst>
              <a:ext uri="{FF2B5EF4-FFF2-40B4-BE49-F238E27FC236}">
                <a16:creationId xmlns:a16="http://schemas.microsoft.com/office/drawing/2014/main" id="{E20DF637-B3E1-F115-5DF5-7491960661C3}"/>
              </a:ext>
              <a:ext uri="{C183D7F6-B498-43B3-948B-1728B52AA6E4}">
                <adec:decorative xmlns:adec="http://schemas.microsoft.com/office/drawing/2017/decorative" val="1"/>
              </a:ext>
            </a:extLst>
          </p:cNvPr>
          <p:cNvCxnSpPr>
            <a:cxnSpLocks/>
          </p:cNvCxnSpPr>
          <p:nvPr/>
        </p:nvCxnSpPr>
        <p:spPr>
          <a:xfrm>
            <a:off x="11031642" y="3070860"/>
            <a:ext cx="0" cy="899858"/>
          </a:xfrm>
          <a:prstGeom prst="line">
            <a:avLst/>
          </a:prstGeom>
          <a:noFill/>
          <a:ln w="19050" cap="flat" cmpd="sng">
            <a:solidFill>
              <a:srgbClr val="AB1862"/>
            </a:solidFill>
            <a:prstDash val="solid"/>
            <a:round/>
            <a:headEnd type="none" w="med" len="med"/>
            <a:tailEnd type="none" w="med" len="med"/>
          </a:ln>
        </p:spPr>
      </p:cxnSp>
      <p:cxnSp>
        <p:nvCxnSpPr>
          <p:cNvPr id="48" name="Straight Connector 47">
            <a:extLst>
              <a:ext uri="{FF2B5EF4-FFF2-40B4-BE49-F238E27FC236}">
                <a16:creationId xmlns:a16="http://schemas.microsoft.com/office/drawing/2014/main" id="{01A9A4E2-2672-096C-711E-54ED66A32AE6}"/>
              </a:ext>
              <a:ext uri="{C183D7F6-B498-43B3-948B-1728B52AA6E4}">
                <adec:decorative xmlns:adec="http://schemas.microsoft.com/office/drawing/2017/decorative" val="1"/>
              </a:ext>
            </a:extLst>
          </p:cNvPr>
          <p:cNvCxnSpPr>
            <a:cxnSpLocks/>
          </p:cNvCxnSpPr>
          <p:nvPr/>
        </p:nvCxnSpPr>
        <p:spPr>
          <a:xfrm>
            <a:off x="2096404" y="3073978"/>
            <a:ext cx="0" cy="1677770"/>
          </a:xfrm>
          <a:prstGeom prst="line">
            <a:avLst/>
          </a:prstGeom>
          <a:noFill/>
          <a:ln w="19050" cap="flat" cmpd="sng">
            <a:solidFill>
              <a:srgbClr val="2088B8"/>
            </a:solidFill>
            <a:prstDash val="solid"/>
            <a:round/>
            <a:headEnd type="none" w="med" len="med"/>
            <a:tailEnd type="none" w="med" len="med"/>
          </a:ln>
        </p:spPr>
      </p:cxnSp>
      <p:cxnSp>
        <p:nvCxnSpPr>
          <p:cNvPr id="50" name="Straight Connector 49">
            <a:extLst>
              <a:ext uri="{FF2B5EF4-FFF2-40B4-BE49-F238E27FC236}">
                <a16:creationId xmlns:a16="http://schemas.microsoft.com/office/drawing/2014/main" id="{A0D9E4C2-4E4F-7ADE-E43C-6578BB5CCB22}"/>
              </a:ext>
              <a:ext uri="{C183D7F6-B498-43B3-948B-1728B52AA6E4}">
                <adec:decorative xmlns:adec="http://schemas.microsoft.com/office/drawing/2017/decorative" val="1"/>
              </a:ext>
            </a:extLst>
          </p:cNvPr>
          <p:cNvCxnSpPr>
            <a:cxnSpLocks/>
          </p:cNvCxnSpPr>
          <p:nvPr/>
        </p:nvCxnSpPr>
        <p:spPr>
          <a:xfrm>
            <a:off x="10038837" y="3067468"/>
            <a:ext cx="0" cy="1677770"/>
          </a:xfrm>
          <a:prstGeom prst="line">
            <a:avLst/>
          </a:prstGeom>
          <a:noFill/>
          <a:ln w="19050" cap="flat" cmpd="sng">
            <a:solidFill>
              <a:srgbClr val="9E1D70"/>
            </a:solidFill>
            <a:prstDash val="solid"/>
            <a:round/>
            <a:headEnd type="none" w="med" len="med"/>
            <a:tailEnd type="none" w="med" len="med"/>
          </a:ln>
        </p:spPr>
      </p:cxnSp>
      <p:cxnSp>
        <p:nvCxnSpPr>
          <p:cNvPr id="51" name="Straight Connector 50">
            <a:extLst>
              <a:ext uri="{FF2B5EF4-FFF2-40B4-BE49-F238E27FC236}">
                <a16:creationId xmlns:a16="http://schemas.microsoft.com/office/drawing/2014/main" id="{E7058378-3163-6275-23B4-BC778702C830}"/>
              </a:ext>
              <a:ext uri="{C183D7F6-B498-43B3-948B-1728B52AA6E4}">
                <adec:decorative xmlns:adec="http://schemas.microsoft.com/office/drawing/2017/decorative" val="1"/>
              </a:ext>
            </a:extLst>
          </p:cNvPr>
          <p:cNvCxnSpPr>
            <a:cxnSpLocks/>
          </p:cNvCxnSpPr>
          <p:nvPr/>
        </p:nvCxnSpPr>
        <p:spPr>
          <a:xfrm>
            <a:off x="4082012" y="3073978"/>
            <a:ext cx="0" cy="1677770"/>
          </a:xfrm>
          <a:prstGeom prst="line">
            <a:avLst/>
          </a:prstGeom>
          <a:noFill/>
          <a:ln w="19050" cap="flat" cmpd="sng">
            <a:solidFill>
              <a:srgbClr val="4560AD"/>
            </a:solidFill>
            <a:prstDash val="solid"/>
            <a:round/>
            <a:headEnd type="none" w="med" len="med"/>
            <a:tailEnd type="none" w="med" len="med"/>
          </a:ln>
        </p:spPr>
      </p:cxnSp>
      <p:cxnSp>
        <p:nvCxnSpPr>
          <p:cNvPr id="52" name="Straight Connector 51">
            <a:extLst>
              <a:ext uri="{FF2B5EF4-FFF2-40B4-BE49-F238E27FC236}">
                <a16:creationId xmlns:a16="http://schemas.microsoft.com/office/drawing/2014/main" id="{799951D6-C396-497D-17A7-EF7D59083970}"/>
              </a:ext>
              <a:ext uri="{C183D7F6-B498-43B3-948B-1728B52AA6E4}">
                <adec:decorative xmlns:adec="http://schemas.microsoft.com/office/drawing/2017/decorative" val="1"/>
              </a:ext>
            </a:extLst>
          </p:cNvPr>
          <p:cNvCxnSpPr>
            <a:cxnSpLocks/>
          </p:cNvCxnSpPr>
          <p:nvPr/>
        </p:nvCxnSpPr>
        <p:spPr>
          <a:xfrm>
            <a:off x="6067620" y="3064448"/>
            <a:ext cx="0" cy="1677770"/>
          </a:xfrm>
          <a:prstGeom prst="line">
            <a:avLst/>
          </a:prstGeom>
          <a:noFill/>
          <a:ln w="19050" cap="flat" cmpd="sng">
            <a:solidFill>
              <a:srgbClr val="6A37A2"/>
            </a:solidFill>
            <a:prstDash val="solid"/>
            <a:round/>
            <a:headEnd type="none" w="med" len="med"/>
            <a:tailEnd type="none" w="med" len="med"/>
          </a:ln>
        </p:spPr>
      </p:cxnSp>
      <p:cxnSp>
        <p:nvCxnSpPr>
          <p:cNvPr id="53" name="Straight Connector 52">
            <a:extLst>
              <a:ext uri="{FF2B5EF4-FFF2-40B4-BE49-F238E27FC236}">
                <a16:creationId xmlns:a16="http://schemas.microsoft.com/office/drawing/2014/main" id="{E5240C6D-C529-CFAC-E423-A1441290840E}"/>
              </a:ext>
              <a:ext uri="{C183D7F6-B498-43B3-948B-1728B52AA6E4}">
                <adec:decorative xmlns:adec="http://schemas.microsoft.com/office/drawing/2017/decorative" val="1"/>
              </a:ext>
            </a:extLst>
          </p:cNvPr>
          <p:cNvCxnSpPr>
            <a:cxnSpLocks/>
          </p:cNvCxnSpPr>
          <p:nvPr/>
        </p:nvCxnSpPr>
        <p:spPr>
          <a:xfrm>
            <a:off x="8053228" y="3073978"/>
            <a:ext cx="0" cy="1677770"/>
          </a:xfrm>
          <a:prstGeom prst="line">
            <a:avLst/>
          </a:prstGeom>
          <a:noFill/>
          <a:ln w="19050" cap="flat" cmpd="sng">
            <a:solidFill>
              <a:srgbClr val="85278A"/>
            </a:solidFill>
            <a:prstDash val="solid"/>
            <a:round/>
            <a:headEnd type="none" w="med" len="med"/>
            <a:tailEnd type="none" w="med" len="med"/>
          </a:ln>
        </p:spPr>
      </p:cxnSp>
      <p:sp>
        <p:nvSpPr>
          <p:cNvPr id="54" name="Google Shape;159;p17">
            <a:extLst>
              <a:ext uri="{FF2B5EF4-FFF2-40B4-BE49-F238E27FC236}">
                <a16:creationId xmlns:a16="http://schemas.microsoft.com/office/drawing/2014/main" id="{32D4B2C4-C319-BC2D-5FDC-EC18B2446EB0}"/>
              </a:ext>
            </a:extLst>
          </p:cNvPr>
          <p:cNvSpPr txBox="1"/>
          <p:nvPr/>
        </p:nvSpPr>
        <p:spPr>
          <a:xfrm>
            <a:off x="9733613" y="2570961"/>
            <a:ext cx="1609595" cy="416338"/>
          </a:xfrm>
          <a:prstGeom prst="rect">
            <a:avLst/>
          </a:prstGeom>
          <a:solidFill>
            <a:srgbClr val="FBDBE7"/>
          </a:solidFill>
          <a:ln w="19050" cap="flat" cmpd="sng">
            <a:noFill/>
            <a:prstDash val="solid"/>
            <a:miter lim="800000"/>
            <a:headEnd type="none" w="sm" len="sm"/>
            <a:tailEnd type="none" w="sm" len="sm"/>
          </a:ln>
          <a:effectLst/>
        </p:spPr>
        <p:txBody>
          <a:bodyPr spcFirstLastPara="1" wrap="square" lIns="79125" tIns="39550" rIns="79125" bIns="39550" anchor="ctr" anchorCtr="0">
            <a:noAutofit/>
          </a:bodyPr>
          <a:lstStyle>
            <a:defPPr>
              <a:defRPr lang="en-US"/>
            </a:defPPr>
            <a:lvl1pPr algn="ctr">
              <a:buClr>
                <a:srgbClr val="000000"/>
              </a:buClr>
              <a:buFont typeface="Arial"/>
              <a:defRPr sz="1800" b="1">
                <a:solidFill>
                  <a:srgbClr val="000000"/>
                </a:solidFill>
                <a:latin typeface="Arial" panose="020B0604020202020204" pitchFamily="34" charset="0"/>
                <a:cs typeface="Arial" panose="020B0604020202020204" pitchFamily="34" charset="0"/>
              </a:defRPr>
            </a:lvl1pPr>
          </a:lstStyle>
          <a:p>
            <a:r>
              <a:rPr lang="en-US">
                <a:latin typeface="+mj-lt"/>
                <a:sym typeface="Calibri"/>
              </a:rPr>
              <a:t>Concept 2</a:t>
            </a:r>
            <a:endParaRPr>
              <a:latin typeface="+mj-lt"/>
            </a:endParaRPr>
          </a:p>
        </p:txBody>
      </p:sp>
      <p:sp>
        <p:nvSpPr>
          <p:cNvPr id="2" name="Slide Number Placeholder 1">
            <a:extLst>
              <a:ext uri="{FF2B5EF4-FFF2-40B4-BE49-F238E27FC236}">
                <a16:creationId xmlns:a16="http://schemas.microsoft.com/office/drawing/2014/main" id="{DEEC3785-2D83-C31F-CCD2-1FEB61AE3982}"/>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63</a:t>
            </a:fld>
            <a:endParaRPr lang="en-AU"/>
          </a:p>
        </p:txBody>
      </p:sp>
    </p:spTree>
    <p:extLst>
      <p:ext uri="{BB962C8B-B14F-4D97-AF65-F5344CB8AC3E}">
        <p14:creationId xmlns:p14="http://schemas.microsoft.com/office/powerpoint/2010/main" val="33688901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B602AB6-51FA-CA01-0AB7-6FA19E95AC04}"/>
              </a:ext>
            </a:extLst>
          </p:cNvPr>
          <p:cNvSpPr>
            <a:spLocks noGrp="1"/>
          </p:cNvSpPr>
          <p:nvPr>
            <p:ph type="title"/>
          </p:nvPr>
        </p:nvSpPr>
        <p:spPr/>
        <p:txBody>
          <a:bodyPr/>
          <a:lstStyle/>
          <a:p>
            <a:r>
              <a:rPr lang="en-AU">
                <a:latin typeface="+mj-lt"/>
              </a:rPr>
              <a:t>Compare and contrast</a:t>
            </a:r>
          </a:p>
        </p:txBody>
      </p:sp>
      <p:sp>
        <p:nvSpPr>
          <p:cNvPr id="4" name="Text Placeholder 3">
            <a:extLst>
              <a:ext uri="{FF2B5EF4-FFF2-40B4-BE49-F238E27FC236}">
                <a16:creationId xmlns:a16="http://schemas.microsoft.com/office/drawing/2014/main" id="{EB4C48A6-632A-10A7-9B85-40A6CEF59C26}"/>
              </a:ext>
            </a:extLst>
          </p:cNvPr>
          <p:cNvSpPr>
            <a:spLocks noGrp="1"/>
          </p:cNvSpPr>
          <p:nvPr>
            <p:ph type="body" sz="quarter" idx="18"/>
          </p:nvPr>
        </p:nvSpPr>
        <p:spPr/>
        <p:txBody>
          <a:bodyPr/>
          <a:lstStyle/>
          <a:p>
            <a:endParaRPr lang="en-AU">
              <a:latin typeface="+mj-lt"/>
            </a:endParaRPr>
          </a:p>
        </p:txBody>
      </p:sp>
      <p:sp>
        <p:nvSpPr>
          <p:cNvPr id="6" name="Graphic 5" descr="Button to go to the previous related slide">
            <a:hlinkClick r:id="rId3" action="ppaction://hlinksldjump"/>
            <a:extLst>
              <a:ext uri="{FF2B5EF4-FFF2-40B4-BE49-F238E27FC236}">
                <a16:creationId xmlns:a16="http://schemas.microsoft.com/office/drawing/2014/main" id="{168971B4-E59C-47FA-AAE6-BA93396F91A7}"/>
              </a:ext>
            </a:extLst>
          </p:cNvPr>
          <p:cNvSpPr/>
          <p:nvPr/>
        </p:nvSpPr>
        <p:spPr>
          <a:xfrm flipH="1">
            <a:off x="10164832" y="5786716"/>
            <a:ext cx="546734" cy="704850"/>
          </a:xfrm>
          <a:custGeom>
            <a:avLst/>
            <a:gdLst>
              <a:gd name="connsiteX0" fmla="*/ 0 w 546734"/>
              <a:gd name="connsiteY0" fmla="*/ 0 h 704850"/>
              <a:gd name="connsiteX1" fmla="*/ 546735 w 546734"/>
              <a:gd name="connsiteY1" fmla="*/ 352425 h 704850"/>
              <a:gd name="connsiteX2" fmla="*/ 0 w 546734"/>
              <a:gd name="connsiteY2" fmla="*/ 704850 h 704850"/>
            </a:gdLst>
            <a:ahLst/>
            <a:cxnLst>
              <a:cxn ang="0">
                <a:pos x="connsiteX0" y="connsiteY0"/>
              </a:cxn>
              <a:cxn ang="0">
                <a:pos x="connsiteX1" y="connsiteY1"/>
              </a:cxn>
              <a:cxn ang="0">
                <a:pos x="connsiteX2" y="connsiteY2"/>
              </a:cxn>
            </a:cxnLst>
            <a:rect l="l" t="t" r="r" b="b"/>
            <a:pathLst>
              <a:path w="546734" h="704850">
                <a:moveTo>
                  <a:pt x="0" y="0"/>
                </a:moveTo>
                <a:lnTo>
                  <a:pt x="546735" y="352425"/>
                </a:lnTo>
                <a:lnTo>
                  <a:pt x="0" y="704850"/>
                </a:lnTo>
                <a:close/>
              </a:path>
            </a:pathLst>
          </a:custGeom>
          <a:solidFill>
            <a:srgbClr val="000000"/>
          </a:solidFill>
          <a:ln w="9525" cap="flat">
            <a:noFill/>
            <a:prstDash val="solid"/>
            <a:miter/>
          </a:ln>
        </p:spPr>
        <p:txBody>
          <a:bodyPr rtlCol="0" anchor="ctr"/>
          <a:lstStyle/>
          <a:p>
            <a:endParaRPr lang="en-AU"/>
          </a:p>
        </p:txBody>
      </p:sp>
      <p:pic>
        <p:nvPicPr>
          <p:cNvPr id="5" name="Graphic 4" descr="Button to go to the next related slide">
            <a:hlinkClick r:id="" action="ppaction://noaction"/>
            <a:extLst>
              <a:ext uri="{FF2B5EF4-FFF2-40B4-BE49-F238E27FC236}">
                <a16:creationId xmlns:a16="http://schemas.microsoft.com/office/drawing/2014/main" id="{B8B0DB6C-ED58-20DB-0EE1-4BC1C6B79DBD}"/>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666800" y="5681941"/>
            <a:ext cx="914400" cy="914400"/>
          </a:xfrm>
          <a:prstGeom prst="rect">
            <a:avLst/>
          </a:prstGeom>
        </p:spPr>
      </p:pic>
      <p:sp>
        <p:nvSpPr>
          <p:cNvPr id="2" name="Slide Number Placeholder 1">
            <a:extLst>
              <a:ext uri="{FF2B5EF4-FFF2-40B4-BE49-F238E27FC236}">
                <a16:creationId xmlns:a16="http://schemas.microsoft.com/office/drawing/2014/main" id="{102B8C52-7ED1-A945-9861-F8D6B99B3D9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64</a:t>
            </a:fld>
            <a:endParaRPr lang="en-AU"/>
          </a:p>
        </p:txBody>
      </p:sp>
    </p:spTree>
    <p:extLst>
      <p:ext uri="{BB962C8B-B14F-4D97-AF65-F5344CB8AC3E}">
        <p14:creationId xmlns:p14="http://schemas.microsoft.com/office/powerpoint/2010/main" val="9592397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3EE9CE-D467-CF79-03E7-D0928BDD1238}"/>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B0CABD8-EB9E-30C6-352A-9951178A7DB9}"/>
              </a:ext>
            </a:extLst>
          </p:cNvPr>
          <p:cNvSpPr>
            <a:spLocks noGrp="1"/>
          </p:cNvSpPr>
          <p:nvPr>
            <p:ph type="sldNum" sz="quarter" idx="12"/>
          </p:nvPr>
        </p:nvSpPr>
        <p:spPr/>
        <p:txBody>
          <a:bodyPr/>
          <a:lstStyle/>
          <a:p>
            <a:fld id="{10A01DC5-1685-4615-8240-15192985C6A2}" type="slidenum">
              <a:rPr lang="en-AU" smtClean="0"/>
              <a:t>65</a:t>
            </a:fld>
            <a:endParaRPr lang="en-AU"/>
          </a:p>
        </p:txBody>
      </p:sp>
      <p:sp>
        <p:nvSpPr>
          <p:cNvPr id="3" name="Title 2">
            <a:extLst>
              <a:ext uri="{FF2B5EF4-FFF2-40B4-BE49-F238E27FC236}">
                <a16:creationId xmlns:a16="http://schemas.microsoft.com/office/drawing/2014/main" id="{6F7B9B9F-1954-2BCA-9CE2-E9BF07F578A5}"/>
              </a:ext>
            </a:extLst>
          </p:cNvPr>
          <p:cNvSpPr>
            <a:spLocks noGrp="1"/>
          </p:cNvSpPr>
          <p:nvPr>
            <p:ph type="title"/>
          </p:nvPr>
        </p:nvSpPr>
        <p:spPr/>
        <p:txBody>
          <a:bodyPr/>
          <a:lstStyle/>
          <a:p>
            <a:r>
              <a:rPr lang="en-US" dirty="0"/>
              <a:t>Multiple choice </a:t>
            </a:r>
          </a:p>
        </p:txBody>
      </p:sp>
      <p:sp>
        <p:nvSpPr>
          <p:cNvPr id="13" name="Text Placeholder 12">
            <a:extLst>
              <a:ext uri="{FF2B5EF4-FFF2-40B4-BE49-F238E27FC236}">
                <a16:creationId xmlns:a16="http://schemas.microsoft.com/office/drawing/2014/main" id="{884A26B5-6F52-2F0A-8648-DEA4BF0E15B4}"/>
              </a:ext>
            </a:extLst>
          </p:cNvPr>
          <p:cNvSpPr>
            <a:spLocks noGrp="1"/>
          </p:cNvSpPr>
          <p:nvPr>
            <p:ph type="body" sz="quarter" idx="18"/>
          </p:nvPr>
        </p:nvSpPr>
        <p:spPr/>
        <p:txBody>
          <a:bodyPr/>
          <a:lstStyle/>
          <a:p>
            <a:endParaRPr lang="en-US"/>
          </a:p>
        </p:txBody>
      </p:sp>
      <p:sp>
        <p:nvSpPr>
          <p:cNvPr id="14" name="Text Placeholder 13">
            <a:extLst>
              <a:ext uri="{FF2B5EF4-FFF2-40B4-BE49-F238E27FC236}">
                <a16:creationId xmlns:a16="http://schemas.microsoft.com/office/drawing/2014/main" id="{2FAE27F9-31E0-BEE8-BFCB-40B14864DE84}"/>
              </a:ext>
            </a:extLst>
          </p:cNvPr>
          <p:cNvSpPr>
            <a:spLocks noGrp="1"/>
          </p:cNvSpPr>
          <p:nvPr>
            <p:ph type="body" sz="quarter" idx="27"/>
          </p:nvPr>
        </p:nvSpPr>
        <p:spPr>
          <a:xfrm>
            <a:off x="1345520" y="5425723"/>
            <a:ext cx="10175920" cy="641396"/>
          </a:xfrm>
        </p:spPr>
        <p:txBody>
          <a:bodyPr/>
          <a:lstStyle/>
          <a:p>
            <a:endParaRPr lang="en-US"/>
          </a:p>
        </p:txBody>
      </p:sp>
      <p:sp>
        <p:nvSpPr>
          <p:cNvPr id="15" name="Text Placeholder 14">
            <a:extLst>
              <a:ext uri="{FF2B5EF4-FFF2-40B4-BE49-F238E27FC236}">
                <a16:creationId xmlns:a16="http://schemas.microsoft.com/office/drawing/2014/main" id="{871424B5-AF1B-EBC1-192B-253358954B69}"/>
              </a:ext>
            </a:extLst>
          </p:cNvPr>
          <p:cNvSpPr>
            <a:spLocks noGrp="1"/>
          </p:cNvSpPr>
          <p:nvPr>
            <p:ph type="body" sz="quarter" idx="28"/>
          </p:nvPr>
        </p:nvSpPr>
        <p:spPr>
          <a:xfrm>
            <a:off x="360000" y="1625945"/>
            <a:ext cx="11243037" cy="754243"/>
          </a:xfrm>
        </p:spPr>
        <p:txBody>
          <a:bodyPr/>
          <a:lstStyle/>
          <a:p>
            <a:endParaRPr lang="en-US"/>
          </a:p>
        </p:txBody>
      </p:sp>
      <p:sp>
        <p:nvSpPr>
          <p:cNvPr id="16" name="Text Placeholder 15">
            <a:extLst>
              <a:ext uri="{FF2B5EF4-FFF2-40B4-BE49-F238E27FC236}">
                <a16:creationId xmlns:a16="http://schemas.microsoft.com/office/drawing/2014/main" id="{057F8B72-6486-DAFE-D378-A7E3F82B47C0}"/>
              </a:ext>
            </a:extLst>
          </p:cNvPr>
          <p:cNvSpPr>
            <a:spLocks noGrp="1"/>
          </p:cNvSpPr>
          <p:nvPr>
            <p:ph type="body" sz="quarter" idx="29"/>
          </p:nvPr>
        </p:nvSpPr>
        <p:spPr>
          <a:xfrm>
            <a:off x="1345520" y="4575670"/>
            <a:ext cx="10175920" cy="641396"/>
          </a:xfrm>
        </p:spPr>
        <p:txBody>
          <a:bodyPr/>
          <a:lstStyle/>
          <a:p>
            <a:endParaRPr lang="en-US"/>
          </a:p>
        </p:txBody>
      </p:sp>
      <p:sp>
        <p:nvSpPr>
          <p:cNvPr id="17" name="Text Placeholder 16">
            <a:extLst>
              <a:ext uri="{FF2B5EF4-FFF2-40B4-BE49-F238E27FC236}">
                <a16:creationId xmlns:a16="http://schemas.microsoft.com/office/drawing/2014/main" id="{586611D7-8B32-72EA-14FB-A57E82998441}"/>
              </a:ext>
            </a:extLst>
          </p:cNvPr>
          <p:cNvSpPr>
            <a:spLocks noGrp="1"/>
          </p:cNvSpPr>
          <p:nvPr>
            <p:ph type="body" sz="quarter" idx="30"/>
          </p:nvPr>
        </p:nvSpPr>
        <p:spPr>
          <a:xfrm>
            <a:off x="1345520" y="3725617"/>
            <a:ext cx="10175920" cy="641396"/>
          </a:xfrm>
        </p:spPr>
        <p:txBody>
          <a:bodyPr/>
          <a:lstStyle/>
          <a:p>
            <a:endParaRPr lang="en-US"/>
          </a:p>
        </p:txBody>
      </p:sp>
      <p:sp>
        <p:nvSpPr>
          <p:cNvPr id="18" name="Text Placeholder 17">
            <a:extLst>
              <a:ext uri="{FF2B5EF4-FFF2-40B4-BE49-F238E27FC236}">
                <a16:creationId xmlns:a16="http://schemas.microsoft.com/office/drawing/2014/main" id="{EA13EBFB-AE4F-2AC8-7064-60FC4C858E88}"/>
              </a:ext>
            </a:extLst>
          </p:cNvPr>
          <p:cNvSpPr>
            <a:spLocks noGrp="1"/>
          </p:cNvSpPr>
          <p:nvPr>
            <p:ph type="body" sz="quarter" idx="31"/>
          </p:nvPr>
        </p:nvSpPr>
        <p:spPr>
          <a:xfrm>
            <a:off x="1345520" y="2877704"/>
            <a:ext cx="10175920" cy="641396"/>
          </a:xfrm>
        </p:spPr>
        <p:txBody>
          <a:bodyPr/>
          <a:lstStyle/>
          <a:p>
            <a:endParaRPr lang="en-US"/>
          </a:p>
        </p:txBody>
      </p:sp>
      <p:sp>
        <p:nvSpPr>
          <p:cNvPr id="9" name="TextBox 8">
            <a:extLst>
              <a:ext uri="{FF2B5EF4-FFF2-40B4-BE49-F238E27FC236}">
                <a16:creationId xmlns:a16="http://schemas.microsoft.com/office/drawing/2014/main" id="{31E8794B-BDE8-037D-0CAF-AA0E5A7E8583}"/>
              </a:ext>
            </a:extLst>
          </p:cNvPr>
          <p:cNvSpPr txBox="1"/>
          <p:nvPr/>
        </p:nvSpPr>
        <p:spPr>
          <a:xfrm>
            <a:off x="670560" y="2829070"/>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10" name="TextBox 9">
            <a:extLst>
              <a:ext uri="{FF2B5EF4-FFF2-40B4-BE49-F238E27FC236}">
                <a16:creationId xmlns:a16="http://schemas.microsoft.com/office/drawing/2014/main" id="{68AE238C-3606-5F78-F03A-0E9E40F4FDA4}"/>
              </a:ext>
            </a:extLst>
          </p:cNvPr>
          <p:cNvSpPr txBox="1"/>
          <p:nvPr/>
        </p:nvSpPr>
        <p:spPr>
          <a:xfrm>
            <a:off x="670559" y="3676983"/>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1" name="TextBox 10">
            <a:extLst>
              <a:ext uri="{FF2B5EF4-FFF2-40B4-BE49-F238E27FC236}">
                <a16:creationId xmlns:a16="http://schemas.microsoft.com/office/drawing/2014/main" id="{6464E12C-842E-0AE5-19AB-798F6BC2845D}"/>
              </a:ext>
            </a:extLst>
          </p:cNvPr>
          <p:cNvSpPr txBox="1"/>
          <p:nvPr/>
        </p:nvSpPr>
        <p:spPr>
          <a:xfrm>
            <a:off x="670557" y="5377089"/>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12" name="TextBox 11">
            <a:extLst>
              <a:ext uri="{FF2B5EF4-FFF2-40B4-BE49-F238E27FC236}">
                <a16:creationId xmlns:a16="http://schemas.microsoft.com/office/drawing/2014/main" id="{E989C16C-1E4B-799F-ACDD-636F7693F2A6}"/>
              </a:ext>
            </a:extLst>
          </p:cNvPr>
          <p:cNvSpPr txBox="1"/>
          <p:nvPr/>
        </p:nvSpPr>
        <p:spPr>
          <a:xfrm>
            <a:off x="670558" y="452703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Tree>
    <p:extLst>
      <p:ext uri="{BB962C8B-B14F-4D97-AF65-F5344CB8AC3E}">
        <p14:creationId xmlns:p14="http://schemas.microsoft.com/office/powerpoint/2010/main" val="26437625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9E7187-0435-DC00-BB5D-2125BBCA4389}"/>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E2BC893-9530-AC61-D7B3-3A452ECBB315}"/>
              </a:ext>
            </a:extLst>
          </p:cNvPr>
          <p:cNvSpPr>
            <a:spLocks noGrp="1"/>
          </p:cNvSpPr>
          <p:nvPr>
            <p:ph type="sldNum" sz="quarter" idx="12"/>
          </p:nvPr>
        </p:nvSpPr>
        <p:spPr/>
        <p:txBody>
          <a:bodyPr/>
          <a:lstStyle/>
          <a:p>
            <a:fld id="{10A01DC5-1685-4615-8240-15192985C6A2}" type="slidenum">
              <a:rPr lang="en-AU" smtClean="0"/>
              <a:t>66</a:t>
            </a:fld>
            <a:endParaRPr lang="en-AU"/>
          </a:p>
        </p:txBody>
      </p:sp>
      <p:sp>
        <p:nvSpPr>
          <p:cNvPr id="3" name="Title 2">
            <a:extLst>
              <a:ext uri="{FF2B5EF4-FFF2-40B4-BE49-F238E27FC236}">
                <a16:creationId xmlns:a16="http://schemas.microsoft.com/office/drawing/2014/main" id="{47BC9526-5863-A869-9375-A013AA9B1360}"/>
              </a:ext>
            </a:extLst>
          </p:cNvPr>
          <p:cNvSpPr>
            <a:spLocks noGrp="1"/>
          </p:cNvSpPr>
          <p:nvPr>
            <p:ph type="title"/>
          </p:nvPr>
        </p:nvSpPr>
        <p:spPr/>
        <p:txBody>
          <a:bodyPr/>
          <a:lstStyle/>
          <a:p>
            <a:r>
              <a:rPr lang="en-US" dirty="0"/>
              <a:t>Multiple choice </a:t>
            </a:r>
          </a:p>
        </p:txBody>
      </p:sp>
      <p:sp>
        <p:nvSpPr>
          <p:cNvPr id="14" name="Picture Placeholder 13">
            <a:extLst>
              <a:ext uri="{FF2B5EF4-FFF2-40B4-BE49-F238E27FC236}">
                <a16:creationId xmlns:a16="http://schemas.microsoft.com/office/drawing/2014/main" id="{29B9EC75-6577-E32D-99A2-E54978EE9438}"/>
              </a:ext>
            </a:extLst>
          </p:cNvPr>
          <p:cNvSpPr>
            <a:spLocks noGrp="1"/>
          </p:cNvSpPr>
          <p:nvPr>
            <p:ph type="pic" sz="quarter" idx="20"/>
          </p:nvPr>
        </p:nvSpPr>
        <p:spPr/>
        <p:txBody>
          <a:bodyPr/>
          <a:lstStyle/>
          <a:p>
            <a:pPr algn="ctr"/>
            <a:endParaRPr lang="en-AU" sz="4000"/>
          </a:p>
        </p:txBody>
      </p:sp>
      <p:sp>
        <p:nvSpPr>
          <p:cNvPr id="15" name="Picture Placeholder 14">
            <a:extLst>
              <a:ext uri="{FF2B5EF4-FFF2-40B4-BE49-F238E27FC236}">
                <a16:creationId xmlns:a16="http://schemas.microsoft.com/office/drawing/2014/main" id="{08C58CC8-E167-CE35-57C2-0AFB8730B7FA}"/>
              </a:ext>
            </a:extLst>
          </p:cNvPr>
          <p:cNvSpPr>
            <a:spLocks noGrp="1"/>
          </p:cNvSpPr>
          <p:nvPr>
            <p:ph type="pic" sz="quarter" idx="21"/>
          </p:nvPr>
        </p:nvSpPr>
        <p:spPr/>
        <p:txBody>
          <a:bodyPr/>
          <a:lstStyle/>
          <a:p>
            <a:endParaRPr lang="en-AU"/>
          </a:p>
        </p:txBody>
      </p:sp>
      <p:sp>
        <p:nvSpPr>
          <p:cNvPr id="16" name="Picture Placeholder 15">
            <a:extLst>
              <a:ext uri="{FF2B5EF4-FFF2-40B4-BE49-F238E27FC236}">
                <a16:creationId xmlns:a16="http://schemas.microsoft.com/office/drawing/2014/main" id="{4796CCA1-ED50-C4F4-B332-BD3BA3238549}"/>
              </a:ext>
            </a:extLst>
          </p:cNvPr>
          <p:cNvSpPr>
            <a:spLocks noGrp="1"/>
          </p:cNvSpPr>
          <p:nvPr>
            <p:ph type="pic" sz="quarter" idx="22"/>
          </p:nvPr>
        </p:nvSpPr>
        <p:spPr/>
        <p:txBody>
          <a:bodyPr/>
          <a:lstStyle/>
          <a:p>
            <a:endParaRPr lang="en-AU"/>
          </a:p>
        </p:txBody>
      </p:sp>
      <p:sp>
        <p:nvSpPr>
          <p:cNvPr id="17" name="Picture Placeholder 16">
            <a:extLst>
              <a:ext uri="{FF2B5EF4-FFF2-40B4-BE49-F238E27FC236}">
                <a16:creationId xmlns:a16="http://schemas.microsoft.com/office/drawing/2014/main" id="{86C354AA-6397-16D8-C4C4-474F76D4A1C7}"/>
              </a:ext>
            </a:extLst>
          </p:cNvPr>
          <p:cNvSpPr>
            <a:spLocks noGrp="1"/>
          </p:cNvSpPr>
          <p:nvPr>
            <p:ph type="pic" sz="quarter" idx="23"/>
          </p:nvPr>
        </p:nvSpPr>
        <p:spPr/>
        <p:txBody>
          <a:bodyPr/>
          <a:lstStyle/>
          <a:p>
            <a:endParaRPr lang="en-AU"/>
          </a:p>
        </p:txBody>
      </p:sp>
      <p:sp>
        <p:nvSpPr>
          <p:cNvPr id="18" name="Text Placeholder 17">
            <a:extLst>
              <a:ext uri="{FF2B5EF4-FFF2-40B4-BE49-F238E27FC236}">
                <a16:creationId xmlns:a16="http://schemas.microsoft.com/office/drawing/2014/main" id="{8B713342-A845-FC63-9421-B086E3AB3C41}"/>
              </a:ext>
            </a:extLst>
          </p:cNvPr>
          <p:cNvSpPr>
            <a:spLocks noGrp="1"/>
          </p:cNvSpPr>
          <p:nvPr>
            <p:ph type="body" sz="quarter" idx="24"/>
          </p:nvPr>
        </p:nvSpPr>
        <p:spPr>
          <a:xfrm>
            <a:off x="360000" y="1068785"/>
            <a:ext cx="11243037" cy="893226"/>
          </a:xfrm>
        </p:spPr>
        <p:txBody>
          <a:bodyPr vert="horz" lIns="0" tIns="0" rIns="0" bIns="0" rtlCol="0" anchor="t">
            <a:noAutofit/>
          </a:bodyPr>
          <a:lstStyle/>
          <a:p>
            <a:endParaRPr lang="en-US" sz="4000"/>
          </a:p>
        </p:txBody>
      </p:sp>
      <p:sp>
        <p:nvSpPr>
          <p:cNvPr id="9" name="TextBox 8">
            <a:extLst>
              <a:ext uri="{FF2B5EF4-FFF2-40B4-BE49-F238E27FC236}">
                <a16:creationId xmlns:a16="http://schemas.microsoft.com/office/drawing/2014/main" id="{277FD18C-1E47-9FBB-532B-0DE3C233677A}"/>
              </a:ext>
            </a:extLst>
          </p:cNvPr>
          <p:cNvSpPr txBox="1"/>
          <p:nvPr/>
        </p:nvSpPr>
        <p:spPr>
          <a:xfrm>
            <a:off x="1215766"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10" name="TextBox 9">
            <a:extLst>
              <a:ext uri="{FF2B5EF4-FFF2-40B4-BE49-F238E27FC236}">
                <a16:creationId xmlns:a16="http://schemas.microsoft.com/office/drawing/2014/main" id="{0EFC4CB8-AF3F-406B-99FC-2C281AD6990A}"/>
              </a:ext>
            </a:extLst>
          </p:cNvPr>
          <p:cNvSpPr txBox="1"/>
          <p:nvPr/>
        </p:nvSpPr>
        <p:spPr>
          <a:xfrm>
            <a:off x="4219739"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1" name="TextBox 10">
            <a:extLst>
              <a:ext uri="{FF2B5EF4-FFF2-40B4-BE49-F238E27FC236}">
                <a16:creationId xmlns:a16="http://schemas.microsoft.com/office/drawing/2014/main" id="{25B95680-E32C-1E10-95C3-D0583F057C8A}"/>
              </a:ext>
            </a:extLst>
          </p:cNvPr>
          <p:cNvSpPr txBox="1"/>
          <p:nvPr/>
        </p:nvSpPr>
        <p:spPr>
          <a:xfrm>
            <a:off x="10227686"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12" name="TextBox 11">
            <a:extLst>
              <a:ext uri="{FF2B5EF4-FFF2-40B4-BE49-F238E27FC236}">
                <a16:creationId xmlns:a16="http://schemas.microsoft.com/office/drawing/2014/main" id="{5C468B22-5176-DF39-28C7-B9C61DEEF657}"/>
              </a:ext>
            </a:extLst>
          </p:cNvPr>
          <p:cNvSpPr txBox="1"/>
          <p:nvPr/>
        </p:nvSpPr>
        <p:spPr>
          <a:xfrm>
            <a:off x="7223712"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Tree>
    <p:extLst>
      <p:ext uri="{BB962C8B-B14F-4D97-AF65-F5344CB8AC3E}">
        <p14:creationId xmlns:p14="http://schemas.microsoft.com/office/powerpoint/2010/main" val="8840635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8223418-AC99-D403-B6BA-7F5E5111A87A}"/>
              </a:ext>
            </a:extLst>
          </p:cNvPr>
          <p:cNvSpPr>
            <a:spLocks noGrp="1"/>
          </p:cNvSpPr>
          <p:nvPr>
            <p:ph type="sldNum" sz="quarter" idx="10"/>
          </p:nvPr>
        </p:nvSpPr>
        <p:spPr/>
        <p:txBody>
          <a:bodyPr/>
          <a:lstStyle/>
          <a:p>
            <a:fld id="{10A01DC5-1685-4615-8240-15192985C6A2}" type="slidenum">
              <a:rPr lang="en-AU" smtClean="0"/>
              <a:pPr/>
              <a:t>67</a:t>
            </a:fld>
            <a:endParaRPr lang="en-AU"/>
          </a:p>
        </p:txBody>
      </p:sp>
      <p:sp>
        <p:nvSpPr>
          <p:cNvPr id="3" name="Title 2">
            <a:extLst>
              <a:ext uri="{FF2B5EF4-FFF2-40B4-BE49-F238E27FC236}">
                <a16:creationId xmlns:a16="http://schemas.microsoft.com/office/drawing/2014/main" id="{CA8966FD-9600-3EC7-EF10-06492353388E}"/>
              </a:ext>
            </a:extLst>
          </p:cNvPr>
          <p:cNvSpPr>
            <a:spLocks noGrp="1"/>
          </p:cNvSpPr>
          <p:nvPr>
            <p:ph type="title"/>
          </p:nvPr>
        </p:nvSpPr>
        <p:spPr/>
        <p:txBody>
          <a:bodyPr/>
          <a:lstStyle/>
          <a:p>
            <a:r>
              <a:rPr lang="en-AU" dirty="0">
                <a:latin typeface="Arial"/>
                <a:cs typeface="Arial"/>
              </a:rPr>
              <a:t>References </a:t>
            </a:r>
            <a:r>
              <a:rPr lang="en-AU" dirty="0">
                <a:solidFill>
                  <a:schemeClr val="accent4"/>
                </a:solidFill>
                <a:latin typeface="Arial"/>
                <a:cs typeface="Arial"/>
              </a:rPr>
              <a:t>2</a:t>
            </a:r>
            <a:endParaRPr lang="en-AU">
              <a:solidFill>
                <a:schemeClr val="accent4"/>
              </a:solidFill>
            </a:endParaRPr>
          </a:p>
        </p:txBody>
      </p:sp>
      <p:sp>
        <p:nvSpPr>
          <p:cNvPr id="4" name="Content Placeholder 3">
            <a:extLst>
              <a:ext uri="{FF2B5EF4-FFF2-40B4-BE49-F238E27FC236}">
                <a16:creationId xmlns:a16="http://schemas.microsoft.com/office/drawing/2014/main" id="{B7C07B50-96D9-2E35-E2CE-3139F6377F08}"/>
              </a:ext>
            </a:extLst>
          </p:cNvPr>
          <p:cNvSpPr>
            <a:spLocks noGrp="1"/>
          </p:cNvSpPr>
          <p:nvPr>
            <p:ph idx="1"/>
          </p:nvPr>
        </p:nvSpPr>
        <p:spPr/>
        <p:txBody>
          <a:bodyPr vert="horz" lIns="0" tIns="0" rIns="0" bIns="0" rtlCol="0" anchor="t">
            <a:noAutofit/>
          </a:bodyPr>
          <a:lstStyle/>
          <a:p>
            <a:r>
              <a:rPr lang="en-AU">
                <a:hlinkClick r:id="rId2"/>
              </a:rPr>
              <a:t>Mathematics K-10 Syllabus </a:t>
            </a:r>
            <a:r>
              <a:rPr lang="en-AU"/>
              <a:t>© Syllabus NSW Education Standards Authority (NESA) for and on behalf of the Crown in right of the State of New South Wales, 2022.</a:t>
            </a:r>
          </a:p>
          <a:p>
            <a:r>
              <a:rPr lang="en-AU" err="1"/>
              <a:t>Boaler</a:t>
            </a:r>
            <a:r>
              <a:rPr lang="en-AU"/>
              <a:t> J, Munson J and Williams C (2017) Mindset Mathematics: Visualizing and Investigating Big Ideas, Grade 4, Jossey-Bass, San Francisco.</a:t>
            </a:r>
          </a:p>
          <a:p>
            <a:r>
              <a:rPr lang="en-AU"/>
              <a:t>Burkhart J (2015–2023) </a:t>
            </a:r>
            <a:r>
              <a:rPr lang="en-AU">
                <a:hlinkClick r:id="rId3"/>
              </a:rPr>
              <a:t>Deep Math Projects</a:t>
            </a:r>
            <a:r>
              <a:rPr lang="en-AU"/>
              <a:t>, 5280 MATH website, accessed 9 August 2024.</a:t>
            </a:r>
          </a:p>
          <a:p>
            <a:r>
              <a:rPr lang="en-AU">
                <a:cs typeface="Arial"/>
              </a:rPr>
              <a:t>Frykholm J (2010) </a:t>
            </a:r>
            <a:r>
              <a:rPr lang="en-AU">
                <a:cs typeface="Arial"/>
                <a:hlinkClick r:id="rId4"/>
              </a:rPr>
              <a:t>Learning to Think Mathematically with the Number Line: A Resource for Teachers, A Tool for Young Children </a:t>
            </a:r>
            <a:r>
              <a:rPr lang="en-AU">
                <a:cs typeface="Arial"/>
              </a:rPr>
              <a:t>[PDF 1.07MB], The Math Learning Center, accessed 9 August 2024.</a:t>
            </a:r>
          </a:p>
          <a:p>
            <a:r>
              <a:rPr lang="en-AU">
                <a:cs typeface="Arial"/>
              </a:rPr>
              <a:t>New Zealand Ministry of Education (n.d.) ‘Missing Number Bingo’, Resource Finder, NZ Maths, accessed 9 August 2024.</a:t>
            </a:r>
          </a:p>
          <a:p>
            <a:r>
              <a:rPr lang="en-AU">
                <a:cs typeface="Arial"/>
              </a:rPr>
              <a:t>State of New South Wales (Department of Education) (2023) ‘</a:t>
            </a:r>
            <a:r>
              <a:rPr lang="en-AU">
                <a:cs typeface="Arial"/>
                <a:hlinkClick r:id="rId5"/>
              </a:rPr>
              <a:t>Hit it (3-digit numbers</a:t>
            </a:r>
            <a:r>
              <a:rPr lang="en-AU">
                <a:cs typeface="Arial"/>
              </a:rPr>
              <a:t>)’, Mathematics K-6 resources, NSW Department of Education website, accessed July 2024.</a:t>
            </a:r>
          </a:p>
        </p:txBody>
      </p:sp>
      <p:sp>
        <p:nvSpPr>
          <p:cNvPr id="6" name="TextBox 5">
            <a:extLst>
              <a:ext uri="{FF2B5EF4-FFF2-40B4-BE49-F238E27FC236}">
                <a16:creationId xmlns:a16="http://schemas.microsoft.com/office/drawing/2014/main" id="{EABCE76F-41B1-7EE2-14F1-DC744150DE0C}"/>
              </a:ext>
            </a:extLst>
          </p:cNvPr>
          <p:cNvSpPr txBox="1"/>
          <p:nvPr/>
        </p:nvSpPr>
        <p:spPr>
          <a:xfrm>
            <a:off x="335826" y="1397263"/>
            <a:ext cx="11471999" cy="1597297"/>
          </a:xfrm>
          <a:prstGeom prst="rect">
            <a:avLst/>
          </a:prstGeom>
          <a:noFill/>
        </p:spPr>
        <p:txBody>
          <a:bodyPr wrap="square">
            <a:spAutoFit/>
          </a:bodyPr>
          <a:lstStyle/>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latin typeface="Public Sans Light"/>
                <a:ea typeface="+mn-ea"/>
                <a:cs typeface="+mn-cs"/>
              </a:rPr>
              <a:t>This presentation contains NSW Curriculum and syllabus content. The NSW Curriculum is developed by the NSW Education Standards Authority. This content is prepared by NESA for and on behalf of the Crown in the right of the State of New South Wales. The material is protected by Crown copyright.</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latin typeface="Public Sans Light"/>
                <a:ea typeface="+mn-ea"/>
                <a:cs typeface="+mn-cs"/>
              </a:rPr>
              <a:t>Please refer to the NESA Copyright Disclaimer for more information </a:t>
            </a:r>
            <a:r>
              <a:rPr kumimoji="0" lang="en-AU" sz="1200" b="0" i="0" u="none" strike="noStrike" kern="1200" cap="none" spc="0" normalizeH="0" baseline="0" noProof="0">
                <a:ln>
                  <a:noFill/>
                </a:ln>
                <a:solidFill>
                  <a:srgbClr val="CBEDFD"/>
                </a:solidFill>
                <a:effectLst/>
                <a:uLnTx/>
                <a:uFillTx/>
                <a:latin typeface="Public Sans Light"/>
                <a:ea typeface="+mn-ea"/>
                <a:cs typeface="+mn-cs"/>
                <a:hlinkClick r:id="rId6">
                  <a:extLst>
                    <a:ext uri="{A12FA001-AC4F-418D-AE19-62706E023703}">
                      <ahyp:hlinkClr xmlns:ahyp="http://schemas.microsoft.com/office/drawing/2018/hyperlinkcolor" val="tx"/>
                    </a:ext>
                  </a:extLst>
                </a:hlinkClick>
              </a:rPr>
              <a:t>https://educationstandards.nsw.edu.au/wps/portal/nesa/mini-footer/copyright</a:t>
            </a:r>
            <a:r>
              <a:rPr kumimoji="0" lang="en-AU" sz="1200" b="0" i="0" u="none" strike="noStrike" kern="1200" cap="none" spc="0" normalizeH="0" baseline="0" noProof="0">
                <a:ln>
                  <a:noFill/>
                </a:ln>
                <a:solidFill>
                  <a:srgbClr val="FFFFFF"/>
                </a:solidFill>
                <a:effectLst/>
                <a:uLnTx/>
                <a:uFillTx/>
                <a:latin typeface="Public Sans Light"/>
                <a:ea typeface="+mn-ea"/>
                <a:cs typeface="+mn-cs"/>
              </a:rPr>
              <a:t>. </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latin typeface="Public Sans Light"/>
                <a:ea typeface="+mn-ea"/>
                <a:cs typeface="+mn-cs"/>
              </a:rPr>
              <a:t>NESA holds the only official and up-to-date versions of the NSW Curriculum and syllabus documents. Please visit the NSW Education Standards Authority (NESA) website </a:t>
            </a:r>
            <a:r>
              <a:rPr kumimoji="0" lang="en-AU" sz="1200" b="0" i="0" u="none" strike="noStrike" kern="1200" cap="none" spc="0" normalizeH="0" baseline="0" noProof="0">
                <a:ln>
                  <a:noFill/>
                </a:ln>
                <a:solidFill>
                  <a:srgbClr val="CBEDFD"/>
                </a:solidFill>
                <a:effectLst/>
                <a:uLnTx/>
                <a:uFillTx/>
                <a:latin typeface="Public Sans Light"/>
                <a:ea typeface="+mn-ea"/>
                <a:cs typeface="+mn-cs"/>
                <a:hlinkClick r:id="rId7">
                  <a:extLst>
                    <a:ext uri="{A12FA001-AC4F-418D-AE19-62706E023703}">
                      <ahyp:hlinkClr xmlns:ahyp="http://schemas.microsoft.com/office/drawing/2018/hyperlinkcolor" val="tx"/>
                    </a:ext>
                  </a:extLst>
                </a:hlinkClick>
              </a:rPr>
              <a:t>https://educationstandards.nsw.edu.au/wps/portal/nesa/home</a:t>
            </a:r>
            <a:r>
              <a:rPr kumimoji="0" lang="en-AU" sz="1200" b="0" i="0" u="none" strike="noStrike" kern="1200" cap="none" spc="0" normalizeH="0" baseline="0" noProof="0">
                <a:ln>
                  <a:noFill/>
                </a:ln>
                <a:solidFill>
                  <a:srgbClr val="CBEDFD"/>
                </a:solidFill>
                <a:effectLst/>
                <a:uLnTx/>
                <a:uFillTx/>
                <a:latin typeface="Public Sans Light"/>
                <a:ea typeface="+mn-ea"/>
                <a:cs typeface="+mn-cs"/>
              </a:rPr>
              <a:t> </a:t>
            </a:r>
            <a:r>
              <a:rPr kumimoji="0" lang="en-AU" sz="1200" b="0" i="0" u="none" strike="noStrike" kern="1200" cap="none" spc="0" normalizeH="0" baseline="0" noProof="0">
                <a:ln>
                  <a:noFill/>
                </a:ln>
                <a:solidFill>
                  <a:srgbClr val="FFFFFF"/>
                </a:solidFill>
                <a:effectLst/>
                <a:uLnTx/>
                <a:uFillTx/>
                <a:latin typeface="Public Sans Light"/>
                <a:ea typeface="+mn-ea"/>
                <a:cs typeface="+mn-cs"/>
              </a:rPr>
              <a:t>and the NSW Curriculum website </a:t>
            </a:r>
            <a:r>
              <a:rPr kumimoji="0" lang="en-AU" sz="1200" b="0" i="0" u="none" strike="noStrike" kern="1200" cap="none" spc="0" normalizeH="0" baseline="0" noProof="0">
                <a:ln>
                  <a:noFill/>
                </a:ln>
                <a:solidFill>
                  <a:srgbClr val="CBEDFD"/>
                </a:solidFill>
                <a:effectLst/>
                <a:uLnTx/>
                <a:uFillTx/>
                <a:latin typeface="Public Sans Light"/>
                <a:ea typeface="+mn-ea"/>
                <a:cs typeface="+mn-cs"/>
                <a:hlinkClick r:id="rId8">
                  <a:extLst>
                    <a:ext uri="{A12FA001-AC4F-418D-AE19-62706E023703}">
                      <ahyp:hlinkClr xmlns:ahyp="http://schemas.microsoft.com/office/drawing/2018/hyperlinkcolor" val="tx"/>
                    </a:ext>
                  </a:extLst>
                </a:hlinkClick>
              </a:rPr>
              <a:t>https://curriculum.nsw.edu.au</a:t>
            </a:r>
            <a:r>
              <a:rPr kumimoji="0" lang="en-AU" sz="1200" b="0" i="0" u="none" strike="noStrike" kern="1200" cap="none" spc="0" normalizeH="0" baseline="0" noProof="0">
                <a:ln>
                  <a:noFill/>
                </a:ln>
                <a:solidFill>
                  <a:srgbClr val="FFFFFF"/>
                </a:solidFill>
                <a:effectLst/>
                <a:uLnTx/>
                <a:uFillTx/>
                <a:latin typeface="Public Sans Light"/>
                <a:ea typeface="+mn-ea"/>
                <a:cs typeface="+mn-cs"/>
              </a:rPr>
              <a:t>.</a:t>
            </a:r>
          </a:p>
        </p:txBody>
      </p:sp>
    </p:spTree>
    <p:extLst>
      <p:ext uri="{BB962C8B-B14F-4D97-AF65-F5344CB8AC3E}">
        <p14:creationId xmlns:p14="http://schemas.microsoft.com/office/powerpoint/2010/main" val="23590857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8223418-AC99-D403-B6BA-7F5E5111A87A}"/>
              </a:ext>
            </a:extLst>
          </p:cNvPr>
          <p:cNvSpPr>
            <a:spLocks noGrp="1"/>
          </p:cNvSpPr>
          <p:nvPr>
            <p:ph type="sldNum" sz="quarter" idx="10"/>
          </p:nvPr>
        </p:nvSpPr>
        <p:spPr/>
        <p:txBody>
          <a:bodyPr/>
          <a:lstStyle/>
          <a:p>
            <a:fld id="{10A01DC5-1685-4615-8240-15192985C6A2}" type="slidenum">
              <a:rPr lang="en-AU" smtClean="0"/>
              <a:pPr/>
              <a:t>68</a:t>
            </a:fld>
            <a:endParaRPr lang="en-AU"/>
          </a:p>
        </p:txBody>
      </p:sp>
      <p:sp>
        <p:nvSpPr>
          <p:cNvPr id="3" name="Title 2">
            <a:extLst>
              <a:ext uri="{FF2B5EF4-FFF2-40B4-BE49-F238E27FC236}">
                <a16:creationId xmlns:a16="http://schemas.microsoft.com/office/drawing/2014/main" id="{CA8966FD-9600-3EC7-EF10-06492353388E}"/>
              </a:ext>
            </a:extLst>
          </p:cNvPr>
          <p:cNvSpPr>
            <a:spLocks noGrp="1"/>
          </p:cNvSpPr>
          <p:nvPr>
            <p:ph type="title"/>
          </p:nvPr>
        </p:nvSpPr>
        <p:spPr/>
        <p:txBody>
          <a:bodyPr/>
          <a:lstStyle/>
          <a:p>
            <a:r>
              <a:rPr lang="en-AU" dirty="0">
                <a:latin typeface="Arial"/>
                <a:cs typeface="Arial"/>
              </a:rPr>
              <a:t>References </a:t>
            </a:r>
            <a:r>
              <a:rPr lang="en-AU" dirty="0">
                <a:solidFill>
                  <a:schemeClr val="accent4"/>
                </a:solidFill>
                <a:latin typeface="Arial"/>
                <a:cs typeface="Arial"/>
              </a:rPr>
              <a:t>3</a:t>
            </a:r>
            <a:endParaRPr lang="en-AU" dirty="0">
              <a:solidFill>
                <a:schemeClr val="accent4"/>
              </a:solidFill>
            </a:endParaRPr>
          </a:p>
        </p:txBody>
      </p:sp>
      <p:sp>
        <p:nvSpPr>
          <p:cNvPr id="4" name="Content Placeholder 3">
            <a:extLst>
              <a:ext uri="{FF2B5EF4-FFF2-40B4-BE49-F238E27FC236}">
                <a16:creationId xmlns:a16="http://schemas.microsoft.com/office/drawing/2014/main" id="{B7C07B50-96D9-2E35-E2CE-3139F6377F08}"/>
              </a:ext>
            </a:extLst>
          </p:cNvPr>
          <p:cNvSpPr>
            <a:spLocks noGrp="1"/>
          </p:cNvSpPr>
          <p:nvPr>
            <p:ph idx="1"/>
          </p:nvPr>
        </p:nvSpPr>
        <p:spPr/>
        <p:txBody>
          <a:bodyPr vert="horz" lIns="0" tIns="0" rIns="0" bIns="0" rtlCol="0" anchor="t">
            <a:noAutofit/>
          </a:bodyPr>
          <a:lstStyle/>
          <a:p>
            <a:r>
              <a:rPr lang="en-AU" dirty="0">
                <a:cs typeface="Arial"/>
              </a:rPr>
              <a:t>State of New South Wales (Department of Education) (2023) ‘</a:t>
            </a:r>
            <a:r>
              <a:rPr lang="en-AU" dirty="0">
                <a:cs typeface="Arial"/>
                <a:hlinkClick r:id="rId2"/>
              </a:rPr>
              <a:t>Place value game</a:t>
            </a:r>
            <a:r>
              <a:rPr lang="en-AU" dirty="0">
                <a:cs typeface="Arial"/>
              </a:rPr>
              <a:t>’, Mathematics K-6 resources, NSW Department of Education website, accessed July 2024.</a:t>
            </a:r>
          </a:p>
          <a:p>
            <a:r>
              <a:rPr lang="en-AU" dirty="0">
                <a:cs typeface="Arial"/>
              </a:rPr>
              <a:t>State of New South Wales (Department of Education) (2023) '</a:t>
            </a:r>
            <a:r>
              <a:rPr lang="en-AU" sz="1100" dirty="0">
                <a:solidFill>
                  <a:srgbClr val="2F5496"/>
                </a:solidFill>
                <a:latin typeface="Arial"/>
                <a:cs typeface="Arial"/>
                <a:hlinkClick r:id="rId3"/>
              </a:rPr>
              <a:t>Array bingo</a:t>
            </a:r>
            <a:r>
              <a:rPr lang="en-AU" dirty="0">
                <a:cs typeface="Arial"/>
              </a:rPr>
              <a:t>’, Mathematics K-6 resources, NSW Department of Education website, accessed July 2024.</a:t>
            </a:r>
            <a:endParaRPr lang="en-AU" dirty="0">
              <a:solidFill>
                <a:srgbClr val="000000"/>
              </a:solidFill>
              <a:cs typeface="Arial"/>
            </a:endParaRPr>
          </a:p>
          <a:p>
            <a:r>
              <a:rPr lang="en-AU" dirty="0">
                <a:cs typeface="Arial"/>
              </a:rPr>
              <a:t>The Maths Learning Centre (2026), </a:t>
            </a:r>
            <a:r>
              <a:rPr lang="en-AU" dirty="0">
                <a:latin typeface="Public Sans Light"/>
                <a:cs typeface="Arial"/>
              </a:rPr>
              <a:t>'</a:t>
            </a:r>
            <a:r>
              <a:rPr lang="en-AU" sz="1100" dirty="0">
                <a:latin typeface="Arial"/>
                <a:cs typeface="Arial"/>
                <a:hlinkClick r:id="rId4"/>
              </a:rPr>
              <a:t>CenterLoops and Groups</a:t>
            </a:r>
            <a:r>
              <a:rPr lang="en-AU" sz="1100" dirty="0">
                <a:latin typeface="Arial"/>
                <a:cs typeface="Arial"/>
              </a:rPr>
              <a:t>'</a:t>
            </a:r>
            <a:r>
              <a:rPr lang="en-AU" sz="1100" dirty="0">
                <a:cs typeface="Arial"/>
              </a:rPr>
              <a:t>, Maths learning </a:t>
            </a:r>
            <a:r>
              <a:rPr lang="en-AU" sz="1100" dirty="0" err="1">
                <a:cs typeface="Arial"/>
              </a:rPr>
              <a:t>center</a:t>
            </a:r>
            <a:r>
              <a:rPr lang="en-AU" sz="1100" dirty="0">
                <a:cs typeface="Arial"/>
              </a:rPr>
              <a:t> website, accessed 20 June 2025.</a:t>
            </a:r>
            <a:endParaRPr lang="en-AU" dirty="0"/>
          </a:p>
          <a:p>
            <a:r>
              <a:rPr lang="en-AU" dirty="0">
                <a:cs typeface="Arial"/>
              </a:rPr>
              <a:t>University of Cambridge (Faculty of Mathematics) (n.d.) </a:t>
            </a:r>
            <a:r>
              <a:rPr lang="en-AU" dirty="0">
                <a:cs typeface="Arial"/>
                <a:hlinkClick r:id="rId5"/>
              </a:rPr>
              <a:t>Multiply Multiples 3</a:t>
            </a:r>
            <a:r>
              <a:rPr lang="en-AU" dirty="0">
                <a:cs typeface="Arial"/>
              </a:rPr>
              <a:t>, NRICH website, accessed 9 August 2024. </a:t>
            </a:r>
          </a:p>
          <a:p>
            <a:endParaRPr lang="en-AU" sz="1100" dirty="0"/>
          </a:p>
          <a:p>
            <a:endParaRPr lang="en-AU" sz="1100" dirty="0"/>
          </a:p>
          <a:p>
            <a:endParaRPr lang="en-AU"/>
          </a:p>
        </p:txBody>
      </p:sp>
      <p:sp>
        <p:nvSpPr>
          <p:cNvPr id="6" name="TextBox 5">
            <a:extLst>
              <a:ext uri="{FF2B5EF4-FFF2-40B4-BE49-F238E27FC236}">
                <a16:creationId xmlns:a16="http://schemas.microsoft.com/office/drawing/2014/main" id="{EABCE76F-41B1-7EE2-14F1-DC744150DE0C}"/>
              </a:ext>
            </a:extLst>
          </p:cNvPr>
          <p:cNvSpPr txBox="1"/>
          <p:nvPr/>
        </p:nvSpPr>
        <p:spPr>
          <a:xfrm>
            <a:off x="335826" y="1397263"/>
            <a:ext cx="11471999" cy="1597297"/>
          </a:xfrm>
          <a:prstGeom prst="rect">
            <a:avLst/>
          </a:prstGeom>
          <a:noFill/>
        </p:spPr>
        <p:txBody>
          <a:bodyPr wrap="square">
            <a:spAutoFit/>
          </a:bodyPr>
          <a:lstStyle/>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latin typeface="Public Sans Light"/>
                <a:ea typeface="+mn-ea"/>
                <a:cs typeface="+mn-cs"/>
              </a:rPr>
              <a:t>This presentation contains NSW Curriculum and syllabus content. The NSW Curriculum is developed by the NSW Education Standards Authority. This content is prepared by NESA for and on behalf of the Crown in the right of the State of New South Wales. The material is protected by Crown copyright.</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latin typeface="Public Sans Light"/>
                <a:ea typeface="+mn-ea"/>
                <a:cs typeface="+mn-cs"/>
              </a:rPr>
              <a:t>Please refer to the NESA Copyright Disclaimer for more information </a:t>
            </a:r>
            <a:r>
              <a:rPr kumimoji="0" lang="en-AU" sz="1200" b="0" i="0" u="none" strike="noStrike" kern="1200" cap="none" spc="0" normalizeH="0" baseline="0" noProof="0">
                <a:ln>
                  <a:noFill/>
                </a:ln>
                <a:solidFill>
                  <a:srgbClr val="CBEDFD"/>
                </a:solidFill>
                <a:effectLst/>
                <a:uLnTx/>
                <a:uFillTx/>
                <a:latin typeface="Public Sans Light"/>
                <a:ea typeface="+mn-ea"/>
                <a:cs typeface="+mn-cs"/>
                <a:hlinkClick r:id="rId6">
                  <a:extLst>
                    <a:ext uri="{A12FA001-AC4F-418D-AE19-62706E023703}">
                      <ahyp:hlinkClr xmlns:ahyp="http://schemas.microsoft.com/office/drawing/2018/hyperlinkcolor" val="tx"/>
                    </a:ext>
                  </a:extLst>
                </a:hlinkClick>
              </a:rPr>
              <a:t>https://educationstandards.nsw.edu.au/wps/portal/nesa/mini-footer/copyright</a:t>
            </a:r>
            <a:r>
              <a:rPr kumimoji="0" lang="en-AU" sz="1200" b="0" i="0" u="none" strike="noStrike" kern="1200" cap="none" spc="0" normalizeH="0" baseline="0" noProof="0">
                <a:ln>
                  <a:noFill/>
                </a:ln>
                <a:solidFill>
                  <a:srgbClr val="FFFFFF"/>
                </a:solidFill>
                <a:effectLst/>
                <a:uLnTx/>
                <a:uFillTx/>
                <a:latin typeface="Public Sans Light"/>
                <a:ea typeface="+mn-ea"/>
                <a:cs typeface="+mn-cs"/>
              </a:rPr>
              <a:t>. </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latin typeface="Public Sans Light"/>
                <a:ea typeface="+mn-ea"/>
                <a:cs typeface="+mn-cs"/>
              </a:rPr>
              <a:t>NESA holds the only official and up-to-date versions of the NSW Curriculum and syllabus documents. Please visit the NSW Education Standards Authority (NESA) website </a:t>
            </a:r>
            <a:r>
              <a:rPr kumimoji="0" lang="en-AU" sz="1200" b="0" i="0" u="none" strike="noStrike" kern="1200" cap="none" spc="0" normalizeH="0" baseline="0" noProof="0">
                <a:ln>
                  <a:noFill/>
                </a:ln>
                <a:solidFill>
                  <a:srgbClr val="CBEDFD"/>
                </a:solidFill>
                <a:effectLst/>
                <a:uLnTx/>
                <a:uFillTx/>
                <a:latin typeface="Public Sans Light"/>
                <a:ea typeface="+mn-ea"/>
                <a:cs typeface="+mn-cs"/>
                <a:hlinkClick r:id="rId7">
                  <a:extLst>
                    <a:ext uri="{A12FA001-AC4F-418D-AE19-62706E023703}">
                      <ahyp:hlinkClr xmlns:ahyp="http://schemas.microsoft.com/office/drawing/2018/hyperlinkcolor" val="tx"/>
                    </a:ext>
                  </a:extLst>
                </a:hlinkClick>
              </a:rPr>
              <a:t>https://educationstandards.nsw.edu.au/wps/portal/nesa/home</a:t>
            </a:r>
            <a:r>
              <a:rPr kumimoji="0" lang="en-AU" sz="1200" b="0" i="0" u="none" strike="noStrike" kern="1200" cap="none" spc="0" normalizeH="0" baseline="0" noProof="0">
                <a:ln>
                  <a:noFill/>
                </a:ln>
                <a:solidFill>
                  <a:srgbClr val="CBEDFD"/>
                </a:solidFill>
                <a:effectLst/>
                <a:uLnTx/>
                <a:uFillTx/>
                <a:latin typeface="Public Sans Light"/>
                <a:ea typeface="+mn-ea"/>
                <a:cs typeface="+mn-cs"/>
              </a:rPr>
              <a:t> </a:t>
            </a:r>
            <a:r>
              <a:rPr kumimoji="0" lang="en-AU" sz="1200" b="0" i="0" u="none" strike="noStrike" kern="1200" cap="none" spc="0" normalizeH="0" baseline="0" noProof="0">
                <a:ln>
                  <a:noFill/>
                </a:ln>
                <a:solidFill>
                  <a:srgbClr val="FFFFFF"/>
                </a:solidFill>
                <a:effectLst/>
                <a:uLnTx/>
                <a:uFillTx/>
                <a:latin typeface="Public Sans Light"/>
                <a:ea typeface="+mn-ea"/>
                <a:cs typeface="+mn-cs"/>
              </a:rPr>
              <a:t>and the NSW Curriculum website </a:t>
            </a:r>
            <a:r>
              <a:rPr kumimoji="0" lang="en-AU" sz="1200" b="0" i="0" u="none" strike="noStrike" kern="1200" cap="none" spc="0" normalizeH="0" baseline="0" noProof="0">
                <a:ln>
                  <a:noFill/>
                </a:ln>
                <a:solidFill>
                  <a:srgbClr val="CBEDFD"/>
                </a:solidFill>
                <a:effectLst/>
                <a:uLnTx/>
                <a:uFillTx/>
                <a:latin typeface="Public Sans Light"/>
                <a:ea typeface="+mn-ea"/>
                <a:cs typeface="+mn-cs"/>
                <a:hlinkClick r:id="rId8">
                  <a:extLst>
                    <a:ext uri="{A12FA001-AC4F-418D-AE19-62706E023703}">
                      <ahyp:hlinkClr xmlns:ahyp="http://schemas.microsoft.com/office/drawing/2018/hyperlinkcolor" val="tx"/>
                    </a:ext>
                  </a:extLst>
                </a:hlinkClick>
              </a:rPr>
              <a:t>https://curriculum.nsw.edu.au</a:t>
            </a:r>
            <a:r>
              <a:rPr kumimoji="0" lang="en-AU" sz="1200" b="0" i="0" u="none" strike="noStrike" kern="1200" cap="none" spc="0" normalizeH="0" baseline="0" noProof="0">
                <a:ln>
                  <a:noFill/>
                </a:ln>
                <a:solidFill>
                  <a:srgbClr val="FFFFFF"/>
                </a:solidFill>
                <a:effectLst/>
                <a:uLnTx/>
                <a:uFillTx/>
                <a:latin typeface="Public Sans Light"/>
                <a:ea typeface="+mn-ea"/>
                <a:cs typeface="+mn-cs"/>
              </a:rPr>
              <a:t>.</a:t>
            </a:r>
          </a:p>
        </p:txBody>
      </p:sp>
    </p:spTree>
    <p:extLst>
      <p:ext uri="{BB962C8B-B14F-4D97-AF65-F5344CB8AC3E}">
        <p14:creationId xmlns:p14="http://schemas.microsoft.com/office/powerpoint/2010/main" val="40707601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2146F84-0A22-2DEF-978C-013AB2B0CDA6}"/>
              </a:ext>
            </a:extLst>
          </p:cNvPr>
          <p:cNvSpPr>
            <a:spLocks noGrp="1"/>
          </p:cNvSpPr>
          <p:nvPr>
            <p:ph type="title"/>
          </p:nvPr>
        </p:nvSpPr>
        <p:spPr>
          <a:xfrm>
            <a:off x="360000" y="360000"/>
            <a:ext cx="10080000" cy="537467"/>
          </a:xfrm>
        </p:spPr>
        <p:txBody>
          <a:bodyPr/>
          <a:lstStyle/>
          <a:p>
            <a:r>
              <a:rPr lang="en-AU" dirty="0">
                <a:latin typeface="+mj-lt"/>
              </a:rPr>
              <a:t>Copyright</a:t>
            </a:r>
          </a:p>
        </p:txBody>
      </p:sp>
      <p:sp>
        <p:nvSpPr>
          <p:cNvPr id="7" name="Text Placeholder 6">
            <a:extLst>
              <a:ext uri="{FF2B5EF4-FFF2-40B4-BE49-F238E27FC236}">
                <a16:creationId xmlns:a16="http://schemas.microsoft.com/office/drawing/2014/main" id="{E762E711-B51D-9854-C2DD-A164FE59F882}"/>
              </a:ext>
            </a:extLst>
          </p:cNvPr>
          <p:cNvSpPr>
            <a:spLocks noGrp="1"/>
          </p:cNvSpPr>
          <p:nvPr>
            <p:ph type="body" sz="quarter" idx="18"/>
          </p:nvPr>
        </p:nvSpPr>
        <p:spPr/>
        <p:txBody>
          <a:bodyPr/>
          <a:lstStyle/>
          <a:p>
            <a:r>
              <a:rPr lang="en-AU" dirty="0">
                <a:latin typeface="+mj-lt"/>
              </a:rPr>
              <a:t>© State of New South Wales (Department of Education), 2025</a:t>
            </a:r>
          </a:p>
        </p:txBody>
      </p:sp>
      <p:sp>
        <p:nvSpPr>
          <p:cNvPr id="8" name="TextBox 7">
            <a:extLst>
              <a:ext uri="{FF2B5EF4-FFF2-40B4-BE49-F238E27FC236}">
                <a16:creationId xmlns:a16="http://schemas.microsoft.com/office/drawing/2014/main" id="{F70BB973-8437-BE43-4C71-6089E7F934FA}"/>
              </a:ext>
            </a:extLst>
          </p:cNvPr>
          <p:cNvSpPr txBox="1"/>
          <p:nvPr/>
        </p:nvSpPr>
        <p:spPr>
          <a:xfrm>
            <a:off x="360000" y="1453575"/>
            <a:ext cx="11484338" cy="5067724"/>
          </a:xfrm>
          <a:prstGeom prst="rect">
            <a:avLst/>
          </a:prstGeom>
          <a:noFill/>
        </p:spPr>
        <p:txBody>
          <a:bodyPr wrap="square" lIns="0" tIns="0" rIns="0" bIns="0" rtlCol="0">
            <a:noAutofit/>
          </a:bodyPr>
          <a:lstStyle/>
          <a:p>
            <a:pPr algn="l">
              <a:lnSpc>
                <a:spcPct val="150000"/>
              </a:lnSpc>
              <a:spcAft>
                <a:spcPts val="600"/>
              </a:spcAft>
            </a:pPr>
            <a:r>
              <a:rPr lang="en-AU" sz="1200" dirty="0">
                <a:solidFill>
                  <a:schemeClr val="bg1"/>
                </a:solidFill>
              </a:rPr>
              <a:t>The copyright material published in this resource is subject to the </a:t>
            </a:r>
            <a:r>
              <a:rPr lang="en-AU" sz="1200" i="1" dirty="0">
                <a:solidFill>
                  <a:schemeClr val="bg1"/>
                </a:solidFill>
              </a:rPr>
              <a:t>Copyright Act 1968</a:t>
            </a:r>
            <a:r>
              <a:rPr lang="en-AU" sz="1200" dirty="0">
                <a:solidFill>
                  <a:schemeClr val="bg1"/>
                </a:solidFill>
              </a:rPr>
              <a:t> (</a:t>
            </a:r>
            <a:r>
              <a:rPr lang="en-AU" sz="1200" dirty="0" err="1">
                <a:solidFill>
                  <a:schemeClr val="bg1"/>
                </a:solidFill>
              </a:rPr>
              <a:t>Cth</a:t>
            </a:r>
            <a:r>
              <a:rPr lang="en-AU" sz="1200" dirty="0">
                <a:solidFill>
                  <a:schemeClr val="bg1"/>
                </a:solidFill>
              </a:rPr>
              <a:t>) and is owned by the NSW Department of Education or, where indicated, by a party other than the NSW Department of Education (third-party material).</a:t>
            </a:r>
          </a:p>
          <a:p>
            <a:pPr algn="l">
              <a:lnSpc>
                <a:spcPct val="150000"/>
              </a:lnSpc>
              <a:spcAft>
                <a:spcPts val="600"/>
              </a:spcAft>
            </a:pPr>
            <a:r>
              <a:rPr lang="en-AU" sz="1200" dirty="0">
                <a:solidFill>
                  <a:schemeClr val="bg1"/>
                </a:solidFill>
              </a:rPr>
              <a:t>Copyright material available in this resource and owned by the NSW Department of Education is licensed under a </a:t>
            </a:r>
            <a:r>
              <a:rPr lang="en-AU" sz="1200" dirty="0">
                <a:solidFill>
                  <a:schemeClr val="accent4"/>
                </a:solidFill>
                <a:hlinkClick r:id="rId3">
                  <a:extLst>
                    <a:ext uri="{A12FA001-AC4F-418D-AE19-62706E023703}">
                      <ahyp:hlinkClr xmlns:ahyp="http://schemas.microsoft.com/office/drawing/2018/hyperlinkcolor" val="tx"/>
                    </a:ext>
                  </a:extLst>
                </a:hlinkClick>
              </a:rPr>
              <a:t>Creative Commons Attribution 4.0 International (CC BY 4.0) license</a:t>
            </a:r>
            <a:r>
              <a:rPr lang="en-AU" sz="1200" dirty="0">
                <a:solidFill>
                  <a:schemeClr val="bg1"/>
                </a:solidFill>
              </a:rPr>
              <a:t>.</a:t>
            </a:r>
          </a:p>
          <a:p>
            <a:pPr algn="l">
              <a:lnSpc>
                <a:spcPct val="150000"/>
              </a:lnSpc>
              <a:spcAft>
                <a:spcPts val="600"/>
              </a:spcAft>
            </a:pPr>
            <a:r>
              <a:rPr lang="en-AU" sz="1200" dirty="0">
                <a:solidFill>
                  <a:schemeClr val="bg1"/>
                </a:solidFill>
              </a:rPr>
              <a:t>This license allows you to share and adapt the material for any purpose, even commercially.</a:t>
            </a:r>
          </a:p>
          <a:p>
            <a:pPr algn="l">
              <a:lnSpc>
                <a:spcPct val="150000"/>
              </a:lnSpc>
              <a:spcAft>
                <a:spcPts val="600"/>
              </a:spcAft>
            </a:pPr>
            <a:r>
              <a:rPr lang="en-AU" sz="1200" dirty="0">
                <a:solidFill>
                  <a:schemeClr val="bg1"/>
                </a:solidFill>
              </a:rPr>
              <a:t>Attribution should be given to © State of New South Wales (Department of Education), 2025.</a:t>
            </a:r>
          </a:p>
          <a:p>
            <a:pPr algn="l">
              <a:lnSpc>
                <a:spcPct val="150000"/>
              </a:lnSpc>
            </a:pPr>
            <a:r>
              <a:rPr lang="en-AU" sz="1200" dirty="0">
                <a:solidFill>
                  <a:schemeClr val="bg1"/>
                </a:solidFill>
              </a:rPr>
              <a:t>Material in this resource not available under a Creative Commons license:</a:t>
            </a:r>
          </a:p>
          <a:p>
            <a:pPr marL="171450" indent="-171450" algn="l">
              <a:lnSpc>
                <a:spcPct val="150000"/>
              </a:lnSpc>
              <a:buFont typeface="Arial" panose="020B0604020202020204" pitchFamily="34" charset="0"/>
              <a:buChar char="•"/>
            </a:pPr>
            <a:r>
              <a:rPr lang="en-AU" sz="1200" dirty="0">
                <a:solidFill>
                  <a:schemeClr val="bg1"/>
                </a:solidFill>
              </a:rPr>
              <a:t>the NSW Department of Education logo, other logos and trademark-protected material</a:t>
            </a:r>
          </a:p>
          <a:p>
            <a:pPr marL="171450" indent="-171450" algn="l">
              <a:lnSpc>
                <a:spcPct val="150000"/>
              </a:lnSpc>
              <a:buFont typeface="Arial" panose="020B0604020202020204" pitchFamily="34" charset="0"/>
              <a:buChar char="•"/>
            </a:pPr>
            <a:r>
              <a:rPr lang="en-AU" sz="1200" dirty="0">
                <a:solidFill>
                  <a:schemeClr val="bg1"/>
                </a:solidFill>
              </a:rPr>
              <a:t>Material owned by a third party that has been reproduced with permission. You will need to obtain permission from the third party to reuse its material. </a:t>
            </a:r>
          </a:p>
          <a:p>
            <a:pPr algn="l">
              <a:lnSpc>
                <a:spcPct val="150000"/>
              </a:lnSpc>
              <a:spcBef>
                <a:spcPts val="1200"/>
              </a:spcBef>
              <a:spcAft>
                <a:spcPts val="600"/>
              </a:spcAft>
            </a:pPr>
            <a:r>
              <a:rPr lang="en-AU" sz="1200" b="1" dirty="0">
                <a:solidFill>
                  <a:schemeClr val="bg1"/>
                </a:solidFill>
                <a:latin typeface="+mj-lt"/>
              </a:rPr>
              <a:t>Links to third-party material and websites</a:t>
            </a:r>
          </a:p>
          <a:p>
            <a:pPr algn="l">
              <a:lnSpc>
                <a:spcPct val="150000"/>
              </a:lnSpc>
              <a:spcAft>
                <a:spcPts val="600"/>
              </a:spcAft>
            </a:pPr>
            <a:r>
              <a:rPr lang="en-AU" sz="1200" dirty="0">
                <a:solidFill>
                  <a:schemeClr val="bg1"/>
                </a:solidFill>
              </a:rPr>
              <a:t>Please note that the provided (reading/viewing material/list/links/texts) are a suggestion only and implies no endorsement, by the New South Wales Department of Education, of any author, publisher, or book title. School principals and teachers are best placed to assess the suitability of resources that would complement the curriculum and reflect the needs and interests of their students.</a:t>
            </a:r>
          </a:p>
          <a:p>
            <a:pPr algn="l">
              <a:lnSpc>
                <a:spcPct val="150000"/>
              </a:lnSpc>
              <a:spcAft>
                <a:spcPts val="600"/>
              </a:spcAft>
            </a:pPr>
            <a:r>
              <a:rPr lang="en-AU" sz="1200" dirty="0">
                <a:solidFill>
                  <a:schemeClr val="bg1"/>
                </a:solidFill>
              </a:rPr>
              <a:t>If you use the links provided in this document to access a third party’s website, you acknowledge that the terms of use, including licence terms set out on the third-party’s website apply to the use which may be made of the materials on that third-party website or where permitted by the </a:t>
            </a:r>
            <a:r>
              <a:rPr lang="en-AU" sz="1200" i="1" dirty="0">
                <a:solidFill>
                  <a:schemeClr val="bg1"/>
                </a:solidFill>
              </a:rPr>
              <a:t>Copyright Act 1968 </a:t>
            </a:r>
            <a:r>
              <a:rPr lang="en-AU" sz="1200" dirty="0">
                <a:solidFill>
                  <a:schemeClr val="bg1"/>
                </a:solidFill>
              </a:rPr>
              <a:t>(</a:t>
            </a:r>
            <a:r>
              <a:rPr lang="en-AU" sz="1200" dirty="0" err="1">
                <a:solidFill>
                  <a:schemeClr val="bg1"/>
                </a:solidFill>
              </a:rPr>
              <a:t>Cth</a:t>
            </a:r>
            <a:r>
              <a:rPr lang="en-AU" sz="1200" dirty="0">
                <a:solidFill>
                  <a:schemeClr val="bg1"/>
                </a:solidFill>
              </a:rPr>
              <a:t>). The department accepts no responsibility for content on third-party websites. </a:t>
            </a:r>
          </a:p>
        </p:txBody>
      </p:sp>
    </p:spTree>
    <p:extLst>
      <p:ext uri="{BB962C8B-B14F-4D97-AF65-F5344CB8AC3E}">
        <p14:creationId xmlns:p14="http://schemas.microsoft.com/office/powerpoint/2010/main" val="38204117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NSWG Corporate">
  <a:themeElements>
    <a:clrScheme name="Custom 14">
      <a:dk1>
        <a:srgbClr val="22272B"/>
      </a:dk1>
      <a:lt1>
        <a:srgbClr val="FFFFFF"/>
      </a:lt1>
      <a:dk2>
        <a:srgbClr val="D7153A"/>
      </a:dk2>
      <a:lt2>
        <a:srgbClr val="EBEBEB"/>
      </a:lt2>
      <a:accent1>
        <a:srgbClr val="002664"/>
      </a:accent1>
      <a:accent2>
        <a:srgbClr val="146CFD"/>
      </a:accent2>
      <a:accent3>
        <a:srgbClr val="8CE0FF"/>
      </a:accent3>
      <a:accent4>
        <a:srgbClr val="CBEDFD"/>
      </a:accent4>
      <a:accent5>
        <a:srgbClr val="495054"/>
      </a:accent5>
      <a:accent6>
        <a:srgbClr val="FFE6EA"/>
      </a:accent6>
      <a:hlink>
        <a:srgbClr val="146CFD"/>
      </a:hlink>
      <a:folHlink>
        <a:srgbClr val="146CFD"/>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lIns="0" tIns="0" rIns="0" bIns="0" rtlCol="0">
        <a:noAutofit/>
      </a:bodyPr>
      <a:lstStyle>
        <a:defPPr algn="l">
          <a:defRPr sz="1800" dirty="0"/>
        </a:defPPr>
      </a:lstStyle>
    </a:txDef>
  </a:objectDefaults>
  <a:extraClrSchemeLst/>
  <a:extLst>
    <a:ext uri="{05A4C25C-085E-4340-85A3-A5531E510DB2}">
      <thm15:themeFamily xmlns:thm15="http://schemas.microsoft.com/office/thememl/2012/main" name="Review of learning template" id="{8080F28E-FC2B-45C5-9BFD-E54C0A8D54FC}" vid="{44BB69DE-EB82-4C7B-A875-8A423A70306D}"/>
    </a:ext>
  </a:extLst>
</a:theme>
</file>

<file path=ppt/theme/theme2.xml><?xml version="1.0" encoding="utf-8"?>
<a:theme xmlns:a="http://schemas.openxmlformats.org/drawingml/2006/main" name="1_NSWG Corporate">
  <a:themeElements>
    <a:clrScheme name="Custom 14">
      <a:dk1>
        <a:srgbClr val="22272B"/>
      </a:dk1>
      <a:lt1>
        <a:srgbClr val="FFFFFF"/>
      </a:lt1>
      <a:dk2>
        <a:srgbClr val="D7153A"/>
      </a:dk2>
      <a:lt2>
        <a:srgbClr val="EBEBEB"/>
      </a:lt2>
      <a:accent1>
        <a:srgbClr val="002664"/>
      </a:accent1>
      <a:accent2>
        <a:srgbClr val="146CFD"/>
      </a:accent2>
      <a:accent3>
        <a:srgbClr val="8CE0FF"/>
      </a:accent3>
      <a:accent4>
        <a:srgbClr val="CBEDFD"/>
      </a:accent4>
      <a:accent5>
        <a:srgbClr val="495054"/>
      </a:accent5>
      <a:accent6>
        <a:srgbClr val="FFE6EA"/>
      </a:accent6>
      <a:hlink>
        <a:srgbClr val="146CFD"/>
      </a:hlink>
      <a:folHlink>
        <a:srgbClr val="146CFD"/>
      </a:folHlink>
    </a:clrScheme>
    <a:fontScheme name="NSW Gov PPT">
      <a:majorFont>
        <a:latin typeface="Public Sans"/>
        <a:ea typeface=""/>
        <a:cs typeface=""/>
      </a:majorFont>
      <a:minorFont>
        <a:latin typeface="Public Sans Ligh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lIns="0" tIns="0" rIns="0" bIns="0" rtlCol="0">
        <a:noAutofit/>
      </a:bodyPr>
      <a:lstStyle>
        <a:defPPr algn="l">
          <a:defRPr sz="1800" dirty="0"/>
        </a:defPPr>
      </a:lstStyle>
    </a:txDef>
  </a:objectDefaults>
  <a:extraClrSchemeLst/>
  <a:extLst>
    <a:ext uri="{05A4C25C-085E-4340-85A3-A5531E510DB2}">
      <thm15:themeFamily xmlns:thm15="http://schemas.microsoft.com/office/thememl/2012/main" name="Mathematics PowerPoint template" id="{199D4273-0580-424B-B855-9A8BB1348783}" vid="{B38BF3CA-A6F3-4BBC-8CF4-5E0B855A4707}"/>
    </a:ext>
  </a:extLst>
</a:theme>
</file>

<file path=ppt/theme/theme3.xml><?xml version="1.0" encoding="utf-8"?>
<a:theme xmlns:a="http://schemas.openxmlformats.org/drawingml/2006/main" name="2_NSWG Corporate">
  <a:themeElements>
    <a:clrScheme name="Custom 14">
      <a:dk1>
        <a:srgbClr val="22272B"/>
      </a:dk1>
      <a:lt1>
        <a:srgbClr val="FFFFFF"/>
      </a:lt1>
      <a:dk2>
        <a:srgbClr val="D7153A"/>
      </a:dk2>
      <a:lt2>
        <a:srgbClr val="EBEBEB"/>
      </a:lt2>
      <a:accent1>
        <a:srgbClr val="002664"/>
      </a:accent1>
      <a:accent2>
        <a:srgbClr val="146CFD"/>
      </a:accent2>
      <a:accent3>
        <a:srgbClr val="8CE0FF"/>
      </a:accent3>
      <a:accent4>
        <a:srgbClr val="CBEDFD"/>
      </a:accent4>
      <a:accent5>
        <a:srgbClr val="495054"/>
      </a:accent5>
      <a:accent6>
        <a:srgbClr val="FFE6EA"/>
      </a:accent6>
      <a:hlink>
        <a:srgbClr val="146CFD"/>
      </a:hlink>
      <a:folHlink>
        <a:srgbClr val="146CFD"/>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lIns="0" tIns="0" rIns="0" bIns="0" rtlCol="0">
        <a:noAutofit/>
      </a:bodyPr>
      <a:lstStyle>
        <a:defPPr algn="l">
          <a:defRPr sz="1800" dirty="0"/>
        </a:defPPr>
      </a:lstStyle>
    </a:txDef>
  </a:objectDefaults>
  <a:extraClrSchemeLst/>
  <a:extLst>
    <a:ext uri="{05A4C25C-085E-4340-85A3-A5531E510DB2}">
      <thm15:themeFamily xmlns:thm15="http://schemas.microsoft.com/office/thememl/2012/main" name="student-facing-primary-template-2025-v1.5" id="{A9A19751-B500-3D41-BF6E-0C76E7DB2487}" vid="{D6BC33BF-2A14-9E48-959C-B41C5F1C3CB1}"/>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7e763d47-3c66-4c58-9425-1477fd3ccd1e">
      <Terms xmlns="http://schemas.microsoft.com/office/infopath/2007/PartnerControls"/>
    </lcf76f155ced4ddcb4097134ff3c332f>
    <TaxCatchAll xmlns="60129b06-f64b-40a8-96e2-c5b2f86112b1" xsi:nil="true"/>
    <Projectleadreview xmlns="7e763d47-3c66-4c58-9425-1477fd3ccd1e" xsi:nil="true"/>
    <Workstreamleadendorsement xmlns="7e763d47-3c66-4c58-9425-1477fd3ccd1e" xsi:nil="true"/>
    <Digitalsupport xmlns="7e763d47-3c66-4c58-9425-1477fd3ccd1e" xsi:nil="true"/>
    <Addedtoexcel xmlns="7e763d47-3c66-4c58-9425-1477fd3ccd1e" xsi:nil="true"/>
    <Writingpod xmlns="7e763d47-3c66-4c58-9425-1477fd3ccd1e">
      <UserInfo>
        <DisplayName/>
        <AccountId xsi:nil="true"/>
        <AccountType/>
      </UserInfo>
    </Writingpod>
    <FeedbackfromNSWMS xmlns="7e763d47-3c66-4c58-9425-1477fd3ccd1e" xsi:nil="true"/>
    <Resourcedrop xmlns="7e763d47-3c66-4c58-9425-1477fd3ccd1e" xsi:nil="true"/>
    <Designanddevelopment xmlns="7e763d47-3c66-4c58-9425-1477fd3ccd1e" xsi:nil="true"/>
    <StoredinTRIM xmlns="7e763d47-3c66-4c58-9425-1477fd3ccd1e" xsi:nil="true"/>
    <Contentediting xmlns="7e763d47-3c66-4c58-9425-1477fd3ccd1e" xsi:nil="true"/>
    <Published xmlns="7e763d47-3c66-4c58-9425-1477fd3ccd1e"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28550904603AA64982DCAA86C5CFC06E" ma:contentTypeVersion="32" ma:contentTypeDescription="Create a new document." ma:contentTypeScope="" ma:versionID="05891fa245dabad90296fcda280daeb8">
  <xsd:schema xmlns:xsd="http://www.w3.org/2001/XMLSchema" xmlns:xs="http://www.w3.org/2001/XMLSchema" xmlns:p="http://schemas.microsoft.com/office/2006/metadata/properties" xmlns:ns2="7e763d47-3c66-4c58-9425-1477fd3ccd1e" xmlns:ns3="60129b06-f64b-40a8-96e2-c5b2f86112b1" targetNamespace="http://schemas.microsoft.com/office/2006/metadata/properties" ma:root="true" ma:fieldsID="3e7d40734bf85537985a675388facd7f" ns2:_="" ns3:_="">
    <xsd:import namespace="7e763d47-3c66-4c58-9425-1477fd3ccd1e"/>
    <xsd:import namespace="60129b06-f64b-40a8-96e2-c5b2f86112b1"/>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3:SharedWithUsers" minOccurs="0"/>
                <xsd:element ref="ns3:SharedWithDetails" minOccurs="0"/>
                <xsd:element ref="ns2:MediaServiceAutoTags" minOccurs="0"/>
                <xsd:element ref="ns2:MediaServiceGenerationTime" minOccurs="0"/>
                <xsd:element ref="ns2:MediaServiceEventHashCode" minOccurs="0"/>
                <xsd:element ref="ns2:MediaServiceOCR" minOccurs="0"/>
                <xsd:element ref="ns2:MediaLengthInSeconds" minOccurs="0"/>
                <xsd:element ref="ns2:Writingpod" minOccurs="0"/>
                <xsd:element ref="ns2:Designanddevelopment" minOccurs="0"/>
                <xsd:element ref="ns2:FeedbackfromNSWMS" minOccurs="0"/>
                <xsd:element ref="ns2:Contentediting" minOccurs="0"/>
                <xsd:element ref="ns2:Projectleadreview" minOccurs="0"/>
                <xsd:element ref="ns2:Workstreamleadendorsement" minOccurs="0"/>
                <xsd:element ref="ns2:Digitalsupport" minOccurs="0"/>
                <xsd:element ref="ns2:StoredinTRIM" minOccurs="0"/>
                <xsd:element ref="ns2:Published" minOccurs="0"/>
                <xsd:element ref="ns2:Resourcedrop" minOccurs="0"/>
                <xsd:element ref="ns2:lcf76f155ced4ddcb4097134ff3c332f" minOccurs="0"/>
                <xsd:element ref="ns3:TaxCatchAll" minOccurs="0"/>
                <xsd:element ref="ns2:MediaServiceObjectDetectorVersions" minOccurs="0"/>
                <xsd:element ref="ns2:MediaServiceLocation" minOccurs="0"/>
                <xsd:element ref="ns2:MediaServiceSearchProperties" minOccurs="0"/>
                <xsd:element ref="ns2:Addedtoexcel"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e763d47-3c66-4c58-9425-1477fd3ccd1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5" nillable="true" ma:displayName="Tags" ma:internalName="MediaServiceAutoTags"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LengthInSeconds" ma:index="19" nillable="true" ma:displayName="MediaLengthInSeconds" ma:hidden="true" ma:internalName="MediaLengthInSeconds" ma:readOnly="true">
      <xsd:simpleType>
        <xsd:restriction base="dms:Unknown"/>
      </xsd:simpleType>
    </xsd:element>
    <xsd:element name="Writingpod" ma:index="20" nillable="true" ma:displayName="Writing pod" ma:format="Dropdown" ma:list="UserInfo" ma:SharePointGroup="0" ma:internalName="Writingpod">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Designanddevelopment" ma:index="21" nillable="true" ma:displayName="Design and development" ma:format="Dropdown" ma:internalName="Designanddevelopment">
      <xsd:simpleType>
        <xsd:restriction base="dms:Choice">
          <xsd:enumeration value="Not yet started"/>
          <xsd:enumeration value="In progress"/>
          <xsd:enumeration value="Complete"/>
        </xsd:restriction>
      </xsd:simpleType>
    </xsd:element>
    <xsd:element name="FeedbackfromNSWMS" ma:index="22" nillable="true" ma:displayName="Feedback from NSWMS" ma:description="Have leaders Michelle and Ayesha provided input?" ma:format="Dropdown" ma:internalName="FeedbackfromNSWMS">
      <xsd:simpleType>
        <xsd:restriction base="dms:Choice">
          <xsd:enumeration value="Not yet requested"/>
          <xsd:enumeration value="Request submitted"/>
          <xsd:enumeration value="Feedback received"/>
        </xsd:restriction>
      </xsd:simpleType>
    </xsd:element>
    <xsd:element name="Contentediting" ma:index="23" nillable="true" ma:displayName="Content editing" ma:description="Has unit content been edited by Senior Editor (R. Kilroy)?" ma:format="Dropdown" ma:internalName="Contentediting">
      <xsd:simpleType>
        <xsd:restriction base="dms:Choice">
          <xsd:enumeration value="Not yet requested"/>
          <xsd:enumeration value="Request submitted"/>
          <xsd:enumeration value="Editing complete"/>
        </xsd:restriction>
      </xsd:simpleType>
    </xsd:element>
    <xsd:element name="Projectleadreview" ma:index="24" nillable="true" ma:displayName="Project lead review" ma:description="Have project leads (H. Laverick and R. Cheal) reviewed the unit?" ma:format="Dropdown" ma:internalName="Projectleadreview">
      <xsd:simpleType>
        <xsd:restriction base="dms:Choice">
          <xsd:enumeration value="Not yet requested"/>
          <xsd:enumeration value="Request submitted"/>
          <xsd:enumeration value="Review complete"/>
        </xsd:restriction>
      </xsd:simpleType>
    </xsd:element>
    <xsd:element name="Workstreamleadendorsement" ma:index="25" nillable="true" ma:displayName="Workstream lead endorsement" ma:description="Has J. Hoffman endorsed the unit?" ma:format="Dropdown" ma:internalName="Workstreamleadendorsement">
      <xsd:simpleType>
        <xsd:restriction base="dms:Choice">
          <xsd:enumeration value="Not yet submitted"/>
          <xsd:enumeration value="Request submitted"/>
          <xsd:enumeration value="Endorsement complete"/>
        </xsd:restriction>
      </xsd:simpleType>
    </xsd:element>
    <xsd:element name="Digitalsupport" ma:index="26" nillable="true" ma:displayName="Digital support" ma:format="Dropdown" ma:internalName="Digitalsupport">
      <xsd:simpleType>
        <xsd:restriction base="dms:Choice">
          <xsd:enumeration value="Not yet submitted"/>
          <xsd:enumeration value="Request submitted (by project manager)"/>
          <xsd:enumeration value="Digital support complete"/>
        </xsd:restriction>
      </xsd:simpleType>
    </xsd:element>
    <xsd:element name="StoredinTRIM" ma:index="27" nillable="true" ma:displayName="Stored in TRIM" ma:format="Dropdown" ma:internalName="StoredinTRIM">
      <xsd:simpleType>
        <xsd:restriction base="dms:Choice">
          <xsd:enumeration value="Yes"/>
          <xsd:enumeration value="No"/>
        </xsd:restriction>
      </xsd:simpleType>
    </xsd:element>
    <xsd:element name="Published" ma:index="28" nillable="true" ma:displayName="Published" ma:format="Dropdown" ma:internalName="Published">
      <xsd:simpleType>
        <xsd:restriction base="dms:Choice">
          <xsd:enumeration value="Yes"/>
          <xsd:enumeration value="No"/>
        </xsd:restriction>
      </xsd:simpleType>
    </xsd:element>
    <xsd:element name="Resourcedrop" ma:index="29" nillable="true" ma:displayName="Drop week" ma:format="Dropdown" ma:internalName="Resourcedrop">
      <xsd:simpleType>
        <xsd:restriction base="dms:Choice">
          <xsd:enumeration value="T1, W1"/>
          <xsd:enumeration value="T1, W3"/>
          <xsd:enumeration value="T1, W7"/>
          <xsd:enumeration value="T1, W10"/>
          <xsd:enumeration value="T2, W1"/>
          <xsd:enumeration value="T2, W3"/>
          <xsd:enumeration value="T2, W7"/>
          <xsd:enumeration value="T2, W10"/>
          <xsd:enumeration value="T3, W1"/>
          <xsd:enumeration value="T3, W3"/>
          <xsd:enumeration value="T3, W7"/>
          <xsd:enumeration value="T3, W10"/>
          <xsd:enumeration value="T4, W1"/>
          <xsd:enumeration value="T4, W3"/>
          <xsd:enumeration value="T4, W7"/>
          <xsd:enumeration value="T4, W10"/>
        </xsd:restriction>
      </xsd:simpleType>
    </xsd:element>
    <xsd:element name="lcf76f155ced4ddcb4097134ff3c332f" ma:index="31" nillable="true" ma:taxonomy="true" ma:internalName="lcf76f155ced4ddcb4097134ff3c332f" ma:taxonomyFieldName="MediaServiceImageTags" ma:displayName="Image Tags" ma:readOnly="false" ma:fieldId="{5cf76f15-5ced-4ddc-b409-7134ff3c332f}" ma:taxonomyMulti="true" ma:sspId="51f47cd6-212f-4ea2-b6af-f1d1e47bdbaf"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33" nillable="true" ma:displayName="MediaServiceObjectDetectorVersions" ma:description="" ma:hidden="true" ma:indexed="true" ma:internalName="MediaServiceObjectDetectorVersions" ma:readOnly="true">
      <xsd:simpleType>
        <xsd:restriction base="dms:Text"/>
      </xsd:simpleType>
    </xsd:element>
    <xsd:element name="MediaServiceLocation" ma:index="34" nillable="true" ma:displayName="Location" ma:description="" ma:indexed="true" ma:internalName="MediaServiceLocation" ma:readOnly="true">
      <xsd:simpleType>
        <xsd:restriction base="dms:Text"/>
      </xsd:simpleType>
    </xsd:element>
    <xsd:element name="MediaServiceSearchProperties" ma:index="35" nillable="true" ma:displayName="MediaServiceSearchProperties" ma:hidden="true" ma:internalName="MediaServiceSearchProperties" ma:readOnly="true">
      <xsd:simpleType>
        <xsd:restriction base="dms:Note"/>
      </xsd:simpleType>
    </xsd:element>
    <xsd:element name="Addedtoexcel" ma:index="36" nillable="true" ma:displayName="Added to excel" ma:format="Dropdown" ma:internalName="Addedtoexcel">
      <xsd:simpleType>
        <xsd:restriction base="dms:Choice">
          <xsd:enumeration value="Yes"/>
        </xsd:restriction>
      </xsd:simpleType>
    </xsd:element>
    <xsd:element name="MediaServiceBillingMetadata" ma:index="37"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60129b06-f64b-40a8-96e2-c5b2f86112b1" elementFormDefault="qualified">
    <xsd:import namespace="http://schemas.microsoft.com/office/2006/documentManagement/types"/>
    <xsd:import namespace="http://schemas.microsoft.com/office/infopath/2007/PartnerControls"/>
    <xsd:element name="SharedWithUsers" ma:index="13"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Shared With Details" ma:internalName="SharedWithDetails" ma:readOnly="true">
      <xsd:simpleType>
        <xsd:restriction base="dms:Note">
          <xsd:maxLength value="255"/>
        </xsd:restriction>
      </xsd:simpleType>
    </xsd:element>
    <xsd:element name="TaxCatchAll" ma:index="32" nillable="true" ma:displayName="Taxonomy Catch All Column" ma:hidden="true" ma:list="{d14652b1-c484-4c0c-a021-a754efd78e11}" ma:internalName="TaxCatchAll" ma:showField="CatchAllData" ma:web="60129b06-f64b-40a8-96e2-c5b2f86112b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BBF1075-4992-4DA3-A5BC-433A425AD955}">
  <ds:schemaRefs>
    <ds:schemaRef ds:uri="http://schemas.microsoft.com/sharepoint/v3/contenttype/forms"/>
  </ds:schemaRefs>
</ds:datastoreItem>
</file>

<file path=customXml/itemProps2.xml><?xml version="1.0" encoding="utf-8"?>
<ds:datastoreItem xmlns:ds="http://schemas.openxmlformats.org/officeDocument/2006/customXml" ds:itemID="{CE555570-2BD4-426B-AA32-0A79CB6508A8}">
  <ds:schemaRefs>
    <ds:schemaRef ds:uri="http://schemas.microsoft.com/office/2006/metadata/properties"/>
    <ds:schemaRef ds:uri="60129b06-f64b-40a8-96e2-c5b2f86112b1"/>
    <ds:schemaRef ds:uri="http://schemas.microsoft.com/office/infopath/2007/PartnerControls"/>
    <ds:schemaRef ds:uri="7e763d47-3c66-4c58-9425-1477fd3ccd1e"/>
    <ds:schemaRef ds:uri="http://purl.org/dc/terms/"/>
    <ds:schemaRef ds:uri="http://schemas.microsoft.com/office/2006/documentManagement/types"/>
    <ds:schemaRef ds:uri="http://schemas.openxmlformats.org/package/2006/metadata/core-properties"/>
    <ds:schemaRef ds:uri="http://www.w3.org/XML/1998/namespace"/>
    <ds:schemaRef ds:uri="http://purl.org/dc/dcmitype/"/>
    <ds:schemaRef ds:uri="http://purl.org/dc/elements/1.1/"/>
  </ds:schemaRefs>
</ds:datastoreItem>
</file>

<file path=customXml/itemProps3.xml><?xml version="1.0" encoding="utf-8"?>
<ds:datastoreItem xmlns:ds="http://schemas.openxmlformats.org/officeDocument/2006/customXml" ds:itemID="{3A3D083E-197E-4CB3-BAE3-18265F14504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e763d47-3c66-4c58-9425-1477fd3ccd1e"/>
    <ds:schemaRef ds:uri="60129b06-f64b-40a8-96e2-c5b2f86112b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Mathematics-stage 2-unit 21-review of learning</Template>
  <TotalTime>380</TotalTime>
  <Words>6511</Words>
  <Application>Microsoft Office PowerPoint</Application>
  <PresentationFormat>Widescreen</PresentationFormat>
  <Paragraphs>839</Paragraphs>
  <Slides>69</Slides>
  <Notes>67</Notes>
  <HiddenSlides>0</HiddenSlides>
  <MMClips>0</MMClips>
  <ScaleCrop>false</ScaleCrop>
  <HeadingPairs>
    <vt:vector size="6" baseType="variant">
      <vt:variant>
        <vt:lpstr>Fonts Used</vt:lpstr>
      </vt:variant>
      <vt:variant>
        <vt:i4>10</vt:i4>
      </vt:variant>
      <vt:variant>
        <vt:lpstr>Theme</vt:lpstr>
      </vt:variant>
      <vt:variant>
        <vt:i4>3</vt:i4>
      </vt:variant>
      <vt:variant>
        <vt:lpstr>Slide Titles</vt:lpstr>
      </vt:variant>
      <vt:variant>
        <vt:i4>69</vt:i4>
      </vt:variant>
    </vt:vector>
  </HeadingPairs>
  <TitlesOfParts>
    <vt:vector size="82" baseType="lpstr">
      <vt:lpstr>Wingdings</vt:lpstr>
      <vt:lpstr>Times New Roman</vt:lpstr>
      <vt:lpstr>Montserrat</vt:lpstr>
      <vt:lpstr>Symbol</vt:lpstr>
      <vt:lpstr>Calibri</vt:lpstr>
      <vt:lpstr>Arial</vt:lpstr>
      <vt:lpstr>Arial,Sans-Serif</vt:lpstr>
      <vt:lpstr>Public Sans</vt:lpstr>
      <vt:lpstr>Edu NSW ACT Foundation</vt:lpstr>
      <vt:lpstr>Public Sans Light</vt:lpstr>
      <vt:lpstr>NSWG Corporate</vt:lpstr>
      <vt:lpstr>1_NSWG Corporate</vt:lpstr>
      <vt:lpstr>2_NSWG Corporate</vt:lpstr>
      <vt:lpstr>Instructions for use</vt:lpstr>
      <vt:lpstr>Review of Learning</vt:lpstr>
      <vt:lpstr>Lessons</vt:lpstr>
      <vt:lpstr>Review of learning 1</vt:lpstr>
      <vt:lpstr>Multiple choice (1)</vt:lpstr>
      <vt:lpstr>Short response (1)</vt:lpstr>
      <vt:lpstr>Short response (2)</vt:lpstr>
      <vt:lpstr>Short response (3)</vt:lpstr>
      <vt:lpstr>Short response (4)</vt:lpstr>
      <vt:lpstr>Activity 1 – 4-digit numbers</vt:lpstr>
      <vt:lpstr>Review of learning 2</vt:lpstr>
      <vt:lpstr>True or false (1)</vt:lpstr>
      <vt:lpstr>Short response (5)</vt:lpstr>
      <vt:lpstr>Short response (6)</vt:lpstr>
      <vt:lpstr>Short response (7)</vt:lpstr>
      <vt:lpstr>Short response (8)</vt:lpstr>
      <vt:lpstr>Activity 2 – 5-digit numbers</vt:lpstr>
      <vt:lpstr>Review of learning 3</vt:lpstr>
      <vt:lpstr>Multiple choice (2)</vt:lpstr>
      <vt:lpstr>Short response (9)</vt:lpstr>
      <vt:lpstr>Short response (10) (9)</vt:lpstr>
      <vt:lpstr>Short response (11)</vt:lpstr>
      <vt:lpstr>Short response (12)</vt:lpstr>
      <vt:lpstr>Activity 3 – expanded notation memory</vt:lpstr>
      <vt:lpstr>Review of learning 4</vt:lpstr>
      <vt:lpstr>True or false (2)</vt:lpstr>
      <vt:lpstr>Short response (13)</vt:lpstr>
      <vt:lpstr>Short response (14)</vt:lpstr>
      <vt:lpstr>Short response (15)</vt:lpstr>
      <vt:lpstr>Short response (16)</vt:lpstr>
      <vt:lpstr>Activity 4 – groups to arrays</vt:lpstr>
      <vt:lpstr>Review of learning 5</vt:lpstr>
      <vt:lpstr>Multiple choice  </vt:lpstr>
      <vt:lpstr>Short response (17)</vt:lpstr>
      <vt:lpstr>Short response (18)</vt:lpstr>
      <vt:lpstr>Short response (19)</vt:lpstr>
      <vt:lpstr>Short response (20)</vt:lpstr>
      <vt:lpstr>Activity 5 – number lines</vt:lpstr>
      <vt:lpstr>Review of learning 6</vt:lpstr>
      <vt:lpstr>True or false (3)</vt:lpstr>
      <vt:lpstr>Short response (21)</vt:lpstr>
      <vt:lpstr>Short response (22)</vt:lpstr>
      <vt:lpstr>Short response (23)</vt:lpstr>
      <vt:lpstr>Short response (24)</vt:lpstr>
      <vt:lpstr>Activity 6 – digit ascending order</vt:lpstr>
      <vt:lpstr>Review of learning 7</vt:lpstr>
      <vt:lpstr>Multiple choice (4)</vt:lpstr>
      <vt:lpstr>Short response (25)</vt:lpstr>
      <vt:lpstr>Short response (26)</vt:lpstr>
      <vt:lpstr>Short response (27)</vt:lpstr>
      <vt:lpstr>Short response (28)</vt:lpstr>
      <vt:lpstr>Activity 7– arranging digits place value</vt:lpstr>
      <vt:lpstr>Review of learning 8</vt:lpstr>
      <vt:lpstr>True or false (4)</vt:lpstr>
      <vt:lpstr>Short response (29)</vt:lpstr>
      <vt:lpstr>Short response (30)</vt:lpstr>
      <vt:lpstr>Short response (31)</vt:lpstr>
      <vt:lpstr>Short response (32)</vt:lpstr>
      <vt:lpstr>Activity 8 – array bingo</vt:lpstr>
      <vt:lpstr>Double Venn diagram</vt:lpstr>
      <vt:lpstr>Frayer</vt:lpstr>
      <vt:lpstr>Spider map</vt:lpstr>
      <vt:lpstr>Cline</vt:lpstr>
      <vt:lpstr>Compare and contrast</vt:lpstr>
      <vt:lpstr>Multiple choice </vt:lpstr>
      <vt:lpstr>Multiple choice </vt:lpstr>
      <vt:lpstr>References 2</vt:lpstr>
      <vt:lpstr>References 3</vt:lpstr>
      <vt:lpstr>Copyright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Nat Hawkins</dc:creator>
  <cp:keywords/>
  <dc:description/>
  <cp:lastModifiedBy>Daniel Archer</cp:lastModifiedBy>
  <cp:revision>2</cp:revision>
  <dcterms:created xsi:type="dcterms:W3CDTF">2025-08-19T21:01:01Z</dcterms:created>
  <dcterms:modified xsi:type="dcterms:W3CDTF">2025-10-23T23:04:07Z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b603dfd7-d93a-4381-a340-2995d8282205_Enabled">
    <vt:lpwstr>true</vt:lpwstr>
  </property>
  <property fmtid="{D5CDD505-2E9C-101B-9397-08002B2CF9AE}" pid="3" name="MSIP_Label_b603dfd7-d93a-4381-a340-2995d8282205_SetDate">
    <vt:lpwstr>2024-07-31T04:53:06Z</vt:lpwstr>
  </property>
  <property fmtid="{D5CDD505-2E9C-101B-9397-08002B2CF9AE}" pid="4" name="MSIP_Label_b603dfd7-d93a-4381-a340-2995d8282205_Method">
    <vt:lpwstr>Standard</vt:lpwstr>
  </property>
  <property fmtid="{D5CDD505-2E9C-101B-9397-08002B2CF9AE}" pid="5" name="MSIP_Label_b603dfd7-d93a-4381-a340-2995d8282205_Name">
    <vt:lpwstr>OFFICIAL</vt:lpwstr>
  </property>
  <property fmtid="{D5CDD505-2E9C-101B-9397-08002B2CF9AE}" pid="6" name="MSIP_Label_b603dfd7-d93a-4381-a340-2995d8282205_SiteId">
    <vt:lpwstr>05a0e69a-418a-47c1-9c25-9387261bf991</vt:lpwstr>
  </property>
  <property fmtid="{D5CDD505-2E9C-101B-9397-08002B2CF9AE}" pid="7" name="MSIP_Label_b603dfd7-d93a-4381-a340-2995d8282205_ActionId">
    <vt:lpwstr>52ebee92-659e-4fb8-a3b1-217e00faeb50</vt:lpwstr>
  </property>
  <property fmtid="{D5CDD505-2E9C-101B-9397-08002B2CF9AE}" pid="8" name="MSIP_Label_b603dfd7-d93a-4381-a340-2995d8282205_ContentBits">
    <vt:lpwstr>0</vt:lpwstr>
  </property>
  <property fmtid="{D5CDD505-2E9C-101B-9397-08002B2CF9AE}" pid="9" name="ContentTypeId">
    <vt:lpwstr>0x01010028550904603AA64982DCAA86C5CFC06E</vt:lpwstr>
  </property>
  <property fmtid="{D5CDD505-2E9C-101B-9397-08002B2CF9AE}" pid="10" name="MediaServiceImageTags">
    <vt:lpwstr/>
  </property>
</Properties>
</file>