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0" r:id="rId4"/>
  </p:sldMasterIdLst>
  <p:notesMasterIdLst>
    <p:notesMasterId r:id="rId74"/>
  </p:notesMasterIdLst>
  <p:handoutMasterIdLst>
    <p:handoutMasterId r:id="rId75"/>
  </p:handoutMasterIdLst>
  <p:sldIdLst>
    <p:sldId id="26511" r:id="rId5"/>
    <p:sldId id="26505" r:id="rId6"/>
    <p:sldId id="26359" r:id="rId7"/>
    <p:sldId id="271" r:id="rId8"/>
    <p:sldId id="26510" r:id="rId9"/>
    <p:sldId id="26508" r:id="rId10"/>
    <p:sldId id="26524" r:id="rId11"/>
    <p:sldId id="26525" r:id="rId12"/>
    <p:sldId id="26519" r:id="rId13"/>
    <p:sldId id="26522" r:id="rId14"/>
    <p:sldId id="26512" r:id="rId15"/>
    <p:sldId id="26509" r:id="rId16"/>
    <p:sldId id="26523" r:id="rId17"/>
    <p:sldId id="26529" r:id="rId18"/>
    <p:sldId id="26530" r:id="rId19"/>
    <p:sldId id="26575" r:id="rId20"/>
    <p:sldId id="26532" r:id="rId21"/>
    <p:sldId id="26513" r:id="rId22"/>
    <p:sldId id="26534" r:id="rId23"/>
    <p:sldId id="26535" r:id="rId24"/>
    <p:sldId id="26528" r:id="rId25"/>
    <p:sldId id="26537" r:id="rId26"/>
    <p:sldId id="26536" r:id="rId27"/>
    <p:sldId id="26572" r:id="rId28"/>
    <p:sldId id="26514" r:id="rId29"/>
    <p:sldId id="26539" r:id="rId30"/>
    <p:sldId id="26571" r:id="rId31"/>
    <p:sldId id="26541" r:id="rId32"/>
    <p:sldId id="26542" r:id="rId33"/>
    <p:sldId id="26543" r:id="rId34"/>
    <p:sldId id="26449" r:id="rId35"/>
    <p:sldId id="26515" r:id="rId36"/>
    <p:sldId id="26507" r:id="rId37"/>
    <p:sldId id="26546" r:id="rId38"/>
    <p:sldId id="26547" r:id="rId39"/>
    <p:sldId id="26548" r:id="rId40"/>
    <p:sldId id="26549" r:id="rId41"/>
    <p:sldId id="26420" r:id="rId42"/>
    <p:sldId id="26516" r:id="rId43"/>
    <p:sldId id="26550" r:id="rId44"/>
    <p:sldId id="26540" r:id="rId45"/>
    <p:sldId id="26554" r:id="rId46"/>
    <p:sldId id="26555" r:id="rId47"/>
    <p:sldId id="26556" r:id="rId48"/>
    <p:sldId id="26430" r:id="rId49"/>
    <p:sldId id="26517" r:id="rId50"/>
    <p:sldId id="26559" r:id="rId51"/>
    <p:sldId id="26560" r:id="rId52"/>
    <p:sldId id="26561" r:id="rId53"/>
    <p:sldId id="26562" r:id="rId54"/>
    <p:sldId id="26563" r:id="rId55"/>
    <p:sldId id="26573" r:id="rId56"/>
    <p:sldId id="26518" r:id="rId57"/>
    <p:sldId id="26564" r:id="rId58"/>
    <p:sldId id="26565" r:id="rId59"/>
    <p:sldId id="26576" r:id="rId60"/>
    <p:sldId id="26566" r:id="rId61"/>
    <p:sldId id="26568" r:id="rId62"/>
    <p:sldId id="26574" r:id="rId63"/>
    <p:sldId id="26393" r:id="rId64"/>
    <p:sldId id="26387" r:id="rId65"/>
    <p:sldId id="26395" r:id="rId66"/>
    <p:sldId id="26391" r:id="rId67"/>
    <p:sldId id="26402" r:id="rId68"/>
    <p:sldId id="26527" r:id="rId69"/>
    <p:sldId id="26545" r:id="rId70"/>
    <p:sldId id="26569" r:id="rId71"/>
    <p:sldId id="26570" r:id="rId72"/>
    <p:sldId id="361" r:id="rId73"/>
  </p:sldIdLst>
  <p:sldSz cx="12192000" cy="6858000"/>
  <p:notesSz cx="6858000" cy="9144000"/>
  <p:embeddedFontLst>
    <p:embeddedFont>
      <p:font typeface="Cambria Math" panose="02040503050406030204" pitchFamily="18" charset="0"/>
      <p:regular r:id="rId76"/>
    </p:embeddedFont>
    <p:embeddedFont>
      <p:font typeface="Edu NSW ACT Foundation" panose="020B0604020202020204" charset="0"/>
      <p:regular r:id="rId77"/>
      <p:bold r:id="rId78"/>
    </p:embeddedFont>
    <p:embeddedFont>
      <p:font typeface="Montserrat" panose="00000500000000000000" pitchFamily="2" charset="0"/>
      <p:regular r:id="rId79"/>
      <p:bold r:id="rId80"/>
      <p:italic r:id="rId81"/>
      <p:boldItalic r:id="rId82"/>
    </p:embeddedFont>
    <p:embeddedFont>
      <p:font typeface="Public Sans" pitchFamily="2" charset="0"/>
      <p:regular r:id="rId83"/>
      <p:bold r:id="rId84"/>
      <p:italic r:id="rId85"/>
      <p:boldItalic r:id="rId86"/>
    </p:embeddedFont>
    <p:embeddedFont>
      <p:font typeface="Public Sans Light" pitchFamily="2" charset="0"/>
      <p:regular r:id="rId87"/>
      <p:italic r:id="rId88"/>
    </p:embeddedFont>
  </p:embeddedFontLst>
  <p:defaultTex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defaultTextStyle>
  <p:extLst>
    <p:ext uri="{521415D9-36F7-43E2-AB2F-B90AF26B5E84}">
      <p14:sectionLst xmlns:p14="http://schemas.microsoft.com/office/powerpoint/2010/main">
        <p14:section name="Instructions for teachers" id="{E2540145-C446-48E2-9140-9B215E91A42D}">
          <p14:sldIdLst>
            <p14:sldId id="26511"/>
          </p14:sldIdLst>
        </p14:section>
        <p14:section name="Slide templates" id="{D5A8010D-981F-43AA-A0D6-182EC53CAA84}">
          <p14:sldIdLst>
            <p14:sldId id="26505"/>
            <p14:sldId id="26359"/>
            <p14:sldId id="271"/>
            <p14:sldId id="26510"/>
            <p14:sldId id="26508"/>
            <p14:sldId id="26524"/>
            <p14:sldId id="26525"/>
            <p14:sldId id="26519"/>
            <p14:sldId id="26522"/>
            <p14:sldId id="26512"/>
            <p14:sldId id="26509"/>
            <p14:sldId id="26523"/>
            <p14:sldId id="26529"/>
            <p14:sldId id="26530"/>
            <p14:sldId id="26575"/>
            <p14:sldId id="26532"/>
            <p14:sldId id="26513"/>
            <p14:sldId id="26534"/>
            <p14:sldId id="26535"/>
            <p14:sldId id="26528"/>
            <p14:sldId id="26537"/>
            <p14:sldId id="26536"/>
            <p14:sldId id="26572"/>
            <p14:sldId id="26514"/>
            <p14:sldId id="26539"/>
            <p14:sldId id="26571"/>
            <p14:sldId id="26541"/>
            <p14:sldId id="26542"/>
            <p14:sldId id="26543"/>
            <p14:sldId id="26449"/>
            <p14:sldId id="26515"/>
            <p14:sldId id="26507"/>
            <p14:sldId id="26546"/>
            <p14:sldId id="26547"/>
            <p14:sldId id="26548"/>
            <p14:sldId id="26549"/>
            <p14:sldId id="26420"/>
            <p14:sldId id="26516"/>
            <p14:sldId id="26550"/>
            <p14:sldId id="26540"/>
            <p14:sldId id="26554"/>
            <p14:sldId id="26555"/>
            <p14:sldId id="26556"/>
            <p14:sldId id="26430"/>
            <p14:sldId id="26517"/>
            <p14:sldId id="26559"/>
            <p14:sldId id="26560"/>
            <p14:sldId id="26561"/>
            <p14:sldId id="26562"/>
            <p14:sldId id="26563"/>
            <p14:sldId id="26573"/>
            <p14:sldId id="26518"/>
            <p14:sldId id="26564"/>
            <p14:sldId id="26565"/>
            <p14:sldId id="26576"/>
            <p14:sldId id="26566"/>
            <p14:sldId id="26568"/>
            <p14:sldId id="26574"/>
          </p14:sldIdLst>
        </p14:section>
        <p14:section name="Assets for teachers to create own reviews" id="{ACCADEBA-79DB-4F18-8F19-E4DF86159DFB}">
          <p14:sldIdLst>
            <p14:sldId id="26393"/>
            <p14:sldId id="26387"/>
            <p14:sldId id="26395"/>
            <p14:sldId id="26391"/>
            <p14:sldId id="26402"/>
            <p14:sldId id="26527"/>
            <p14:sldId id="26545"/>
          </p14:sldIdLst>
        </p14:section>
        <p14:section name="References &amp; copyright" id="{DBC31484-F5F8-4CB1-8DB4-A562A9780899}">
          <p14:sldIdLst>
            <p14:sldId id="26569"/>
            <p14:sldId id="26570"/>
            <p14:sldId id="361"/>
          </p14:sldIdLst>
        </p14:section>
      </p14:sectionLst>
    </p:ext>
    <p:ext uri="{EFAFB233-063F-42B5-8137-9DF3F51BA10A}">
      <p15:sldGuideLst xmlns:p15="http://schemas.microsoft.com/office/powerpoint/2012/main">
        <p15:guide id="1" orient="horz" pos="2160" userDrawn="1">
          <p15:clr>
            <a:srgbClr val="A4A3A4"/>
          </p15:clr>
        </p15:guide>
        <p15:guide id="2" pos="3863"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 id="{1B1BAE1E-6EF3-DBA4-64B9-54D7242E20D4}" name="Stacey Makila" initials="SM" userId="S::Stacey.Wolfenden@det.nsw.edu.au::1f90aada-aa7f-459b-b23b-17275cc27e9e" providerId="AD"/>
  <p188:author id="{76652228-BA2A-8E0F-B69D-752F252CA8C9}" name="Carolyn Matthews" initials="CM" userId="S::Carolyn.Matthews2@det.nsw.edu.au::7f53049a-bf0f-477a-aa49-60e3a8d71d98" providerId="AD"/>
  <p188:author id="{38A50444-57C2-0ED5-4EF0-B001B3687B58}" name="Nadia Walker" initials="NW" userId="S::Nadia.Walker2@det.nsw.edu.au::1d1c495c-8f87-451e-994f-64d576866b6d" providerId="AD"/>
  <p188:author id="{117A025F-CECB-7403-D4EE-15F295013070}" name="Carolyn Matthews" initials="CM" userId="S::carolyn.matthews2@det.nsw.edu.au::7f53049a-bf0f-477a-aa49-60e3a8d71d98" providerId="AD"/>
  <p188:author id="{95D16B7D-CADB-F2BF-AC29-D680545C75EE}" name="Carrie Webeck" initials="CW" userId="S::CARRIE-ANN.WEBECK@det.nsw.edu.au::e5c4b697-ca15-4f3a-a906-1289ddc2fc07" providerId="AD"/>
  <p188:author id="{EB0CFDCC-08A1-9074-770E-495A3601BA1E}" name="Erin Grassedonio" initials="EG" userId="S::Erin.Grassedonio@det.nsw.edu.au::f14128a2-caca-48df-bd38-2aa49a1abe0e" providerId="AD"/>
  <p188:author id="{D9FAB2E2-FCDC-C762-1ECD-0FBBF02124FD}" name="Annette Price" initials="AP" userId="S::Annette.Price4@det.nsw.edu.au::c1f433aa-1df1-446c-8140-9fd9ba3c3a08" providerId="AD"/>
  <p188:author id="{FD7747EE-57F8-CAC5-7CAF-C637FBE93789}" name="Ayesha Ali Khan" initials="AA" userId="S::AYESHA.ALIKHAN@det.nsw.edu.au::e002143d-9eb5-42e8-a931-47414acce60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46CFD"/>
    <a:srgbClr val="000000"/>
    <a:srgbClr val="FFFFFF"/>
    <a:srgbClr val="002664"/>
    <a:srgbClr val="EA9B0C"/>
    <a:srgbClr val="007A8A"/>
    <a:srgbClr val="9B6808"/>
    <a:srgbClr val="427B2D"/>
    <a:srgbClr val="B51458"/>
    <a:srgbClr val="00ACC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BC0B171-F907-4F5C-A70A-3A8D9AF81603}" v="55" dt="2025-09-07T06:37:33.912"/>
  </p1510:revLst>
</p1510:revInfo>
</file>

<file path=ppt/tableStyles.xml><?xml version="1.0" encoding="utf-8"?>
<a:tblStyleLst xmlns:a="http://schemas.openxmlformats.org/drawingml/2006/main" def="{5A111915-BE36-4E01-A7E5-04B1672EAD3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523" autoAdjust="0"/>
    <p:restoredTop sz="63529" autoAdjust="0"/>
  </p:normalViewPr>
  <p:slideViewPr>
    <p:cSldViewPr snapToGrid="0">
      <p:cViewPr varScale="1">
        <p:scale>
          <a:sx n="62" d="100"/>
          <a:sy n="62" d="100"/>
        </p:scale>
        <p:origin x="1060" y="40"/>
      </p:cViewPr>
      <p:guideLst>
        <p:guide orient="horz" pos="2160"/>
        <p:guide pos="3863"/>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font" Target="fonts/font9.fntdata"/><Relationship Id="rId89" Type="http://schemas.openxmlformats.org/officeDocument/2006/relationships/presProps" Target="presProps.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notesMaster" Target="notesMasters/notesMaster1.xml"/><Relationship Id="rId79" Type="http://schemas.openxmlformats.org/officeDocument/2006/relationships/font" Target="fonts/font4.fntdata"/><Relationship Id="rId5" Type="http://schemas.openxmlformats.org/officeDocument/2006/relationships/slide" Target="slides/slide1.xml"/><Relationship Id="rId90" Type="http://schemas.openxmlformats.org/officeDocument/2006/relationships/viewProps" Target="viewProps.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font" Target="fonts/font5.fntdata"/><Relationship Id="rId85" Type="http://schemas.openxmlformats.org/officeDocument/2006/relationships/font" Target="fonts/font10.fntdata"/><Relationship Id="rId93" Type="http://schemas.microsoft.com/office/2015/10/relationships/revisionInfo" Target="revisionInfo.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handoutMaster" Target="handoutMasters/handoutMaster1.xml"/><Relationship Id="rId83" Type="http://schemas.openxmlformats.org/officeDocument/2006/relationships/font" Target="fonts/font8.fntdata"/><Relationship Id="rId88" Type="http://schemas.openxmlformats.org/officeDocument/2006/relationships/font" Target="fonts/font13.fntdata"/><Relationship Id="rId9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font" Target="fonts/font3.fntdata"/><Relationship Id="rId81" Type="http://schemas.openxmlformats.org/officeDocument/2006/relationships/font" Target="fonts/font6.fntdata"/><Relationship Id="rId86" Type="http://schemas.openxmlformats.org/officeDocument/2006/relationships/font" Target="fonts/font11.fntdata"/><Relationship Id="rId94"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font" Target="fonts/font1.fntdata"/><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tableStyles" Target="tableStyles.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font" Target="fonts/font12.fntdata"/><Relationship Id="rId61" Type="http://schemas.openxmlformats.org/officeDocument/2006/relationships/slide" Target="slides/slide57.xml"/><Relationship Id="rId82" Type="http://schemas.openxmlformats.org/officeDocument/2006/relationships/font" Target="fonts/font7.fntdata"/><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font" Target="fonts/font2.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43F5A19-4E20-4EDB-9EC8-DF02AC748E78}"/>
              </a:ext>
            </a:extLst>
          </p:cNvPr>
          <p:cNvSpPr>
            <a:spLocks noGrp="1"/>
          </p:cNvSpPr>
          <p:nvPr>
            <p:ph type="hdr" sz="quarter"/>
          </p:nvPr>
        </p:nvSpPr>
        <p:spPr>
          <a:xfrm>
            <a:off x="0" y="1"/>
            <a:ext cx="2971800" cy="458788"/>
          </a:xfrm>
          <a:prstGeom prst="rect">
            <a:avLst/>
          </a:prstGeom>
        </p:spPr>
        <p:txBody>
          <a:bodyPr vert="horz" lIns="91440" tIns="45720" rIns="91440" bIns="45720" rtlCol="0"/>
          <a:lstStyle>
            <a:lvl1pPr algn="l">
              <a:defRPr sz="1200"/>
            </a:lvl1pPr>
          </a:lstStyle>
          <a:p>
            <a:endParaRPr lang="en-AU">
              <a:latin typeface="Public Sans" pitchFamily="2" charset="0"/>
            </a:endParaRPr>
          </a:p>
        </p:txBody>
      </p:sp>
      <p:sp>
        <p:nvSpPr>
          <p:cNvPr id="3" name="Date Placeholder 2">
            <a:extLst>
              <a:ext uri="{FF2B5EF4-FFF2-40B4-BE49-F238E27FC236}">
                <a16:creationId xmlns:a16="http://schemas.microsoft.com/office/drawing/2014/main" id="{6F2B4FC2-E151-470D-9291-01D2A5A6D34B}"/>
              </a:ext>
            </a:extLst>
          </p:cNvPr>
          <p:cNvSpPr>
            <a:spLocks noGrp="1"/>
          </p:cNvSpPr>
          <p:nvPr>
            <p:ph type="dt" sz="quarter" idx="1"/>
          </p:nvPr>
        </p:nvSpPr>
        <p:spPr>
          <a:xfrm>
            <a:off x="3884613" y="1"/>
            <a:ext cx="2971800" cy="458788"/>
          </a:xfrm>
          <a:prstGeom prst="rect">
            <a:avLst/>
          </a:prstGeom>
        </p:spPr>
        <p:txBody>
          <a:bodyPr vert="horz" lIns="91440" tIns="45720" rIns="91440" bIns="45720" rtlCol="0"/>
          <a:lstStyle>
            <a:lvl1pPr algn="r">
              <a:defRPr sz="1200"/>
            </a:lvl1pPr>
          </a:lstStyle>
          <a:p>
            <a:fld id="{B0BF4B7B-ADA4-42BE-A113-1D67CA67812F}" type="datetimeFigureOut">
              <a:rPr lang="en-AU" smtClean="0">
                <a:latin typeface="Public Sans" pitchFamily="2" charset="0"/>
              </a:rPr>
              <a:t>15/09/2025</a:t>
            </a:fld>
            <a:endParaRPr lang="en-AU">
              <a:latin typeface="Public Sans" pitchFamily="2" charset="0"/>
            </a:endParaRPr>
          </a:p>
        </p:txBody>
      </p:sp>
      <p:sp>
        <p:nvSpPr>
          <p:cNvPr id="4" name="Footer Placeholder 3">
            <a:extLst>
              <a:ext uri="{FF2B5EF4-FFF2-40B4-BE49-F238E27FC236}">
                <a16:creationId xmlns:a16="http://schemas.microsoft.com/office/drawing/2014/main" id="{2F07DE46-ED0B-49F3-8199-C129451A46B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latin typeface="Public Sans" pitchFamily="2" charset="0"/>
            </a:endParaRPr>
          </a:p>
        </p:txBody>
      </p:sp>
      <p:sp>
        <p:nvSpPr>
          <p:cNvPr id="5" name="Slide Number Placeholder 4">
            <a:extLst>
              <a:ext uri="{FF2B5EF4-FFF2-40B4-BE49-F238E27FC236}">
                <a16:creationId xmlns:a16="http://schemas.microsoft.com/office/drawing/2014/main" id="{56DA6684-5527-4DB9-88B5-C4F66FB5F78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AAF8501-5769-46EC-B8B9-363B75FA9999}" type="slidenum">
              <a:rPr lang="en-AU" smtClean="0">
                <a:latin typeface="Public Sans" pitchFamily="2" charset="0"/>
              </a:rPr>
              <a:t>‹#›</a:t>
            </a:fld>
            <a:endParaRPr lang="en-AU">
              <a:latin typeface="Public Sans" pitchFamily="2" charset="0"/>
            </a:endParaRPr>
          </a:p>
        </p:txBody>
      </p:sp>
    </p:spTree>
    <p:extLst>
      <p:ext uri="{BB962C8B-B14F-4D97-AF65-F5344CB8AC3E}">
        <p14:creationId xmlns:p14="http://schemas.microsoft.com/office/powerpoint/2010/main" val="41447938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2971800" cy="458788"/>
          </a:xfrm>
          <a:prstGeom prst="rect">
            <a:avLst/>
          </a:prstGeom>
        </p:spPr>
        <p:txBody>
          <a:bodyPr vert="horz" lIns="91440" tIns="45720" rIns="91440" bIns="45720" rtlCol="0"/>
          <a:lstStyle>
            <a:lvl1pPr algn="l">
              <a:defRPr sz="1200">
                <a:latin typeface="Public Sans" pitchFamily="2" charset="0"/>
              </a:defRPr>
            </a:lvl1pPr>
          </a:lstStyle>
          <a:p>
            <a:endParaRPr lang="en-AU"/>
          </a:p>
        </p:txBody>
      </p:sp>
      <p:sp>
        <p:nvSpPr>
          <p:cNvPr id="3" name="Date Placeholder 2"/>
          <p:cNvSpPr>
            <a:spLocks noGrp="1"/>
          </p:cNvSpPr>
          <p:nvPr>
            <p:ph type="dt" idx="1"/>
          </p:nvPr>
        </p:nvSpPr>
        <p:spPr>
          <a:xfrm>
            <a:off x="3884613" y="1"/>
            <a:ext cx="2971800" cy="458788"/>
          </a:xfrm>
          <a:prstGeom prst="rect">
            <a:avLst/>
          </a:prstGeom>
        </p:spPr>
        <p:txBody>
          <a:bodyPr vert="horz" lIns="91440" tIns="45720" rIns="91440" bIns="45720" rtlCol="0"/>
          <a:lstStyle>
            <a:lvl1pPr algn="r">
              <a:defRPr sz="1200">
                <a:latin typeface="Public Sans" pitchFamily="2" charset="0"/>
              </a:defRPr>
            </a:lvl1pPr>
          </a:lstStyle>
          <a:p>
            <a:fld id="{EC6F825C-382E-4C1A-82AB-BCE4AFD21ABE}" type="datetimeFigureOut">
              <a:rPr lang="en-AU" smtClean="0"/>
              <a:pPr/>
              <a:t>15/09/2025</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49"/>
            <a:ext cx="5486400" cy="3600451"/>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Public Sans" pitchFamily="2" charset="0"/>
              </a:defRPr>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Public Sans" pitchFamily="2" charset="0"/>
              </a:defRPr>
            </a:lvl1pPr>
          </a:lstStyle>
          <a:p>
            <a:fld id="{B07158C4-A119-4B78-9DE8-A50001BC31DC}" type="slidenum">
              <a:rPr lang="en-AU" smtClean="0"/>
              <a:pPr/>
              <a:t>‹#›</a:t>
            </a:fld>
            <a:endParaRPr lang="en-AU"/>
          </a:p>
        </p:txBody>
      </p:sp>
    </p:spTree>
    <p:extLst>
      <p:ext uri="{BB962C8B-B14F-4D97-AF65-F5344CB8AC3E}">
        <p14:creationId xmlns:p14="http://schemas.microsoft.com/office/powerpoint/2010/main" val="3301092027"/>
      </p:ext>
    </p:extLst>
  </p:cSld>
  <p:clrMap bg1="lt1" tx1="dk1" bg2="lt2" tx2="dk2" accent1="accent1" accent2="accent2" accent3="accent3" accent4="accent4" accent5="accent5" accent6="accent6" hlink="hlink" folHlink="folHlink"/>
  <p:notesStyle>
    <a:lvl1pPr marL="0"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1pPr>
    <a:lvl2pPr marL="609585"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2pPr>
    <a:lvl3pPr marL="1219170"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3pPr>
    <a:lvl4pPr marL="1828754"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4pPr>
    <a:lvl5pPr marL="2438339"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3" Type="http://schemas.openxmlformats.org/officeDocument/2006/relationships/hyperlink" Target="https://www.worldometers.info/world-population/population-by-country/" TargetMode="External"/><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10F47E-49F3-DD1B-1A0A-38A6D0812F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9B8ADF-60E4-27C7-0C36-E3204D3FCC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B808E0A-EAFF-A0D8-E1DD-8375ACF6E114}"/>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EC7E6993-B6BD-36B1-495F-27B66DCA6C6C}"/>
              </a:ext>
            </a:extLst>
          </p:cNvPr>
          <p:cNvSpPr>
            <a:spLocks noGrp="1"/>
          </p:cNvSpPr>
          <p:nvPr>
            <p:ph type="sldNum" sz="quarter" idx="5"/>
          </p:nvPr>
        </p:nvSpPr>
        <p:spPr/>
        <p:txBody>
          <a:bodyPr/>
          <a:lstStyle/>
          <a:p>
            <a:fld id="{B07158C4-A119-4B78-9DE8-A50001BC31DC}" type="slidenum">
              <a:rPr lang="en-AU" smtClean="0"/>
              <a:pPr/>
              <a:t>1</a:t>
            </a:fld>
            <a:endParaRPr lang="en-AU"/>
          </a:p>
        </p:txBody>
      </p:sp>
    </p:spTree>
    <p:extLst>
      <p:ext uri="{BB962C8B-B14F-4D97-AF65-F5344CB8AC3E}">
        <p14:creationId xmlns:p14="http://schemas.microsoft.com/office/powerpoint/2010/main" val="20536364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latin typeface="Arial"/>
                <a:cs typeface="Arial"/>
              </a:rPr>
              <a:t>Reviews may include a combination of question types, requiring students to recall facts and key ideas, as well as apply their knowledge to solve problems and answer questions. To support active engagement, a mix of techniques should be employed.” (AERO, 2024).</a:t>
            </a:r>
            <a:endParaRPr lang="en-US" dirty="0">
              <a:solidFill>
                <a:srgbClr val="444444"/>
              </a:solidFill>
              <a:latin typeface="Arial"/>
              <a:cs typeface="Arial"/>
            </a:endParaRPr>
          </a:p>
          <a:p>
            <a:endParaRPr lang="en-AU" dirty="0">
              <a:solidFill>
                <a:srgbClr val="000000"/>
              </a:solidFill>
            </a:endParaRPr>
          </a:p>
          <a:p>
            <a:r>
              <a:rPr lang="en-AU" dirty="0">
                <a:solidFill>
                  <a:srgbClr val="000000"/>
                </a:solidFill>
                <a:latin typeface="Arial"/>
                <a:cs typeface="Arial"/>
              </a:rPr>
              <a:t>This Review of Learning slide deck revisits key concepts from the following units:</a:t>
            </a:r>
            <a:endParaRPr lang="en-US" dirty="0">
              <a:solidFill>
                <a:srgbClr val="444444"/>
              </a:solidFill>
              <a:latin typeface="Arial"/>
              <a:cs typeface="Arial"/>
            </a:endParaRPr>
          </a:p>
          <a:p>
            <a:pPr marL="285750" indent="-285750">
              <a:buFont typeface="Arial,Sans-Serif"/>
              <a:buChar char="•"/>
            </a:pPr>
            <a:r>
              <a:rPr lang="en-AU" dirty="0">
                <a:solidFill>
                  <a:srgbClr val="000000"/>
                </a:solidFill>
                <a:latin typeface="Arial"/>
                <a:cs typeface="Arial"/>
              </a:rPr>
              <a:t>Stage 3 Year A Unit 19</a:t>
            </a:r>
            <a:endParaRPr lang="en-US" dirty="0">
              <a:solidFill>
                <a:srgbClr val="444444"/>
              </a:solidFill>
              <a:latin typeface="Arial"/>
              <a:cs typeface="Arial"/>
            </a:endParaRPr>
          </a:p>
          <a:p>
            <a:pPr marL="285750" indent="-285750">
              <a:buFont typeface="Arial,Sans-Serif"/>
              <a:buChar char="•"/>
            </a:pPr>
            <a:r>
              <a:rPr lang="en-AU" dirty="0">
                <a:solidFill>
                  <a:srgbClr val="000000"/>
                </a:solidFill>
                <a:latin typeface="Arial"/>
                <a:cs typeface="Arial"/>
              </a:rPr>
              <a:t>Stage 3 Year A Unit 18</a:t>
            </a:r>
            <a:endParaRPr lang="en-US" dirty="0">
              <a:solidFill>
                <a:srgbClr val="444444"/>
              </a:solidFill>
              <a:latin typeface="Arial"/>
              <a:cs typeface="Arial"/>
            </a:endParaRPr>
          </a:p>
          <a:p>
            <a:pPr marL="285750" indent="-285750">
              <a:buFont typeface="Arial,Sans-Serif"/>
              <a:buChar char="•"/>
            </a:pPr>
            <a:r>
              <a:rPr lang="en-AU" dirty="0">
                <a:solidFill>
                  <a:srgbClr val="000000"/>
                </a:solidFill>
                <a:latin typeface="Arial"/>
                <a:cs typeface="Arial"/>
              </a:rPr>
              <a:t>Stage 3 Year A Unit 17</a:t>
            </a:r>
            <a:endParaRPr lang="en-US" dirty="0">
              <a:solidFill>
                <a:srgbClr val="444444"/>
              </a:solidFill>
              <a:latin typeface="Arial"/>
              <a:cs typeface="Arial"/>
            </a:endParaRPr>
          </a:p>
          <a:p>
            <a:r>
              <a:rPr lang="en-AU" dirty="0">
                <a:solidFill>
                  <a:srgbClr val="000000"/>
                </a:solidFill>
                <a:latin typeface="Arial"/>
                <a:cs typeface="Arial"/>
              </a:rPr>
              <a:t>It also includes opportunities to review prior learning in non-number content, supporting consolidation across focus areas.</a:t>
            </a:r>
            <a:endParaRPr lang="en-US" dirty="0">
              <a:solidFill>
                <a:srgbClr val="444444"/>
              </a:solidFill>
              <a:latin typeface="Arial"/>
              <a:cs typeface="Arial"/>
            </a:endParaRPr>
          </a:p>
          <a:p>
            <a:endParaRPr lang="en-AU" dirty="0">
              <a:solidFill>
                <a:srgbClr val="444444"/>
              </a:solidFill>
            </a:endParaRPr>
          </a:p>
          <a:p>
            <a:r>
              <a:rPr lang="en-AU" dirty="0">
                <a:latin typeface="Arial"/>
                <a:cs typeface="Arial"/>
              </a:rPr>
              <a:t>The review of learning resources include three key task types that support the development of mathematical proficiency through retrieval, spaced practice, and active participation. These practices complement the review phase (activating prior knowledge) embedded within the beginning of each lesson.</a:t>
            </a:r>
            <a:endParaRPr lang="en-US" dirty="0">
              <a:solidFill>
                <a:srgbClr val="444444"/>
              </a:solidFill>
              <a:latin typeface="Arial"/>
              <a:cs typeface="Arial"/>
            </a:endParaRPr>
          </a:p>
          <a:p>
            <a:endParaRPr lang="en-AU" dirty="0">
              <a:solidFill>
                <a:srgbClr val="444444"/>
              </a:solidFill>
            </a:endParaRPr>
          </a:p>
          <a:p>
            <a:pPr>
              <a:defRPr/>
            </a:pPr>
            <a:r>
              <a:rPr lang="en-AU" dirty="0">
                <a:solidFill>
                  <a:srgbClr val="444444"/>
                </a:solidFill>
                <a:latin typeface="Arial"/>
                <a:cs typeface="Arial"/>
              </a:rPr>
              <a:t>1.</a:t>
            </a: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b="1" dirty="0">
                <a:latin typeface="Arial"/>
                <a:cs typeface="Arial"/>
              </a:rPr>
              <a:t>Multiple-choice questions/True or false:</a:t>
            </a:r>
            <a:r>
              <a:rPr lang="en-AU" dirty="0">
                <a:latin typeface="Arial"/>
                <a:cs typeface="Arial"/>
              </a:rPr>
              <a:t> Designed to promote active retrieval of key concepts and identify common misconceptions in number, supporting consolidation, understanding and fluency.</a:t>
            </a:r>
            <a:br>
              <a:rPr lang="en-AU" dirty="0">
                <a:latin typeface="Arial"/>
                <a:cs typeface="Arial"/>
              </a:rPr>
            </a:br>
            <a:r>
              <a:rPr lang="en-AU" sz="1600" b="0" i="0" dirty="0">
                <a:solidFill>
                  <a:schemeClr val="tx1"/>
                </a:solidFill>
                <a:latin typeface="Arial"/>
                <a:cs typeface="Arial"/>
              </a:rPr>
              <a:t>These questions:</a:t>
            </a:r>
          </a:p>
          <a:p>
            <a:pPr marL="0" indent="0" algn="l">
              <a:buFont typeface="Wingdings" panose="05000000000000000000" pitchFamily="2" charset="2"/>
              <a:buNone/>
            </a:pPr>
            <a:endParaRPr lang="en-AU" sz="1600" b="0" i="0" dirty="0">
              <a:solidFill>
                <a:schemeClr val="tx1"/>
              </a:solidFill>
              <a:latin typeface="Arial" panose="020B0604020202020204" pitchFamily="34" charset="0"/>
              <a:cs typeface="Arial" panose="020B0604020202020204" pitchFamily="34" charset="0"/>
            </a:endParaRPr>
          </a:p>
          <a:p>
            <a:pPr marL="285750" indent="-285750" algn="l">
              <a:buFont typeface="Wingdings"/>
              <a:buChar char="ü"/>
            </a:pPr>
            <a:r>
              <a:rPr lang="en-AU" sz="1600" b="0" i="0" dirty="0">
                <a:solidFill>
                  <a:schemeClr val="tx1"/>
                </a:solidFill>
                <a:latin typeface="Arial"/>
                <a:cs typeface="Arial"/>
              </a:rPr>
              <a:t>support spaced and interleaved practice</a:t>
            </a:r>
          </a:p>
          <a:p>
            <a:pPr marL="285750" indent="-285750" algn="l">
              <a:buFont typeface="Wingdings"/>
              <a:buChar char="ü"/>
            </a:pPr>
            <a:r>
              <a:rPr lang="en-AU" sz="1600" b="0" i="0" dirty="0">
                <a:solidFill>
                  <a:schemeClr val="tx1"/>
                </a:solidFill>
                <a:latin typeface="Arial"/>
                <a:cs typeface="Arial"/>
              </a:rPr>
              <a:t>help identify and address common misconceptions </a:t>
            </a:r>
          </a:p>
          <a:p>
            <a:pPr marL="285750" indent="-285750" algn="l">
              <a:buFont typeface="Wingdings"/>
              <a:buChar char="ü"/>
            </a:pPr>
            <a:r>
              <a:rPr lang="en-AU" sz="1600" b="0" i="0" dirty="0">
                <a:solidFill>
                  <a:schemeClr val="tx1"/>
                </a:solidFill>
                <a:latin typeface="Arial"/>
                <a:cs typeface="Arial"/>
              </a:rPr>
              <a:t>support active recall and immediate feedback</a:t>
            </a:r>
          </a:p>
          <a:p>
            <a:pPr marL="285750" indent="-285750" algn="l">
              <a:buFont typeface="Wingdings"/>
              <a:buChar char="ü"/>
            </a:pPr>
            <a:r>
              <a:rPr lang="en-AU" sz="1600" b="0" i="0" dirty="0">
                <a:solidFill>
                  <a:schemeClr val="tx1"/>
                </a:solidFill>
                <a:latin typeface="Arial"/>
                <a:cs typeface="Arial"/>
              </a:rPr>
              <a:t>support whole class participation</a:t>
            </a:r>
          </a:p>
          <a:p>
            <a:pPr marL="285750" indent="-285750">
              <a:buFont typeface="Wingdings"/>
              <a:buChar char="ü"/>
            </a:pPr>
            <a:r>
              <a:rPr lang="en-AU" sz="1600" b="0" i="0" dirty="0">
                <a:solidFill>
                  <a:schemeClr val="tx1"/>
                </a:solidFill>
                <a:latin typeface="Arial"/>
                <a:cs typeface="Arial"/>
              </a:rPr>
              <a:t>identify areas requiring reteach</a:t>
            </a:r>
            <a:endParaRPr lang="en-US" dirty="0">
              <a:solidFill>
                <a:srgbClr val="444444"/>
              </a:solidFill>
              <a:latin typeface="Arial"/>
              <a:cs typeface="Arial"/>
            </a:endParaRPr>
          </a:p>
          <a:p>
            <a:endParaRPr lang="en-AU" dirty="0">
              <a:latin typeface="Arial"/>
              <a:cs typeface="Arial"/>
            </a:endParaRPr>
          </a:p>
          <a:p>
            <a:pPr algn="l"/>
            <a:r>
              <a:rPr lang="en-AU" dirty="0">
                <a:latin typeface="Arial"/>
                <a:cs typeface="Arial"/>
              </a:rPr>
              <a:t>2.</a:t>
            </a:r>
            <a:br>
              <a:rPr lang="en-AU" dirty="0">
                <a:latin typeface="Arial"/>
                <a:cs typeface="Arial"/>
              </a:rPr>
            </a:br>
            <a:r>
              <a:rPr lang="en-AU" b="1" dirty="0">
                <a:latin typeface="Arial"/>
                <a:cs typeface="Arial"/>
              </a:rPr>
              <a:t>Short-response question sets:</a:t>
            </a:r>
            <a:r>
              <a:rPr lang="en-AU" dirty="0">
                <a:latin typeface="Arial"/>
                <a:cs typeface="Arial"/>
              </a:rPr>
              <a:t> Carefully grouped questions that encourage spaced and interleaved practice across multiple focus areas, helping students revisit and apply knowledge from different points in time.</a:t>
            </a:r>
            <a:br>
              <a:rPr lang="en-AU" dirty="0">
                <a:latin typeface="Arial"/>
                <a:cs typeface="Arial"/>
              </a:rPr>
            </a:br>
            <a:r>
              <a:rPr lang="en-AU" sz="1600" b="0" i="0" dirty="0">
                <a:solidFill>
                  <a:schemeClr val="tx1"/>
                </a:solidFill>
                <a:latin typeface="Arial"/>
                <a:cs typeface="Arial"/>
              </a:rPr>
              <a:t>These questions:</a:t>
            </a:r>
            <a:endParaRPr lang="en-US" sz="1600" b="0" i="0" dirty="0">
              <a:solidFill>
                <a:srgbClr val="444444"/>
              </a:solidFill>
              <a:latin typeface="Arial"/>
              <a:cs typeface="Arial"/>
            </a:endParaRPr>
          </a:p>
          <a:p>
            <a:pPr marL="0" indent="0" algn="l">
              <a:buFont typeface="Wingdings" panose="05000000000000000000" pitchFamily="2" charset="2"/>
              <a:buNone/>
            </a:pPr>
            <a:endParaRPr lang="en-AU" sz="1600" i="0" dirty="0"/>
          </a:p>
          <a:p>
            <a:pPr marL="285750" indent="-285750" algn="l">
              <a:buFont typeface="Wingdings"/>
              <a:buChar char="ü"/>
            </a:pPr>
            <a:r>
              <a:rPr lang="en-AU" sz="1600" i="0" dirty="0">
                <a:latin typeface="Arial"/>
                <a:cs typeface="Arial"/>
              </a:rPr>
              <a:t>have a combination of question types </a:t>
            </a:r>
          </a:p>
          <a:p>
            <a:pPr marL="285750" indent="-285750" algn="l">
              <a:buFont typeface="Wingdings"/>
              <a:buChar char="ü"/>
            </a:pPr>
            <a:r>
              <a:rPr lang="en-AU" sz="1600" i="0" dirty="0">
                <a:latin typeface="Arial"/>
                <a:cs typeface="Arial"/>
              </a:rPr>
              <a:t>address a range of focus areas</a:t>
            </a:r>
          </a:p>
          <a:p>
            <a:pPr marL="285750" indent="-285750">
              <a:buFont typeface="Wingdings"/>
              <a:buChar char="ü"/>
            </a:pPr>
            <a:r>
              <a:rPr lang="en-AU" sz="1600" i="0" dirty="0">
                <a:latin typeface="Arial"/>
                <a:cs typeface="Arial"/>
              </a:rPr>
              <a:t>build automaticity and fluency</a:t>
            </a:r>
          </a:p>
          <a:p>
            <a:pPr marL="285750" indent="-285750">
              <a:buFont typeface="Wingdings"/>
              <a:buChar char="ü"/>
            </a:pPr>
            <a:r>
              <a:rPr lang="en-AU" sz="1600" i="0" dirty="0">
                <a:latin typeface="Arial"/>
                <a:cs typeface="Arial"/>
              </a:rPr>
              <a:t>support active recall </a:t>
            </a:r>
          </a:p>
          <a:p>
            <a:pPr marL="285750" indent="-285750">
              <a:buFont typeface="Wingdings"/>
              <a:buChar char="ü"/>
            </a:pPr>
            <a:r>
              <a:rPr lang="en-AU" sz="1600" i="0" dirty="0">
                <a:latin typeface="Arial"/>
                <a:cs typeface="Arial"/>
              </a:rPr>
              <a:t>allow for immediate feedback</a:t>
            </a:r>
          </a:p>
          <a:p>
            <a:pPr marL="285750" indent="-285750" algn="l">
              <a:buFont typeface="Wingdings"/>
              <a:buChar char="ü"/>
            </a:pPr>
            <a:r>
              <a:rPr lang="en-AU" sz="1600" i="0" dirty="0">
                <a:latin typeface="Arial"/>
                <a:cs typeface="Arial"/>
              </a:rPr>
              <a:t>identify content requiring reteach</a:t>
            </a:r>
            <a:endParaRPr lang="en-AU" dirty="0">
              <a:latin typeface="Arial"/>
              <a:cs typeface="Arial"/>
            </a:endParaRPr>
          </a:p>
          <a:p>
            <a:pPr marL="285750" indent="-285750">
              <a:buFont typeface="Wingdings"/>
              <a:buChar char="ü"/>
            </a:pPr>
            <a:endParaRPr lang="en-AU" dirty="0">
              <a:latin typeface="Arial"/>
              <a:cs typeface="Arial"/>
            </a:endParaRPr>
          </a:p>
          <a:p>
            <a:r>
              <a:rPr lang="en-AU" dirty="0">
                <a:latin typeface="Arial"/>
                <a:cs typeface="Arial"/>
              </a:rPr>
              <a:t>3.</a:t>
            </a:r>
          </a:p>
          <a:p>
            <a:r>
              <a:rPr lang="en-AU" b="1" dirty="0">
                <a:latin typeface="Arial"/>
                <a:cs typeface="Arial"/>
              </a:rPr>
              <a:t>Developing number sense activities</a:t>
            </a:r>
            <a:r>
              <a:rPr lang="en-AU" dirty="0">
                <a:latin typeface="Arial"/>
                <a:cs typeface="Arial"/>
              </a:rPr>
              <a:t>: A variety of practical, purposeful tasks that reinforce current learning and build on prior knowledge. These activities promote reasoning, problem-solving and conceptual understanding.</a:t>
            </a:r>
            <a:br>
              <a:rPr lang="en-AU" dirty="0">
                <a:latin typeface="Arial"/>
                <a:cs typeface="Arial"/>
              </a:rPr>
            </a:br>
            <a:br>
              <a:rPr lang="en-AU" dirty="0">
                <a:latin typeface="Arial"/>
                <a:cs typeface="Arial"/>
              </a:rPr>
            </a:br>
            <a:endParaRPr lang="en-US" dirty="0">
              <a:solidFill>
                <a:srgbClr val="444444"/>
              </a:solidFill>
              <a:latin typeface="Arial"/>
              <a:cs typeface="Arial"/>
            </a:endParaRPr>
          </a:p>
          <a:p>
            <a:r>
              <a:rPr lang="en-AU" dirty="0">
                <a:latin typeface="Arial"/>
                <a:cs typeface="Arial"/>
              </a:rPr>
              <a:t>The review of learning resources are designed to work support teaching and learning in mathematics. For the most effective implementation, use the resources flexibly, adapting to meet student learning needs and individual classroom contexts.</a:t>
            </a:r>
            <a:br>
              <a:rPr lang="en-AU" dirty="0">
                <a:latin typeface="Arial"/>
                <a:cs typeface="Arial"/>
              </a:rPr>
            </a:br>
            <a:br>
              <a:rPr lang="en-AU" dirty="0"/>
            </a:br>
            <a:endParaRPr lang="en-AU" dirty="0">
              <a:highlight>
                <a:srgbClr val="FFFF00"/>
              </a:highlight>
            </a:endParaRPr>
          </a:p>
          <a:p>
            <a:endParaRPr lang="en-AU" dirty="0"/>
          </a:p>
          <a:p>
            <a:endParaRPr lang="en-AU" dirty="0"/>
          </a:p>
          <a:p>
            <a:endParaRPr lang="en-AU" dirty="0"/>
          </a:p>
        </p:txBody>
      </p:sp>
      <p:sp>
        <p:nvSpPr>
          <p:cNvPr id="4" name="Slide Number Placeholder 3"/>
          <p:cNvSpPr>
            <a:spLocks noGrp="1"/>
          </p:cNvSpPr>
          <p:nvPr>
            <p:ph type="sldNum" sz="quarter" idx="5"/>
          </p:nvPr>
        </p:nvSpPr>
        <p:spPr/>
        <p:txBody>
          <a:bodyPr/>
          <a:lstStyle/>
          <a:p>
            <a:fld id="{B07158C4-A119-4B78-9DE8-A50001BC31DC}" type="slidenum">
              <a:rPr lang="en-AU" smtClean="0"/>
              <a:pPr/>
              <a:t>2</a:t>
            </a:fld>
            <a:endParaRPr lang="en-AU"/>
          </a:p>
        </p:txBody>
      </p:sp>
    </p:spTree>
    <p:extLst>
      <p:ext uri="{BB962C8B-B14F-4D97-AF65-F5344CB8AC3E}">
        <p14:creationId xmlns:p14="http://schemas.microsoft.com/office/powerpoint/2010/main" val="30088131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1"/>
              <a:t>Teacher notes:</a:t>
            </a:r>
            <a:endParaRPr lang="en-US"/>
          </a:p>
          <a:p>
            <a:pPr marL="171450" indent="-171450">
              <a:buFont typeface="Arial"/>
              <a:buChar char="•"/>
            </a:pPr>
            <a:r>
              <a:rPr lang="en-AU"/>
              <a:t>Click lesson numbers to go to specific lessons</a:t>
            </a:r>
          </a:p>
          <a:p>
            <a:pPr marL="171450" indent="-171450">
              <a:buFont typeface="Arial"/>
              <a:buChar char="•"/>
            </a:pPr>
            <a:r>
              <a:rPr lang="en-AU">
                <a:cs typeface="Calibri"/>
              </a:rPr>
              <a:t>Interactive features can be viewed in slide show</a:t>
            </a:r>
            <a:endParaRPr lang="en-US">
              <a:cs typeface="Calibri"/>
            </a:endParaRPr>
          </a:p>
          <a:p>
            <a:endParaRPr lang="en-US">
              <a:cs typeface="Calibri"/>
            </a:endParaRPr>
          </a:p>
        </p:txBody>
      </p:sp>
      <p:sp>
        <p:nvSpPr>
          <p:cNvPr id="4" name="Slide Number Placeholder 3"/>
          <p:cNvSpPr>
            <a:spLocks noGrp="1"/>
          </p:cNvSpPr>
          <p:nvPr>
            <p:ph type="sldNum" sz="quarter" idx="5"/>
          </p:nvPr>
        </p:nvSpPr>
        <p:spPr/>
        <p:txBody>
          <a:bodyPr/>
          <a:lstStyle/>
          <a:p>
            <a:fld id="{D09C5488-DD16-4714-9519-7BE21BA11D4E}" type="slidenum">
              <a:rPr lang="en-AU" smtClean="0"/>
              <a:t>3</a:t>
            </a:fld>
            <a:endParaRPr lang="en-AU"/>
          </a:p>
        </p:txBody>
      </p:sp>
    </p:spTree>
    <p:extLst>
      <p:ext uri="{BB962C8B-B14F-4D97-AF65-F5344CB8AC3E}">
        <p14:creationId xmlns:p14="http://schemas.microsoft.com/office/powerpoint/2010/main" val="32427642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4</a:t>
            </a:fld>
            <a:endParaRPr lang="en-AU"/>
          </a:p>
        </p:txBody>
      </p:sp>
    </p:spTree>
    <p:extLst>
      <p:ext uri="{BB962C8B-B14F-4D97-AF65-F5344CB8AC3E}">
        <p14:creationId xmlns:p14="http://schemas.microsoft.com/office/powerpoint/2010/main" val="252961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1)</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p>
          <a:p>
            <a:pPr>
              <a:defRPr/>
            </a:pPr>
            <a:r>
              <a:rPr lang="en-AU" b="0">
                <a:solidFill>
                  <a:srgbClr val="444444"/>
                </a:solidFill>
                <a:latin typeface="Arial"/>
                <a:cs typeface="Arial"/>
              </a:rPr>
              <a:t>Represent numbers A</a:t>
            </a:r>
            <a:endParaRPr lang="en-US" b="0">
              <a:solidFill>
                <a:srgbClr val="444444"/>
              </a:solidFill>
              <a:latin typeface="Arial"/>
              <a:cs typeface="Arial"/>
            </a:endParaRPr>
          </a:p>
          <a:p>
            <a:pPr>
              <a:defRPr/>
            </a:pPr>
            <a:endParaRPr lang="en-AU"/>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B07158C4-A119-4B78-9DE8-A50001BC31DC}" type="slidenum">
              <a:rPr lang="en-AU" smtClean="0"/>
              <a:pPr/>
              <a:t>5</a:t>
            </a:fld>
            <a:endParaRPr lang="en-AU"/>
          </a:p>
        </p:txBody>
      </p:sp>
    </p:spTree>
    <p:extLst>
      <p:ext uri="{BB962C8B-B14F-4D97-AF65-F5344CB8AC3E}">
        <p14:creationId xmlns:p14="http://schemas.microsoft.com/office/powerpoint/2010/main" val="40367651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Two-dimensional spatial structure A: 2D shapes</a:t>
            </a:r>
            <a:endParaRPr lang="en-AU" sz="1600">
              <a:latin typeface="Public Sans"/>
            </a:endParaRP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B07158C4-A119-4B78-9DE8-A50001BC31DC}" type="slidenum">
              <a:rPr lang="en-AU" smtClean="0"/>
              <a:pPr/>
              <a:t>6</a:t>
            </a:fld>
            <a:endParaRPr lang="en-AU"/>
          </a:p>
        </p:txBody>
      </p:sp>
    </p:spTree>
    <p:extLst>
      <p:ext uri="{BB962C8B-B14F-4D97-AF65-F5344CB8AC3E}">
        <p14:creationId xmlns:p14="http://schemas.microsoft.com/office/powerpoint/2010/main" val="19878973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AFCC54-B770-C8F7-8C65-C091BB2397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E59B01-AF53-BB9A-E269-C9590389A0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6BA3FF-2E60-3C07-3004-48A94DF0F491}"/>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dirty="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dirty="0">
                <a:solidFill>
                  <a:schemeClr val="tx1"/>
                </a:solidFill>
                <a:latin typeface="Arial"/>
                <a:cs typeface="Arial"/>
              </a:rPr>
              <a:t>Syllabus focus area:</a:t>
            </a:r>
          </a:p>
          <a:p>
            <a:r>
              <a:rPr lang="en-AU" dirty="0">
                <a:latin typeface="Public Sans"/>
              </a:rPr>
              <a:t>Chance A</a:t>
            </a:r>
            <a:endParaRPr lang="en-AU" sz="1600" dirty="0">
              <a:latin typeface="Public Sans"/>
            </a:endParaRPr>
          </a:p>
          <a:p>
            <a:pPr marL="0" indent="0" algn="l">
              <a:buFont typeface="Wingdings" panose="05000000000000000000" pitchFamily="2" charset="2"/>
              <a:buNone/>
            </a:pPr>
            <a:endParaRPr lang="en-AU" sz="1600" b="0" i="0" dirty="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b="1"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3FF21F44-6664-5C72-F922-0CAEB37C6F34}"/>
              </a:ext>
            </a:extLst>
          </p:cNvPr>
          <p:cNvSpPr>
            <a:spLocks noGrp="1"/>
          </p:cNvSpPr>
          <p:nvPr>
            <p:ph type="sldNum" sz="quarter" idx="5"/>
          </p:nvPr>
        </p:nvSpPr>
        <p:spPr/>
        <p:txBody>
          <a:bodyPr/>
          <a:lstStyle/>
          <a:p>
            <a:fld id="{B07158C4-A119-4B78-9DE8-A50001BC31DC}" type="slidenum">
              <a:rPr lang="en-AU" smtClean="0"/>
              <a:pPr/>
              <a:t>7</a:t>
            </a:fld>
            <a:endParaRPr lang="en-AU"/>
          </a:p>
        </p:txBody>
      </p:sp>
    </p:spTree>
    <p:extLst>
      <p:ext uri="{BB962C8B-B14F-4D97-AF65-F5344CB8AC3E}">
        <p14:creationId xmlns:p14="http://schemas.microsoft.com/office/powerpoint/2010/main" val="19439144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8107BD-4DAB-F9EA-E8E8-9470171810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9780FB-6A9F-3106-F7BA-13CB4B4DB8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CCF551D-9E5D-3133-97EF-743BDEAFDCB0}"/>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dirty="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dirty="0">
                <a:solidFill>
                  <a:schemeClr val="tx1"/>
                </a:solidFill>
                <a:latin typeface="Arial"/>
                <a:cs typeface="Arial"/>
              </a:rPr>
              <a:t>Syllabus focus area:</a:t>
            </a:r>
          </a:p>
          <a:p>
            <a:r>
              <a:rPr lang="en-AU" dirty="0">
                <a:latin typeface="Public Sans"/>
              </a:rPr>
              <a:t>Multiplicative relations A</a:t>
            </a:r>
            <a:endParaRPr lang="en-AU" sz="1600" dirty="0">
              <a:latin typeface="Public Sans"/>
            </a:endParaRPr>
          </a:p>
          <a:p>
            <a:pPr marL="0" indent="0" algn="l">
              <a:buFont typeface="Wingdings" panose="05000000000000000000" pitchFamily="2" charset="2"/>
              <a:buNone/>
            </a:pPr>
            <a:endParaRPr lang="en-AU" sz="1600" b="0" i="0" dirty="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33E3111F-78D3-2FC9-2E24-14FE0EAF8035}"/>
              </a:ext>
            </a:extLst>
          </p:cNvPr>
          <p:cNvSpPr>
            <a:spLocks noGrp="1"/>
          </p:cNvSpPr>
          <p:nvPr>
            <p:ph type="sldNum" sz="quarter" idx="5"/>
          </p:nvPr>
        </p:nvSpPr>
        <p:spPr/>
        <p:txBody>
          <a:bodyPr/>
          <a:lstStyle/>
          <a:p>
            <a:fld id="{B07158C4-A119-4B78-9DE8-A50001BC31DC}" type="slidenum">
              <a:rPr lang="en-AU" smtClean="0"/>
              <a:pPr/>
              <a:t>8</a:t>
            </a:fld>
            <a:endParaRPr lang="en-AU"/>
          </a:p>
        </p:txBody>
      </p:sp>
    </p:spTree>
    <p:extLst>
      <p:ext uri="{BB962C8B-B14F-4D97-AF65-F5344CB8AC3E}">
        <p14:creationId xmlns:p14="http://schemas.microsoft.com/office/powerpoint/2010/main" val="6536902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E401C1-20DD-2F12-7BF9-F7A45F2408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9F27A2-CD90-5E10-45A2-1D868D9E59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9050F6-FF47-0341-3566-EF6428F1CF32}"/>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dirty="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dirty="0">
                <a:solidFill>
                  <a:schemeClr val="tx1"/>
                </a:solidFill>
                <a:latin typeface="Arial"/>
                <a:cs typeface="Arial"/>
              </a:rPr>
              <a:t>Syllabus focus area:</a:t>
            </a:r>
          </a:p>
          <a:p>
            <a:r>
              <a:rPr lang="en-AU" sz="1600" dirty="0">
                <a:latin typeface="Public Sans"/>
              </a:rPr>
              <a:t>Geometric measure A: Position</a:t>
            </a:r>
          </a:p>
          <a:p>
            <a:pPr marL="0" indent="0" algn="l">
              <a:buFont typeface="Wingdings" panose="05000000000000000000" pitchFamily="2" charset="2"/>
              <a:buNone/>
            </a:pPr>
            <a:endParaRPr lang="en-AU" sz="1600" b="0" i="0" dirty="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b="1"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68BDCB6-F91C-70A2-2397-14040D7F3E2A}"/>
              </a:ext>
            </a:extLst>
          </p:cNvPr>
          <p:cNvSpPr>
            <a:spLocks noGrp="1"/>
          </p:cNvSpPr>
          <p:nvPr>
            <p:ph type="sldNum" sz="quarter" idx="5"/>
          </p:nvPr>
        </p:nvSpPr>
        <p:spPr/>
        <p:txBody>
          <a:bodyPr/>
          <a:lstStyle/>
          <a:p>
            <a:fld id="{B07158C4-A119-4B78-9DE8-A50001BC31DC}" type="slidenum">
              <a:rPr lang="en-AU" smtClean="0"/>
              <a:pPr/>
              <a:t>9</a:t>
            </a:fld>
            <a:endParaRPr lang="en-AU"/>
          </a:p>
        </p:txBody>
      </p:sp>
    </p:spTree>
    <p:extLst>
      <p:ext uri="{BB962C8B-B14F-4D97-AF65-F5344CB8AC3E}">
        <p14:creationId xmlns:p14="http://schemas.microsoft.com/office/powerpoint/2010/main" val="36982677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50000"/>
              </a:lnSpc>
              <a:spcBef>
                <a:spcPts val="1200"/>
              </a:spcBef>
              <a:spcAft>
                <a:spcPts val="600"/>
              </a:spcAft>
            </a:pPr>
            <a:r>
              <a:rPr lang="en-AU" dirty="0">
                <a:latin typeface="Arial"/>
                <a:cs typeface="Arial"/>
              </a:rPr>
              <a:t>This is a developing number sense activity. </a:t>
            </a:r>
            <a:endParaRPr lang="en-US" dirty="0">
              <a:solidFill>
                <a:srgbClr val="444444"/>
              </a:solidFill>
              <a:latin typeface="Arial"/>
              <a:cs typeface="Arial"/>
            </a:endParaRPr>
          </a:p>
          <a:p>
            <a:pPr>
              <a:lnSpc>
                <a:spcPct val="150000"/>
              </a:lnSpc>
              <a:spcBef>
                <a:spcPts val="1200"/>
              </a:spcBef>
              <a:spcAft>
                <a:spcPts val="600"/>
              </a:spcAft>
            </a:pPr>
            <a:endParaRPr lang="en-AU" dirty="0">
              <a:solidFill>
                <a:srgbClr val="444444"/>
              </a:solidFill>
            </a:endParaRPr>
          </a:p>
          <a:p>
            <a:pPr>
              <a:lnSpc>
                <a:spcPct val="150000"/>
              </a:lnSpc>
              <a:spcBef>
                <a:spcPts val="1200"/>
              </a:spcBef>
              <a:spcAft>
                <a:spcPts val="600"/>
              </a:spcAft>
            </a:pPr>
            <a:r>
              <a:rPr lang="en-AU" dirty="0">
                <a:latin typeface="Arial"/>
                <a:cs typeface="Aria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endParaRPr lang="en-US" dirty="0">
              <a:solidFill>
                <a:srgbClr val="444444"/>
              </a:solidFill>
              <a:latin typeface="Arial"/>
              <a:cs typeface="Arial"/>
            </a:endParaRPr>
          </a:p>
          <a:p>
            <a:pPr>
              <a:lnSpc>
                <a:spcPts val="1913"/>
              </a:lnSpc>
            </a:pPr>
            <a:endParaRPr lang="en-AU" dirty="0">
              <a:solidFill>
                <a:srgbClr val="444444"/>
              </a:solidFill>
            </a:endParaRPr>
          </a:p>
          <a:p>
            <a:r>
              <a:rPr lang="en-AU" b="1" dirty="0">
                <a:latin typeface="Arial"/>
                <a:cs typeface="Arial"/>
              </a:rPr>
              <a:t>Syllabus focus area:</a:t>
            </a:r>
          </a:p>
          <a:p>
            <a:r>
              <a:rPr lang="en-AU" b="0" dirty="0">
                <a:solidFill>
                  <a:srgbClr val="444444"/>
                </a:solidFill>
                <a:latin typeface="Arial"/>
                <a:cs typeface="Arial"/>
              </a:rPr>
              <a:t>Represents numbers A</a:t>
            </a:r>
            <a:endParaRPr lang="en-US" b="0" dirty="0">
              <a:solidFill>
                <a:srgbClr val="444444"/>
              </a:solidFill>
              <a:latin typeface="Arial"/>
              <a:cs typeface="Arial"/>
            </a:endParaRPr>
          </a:p>
          <a:p>
            <a:pPr>
              <a:lnSpc>
                <a:spcPct val="150000"/>
              </a:lnSpc>
              <a:spcBef>
                <a:spcPts val="1200"/>
              </a:spcBef>
              <a:spcAft>
                <a:spcPts val="600"/>
              </a:spcAft>
              <a:buNone/>
            </a:pPr>
            <a:br>
              <a:rPr lang="en-US" b="1" dirty="0">
                <a:latin typeface="Arial"/>
                <a:ea typeface="Arial" panose="020B0604020202020204" pitchFamily="34" charset="0"/>
                <a:cs typeface="Arial"/>
              </a:rPr>
            </a:br>
            <a:r>
              <a:rPr lang="en-US" b="1" dirty="0">
                <a:latin typeface="Arial"/>
                <a:ea typeface="Arial" panose="020B0604020202020204" pitchFamily="34" charset="0"/>
                <a:cs typeface="Arial"/>
              </a:rPr>
              <a:t>Place value representations</a:t>
            </a:r>
            <a:br>
              <a:rPr lang="en-US" b="1" dirty="0">
                <a:latin typeface="Arial"/>
                <a:ea typeface="Arial" panose="020B0604020202020204" pitchFamily="34" charset="0"/>
                <a:cs typeface="Arial"/>
              </a:rPr>
            </a:br>
            <a:r>
              <a:rPr lang="en-AU" sz="1600" b="1" dirty="0">
                <a:effectLst/>
                <a:latin typeface="Arial" panose="020B0604020202020204" pitchFamily="34" charset="0"/>
                <a:ea typeface="Calibri" panose="020F0502020204030204" pitchFamily="34" charset="0"/>
              </a:rPr>
              <a:t>Note</a:t>
            </a:r>
            <a:r>
              <a:rPr lang="en-AU" sz="1600" dirty="0">
                <a:effectLst/>
                <a:latin typeface="Arial" panose="020B0604020202020204" pitchFamily="34" charset="0"/>
                <a:ea typeface="Calibri" panose="020F0502020204030204" pitchFamily="34" charset="0"/>
              </a:rPr>
              <a:t>: number expanders or place values houses, such as Resource 22 – place value houses from Stage 3 Unit 19, can be used to assist students to rename and partition numbers into non-standard forms. When applying place value understanding, it is important to start at the ones column, as ones are the building blocks of whole numbers. The next place value column to the left of the ones column is created by grouping 10 ones together. This process is repeated through more place value columns to the left as the number increases.</a:t>
            </a:r>
          </a:p>
          <a:p>
            <a:pPr>
              <a:lnSpc>
                <a:spcPct val="150000"/>
              </a:lnSpc>
              <a:spcBef>
                <a:spcPts val="1200"/>
              </a:spcBef>
              <a:spcAft>
                <a:spcPts val="600"/>
              </a:spcAft>
              <a:buNone/>
            </a:pPr>
            <a:endParaRPr lang="en-AU" sz="1600" dirty="0">
              <a:effectLst/>
              <a:latin typeface="Arial" panose="020B0604020202020204" pitchFamily="34" charset="0"/>
              <a:ea typeface="Calibri" panose="020F0502020204030204" pitchFamily="34" charset="0"/>
            </a:endParaRPr>
          </a:p>
          <a:p>
            <a:pPr marL="0" lvl="0" indent="0">
              <a:lnSpc>
                <a:spcPct val="150000"/>
              </a:lnSpc>
              <a:spcBef>
                <a:spcPts val="1200"/>
              </a:spcBef>
              <a:spcAft>
                <a:spcPts val="600"/>
              </a:spcAft>
              <a:buFont typeface="+mj-lt"/>
              <a:buNone/>
            </a:pPr>
            <a:r>
              <a:rPr lang="en-AU" sz="1600" dirty="0">
                <a:effectLst/>
                <a:latin typeface="Arial" panose="020B0604020202020204" pitchFamily="34" charset="0"/>
                <a:ea typeface="Calibri" panose="020F0502020204030204" pitchFamily="34" charset="0"/>
              </a:rPr>
              <a:t>Display Resource 23 – place value representations from Stage 3 Unit 19.</a:t>
            </a:r>
          </a:p>
          <a:p>
            <a:pPr marL="0" lvl="0" indent="0">
              <a:lnSpc>
                <a:spcPct val="150000"/>
              </a:lnSpc>
              <a:spcBef>
                <a:spcPts val="1200"/>
              </a:spcBef>
              <a:spcAft>
                <a:spcPts val="600"/>
              </a:spcAft>
              <a:buFont typeface="+mj-lt"/>
              <a:buNone/>
            </a:pPr>
            <a:r>
              <a:rPr lang="en-AU" sz="1600" dirty="0">
                <a:effectLst/>
                <a:latin typeface="Arial" panose="020B0604020202020204" pitchFamily="34" charset="0"/>
                <a:ea typeface="Calibri" panose="020F0502020204030204" pitchFamily="34" charset="0"/>
              </a:rPr>
              <a:t>Students turn and talk to determine the accuracy of each representation, communicating and justifying their thinking.</a:t>
            </a:r>
          </a:p>
          <a:p>
            <a:pPr marL="0" lvl="0" indent="0">
              <a:lnSpc>
                <a:spcPct val="150000"/>
              </a:lnSpc>
              <a:spcBef>
                <a:spcPts val="1200"/>
              </a:spcBef>
              <a:spcAft>
                <a:spcPts val="600"/>
              </a:spcAft>
              <a:buFont typeface="+mj-lt"/>
              <a:buNone/>
            </a:pPr>
            <a:r>
              <a:rPr lang="en-AU" sz="1600" dirty="0">
                <a:effectLst/>
                <a:latin typeface="Arial" panose="020B0604020202020204" pitchFamily="34" charset="0"/>
                <a:ea typeface="Calibri" panose="020F0502020204030204" pitchFamily="34" charset="0"/>
              </a:rPr>
              <a:t>Discuss each representation as a class, selecting students to share their reasoning.</a:t>
            </a:r>
            <a:br>
              <a:rPr lang="en-US" b="1" dirty="0">
                <a:latin typeface="Arial"/>
                <a:ea typeface="Arial" panose="020B0604020202020204" pitchFamily="34" charset="0"/>
                <a:cs typeface="Arial"/>
              </a:rPr>
            </a:br>
            <a:endParaRPr lang="en-AU" dirty="0"/>
          </a:p>
        </p:txBody>
      </p:sp>
      <p:sp>
        <p:nvSpPr>
          <p:cNvPr id="4" name="Slide Number Placeholder 3"/>
          <p:cNvSpPr>
            <a:spLocks noGrp="1"/>
          </p:cNvSpPr>
          <p:nvPr>
            <p:ph type="sldNum" sz="quarter" idx="5"/>
          </p:nvPr>
        </p:nvSpPr>
        <p:spPr/>
        <p:txBody>
          <a:bodyPr/>
          <a:lstStyle/>
          <a:p>
            <a:fld id="{B07158C4-A119-4B78-9DE8-A50001BC31DC}" type="slidenum">
              <a:rPr lang="en-AU" smtClean="0"/>
              <a:pPr/>
              <a:t>10</a:t>
            </a:fld>
            <a:endParaRPr lang="en-AU"/>
          </a:p>
        </p:txBody>
      </p:sp>
    </p:spTree>
    <p:extLst>
      <p:ext uri="{BB962C8B-B14F-4D97-AF65-F5344CB8AC3E}">
        <p14:creationId xmlns:p14="http://schemas.microsoft.com/office/powerpoint/2010/main" val="19191262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AA4CC2-DEEC-5F77-9C86-890FAF7AB5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C0BF67-37C8-1541-1492-8D448DE7D8F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68DAB1-9986-1F2E-81A2-30EAE9582766}"/>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57B47B81-E22E-B2CC-AE7B-31B102431E3E}"/>
              </a:ext>
            </a:extLst>
          </p:cNvPr>
          <p:cNvSpPr>
            <a:spLocks noGrp="1"/>
          </p:cNvSpPr>
          <p:nvPr>
            <p:ph type="sldNum" sz="quarter" idx="5"/>
          </p:nvPr>
        </p:nvSpPr>
        <p:spPr/>
        <p:txBody>
          <a:bodyPr/>
          <a:lstStyle/>
          <a:p>
            <a:fld id="{B07158C4-A119-4B78-9DE8-A50001BC31DC}" type="slidenum">
              <a:rPr lang="en-AU" smtClean="0"/>
              <a:pPr/>
              <a:t>11</a:t>
            </a:fld>
            <a:endParaRPr lang="en-AU"/>
          </a:p>
        </p:txBody>
      </p:sp>
    </p:spTree>
    <p:extLst>
      <p:ext uri="{BB962C8B-B14F-4D97-AF65-F5344CB8AC3E}">
        <p14:creationId xmlns:p14="http://schemas.microsoft.com/office/powerpoint/2010/main" val="410900087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2)</a:t>
            </a:r>
          </a:p>
          <a:p>
            <a:pPr>
              <a:defRPr/>
            </a:pPr>
            <a:endParaRPr lang="en-AU" b="1">
              <a:latin typeface="Arial"/>
              <a:cs typeface="Arial"/>
            </a:endParaRPr>
          </a:p>
          <a:p>
            <a:pPr>
              <a:defRPr/>
            </a:pPr>
            <a:r>
              <a:rPr lang="en-AU" b="1">
                <a:latin typeface="Arial"/>
                <a:cs typeface="Arial"/>
              </a:rPr>
              <a:t>Syllabus focus area:</a:t>
            </a:r>
          </a:p>
          <a:p>
            <a:pPr marL="0" marR="0" lvl="0" indent="0" algn="l" defTabSz="1219170" rtl="0" eaLnBrk="1" fontAlgn="auto" latinLnBrk="0" hangingPunct="1">
              <a:lnSpc>
                <a:spcPct val="100000"/>
              </a:lnSpc>
              <a:spcBef>
                <a:spcPts val="0"/>
              </a:spcBef>
              <a:spcAft>
                <a:spcPts val="0"/>
              </a:spcAft>
              <a:buClrTx/>
              <a:buSzTx/>
              <a:buFontTx/>
              <a:buNone/>
              <a:tabLst/>
              <a:defRPr/>
            </a:pPr>
            <a:r>
              <a:rPr lang="en-AU" b="0">
                <a:solidFill>
                  <a:srgbClr val="444444"/>
                </a:solidFill>
                <a:latin typeface="Arial"/>
                <a:cs typeface="Arial"/>
              </a:rPr>
              <a:t>Represent numbers A</a:t>
            </a:r>
            <a:endParaRPr lang="en-US" b="0">
              <a:solidFill>
                <a:srgbClr val="444444"/>
              </a:solidFill>
              <a:latin typeface="Arial"/>
              <a:cs typeface="Arial"/>
            </a:endParaRPr>
          </a:p>
          <a:p>
            <a:pPr>
              <a:defRPr/>
            </a:pPr>
            <a:endParaRPr lang="en-US">
              <a:solidFill>
                <a:srgbClr val="444444"/>
              </a:solidFill>
              <a:latin typeface="Arial"/>
              <a:cs typeface="Arial"/>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br>
              <a:rPr lang="en-AU" sz="1600" b="0" i="0">
                <a:latin typeface="Arial" panose="020B0604020202020204" pitchFamily="34" charset="0"/>
                <a:cs typeface="Arial" panose="020B0604020202020204" pitchFamily="34" charset="0"/>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B07158C4-A119-4B78-9DE8-A50001BC31DC}" type="slidenum">
              <a:rPr lang="en-AU" smtClean="0"/>
              <a:pPr/>
              <a:t>12</a:t>
            </a:fld>
            <a:endParaRPr lang="en-AU"/>
          </a:p>
        </p:txBody>
      </p:sp>
    </p:spTree>
    <p:extLst>
      <p:ext uri="{BB962C8B-B14F-4D97-AF65-F5344CB8AC3E}">
        <p14:creationId xmlns:p14="http://schemas.microsoft.com/office/powerpoint/2010/main" val="334057960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89B41E-DB56-33E1-8F8C-97C551FE00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50EBCA-DA6C-B002-8C5C-EAC6E3AE47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170D96-FCE9-F3CF-05FF-82718BEBCDE8}"/>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dirty="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dirty="0">
                <a:solidFill>
                  <a:schemeClr val="tx1"/>
                </a:solidFill>
                <a:latin typeface="Arial"/>
                <a:cs typeface="Arial"/>
              </a:rPr>
              <a:t>Syllabus focus area:</a:t>
            </a:r>
          </a:p>
          <a:p>
            <a:r>
              <a:rPr lang="en-AU" dirty="0">
                <a:latin typeface="Public Sans"/>
              </a:rPr>
              <a:t>Two-dimensional spatial structure A</a:t>
            </a:r>
            <a:endParaRPr lang="en-AU" sz="1600" b="0" i="0" dirty="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FBCE111E-7D61-2D72-81D8-B1B199F66A7E}"/>
              </a:ext>
            </a:extLst>
          </p:cNvPr>
          <p:cNvSpPr>
            <a:spLocks noGrp="1"/>
          </p:cNvSpPr>
          <p:nvPr>
            <p:ph type="sldNum" sz="quarter" idx="5"/>
          </p:nvPr>
        </p:nvSpPr>
        <p:spPr/>
        <p:txBody>
          <a:bodyPr/>
          <a:lstStyle/>
          <a:p>
            <a:fld id="{B07158C4-A119-4B78-9DE8-A50001BC31DC}" type="slidenum">
              <a:rPr lang="en-AU" smtClean="0"/>
              <a:pPr/>
              <a:t>13</a:t>
            </a:fld>
            <a:endParaRPr lang="en-AU"/>
          </a:p>
        </p:txBody>
      </p:sp>
    </p:spTree>
    <p:extLst>
      <p:ext uri="{BB962C8B-B14F-4D97-AF65-F5344CB8AC3E}">
        <p14:creationId xmlns:p14="http://schemas.microsoft.com/office/powerpoint/2010/main" val="87151195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A1D6AC-F967-0167-AD3E-DCFB372487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4FD765-8C68-3ADC-FECB-08095D8D1E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86BABE-2AFB-941B-2068-934F2FE07A8B}"/>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dirty="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dirty="0">
                <a:solidFill>
                  <a:schemeClr val="tx1"/>
                </a:solidFill>
                <a:latin typeface="Arial"/>
                <a:cs typeface="Arial"/>
              </a:rPr>
              <a:t>Syllabus focus area:</a:t>
            </a:r>
          </a:p>
          <a:p>
            <a:r>
              <a:rPr lang="en-AU" dirty="0">
                <a:latin typeface="Public Sans"/>
              </a:rPr>
              <a:t>Chance A</a:t>
            </a:r>
            <a:endParaRPr lang="en-AU" sz="1600" dirty="0">
              <a:latin typeface="Public Sans"/>
            </a:endParaRPr>
          </a:p>
          <a:p>
            <a:pPr marL="0" indent="0" algn="l">
              <a:buFont typeface="Wingdings" panose="05000000000000000000" pitchFamily="2" charset="2"/>
              <a:buNone/>
            </a:pPr>
            <a:endParaRPr lang="en-AU" sz="1600" b="0" i="0" dirty="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CD3028C6-C95F-0CB5-E366-B331D00932F7}"/>
              </a:ext>
            </a:extLst>
          </p:cNvPr>
          <p:cNvSpPr>
            <a:spLocks noGrp="1"/>
          </p:cNvSpPr>
          <p:nvPr>
            <p:ph type="sldNum" sz="quarter" idx="5"/>
          </p:nvPr>
        </p:nvSpPr>
        <p:spPr/>
        <p:txBody>
          <a:bodyPr/>
          <a:lstStyle/>
          <a:p>
            <a:fld id="{B07158C4-A119-4B78-9DE8-A50001BC31DC}" type="slidenum">
              <a:rPr lang="en-AU" smtClean="0"/>
              <a:pPr/>
              <a:t>14</a:t>
            </a:fld>
            <a:endParaRPr lang="en-AU"/>
          </a:p>
        </p:txBody>
      </p:sp>
    </p:spTree>
    <p:extLst>
      <p:ext uri="{BB962C8B-B14F-4D97-AF65-F5344CB8AC3E}">
        <p14:creationId xmlns:p14="http://schemas.microsoft.com/office/powerpoint/2010/main" val="173101670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4891C9-DF43-E901-EAD2-C7F87E64E6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18C6F5-1426-8B6C-2BFD-911C78A9A2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3DFA739-98AA-F0FF-4945-C056943A814C}"/>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Two-dimensional spatial structure A: Area</a:t>
            </a: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627EA6F-685B-7CDD-F781-2EE5BD18F03D}"/>
              </a:ext>
            </a:extLst>
          </p:cNvPr>
          <p:cNvSpPr>
            <a:spLocks noGrp="1"/>
          </p:cNvSpPr>
          <p:nvPr>
            <p:ph type="sldNum" sz="quarter" idx="5"/>
          </p:nvPr>
        </p:nvSpPr>
        <p:spPr/>
        <p:txBody>
          <a:bodyPr/>
          <a:lstStyle/>
          <a:p>
            <a:fld id="{B07158C4-A119-4B78-9DE8-A50001BC31DC}" type="slidenum">
              <a:rPr lang="en-AU" smtClean="0"/>
              <a:pPr/>
              <a:t>15</a:t>
            </a:fld>
            <a:endParaRPr lang="en-AU"/>
          </a:p>
        </p:txBody>
      </p:sp>
    </p:spTree>
    <p:extLst>
      <p:ext uri="{BB962C8B-B14F-4D97-AF65-F5344CB8AC3E}">
        <p14:creationId xmlns:p14="http://schemas.microsoft.com/office/powerpoint/2010/main" val="130760880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C4AB14-F879-A51E-6469-22815B87FE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F29387-2932-3FDF-2361-96D6E7578AB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CD660ED-1236-AB19-C0B3-D63C584250CA}"/>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dirty="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dirty="0">
                <a:solidFill>
                  <a:schemeClr val="tx1"/>
                </a:solidFill>
                <a:latin typeface="Arial"/>
                <a:cs typeface="Arial"/>
              </a:rPr>
              <a:t>Syllabus focus area:</a:t>
            </a:r>
          </a:p>
          <a:p>
            <a:r>
              <a:rPr lang="en-AU" sz="1600" dirty="0">
                <a:latin typeface="Public Sans"/>
              </a:rPr>
              <a:t>Geometric measure A: Length</a:t>
            </a:r>
          </a:p>
          <a:p>
            <a:pPr marL="0" indent="0" algn="l">
              <a:buFont typeface="Wingdings" panose="05000000000000000000" pitchFamily="2" charset="2"/>
              <a:buNone/>
            </a:pPr>
            <a:endParaRPr lang="en-AU" sz="1600" b="0" i="0" dirty="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b="1"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0F771A72-D782-0387-4860-59B4C97CF9DA}"/>
              </a:ext>
            </a:extLst>
          </p:cNvPr>
          <p:cNvSpPr>
            <a:spLocks noGrp="1"/>
          </p:cNvSpPr>
          <p:nvPr>
            <p:ph type="sldNum" sz="quarter" idx="5"/>
          </p:nvPr>
        </p:nvSpPr>
        <p:spPr/>
        <p:txBody>
          <a:bodyPr/>
          <a:lstStyle/>
          <a:p>
            <a:fld id="{B07158C4-A119-4B78-9DE8-A50001BC31DC}" type="slidenum">
              <a:rPr lang="en-AU" smtClean="0"/>
              <a:pPr/>
              <a:t>16</a:t>
            </a:fld>
            <a:endParaRPr lang="en-AU"/>
          </a:p>
        </p:txBody>
      </p:sp>
    </p:spTree>
    <p:extLst>
      <p:ext uri="{BB962C8B-B14F-4D97-AF65-F5344CB8AC3E}">
        <p14:creationId xmlns:p14="http://schemas.microsoft.com/office/powerpoint/2010/main" val="364348521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50000"/>
              </a:lnSpc>
              <a:spcBef>
                <a:spcPts val="1200"/>
              </a:spcBef>
              <a:spcAft>
                <a:spcPts val="600"/>
              </a:spcAft>
              <a:defRPr/>
            </a:pPr>
            <a:r>
              <a:rPr lang="en-AU" dirty="0">
                <a:latin typeface="Arial"/>
                <a:cs typeface="Arial"/>
              </a:rPr>
              <a:t>This is a developing number sense activity. </a:t>
            </a:r>
            <a:endParaRPr lang="en-US" dirty="0">
              <a:solidFill>
                <a:srgbClr val="444444"/>
              </a:solidFill>
              <a:latin typeface="Arial"/>
              <a:cs typeface="Arial"/>
            </a:endParaRPr>
          </a:p>
          <a:p>
            <a:pPr>
              <a:lnSpc>
                <a:spcPct val="150000"/>
              </a:lnSpc>
              <a:spcBef>
                <a:spcPts val="1200"/>
              </a:spcBef>
              <a:spcAft>
                <a:spcPts val="600"/>
              </a:spcAft>
              <a:defRPr/>
            </a:pPr>
            <a:endParaRPr lang="en-AU" dirty="0">
              <a:solidFill>
                <a:srgbClr val="444444"/>
              </a:solidFill>
            </a:endParaRPr>
          </a:p>
          <a:p>
            <a:pPr>
              <a:lnSpc>
                <a:spcPct val="150000"/>
              </a:lnSpc>
              <a:spcBef>
                <a:spcPts val="1200"/>
              </a:spcBef>
              <a:spcAft>
                <a:spcPts val="600"/>
              </a:spcAft>
              <a:defRPr/>
            </a:pPr>
            <a:r>
              <a:rPr lang="en-AU" dirty="0">
                <a:latin typeface="Arial"/>
                <a:cs typeface="Aria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endParaRPr lang="en-US" dirty="0">
              <a:solidFill>
                <a:srgbClr val="444444"/>
              </a:solidFill>
              <a:latin typeface="Arial"/>
              <a:cs typeface="Arial"/>
            </a:endParaRPr>
          </a:p>
          <a:p>
            <a:pPr>
              <a:lnSpc>
                <a:spcPts val="1913"/>
              </a:lnSpc>
              <a:defRPr/>
            </a:pPr>
            <a:endParaRPr lang="en-AU" dirty="0">
              <a:solidFill>
                <a:srgbClr val="444444"/>
              </a:solidFill>
            </a:endParaRPr>
          </a:p>
          <a:p>
            <a:pPr>
              <a:defRPr/>
            </a:pPr>
            <a:r>
              <a:rPr lang="en-AU" b="1" dirty="0">
                <a:latin typeface="Arial"/>
                <a:cs typeface="Arial"/>
              </a:rPr>
              <a:t>Syllabus focus area:</a:t>
            </a:r>
            <a:endParaRPr lang="en-US" dirty="0">
              <a:solidFill>
                <a:srgbClr val="444444"/>
              </a:solidFill>
              <a:latin typeface="Arial"/>
              <a:cs typeface="Arial"/>
            </a:endParaRPr>
          </a:p>
          <a:p>
            <a:r>
              <a:rPr lang="en-AU" b="0" dirty="0">
                <a:solidFill>
                  <a:srgbClr val="444444"/>
                </a:solidFill>
                <a:latin typeface="Arial"/>
                <a:cs typeface="Arial"/>
              </a:rPr>
              <a:t>Represents numbers A</a:t>
            </a:r>
            <a:endParaRPr lang="en-US" b="0" dirty="0">
              <a:solidFill>
                <a:srgbClr val="444444"/>
              </a:solidFill>
              <a:latin typeface="Arial"/>
              <a:cs typeface="Arial"/>
            </a:endParaRPr>
          </a:p>
          <a:p>
            <a:pPr>
              <a:defRPr/>
            </a:pPr>
            <a:endParaRPr lang="en-AU" sz="1800" dirty="0">
              <a:latin typeface="Arial"/>
              <a:ea typeface="Calibri"/>
              <a:cs typeface="Arial"/>
            </a:endParaRPr>
          </a:p>
          <a:p>
            <a:pPr marL="0" marR="0" lvl="0" indent="0" algn="l" defTabSz="1219170" rtl="0" eaLnBrk="1" fontAlgn="auto" latinLnBrk="0" hangingPunct="1">
              <a:lnSpc>
                <a:spcPct val="100000"/>
              </a:lnSpc>
              <a:spcBef>
                <a:spcPts val="0"/>
              </a:spcBef>
              <a:spcAft>
                <a:spcPts val="0"/>
              </a:spcAft>
              <a:buClrTx/>
              <a:buSzTx/>
              <a:buFontTx/>
              <a:buNone/>
              <a:tabLst/>
              <a:defRPr/>
            </a:pPr>
            <a:r>
              <a:rPr lang="en-AU" sz="1800" b="1" dirty="0">
                <a:latin typeface="Arial"/>
                <a:ea typeface="Calibri"/>
                <a:cs typeface="Arial"/>
              </a:rPr>
              <a:t>Mastermind 1</a:t>
            </a:r>
            <a:br>
              <a:rPr lang="en-AU" sz="1800" dirty="0">
                <a:latin typeface="Arial"/>
                <a:ea typeface="Calibri"/>
                <a:cs typeface="Arial"/>
              </a:rPr>
            </a:br>
            <a:br>
              <a:rPr lang="en-AU" sz="1800" dirty="0">
                <a:latin typeface="Arial"/>
                <a:ea typeface="Calibri"/>
                <a:cs typeface="Arial"/>
              </a:rPr>
            </a:br>
            <a:r>
              <a:rPr lang="en-AU" sz="1800" dirty="0">
                <a:solidFill>
                  <a:srgbClr val="000000"/>
                </a:solidFill>
                <a:effectLst/>
                <a:latin typeface="Arial"/>
                <a:ea typeface="Arial" panose="020B0604020202020204" pitchFamily="34" charset="0"/>
                <a:cs typeface="Arial"/>
              </a:rPr>
              <a:t>This activity is an adaptation </a:t>
            </a:r>
            <a:r>
              <a:rPr lang="en-AU" sz="1800" u="none" kern="1200" dirty="0">
                <a:solidFill>
                  <a:srgbClr val="000000"/>
                </a:solidFill>
                <a:effectLst/>
                <a:latin typeface="Arial"/>
                <a:ea typeface="Arial" panose="020B0604020202020204" pitchFamily="34" charset="0"/>
                <a:cs typeface="Arial"/>
              </a:rPr>
              <a:t>of Mastermind from Mathematics K-6 Resources by Sta</a:t>
            </a:r>
            <a:r>
              <a:rPr lang="en-AU" sz="1800" dirty="0">
                <a:solidFill>
                  <a:srgbClr val="000000"/>
                </a:solidFill>
                <a:effectLst/>
                <a:latin typeface="Arial"/>
                <a:ea typeface="Arial" panose="020B0604020202020204" pitchFamily="34" charset="0"/>
                <a:cs typeface="Arial"/>
              </a:rPr>
              <a:t>te of New South Wales (Department of Education).</a:t>
            </a:r>
            <a:endParaRPr lang="en-AU" sz="1800" dirty="0">
              <a:effectLst/>
              <a:latin typeface="Arial"/>
              <a:ea typeface="Calibri" panose="020F0502020204030204" pitchFamily="34" charset="0"/>
              <a:cs typeface="Arial"/>
            </a:endParaRPr>
          </a:p>
          <a:p>
            <a:pPr marL="0" lvl="0" indent="0">
              <a:lnSpc>
                <a:spcPct val="150000"/>
              </a:lnSpc>
              <a:spcBef>
                <a:spcPts val="1200"/>
              </a:spcBef>
              <a:spcAft>
                <a:spcPts val="600"/>
              </a:spcAft>
              <a:buFont typeface="+mj-lt"/>
              <a:buNone/>
            </a:pPr>
            <a:endParaRPr lang="en-AU" sz="1800" dirty="0">
              <a:effectLst/>
              <a:latin typeface="Arial" panose="020B0604020202020204" pitchFamily="34" charset="0"/>
              <a:ea typeface="Calibri" panose="020F0502020204030204" pitchFamily="34" charset="0"/>
            </a:endParaRPr>
          </a:p>
          <a:p>
            <a:pPr marL="0" lvl="0" indent="0">
              <a:lnSpc>
                <a:spcPct val="150000"/>
              </a:lnSpc>
              <a:spcBef>
                <a:spcPts val="1200"/>
              </a:spcBef>
              <a:spcAft>
                <a:spcPts val="600"/>
              </a:spcAft>
              <a:buFont typeface="+mj-lt"/>
              <a:buNone/>
            </a:pPr>
            <a:r>
              <a:rPr lang="en-AU" sz="1800" dirty="0">
                <a:effectLst/>
                <a:latin typeface="Arial"/>
                <a:ea typeface="Calibri"/>
                <a:cs typeface="Arial"/>
              </a:rPr>
              <a:t>Explain the game instructions for ‘Mastermind’:</a:t>
            </a:r>
          </a:p>
          <a:p>
            <a:pPr marL="342900" lvl="0" indent="-342900">
              <a:lnSpc>
                <a:spcPct val="150000"/>
              </a:lnSpc>
              <a:spcBef>
                <a:spcPts val="1200"/>
              </a:spcBef>
              <a:spcAft>
                <a:spcPts val="600"/>
              </a:spcAft>
              <a:buFont typeface="Arial" panose="020B0604020202020204" pitchFamily="34" charset="0"/>
              <a:buChar char="•"/>
            </a:pPr>
            <a:r>
              <a:rPr lang="en-AU" sz="1800" dirty="0">
                <a:effectLst/>
                <a:latin typeface="Arial"/>
                <a:ea typeface="Calibri"/>
                <a:cs typeface="Arial"/>
              </a:rPr>
              <a:t>In pairs, students write down a 7-digit number without showing the other player.</a:t>
            </a:r>
          </a:p>
          <a:p>
            <a:pPr marL="342900" lvl="0" indent="-342900">
              <a:lnSpc>
                <a:spcPct val="150000"/>
              </a:lnSpc>
              <a:spcBef>
                <a:spcPts val="1200"/>
              </a:spcBef>
              <a:spcAft>
                <a:spcPts val="600"/>
              </a:spcAft>
              <a:buFont typeface="Arial" panose="020B0604020202020204" pitchFamily="34" charset="0"/>
              <a:buChar char="•"/>
            </a:pPr>
            <a:r>
              <a:rPr lang="en-AU" sz="1800" dirty="0">
                <a:effectLst/>
                <a:latin typeface="Arial"/>
                <a:ea typeface="Calibri"/>
                <a:cs typeface="Arial"/>
              </a:rPr>
              <a:t>Players take turns to guess their opponent’s 7-digit number. Guessed numbers should be written down and read aloud using correct place value language. For example, 6 719 243 would be read ‘six million, seven hundred and nineteen thousand, two hundred and forty-three'.</a:t>
            </a:r>
          </a:p>
          <a:p>
            <a:pPr marL="342900" lvl="0" indent="-342900">
              <a:lnSpc>
                <a:spcPct val="150000"/>
              </a:lnSpc>
              <a:spcBef>
                <a:spcPts val="1200"/>
              </a:spcBef>
              <a:spcAft>
                <a:spcPts val="600"/>
              </a:spcAft>
              <a:buFont typeface="Arial" panose="020B0604020202020204" pitchFamily="34" charset="0"/>
              <a:buChar char="•"/>
            </a:pPr>
            <a:r>
              <a:rPr lang="en-AU" sz="1800" dirty="0">
                <a:effectLst/>
                <a:latin typeface="Arial"/>
                <a:ea typeface="Calibri"/>
                <a:cs typeface="Arial"/>
              </a:rPr>
              <a:t>After each guess, the player’s opponent identifies which digits are correct, which digits are correct but in the wrong place, and which digits are incorrect, by using symbols underneath the number. Players use a tick for the correct digit, place a circle for the correct digit but incorrect place, and a cross for the incorrect digit. For example, for the number 6 719 243, if the guess was 6 895 237, there are 2 correct digits in the correct place, 3 correct digits but in the incorrect place and 2 incorrect digits.</a:t>
            </a:r>
          </a:p>
          <a:p>
            <a:pPr marL="342900" lvl="0" indent="-342900">
              <a:lnSpc>
                <a:spcPct val="150000"/>
              </a:lnSpc>
              <a:spcBef>
                <a:spcPts val="1200"/>
              </a:spcBef>
              <a:spcAft>
                <a:spcPts val="600"/>
              </a:spcAft>
              <a:buFont typeface="Arial" panose="020B0604020202020204" pitchFamily="34" charset="0"/>
              <a:buChar char="•"/>
            </a:pPr>
            <a:r>
              <a:rPr lang="en-AU" sz="1800" dirty="0">
                <a:effectLst/>
                <a:latin typeface="Arial"/>
                <a:ea typeface="Calibri"/>
                <a:cs typeface="Arial"/>
              </a:rPr>
              <a:t>Players use this information to refine their guesses.</a:t>
            </a:r>
          </a:p>
          <a:p>
            <a:pPr marL="342900" lvl="0" indent="-342900">
              <a:lnSpc>
                <a:spcPct val="150000"/>
              </a:lnSpc>
              <a:spcBef>
                <a:spcPts val="1200"/>
              </a:spcBef>
              <a:spcAft>
                <a:spcPts val="600"/>
              </a:spcAft>
              <a:buFont typeface="Arial" panose="020B0604020202020204" pitchFamily="34" charset="0"/>
              <a:buChar char="•"/>
            </a:pPr>
            <a:r>
              <a:rPr lang="en-AU" sz="1800" dirty="0">
                <a:effectLst/>
                <a:latin typeface="Arial"/>
                <a:ea typeface="Calibri"/>
                <a:cs typeface="Arial"/>
              </a:rPr>
              <a:t>The player to correctly guess their opponent’s number using the fewest guesses is the winner.</a:t>
            </a:r>
          </a:p>
          <a:p>
            <a:pPr marL="0" lvl="0" indent="0">
              <a:lnSpc>
                <a:spcPct val="150000"/>
              </a:lnSpc>
              <a:spcBef>
                <a:spcPts val="1200"/>
              </a:spcBef>
              <a:spcAft>
                <a:spcPts val="600"/>
              </a:spcAft>
              <a:buFont typeface="+mj-lt"/>
              <a:buNone/>
            </a:pPr>
            <a:endParaRPr lang="en-AU" sz="1800" dirty="0">
              <a:effectLst/>
              <a:latin typeface="Arial"/>
              <a:ea typeface="Calibri"/>
              <a:cs typeface="Arial"/>
            </a:endParaRPr>
          </a:p>
          <a:p>
            <a:pPr>
              <a:lnSpc>
                <a:spcPct val="150000"/>
              </a:lnSpc>
              <a:spcBef>
                <a:spcPts val="1200"/>
              </a:spcBef>
              <a:spcAft>
                <a:spcPts val="600"/>
              </a:spcAft>
              <a:buNone/>
            </a:pPr>
            <a:r>
              <a:rPr lang="en-AU" sz="1800" b="1" dirty="0">
                <a:effectLst/>
                <a:latin typeface="Arial"/>
                <a:ea typeface="Calibri"/>
                <a:cs typeface="Arial"/>
              </a:rPr>
              <a:t>Note</a:t>
            </a:r>
            <a:r>
              <a:rPr lang="en-AU" sz="1800" dirty="0">
                <a:effectLst/>
                <a:latin typeface="Arial"/>
                <a:ea typeface="Calibri"/>
                <a:cs typeface="Arial"/>
              </a:rPr>
              <a:t>: the level of difficulty can be changed by using numbers with fewer or more digits and by using numbers with internal zeros.</a:t>
            </a:r>
          </a:p>
          <a:p>
            <a:pPr lvl="0">
              <a:lnSpc>
                <a:spcPct val="150000"/>
              </a:lnSpc>
              <a:spcBef>
                <a:spcPts val="1200"/>
              </a:spcBef>
              <a:spcAft>
                <a:spcPts val="600"/>
              </a:spcAft>
            </a:pPr>
            <a:endParaRPr lang="en-AU" sz="1800" dirty="0">
              <a:effectLst/>
              <a:latin typeface="Arial" panose="020B0604020202020204" pitchFamily="34" charset="0"/>
              <a:ea typeface="Calibri" panose="020F0502020204030204" pitchFamily="34" charset="0"/>
              <a:cs typeface="Arial"/>
            </a:endParaRPr>
          </a:p>
          <a:p>
            <a:pPr marL="0" indent="0">
              <a:buFont typeface="+mj-lt"/>
              <a:buNone/>
            </a:pPr>
            <a:r>
              <a:rPr lang="en-AU" sz="1800" dirty="0"/>
              <a:t>After the winner is determined, students writing the number in expanded notation. Number expanders or place values houses, such as </a:t>
            </a:r>
            <a:r>
              <a:rPr lang="en-AU" sz="1800" kern="1200" dirty="0">
                <a:solidFill>
                  <a:schemeClr val="tx1"/>
                </a:solidFill>
                <a:latin typeface="Arial" panose="020B0604020202020204" pitchFamily="34" charset="0"/>
                <a:ea typeface="+mn-ea"/>
                <a:cs typeface="Arial" panose="020B0604020202020204" pitchFamily="34" charset="0"/>
              </a:rPr>
              <a:t>Resource 22 – place value houses from Stage 3 Unit 19, </a:t>
            </a:r>
            <a:r>
              <a:rPr lang="en-AU" sz="1800" dirty="0"/>
              <a:t>can be used to assist students.</a:t>
            </a:r>
          </a:p>
          <a:p>
            <a:pPr lvl="0">
              <a:lnSpc>
                <a:spcPct val="150000"/>
              </a:lnSpc>
              <a:spcBef>
                <a:spcPts val="1200"/>
              </a:spcBef>
              <a:spcAft>
                <a:spcPts val="600"/>
              </a:spcAft>
            </a:pPr>
            <a:endParaRPr lang="en-AU" sz="1800" dirty="0">
              <a:effectLst/>
              <a:latin typeface="Arial" panose="020B0604020202020204" pitchFamily="34" charset="0"/>
              <a:ea typeface="Calibri" panose="020F0502020204030204" pitchFamily="34" charset="0"/>
              <a:cs typeface="Arial"/>
            </a:endParaRPr>
          </a:p>
          <a:p>
            <a:pPr>
              <a:defRPr/>
            </a:pPr>
            <a:endParaRPr lang="en-AU" sz="1800" dirty="0">
              <a:effectLst/>
              <a:latin typeface="Arial" panose="020B0604020202020204" pitchFamily="34" charset="0"/>
              <a:ea typeface="Calibri" panose="020F0502020204030204" pitchFamily="34" charset="0"/>
            </a:endParaRPr>
          </a:p>
        </p:txBody>
      </p:sp>
      <p:sp>
        <p:nvSpPr>
          <p:cNvPr id="4" name="Slide Number Placeholder 3"/>
          <p:cNvSpPr>
            <a:spLocks noGrp="1"/>
          </p:cNvSpPr>
          <p:nvPr>
            <p:ph type="sldNum" sz="quarter" idx="5"/>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B07158C4-A119-4B78-9DE8-A50001BC31DC}" type="slidenum">
              <a:rPr kumimoji="0" lang="en-AU" sz="1200" b="0" i="0" u="none" strike="noStrike" kern="1200" cap="none" spc="0" normalizeH="0" baseline="0" noProof="0" smtClean="0">
                <a:ln>
                  <a:noFill/>
                </a:ln>
                <a:solidFill>
                  <a:prstClr val="black"/>
                </a:solidFill>
                <a:effectLst/>
                <a:uLnTx/>
                <a:uFillTx/>
                <a:latin typeface="Public Sans" pitchFamily="2" charset="0"/>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17</a:t>
            </a:fld>
            <a:endParaRPr kumimoji="0" lang="en-AU" sz="1200" b="0" i="0" u="none" strike="noStrike" kern="1200" cap="none" spc="0" normalizeH="0" baseline="0" noProof="0">
              <a:ln>
                <a:noFill/>
              </a:ln>
              <a:solidFill>
                <a:prstClr val="black"/>
              </a:solidFill>
              <a:effectLst/>
              <a:uLnTx/>
              <a:uFillTx/>
              <a:latin typeface="Public Sans" pitchFamily="2" charset="0"/>
              <a:ea typeface="+mn-ea"/>
              <a:cs typeface="+mn-cs"/>
            </a:endParaRPr>
          </a:p>
        </p:txBody>
      </p:sp>
    </p:spTree>
    <p:extLst>
      <p:ext uri="{BB962C8B-B14F-4D97-AF65-F5344CB8AC3E}">
        <p14:creationId xmlns:p14="http://schemas.microsoft.com/office/powerpoint/2010/main" val="153715675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16EE3E-15ED-C876-BD6F-EE43E8170C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1EB1A0-9E83-4BB4-FF92-BA6ACF7070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FD46BE-61D8-4DE9-D84A-A90083FA1A19}"/>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9EE24D34-45EC-CE1B-A795-AF8194E586E1}"/>
              </a:ext>
            </a:extLst>
          </p:cNvPr>
          <p:cNvSpPr>
            <a:spLocks noGrp="1"/>
          </p:cNvSpPr>
          <p:nvPr>
            <p:ph type="sldNum" sz="quarter" idx="5"/>
          </p:nvPr>
        </p:nvSpPr>
        <p:spPr/>
        <p:txBody>
          <a:bodyPr/>
          <a:lstStyle/>
          <a:p>
            <a:fld id="{B07158C4-A119-4B78-9DE8-A50001BC31DC}" type="slidenum">
              <a:rPr lang="en-AU" smtClean="0"/>
              <a:pPr/>
              <a:t>18</a:t>
            </a:fld>
            <a:endParaRPr lang="en-AU"/>
          </a:p>
        </p:txBody>
      </p:sp>
    </p:spTree>
    <p:extLst>
      <p:ext uri="{BB962C8B-B14F-4D97-AF65-F5344CB8AC3E}">
        <p14:creationId xmlns:p14="http://schemas.microsoft.com/office/powerpoint/2010/main" val="230101020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42E296-D174-FB8B-35EA-66D72170DD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5FC1EB-654B-1945-6DC6-4F75C008A0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EA8029-49D7-F860-D388-7DB8DFAC3418}"/>
              </a:ext>
            </a:extLst>
          </p:cNvPr>
          <p:cNvSpPr>
            <a:spLocks noGrp="1"/>
          </p:cNvSpPr>
          <p:nvPr>
            <p:ph type="body" idx="1"/>
          </p:nvPr>
        </p:nvSpPr>
        <p:spPr/>
        <p:txBody>
          <a:bodyPr/>
          <a:lstStyle/>
          <a:p>
            <a:r>
              <a:rPr lang="en-AU" sz="1600" b="0" i="0">
                <a:solidFill>
                  <a:schemeClr val="tx1"/>
                </a:solidFill>
                <a:latin typeface="Arial"/>
                <a:cs typeface="Arial"/>
              </a:rPr>
              <a:t>This question connects to the content in the developing number sense activity (Activity </a:t>
            </a:r>
            <a:r>
              <a:rPr lang="en-AU">
                <a:latin typeface="Arial"/>
                <a:cs typeface="Arial"/>
              </a:rPr>
              <a:t>3</a:t>
            </a:r>
            <a:r>
              <a:rPr lang="en-AU" sz="1600" b="0" i="0">
                <a:solidFill>
                  <a:schemeClr val="tx1"/>
                </a:solidFill>
                <a:latin typeface="Arial"/>
                <a:cs typeface="Arial"/>
              </a:rPr>
              <a:t>)</a:t>
            </a:r>
            <a:br>
              <a:rPr lang="en-AU">
                <a:latin typeface="Arial"/>
                <a:cs typeface="Arial"/>
              </a:rPr>
            </a:br>
            <a:br>
              <a:rPr lang="en-AU"/>
            </a:br>
            <a:r>
              <a:rPr lang="en-AU" b="1">
                <a:latin typeface="Arial"/>
                <a:cs typeface="Arial"/>
              </a:rPr>
              <a:t>Syllabus focus area:</a:t>
            </a:r>
            <a:endParaRPr lang="en-US">
              <a:solidFill>
                <a:srgbClr val="444444"/>
              </a:solidFill>
              <a:latin typeface="Arial"/>
              <a:cs typeface="Arial"/>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b="0">
                <a:solidFill>
                  <a:srgbClr val="444444"/>
                </a:solidFill>
                <a:latin typeface="Arial"/>
                <a:cs typeface="Arial"/>
              </a:rPr>
              <a:t>Represent numbers A</a:t>
            </a:r>
            <a:endParaRPr lang="en-US" b="0">
              <a:solidFill>
                <a:srgbClr val="444444"/>
              </a:solidFill>
              <a:latin typeface="Arial"/>
              <a:cs typeface="Arial"/>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sz="1600" b="0" i="0">
              <a:solidFill>
                <a:schemeClr val="tx1"/>
              </a:solidFill>
              <a:latin typeface="Arial" panose="020B0604020202020204" pitchFamily="34" charset="0"/>
              <a:cs typeface="Arial" panose="020B0604020202020204" pitchFamily="34" charset="0"/>
            </a:endParaRPr>
          </a:p>
          <a:p>
            <a:pPr>
              <a:lnSpc>
                <a:spcPct val="150000"/>
              </a:lnSpc>
              <a:spcBef>
                <a:spcPts val="1200"/>
              </a:spcBef>
              <a:spcAft>
                <a:spcPts val="600"/>
              </a:spcAft>
            </a:pPr>
            <a:endParaRPr lang="en-AU" sz="1600" b="0">
              <a:effectLst/>
              <a:latin typeface="Arial" panose="020B0604020202020204" pitchFamily="34" charset="0"/>
              <a:ea typeface="Calibri" panose="020F0502020204030204" pitchFamily="34" charset="0"/>
              <a:cs typeface="Arial" panose="020B0604020202020204" pitchFamily="34" charset="0"/>
            </a:endParaRPr>
          </a:p>
          <a:p>
            <a:pPr marL="0" marR="0" lvl="0" indent="0" algn="l" defTabSz="1219170" rtl="0" eaLnBrk="1" fontAlgn="auto" latinLnBrk="0" hangingPunct="1">
              <a:lnSpc>
                <a:spcPct val="150000"/>
              </a:lnSpc>
              <a:spcBef>
                <a:spcPts val="1200"/>
              </a:spcBef>
              <a:spcAft>
                <a:spcPts val="600"/>
              </a:spcAft>
              <a:buClrTx/>
              <a:buSzTx/>
              <a:buFontTx/>
              <a:buNone/>
              <a:tabLst/>
              <a:defRPr/>
            </a:pPr>
            <a:endParaRPr lang="en-AU" b="1">
              <a:effectLst/>
              <a:ea typeface="Calibri" panose="020F0502020204030204" pitchFamily="34" charset="0"/>
              <a:cs typeface="Arial"/>
            </a:endParaRPr>
          </a:p>
          <a:p>
            <a:endParaRPr lang="en-US"/>
          </a:p>
        </p:txBody>
      </p:sp>
      <p:sp>
        <p:nvSpPr>
          <p:cNvPr id="4" name="Slide Number Placeholder 3">
            <a:extLst>
              <a:ext uri="{FF2B5EF4-FFF2-40B4-BE49-F238E27FC236}">
                <a16:creationId xmlns:a16="http://schemas.microsoft.com/office/drawing/2014/main" id="{891F9216-63F2-70E7-9AA0-9B87A3C3F854}"/>
              </a:ext>
            </a:extLst>
          </p:cNvPr>
          <p:cNvSpPr>
            <a:spLocks noGrp="1"/>
          </p:cNvSpPr>
          <p:nvPr>
            <p:ph type="sldNum" sz="quarter" idx="5"/>
          </p:nvPr>
        </p:nvSpPr>
        <p:spPr/>
        <p:txBody>
          <a:bodyPr/>
          <a:lstStyle/>
          <a:p>
            <a:fld id="{B07158C4-A119-4B78-9DE8-A50001BC31DC}" type="slidenum">
              <a:rPr lang="en-AU" smtClean="0"/>
              <a:pPr/>
              <a:t>19</a:t>
            </a:fld>
            <a:endParaRPr lang="en-AU"/>
          </a:p>
        </p:txBody>
      </p:sp>
    </p:spTree>
    <p:extLst>
      <p:ext uri="{BB962C8B-B14F-4D97-AF65-F5344CB8AC3E}">
        <p14:creationId xmlns:p14="http://schemas.microsoft.com/office/powerpoint/2010/main" val="344219565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9DD6FB-E969-73B1-8CC4-E9091BE4E5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F6797C-8441-B4B8-05B8-02934460E4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26EB87-A7B9-1FF2-2370-3649A84C1638}"/>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Two-dimensional spatial structure A: 2D shapes</a:t>
            </a:r>
            <a:endParaRPr lang="en-AU" sz="1600">
              <a:latin typeface="Public Sans"/>
            </a:endParaRP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6C78FEF3-20AE-E997-3B20-C08F3E0F0BC8}"/>
              </a:ext>
            </a:extLst>
          </p:cNvPr>
          <p:cNvSpPr>
            <a:spLocks noGrp="1"/>
          </p:cNvSpPr>
          <p:nvPr>
            <p:ph type="sldNum" sz="quarter" idx="5"/>
          </p:nvPr>
        </p:nvSpPr>
        <p:spPr/>
        <p:txBody>
          <a:bodyPr/>
          <a:lstStyle/>
          <a:p>
            <a:fld id="{B07158C4-A119-4B78-9DE8-A50001BC31DC}" type="slidenum">
              <a:rPr lang="en-AU" smtClean="0"/>
              <a:pPr/>
              <a:t>20</a:t>
            </a:fld>
            <a:endParaRPr lang="en-AU"/>
          </a:p>
        </p:txBody>
      </p:sp>
    </p:spTree>
    <p:extLst>
      <p:ext uri="{BB962C8B-B14F-4D97-AF65-F5344CB8AC3E}">
        <p14:creationId xmlns:p14="http://schemas.microsoft.com/office/powerpoint/2010/main" val="251240987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99025A-464A-1964-87D2-D2B0F402C4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E00734-83E4-D4FD-7416-6158F127FC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409325-BA4F-C414-3806-6356D5B1F812}"/>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dirty="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dirty="0">
                <a:solidFill>
                  <a:schemeClr val="tx1"/>
                </a:solidFill>
                <a:latin typeface="Arial"/>
                <a:cs typeface="Arial"/>
              </a:rPr>
              <a:t>Syllabus focus area:</a:t>
            </a:r>
          </a:p>
          <a:p>
            <a:r>
              <a:rPr lang="en-AU" sz="1600" dirty="0">
                <a:latin typeface="Public Sans"/>
              </a:rPr>
              <a:t>Chance A</a:t>
            </a:r>
          </a:p>
          <a:p>
            <a:pPr marL="0" indent="0" algn="l">
              <a:buFont typeface="Wingdings" panose="05000000000000000000" pitchFamily="2" charset="2"/>
              <a:buNone/>
            </a:pPr>
            <a:endParaRPr lang="en-AU" sz="1600" b="0" i="0" dirty="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37C977BC-3AE4-8ABC-BA1C-6BCC2480FD2E}"/>
              </a:ext>
            </a:extLst>
          </p:cNvPr>
          <p:cNvSpPr>
            <a:spLocks noGrp="1"/>
          </p:cNvSpPr>
          <p:nvPr>
            <p:ph type="sldNum" sz="quarter" idx="5"/>
          </p:nvPr>
        </p:nvSpPr>
        <p:spPr/>
        <p:txBody>
          <a:bodyPr/>
          <a:lstStyle/>
          <a:p>
            <a:fld id="{B07158C4-A119-4B78-9DE8-A50001BC31DC}" type="slidenum">
              <a:rPr lang="en-AU" smtClean="0"/>
              <a:pPr/>
              <a:t>21</a:t>
            </a:fld>
            <a:endParaRPr lang="en-AU"/>
          </a:p>
        </p:txBody>
      </p:sp>
    </p:spTree>
    <p:extLst>
      <p:ext uri="{BB962C8B-B14F-4D97-AF65-F5344CB8AC3E}">
        <p14:creationId xmlns:p14="http://schemas.microsoft.com/office/powerpoint/2010/main" val="68616824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DDD892-37C1-7E8B-D57D-13BF6E21EC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6D4BA3-81C1-0652-24A7-E708D088E4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B77C95F-17AF-78D0-6712-4C5F6FD6B3DF}"/>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pPr marL="0" indent="0" algn="l">
              <a:buFont typeface="Wingdings" panose="05000000000000000000" pitchFamily="2" charset="2"/>
              <a:buNone/>
            </a:pPr>
            <a:r>
              <a:rPr lang="en-AU" sz="1600" b="0" i="0">
                <a:solidFill>
                  <a:schemeClr val="tx1"/>
                </a:solidFill>
                <a:latin typeface="Arial" panose="020B0604020202020204" pitchFamily="34" charset="0"/>
                <a:cs typeface="Arial" panose="020B0604020202020204" pitchFamily="34" charset="0"/>
              </a:rPr>
              <a:t>Two-dimensional spatial structure B: Area</a:t>
            </a: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E1D82EEE-5CCA-87F3-1525-8A772D6341B6}"/>
              </a:ext>
            </a:extLst>
          </p:cNvPr>
          <p:cNvSpPr>
            <a:spLocks noGrp="1"/>
          </p:cNvSpPr>
          <p:nvPr>
            <p:ph type="sldNum" sz="quarter" idx="5"/>
          </p:nvPr>
        </p:nvSpPr>
        <p:spPr/>
        <p:txBody>
          <a:bodyPr/>
          <a:lstStyle/>
          <a:p>
            <a:fld id="{B07158C4-A119-4B78-9DE8-A50001BC31DC}" type="slidenum">
              <a:rPr lang="en-AU" smtClean="0"/>
              <a:pPr/>
              <a:t>22</a:t>
            </a:fld>
            <a:endParaRPr lang="en-AU"/>
          </a:p>
        </p:txBody>
      </p:sp>
    </p:spTree>
    <p:extLst>
      <p:ext uri="{BB962C8B-B14F-4D97-AF65-F5344CB8AC3E}">
        <p14:creationId xmlns:p14="http://schemas.microsoft.com/office/powerpoint/2010/main" val="250484345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FAD204-A227-B30B-2145-47BFD44D56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8488E1-2F7F-3385-11D4-705B70E6F8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A4E577-C09A-2075-3C63-4918A4E25CB8}"/>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Chance A</a:t>
            </a:r>
            <a:endParaRPr lang="en-AU" sz="1600">
              <a:latin typeface="Public Sans"/>
            </a:endParaRP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0B924AD-6469-BDE4-0792-EA5A41E39712}"/>
              </a:ext>
            </a:extLst>
          </p:cNvPr>
          <p:cNvSpPr>
            <a:spLocks noGrp="1"/>
          </p:cNvSpPr>
          <p:nvPr>
            <p:ph type="sldNum" sz="quarter" idx="5"/>
          </p:nvPr>
        </p:nvSpPr>
        <p:spPr/>
        <p:txBody>
          <a:bodyPr/>
          <a:lstStyle/>
          <a:p>
            <a:fld id="{B07158C4-A119-4B78-9DE8-A50001BC31DC}" type="slidenum">
              <a:rPr lang="en-AU" smtClean="0"/>
              <a:pPr/>
              <a:t>23</a:t>
            </a:fld>
            <a:endParaRPr lang="en-AU"/>
          </a:p>
        </p:txBody>
      </p:sp>
    </p:spTree>
    <p:extLst>
      <p:ext uri="{BB962C8B-B14F-4D97-AF65-F5344CB8AC3E}">
        <p14:creationId xmlns:p14="http://schemas.microsoft.com/office/powerpoint/2010/main" val="35322136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12B6F4-C8A2-D10B-77C8-0E3028189E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61D575-DC62-AC80-CDFA-0B8C78C4DC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13416E-E5E3-710A-03B9-837823BDB8F3}"/>
              </a:ext>
            </a:extLst>
          </p:cNvPr>
          <p:cNvSpPr>
            <a:spLocks noGrp="1"/>
          </p:cNvSpPr>
          <p:nvPr>
            <p:ph type="body" idx="1"/>
          </p:nvPr>
        </p:nvSpPr>
        <p:spPr/>
        <p:txBody>
          <a:bodyPr/>
          <a:lstStyle/>
          <a:p>
            <a:pPr>
              <a:lnSpc>
                <a:spcPct val="150000"/>
              </a:lnSpc>
              <a:spcBef>
                <a:spcPts val="1200"/>
              </a:spcBef>
              <a:spcAft>
                <a:spcPts val="600"/>
              </a:spcAft>
              <a:defRPr/>
            </a:pPr>
            <a:r>
              <a:rPr lang="en-AU" dirty="0">
                <a:latin typeface="Arial"/>
                <a:cs typeface="Arial"/>
              </a:rPr>
              <a:t>This is a developing number sense activity. </a:t>
            </a:r>
            <a:endParaRPr lang="en-US" dirty="0">
              <a:solidFill>
                <a:srgbClr val="444444"/>
              </a:solidFill>
              <a:latin typeface="Arial"/>
              <a:cs typeface="Arial"/>
            </a:endParaRPr>
          </a:p>
          <a:p>
            <a:pPr>
              <a:lnSpc>
                <a:spcPct val="150000"/>
              </a:lnSpc>
              <a:spcBef>
                <a:spcPts val="1200"/>
              </a:spcBef>
              <a:spcAft>
                <a:spcPts val="600"/>
              </a:spcAft>
              <a:defRPr/>
            </a:pPr>
            <a:endParaRPr lang="en-AU" dirty="0">
              <a:solidFill>
                <a:srgbClr val="444444"/>
              </a:solidFill>
            </a:endParaRPr>
          </a:p>
          <a:p>
            <a:pPr>
              <a:lnSpc>
                <a:spcPct val="150000"/>
              </a:lnSpc>
              <a:spcBef>
                <a:spcPts val="1200"/>
              </a:spcBef>
              <a:spcAft>
                <a:spcPts val="600"/>
              </a:spcAft>
              <a:defRPr/>
            </a:pPr>
            <a:r>
              <a:rPr lang="en-AU" dirty="0">
                <a:latin typeface="Arial"/>
                <a:cs typeface="Aria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endParaRPr lang="en-US" dirty="0">
              <a:solidFill>
                <a:srgbClr val="444444"/>
              </a:solidFill>
              <a:latin typeface="Arial"/>
              <a:cs typeface="Arial"/>
            </a:endParaRPr>
          </a:p>
          <a:p>
            <a:pPr>
              <a:lnSpc>
                <a:spcPts val="1913"/>
              </a:lnSpc>
              <a:defRPr/>
            </a:pPr>
            <a:endParaRPr lang="en-AU" dirty="0">
              <a:solidFill>
                <a:srgbClr val="444444"/>
              </a:solidFill>
            </a:endParaRPr>
          </a:p>
          <a:p>
            <a:pPr>
              <a:defRPr/>
            </a:pPr>
            <a:r>
              <a:rPr lang="en-AU" b="1" dirty="0">
                <a:latin typeface="Arial"/>
                <a:cs typeface="Arial"/>
              </a:rPr>
              <a:t>Syllabus focus area:</a:t>
            </a:r>
            <a:endParaRPr lang="en-US" dirty="0">
              <a:solidFill>
                <a:srgbClr val="444444"/>
              </a:solidFill>
              <a:latin typeface="Arial"/>
              <a:cs typeface="Arial"/>
            </a:endParaRPr>
          </a:p>
          <a:p>
            <a:r>
              <a:rPr lang="en-AU" b="0" dirty="0">
                <a:solidFill>
                  <a:srgbClr val="444444"/>
                </a:solidFill>
                <a:latin typeface="Arial"/>
                <a:cs typeface="Arial"/>
              </a:rPr>
              <a:t>Represents numbers A</a:t>
            </a:r>
            <a:endParaRPr lang="en-US" b="0" dirty="0">
              <a:solidFill>
                <a:srgbClr val="444444"/>
              </a:solidFill>
              <a:latin typeface="Arial"/>
              <a:cs typeface="Arial"/>
            </a:endParaRPr>
          </a:p>
          <a:p>
            <a:pPr>
              <a:defRPr/>
            </a:pPr>
            <a:endParaRPr lang="en-AU" sz="1800" dirty="0">
              <a:latin typeface="Arial"/>
              <a:ea typeface="Calibri"/>
              <a:cs typeface="Arial"/>
            </a:endParaRPr>
          </a:p>
          <a:p>
            <a:pPr marL="0" marR="0" lvl="0" indent="0" algn="l" defTabSz="1219170" rtl="0" eaLnBrk="1" fontAlgn="auto" latinLnBrk="0" hangingPunct="1">
              <a:lnSpc>
                <a:spcPct val="100000"/>
              </a:lnSpc>
              <a:spcBef>
                <a:spcPts val="0"/>
              </a:spcBef>
              <a:spcAft>
                <a:spcPts val="0"/>
              </a:spcAft>
              <a:buClrTx/>
              <a:buSzTx/>
              <a:buFontTx/>
              <a:buNone/>
              <a:tabLst/>
              <a:defRPr/>
            </a:pPr>
            <a:r>
              <a:rPr lang="en-AU" sz="1800" b="1" dirty="0">
                <a:latin typeface="Arial"/>
                <a:ea typeface="Calibri"/>
                <a:cs typeface="Arial"/>
              </a:rPr>
              <a:t>Mastermind 2</a:t>
            </a:r>
            <a:br>
              <a:rPr lang="en-AU" sz="1800" dirty="0">
                <a:latin typeface="Arial"/>
                <a:ea typeface="Calibri"/>
                <a:cs typeface="Arial"/>
              </a:rPr>
            </a:br>
            <a:br>
              <a:rPr lang="en-AU" sz="1800" dirty="0">
                <a:latin typeface="Arial"/>
                <a:ea typeface="Calibri"/>
                <a:cs typeface="Arial"/>
              </a:rPr>
            </a:br>
            <a:r>
              <a:rPr lang="en-AU" sz="1800" dirty="0">
                <a:solidFill>
                  <a:srgbClr val="000000"/>
                </a:solidFill>
                <a:effectLst/>
                <a:latin typeface="Arial"/>
                <a:ea typeface="Arial" panose="020B0604020202020204" pitchFamily="34" charset="0"/>
                <a:cs typeface="Arial"/>
              </a:rPr>
              <a:t>This activity is an adaptation </a:t>
            </a:r>
            <a:r>
              <a:rPr lang="en-AU" sz="1800" kern="1200" dirty="0">
                <a:solidFill>
                  <a:srgbClr val="000000"/>
                </a:solidFill>
                <a:effectLst/>
                <a:latin typeface="Arial"/>
                <a:ea typeface="Arial" panose="020B0604020202020204" pitchFamily="34" charset="0"/>
                <a:cs typeface="Arial"/>
              </a:rPr>
              <a:t>of Mastermind from Mathematics K-6 resources by </a:t>
            </a:r>
            <a:r>
              <a:rPr lang="en-AU" sz="1800" dirty="0">
                <a:solidFill>
                  <a:srgbClr val="000000"/>
                </a:solidFill>
                <a:effectLst/>
                <a:latin typeface="Arial"/>
                <a:ea typeface="Arial" panose="020B0604020202020204" pitchFamily="34" charset="0"/>
                <a:cs typeface="Arial"/>
              </a:rPr>
              <a:t>State of New South Wales (Department of Education).</a:t>
            </a:r>
            <a:endParaRPr lang="en-AU" sz="1800" dirty="0">
              <a:effectLst/>
              <a:latin typeface="Arial"/>
              <a:ea typeface="Calibri" panose="020F0502020204030204" pitchFamily="34" charset="0"/>
              <a:cs typeface="Arial"/>
            </a:endParaRPr>
          </a:p>
          <a:p>
            <a:pPr marL="0" lvl="0" indent="0">
              <a:lnSpc>
                <a:spcPct val="150000"/>
              </a:lnSpc>
              <a:spcBef>
                <a:spcPts val="1200"/>
              </a:spcBef>
              <a:spcAft>
                <a:spcPts val="600"/>
              </a:spcAft>
              <a:buFont typeface="+mj-lt"/>
              <a:buNone/>
            </a:pPr>
            <a:endParaRPr lang="en-AU" sz="1800" dirty="0">
              <a:effectLst/>
              <a:latin typeface="Arial" panose="020B0604020202020204" pitchFamily="34" charset="0"/>
              <a:ea typeface="Calibri" panose="020F0502020204030204" pitchFamily="34" charset="0"/>
            </a:endParaRPr>
          </a:p>
          <a:p>
            <a:pPr marL="0" lvl="0" indent="0">
              <a:lnSpc>
                <a:spcPct val="150000"/>
              </a:lnSpc>
              <a:spcBef>
                <a:spcPts val="1200"/>
              </a:spcBef>
              <a:spcAft>
                <a:spcPts val="600"/>
              </a:spcAft>
              <a:buFont typeface="+mj-lt"/>
              <a:buNone/>
            </a:pPr>
            <a:r>
              <a:rPr lang="en-AU" sz="1800" dirty="0">
                <a:effectLst/>
                <a:latin typeface="Arial"/>
                <a:ea typeface="Calibri"/>
                <a:cs typeface="Arial"/>
              </a:rPr>
              <a:t>Explain the game instructions for ‘Mastermind’:</a:t>
            </a:r>
          </a:p>
          <a:p>
            <a:pPr marL="342900" lvl="0" indent="-342900">
              <a:lnSpc>
                <a:spcPct val="150000"/>
              </a:lnSpc>
              <a:spcBef>
                <a:spcPts val="1200"/>
              </a:spcBef>
              <a:spcAft>
                <a:spcPts val="600"/>
              </a:spcAft>
              <a:buFont typeface="Arial" panose="020B0604020202020204" pitchFamily="34" charset="0"/>
              <a:buChar char="•"/>
            </a:pPr>
            <a:r>
              <a:rPr lang="en-AU" sz="1800" dirty="0">
                <a:effectLst/>
                <a:latin typeface="Arial"/>
                <a:ea typeface="Calibri"/>
                <a:cs typeface="Arial"/>
              </a:rPr>
              <a:t>In pairs, students write down a 7-digit number without showing the other player.</a:t>
            </a:r>
          </a:p>
          <a:p>
            <a:pPr marL="342900" lvl="0" indent="-342900">
              <a:lnSpc>
                <a:spcPct val="150000"/>
              </a:lnSpc>
              <a:spcBef>
                <a:spcPts val="1200"/>
              </a:spcBef>
              <a:spcAft>
                <a:spcPts val="600"/>
              </a:spcAft>
              <a:buFont typeface="Arial" panose="020B0604020202020204" pitchFamily="34" charset="0"/>
              <a:buChar char="•"/>
            </a:pPr>
            <a:r>
              <a:rPr lang="en-AU" sz="1800" dirty="0">
                <a:effectLst/>
                <a:latin typeface="Arial"/>
                <a:ea typeface="Calibri"/>
                <a:cs typeface="Arial"/>
              </a:rPr>
              <a:t>Players take turns to guess their opponent’s 7-digit number. Guessed numbers should be written down and read aloud using correct place value language. For example, 6 719 243 would be read ‘six million, seven hundred and nineteen thousand, two hundred and forty-three'.</a:t>
            </a:r>
          </a:p>
          <a:p>
            <a:pPr marL="342900" lvl="0" indent="-342900">
              <a:lnSpc>
                <a:spcPct val="150000"/>
              </a:lnSpc>
              <a:spcBef>
                <a:spcPts val="1200"/>
              </a:spcBef>
              <a:spcAft>
                <a:spcPts val="600"/>
              </a:spcAft>
              <a:buFont typeface="Arial" panose="020B0604020202020204" pitchFamily="34" charset="0"/>
              <a:buChar char="•"/>
            </a:pPr>
            <a:r>
              <a:rPr lang="en-AU" sz="1800" dirty="0">
                <a:effectLst/>
                <a:latin typeface="Arial"/>
                <a:ea typeface="Calibri"/>
                <a:cs typeface="Arial"/>
              </a:rPr>
              <a:t>After each guess, the player’s opponent identifies which digits are correct, which digits are correct but in the wrong place, and which digits are incorrect, by using symbols underneath the number. Players use a tick for the correct digit, place a circle for the correct digit but incorrect place, and a cross for the incorrect digit. For example, for the number 6 719 243, if the guess was 6 895 237, there are 2 correct digits in the correct place, 3 correct digits but in the incorrect place and 2 incorrect digits.</a:t>
            </a:r>
          </a:p>
          <a:p>
            <a:pPr marL="342900" lvl="0" indent="-342900">
              <a:lnSpc>
                <a:spcPct val="150000"/>
              </a:lnSpc>
              <a:spcBef>
                <a:spcPts val="1200"/>
              </a:spcBef>
              <a:spcAft>
                <a:spcPts val="600"/>
              </a:spcAft>
              <a:buFont typeface="Arial" panose="020B0604020202020204" pitchFamily="34" charset="0"/>
              <a:buChar char="•"/>
            </a:pPr>
            <a:r>
              <a:rPr lang="en-AU" sz="1800" dirty="0">
                <a:effectLst/>
                <a:latin typeface="Arial"/>
                <a:ea typeface="Calibri"/>
                <a:cs typeface="Arial"/>
              </a:rPr>
              <a:t>Players use this information to refine their guesses.</a:t>
            </a:r>
          </a:p>
          <a:p>
            <a:pPr marL="342900" lvl="0" indent="-342900">
              <a:lnSpc>
                <a:spcPct val="150000"/>
              </a:lnSpc>
              <a:spcBef>
                <a:spcPts val="1200"/>
              </a:spcBef>
              <a:spcAft>
                <a:spcPts val="600"/>
              </a:spcAft>
              <a:buFont typeface="Arial" panose="020B0604020202020204" pitchFamily="34" charset="0"/>
              <a:buChar char="•"/>
            </a:pPr>
            <a:r>
              <a:rPr lang="en-AU" sz="1800" dirty="0">
                <a:effectLst/>
                <a:latin typeface="Arial"/>
                <a:ea typeface="Calibri"/>
                <a:cs typeface="Arial"/>
              </a:rPr>
              <a:t>The player to correctly guess their opponent’s number using the fewest guesses is the winner.</a:t>
            </a:r>
          </a:p>
          <a:p>
            <a:pPr marL="0" lvl="0" indent="0">
              <a:lnSpc>
                <a:spcPct val="150000"/>
              </a:lnSpc>
              <a:spcBef>
                <a:spcPts val="1200"/>
              </a:spcBef>
              <a:spcAft>
                <a:spcPts val="600"/>
              </a:spcAft>
              <a:buFont typeface="+mj-lt"/>
              <a:buNone/>
            </a:pPr>
            <a:endParaRPr lang="en-AU" sz="1800" dirty="0">
              <a:effectLst/>
              <a:latin typeface="Arial"/>
              <a:ea typeface="Calibri"/>
              <a:cs typeface="Arial"/>
            </a:endParaRPr>
          </a:p>
          <a:p>
            <a:pPr>
              <a:lnSpc>
                <a:spcPct val="150000"/>
              </a:lnSpc>
              <a:spcBef>
                <a:spcPts val="1200"/>
              </a:spcBef>
              <a:spcAft>
                <a:spcPts val="600"/>
              </a:spcAft>
              <a:buNone/>
            </a:pPr>
            <a:r>
              <a:rPr lang="en-AU" sz="1800" b="1" dirty="0">
                <a:effectLst/>
                <a:latin typeface="Arial"/>
                <a:ea typeface="Calibri"/>
                <a:cs typeface="Arial"/>
              </a:rPr>
              <a:t>Note</a:t>
            </a:r>
            <a:r>
              <a:rPr lang="en-AU" sz="1800" dirty="0">
                <a:effectLst/>
                <a:latin typeface="Arial"/>
                <a:ea typeface="Calibri"/>
                <a:cs typeface="Arial"/>
              </a:rPr>
              <a:t>: the level of difficulty can be changed by using numbers with fewer or more digits and by using numbers with internal zeros.</a:t>
            </a:r>
          </a:p>
          <a:p>
            <a:pPr lvl="0">
              <a:lnSpc>
                <a:spcPct val="150000"/>
              </a:lnSpc>
              <a:spcBef>
                <a:spcPts val="1200"/>
              </a:spcBef>
              <a:spcAft>
                <a:spcPts val="600"/>
              </a:spcAft>
            </a:pPr>
            <a:endParaRPr lang="en-AU" sz="1800" dirty="0">
              <a:effectLst/>
              <a:latin typeface="Arial" panose="020B0604020202020204" pitchFamily="34" charset="0"/>
              <a:ea typeface="Calibri" panose="020F0502020204030204" pitchFamily="34" charset="0"/>
              <a:cs typeface="Arial"/>
            </a:endParaRPr>
          </a:p>
          <a:p>
            <a:pPr marL="0" indent="0">
              <a:buFont typeface="+mj-lt"/>
              <a:buNone/>
            </a:pPr>
            <a:r>
              <a:rPr lang="en-AU" sz="1800" dirty="0"/>
              <a:t>After the winner is determined, students writing the number in expanded notation. Number expanders or place values houses can be used to assist students.</a:t>
            </a:r>
          </a:p>
          <a:p>
            <a:pPr lvl="0">
              <a:lnSpc>
                <a:spcPct val="150000"/>
              </a:lnSpc>
              <a:spcBef>
                <a:spcPts val="1200"/>
              </a:spcBef>
              <a:spcAft>
                <a:spcPts val="600"/>
              </a:spcAft>
            </a:pPr>
            <a:endParaRPr lang="en-AU" sz="1800" dirty="0">
              <a:effectLst/>
              <a:latin typeface="Arial" panose="020B0604020202020204" pitchFamily="34" charset="0"/>
              <a:ea typeface="Calibri" panose="020F0502020204030204" pitchFamily="34" charset="0"/>
              <a:cs typeface="Arial"/>
            </a:endParaRPr>
          </a:p>
          <a:p>
            <a:pPr>
              <a:defRPr/>
            </a:pPr>
            <a:endParaRPr lang="en-AU" sz="1800" dirty="0">
              <a:effectLst/>
              <a:latin typeface="Arial" panose="020B0604020202020204" pitchFamily="34" charset="0"/>
              <a:ea typeface="Calibri" panose="020F0502020204030204" pitchFamily="34" charset="0"/>
            </a:endParaRPr>
          </a:p>
        </p:txBody>
      </p:sp>
      <p:sp>
        <p:nvSpPr>
          <p:cNvPr id="4" name="Slide Number Placeholder 3">
            <a:extLst>
              <a:ext uri="{FF2B5EF4-FFF2-40B4-BE49-F238E27FC236}">
                <a16:creationId xmlns:a16="http://schemas.microsoft.com/office/drawing/2014/main" id="{F2490F0C-1FA5-7C7B-427A-F51824E46F86}"/>
              </a:ext>
            </a:extLst>
          </p:cNvPr>
          <p:cNvSpPr>
            <a:spLocks noGrp="1"/>
          </p:cNvSpPr>
          <p:nvPr>
            <p:ph type="sldNum" sz="quarter" idx="5"/>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B07158C4-A119-4B78-9DE8-A50001BC31DC}" type="slidenum">
              <a:rPr kumimoji="0" lang="en-AU" sz="1200" b="0" i="0" u="none" strike="noStrike" kern="1200" cap="none" spc="0" normalizeH="0" baseline="0" noProof="0" smtClean="0">
                <a:ln>
                  <a:noFill/>
                </a:ln>
                <a:solidFill>
                  <a:prstClr val="black"/>
                </a:solidFill>
                <a:effectLst/>
                <a:uLnTx/>
                <a:uFillTx/>
                <a:latin typeface="Public Sans" pitchFamily="2" charset="0"/>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24</a:t>
            </a:fld>
            <a:endParaRPr kumimoji="0" lang="en-AU" sz="1200" b="0" i="0" u="none" strike="noStrike" kern="1200" cap="none" spc="0" normalizeH="0" baseline="0" noProof="0">
              <a:ln>
                <a:noFill/>
              </a:ln>
              <a:solidFill>
                <a:prstClr val="black"/>
              </a:solidFill>
              <a:effectLst/>
              <a:uLnTx/>
              <a:uFillTx/>
              <a:latin typeface="Public Sans" pitchFamily="2" charset="0"/>
              <a:ea typeface="+mn-ea"/>
              <a:cs typeface="+mn-cs"/>
            </a:endParaRPr>
          </a:p>
        </p:txBody>
      </p:sp>
    </p:spTree>
    <p:extLst>
      <p:ext uri="{BB962C8B-B14F-4D97-AF65-F5344CB8AC3E}">
        <p14:creationId xmlns:p14="http://schemas.microsoft.com/office/powerpoint/2010/main" val="221090493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CC35B2-3BE5-0C7B-8CC0-327C56CC35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4427FE-E01D-4F4A-5A28-F8619B48DA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E2085B-B28F-BC38-03CF-B43254C77996}"/>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18ED36F5-A8A9-0858-1AFE-47876950D19A}"/>
              </a:ext>
            </a:extLst>
          </p:cNvPr>
          <p:cNvSpPr>
            <a:spLocks noGrp="1"/>
          </p:cNvSpPr>
          <p:nvPr>
            <p:ph type="sldNum" sz="quarter" idx="5"/>
          </p:nvPr>
        </p:nvSpPr>
        <p:spPr/>
        <p:txBody>
          <a:bodyPr/>
          <a:lstStyle/>
          <a:p>
            <a:fld id="{B07158C4-A119-4B78-9DE8-A50001BC31DC}" type="slidenum">
              <a:rPr lang="en-AU" smtClean="0"/>
              <a:pPr/>
              <a:t>25</a:t>
            </a:fld>
            <a:endParaRPr lang="en-AU"/>
          </a:p>
        </p:txBody>
      </p:sp>
    </p:spTree>
    <p:extLst>
      <p:ext uri="{BB962C8B-B14F-4D97-AF65-F5344CB8AC3E}">
        <p14:creationId xmlns:p14="http://schemas.microsoft.com/office/powerpoint/2010/main" val="356533839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FF732A-3965-A9F8-148C-46F030796B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8E9F88-151B-E2AD-A9CB-95AB922312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FB8B86-2CA6-9346-88FD-0B5094FCDE83}"/>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a:t>
            </a:r>
            <a:r>
              <a:rPr lang="en-AU">
                <a:latin typeface="Arial"/>
                <a:cs typeface="Arial"/>
              </a:rPr>
              <a:t>4</a:t>
            </a:r>
            <a:r>
              <a:rPr lang="en-AU" sz="1600" b="0" i="0">
                <a:solidFill>
                  <a:schemeClr val="tx1"/>
                </a:solidFill>
                <a:latin typeface="Arial"/>
                <a:cs typeface="Arial"/>
              </a:rPr>
              <a:t>)</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b="0">
                <a:solidFill>
                  <a:srgbClr val="444444"/>
                </a:solidFill>
                <a:latin typeface="Arial"/>
                <a:cs typeface="Arial"/>
              </a:rPr>
              <a:t>Represent numbers A</a:t>
            </a:r>
            <a:endParaRPr lang="en-US" b="0">
              <a:solidFill>
                <a:srgbClr val="444444"/>
              </a:solidFill>
              <a:latin typeface="Arial"/>
              <a:cs typeface="Arial"/>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br>
              <a:rPr lang="en-AU" sz="1600" b="0" i="0">
                <a:latin typeface="Arial" panose="020B0604020202020204" pitchFamily="34" charset="0"/>
                <a:cs typeface="Arial" panose="020B0604020202020204" pitchFamily="34" charset="0"/>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96CD2AA-96FE-F80B-6423-9E54C403B441}"/>
              </a:ext>
            </a:extLst>
          </p:cNvPr>
          <p:cNvSpPr>
            <a:spLocks noGrp="1"/>
          </p:cNvSpPr>
          <p:nvPr>
            <p:ph type="sldNum" sz="quarter" idx="5"/>
          </p:nvPr>
        </p:nvSpPr>
        <p:spPr/>
        <p:txBody>
          <a:bodyPr/>
          <a:lstStyle/>
          <a:p>
            <a:fld id="{B07158C4-A119-4B78-9DE8-A50001BC31DC}" type="slidenum">
              <a:rPr lang="en-AU" smtClean="0"/>
              <a:pPr/>
              <a:t>26</a:t>
            </a:fld>
            <a:endParaRPr lang="en-AU"/>
          </a:p>
        </p:txBody>
      </p:sp>
    </p:spTree>
    <p:extLst>
      <p:ext uri="{BB962C8B-B14F-4D97-AF65-F5344CB8AC3E}">
        <p14:creationId xmlns:p14="http://schemas.microsoft.com/office/powerpoint/2010/main" val="299759993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E3E98E-F9BD-094D-36B6-346FB86F82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1CF70E-AC3D-3983-E3D2-B4F6B2BD88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37000CE-87E6-8E5B-E0F9-C44142D8027E}"/>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pPr marL="0" marR="0" lvl="0" indent="0" algn="l" defTabSz="1219170" rtl="0" eaLnBrk="1" fontAlgn="auto" latinLnBrk="0" hangingPunct="1">
              <a:lnSpc>
                <a:spcPct val="100000"/>
              </a:lnSpc>
              <a:spcBef>
                <a:spcPts val="0"/>
              </a:spcBef>
              <a:spcAft>
                <a:spcPts val="0"/>
              </a:spcAft>
              <a:buClrTx/>
              <a:buSzTx/>
              <a:buFontTx/>
              <a:buNone/>
              <a:tabLst/>
              <a:defRPr/>
            </a:pPr>
            <a:r>
              <a:rPr lang="en-AU" sz="1600" b="0" i="0">
                <a:solidFill>
                  <a:schemeClr val="tx1"/>
                </a:solidFill>
                <a:latin typeface="Arial" panose="020B0604020202020204" pitchFamily="34" charset="0"/>
                <a:cs typeface="Arial" panose="020B0604020202020204" pitchFamily="34" charset="0"/>
              </a:rPr>
              <a:t>Geometric measure A: Angles</a:t>
            </a:r>
          </a:p>
          <a:p>
            <a:br>
              <a:rPr lang="en-AU">
                <a:latin typeface="Public Sans"/>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47B5108-52A8-910A-7BC8-3D9C6897DF60}"/>
              </a:ext>
            </a:extLst>
          </p:cNvPr>
          <p:cNvSpPr>
            <a:spLocks noGrp="1"/>
          </p:cNvSpPr>
          <p:nvPr>
            <p:ph type="sldNum" sz="quarter" idx="5"/>
          </p:nvPr>
        </p:nvSpPr>
        <p:spPr/>
        <p:txBody>
          <a:bodyPr/>
          <a:lstStyle/>
          <a:p>
            <a:fld id="{B07158C4-A119-4B78-9DE8-A50001BC31DC}" type="slidenum">
              <a:rPr lang="en-AU" smtClean="0"/>
              <a:pPr/>
              <a:t>27</a:t>
            </a:fld>
            <a:endParaRPr lang="en-AU"/>
          </a:p>
        </p:txBody>
      </p:sp>
    </p:spTree>
    <p:extLst>
      <p:ext uri="{BB962C8B-B14F-4D97-AF65-F5344CB8AC3E}">
        <p14:creationId xmlns:p14="http://schemas.microsoft.com/office/powerpoint/2010/main" val="134411484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EF1B36-47E4-7D54-B38D-6E3A12D5FA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67441C-B175-9310-62E4-2BDB843439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A007E7-BCD7-BF66-1FD5-F66F83E9A55D}"/>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Chance A</a:t>
            </a:r>
            <a:endParaRPr lang="en-AU" sz="1600">
              <a:latin typeface="Public Sans"/>
            </a:endParaRP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B3B727C7-CC8D-698F-7170-D71A46934120}"/>
              </a:ext>
            </a:extLst>
          </p:cNvPr>
          <p:cNvSpPr>
            <a:spLocks noGrp="1"/>
          </p:cNvSpPr>
          <p:nvPr>
            <p:ph type="sldNum" sz="quarter" idx="5"/>
          </p:nvPr>
        </p:nvSpPr>
        <p:spPr/>
        <p:txBody>
          <a:bodyPr/>
          <a:lstStyle/>
          <a:p>
            <a:fld id="{B07158C4-A119-4B78-9DE8-A50001BC31DC}" type="slidenum">
              <a:rPr lang="en-AU" smtClean="0"/>
              <a:pPr/>
              <a:t>28</a:t>
            </a:fld>
            <a:endParaRPr lang="en-AU"/>
          </a:p>
        </p:txBody>
      </p:sp>
    </p:spTree>
    <p:extLst>
      <p:ext uri="{BB962C8B-B14F-4D97-AF65-F5344CB8AC3E}">
        <p14:creationId xmlns:p14="http://schemas.microsoft.com/office/powerpoint/2010/main" val="264453745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F7A0BB-AA34-0B65-41E4-EF814B84E4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1BEDCB-C7EC-29FC-CD6C-FBF8F9D517F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BD923A-BE46-08B3-A42D-B88657583BAA}"/>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pPr marL="0" indent="0" algn="l">
              <a:buFont typeface="Wingdings" panose="05000000000000000000" pitchFamily="2" charset="2"/>
              <a:buNone/>
            </a:pPr>
            <a:r>
              <a:rPr lang="en-AU" sz="1600" b="0" i="0">
                <a:solidFill>
                  <a:schemeClr val="tx1"/>
                </a:solidFill>
                <a:latin typeface="Arial" panose="020B0604020202020204" pitchFamily="34" charset="0"/>
                <a:cs typeface="Arial" panose="020B0604020202020204" pitchFamily="34" charset="0"/>
              </a:rPr>
              <a:t>Two-dimensional spatial structure A: Area </a:t>
            </a: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691AD530-CC72-1CD3-DC22-84CCE8934B30}"/>
              </a:ext>
            </a:extLst>
          </p:cNvPr>
          <p:cNvSpPr>
            <a:spLocks noGrp="1"/>
          </p:cNvSpPr>
          <p:nvPr>
            <p:ph type="sldNum" sz="quarter" idx="5"/>
          </p:nvPr>
        </p:nvSpPr>
        <p:spPr/>
        <p:txBody>
          <a:bodyPr/>
          <a:lstStyle/>
          <a:p>
            <a:fld id="{B07158C4-A119-4B78-9DE8-A50001BC31DC}" type="slidenum">
              <a:rPr lang="en-AU" smtClean="0"/>
              <a:pPr/>
              <a:t>29</a:t>
            </a:fld>
            <a:endParaRPr lang="en-AU"/>
          </a:p>
        </p:txBody>
      </p:sp>
    </p:spTree>
    <p:extLst>
      <p:ext uri="{BB962C8B-B14F-4D97-AF65-F5344CB8AC3E}">
        <p14:creationId xmlns:p14="http://schemas.microsoft.com/office/powerpoint/2010/main" val="119656459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B1A993-7F4F-C93E-0AD2-A9CFA55E89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AD4581-477B-5E09-01F6-928C1DFA69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0ADE64-75C4-CB72-FCCF-8818C0A60230}"/>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dirty="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dirty="0">
                <a:solidFill>
                  <a:schemeClr val="tx1"/>
                </a:solidFill>
                <a:latin typeface="Arial"/>
                <a:cs typeface="Arial"/>
              </a:rPr>
              <a:t>Syllabus focus area:</a:t>
            </a:r>
          </a:p>
          <a:p>
            <a:r>
              <a:rPr lang="en-AU" dirty="0">
                <a:latin typeface="Public Sans"/>
              </a:rPr>
              <a:t>Non-spatial measure A: Mass</a:t>
            </a:r>
            <a:endParaRPr lang="en-AU" sz="1600" dirty="0">
              <a:latin typeface="Public Sans"/>
            </a:endParaRPr>
          </a:p>
          <a:p>
            <a:pPr marL="0" indent="0" algn="l">
              <a:buFont typeface="Wingdings" panose="05000000000000000000" pitchFamily="2" charset="2"/>
              <a:buNone/>
            </a:pPr>
            <a:endParaRPr lang="en-AU" sz="1600" b="0" i="0" dirty="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8488F882-215A-11D1-B667-F9E4F3218AA0}"/>
              </a:ext>
            </a:extLst>
          </p:cNvPr>
          <p:cNvSpPr>
            <a:spLocks noGrp="1"/>
          </p:cNvSpPr>
          <p:nvPr>
            <p:ph type="sldNum" sz="quarter" idx="5"/>
          </p:nvPr>
        </p:nvSpPr>
        <p:spPr/>
        <p:txBody>
          <a:bodyPr/>
          <a:lstStyle/>
          <a:p>
            <a:fld id="{B07158C4-A119-4B78-9DE8-A50001BC31DC}" type="slidenum">
              <a:rPr lang="en-AU" smtClean="0"/>
              <a:pPr/>
              <a:t>30</a:t>
            </a:fld>
            <a:endParaRPr lang="en-AU"/>
          </a:p>
        </p:txBody>
      </p:sp>
    </p:spTree>
    <p:extLst>
      <p:ext uri="{BB962C8B-B14F-4D97-AF65-F5344CB8AC3E}">
        <p14:creationId xmlns:p14="http://schemas.microsoft.com/office/powerpoint/2010/main" val="298476015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50000"/>
              </a:lnSpc>
              <a:spcBef>
                <a:spcPts val="1200"/>
              </a:spcBef>
              <a:spcAft>
                <a:spcPts val="600"/>
              </a:spcAft>
              <a:defRPr/>
            </a:pPr>
            <a:r>
              <a:rPr lang="en-AU" sz="1800" dirty="0">
                <a:solidFill>
                  <a:srgbClr val="000000"/>
                </a:solidFill>
              </a:rPr>
              <a:t>This is a developing number sense activity. </a:t>
            </a:r>
            <a:endParaRPr lang="en-US" sz="1800" dirty="0">
              <a:solidFill>
                <a:srgbClr val="444444"/>
              </a:solidFill>
            </a:endParaRPr>
          </a:p>
          <a:p>
            <a:pPr>
              <a:lnSpc>
                <a:spcPct val="150000"/>
              </a:lnSpc>
              <a:spcBef>
                <a:spcPts val="1200"/>
              </a:spcBef>
              <a:spcAft>
                <a:spcPts val="600"/>
              </a:spcAft>
              <a:defRPr/>
            </a:pPr>
            <a:endParaRPr lang="en-AU" sz="1800" dirty="0">
              <a:solidFill>
                <a:srgbClr val="444444"/>
              </a:solidFill>
            </a:endParaRPr>
          </a:p>
          <a:p>
            <a:pPr>
              <a:lnSpc>
                <a:spcPct val="150000"/>
              </a:lnSpc>
              <a:spcBef>
                <a:spcPts val="1200"/>
              </a:spcBef>
              <a:spcAft>
                <a:spcPts val="600"/>
              </a:spcAft>
              <a:defRPr/>
            </a:pPr>
            <a:r>
              <a:rPr lang="en-AU" sz="1800" dirty="0">
                <a:solidFill>
                  <a:srgbClr val="000000"/>
                </a:solidFil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endParaRPr lang="en-US" sz="1800" dirty="0">
              <a:solidFill>
                <a:srgbClr val="444444"/>
              </a:solidFill>
            </a:endParaRPr>
          </a:p>
          <a:p>
            <a:pPr>
              <a:lnSpc>
                <a:spcPts val="1913"/>
              </a:lnSpc>
              <a:defRPr/>
            </a:pPr>
            <a:endParaRPr lang="en-AU" sz="1800" dirty="0">
              <a:solidFill>
                <a:srgbClr val="444444"/>
              </a:solidFill>
            </a:endParaRPr>
          </a:p>
          <a:p>
            <a:pPr>
              <a:defRPr/>
            </a:pPr>
            <a:r>
              <a:rPr lang="en-AU" sz="1800" b="1" dirty="0">
                <a:solidFill>
                  <a:srgbClr val="000000"/>
                </a:solidFill>
              </a:rPr>
              <a:t>Syllabus focus area:</a:t>
            </a:r>
          </a:p>
          <a:p>
            <a:pPr>
              <a:defRPr/>
            </a:pPr>
            <a:r>
              <a:rPr lang="en-AU" sz="1800" b="0" dirty="0">
                <a:solidFill>
                  <a:srgbClr val="000000"/>
                </a:solidFill>
              </a:rPr>
              <a:t>Represents numbers A</a:t>
            </a:r>
            <a:endParaRPr lang="en-US" sz="1800" b="0" dirty="0">
              <a:solidFill>
                <a:srgbClr val="444444"/>
              </a:solidFill>
            </a:endParaRPr>
          </a:p>
          <a:p>
            <a:pPr>
              <a:tabLst>
                <a:tab pos="228600" algn="l"/>
                <a:tab pos="859155" algn="l"/>
                <a:tab pos="859155" algn="l"/>
              </a:tabLst>
            </a:pPr>
            <a:endParaRPr lang="en-AU" sz="1800" dirty="0">
              <a:latin typeface="Arial"/>
              <a:ea typeface="Calibri" panose="020F0502020204030204" pitchFamily="34" charset="0"/>
              <a:cs typeface="Arial"/>
            </a:endParaRPr>
          </a:p>
          <a:p>
            <a:pPr>
              <a:tabLst>
                <a:tab pos="228600" algn="l"/>
                <a:tab pos="859155" algn="l"/>
                <a:tab pos="859155" algn="l"/>
              </a:tabLst>
            </a:pPr>
            <a:r>
              <a:rPr lang="en-AU" sz="1800" b="1" dirty="0">
                <a:latin typeface="Arial"/>
                <a:ea typeface="Calibri"/>
                <a:cs typeface="Arial"/>
              </a:rPr>
              <a:t>Partitioning numbers to 1 billion</a:t>
            </a:r>
            <a:endParaRPr lang="en-AU" sz="1800" b="1" dirty="0">
              <a:latin typeface="Arial"/>
              <a:ea typeface="Calibri" panose="020F0502020204030204" pitchFamily="34" charset="0"/>
              <a:cs typeface="Arial"/>
            </a:endParaRPr>
          </a:p>
          <a:p>
            <a:pPr marL="0" marR="0" lvl="0" indent="0" algn="l" defTabSz="1219170" rtl="0" eaLnBrk="1" fontAlgn="auto" latinLnBrk="0" hangingPunct="1">
              <a:lnSpc>
                <a:spcPct val="150000"/>
              </a:lnSpc>
              <a:spcBef>
                <a:spcPts val="1200"/>
              </a:spcBef>
              <a:spcAft>
                <a:spcPts val="600"/>
              </a:spcAft>
              <a:buClrTx/>
              <a:buSzTx/>
              <a:buFont typeface="+mj-lt"/>
              <a:buNone/>
              <a:tabLst/>
              <a:defRPr/>
            </a:pPr>
            <a:endParaRPr lang="en-AU" sz="1800" b="1" dirty="0">
              <a:effectLst/>
              <a:latin typeface="Arial" panose="020B0604020202020204" pitchFamily="34" charset="0"/>
              <a:ea typeface="Calibri" panose="020F0502020204030204" pitchFamily="34" charset="0"/>
            </a:endParaRPr>
          </a:p>
          <a:p>
            <a:pPr marL="0" marR="0" lvl="0" indent="0" algn="l" defTabSz="1219170" rtl="0" eaLnBrk="1" fontAlgn="auto" latinLnBrk="0" hangingPunct="1">
              <a:lnSpc>
                <a:spcPct val="150000"/>
              </a:lnSpc>
              <a:spcBef>
                <a:spcPts val="1200"/>
              </a:spcBef>
              <a:spcAft>
                <a:spcPts val="600"/>
              </a:spcAft>
              <a:buClrTx/>
              <a:buSzTx/>
              <a:buFont typeface="+mj-lt"/>
              <a:buNone/>
              <a:tabLst/>
              <a:defRPr/>
            </a:pPr>
            <a:r>
              <a:rPr lang="en-AU" sz="1800" b="1" dirty="0">
                <a:effectLst/>
                <a:latin typeface="Arial" panose="020B0604020202020204" pitchFamily="34" charset="0"/>
                <a:ea typeface="Calibri" panose="020F0502020204030204" pitchFamily="34" charset="0"/>
              </a:rPr>
              <a:t>Note: </a:t>
            </a:r>
            <a:r>
              <a:rPr lang="en-AU" sz="1800" b="0" dirty="0">
                <a:effectLst/>
                <a:latin typeface="Arial" panose="020B0604020202020204" pitchFamily="34" charset="0"/>
                <a:ea typeface="Calibri" panose="020F0502020204030204" pitchFamily="34" charset="0"/>
              </a:rPr>
              <a:t>this slide has an interactive function. A click of a mouse will trigger the strike through to suggest a partitioning without using thousands.</a:t>
            </a:r>
            <a:endParaRPr lang="en-AU" sz="1800" b="1" dirty="0">
              <a:effectLst/>
              <a:latin typeface="Arial" panose="020B0604020202020204" pitchFamily="34" charset="0"/>
              <a:ea typeface="Calibri" panose="020F0502020204030204" pitchFamily="34" charset="0"/>
            </a:endParaRPr>
          </a:p>
          <a:p>
            <a:pPr marL="0" lvl="0" indent="0">
              <a:lnSpc>
                <a:spcPct val="150000"/>
              </a:lnSpc>
              <a:spcBef>
                <a:spcPts val="1200"/>
              </a:spcBef>
              <a:spcAft>
                <a:spcPts val="600"/>
              </a:spcAft>
              <a:buFont typeface="+mj-lt"/>
              <a:buNone/>
            </a:pPr>
            <a:endParaRPr lang="en-AU" sz="1800" dirty="0">
              <a:effectLst/>
              <a:latin typeface="Arial" panose="020B0604020202020204" pitchFamily="34" charset="0"/>
              <a:ea typeface="Calibri" panose="020F0502020204030204" pitchFamily="34" charset="0"/>
            </a:endParaRPr>
          </a:p>
          <a:p>
            <a:pPr marL="0" lvl="0" indent="0">
              <a:lnSpc>
                <a:spcPct val="150000"/>
              </a:lnSpc>
              <a:spcBef>
                <a:spcPts val="1200"/>
              </a:spcBef>
              <a:spcAft>
                <a:spcPts val="600"/>
              </a:spcAft>
              <a:buFont typeface="+mj-lt"/>
              <a:buNone/>
            </a:pPr>
            <a:r>
              <a:rPr lang="en-AU" sz="1800" dirty="0">
                <a:effectLst/>
                <a:latin typeface="Arial" panose="020B0604020202020204" pitchFamily="34" charset="0"/>
                <a:ea typeface="Calibri" panose="020F0502020204030204" pitchFamily="34" charset="0"/>
              </a:rPr>
              <a:t>Use the population of Indonesia as an example to demonstrate standard partitioning of a number up to 1 billion. For example, 277 534 122 can be partitioned as 277 millions, 534 thousands, 1 hundreds, 2 tens and 2 ones.</a:t>
            </a:r>
          </a:p>
          <a:p>
            <a:pPr>
              <a:lnSpc>
                <a:spcPct val="150000"/>
              </a:lnSpc>
              <a:spcBef>
                <a:spcPts val="1200"/>
              </a:spcBef>
              <a:spcAft>
                <a:spcPts val="600"/>
              </a:spcAft>
              <a:buNone/>
            </a:pPr>
            <a:r>
              <a:rPr lang="en-AU" sz="1800" b="1" dirty="0">
                <a:effectLst/>
                <a:latin typeface="Arial" panose="020B0604020202020204" pitchFamily="34" charset="0"/>
                <a:ea typeface="Calibri" panose="020F0502020204030204" pitchFamily="34" charset="0"/>
              </a:rPr>
              <a:t>Note</a:t>
            </a:r>
            <a:r>
              <a:rPr lang="en-AU" sz="1800" dirty="0">
                <a:effectLst/>
                <a:latin typeface="Arial" panose="020B0604020202020204" pitchFamily="34" charset="0"/>
                <a:ea typeface="Calibri" panose="020F0502020204030204" pitchFamily="34" charset="0"/>
              </a:rPr>
              <a:t>: according to Population by Country, it was reported that in July 2023, the population of Indonesia was 277 534 122 (</a:t>
            </a:r>
            <a:r>
              <a:rPr lang="en-AU" sz="1800" dirty="0" err="1">
                <a:effectLst/>
                <a:latin typeface="Arial" panose="020B0604020202020204" pitchFamily="34" charset="0"/>
                <a:ea typeface="Calibri" panose="020F0502020204030204" pitchFamily="34" charset="0"/>
              </a:rPr>
              <a:t>Worldometer</a:t>
            </a:r>
            <a:r>
              <a:rPr lang="en-AU" sz="1800" dirty="0">
                <a:effectLst/>
                <a:latin typeface="Arial" panose="020B0604020202020204" pitchFamily="34" charset="0"/>
                <a:ea typeface="Calibri" panose="020F0502020204030204" pitchFamily="34" charset="0"/>
              </a:rPr>
              <a:t> 2023).</a:t>
            </a:r>
          </a:p>
          <a:p>
            <a:pPr marL="0" lvl="0" indent="0">
              <a:lnSpc>
                <a:spcPct val="150000"/>
              </a:lnSpc>
              <a:spcBef>
                <a:spcPts val="1200"/>
              </a:spcBef>
              <a:spcAft>
                <a:spcPts val="600"/>
              </a:spcAft>
              <a:buFont typeface="+mj-lt"/>
              <a:buNone/>
            </a:pPr>
            <a:r>
              <a:rPr lang="en-AU" sz="1800" dirty="0">
                <a:effectLst/>
                <a:latin typeface="Arial" panose="020B0604020202020204" pitchFamily="34" charset="0"/>
                <a:ea typeface="Calibri" panose="020F0502020204030204" pitchFamily="34" charset="0"/>
              </a:rPr>
              <a:t>Ask the following questions:</a:t>
            </a:r>
          </a:p>
          <a:p>
            <a:pPr marL="285750" lvl="0" indent="-285750">
              <a:lnSpc>
                <a:spcPct val="150000"/>
              </a:lnSpc>
              <a:spcBef>
                <a:spcPts val="1200"/>
              </a:spcBef>
              <a:spcAft>
                <a:spcPts val="600"/>
              </a:spcAft>
              <a:buFont typeface="Arial" panose="020B0604020202020204" pitchFamily="34" charset="0"/>
              <a:buChar char="•"/>
            </a:pPr>
            <a:r>
              <a:rPr lang="en-AU" sz="1800" dirty="0">
                <a:effectLst/>
                <a:latin typeface="Arial" panose="020B0604020202020204" pitchFamily="34" charset="0"/>
                <a:ea typeface="Calibri" panose="020F0502020204030204" pitchFamily="34" charset="0"/>
              </a:rPr>
              <a:t>Can this number be partitioned without using thousands?</a:t>
            </a:r>
          </a:p>
          <a:p>
            <a:pPr marL="285750" lvl="0" indent="-285750">
              <a:lnSpc>
                <a:spcPct val="150000"/>
              </a:lnSpc>
              <a:spcBef>
                <a:spcPts val="1200"/>
              </a:spcBef>
              <a:spcAft>
                <a:spcPts val="600"/>
              </a:spcAft>
              <a:buFont typeface="Arial" panose="020B0604020202020204" pitchFamily="34" charset="0"/>
              <a:buChar char="•"/>
            </a:pPr>
            <a:r>
              <a:rPr lang="en-AU" sz="1800" dirty="0">
                <a:effectLst/>
                <a:latin typeface="Arial" panose="020B0604020202020204" pitchFamily="34" charset="0"/>
                <a:ea typeface="Calibri" panose="020F0502020204030204" pitchFamily="34" charset="0"/>
              </a:rPr>
              <a:t>How can you work this out?</a:t>
            </a:r>
          </a:p>
          <a:p>
            <a:pPr marL="0" lvl="0" indent="0">
              <a:lnSpc>
                <a:spcPct val="150000"/>
              </a:lnSpc>
              <a:spcBef>
                <a:spcPts val="1200"/>
              </a:spcBef>
              <a:spcAft>
                <a:spcPts val="600"/>
              </a:spcAft>
              <a:buFont typeface="+mj-lt"/>
              <a:buNone/>
            </a:pPr>
            <a:r>
              <a:rPr lang="en-AU" sz="1800" dirty="0">
                <a:effectLst/>
                <a:latin typeface="Arial" panose="020B0604020202020204" pitchFamily="34" charset="0"/>
                <a:ea typeface="Calibri" panose="020F0502020204030204" pitchFamily="34" charset="0"/>
              </a:rPr>
              <a:t>Demonstrate regrouping thousands into hundreds. By regrouping 277 534 122, the population of Indonesia can be partitioned into 277 millions, 5341 hundreds, 2 tens and 2 ones or 22 ones.</a:t>
            </a:r>
          </a:p>
          <a:p>
            <a:pPr marL="0" lvl="0" indent="0">
              <a:lnSpc>
                <a:spcPct val="150000"/>
              </a:lnSpc>
              <a:spcBef>
                <a:spcPts val="1200"/>
              </a:spcBef>
              <a:spcAft>
                <a:spcPts val="600"/>
              </a:spcAft>
              <a:buFont typeface="+mj-lt"/>
              <a:buNone/>
            </a:pPr>
            <a:r>
              <a:rPr lang="en-AU" sz="1800" dirty="0">
                <a:effectLst/>
                <a:latin typeface="Arial" panose="020B0604020202020204" pitchFamily="34" charset="0"/>
                <a:ea typeface="Calibri" panose="020F0502020204030204" pitchFamily="34" charset="0"/>
              </a:rPr>
              <a:t>Ask the following questions:</a:t>
            </a:r>
          </a:p>
          <a:p>
            <a:pPr marL="285750" lvl="0" indent="-285750">
              <a:lnSpc>
                <a:spcPct val="150000"/>
              </a:lnSpc>
              <a:spcBef>
                <a:spcPts val="1200"/>
              </a:spcBef>
              <a:spcAft>
                <a:spcPts val="600"/>
              </a:spcAft>
              <a:buFont typeface="Arial" panose="020B0604020202020204" pitchFamily="34" charset="0"/>
              <a:buChar char="•"/>
            </a:pPr>
            <a:r>
              <a:rPr lang="en-AU" sz="1800" dirty="0">
                <a:effectLst/>
                <a:latin typeface="Arial" panose="020B0604020202020204" pitchFamily="34" charset="0"/>
                <a:ea typeface="Calibri" panose="020F0502020204030204" pitchFamily="34" charset="0"/>
              </a:rPr>
              <a:t>Can this number be partitioned without using hundreds?</a:t>
            </a:r>
          </a:p>
          <a:p>
            <a:pPr marL="285750" lvl="0" indent="-285750">
              <a:lnSpc>
                <a:spcPct val="150000"/>
              </a:lnSpc>
              <a:spcBef>
                <a:spcPts val="1200"/>
              </a:spcBef>
              <a:spcAft>
                <a:spcPts val="600"/>
              </a:spcAft>
              <a:buFont typeface="Arial" panose="020B0604020202020204" pitchFamily="34" charset="0"/>
              <a:buChar char="•"/>
            </a:pPr>
            <a:r>
              <a:rPr lang="en-AU" sz="1800" dirty="0">
                <a:effectLst/>
                <a:latin typeface="Arial" panose="020B0604020202020204" pitchFamily="34" charset="0"/>
                <a:ea typeface="Calibri" panose="020F0502020204030204" pitchFamily="34" charset="0"/>
              </a:rPr>
              <a:t>How can you work this out?</a:t>
            </a:r>
          </a:p>
          <a:p>
            <a:pPr marL="0" lvl="0" indent="0">
              <a:lnSpc>
                <a:spcPct val="150000"/>
              </a:lnSpc>
              <a:spcBef>
                <a:spcPts val="1200"/>
              </a:spcBef>
              <a:spcAft>
                <a:spcPts val="600"/>
              </a:spcAft>
              <a:buFont typeface="+mj-lt"/>
              <a:buNone/>
            </a:pPr>
            <a:r>
              <a:rPr lang="en-AU" sz="1800" dirty="0">
                <a:effectLst/>
                <a:latin typeface="Arial" panose="020B0604020202020204" pitchFamily="34" charset="0"/>
                <a:ea typeface="Calibri" panose="020F0502020204030204" pitchFamily="34" charset="0"/>
              </a:rPr>
              <a:t>Access </a:t>
            </a:r>
            <a:r>
              <a:rPr lang="en-AU" sz="1800" u="sng" dirty="0">
                <a:solidFill>
                  <a:srgbClr val="2F5496"/>
                </a:solidFill>
                <a:effectLst/>
                <a:latin typeface="Arial" panose="020B0604020202020204" pitchFamily="34" charset="0"/>
                <a:ea typeface="Calibri" panose="020F0502020204030204" pitchFamily="34" charset="0"/>
                <a:hlinkClick r:id="rId3"/>
              </a:rPr>
              <a:t>Population by Country</a:t>
            </a:r>
            <a:r>
              <a:rPr lang="en-AU" sz="1800" dirty="0">
                <a:effectLst/>
                <a:latin typeface="Arial" panose="020B0604020202020204" pitchFamily="34" charset="0"/>
                <a:ea typeface="Calibri" panose="020F0502020204030204" pitchFamily="34" charset="0"/>
              </a:rPr>
              <a:t> to retrieve current population data for Vietnam and Mexico. Write the populations for both countries on the board.</a:t>
            </a:r>
          </a:p>
          <a:p>
            <a:pPr marL="0" lvl="0" indent="0">
              <a:lnSpc>
                <a:spcPct val="150000"/>
              </a:lnSpc>
              <a:spcBef>
                <a:spcPts val="1200"/>
              </a:spcBef>
              <a:spcAft>
                <a:spcPts val="600"/>
              </a:spcAft>
              <a:buFont typeface="+mj-lt"/>
              <a:buNone/>
            </a:pPr>
            <a:r>
              <a:rPr lang="en-AU" sz="1800" dirty="0">
                <a:effectLst/>
                <a:latin typeface="Arial" panose="020B0604020202020204" pitchFamily="34" charset="0"/>
                <a:ea typeface="Calibri" panose="020F0502020204030204" pitchFamily="34" charset="0"/>
              </a:rPr>
              <a:t>Students write each number in standard and non-standard partitioning on individual whiteboards.</a:t>
            </a:r>
          </a:p>
          <a:p>
            <a:pPr marL="0" lvl="0" indent="0">
              <a:lnSpc>
                <a:spcPct val="150000"/>
              </a:lnSpc>
              <a:spcBef>
                <a:spcPts val="1200"/>
              </a:spcBef>
              <a:spcAft>
                <a:spcPts val="600"/>
              </a:spcAft>
              <a:buFont typeface="+mj-lt"/>
              <a:buNone/>
            </a:pPr>
            <a:r>
              <a:rPr lang="en-AU" sz="1800" dirty="0">
                <a:effectLst/>
                <a:latin typeface="Arial" panose="020B0604020202020204" pitchFamily="34" charset="0"/>
                <a:ea typeface="Calibri" panose="020F0502020204030204" pitchFamily="34" charset="0"/>
              </a:rPr>
              <a:t>Students share their answers, explaining and checking the accuracy of the non-standard partitioning.</a:t>
            </a:r>
          </a:p>
          <a:p>
            <a:pPr marL="0" lvl="0" indent="0">
              <a:lnSpc>
                <a:spcPct val="150000"/>
              </a:lnSpc>
              <a:spcBef>
                <a:spcPts val="1200"/>
              </a:spcBef>
              <a:spcAft>
                <a:spcPts val="600"/>
              </a:spcAft>
              <a:buFont typeface="+mj-lt"/>
              <a:buNone/>
            </a:pPr>
            <a:r>
              <a:rPr lang="en-AU" sz="1800" dirty="0">
                <a:effectLst/>
                <a:latin typeface="Arial" panose="020B0604020202020204" pitchFamily="34" charset="0"/>
                <a:ea typeface="Calibri" panose="020F0502020204030204" pitchFamily="34" charset="0"/>
              </a:rPr>
              <a:t>Students turn and talk to discuss possible ways to</a:t>
            </a:r>
            <a:r>
              <a:rPr lang="en-AU" sz="1800" b="1" dirty="0">
                <a:effectLst/>
                <a:latin typeface="Arial" panose="020B0604020202020204" pitchFamily="34" charset="0"/>
                <a:ea typeface="Calibri" panose="020F0502020204030204" pitchFamily="34" charset="0"/>
              </a:rPr>
              <a:t> </a:t>
            </a:r>
            <a:r>
              <a:rPr lang="en-AU" sz="1800" dirty="0">
                <a:effectLst/>
                <a:latin typeface="Arial" panose="020B0604020202020204" pitchFamily="34" charset="0"/>
                <a:ea typeface="Calibri" panose="020F0502020204030204" pitchFamily="34" charset="0"/>
              </a:rPr>
              <a:t>regroup 1 million and 1 billion. For example, 1 million is the same as 1000 thousand. 1 billion is the same as 1000 million</a:t>
            </a:r>
          </a:p>
        </p:txBody>
      </p:sp>
      <p:sp>
        <p:nvSpPr>
          <p:cNvPr id="4" name="Slide Number Placeholder 3"/>
          <p:cNvSpPr>
            <a:spLocks noGrp="1"/>
          </p:cNvSpPr>
          <p:nvPr>
            <p:ph type="sldNum" sz="quarter" idx="5"/>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B07158C4-A119-4B78-9DE8-A50001BC31DC}" type="slidenum">
              <a:rPr kumimoji="0" lang="en-AU" sz="1200" b="0" i="0" u="none" strike="noStrike" kern="1200" cap="none" spc="0" normalizeH="0" baseline="0" noProof="0" smtClean="0">
                <a:ln>
                  <a:noFill/>
                </a:ln>
                <a:solidFill>
                  <a:prstClr val="black"/>
                </a:solidFill>
                <a:effectLst/>
                <a:uLnTx/>
                <a:uFillTx/>
                <a:latin typeface="Public Sans" pitchFamily="2" charset="0"/>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31</a:t>
            </a:fld>
            <a:endParaRPr kumimoji="0" lang="en-AU" sz="1200" b="0" i="0" u="none" strike="noStrike" kern="1200" cap="none" spc="0" normalizeH="0" baseline="0" noProof="0">
              <a:ln>
                <a:noFill/>
              </a:ln>
              <a:solidFill>
                <a:prstClr val="black"/>
              </a:solidFill>
              <a:effectLst/>
              <a:uLnTx/>
              <a:uFillTx/>
              <a:latin typeface="Public Sans" pitchFamily="2" charset="0"/>
              <a:ea typeface="+mn-ea"/>
              <a:cs typeface="+mn-cs"/>
            </a:endParaRPr>
          </a:p>
        </p:txBody>
      </p:sp>
    </p:spTree>
    <p:extLst>
      <p:ext uri="{BB962C8B-B14F-4D97-AF65-F5344CB8AC3E}">
        <p14:creationId xmlns:p14="http://schemas.microsoft.com/office/powerpoint/2010/main" val="196266338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3818AF-DDC4-010C-0C3E-226873281D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03B7B5-593F-4E30-4201-691EFD621B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4148B8-A5EE-066C-084C-26B252FC0EF8}"/>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DCAEACBF-48FC-503B-3932-30BDA4DEBD8C}"/>
              </a:ext>
            </a:extLst>
          </p:cNvPr>
          <p:cNvSpPr>
            <a:spLocks noGrp="1"/>
          </p:cNvSpPr>
          <p:nvPr>
            <p:ph type="sldNum" sz="quarter" idx="5"/>
          </p:nvPr>
        </p:nvSpPr>
        <p:spPr/>
        <p:txBody>
          <a:bodyPr/>
          <a:lstStyle/>
          <a:p>
            <a:fld id="{B07158C4-A119-4B78-9DE8-A50001BC31DC}" type="slidenum">
              <a:rPr lang="en-AU" smtClean="0"/>
              <a:pPr/>
              <a:t>32</a:t>
            </a:fld>
            <a:endParaRPr lang="en-AU"/>
          </a:p>
        </p:txBody>
      </p:sp>
    </p:spTree>
    <p:extLst>
      <p:ext uri="{BB962C8B-B14F-4D97-AF65-F5344CB8AC3E}">
        <p14:creationId xmlns:p14="http://schemas.microsoft.com/office/powerpoint/2010/main" val="286370276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600" b="0" i="0" dirty="0">
                <a:solidFill>
                  <a:schemeClr val="tx1"/>
                </a:solidFill>
                <a:latin typeface="Arial"/>
                <a:cs typeface="Arial"/>
              </a:rPr>
              <a:t>This question connects to the content in the developing number sense activity (Activity </a:t>
            </a:r>
            <a:r>
              <a:rPr lang="en-AU" dirty="0">
                <a:latin typeface="Arial"/>
                <a:cs typeface="Arial"/>
              </a:rPr>
              <a:t>5</a:t>
            </a:r>
            <a:r>
              <a:rPr lang="en-AU" sz="1600" b="0" i="0" dirty="0">
                <a:solidFill>
                  <a:schemeClr val="tx1"/>
                </a:solidFill>
                <a:latin typeface="Arial"/>
                <a:cs typeface="Arial"/>
              </a:rPr>
              <a:t>)</a:t>
            </a:r>
            <a:br>
              <a:rPr lang="en-AU" dirty="0">
                <a:latin typeface="Arial"/>
                <a:cs typeface="Arial"/>
              </a:rPr>
            </a:br>
            <a:br>
              <a:rPr lang="en-AU" dirty="0"/>
            </a:br>
            <a:r>
              <a:rPr lang="en-AU" b="1" dirty="0">
                <a:latin typeface="Arial"/>
                <a:cs typeface="Arial"/>
              </a:rPr>
              <a:t>Syllabus focus area:</a:t>
            </a:r>
            <a:endParaRPr lang="en-US" dirty="0">
              <a:solidFill>
                <a:srgbClr val="444444"/>
              </a:solidFill>
              <a:latin typeface="Arial"/>
              <a:cs typeface="Arial"/>
            </a:endParaRPr>
          </a:p>
          <a:p>
            <a:r>
              <a:rPr lang="en-AU" dirty="0">
                <a:latin typeface="Arial"/>
                <a:cs typeface="Arial"/>
              </a:rPr>
              <a:t>Represents quantity fractions A</a:t>
            </a: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sz="1600" b="0" i="0" dirty="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dirty="0">
              <a:effectLst/>
              <a:ea typeface="Calibri" panose="020F0502020204030204" pitchFamily="34" charset="0"/>
              <a:cs typeface="Arial"/>
            </a:endParaRPr>
          </a:p>
          <a:p>
            <a:endParaRPr lang="en-US" dirty="0"/>
          </a:p>
        </p:txBody>
      </p:sp>
      <p:sp>
        <p:nvSpPr>
          <p:cNvPr id="4" name="Slide Number Placeholder 3"/>
          <p:cNvSpPr>
            <a:spLocks noGrp="1"/>
          </p:cNvSpPr>
          <p:nvPr>
            <p:ph type="sldNum" sz="quarter" idx="5"/>
          </p:nvPr>
        </p:nvSpPr>
        <p:spPr/>
        <p:txBody>
          <a:bodyPr/>
          <a:lstStyle/>
          <a:p>
            <a:fld id="{B07158C4-A119-4B78-9DE8-A50001BC31DC}" type="slidenum">
              <a:rPr lang="en-AU" smtClean="0"/>
              <a:pPr/>
              <a:t>33</a:t>
            </a:fld>
            <a:endParaRPr lang="en-AU"/>
          </a:p>
        </p:txBody>
      </p:sp>
    </p:spTree>
    <p:extLst>
      <p:ext uri="{BB962C8B-B14F-4D97-AF65-F5344CB8AC3E}">
        <p14:creationId xmlns:p14="http://schemas.microsoft.com/office/powerpoint/2010/main" val="417699209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0B86A9-99E2-4149-56C2-0FAD4CDFCD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8F2718-A36C-7497-2EE5-81A2402489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EB09EE-3E10-C8AF-9F92-5B1BBAB1078C}"/>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pPr marL="0" indent="0" algn="l">
              <a:buFont typeface="Wingdings" panose="05000000000000000000" pitchFamily="2" charset="2"/>
              <a:buNone/>
            </a:pPr>
            <a:r>
              <a:rPr lang="en-AU" sz="1600" b="0" i="0">
                <a:solidFill>
                  <a:schemeClr val="tx1"/>
                </a:solidFill>
                <a:latin typeface="Arial" panose="020B0604020202020204" pitchFamily="34" charset="0"/>
                <a:cs typeface="Arial" panose="020B0604020202020204" pitchFamily="34" charset="0"/>
              </a:rPr>
              <a:t>Geometric measure A: Angles</a:t>
            </a:r>
          </a:p>
        </p:txBody>
      </p:sp>
      <p:sp>
        <p:nvSpPr>
          <p:cNvPr id="4" name="Slide Number Placeholder 3">
            <a:extLst>
              <a:ext uri="{FF2B5EF4-FFF2-40B4-BE49-F238E27FC236}">
                <a16:creationId xmlns:a16="http://schemas.microsoft.com/office/drawing/2014/main" id="{48BBA043-81EA-77EE-E881-404311353372}"/>
              </a:ext>
            </a:extLst>
          </p:cNvPr>
          <p:cNvSpPr>
            <a:spLocks noGrp="1"/>
          </p:cNvSpPr>
          <p:nvPr>
            <p:ph type="sldNum" sz="quarter" idx="5"/>
          </p:nvPr>
        </p:nvSpPr>
        <p:spPr/>
        <p:txBody>
          <a:bodyPr/>
          <a:lstStyle/>
          <a:p>
            <a:fld id="{B07158C4-A119-4B78-9DE8-A50001BC31DC}" type="slidenum">
              <a:rPr lang="en-AU" smtClean="0"/>
              <a:pPr/>
              <a:t>34</a:t>
            </a:fld>
            <a:endParaRPr lang="en-AU"/>
          </a:p>
        </p:txBody>
      </p:sp>
    </p:spTree>
    <p:extLst>
      <p:ext uri="{BB962C8B-B14F-4D97-AF65-F5344CB8AC3E}">
        <p14:creationId xmlns:p14="http://schemas.microsoft.com/office/powerpoint/2010/main" val="113611601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604360-B294-6875-A777-8E65DF276E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95FFA0-8D58-064B-822F-AFE07735A2B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7C0922-ADB2-6D09-377E-996CEEE43E3E}"/>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Data B</a:t>
            </a:r>
            <a:br>
              <a:rPr lang="en-AU">
                <a:latin typeface="Public Sans"/>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F157227-2E00-F70A-D00B-E66E351F3B92}"/>
              </a:ext>
            </a:extLst>
          </p:cNvPr>
          <p:cNvSpPr>
            <a:spLocks noGrp="1"/>
          </p:cNvSpPr>
          <p:nvPr>
            <p:ph type="sldNum" sz="quarter" idx="5"/>
          </p:nvPr>
        </p:nvSpPr>
        <p:spPr/>
        <p:txBody>
          <a:bodyPr/>
          <a:lstStyle/>
          <a:p>
            <a:fld id="{B07158C4-A119-4B78-9DE8-A50001BC31DC}" type="slidenum">
              <a:rPr lang="en-AU" smtClean="0"/>
              <a:pPr/>
              <a:t>35</a:t>
            </a:fld>
            <a:endParaRPr lang="en-AU"/>
          </a:p>
        </p:txBody>
      </p:sp>
    </p:spTree>
    <p:extLst>
      <p:ext uri="{BB962C8B-B14F-4D97-AF65-F5344CB8AC3E}">
        <p14:creationId xmlns:p14="http://schemas.microsoft.com/office/powerpoint/2010/main" val="31593475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2B75FC-45C2-0D96-62F4-2547ACD877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26E951-171E-CEBE-98D0-EAA8C416AD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4A9FBF-0199-90F9-6207-B8212D2695DA}"/>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Three-dimensional spatial structure B: Volume </a:t>
            </a:r>
            <a:endParaRPr lang="en-AU" sz="1600">
              <a:latin typeface="Public Sans"/>
            </a:endParaRPr>
          </a:p>
          <a:p>
            <a:br>
              <a:rPr lang="en-AU">
                <a:latin typeface="Public Sans"/>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6675A1E-9728-DFA8-DCB5-8F3400B0B32B}"/>
              </a:ext>
            </a:extLst>
          </p:cNvPr>
          <p:cNvSpPr>
            <a:spLocks noGrp="1"/>
          </p:cNvSpPr>
          <p:nvPr>
            <p:ph type="sldNum" sz="quarter" idx="5"/>
          </p:nvPr>
        </p:nvSpPr>
        <p:spPr/>
        <p:txBody>
          <a:bodyPr/>
          <a:lstStyle/>
          <a:p>
            <a:fld id="{B07158C4-A119-4B78-9DE8-A50001BC31DC}" type="slidenum">
              <a:rPr lang="en-AU" smtClean="0"/>
              <a:pPr/>
              <a:t>36</a:t>
            </a:fld>
            <a:endParaRPr lang="en-AU"/>
          </a:p>
        </p:txBody>
      </p:sp>
    </p:spTree>
    <p:extLst>
      <p:ext uri="{BB962C8B-B14F-4D97-AF65-F5344CB8AC3E}">
        <p14:creationId xmlns:p14="http://schemas.microsoft.com/office/powerpoint/2010/main" val="103751245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F94D49-0FEF-E22C-ADC0-C370548188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F9EBDE-6325-50D3-1D8C-46C2A07207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4CFC79-89C8-8091-6BD4-E413B8EB8F65}"/>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Three-dimensional spatial structure B: Volume</a:t>
            </a:r>
            <a:br>
              <a:rPr lang="en-AU">
                <a:latin typeface="Public Sans"/>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3DCD472-CD43-2531-1524-996ECEDB5DEC}"/>
              </a:ext>
            </a:extLst>
          </p:cNvPr>
          <p:cNvSpPr>
            <a:spLocks noGrp="1"/>
          </p:cNvSpPr>
          <p:nvPr>
            <p:ph type="sldNum" sz="quarter" idx="5"/>
          </p:nvPr>
        </p:nvSpPr>
        <p:spPr/>
        <p:txBody>
          <a:bodyPr/>
          <a:lstStyle/>
          <a:p>
            <a:fld id="{B07158C4-A119-4B78-9DE8-A50001BC31DC}" type="slidenum">
              <a:rPr lang="en-AU" smtClean="0"/>
              <a:pPr/>
              <a:t>37</a:t>
            </a:fld>
            <a:endParaRPr lang="en-AU"/>
          </a:p>
        </p:txBody>
      </p:sp>
    </p:spTree>
    <p:extLst>
      <p:ext uri="{BB962C8B-B14F-4D97-AF65-F5344CB8AC3E}">
        <p14:creationId xmlns:p14="http://schemas.microsoft.com/office/powerpoint/2010/main" val="171013329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14400">
              <a:lnSpc>
                <a:spcPct val="150000"/>
              </a:lnSpc>
              <a:spcBef>
                <a:spcPts val="1200"/>
              </a:spcBef>
              <a:spcAft>
                <a:spcPts val="600"/>
              </a:spcAft>
            </a:pPr>
            <a:r>
              <a:rPr lang="en-AU" sz="1800">
                <a:latin typeface="Arial"/>
                <a:cs typeface="Arial"/>
              </a:rPr>
              <a:t>This is a developing number sense activity. </a:t>
            </a:r>
            <a:endParaRPr lang="en-US" sz="1800">
              <a:solidFill>
                <a:srgbClr val="444444"/>
              </a:solidFill>
              <a:latin typeface="Arial"/>
              <a:cs typeface="Arial"/>
            </a:endParaRPr>
          </a:p>
          <a:p>
            <a:pPr defTabSz="914400">
              <a:lnSpc>
                <a:spcPct val="150000"/>
              </a:lnSpc>
              <a:spcBef>
                <a:spcPts val="1200"/>
              </a:spcBef>
              <a:spcAft>
                <a:spcPts val="600"/>
              </a:spcAft>
            </a:pPr>
            <a:endParaRPr lang="en-AU" sz="1800">
              <a:solidFill>
                <a:srgbClr val="444444"/>
              </a:solidFill>
            </a:endParaRPr>
          </a:p>
          <a:p>
            <a:pPr defTabSz="914400">
              <a:lnSpc>
                <a:spcPct val="150000"/>
              </a:lnSpc>
              <a:spcBef>
                <a:spcPts val="1200"/>
              </a:spcBef>
              <a:spcAft>
                <a:spcPts val="600"/>
              </a:spcAft>
            </a:pPr>
            <a:r>
              <a:rPr lang="en-AU" sz="1800">
                <a:latin typeface="Arial"/>
                <a:cs typeface="Aria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endParaRPr lang="en-US" sz="1800">
              <a:solidFill>
                <a:srgbClr val="444444"/>
              </a:solidFill>
              <a:latin typeface="Arial"/>
              <a:cs typeface="Arial"/>
            </a:endParaRPr>
          </a:p>
          <a:p>
            <a:pPr defTabSz="914400">
              <a:lnSpc>
                <a:spcPts val="1913"/>
              </a:lnSpc>
            </a:pPr>
            <a:endParaRPr lang="en-AU" sz="1800">
              <a:solidFill>
                <a:srgbClr val="444444"/>
              </a:solidFill>
            </a:endParaRPr>
          </a:p>
          <a:p>
            <a:pPr defTabSz="914400"/>
            <a:r>
              <a:rPr lang="en-AU" sz="1800" b="1">
                <a:latin typeface="Arial"/>
                <a:cs typeface="Arial"/>
              </a:rPr>
              <a:t>Syllabus focus area:</a:t>
            </a:r>
            <a:endParaRPr lang="en-US" sz="1800">
              <a:solidFill>
                <a:srgbClr val="444444"/>
              </a:solidFill>
              <a:latin typeface="Arial"/>
              <a:cs typeface="Arial"/>
            </a:endParaRPr>
          </a:p>
          <a:p>
            <a:pPr defTabSz="914400"/>
            <a:r>
              <a:rPr lang="en-AU" sz="1800">
                <a:solidFill>
                  <a:srgbClr val="000000"/>
                </a:solidFill>
                <a:latin typeface="Arial"/>
                <a:cs typeface="Arial"/>
              </a:rPr>
              <a:t>Representing quantity fractions A</a:t>
            </a:r>
          </a:p>
          <a:p>
            <a:pPr defTabSz="914400"/>
            <a:endParaRPr lang="en-AU" sz="1800">
              <a:latin typeface="Arial"/>
              <a:ea typeface="Calibri"/>
              <a:cs typeface="Arial"/>
            </a:endParaRPr>
          </a:p>
          <a:p>
            <a:pPr defTabSz="914400"/>
            <a:r>
              <a:rPr lang="en-AU" sz="1800" b="1">
                <a:latin typeface="Arial"/>
                <a:ea typeface="Calibri"/>
                <a:cs typeface="Arial"/>
              </a:rPr>
              <a:t>Same denominator word problems 1</a:t>
            </a:r>
          </a:p>
          <a:p>
            <a:pPr marL="0" lvl="0" indent="0">
              <a:lnSpc>
                <a:spcPct val="150000"/>
              </a:lnSpc>
              <a:spcBef>
                <a:spcPts val="1200"/>
              </a:spcBef>
              <a:spcAft>
                <a:spcPts val="600"/>
              </a:spcAft>
              <a:buFont typeface="+mj-lt"/>
              <a:buNone/>
            </a:pPr>
            <a:endParaRPr lang="en-AU" sz="1800">
              <a:effectLst/>
              <a:latin typeface="Arial" panose="020B0604020202020204" pitchFamily="34" charset="0"/>
              <a:ea typeface="Calibri" panose="020F0502020204030204" pitchFamily="34" charset="0"/>
            </a:endParaRPr>
          </a:p>
          <a:p>
            <a:pPr marL="0" marR="0" lvl="0" indent="0" algn="l" defTabSz="1219170" rtl="0" eaLnBrk="1" fontAlgn="auto" latinLnBrk="0" hangingPunct="1">
              <a:lnSpc>
                <a:spcPct val="150000"/>
              </a:lnSpc>
              <a:spcBef>
                <a:spcPts val="1200"/>
              </a:spcBef>
              <a:spcAft>
                <a:spcPts val="600"/>
              </a:spcAft>
              <a:buClrTx/>
              <a:buSzTx/>
              <a:buFont typeface="+mj-lt"/>
              <a:buNone/>
              <a:tabLst/>
              <a:defRPr/>
            </a:pPr>
            <a:r>
              <a:rPr lang="en-AU" sz="1800">
                <a:effectLst/>
                <a:latin typeface="Arial" panose="020B0604020202020204" pitchFamily="34" charset="0"/>
                <a:ea typeface="Calibri" panose="020F0502020204030204" pitchFamily="34" charset="0"/>
              </a:rPr>
              <a:t>Display and read Resource 24 – stock feed store from Stage 3 Unit 19. Support student understanding of the context words.</a:t>
            </a:r>
          </a:p>
          <a:p>
            <a:pPr marL="0" lvl="0" indent="0">
              <a:lnSpc>
                <a:spcPct val="150000"/>
              </a:lnSpc>
              <a:spcBef>
                <a:spcPts val="1200"/>
              </a:spcBef>
              <a:spcAft>
                <a:spcPts val="600"/>
              </a:spcAft>
              <a:buFont typeface="+mj-lt"/>
              <a:buNone/>
            </a:pPr>
            <a:r>
              <a:rPr lang="en-AU" sz="1800">
                <a:effectLst/>
                <a:latin typeface="Arial" panose="020B0604020202020204" pitchFamily="34" charset="0"/>
                <a:ea typeface="Calibri" panose="020F0502020204030204" pitchFamily="34" charset="0"/>
              </a:rPr>
              <a:t>Use the think-aloud to model a solution for problem one.</a:t>
            </a:r>
          </a:p>
          <a:p>
            <a:pPr>
              <a:lnSpc>
                <a:spcPct val="150000"/>
              </a:lnSpc>
              <a:spcBef>
                <a:spcPts val="1200"/>
              </a:spcBef>
              <a:spcAft>
                <a:spcPts val="600"/>
              </a:spcAft>
              <a:buNone/>
            </a:pPr>
            <a:r>
              <a:rPr lang="en-AU" sz="1800" b="1">
                <a:effectLst/>
                <a:latin typeface="Arial" panose="020B0604020202020204" pitchFamily="34" charset="0"/>
                <a:ea typeface="Calibri" panose="020F0502020204030204" pitchFamily="34" charset="0"/>
              </a:rPr>
              <a:t>Note</a:t>
            </a:r>
            <a:r>
              <a:rPr lang="en-AU" sz="1800">
                <a:effectLst/>
                <a:latin typeface="Arial" panose="020B0604020202020204" pitchFamily="34" charset="0"/>
                <a:ea typeface="Calibri" panose="020F0502020204030204" pitchFamily="34" charset="0"/>
              </a:rPr>
              <a:t>: questions 3 and 4 from Resource 24 – stock feed store have more than one step.</a:t>
            </a:r>
          </a:p>
          <a:p>
            <a:pPr marL="0" lvl="0" indent="0">
              <a:lnSpc>
                <a:spcPct val="150000"/>
              </a:lnSpc>
              <a:spcBef>
                <a:spcPts val="1200"/>
              </a:spcBef>
              <a:spcAft>
                <a:spcPts val="600"/>
              </a:spcAft>
              <a:buFont typeface="+mj-lt"/>
              <a:buNone/>
            </a:pPr>
            <a:r>
              <a:rPr lang="en-AU" sz="1800">
                <a:effectLst/>
                <a:latin typeface="Arial" panose="020B0604020202020204" pitchFamily="34" charset="0"/>
                <a:ea typeface="Calibri" panose="020F0502020204030204" pitchFamily="34" charset="0"/>
              </a:rPr>
              <a:t>Students complete each question in Resource 24 – stock feed store, recording answers and representations in their workbook.</a:t>
            </a:r>
          </a:p>
          <a:p>
            <a:pPr marL="0" lvl="0" indent="0">
              <a:lnSpc>
                <a:spcPct val="150000"/>
              </a:lnSpc>
              <a:spcBef>
                <a:spcPts val="1200"/>
              </a:spcBef>
              <a:spcAft>
                <a:spcPts val="600"/>
              </a:spcAft>
              <a:buFont typeface="+mj-lt"/>
              <a:buNone/>
            </a:pPr>
            <a:r>
              <a:rPr lang="en-AU" sz="1800">
                <a:effectLst/>
                <a:latin typeface="Arial" panose="020B0604020202020204" pitchFamily="34" charset="0"/>
                <a:ea typeface="Calibri" panose="020F0502020204030204" pitchFamily="34" charset="0"/>
              </a:rPr>
              <a:t>Select students to share and justify their solutions. Record representations of strategies on the board.</a:t>
            </a:r>
          </a:p>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38</a:t>
            </a:fld>
            <a:endParaRPr lang="en-AU"/>
          </a:p>
        </p:txBody>
      </p:sp>
    </p:spTree>
    <p:extLst>
      <p:ext uri="{BB962C8B-B14F-4D97-AF65-F5344CB8AC3E}">
        <p14:creationId xmlns:p14="http://schemas.microsoft.com/office/powerpoint/2010/main" val="35087939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C8C1CE-3D7B-8C22-AFC5-660902D599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E37C5F-4ACE-3DE4-9D05-E15869C1E5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7D0275-1957-4FCD-4C9F-4F5014D40298}"/>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A0ED9EA0-63F8-DCB3-45D1-47D40D33264E}"/>
              </a:ext>
            </a:extLst>
          </p:cNvPr>
          <p:cNvSpPr>
            <a:spLocks noGrp="1"/>
          </p:cNvSpPr>
          <p:nvPr>
            <p:ph type="sldNum" sz="quarter" idx="5"/>
          </p:nvPr>
        </p:nvSpPr>
        <p:spPr/>
        <p:txBody>
          <a:bodyPr/>
          <a:lstStyle/>
          <a:p>
            <a:fld id="{B07158C4-A119-4B78-9DE8-A50001BC31DC}" type="slidenum">
              <a:rPr lang="en-AU" smtClean="0"/>
              <a:pPr/>
              <a:t>39</a:t>
            </a:fld>
            <a:endParaRPr lang="en-AU"/>
          </a:p>
        </p:txBody>
      </p:sp>
    </p:spTree>
    <p:extLst>
      <p:ext uri="{BB962C8B-B14F-4D97-AF65-F5344CB8AC3E}">
        <p14:creationId xmlns:p14="http://schemas.microsoft.com/office/powerpoint/2010/main" val="167816210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885C66-E87F-8559-1BA9-FC3610A67C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B92896-D187-8BC4-AFD2-7703B8D5EA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077664-AA60-3C7F-EA05-E21A631F2245}"/>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a:t>
            </a:r>
            <a:r>
              <a:rPr lang="en-AU">
                <a:latin typeface="Arial"/>
                <a:cs typeface="Arial"/>
              </a:rPr>
              <a:t>6</a:t>
            </a:r>
            <a:r>
              <a:rPr lang="en-AU" sz="1600" b="0" i="0">
                <a:solidFill>
                  <a:schemeClr val="tx1"/>
                </a:solidFill>
                <a:latin typeface="Arial"/>
                <a:cs typeface="Arial"/>
              </a:rPr>
              <a:t>)</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a:latin typeface="Arial"/>
                <a:cs typeface="Arial"/>
              </a:rPr>
              <a:t>Represents quantity fractions A</a:t>
            </a: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sz="1600" b="0" i="0">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B57CEC59-E004-9475-6C50-843D04984AF6}"/>
              </a:ext>
            </a:extLst>
          </p:cNvPr>
          <p:cNvSpPr>
            <a:spLocks noGrp="1"/>
          </p:cNvSpPr>
          <p:nvPr>
            <p:ph type="sldNum" sz="quarter" idx="5"/>
          </p:nvPr>
        </p:nvSpPr>
        <p:spPr/>
        <p:txBody>
          <a:bodyPr/>
          <a:lstStyle/>
          <a:p>
            <a:fld id="{B07158C4-A119-4B78-9DE8-A50001BC31DC}" type="slidenum">
              <a:rPr lang="en-AU" smtClean="0"/>
              <a:pPr/>
              <a:t>40</a:t>
            </a:fld>
            <a:endParaRPr lang="en-AU"/>
          </a:p>
        </p:txBody>
      </p:sp>
    </p:spTree>
    <p:extLst>
      <p:ext uri="{BB962C8B-B14F-4D97-AF65-F5344CB8AC3E}">
        <p14:creationId xmlns:p14="http://schemas.microsoft.com/office/powerpoint/2010/main" val="419680754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527CA5-2D7B-1310-B578-68B553A0C9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9249B6-7558-D1B6-6AEA-31B0E23167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2FBEB6-C94C-82A7-FAA9-FF20D034732D}"/>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pPr marL="0" indent="0" algn="l">
              <a:buFont typeface="Wingdings" panose="05000000000000000000" pitchFamily="2" charset="2"/>
              <a:buNone/>
            </a:pPr>
            <a:r>
              <a:rPr lang="en-AU" sz="1600" b="0" i="0">
                <a:solidFill>
                  <a:schemeClr val="tx1"/>
                </a:solidFill>
                <a:latin typeface="Arial" panose="020B0604020202020204" pitchFamily="34" charset="0"/>
                <a:cs typeface="Arial" panose="020B0604020202020204" pitchFamily="34" charset="0"/>
              </a:rPr>
              <a:t>Geometric measure A: Angles</a:t>
            </a: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E5E3C74-BC9E-DA14-B609-0B9E629AE558}"/>
              </a:ext>
            </a:extLst>
          </p:cNvPr>
          <p:cNvSpPr>
            <a:spLocks noGrp="1"/>
          </p:cNvSpPr>
          <p:nvPr>
            <p:ph type="sldNum" sz="quarter" idx="5"/>
          </p:nvPr>
        </p:nvSpPr>
        <p:spPr/>
        <p:txBody>
          <a:bodyPr/>
          <a:lstStyle/>
          <a:p>
            <a:fld id="{B07158C4-A119-4B78-9DE8-A50001BC31DC}" type="slidenum">
              <a:rPr lang="en-AU" smtClean="0"/>
              <a:pPr/>
              <a:t>41</a:t>
            </a:fld>
            <a:endParaRPr lang="en-AU"/>
          </a:p>
        </p:txBody>
      </p:sp>
    </p:spTree>
    <p:extLst>
      <p:ext uri="{BB962C8B-B14F-4D97-AF65-F5344CB8AC3E}">
        <p14:creationId xmlns:p14="http://schemas.microsoft.com/office/powerpoint/2010/main" val="375037975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276D1B-C30D-914C-D301-04E3D94155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5D6EBE-AC3C-D895-E00D-A6AB845EB2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934EA7-7CE3-4F4E-4C9B-79F74EFA3E19}"/>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Data A</a:t>
            </a:r>
            <a:br>
              <a:rPr lang="en-AU">
                <a:latin typeface="Public Sans"/>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B20FF9E-D104-FB31-D6A0-7D894B5152CA}"/>
              </a:ext>
            </a:extLst>
          </p:cNvPr>
          <p:cNvSpPr>
            <a:spLocks noGrp="1"/>
          </p:cNvSpPr>
          <p:nvPr>
            <p:ph type="sldNum" sz="quarter" idx="5"/>
          </p:nvPr>
        </p:nvSpPr>
        <p:spPr/>
        <p:txBody>
          <a:bodyPr/>
          <a:lstStyle/>
          <a:p>
            <a:fld id="{B07158C4-A119-4B78-9DE8-A50001BC31DC}" type="slidenum">
              <a:rPr lang="en-AU" smtClean="0"/>
              <a:pPr/>
              <a:t>42</a:t>
            </a:fld>
            <a:endParaRPr lang="en-AU"/>
          </a:p>
        </p:txBody>
      </p:sp>
    </p:spTree>
    <p:extLst>
      <p:ext uri="{BB962C8B-B14F-4D97-AF65-F5344CB8AC3E}">
        <p14:creationId xmlns:p14="http://schemas.microsoft.com/office/powerpoint/2010/main" val="76021244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C9237A-4851-3D2C-DEBB-BE3972BF45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98C423-A6E6-C5B7-7905-CC0BC5A1EE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63C889-7CAC-B141-2484-44CF565D2B66}"/>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Three-dimensional spatial structure B: Volume </a:t>
            </a:r>
            <a:endParaRPr lang="en-AU" sz="1600">
              <a:latin typeface="Public Sans"/>
            </a:endParaRPr>
          </a:p>
          <a:p>
            <a:br>
              <a:rPr lang="en-AU">
                <a:latin typeface="Public Sans"/>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6C61C20-F4A1-5B16-3DAE-BF102D6A931F}"/>
              </a:ext>
            </a:extLst>
          </p:cNvPr>
          <p:cNvSpPr>
            <a:spLocks noGrp="1"/>
          </p:cNvSpPr>
          <p:nvPr>
            <p:ph type="sldNum" sz="quarter" idx="5"/>
          </p:nvPr>
        </p:nvSpPr>
        <p:spPr/>
        <p:txBody>
          <a:bodyPr/>
          <a:lstStyle/>
          <a:p>
            <a:fld id="{B07158C4-A119-4B78-9DE8-A50001BC31DC}" type="slidenum">
              <a:rPr lang="en-AU" smtClean="0"/>
              <a:pPr/>
              <a:t>43</a:t>
            </a:fld>
            <a:endParaRPr lang="en-AU"/>
          </a:p>
        </p:txBody>
      </p:sp>
    </p:spTree>
    <p:extLst>
      <p:ext uri="{BB962C8B-B14F-4D97-AF65-F5344CB8AC3E}">
        <p14:creationId xmlns:p14="http://schemas.microsoft.com/office/powerpoint/2010/main" val="14826718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888F32-0A67-FA95-4465-407CB7E459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92FD93-170C-A7F6-032B-206207344D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81DDA8-1CA3-B1ED-E0A4-4DA46EACB79E}"/>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Two-dimensional spatial structure A: Area</a:t>
            </a:r>
            <a:endParaRPr lang="en-AU"/>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3B6ABB5-2F6F-3721-A6D1-DA32621E5284}"/>
              </a:ext>
            </a:extLst>
          </p:cNvPr>
          <p:cNvSpPr>
            <a:spLocks noGrp="1"/>
          </p:cNvSpPr>
          <p:nvPr>
            <p:ph type="sldNum" sz="quarter" idx="5"/>
          </p:nvPr>
        </p:nvSpPr>
        <p:spPr/>
        <p:txBody>
          <a:bodyPr/>
          <a:lstStyle/>
          <a:p>
            <a:fld id="{B07158C4-A119-4B78-9DE8-A50001BC31DC}" type="slidenum">
              <a:rPr lang="en-AU" smtClean="0"/>
              <a:pPr/>
              <a:t>44</a:t>
            </a:fld>
            <a:endParaRPr lang="en-AU"/>
          </a:p>
        </p:txBody>
      </p:sp>
    </p:spTree>
    <p:extLst>
      <p:ext uri="{BB962C8B-B14F-4D97-AF65-F5344CB8AC3E}">
        <p14:creationId xmlns:p14="http://schemas.microsoft.com/office/powerpoint/2010/main" val="247747337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50000"/>
              </a:lnSpc>
              <a:spcBef>
                <a:spcPts val="1200"/>
              </a:spcBef>
              <a:spcAft>
                <a:spcPts val="600"/>
              </a:spcAft>
            </a:pPr>
            <a:r>
              <a:rPr lang="en-AU" sz="1800" dirty="0">
                <a:solidFill>
                  <a:srgbClr val="000000"/>
                </a:solidFill>
                <a:latin typeface="Arial"/>
                <a:cs typeface="Arial"/>
              </a:rPr>
              <a:t>This is a developing number sense activity. </a:t>
            </a:r>
            <a:endParaRPr lang="en-US" sz="1800" dirty="0">
              <a:solidFill>
                <a:srgbClr val="444444"/>
              </a:solidFill>
              <a:latin typeface="Arial"/>
              <a:cs typeface="Arial"/>
            </a:endParaRPr>
          </a:p>
          <a:p>
            <a:pPr>
              <a:lnSpc>
                <a:spcPct val="150000"/>
              </a:lnSpc>
              <a:spcBef>
                <a:spcPts val="1200"/>
              </a:spcBef>
              <a:spcAft>
                <a:spcPts val="600"/>
              </a:spcAft>
            </a:pPr>
            <a:endParaRPr lang="en-AU" sz="1800" dirty="0">
              <a:solidFill>
                <a:srgbClr val="444444"/>
              </a:solidFill>
            </a:endParaRPr>
          </a:p>
          <a:p>
            <a:pPr>
              <a:lnSpc>
                <a:spcPct val="150000"/>
              </a:lnSpc>
              <a:spcBef>
                <a:spcPts val="1200"/>
              </a:spcBef>
              <a:spcAft>
                <a:spcPts val="600"/>
              </a:spcAft>
            </a:pPr>
            <a:r>
              <a:rPr lang="en-AU" sz="1800" dirty="0">
                <a:solidFill>
                  <a:srgbClr val="000000"/>
                </a:solidFill>
                <a:latin typeface="Arial"/>
                <a:cs typeface="Aria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endParaRPr lang="en-US" sz="1800" dirty="0">
              <a:solidFill>
                <a:srgbClr val="444444"/>
              </a:solidFill>
              <a:latin typeface="Arial"/>
              <a:cs typeface="Arial"/>
            </a:endParaRPr>
          </a:p>
          <a:p>
            <a:pPr>
              <a:lnSpc>
                <a:spcPts val="1913"/>
              </a:lnSpc>
            </a:pPr>
            <a:endParaRPr lang="en-AU" sz="1800" dirty="0">
              <a:solidFill>
                <a:srgbClr val="444444"/>
              </a:solidFill>
            </a:endParaRPr>
          </a:p>
          <a:p>
            <a:r>
              <a:rPr lang="en-AU" sz="1800" b="1" dirty="0">
                <a:solidFill>
                  <a:srgbClr val="000000"/>
                </a:solidFill>
                <a:latin typeface="Arial"/>
                <a:cs typeface="Arial"/>
              </a:rPr>
              <a:t>Syllabus focus area:</a:t>
            </a:r>
          </a:p>
          <a:p>
            <a:pPr marL="0" marR="0" lvl="0" indent="0" algn="l" defTabSz="1219170" rtl="0" eaLnBrk="1" fontAlgn="auto" latinLnBrk="0" hangingPunct="1">
              <a:lnSpc>
                <a:spcPct val="100000"/>
              </a:lnSpc>
              <a:spcBef>
                <a:spcPts val="0"/>
              </a:spcBef>
              <a:spcAft>
                <a:spcPts val="0"/>
              </a:spcAft>
              <a:buClrTx/>
              <a:buSzTx/>
              <a:buFontTx/>
              <a:buNone/>
              <a:tabLst/>
              <a:defRPr/>
            </a:pPr>
            <a:r>
              <a:rPr lang="en-AU" sz="1800" dirty="0">
                <a:solidFill>
                  <a:srgbClr val="000000"/>
                </a:solidFill>
                <a:latin typeface="Arial"/>
                <a:cs typeface="Arial"/>
              </a:rPr>
              <a:t>Representing quantity fractions A</a:t>
            </a:r>
          </a:p>
          <a:p>
            <a:endParaRPr lang="en-US" sz="1800" dirty="0">
              <a:solidFill>
                <a:srgbClr val="444444"/>
              </a:solidFill>
              <a:latin typeface="Arial"/>
              <a:cs typeface="Arial"/>
            </a:endParaRPr>
          </a:p>
          <a:p>
            <a:endParaRPr lang="en-AU" sz="1800" dirty="0">
              <a:solidFill>
                <a:srgbClr val="000000"/>
              </a:solidFill>
              <a:latin typeface="Arial"/>
              <a:cs typeface="Arial"/>
            </a:endParaRPr>
          </a:p>
          <a:p>
            <a:r>
              <a:rPr lang="en-AU" sz="1800" b="1" dirty="0">
                <a:solidFill>
                  <a:srgbClr val="000000"/>
                </a:solidFill>
                <a:latin typeface="Arial"/>
                <a:cs typeface="Arial"/>
              </a:rPr>
              <a:t>Same denominator word problems 1</a:t>
            </a:r>
          </a:p>
          <a:p>
            <a:pPr marL="0" lvl="0" indent="0">
              <a:lnSpc>
                <a:spcPct val="150000"/>
              </a:lnSpc>
              <a:spcBef>
                <a:spcPts val="1200"/>
              </a:spcBef>
              <a:spcAft>
                <a:spcPts val="600"/>
              </a:spcAft>
              <a:buFont typeface="+mj-lt"/>
              <a:buNone/>
            </a:pPr>
            <a:endParaRPr lang="en-AU" sz="1800" dirty="0">
              <a:effectLst/>
              <a:latin typeface="Arial" panose="020B0604020202020204" pitchFamily="34" charset="0"/>
              <a:ea typeface="Calibri" panose="020F0502020204030204" pitchFamily="34" charset="0"/>
            </a:endParaRPr>
          </a:p>
          <a:p>
            <a:pPr marL="0" lvl="0" indent="0">
              <a:lnSpc>
                <a:spcPct val="150000"/>
              </a:lnSpc>
              <a:spcBef>
                <a:spcPts val="1200"/>
              </a:spcBef>
              <a:spcAft>
                <a:spcPts val="600"/>
              </a:spcAft>
              <a:buFont typeface="+mj-lt"/>
              <a:buNone/>
            </a:pPr>
            <a:r>
              <a:rPr lang="en-AU" sz="1800" dirty="0">
                <a:effectLst/>
                <a:latin typeface="Arial" panose="020B0604020202020204" pitchFamily="34" charset="0"/>
                <a:ea typeface="Calibri" panose="020F0502020204030204" pitchFamily="34" charset="0"/>
              </a:rPr>
              <a:t>Display and read Resource 25 – road trip problems from Stage 3 Unit 19. Support student understanding of the context words.</a:t>
            </a:r>
          </a:p>
          <a:p>
            <a:pPr marL="0" lvl="0" indent="0">
              <a:lnSpc>
                <a:spcPct val="150000"/>
              </a:lnSpc>
              <a:spcBef>
                <a:spcPts val="1200"/>
              </a:spcBef>
              <a:spcAft>
                <a:spcPts val="600"/>
              </a:spcAft>
              <a:buFont typeface="+mj-lt"/>
              <a:buNone/>
            </a:pPr>
            <a:r>
              <a:rPr lang="en-AU" sz="1800" dirty="0">
                <a:solidFill>
                  <a:srgbClr val="000000"/>
                </a:solidFill>
                <a:effectLst/>
                <a:latin typeface="Arial" panose="020B0604020202020204" pitchFamily="34" charset="0"/>
                <a:ea typeface="Arial" panose="020B0604020202020204" pitchFamily="34" charset="0"/>
              </a:rPr>
              <a:t>Provide students with </a:t>
            </a:r>
            <a:r>
              <a:rPr lang="en-AU" sz="1800" dirty="0">
                <a:effectLst/>
                <a:latin typeface="Arial" panose="020B0604020202020204" pitchFamily="34" charset="0"/>
                <a:ea typeface="Calibri" panose="020F0502020204030204" pitchFamily="34" charset="0"/>
              </a:rPr>
              <a:t>Resource 25 – road trip problems</a:t>
            </a:r>
            <a:r>
              <a:rPr lang="en-AU" sz="1800" dirty="0">
                <a:solidFill>
                  <a:srgbClr val="000000"/>
                </a:solidFill>
                <a:effectLst/>
                <a:latin typeface="Arial" panose="020B0604020202020204" pitchFamily="34" charset="0"/>
                <a:ea typeface="Calibri" panose="020F0502020204030204" pitchFamily="34" charset="0"/>
              </a:rPr>
              <a:t> </a:t>
            </a:r>
            <a:r>
              <a:rPr lang="en-AU" sz="1800" dirty="0">
                <a:effectLst/>
                <a:latin typeface="Arial" panose="020B0604020202020204" pitchFamily="34" charset="0"/>
                <a:ea typeface="Calibri" panose="020F0502020204030204" pitchFamily="34" charset="0"/>
              </a:rPr>
              <a:t>from Stage 3 Unit 19.</a:t>
            </a:r>
            <a:r>
              <a:rPr lang="en-AU" sz="1800" dirty="0">
                <a:solidFill>
                  <a:srgbClr val="000000"/>
                </a:solidFill>
                <a:effectLst/>
                <a:latin typeface="Arial" panose="020B0604020202020204" pitchFamily="34" charset="0"/>
                <a:ea typeface="Arial" panose="020B0604020202020204" pitchFamily="34" charset="0"/>
              </a:rPr>
              <a:t> Students complete each question, recording solutions using a bar model or drawing.</a:t>
            </a:r>
            <a:endParaRPr lang="en-AU" sz="1800" dirty="0">
              <a:effectLst/>
              <a:latin typeface="Arial" panose="020B0604020202020204" pitchFamily="34" charset="0"/>
              <a:ea typeface="Calibri" panose="020F0502020204030204" pitchFamily="34" charset="0"/>
            </a:endParaRPr>
          </a:p>
          <a:p>
            <a:pPr marL="0" lvl="0" indent="0">
              <a:lnSpc>
                <a:spcPct val="150000"/>
              </a:lnSpc>
              <a:spcBef>
                <a:spcPts val="1200"/>
              </a:spcBef>
              <a:spcAft>
                <a:spcPts val="600"/>
              </a:spcAft>
              <a:buFont typeface="+mj-lt"/>
              <a:buNone/>
            </a:pPr>
            <a:r>
              <a:rPr lang="en-AU" sz="1800" dirty="0">
                <a:solidFill>
                  <a:srgbClr val="000000"/>
                </a:solidFill>
                <a:effectLst/>
                <a:latin typeface="Arial" panose="020B0604020202020204" pitchFamily="34" charset="0"/>
                <a:ea typeface="Arial" panose="020B0604020202020204" pitchFamily="34" charset="0"/>
              </a:rPr>
              <a:t>Select students to share, justifying their solutions and strategies to the problems.</a:t>
            </a:r>
            <a:endParaRPr lang="en-AU" sz="1800" dirty="0">
              <a:effectLst/>
              <a:latin typeface="Arial" panose="020B0604020202020204" pitchFamily="34" charset="0"/>
              <a:ea typeface="Calibri" panose="020F0502020204030204" pitchFamily="34" charset="0"/>
            </a:endParaRPr>
          </a:p>
          <a:p>
            <a:pPr marL="0" lvl="0" indent="0">
              <a:lnSpc>
                <a:spcPct val="150000"/>
              </a:lnSpc>
              <a:spcBef>
                <a:spcPts val="1200"/>
              </a:spcBef>
              <a:spcAft>
                <a:spcPts val="600"/>
              </a:spcAft>
              <a:buFont typeface="+mj-lt"/>
              <a:buNone/>
            </a:pPr>
            <a:r>
              <a:rPr lang="en-AU" sz="1800" dirty="0">
                <a:effectLst/>
                <a:latin typeface="Arial" panose="020B0604020202020204" pitchFamily="34" charset="0"/>
                <a:ea typeface="Calibri" panose="020F0502020204030204" pitchFamily="34" charset="0"/>
              </a:rPr>
              <a:t>Record representations of solutions on the board and discuss.</a:t>
            </a:r>
          </a:p>
          <a:p>
            <a:endParaRPr lang="en-AU" dirty="0"/>
          </a:p>
        </p:txBody>
      </p:sp>
      <p:sp>
        <p:nvSpPr>
          <p:cNvPr id="4" name="Slide Number Placeholder 3"/>
          <p:cNvSpPr>
            <a:spLocks noGrp="1"/>
          </p:cNvSpPr>
          <p:nvPr>
            <p:ph type="sldNum" sz="quarter" idx="5"/>
          </p:nvPr>
        </p:nvSpPr>
        <p:spPr/>
        <p:txBody>
          <a:bodyPr/>
          <a:lstStyle/>
          <a:p>
            <a:fld id="{B07158C4-A119-4B78-9DE8-A50001BC31DC}" type="slidenum">
              <a:rPr lang="en-AU" smtClean="0"/>
              <a:pPr/>
              <a:t>45</a:t>
            </a:fld>
            <a:endParaRPr lang="en-AU"/>
          </a:p>
        </p:txBody>
      </p:sp>
    </p:spTree>
    <p:extLst>
      <p:ext uri="{BB962C8B-B14F-4D97-AF65-F5344CB8AC3E}">
        <p14:creationId xmlns:p14="http://schemas.microsoft.com/office/powerpoint/2010/main" val="61760169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7FBFB4-718D-9541-6358-1F66A2F4A1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E09BE8-202A-1EE8-AEE4-9E9DB4B623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AB54E4-EB56-2205-5728-0E201B3506CD}"/>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12B0FEF8-B0DC-2765-6F13-0A7C1C0229C9}"/>
              </a:ext>
            </a:extLst>
          </p:cNvPr>
          <p:cNvSpPr>
            <a:spLocks noGrp="1"/>
          </p:cNvSpPr>
          <p:nvPr>
            <p:ph type="sldNum" sz="quarter" idx="5"/>
          </p:nvPr>
        </p:nvSpPr>
        <p:spPr/>
        <p:txBody>
          <a:bodyPr/>
          <a:lstStyle/>
          <a:p>
            <a:fld id="{B07158C4-A119-4B78-9DE8-A50001BC31DC}" type="slidenum">
              <a:rPr lang="en-AU" smtClean="0"/>
              <a:pPr/>
              <a:t>46</a:t>
            </a:fld>
            <a:endParaRPr lang="en-AU"/>
          </a:p>
        </p:txBody>
      </p:sp>
    </p:spTree>
    <p:extLst>
      <p:ext uri="{BB962C8B-B14F-4D97-AF65-F5344CB8AC3E}">
        <p14:creationId xmlns:p14="http://schemas.microsoft.com/office/powerpoint/2010/main" val="404329910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94E1AA-AE86-2419-E2D4-2F289D4B1B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DB1A52-D738-FB15-6A68-894885BF73F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FE58CA6-89FC-61BC-201C-3E8BC638A284}"/>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a:t>
            </a:r>
            <a:r>
              <a:rPr lang="en-AU">
                <a:latin typeface="Arial"/>
                <a:cs typeface="Arial"/>
              </a:rPr>
              <a:t>7</a:t>
            </a:r>
            <a:r>
              <a:rPr lang="en-AU" sz="1600" b="0" i="0">
                <a:solidFill>
                  <a:schemeClr val="tx1"/>
                </a:solidFill>
                <a:latin typeface="Arial"/>
                <a:cs typeface="Arial"/>
              </a:rPr>
              <a:t>)</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marL="0" marR="0" lvl="0" indent="0" algn="l" defTabSz="1219170" rtl="0" eaLnBrk="1" fontAlgn="auto" latinLnBrk="0" hangingPunct="1">
              <a:lnSpc>
                <a:spcPct val="100000"/>
              </a:lnSpc>
              <a:spcBef>
                <a:spcPts val="0"/>
              </a:spcBef>
              <a:spcAft>
                <a:spcPts val="0"/>
              </a:spcAft>
              <a:buClrTx/>
              <a:buSzTx/>
              <a:buFontTx/>
              <a:buNone/>
              <a:tabLst/>
              <a:defRPr/>
            </a:pPr>
            <a:r>
              <a:rPr lang="en-AU">
                <a:latin typeface="Arial"/>
                <a:cs typeface="Arial"/>
              </a:rPr>
              <a:t>Represents quantity fractions A</a:t>
            </a:r>
          </a:p>
          <a:p>
            <a:pPr>
              <a:defRPr/>
            </a:pPr>
            <a:endParaRPr lang="en-AU"/>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6C2E524-5D71-6633-0348-9CDDC581B714}"/>
              </a:ext>
            </a:extLst>
          </p:cNvPr>
          <p:cNvSpPr>
            <a:spLocks noGrp="1"/>
          </p:cNvSpPr>
          <p:nvPr>
            <p:ph type="sldNum" sz="quarter" idx="5"/>
          </p:nvPr>
        </p:nvSpPr>
        <p:spPr/>
        <p:txBody>
          <a:bodyPr/>
          <a:lstStyle/>
          <a:p>
            <a:fld id="{B07158C4-A119-4B78-9DE8-A50001BC31DC}" type="slidenum">
              <a:rPr lang="en-AU" smtClean="0"/>
              <a:pPr/>
              <a:t>47</a:t>
            </a:fld>
            <a:endParaRPr lang="en-AU"/>
          </a:p>
        </p:txBody>
      </p:sp>
    </p:spTree>
    <p:extLst>
      <p:ext uri="{BB962C8B-B14F-4D97-AF65-F5344CB8AC3E}">
        <p14:creationId xmlns:p14="http://schemas.microsoft.com/office/powerpoint/2010/main" val="279928596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A0E809-2925-C87D-C957-FA32EC3138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71B097-5E06-8DBA-B5EE-B58B05DC1B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31A37E-1569-41F2-C23C-502EC4ECAD37}"/>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pPr marL="0" marR="0" lvl="0" indent="0" algn="l" defTabSz="1219170" rtl="0" eaLnBrk="1" fontAlgn="auto" latinLnBrk="0" hangingPunct="1">
              <a:lnSpc>
                <a:spcPct val="100000"/>
              </a:lnSpc>
              <a:spcBef>
                <a:spcPts val="0"/>
              </a:spcBef>
              <a:spcAft>
                <a:spcPts val="0"/>
              </a:spcAft>
              <a:buClrTx/>
              <a:buSzTx/>
              <a:buFontTx/>
              <a:buNone/>
              <a:tabLst/>
              <a:defRPr/>
            </a:pPr>
            <a:r>
              <a:rPr lang="en-AU" sz="1600" b="0" i="0">
                <a:solidFill>
                  <a:schemeClr val="tx1"/>
                </a:solidFill>
                <a:latin typeface="Arial" panose="020B0604020202020204" pitchFamily="34" charset="0"/>
                <a:cs typeface="Arial" panose="020B0604020202020204" pitchFamily="34" charset="0"/>
              </a:rPr>
              <a:t>Geometric measure A: Angles</a:t>
            </a:r>
          </a:p>
          <a:p>
            <a:br>
              <a:rPr lang="en-AU">
                <a:latin typeface="Public Sans"/>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DBCC9A5-6936-491A-994F-FDC4655C4B18}"/>
              </a:ext>
            </a:extLst>
          </p:cNvPr>
          <p:cNvSpPr>
            <a:spLocks noGrp="1"/>
          </p:cNvSpPr>
          <p:nvPr>
            <p:ph type="sldNum" sz="quarter" idx="5"/>
          </p:nvPr>
        </p:nvSpPr>
        <p:spPr/>
        <p:txBody>
          <a:bodyPr/>
          <a:lstStyle/>
          <a:p>
            <a:fld id="{B07158C4-A119-4B78-9DE8-A50001BC31DC}" type="slidenum">
              <a:rPr lang="en-AU" smtClean="0"/>
              <a:pPr/>
              <a:t>48</a:t>
            </a:fld>
            <a:endParaRPr lang="en-AU"/>
          </a:p>
        </p:txBody>
      </p:sp>
    </p:spTree>
    <p:extLst>
      <p:ext uri="{BB962C8B-B14F-4D97-AF65-F5344CB8AC3E}">
        <p14:creationId xmlns:p14="http://schemas.microsoft.com/office/powerpoint/2010/main" val="109795004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655F76-E6D2-7B99-F71E-DB1DF916EA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954AB7-E54A-0179-7463-CC032467CD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CE1AFA-BE70-72AC-5BD2-4C54E311BE03}"/>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Data A</a:t>
            </a:r>
            <a:br>
              <a:rPr lang="en-AU">
                <a:latin typeface="Public Sans"/>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01420019-49F3-573E-EFF8-02A0493C57F5}"/>
              </a:ext>
            </a:extLst>
          </p:cNvPr>
          <p:cNvSpPr>
            <a:spLocks noGrp="1"/>
          </p:cNvSpPr>
          <p:nvPr>
            <p:ph type="sldNum" sz="quarter" idx="5"/>
          </p:nvPr>
        </p:nvSpPr>
        <p:spPr/>
        <p:txBody>
          <a:bodyPr/>
          <a:lstStyle/>
          <a:p>
            <a:fld id="{B07158C4-A119-4B78-9DE8-A50001BC31DC}" type="slidenum">
              <a:rPr lang="en-AU" smtClean="0"/>
              <a:pPr/>
              <a:t>49</a:t>
            </a:fld>
            <a:endParaRPr lang="en-AU"/>
          </a:p>
        </p:txBody>
      </p:sp>
    </p:spTree>
    <p:extLst>
      <p:ext uri="{BB962C8B-B14F-4D97-AF65-F5344CB8AC3E}">
        <p14:creationId xmlns:p14="http://schemas.microsoft.com/office/powerpoint/2010/main" val="10974901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769749-6644-6D33-6ACB-65D3205596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4CCD5A-639D-4F52-8240-8ACBA29FEB6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C18884-0DB2-8A77-3C87-7EBDCFECB0E5}"/>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pPr marL="0" marR="0" lvl="0" indent="0" algn="l" defTabSz="1219170" rtl="0" eaLnBrk="1" fontAlgn="auto" latinLnBrk="0" hangingPunct="1">
              <a:lnSpc>
                <a:spcPct val="100000"/>
              </a:lnSpc>
              <a:spcBef>
                <a:spcPts val="0"/>
              </a:spcBef>
              <a:spcAft>
                <a:spcPts val="0"/>
              </a:spcAft>
              <a:buClrTx/>
              <a:buSzTx/>
              <a:buFontTx/>
              <a:buNone/>
              <a:tabLst/>
              <a:defRPr/>
            </a:pPr>
            <a:r>
              <a:rPr lang="en-AU">
                <a:latin typeface="Public Sans"/>
              </a:rPr>
              <a:t>Three-dimensional spatial structure B: Volume </a:t>
            </a:r>
            <a:endParaRPr lang="en-AU" sz="1600">
              <a:latin typeface="Public Sans"/>
            </a:endParaRPr>
          </a:p>
          <a:p>
            <a:br>
              <a:rPr lang="en-AU">
                <a:latin typeface="Public Sans"/>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BEFECC54-4E5C-67BD-9FEF-B1C21BC22612}"/>
              </a:ext>
            </a:extLst>
          </p:cNvPr>
          <p:cNvSpPr>
            <a:spLocks noGrp="1"/>
          </p:cNvSpPr>
          <p:nvPr>
            <p:ph type="sldNum" sz="quarter" idx="5"/>
          </p:nvPr>
        </p:nvSpPr>
        <p:spPr/>
        <p:txBody>
          <a:bodyPr/>
          <a:lstStyle/>
          <a:p>
            <a:fld id="{B07158C4-A119-4B78-9DE8-A50001BC31DC}" type="slidenum">
              <a:rPr lang="en-AU" smtClean="0"/>
              <a:pPr/>
              <a:t>50</a:t>
            </a:fld>
            <a:endParaRPr lang="en-AU"/>
          </a:p>
        </p:txBody>
      </p:sp>
    </p:spTree>
    <p:extLst>
      <p:ext uri="{BB962C8B-B14F-4D97-AF65-F5344CB8AC3E}">
        <p14:creationId xmlns:p14="http://schemas.microsoft.com/office/powerpoint/2010/main" val="246591415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848F21-7A5A-0DB8-830C-E5544F511C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25E7E3-5F10-879E-2027-47EBFA1BE1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928398-6724-9761-1EBB-94DC55BDE136}"/>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sz="1600" b="0" i="0">
                <a:latin typeface="Public Sans"/>
              </a:rPr>
              <a:t>Non-spatial measure A: Time</a:t>
            </a: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10DDF84-4C7C-EAD7-3908-FD10A1831FE5}"/>
              </a:ext>
            </a:extLst>
          </p:cNvPr>
          <p:cNvSpPr>
            <a:spLocks noGrp="1"/>
          </p:cNvSpPr>
          <p:nvPr>
            <p:ph type="sldNum" sz="quarter" idx="5"/>
          </p:nvPr>
        </p:nvSpPr>
        <p:spPr/>
        <p:txBody>
          <a:bodyPr/>
          <a:lstStyle/>
          <a:p>
            <a:fld id="{B07158C4-A119-4B78-9DE8-A50001BC31DC}" type="slidenum">
              <a:rPr lang="en-AU" smtClean="0"/>
              <a:pPr/>
              <a:t>51</a:t>
            </a:fld>
            <a:endParaRPr lang="en-AU"/>
          </a:p>
        </p:txBody>
      </p:sp>
    </p:spTree>
    <p:extLst>
      <p:ext uri="{BB962C8B-B14F-4D97-AF65-F5344CB8AC3E}">
        <p14:creationId xmlns:p14="http://schemas.microsoft.com/office/powerpoint/2010/main" val="297400969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D29B10-F0E7-B353-9201-878DF7A9FC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23A6B5-8038-EB49-5563-C0B70E331D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180654-A56C-05BA-6D02-D7995D0FFAF4}"/>
              </a:ext>
            </a:extLst>
          </p:cNvPr>
          <p:cNvSpPr>
            <a:spLocks noGrp="1"/>
          </p:cNvSpPr>
          <p:nvPr>
            <p:ph type="body" idx="1"/>
          </p:nvPr>
        </p:nvSpPr>
        <p:spPr/>
        <p:txBody>
          <a:bodyPr/>
          <a:lstStyle/>
          <a:p>
            <a:pPr>
              <a:lnSpc>
                <a:spcPct val="150000"/>
              </a:lnSpc>
              <a:spcBef>
                <a:spcPts val="1200"/>
              </a:spcBef>
              <a:spcAft>
                <a:spcPts val="600"/>
              </a:spcAft>
            </a:pPr>
            <a:r>
              <a:rPr lang="en-AU" sz="1800" dirty="0">
                <a:latin typeface="Arial"/>
                <a:cs typeface="Arial"/>
              </a:rPr>
              <a:t>This is a developing number sense activity. </a:t>
            </a:r>
            <a:endParaRPr lang="en-US" sz="1800" dirty="0">
              <a:solidFill>
                <a:srgbClr val="444444"/>
              </a:solidFill>
              <a:latin typeface="Arial"/>
              <a:cs typeface="Arial"/>
            </a:endParaRPr>
          </a:p>
          <a:p>
            <a:pPr>
              <a:lnSpc>
                <a:spcPct val="150000"/>
              </a:lnSpc>
              <a:spcBef>
                <a:spcPts val="1200"/>
              </a:spcBef>
              <a:spcAft>
                <a:spcPts val="600"/>
              </a:spcAft>
            </a:pPr>
            <a:endParaRPr lang="en-AU" sz="1800" dirty="0">
              <a:solidFill>
                <a:srgbClr val="444444"/>
              </a:solidFill>
            </a:endParaRPr>
          </a:p>
          <a:p>
            <a:pPr>
              <a:lnSpc>
                <a:spcPct val="150000"/>
              </a:lnSpc>
              <a:spcBef>
                <a:spcPts val="1200"/>
              </a:spcBef>
              <a:spcAft>
                <a:spcPts val="600"/>
              </a:spcAft>
            </a:pPr>
            <a:r>
              <a:rPr lang="en-AU" sz="1800" dirty="0">
                <a:latin typeface="Arial"/>
                <a:cs typeface="Aria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endParaRPr lang="en-US" sz="1800" dirty="0">
              <a:solidFill>
                <a:srgbClr val="444444"/>
              </a:solidFill>
              <a:latin typeface="Arial"/>
              <a:cs typeface="Arial"/>
            </a:endParaRPr>
          </a:p>
          <a:p>
            <a:pPr>
              <a:lnSpc>
                <a:spcPts val="1913"/>
              </a:lnSpc>
            </a:pPr>
            <a:endParaRPr lang="en-AU" sz="1800" dirty="0">
              <a:solidFill>
                <a:srgbClr val="444444"/>
              </a:solidFill>
            </a:endParaRPr>
          </a:p>
          <a:p>
            <a:r>
              <a:rPr lang="en-AU" sz="1800" b="1" dirty="0">
                <a:latin typeface="Arial"/>
                <a:cs typeface="Arial"/>
              </a:rPr>
              <a:t>Syllabus focus area:</a:t>
            </a:r>
            <a:endParaRPr lang="en-US" sz="1800" dirty="0">
              <a:solidFill>
                <a:srgbClr val="444444"/>
              </a:solidFill>
              <a:latin typeface="Arial"/>
              <a:cs typeface="Arial"/>
            </a:endParaRPr>
          </a:p>
          <a:p>
            <a:pPr marL="0" marR="0" lvl="0" indent="0" algn="l" defTabSz="1219170" rtl="0" eaLnBrk="1" fontAlgn="auto" latinLnBrk="0" hangingPunct="1">
              <a:lnSpc>
                <a:spcPct val="100000"/>
              </a:lnSpc>
              <a:spcBef>
                <a:spcPts val="0"/>
              </a:spcBef>
              <a:spcAft>
                <a:spcPts val="0"/>
              </a:spcAft>
              <a:buClrTx/>
              <a:buSzTx/>
              <a:buFont typeface="Arial" panose="020F0302020204030204"/>
              <a:buNone/>
              <a:tabLst/>
              <a:defRPr/>
            </a:pPr>
            <a:r>
              <a:rPr lang="en-AU" sz="1800" dirty="0">
                <a:solidFill>
                  <a:srgbClr val="000000"/>
                </a:solidFill>
                <a:latin typeface="Arial"/>
                <a:cs typeface="Arial"/>
              </a:rPr>
              <a:t>Representing quantity fractions A</a:t>
            </a:r>
          </a:p>
          <a:p>
            <a:pPr marL="0" indent="0">
              <a:buFont typeface="Arial" panose="020F0302020204030204"/>
              <a:buNone/>
            </a:pPr>
            <a:endParaRPr lang="en-AU" sz="1800" dirty="0">
              <a:solidFill>
                <a:srgbClr val="444444"/>
              </a:solidFill>
            </a:endParaRPr>
          </a:p>
          <a:p>
            <a:pPr marL="285750" indent="-285750">
              <a:buFont typeface="Arial" panose="020F0302020204030204"/>
              <a:buChar char="•"/>
            </a:pPr>
            <a:endParaRPr lang="en-AU" sz="1800" dirty="0">
              <a:solidFill>
                <a:srgbClr val="444444"/>
              </a:solidFill>
            </a:endParaRPr>
          </a:p>
          <a:p>
            <a:pPr>
              <a:lnSpc>
                <a:spcPct val="150000"/>
              </a:lnSpc>
              <a:spcBef>
                <a:spcPts val="1200"/>
              </a:spcBef>
              <a:spcAft>
                <a:spcPts val="600"/>
              </a:spcAft>
            </a:pPr>
            <a:r>
              <a:rPr lang="en-AU" sz="1800" b="1" dirty="0">
                <a:latin typeface="Arial"/>
                <a:ea typeface="Calibri"/>
                <a:cs typeface="Arial"/>
              </a:rPr>
              <a:t>Subtracting unit fractions 1</a:t>
            </a:r>
            <a:endParaRPr lang="en-AU" sz="1800" b="1" dirty="0">
              <a:ea typeface="Calibri"/>
            </a:endParaRPr>
          </a:p>
          <a:p>
            <a:pPr>
              <a:lnSpc>
                <a:spcPct val="150000"/>
              </a:lnSpc>
              <a:spcBef>
                <a:spcPts val="1200"/>
              </a:spcBef>
              <a:spcAft>
                <a:spcPts val="600"/>
              </a:spcAft>
              <a:buNone/>
            </a:pPr>
            <a:endParaRPr lang="en-AU" sz="1800" b="1" dirty="0">
              <a:effectLst/>
              <a:latin typeface="Arial"/>
              <a:ea typeface="Calibri"/>
              <a:cs typeface="Arial"/>
            </a:endParaRPr>
          </a:p>
          <a:p>
            <a:pPr>
              <a:lnSpc>
                <a:spcPct val="150000"/>
              </a:lnSpc>
              <a:spcBef>
                <a:spcPts val="1200"/>
              </a:spcBef>
              <a:spcAft>
                <a:spcPts val="600"/>
              </a:spcAft>
              <a:buNone/>
            </a:pPr>
            <a:r>
              <a:rPr lang="en-AU" sz="1800" b="1" dirty="0">
                <a:effectLst/>
                <a:latin typeface="Arial"/>
                <a:ea typeface="Calibri"/>
                <a:cs typeface="Arial"/>
              </a:rPr>
              <a:t>Note</a:t>
            </a:r>
            <a:r>
              <a:rPr lang="en-AU" sz="1800" dirty="0">
                <a:effectLst/>
                <a:latin typeface="Arial"/>
                <a:ea typeface="Calibri"/>
                <a:cs typeface="Arial"/>
              </a:rPr>
              <a:t>:</a:t>
            </a:r>
            <a:r>
              <a:rPr lang="en-AU" sz="1800" b="1" dirty="0">
                <a:effectLst/>
                <a:latin typeface="Arial"/>
                <a:ea typeface="Calibri"/>
                <a:cs typeface="Arial"/>
              </a:rPr>
              <a:t> </a:t>
            </a:r>
            <a:r>
              <a:rPr lang="en-AU" sz="1800" dirty="0">
                <a:effectLst/>
                <a:latin typeface="Arial"/>
                <a:ea typeface="Calibri"/>
                <a:cs typeface="Arial"/>
              </a:rPr>
              <a:t>fraction cards on</a:t>
            </a:r>
            <a:r>
              <a:rPr lang="en-AU" sz="1800" b="1" dirty="0">
                <a:effectLst/>
                <a:latin typeface="Arial"/>
                <a:ea typeface="Calibri"/>
                <a:cs typeface="Arial"/>
              </a:rPr>
              <a:t> </a:t>
            </a:r>
            <a:r>
              <a:rPr lang="en-AU" sz="1800" dirty="0">
                <a:effectLst/>
                <a:latin typeface="Arial"/>
                <a:ea typeface="Calibri"/>
                <a:cs typeface="Arial"/>
              </a:rPr>
              <a:t>Resource 26 – fractions </a:t>
            </a:r>
            <a:r>
              <a:rPr lang="en-AU" sz="1800" dirty="0">
                <a:effectLst/>
                <a:latin typeface="Arial" panose="020B0604020202020204" pitchFamily="34" charset="0"/>
                <a:ea typeface="Calibri" panose="020F0502020204030204" pitchFamily="34" charset="0"/>
              </a:rPr>
              <a:t>from Stage 3 Unit 19 </a:t>
            </a:r>
            <a:r>
              <a:rPr lang="en-AU" sz="1800" dirty="0">
                <a:effectLst/>
                <a:latin typeface="Arial"/>
                <a:ea typeface="Calibri"/>
                <a:cs typeface="Arial"/>
              </a:rPr>
              <a:t>require cutting out prior to starting the game.</a:t>
            </a:r>
          </a:p>
          <a:p>
            <a:endParaRPr lang="en-AU" dirty="0">
              <a:latin typeface="Public Sans"/>
            </a:endParaRPr>
          </a:p>
          <a:p>
            <a:r>
              <a:rPr lang="en-AU" dirty="0">
                <a:effectLst/>
                <a:latin typeface="Public Sans"/>
              </a:rPr>
              <a:t>Provide pairs </a:t>
            </a:r>
            <a:r>
              <a:rPr lang="en-AU" sz="1600" kern="1200" dirty="0">
                <a:solidFill>
                  <a:schemeClr val="tx1"/>
                </a:solidFill>
                <a:effectLst/>
                <a:latin typeface="Public Sans"/>
                <a:ea typeface="+mn-ea"/>
                <a:cs typeface="Arial" panose="020B0604020202020204" pitchFamily="34" charset="0"/>
              </a:rPr>
              <a:t>with Resource 26 – fractions from Stage 3 Unit 19, a 9-sided dice and 2 individual whiteboards.</a:t>
            </a:r>
          </a:p>
          <a:p>
            <a:endParaRPr lang="en-AU" sz="1600" kern="1200" dirty="0">
              <a:solidFill>
                <a:schemeClr val="tx1"/>
              </a:solidFill>
              <a:effectLst/>
              <a:latin typeface="Public Sans"/>
              <a:ea typeface="+mn-ea"/>
              <a:cs typeface="Arial" panose="020B0604020202020204" pitchFamily="34" charset="0"/>
            </a:endParaRPr>
          </a:p>
          <a:p>
            <a:r>
              <a:rPr lang="en-AU" sz="1600" kern="1200" dirty="0">
                <a:solidFill>
                  <a:schemeClr val="tx1"/>
                </a:solidFill>
                <a:effectLst/>
                <a:latin typeface="Public Sans"/>
                <a:ea typeface="+mn-ea"/>
                <a:cs typeface="Arial" panose="020B0604020202020204" pitchFamily="34" charset="0"/>
              </a:rPr>
              <a:t>Note: if the 9-sided dice have zero, explain to students that it will represent 10 for this game.</a:t>
            </a:r>
          </a:p>
          <a:p>
            <a:endParaRPr lang="en-AU" sz="1600" kern="1200" dirty="0">
              <a:solidFill>
                <a:schemeClr val="tx1"/>
              </a:solidFill>
              <a:effectLst/>
              <a:latin typeface="Public Sans"/>
              <a:ea typeface="+mn-ea"/>
              <a:cs typeface="Arial" panose="020B0604020202020204" pitchFamily="34" charset="0"/>
            </a:endParaRPr>
          </a:p>
          <a:p>
            <a:pPr marL="0" indent="0">
              <a:buNone/>
            </a:pPr>
            <a:r>
              <a:rPr lang="en-AU" sz="1600" kern="1200" dirty="0">
                <a:solidFill>
                  <a:schemeClr val="tx1"/>
                </a:solidFill>
                <a:effectLst/>
                <a:latin typeface="Public Sans"/>
                <a:ea typeface="+mn-ea"/>
                <a:cs typeface="Arial" panose="020B0604020202020204" pitchFamily="34" charset="0"/>
              </a:rPr>
              <a:t>In pairs, students roll the dice to get the starting whole number. Both players flip a card from Resource 26 – fractions from Stage 3 Unit 19. The card determines the unit fraction that will be subtracted from the whole number.</a:t>
            </a:r>
          </a:p>
          <a:p>
            <a:pPr marL="0" indent="0">
              <a:buNone/>
            </a:pPr>
            <a:r>
              <a:rPr lang="en-AU" sz="1600" kern="1200" dirty="0">
                <a:solidFill>
                  <a:schemeClr val="tx1"/>
                </a:solidFill>
                <a:effectLst/>
                <a:latin typeface="Public Sans"/>
                <a:ea typeface="+mn-ea"/>
                <a:cs typeface="Arial" panose="020B0604020202020204" pitchFamily="34" charset="0"/>
              </a:rPr>
              <a:t>Each student draws a number line on their whiteboard, marking the fractional parts and re</a:t>
            </a:r>
            <a:r>
              <a:rPr lang="en-AU" dirty="0">
                <a:effectLst/>
                <a:latin typeface="Public Sans"/>
              </a:rPr>
              <a:t>cording the solution as a subtraction</a:t>
            </a:r>
            <a:r>
              <a:rPr lang="en-AU" dirty="0">
                <a:latin typeface="Public Sans"/>
              </a:rPr>
              <a:t> (see Figure 14).</a:t>
            </a:r>
          </a:p>
          <a:p>
            <a:pPr marL="0" indent="0">
              <a:buNone/>
            </a:pPr>
            <a:r>
              <a:rPr lang="en-AU" dirty="0"/>
              <a:t>Students swap </a:t>
            </a:r>
            <a:r>
              <a:rPr lang="en-AU" dirty="0">
                <a:effectLst/>
              </a:rPr>
              <a:t>to </a:t>
            </a:r>
            <a:r>
              <a:rPr lang="en-AU" dirty="0"/>
              <a:t>check each other’s subtraction </a:t>
            </a:r>
            <a:r>
              <a:rPr lang="en-AU" dirty="0">
                <a:effectLst/>
              </a:rPr>
              <a:t>and </a:t>
            </a:r>
            <a:r>
              <a:rPr lang="en-AU" dirty="0"/>
              <a:t>provide peer feedback</a:t>
            </a:r>
            <a:r>
              <a:rPr lang="en-AU" dirty="0">
                <a:effectLst/>
              </a:rPr>
              <a:t>.</a:t>
            </a:r>
            <a:r>
              <a:rPr lang="en-AU" dirty="0"/>
              <a:t> </a:t>
            </a:r>
          </a:p>
          <a:p>
            <a:pPr marL="0" indent="0">
              <a:buNone/>
            </a:pPr>
            <a:r>
              <a:rPr lang="en-AU" dirty="0">
                <a:effectLst/>
                <a:latin typeface="Public Sans"/>
              </a:rPr>
              <a:t>Repeat the </a:t>
            </a:r>
            <a:r>
              <a:rPr lang="en-AU" dirty="0">
                <a:latin typeface="Public Sans"/>
              </a:rPr>
              <a:t>process multiple times for practice and consolidation</a:t>
            </a:r>
            <a:r>
              <a:rPr lang="en-AU" dirty="0">
                <a:effectLst/>
                <a:latin typeface="Public Sans"/>
              </a:rPr>
              <a:t>.</a:t>
            </a:r>
            <a:endParaRPr lang="en-AU" dirty="0">
              <a:latin typeface="Public Sans"/>
            </a:endParaRPr>
          </a:p>
          <a:p>
            <a:pPr marL="342900" lvl="0" indent="-342900">
              <a:lnSpc>
                <a:spcPct val="150000"/>
              </a:lnSpc>
              <a:spcBef>
                <a:spcPts val="1200"/>
              </a:spcBef>
              <a:spcAft>
                <a:spcPts val="600"/>
              </a:spcAft>
              <a:buAutoNum type="arabicPeriod"/>
            </a:pPr>
            <a:endParaRPr lang="en-AU" sz="1800" dirty="0">
              <a:effectLst/>
              <a:latin typeface="Arial" panose="020B0604020202020204" pitchFamily="34" charset="0"/>
              <a:ea typeface="Calibri" panose="020F0502020204030204" pitchFamily="34" charset="0"/>
              <a:cs typeface="Arial"/>
            </a:endParaRPr>
          </a:p>
          <a:p>
            <a:pPr marL="0" lvl="0" indent="0">
              <a:lnSpc>
                <a:spcPct val="150000"/>
              </a:lnSpc>
              <a:spcBef>
                <a:spcPts val="1200"/>
              </a:spcBef>
              <a:spcAft>
                <a:spcPts val="600"/>
              </a:spcAft>
              <a:buFont typeface="+mj-lt"/>
              <a:buNone/>
            </a:pPr>
            <a:endParaRPr lang="en-AU" dirty="0"/>
          </a:p>
        </p:txBody>
      </p:sp>
      <p:sp>
        <p:nvSpPr>
          <p:cNvPr id="4" name="Slide Number Placeholder 3">
            <a:extLst>
              <a:ext uri="{FF2B5EF4-FFF2-40B4-BE49-F238E27FC236}">
                <a16:creationId xmlns:a16="http://schemas.microsoft.com/office/drawing/2014/main" id="{264E92C2-A225-ADDE-44F8-8C9A9CB8D172}"/>
              </a:ext>
            </a:extLst>
          </p:cNvPr>
          <p:cNvSpPr>
            <a:spLocks noGrp="1"/>
          </p:cNvSpPr>
          <p:nvPr>
            <p:ph type="sldNum" sz="quarter" idx="5"/>
          </p:nvPr>
        </p:nvSpPr>
        <p:spPr/>
        <p:txBody>
          <a:bodyPr/>
          <a:lstStyle/>
          <a:p>
            <a:fld id="{B07158C4-A119-4B78-9DE8-A50001BC31DC}" type="slidenum">
              <a:rPr lang="en-AU" smtClean="0"/>
              <a:pPr/>
              <a:t>52</a:t>
            </a:fld>
            <a:endParaRPr lang="en-AU"/>
          </a:p>
        </p:txBody>
      </p:sp>
    </p:spTree>
    <p:extLst>
      <p:ext uri="{BB962C8B-B14F-4D97-AF65-F5344CB8AC3E}">
        <p14:creationId xmlns:p14="http://schemas.microsoft.com/office/powerpoint/2010/main" val="2404048803"/>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003164-16C6-19AE-E51A-5BA4B3465F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52EBD5-26DA-9FD5-0949-118C9D67EE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52E585D-A265-A795-EB9A-C9041ADE398A}"/>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76747B98-5F7E-AC75-DFE3-6D5FCD89656B}"/>
              </a:ext>
            </a:extLst>
          </p:cNvPr>
          <p:cNvSpPr>
            <a:spLocks noGrp="1"/>
          </p:cNvSpPr>
          <p:nvPr>
            <p:ph type="sldNum" sz="quarter" idx="5"/>
          </p:nvPr>
        </p:nvSpPr>
        <p:spPr/>
        <p:txBody>
          <a:bodyPr/>
          <a:lstStyle/>
          <a:p>
            <a:fld id="{B07158C4-A119-4B78-9DE8-A50001BC31DC}" type="slidenum">
              <a:rPr lang="en-AU" smtClean="0"/>
              <a:pPr/>
              <a:t>53</a:t>
            </a:fld>
            <a:endParaRPr lang="en-AU"/>
          </a:p>
        </p:txBody>
      </p:sp>
    </p:spTree>
    <p:extLst>
      <p:ext uri="{BB962C8B-B14F-4D97-AF65-F5344CB8AC3E}">
        <p14:creationId xmlns:p14="http://schemas.microsoft.com/office/powerpoint/2010/main" val="414812431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C37C3A-DFF4-E87C-0263-2CB64DCC17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27C56C-5609-C780-6C83-DB98BFF089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79062C-1F8B-D341-F9D5-5EE25643251A}"/>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The question on this slide connects to the content being explored in the developing number sense activity (Activity </a:t>
            </a:r>
            <a:r>
              <a:rPr lang="en-AU" dirty="0">
                <a:latin typeface="Arial"/>
                <a:cs typeface="Arial"/>
              </a:rPr>
              <a:t>8</a:t>
            </a:r>
            <a:r>
              <a:rPr lang="en-AU" sz="1600" b="0" i="0" dirty="0">
                <a:solidFill>
                  <a:schemeClr val="tx1"/>
                </a:solidFill>
                <a:latin typeface="Arial"/>
                <a:cs typeface="Arial"/>
              </a:rPr>
              <a:t>)</a:t>
            </a:r>
          </a:p>
          <a:p>
            <a:pPr>
              <a:defRPr/>
            </a:pPr>
            <a:endParaRPr lang="en-AU" b="1" dirty="0">
              <a:latin typeface="Arial"/>
              <a:cs typeface="Arial"/>
            </a:endParaRPr>
          </a:p>
          <a:p>
            <a:pPr>
              <a:defRPr/>
            </a:pPr>
            <a:r>
              <a:rPr lang="en-AU" b="1" dirty="0">
                <a:latin typeface="Arial"/>
                <a:cs typeface="Arial"/>
              </a:rPr>
              <a:t>Syllabus focus area:</a:t>
            </a:r>
            <a:endParaRPr lang="en-US" dirty="0">
              <a:solidFill>
                <a:srgbClr val="444444"/>
              </a:solidFill>
              <a:latin typeface="Arial"/>
              <a:cs typeface="Arial"/>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dirty="0">
                <a:latin typeface="Arial"/>
                <a:cs typeface="Arial"/>
              </a:rPr>
              <a:t>Represents quantity fractions A</a:t>
            </a: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br>
              <a:rPr lang="en-AU" sz="1600" b="0" i="0" dirty="0">
                <a:latin typeface="Arial" panose="020B0604020202020204" pitchFamily="34" charset="0"/>
                <a:cs typeface="Arial" panose="020B0604020202020204" pitchFamily="34" charset="0"/>
              </a:rPr>
            </a:br>
            <a:endParaRPr lang="en-AU" sz="1600" b="0" i="0" dirty="0">
              <a:solidFill>
                <a:schemeClr val="tx1"/>
              </a:solidFill>
              <a:latin typeface="Arial"/>
              <a:cs typeface="Arial"/>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sz="1600" b="0" i="0" dirty="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F9BF44D-0A94-58EC-0CFA-15296355176C}"/>
              </a:ext>
            </a:extLst>
          </p:cNvPr>
          <p:cNvSpPr>
            <a:spLocks noGrp="1"/>
          </p:cNvSpPr>
          <p:nvPr>
            <p:ph type="sldNum" sz="quarter" idx="5"/>
          </p:nvPr>
        </p:nvSpPr>
        <p:spPr/>
        <p:txBody>
          <a:bodyPr/>
          <a:lstStyle/>
          <a:p>
            <a:fld id="{B07158C4-A119-4B78-9DE8-A50001BC31DC}" type="slidenum">
              <a:rPr lang="en-AU" smtClean="0"/>
              <a:pPr/>
              <a:t>54</a:t>
            </a:fld>
            <a:endParaRPr lang="en-AU"/>
          </a:p>
        </p:txBody>
      </p:sp>
    </p:spTree>
    <p:extLst>
      <p:ext uri="{BB962C8B-B14F-4D97-AF65-F5344CB8AC3E}">
        <p14:creationId xmlns:p14="http://schemas.microsoft.com/office/powerpoint/2010/main" val="253000930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5819E3-B0F6-7F8F-03D3-6407A21A03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9BA8AD-0665-4AF9-5A1C-332FB12138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972822-3E05-64AA-6A34-FA90BE4748E9}"/>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Non-spatial measure B: Time</a:t>
            </a:r>
            <a:br>
              <a:rPr lang="en-AU">
                <a:latin typeface="Public Sans"/>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FF6F656-CCC2-ED1F-3E84-53642B1F7B01}"/>
              </a:ext>
            </a:extLst>
          </p:cNvPr>
          <p:cNvSpPr>
            <a:spLocks noGrp="1"/>
          </p:cNvSpPr>
          <p:nvPr>
            <p:ph type="sldNum" sz="quarter" idx="5"/>
          </p:nvPr>
        </p:nvSpPr>
        <p:spPr/>
        <p:txBody>
          <a:bodyPr/>
          <a:lstStyle/>
          <a:p>
            <a:fld id="{B07158C4-A119-4B78-9DE8-A50001BC31DC}" type="slidenum">
              <a:rPr lang="en-AU" smtClean="0"/>
              <a:pPr/>
              <a:t>55</a:t>
            </a:fld>
            <a:endParaRPr lang="en-AU"/>
          </a:p>
        </p:txBody>
      </p:sp>
    </p:spTree>
    <p:extLst>
      <p:ext uri="{BB962C8B-B14F-4D97-AF65-F5344CB8AC3E}">
        <p14:creationId xmlns:p14="http://schemas.microsoft.com/office/powerpoint/2010/main" val="75488731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65F3EF-C819-92E1-AFB4-4A8825D351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20E1E0-F881-1DE3-4225-1AAE144A85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EAA9B3-C65A-1E2A-0543-C0AD4443D30A}"/>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dirty="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dirty="0">
                <a:solidFill>
                  <a:schemeClr val="tx1"/>
                </a:solidFill>
                <a:latin typeface="Arial"/>
                <a:cs typeface="Arial"/>
              </a:rPr>
              <a:t>Syllabus focus area:</a:t>
            </a:r>
          </a:p>
          <a:p>
            <a:r>
              <a:rPr lang="en-AU" dirty="0">
                <a:latin typeface="Public Sans"/>
              </a:rPr>
              <a:t>Data A</a:t>
            </a:r>
            <a:endParaRPr lang="en-AU" sz="1600" dirty="0">
              <a:latin typeface="Public Sans"/>
            </a:endParaRPr>
          </a:p>
          <a:p>
            <a:pPr marL="0" indent="0" algn="l">
              <a:buFont typeface="Wingdings" panose="05000000000000000000" pitchFamily="2" charset="2"/>
              <a:buNone/>
            </a:pPr>
            <a:endParaRPr lang="en-AU" sz="1600" b="0" i="0" dirty="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b="1"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0A39E692-220C-855D-16B2-FC43C2BE7106}"/>
              </a:ext>
            </a:extLst>
          </p:cNvPr>
          <p:cNvSpPr>
            <a:spLocks noGrp="1"/>
          </p:cNvSpPr>
          <p:nvPr>
            <p:ph type="sldNum" sz="quarter" idx="5"/>
          </p:nvPr>
        </p:nvSpPr>
        <p:spPr/>
        <p:txBody>
          <a:bodyPr/>
          <a:lstStyle/>
          <a:p>
            <a:fld id="{B07158C4-A119-4B78-9DE8-A50001BC31DC}" type="slidenum">
              <a:rPr lang="en-AU" smtClean="0"/>
              <a:pPr/>
              <a:t>56</a:t>
            </a:fld>
            <a:endParaRPr lang="en-AU"/>
          </a:p>
        </p:txBody>
      </p:sp>
    </p:spTree>
    <p:extLst>
      <p:ext uri="{BB962C8B-B14F-4D97-AF65-F5344CB8AC3E}">
        <p14:creationId xmlns:p14="http://schemas.microsoft.com/office/powerpoint/2010/main" val="4262815229"/>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DD993A-B0EC-5958-6F66-C545E0BEBA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1EA9FF-B123-5F5A-0CCF-31A0BAF3DE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15045E-1C4C-8CA0-E96F-0AF9A3F0ABB4}"/>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Three-dimensional spatial structure B: Volume </a:t>
            </a:r>
            <a:endParaRPr lang="en-AU" sz="1600">
              <a:latin typeface="Public Sans"/>
            </a:endParaRPr>
          </a:p>
          <a:p>
            <a:endParaRPr lang="en-AU"/>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868A08A-0379-056A-4ADA-5D3F78B00160}"/>
              </a:ext>
            </a:extLst>
          </p:cNvPr>
          <p:cNvSpPr>
            <a:spLocks noGrp="1"/>
          </p:cNvSpPr>
          <p:nvPr>
            <p:ph type="sldNum" sz="quarter" idx="5"/>
          </p:nvPr>
        </p:nvSpPr>
        <p:spPr/>
        <p:txBody>
          <a:bodyPr/>
          <a:lstStyle/>
          <a:p>
            <a:fld id="{B07158C4-A119-4B78-9DE8-A50001BC31DC}" type="slidenum">
              <a:rPr lang="en-AU" smtClean="0"/>
              <a:pPr/>
              <a:t>57</a:t>
            </a:fld>
            <a:endParaRPr lang="en-AU"/>
          </a:p>
        </p:txBody>
      </p:sp>
    </p:spTree>
    <p:extLst>
      <p:ext uri="{BB962C8B-B14F-4D97-AF65-F5344CB8AC3E}">
        <p14:creationId xmlns:p14="http://schemas.microsoft.com/office/powerpoint/2010/main" val="355060838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74E264-FD26-1A93-B2BD-52E567F5A8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AE50FF-7BD6-9625-55D4-41B34C4346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67923A-C2D1-8735-1567-89B089B0E5F7}"/>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Two-dimensional spatial structure A: 2D Shapes</a:t>
            </a:r>
            <a:endParaRPr lang="en-AU"/>
          </a:p>
          <a:p>
            <a:br>
              <a:rPr lang="en-AU">
                <a:latin typeface="Public Sans"/>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BB998A2-AF59-C506-C149-1C00BC7EDBA9}"/>
              </a:ext>
            </a:extLst>
          </p:cNvPr>
          <p:cNvSpPr>
            <a:spLocks noGrp="1"/>
          </p:cNvSpPr>
          <p:nvPr>
            <p:ph type="sldNum" sz="quarter" idx="5"/>
          </p:nvPr>
        </p:nvSpPr>
        <p:spPr/>
        <p:txBody>
          <a:bodyPr/>
          <a:lstStyle/>
          <a:p>
            <a:fld id="{B07158C4-A119-4B78-9DE8-A50001BC31DC}" type="slidenum">
              <a:rPr lang="en-AU" smtClean="0"/>
              <a:pPr/>
              <a:t>58</a:t>
            </a:fld>
            <a:endParaRPr lang="en-AU"/>
          </a:p>
        </p:txBody>
      </p:sp>
    </p:spTree>
    <p:extLst>
      <p:ext uri="{BB962C8B-B14F-4D97-AF65-F5344CB8AC3E}">
        <p14:creationId xmlns:p14="http://schemas.microsoft.com/office/powerpoint/2010/main" val="123746803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B078A4-538C-DE38-9C36-D7874A9A27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219DA9-D783-DBCB-26EA-034138100F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0833ED-1941-769C-3A9E-C2D6CC732BE4}"/>
              </a:ext>
            </a:extLst>
          </p:cNvPr>
          <p:cNvSpPr>
            <a:spLocks noGrp="1"/>
          </p:cNvSpPr>
          <p:nvPr>
            <p:ph type="body" idx="1"/>
          </p:nvPr>
        </p:nvSpPr>
        <p:spPr/>
        <p:txBody>
          <a:bodyPr/>
          <a:lstStyle/>
          <a:p>
            <a:pPr>
              <a:lnSpc>
                <a:spcPct val="150000"/>
              </a:lnSpc>
              <a:spcBef>
                <a:spcPts val="1200"/>
              </a:spcBef>
              <a:spcAft>
                <a:spcPts val="600"/>
              </a:spcAft>
            </a:pPr>
            <a:r>
              <a:rPr lang="en-AU" sz="1800" dirty="0">
                <a:latin typeface="Arial"/>
                <a:cs typeface="Arial"/>
              </a:rPr>
              <a:t>This is a developing number sense activity. </a:t>
            </a:r>
            <a:endParaRPr lang="en-US" sz="1800" dirty="0">
              <a:solidFill>
                <a:srgbClr val="444444"/>
              </a:solidFill>
              <a:latin typeface="Arial"/>
              <a:cs typeface="Arial"/>
            </a:endParaRPr>
          </a:p>
          <a:p>
            <a:pPr>
              <a:lnSpc>
                <a:spcPct val="150000"/>
              </a:lnSpc>
              <a:spcBef>
                <a:spcPts val="1200"/>
              </a:spcBef>
              <a:spcAft>
                <a:spcPts val="600"/>
              </a:spcAft>
            </a:pPr>
            <a:endParaRPr lang="en-AU" sz="1800" dirty="0">
              <a:solidFill>
                <a:srgbClr val="444444"/>
              </a:solidFill>
            </a:endParaRPr>
          </a:p>
          <a:p>
            <a:pPr>
              <a:lnSpc>
                <a:spcPct val="150000"/>
              </a:lnSpc>
              <a:spcBef>
                <a:spcPts val="1200"/>
              </a:spcBef>
              <a:spcAft>
                <a:spcPts val="600"/>
              </a:spcAft>
            </a:pPr>
            <a:r>
              <a:rPr lang="en-AU" sz="1800" dirty="0">
                <a:latin typeface="Arial"/>
                <a:cs typeface="Aria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endParaRPr lang="en-US" sz="1800" dirty="0">
              <a:solidFill>
                <a:srgbClr val="444444"/>
              </a:solidFill>
              <a:latin typeface="Arial"/>
              <a:cs typeface="Arial"/>
            </a:endParaRPr>
          </a:p>
          <a:p>
            <a:pPr>
              <a:lnSpc>
                <a:spcPts val="1913"/>
              </a:lnSpc>
            </a:pPr>
            <a:endParaRPr lang="en-AU" sz="1800" dirty="0">
              <a:solidFill>
                <a:srgbClr val="444444"/>
              </a:solidFill>
            </a:endParaRPr>
          </a:p>
          <a:p>
            <a:r>
              <a:rPr lang="en-AU" sz="1800" b="1" dirty="0">
                <a:latin typeface="Arial"/>
                <a:cs typeface="Arial"/>
              </a:rPr>
              <a:t>Syllabus focus area:</a:t>
            </a:r>
            <a:endParaRPr lang="en-US" sz="1800" dirty="0">
              <a:solidFill>
                <a:srgbClr val="444444"/>
              </a:solidFill>
              <a:latin typeface="Arial"/>
              <a:cs typeface="Arial"/>
            </a:endParaRPr>
          </a:p>
          <a:p>
            <a:pPr marL="0" marR="0" lvl="0" indent="0" algn="l" defTabSz="1219170" rtl="0" eaLnBrk="1" fontAlgn="auto" latinLnBrk="0" hangingPunct="1">
              <a:lnSpc>
                <a:spcPct val="100000"/>
              </a:lnSpc>
              <a:spcBef>
                <a:spcPts val="0"/>
              </a:spcBef>
              <a:spcAft>
                <a:spcPts val="0"/>
              </a:spcAft>
              <a:buClrTx/>
              <a:buSzTx/>
              <a:buFont typeface="Arial" panose="020F0302020204030204"/>
              <a:buNone/>
              <a:tabLst/>
              <a:defRPr/>
            </a:pPr>
            <a:r>
              <a:rPr lang="en-AU" sz="1800" dirty="0">
                <a:solidFill>
                  <a:srgbClr val="000000"/>
                </a:solidFill>
                <a:latin typeface="Arial"/>
                <a:cs typeface="Arial"/>
              </a:rPr>
              <a:t>Representing quantity fractions A</a:t>
            </a:r>
          </a:p>
          <a:p>
            <a:pPr marL="0" indent="0">
              <a:buFont typeface="Arial" panose="020F0302020204030204"/>
              <a:buNone/>
            </a:pPr>
            <a:endParaRPr lang="en-AU" sz="1800" dirty="0">
              <a:solidFill>
                <a:srgbClr val="444444"/>
              </a:solidFill>
            </a:endParaRPr>
          </a:p>
          <a:p>
            <a:pPr marL="285750" indent="-285750">
              <a:buFont typeface="Arial" panose="020F0302020204030204"/>
              <a:buChar char="•"/>
            </a:pPr>
            <a:endParaRPr lang="en-AU" sz="1800" dirty="0">
              <a:solidFill>
                <a:srgbClr val="444444"/>
              </a:solidFill>
            </a:endParaRPr>
          </a:p>
          <a:p>
            <a:pPr>
              <a:lnSpc>
                <a:spcPct val="150000"/>
              </a:lnSpc>
              <a:spcBef>
                <a:spcPts val="1200"/>
              </a:spcBef>
              <a:spcAft>
                <a:spcPts val="600"/>
              </a:spcAft>
            </a:pPr>
            <a:r>
              <a:rPr lang="en-AU" sz="1800" b="1" dirty="0">
                <a:latin typeface="Arial"/>
                <a:ea typeface="Calibri"/>
                <a:cs typeface="Arial"/>
              </a:rPr>
              <a:t>Subtracting unit fractions 2</a:t>
            </a:r>
            <a:endParaRPr lang="en-AU" sz="1800" b="1" dirty="0">
              <a:ea typeface="Calibri"/>
            </a:endParaRPr>
          </a:p>
          <a:p>
            <a:pPr>
              <a:lnSpc>
                <a:spcPct val="150000"/>
              </a:lnSpc>
              <a:spcBef>
                <a:spcPts val="1200"/>
              </a:spcBef>
              <a:spcAft>
                <a:spcPts val="600"/>
              </a:spcAft>
              <a:buNone/>
            </a:pPr>
            <a:endParaRPr lang="en-AU" sz="1800" b="1" dirty="0">
              <a:effectLst/>
              <a:latin typeface="Arial"/>
              <a:ea typeface="Calibri"/>
              <a:cs typeface="Arial"/>
            </a:endParaRPr>
          </a:p>
          <a:p>
            <a:pPr>
              <a:lnSpc>
                <a:spcPct val="150000"/>
              </a:lnSpc>
              <a:spcBef>
                <a:spcPts val="1200"/>
              </a:spcBef>
              <a:spcAft>
                <a:spcPts val="600"/>
              </a:spcAft>
              <a:buNone/>
            </a:pPr>
            <a:r>
              <a:rPr lang="en-AU" sz="1800" b="1" dirty="0">
                <a:effectLst/>
                <a:latin typeface="Arial"/>
                <a:ea typeface="Calibri"/>
                <a:cs typeface="Arial"/>
              </a:rPr>
              <a:t>Note</a:t>
            </a:r>
            <a:r>
              <a:rPr lang="en-AU" sz="1800" dirty="0">
                <a:effectLst/>
                <a:latin typeface="Arial"/>
                <a:ea typeface="Calibri"/>
                <a:cs typeface="Arial"/>
              </a:rPr>
              <a:t>:</a:t>
            </a:r>
            <a:r>
              <a:rPr lang="en-AU" sz="1800" b="1" dirty="0">
                <a:effectLst/>
                <a:latin typeface="Arial"/>
                <a:ea typeface="Calibri"/>
                <a:cs typeface="Arial"/>
              </a:rPr>
              <a:t> </a:t>
            </a:r>
            <a:r>
              <a:rPr lang="en-AU" sz="1800" dirty="0">
                <a:effectLst/>
                <a:latin typeface="Arial"/>
                <a:ea typeface="Calibri"/>
                <a:cs typeface="Arial"/>
              </a:rPr>
              <a:t>fraction cards on</a:t>
            </a:r>
            <a:r>
              <a:rPr lang="en-AU" sz="1800" b="1" dirty="0">
                <a:effectLst/>
                <a:latin typeface="Arial"/>
                <a:ea typeface="Calibri"/>
                <a:cs typeface="Arial"/>
              </a:rPr>
              <a:t> </a:t>
            </a:r>
            <a:r>
              <a:rPr lang="en-AU" sz="1800" dirty="0">
                <a:effectLst/>
                <a:latin typeface="Arial"/>
                <a:ea typeface="Calibri"/>
                <a:cs typeface="Arial"/>
              </a:rPr>
              <a:t>Resource 26 – fractions </a:t>
            </a:r>
            <a:r>
              <a:rPr lang="en-AU" sz="1800" dirty="0">
                <a:effectLst/>
                <a:latin typeface="Arial" panose="020B0604020202020204" pitchFamily="34" charset="0"/>
                <a:ea typeface="Calibri" panose="020F0502020204030204" pitchFamily="34" charset="0"/>
              </a:rPr>
              <a:t>from Stage 3 Unit 19 </a:t>
            </a:r>
            <a:r>
              <a:rPr lang="en-AU" sz="1800" dirty="0">
                <a:effectLst/>
                <a:latin typeface="Arial"/>
                <a:ea typeface="Calibri"/>
                <a:cs typeface="Arial"/>
              </a:rPr>
              <a:t>require cutting out prior to starting the game.</a:t>
            </a:r>
          </a:p>
          <a:p>
            <a:endParaRPr lang="en-AU" dirty="0">
              <a:latin typeface="Public Sans"/>
            </a:endParaRPr>
          </a:p>
          <a:p>
            <a:r>
              <a:rPr lang="en-AU" dirty="0">
                <a:effectLst/>
                <a:latin typeface="Public Sans"/>
              </a:rPr>
              <a:t>Provide pairs </a:t>
            </a:r>
            <a:r>
              <a:rPr lang="en-AU" sz="1600" kern="1200" dirty="0">
                <a:solidFill>
                  <a:schemeClr val="tx1"/>
                </a:solidFill>
                <a:effectLst/>
                <a:latin typeface="Public Sans"/>
                <a:ea typeface="+mn-ea"/>
                <a:cs typeface="Arial" panose="020B0604020202020204" pitchFamily="34" charset="0"/>
              </a:rPr>
              <a:t>with Resource 26 – fractions from Stage </a:t>
            </a:r>
            <a:r>
              <a:rPr lang="en-AU" sz="1600" dirty="0">
                <a:effectLst/>
                <a:latin typeface="Arial" panose="020B0604020202020204" pitchFamily="34" charset="0"/>
                <a:ea typeface="Calibri" panose="020F0502020204030204" pitchFamily="34" charset="0"/>
              </a:rPr>
              <a:t>3 Unit 19,</a:t>
            </a:r>
            <a:r>
              <a:rPr lang="en-AU" dirty="0">
                <a:effectLst/>
                <a:latin typeface="Public Sans"/>
              </a:rPr>
              <a:t> a 9-sided </a:t>
            </a:r>
            <a:r>
              <a:rPr lang="en-AU" dirty="0">
                <a:latin typeface="Public Sans"/>
              </a:rPr>
              <a:t>dice </a:t>
            </a:r>
            <a:r>
              <a:rPr lang="en-AU" dirty="0">
                <a:effectLst/>
                <a:latin typeface="Public Sans"/>
              </a:rPr>
              <a:t>and 2 individual whiteboards.</a:t>
            </a:r>
            <a:endParaRPr lang="en-AU" dirty="0"/>
          </a:p>
          <a:p>
            <a:endParaRPr lang="en-AU" b="1" dirty="0">
              <a:latin typeface="Public Sans"/>
            </a:endParaRPr>
          </a:p>
          <a:p>
            <a:r>
              <a:rPr lang="en-AU" b="1" dirty="0">
                <a:effectLst/>
                <a:latin typeface="Public Sans"/>
              </a:rPr>
              <a:t>Note</a:t>
            </a:r>
            <a:r>
              <a:rPr lang="en-AU" dirty="0">
                <a:effectLst/>
                <a:latin typeface="Public Sans"/>
              </a:rPr>
              <a:t>: if the 9-sided dice have zero, explain to students that it will represent 10 for this game.</a:t>
            </a:r>
          </a:p>
          <a:p>
            <a:endParaRPr lang="en-AU" dirty="0">
              <a:latin typeface="Public Sans"/>
            </a:endParaRPr>
          </a:p>
          <a:p>
            <a:pPr lvl="0"/>
            <a:r>
              <a:rPr lang="en-AU" sz="1600" kern="1200" dirty="0">
                <a:solidFill>
                  <a:schemeClr val="tx1"/>
                </a:solidFill>
                <a:effectLst/>
                <a:latin typeface="Arial" panose="020B0604020202020204" pitchFamily="34" charset="0"/>
                <a:ea typeface="+mn-ea"/>
                <a:cs typeface="Arial" panose="020B0604020202020204" pitchFamily="34" charset="0"/>
              </a:rPr>
              <a:t>Revise the instructions, with the extra step to decide which player is closest to the whole number.</a:t>
            </a:r>
          </a:p>
          <a:p>
            <a:pPr lvl="0"/>
            <a:r>
              <a:rPr lang="en-AU" sz="1600" kern="1200" dirty="0">
                <a:solidFill>
                  <a:schemeClr val="tx1"/>
                </a:solidFill>
                <a:effectLst/>
                <a:latin typeface="Arial" panose="020B0604020202020204" pitchFamily="34" charset="0"/>
                <a:ea typeface="+mn-ea"/>
                <a:cs typeface="Arial" panose="020B0604020202020204" pitchFamily="34" charset="0"/>
              </a:rPr>
              <a:t>One player rolls the die to get the starting whole number. Both players flip a card from Resource 26 – fractions </a:t>
            </a:r>
            <a:r>
              <a:rPr lang="en-AU" sz="1600" dirty="0">
                <a:effectLst/>
                <a:latin typeface="Arial" panose="020B0604020202020204" pitchFamily="34" charset="0"/>
                <a:ea typeface="Calibri" panose="020F0502020204030204" pitchFamily="34" charset="0"/>
              </a:rPr>
              <a:t>from Stage 3 Unit 19,</a:t>
            </a:r>
            <a:r>
              <a:rPr lang="en-AU" dirty="0">
                <a:effectLst/>
                <a:latin typeface="Public Sans"/>
              </a:rPr>
              <a:t> </a:t>
            </a:r>
            <a:r>
              <a:rPr lang="en-AU" sz="1600" kern="1200" dirty="0">
                <a:solidFill>
                  <a:schemeClr val="tx1"/>
                </a:solidFill>
                <a:effectLst/>
                <a:latin typeface="Arial" panose="020B0604020202020204" pitchFamily="34" charset="0"/>
                <a:ea typeface="+mn-ea"/>
                <a:cs typeface="Arial" panose="020B0604020202020204" pitchFamily="34" charset="0"/>
              </a:rPr>
              <a:t>. The card determines the unit fraction that will be subtracted from the whole number.</a:t>
            </a:r>
          </a:p>
          <a:p>
            <a:r>
              <a:rPr lang="en-AU" sz="1600" kern="1200" dirty="0">
                <a:solidFill>
                  <a:schemeClr val="tx1"/>
                </a:solidFill>
                <a:effectLst/>
                <a:latin typeface="Arial" panose="020B0604020202020204" pitchFamily="34" charset="0"/>
                <a:ea typeface="+mn-ea"/>
                <a:cs typeface="Arial" panose="020B0604020202020204" pitchFamily="34" charset="0"/>
              </a:rPr>
              <a:t>Each player draws a number line on their whiteboard, marking the fractional parts and recording the solution as a subtraction.</a:t>
            </a:r>
          </a:p>
          <a:p>
            <a:pPr lvl="0"/>
            <a:r>
              <a:rPr lang="en-AU" sz="1600" kern="1200" dirty="0">
                <a:solidFill>
                  <a:schemeClr val="tx1"/>
                </a:solidFill>
                <a:effectLst/>
                <a:latin typeface="Arial" panose="020B0604020202020204" pitchFamily="34" charset="0"/>
                <a:ea typeface="+mn-ea"/>
                <a:cs typeface="Arial" panose="020B0604020202020204" pitchFamily="34" charset="0"/>
              </a:rPr>
              <a:t>Players identify which answer is closest to the starting whole number and award that player a point.</a:t>
            </a:r>
          </a:p>
          <a:p>
            <a:r>
              <a:rPr lang="en-AU" sz="1600" kern="1200" dirty="0">
                <a:solidFill>
                  <a:schemeClr val="tx1"/>
                </a:solidFill>
                <a:effectLst/>
                <a:latin typeface="Arial" panose="020B0604020202020204" pitchFamily="34" charset="0"/>
                <a:ea typeface="+mn-ea"/>
                <a:cs typeface="Arial" panose="020B0604020202020204" pitchFamily="34" charset="0"/>
              </a:rPr>
              <a:t>Repeat until a player reaches 11 points and is declared the winner.</a:t>
            </a:r>
            <a:endParaRPr lang="en-AU" sz="1800" dirty="0">
              <a:effectLst/>
              <a:latin typeface="Arial" panose="020B0604020202020204" pitchFamily="34" charset="0"/>
              <a:ea typeface="Calibri" panose="020F0502020204030204" pitchFamily="34" charset="0"/>
              <a:cs typeface="Arial"/>
            </a:endParaRPr>
          </a:p>
          <a:p>
            <a:pPr marL="0" lvl="0" indent="0">
              <a:lnSpc>
                <a:spcPct val="150000"/>
              </a:lnSpc>
              <a:spcBef>
                <a:spcPts val="1200"/>
              </a:spcBef>
              <a:spcAft>
                <a:spcPts val="600"/>
              </a:spcAft>
              <a:buFont typeface="+mj-lt"/>
              <a:buNone/>
            </a:pPr>
            <a:endParaRPr lang="en-AU" dirty="0"/>
          </a:p>
        </p:txBody>
      </p:sp>
      <p:sp>
        <p:nvSpPr>
          <p:cNvPr id="4" name="Slide Number Placeholder 3">
            <a:extLst>
              <a:ext uri="{FF2B5EF4-FFF2-40B4-BE49-F238E27FC236}">
                <a16:creationId xmlns:a16="http://schemas.microsoft.com/office/drawing/2014/main" id="{C5AE6617-4E37-96F8-7EAB-32387917B077}"/>
              </a:ext>
            </a:extLst>
          </p:cNvPr>
          <p:cNvSpPr>
            <a:spLocks noGrp="1"/>
          </p:cNvSpPr>
          <p:nvPr>
            <p:ph type="sldNum" sz="quarter" idx="5"/>
          </p:nvPr>
        </p:nvSpPr>
        <p:spPr/>
        <p:txBody>
          <a:bodyPr/>
          <a:lstStyle/>
          <a:p>
            <a:fld id="{B07158C4-A119-4B78-9DE8-A50001BC31DC}" type="slidenum">
              <a:rPr lang="en-AU" smtClean="0"/>
              <a:pPr/>
              <a:t>59</a:t>
            </a:fld>
            <a:endParaRPr lang="en-AU"/>
          </a:p>
        </p:txBody>
      </p:sp>
    </p:spTree>
    <p:extLst>
      <p:ext uri="{BB962C8B-B14F-4D97-AF65-F5344CB8AC3E}">
        <p14:creationId xmlns:p14="http://schemas.microsoft.com/office/powerpoint/2010/main" val="2178578319"/>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60</a:t>
            </a:fld>
            <a:endParaRPr lang="en-AU"/>
          </a:p>
        </p:txBody>
      </p:sp>
    </p:spTree>
    <p:extLst>
      <p:ext uri="{BB962C8B-B14F-4D97-AF65-F5344CB8AC3E}">
        <p14:creationId xmlns:p14="http://schemas.microsoft.com/office/powerpoint/2010/main" val="270715816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61</a:t>
            </a:fld>
            <a:endParaRPr lang="en-AU"/>
          </a:p>
        </p:txBody>
      </p:sp>
    </p:spTree>
    <p:extLst>
      <p:ext uri="{BB962C8B-B14F-4D97-AF65-F5344CB8AC3E}">
        <p14:creationId xmlns:p14="http://schemas.microsoft.com/office/powerpoint/2010/main" val="1688771064"/>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62</a:t>
            </a:fld>
            <a:endParaRPr lang="en-AU"/>
          </a:p>
        </p:txBody>
      </p:sp>
    </p:spTree>
    <p:extLst>
      <p:ext uri="{BB962C8B-B14F-4D97-AF65-F5344CB8AC3E}">
        <p14:creationId xmlns:p14="http://schemas.microsoft.com/office/powerpoint/2010/main" val="371172742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63</a:t>
            </a:fld>
            <a:endParaRPr lang="en-AU"/>
          </a:p>
        </p:txBody>
      </p:sp>
    </p:spTree>
    <p:extLst>
      <p:ext uri="{BB962C8B-B14F-4D97-AF65-F5344CB8AC3E}">
        <p14:creationId xmlns:p14="http://schemas.microsoft.com/office/powerpoint/2010/main" val="23334674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AU"/>
              <a:t>Use the arrows to navigate between related activities.</a:t>
            </a:r>
          </a:p>
          <a:p>
            <a:pPr marL="0" marR="0" lvl="0" indent="0" algn="l" defTabSz="1219170" rtl="0" eaLnBrk="1" fontAlgn="auto" latinLnBrk="0" hangingPunct="1">
              <a:lnSpc>
                <a:spcPct val="100000"/>
              </a:lnSpc>
              <a:spcBef>
                <a:spcPts val="0"/>
              </a:spcBef>
              <a:spcAft>
                <a:spcPts val="0"/>
              </a:spcAft>
              <a:buClrTx/>
              <a:buSzTx/>
              <a:buFontTx/>
              <a:buNone/>
              <a:tabLst/>
              <a:defRPr/>
            </a:pPr>
            <a:endParaRPr lang="en-AU"/>
          </a:p>
          <a:p>
            <a:pPr marL="0" marR="0" lvl="0" indent="0" algn="l" defTabSz="1219170" rtl="0" eaLnBrk="1" fontAlgn="auto" latinLnBrk="0" hangingPunct="1">
              <a:lnSpc>
                <a:spcPct val="100000"/>
              </a:lnSpc>
              <a:spcBef>
                <a:spcPts val="0"/>
              </a:spcBef>
              <a:spcAft>
                <a:spcPts val="0"/>
              </a:spcAft>
              <a:buClrTx/>
              <a:buSzTx/>
              <a:buFontTx/>
              <a:buNone/>
              <a:tabLst/>
              <a:defRPr/>
            </a:pPr>
            <a:r>
              <a:rPr lang="en-AU"/>
              <a:t>Hyperlink each arrow to compare between related slides.</a:t>
            </a:r>
          </a:p>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64</a:t>
            </a:fld>
            <a:endParaRPr lang="en-AU"/>
          </a:p>
        </p:txBody>
      </p:sp>
    </p:spTree>
    <p:extLst>
      <p:ext uri="{BB962C8B-B14F-4D97-AF65-F5344CB8AC3E}">
        <p14:creationId xmlns:p14="http://schemas.microsoft.com/office/powerpoint/2010/main" val="1474584797"/>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7A3FC8-7C27-ADA4-A03B-5E48C1C148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3F9E58-3C51-C638-D2A9-0DC09233C5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9681D0-1819-E9EE-FB6C-BDEED94D6951}"/>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panose="020B0604020202020204" pitchFamily="34" charset="0"/>
                <a:cs typeface="Arial" panose="020B0604020202020204" pitchFamily="34" charset="0"/>
              </a:rPr>
              <a:t>This question connects to the content in the developing number sense activity (Activity 1)</a:t>
            </a: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sz="1600" b="0" i="0" dirty="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b="1" dirty="0"/>
              <a:t>Syllabus focus area:</a:t>
            </a:r>
            <a:endParaRPr lang="en-US" dirty="0">
              <a:solidFill>
                <a:srgbClr val="444444"/>
              </a:solidFill>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sz="1600" b="0" i="0" dirty="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0" i="0" dirty="0">
                <a:solidFill>
                  <a:schemeClr val="tx1"/>
                </a:solidFill>
                <a:latin typeface="Arial" panose="020B0604020202020204" pitchFamily="34" charset="0"/>
                <a:cs typeface="Arial" panose="020B0604020202020204" pitchFamily="34" charset="0"/>
              </a:rPr>
              <a:t>This question can:</a:t>
            </a:r>
          </a:p>
          <a:p>
            <a:pPr marL="0" indent="0" algn="l">
              <a:buFont typeface="Wingdings" panose="05000000000000000000" pitchFamily="2" charset="2"/>
              <a:buNone/>
            </a:pPr>
            <a:endParaRPr lang="en-AU" sz="1600" b="0" i="0" dirty="0">
              <a:solidFill>
                <a:schemeClr val="tx1"/>
              </a:solidFill>
              <a:latin typeface="Arial" panose="020B0604020202020204" pitchFamily="34" charset="0"/>
              <a:cs typeface="Arial" panose="020B0604020202020204" pitchFamily="34" charset="0"/>
            </a:endParaRPr>
          </a:p>
          <a:p>
            <a:pPr marL="285750" indent="-285750" algn="l">
              <a:buFont typeface="Wingdings" panose="05000000000000000000" pitchFamily="2" charset="2"/>
              <a:buChar char="ü"/>
            </a:pPr>
            <a:r>
              <a:rPr lang="en-AU" sz="1600" b="0" i="0" dirty="0">
                <a:solidFill>
                  <a:schemeClr val="tx1"/>
                </a:solidFill>
                <a:latin typeface="Arial" panose="020B0604020202020204" pitchFamily="34" charset="0"/>
                <a:cs typeface="Arial" panose="020B0604020202020204" pitchFamily="34" charset="0"/>
              </a:rPr>
              <a:t>support spaced and interleaved practice</a:t>
            </a:r>
          </a:p>
          <a:p>
            <a:pPr marL="285750" indent="-285750" algn="l">
              <a:buFont typeface="Wingdings" panose="05000000000000000000" pitchFamily="2" charset="2"/>
              <a:buChar char="ü"/>
            </a:pPr>
            <a:r>
              <a:rPr lang="en-AU" sz="1600" b="0" i="0" dirty="0">
                <a:solidFill>
                  <a:schemeClr val="tx1"/>
                </a:solidFill>
                <a:latin typeface="Arial" panose="020B0604020202020204" pitchFamily="34" charset="0"/>
                <a:cs typeface="Arial" panose="020B0604020202020204" pitchFamily="34" charset="0"/>
              </a:rPr>
              <a:t>help identify and address common misconceptions </a:t>
            </a:r>
          </a:p>
          <a:p>
            <a:pPr marL="285750" indent="-285750" algn="l">
              <a:buFont typeface="Wingdings" panose="05000000000000000000" pitchFamily="2" charset="2"/>
              <a:buChar char="ü"/>
            </a:pPr>
            <a:r>
              <a:rPr lang="en-AU" sz="1600" b="0" i="0" dirty="0">
                <a:solidFill>
                  <a:schemeClr val="tx1"/>
                </a:solidFill>
                <a:latin typeface="Arial" panose="020B0604020202020204" pitchFamily="34" charset="0"/>
                <a:cs typeface="Arial" panose="020B0604020202020204" pitchFamily="34" charset="0"/>
              </a:rPr>
              <a:t>support active recall and immediate feedback</a:t>
            </a:r>
          </a:p>
          <a:p>
            <a:pPr marL="285750" indent="-285750" algn="l">
              <a:buFont typeface="Wingdings" panose="05000000000000000000" pitchFamily="2" charset="2"/>
              <a:buChar char="ü"/>
            </a:pPr>
            <a:r>
              <a:rPr lang="en-AU" sz="1600" b="0" i="0" dirty="0">
                <a:solidFill>
                  <a:schemeClr val="tx1"/>
                </a:solidFill>
                <a:latin typeface="Arial" panose="020B0604020202020204" pitchFamily="34" charset="0"/>
                <a:cs typeface="Arial" panose="020B0604020202020204" pitchFamily="34" charset="0"/>
              </a:rPr>
              <a:t>support whole class participation</a:t>
            </a:r>
          </a:p>
          <a:p>
            <a:pPr marL="285750" indent="-285750" algn="l">
              <a:buFont typeface="Wingdings" panose="05000000000000000000" pitchFamily="2" charset="2"/>
              <a:buChar char="ü"/>
            </a:pPr>
            <a:r>
              <a:rPr lang="en-AU" sz="1600" b="0" i="0" dirty="0">
                <a:solidFill>
                  <a:schemeClr val="tx1"/>
                </a:solidFill>
                <a:latin typeface="Arial" panose="020B0604020202020204" pitchFamily="34" charset="0"/>
                <a:cs typeface="Arial" panose="020B0604020202020204" pitchFamily="34" charset="0"/>
              </a:rPr>
              <a:t>identify areas requiring reteach</a:t>
            </a:r>
          </a:p>
          <a:p>
            <a:pPr>
              <a:lnSpc>
                <a:spcPct val="150000"/>
              </a:lnSpc>
              <a:spcBef>
                <a:spcPts val="1200"/>
              </a:spcBef>
              <a:spcAft>
                <a:spcPts val="600"/>
              </a:spcAft>
            </a:pPr>
            <a:endParaRPr lang="en-AU" sz="1600" b="0" dirty="0">
              <a:effectLst/>
              <a:latin typeface="Arial" panose="020B0604020202020204" pitchFamily="34" charset="0"/>
              <a:ea typeface="Calibri" panose="020F0502020204030204" pitchFamily="34" charset="0"/>
              <a:cs typeface="Arial" panose="020B0604020202020204" pitchFamily="34" charset="0"/>
            </a:endParaRPr>
          </a:p>
          <a:p>
            <a:pPr marL="0" marR="0" lvl="0" indent="0" algn="l" defTabSz="1219170" rtl="0" eaLnBrk="1" fontAlgn="auto" latinLnBrk="0" hangingPunct="1">
              <a:lnSpc>
                <a:spcPct val="150000"/>
              </a:lnSpc>
              <a:spcBef>
                <a:spcPts val="1200"/>
              </a:spcBef>
              <a:spcAft>
                <a:spcPts val="600"/>
              </a:spcAft>
              <a:buClrTx/>
              <a:buSzTx/>
              <a:buFontTx/>
              <a:buNone/>
              <a:tabLst/>
              <a:defRPr/>
            </a:pPr>
            <a:r>
              <a:rPr lang="en-AU" sz="1600" b="1" i="0" dirty="0">
                <a:solidFill>
                  <a:schemeClr val="tx1"/>
                </a:solidFill>
                <a:latin typeface="Arial" panose="020B0604020202020204" pitchFamily="34" charset="0"/>
                <a:cs typeface="Arial" panose="020B0604020202020204" pitchFamily="34" charset="0"/>
              </a:rPr>
              <a:t>Teachers are encouraged to adapt and contextualise for their contexts.</a:t>
            </a:r>
          </a:p>
        </p:txBody>
      </p:sp>
      <p:sp>
        <p:nvSpPr>
          <p:cNvPr id="4" name="Slide Number Placeholder 3">
            <a:extLst>
              <a:ext uri="{FF2B5EF4-FFF2-40B4-BE49-F238E27FC236}">
                <a16:creationId xmlns:a16="http://schemas.microsoft.com/office/drawing/2014/main" id="{53E40460-08D8-1BDD-6B68-F7DFB23337A6}"/>
              </a:ext>
            </a:extLst>
          </p:cNvPr>
          <p:cNvSpPr>
            <a:spLocks noGrp="1"/>
          </p:cNvSpPr>
          <p:nvPr>
            <p:ph type="sldNum" sz="quarter" idx="5"/>
          </p:nvPr>
        </p:nvSpPr>
        <p:spPr/>
        <p:txBody>
          <a:bodyPr/>
          <a:lstStyle/>
          <a:p>
            <a:fld id="{B07158C4-A119-4B78-9DE8-A50001BC31DC}" type="slidenum">
              <a:rPr lang="en-AU" smtClean="0"/>
              <a:pPr/>
              <a:t>65</a:t>
            </a:fld>
            <a:endParaRPr lang="en-AU"/>
          </a:p>
        </p:txBody>
      </p:sp>
    </p:spTree>
    <p:extLst>
      <p:ext uri="{BB962C8B-B14F-4D97-AF65-F5344CB8AC3E}">
        <p14:creationId xmlns:p14="http://schemas.microsoft.com/office/powerpoint/2010/main" val="1154443820"/>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737D30-8C3C-1F9B-1235-EED776AA1E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0F2E79-EC8B-85C4-64A1-B9824B5777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281569-AF22-80CB-50D8-8C75DD350298}"/>
              </a:ext>
            </a:extLst>
          </p:cNvPr>
          <p:cNvSpPr>
            <a:spLocks noGrp="1"/>
          </p:cNvSpPr>
          <p:nvPr>
            <p:ph type="body" idx="1"/>
          </p:nvPr>
        </p:nvSpPr>
        <p:spPr/>
        <p:txBody>
          <a:bodyPr/>
          <a:lstStyle/>
          <a:p>
            <a:r>
              <a:rPr lang="en-AU" sz="1600" b="0" i="0" dirty="0">
                <a:solidFill>
                  <a:schemeClr val="tx1"/>
                </a:solidFill>
                <a:latin typeface="Arial"/>
                <a:cs typeface="Arial"/>
              </a:rPr>
              <a:t>This question connects to the content in the developing number sense activity (Activity 1)</a:t>
            </a:r>
            <a:br>
              <a:rPr lang="en-AU" dirty="0">
                <a:latin typeface="Arial"/>
                <a:cs typeface="Arial"/>
              </a:rPr>
            </a:br>
            <a:br>
              <a:rPr lang="en-AU" dirty="0"/>
            </a:br>
            <a:r>
              <a:rPr lang="en-AU" b="1" dirty="0"/>
              <a:t>Syllabus focus area:</a:t>
            </a:r>
            <a:endParaRPr lang="en-US" dirty="0">
              <a:solidFill>
                <a:srgbClr val="444444"/>
              </a:solidFill>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sz="1600" b="0" i="0" dirty="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0" i="0" dirty="0">
                <a:solidFill>
                  <a:schemeClr val="tx1"/>
                </a:solidFill>
                <a:latin typeface="Arial" panose="020B0604020202020204" pitchFamily="34" charset="0"/>
                <a:cs typeface="Arial" panose="020B0604020202020204" pitchFamily="34" charset="0"/>
              </a:rPr>
              <a:t>This question can:</a:t>
            </a:r>
          </a:p>
          <a:p>
            <a:pPr marL="0" indent="0" algn="l">
              <a:buFont typeface="Wingdings" panose="05000000000000000000" pitchFamily="2" charset="2"/>
              <a:buNone/>
            </a:pPr>
            <a:endParaRPr lang="en-AU" sz="1600" b="0" i="0" dirty="0">
              <a:solidFill>
                <a:schemeClr val="tx1"/>
              </a:solidFill>
              <a:latin typeface="Arial" panose="020B0604020202020204" pitchFamily="34" charset="0"/>
              <a:cs typeface="Arial" panose="020B0604020202020204" pitchFamily="34" charset="0"/>
            </a:endParaRPr>
          </a:p>
          <a:p>
            <a:pPr marL="285750" indent="-285750" algn="l">
              <a:buFont typeface="Wingdings" panose="05000000000000000000" pitchFamily="2" charset="2"/>
              <a:buChar char="ü"/>
            </a:pPr>
            <a:r>
              <a:rPr lang="en-AU" sz="1600" b="0" i="0" dirty="0">
                <a:solidFill>
                  <a:schemeClr val="tx1"/>
                </a:solidFill>
                <a:latin typeface="Arial" panose="020B0604020202020204" pitchFamily="34" charset="0"/>
                <a:cs typeface="Arial" panose="020B0604020202020204" pitchFamily="34" charset="0"/>
              </a:rPr>
              <a:t>support spaced and interleaved practice</a:t>
            </a:r>
          </a:p>
          <a:p>
            <a:pPr marL="285750" indent="-285750" algn="l">
              <a:buFont typeface="Wingdings" panose="05000000000000000000" pitchFamily="2" charset="2"/>
              <a:buChar char="ü"/>
            </a:pPr>
            <a:r>
              <a:rPr lang="en-AU" sz="1600" b="0" i="0" dirty="0">
                <a:solidFill>
                  <a:schemeClr val="tx1"/>
                </a:solidFill>
                <a:latin typeface="Arial" panose="020B0604020202020204" pitchFamily="34" charset="0"/>
                <a:cs typeface="Arial" panose="020B0604020202020204" pitchFamily="34" charset="0"/>
              </a:rPr>
              <a:t>help identify and address common misconceptions </a:t>
            </a:r>
          </a:p>
          <a:p>
            <a:pPr marL="285750" indent="-285750" algn="l">
              <a:buFont typeface="Wingdings" panose="05000000000000000000" pitchFamily="2" charset="2"/>
              <a:buChar char="ü"/>
            </a:pPr>
            <a:r>
              <a:rPr lang="en-AU" sz="1600" b="0" i="0" dirty="0">
                <a:solidFill>
                  <a:schemeClr val="tx1"/>
                </a:solidFill>
                <a:latin typeface="Arial" panose="020B0604020202020204" pitchFamily="34" charset="0"/>
                <a:cs typeface="Arial" panose="020B0604020202020204" pitchFamily="34" charset="0"/>
              </a:rPr>
              <a:t>support active recall and immediate feedback</a:t>
            </a:r>
          </a:p>
          <a:p>
            <a:pPr marL="285750" indent="-285750" algn="l">
              <a:buFont typeface="Wingdings" panose="05000000000000000000" pitchFamily="2" charset="2"/>
              <a:buChar char="ü"/>
            </a:pPr>
            <a:r>
              <a:rPr lang="en-AU" sz="1600" b="0" i="0" dirty="0">
                <a:solidFill>
                  <a:schemeClr val="tx1"/>
                </a:solidFill>
                <a:latin typeface="Arial" panose="020B0604020202020204" pitchFamily="34" charset="0"/>
                <a:cs typeface="Arial" panose="020B0604020202020204" pitchFamily="34" charset="0"/>
              </a:rPr>
              <a:t>support whole class participation</a:t>
            </a:r>
          </a:p>
          <a:p>
            <a:pPr marL="285750" indent="-285750" algn="l">
              <a:buFont typeface="Wingdings" panose="05000000000000000000" pitchFamily="2" charset="2"/>
              <a:buChar char="ü"/>
            </a:pPr>
            <a:r>
              <a:rPr lang="en-AU" sz="1600" b="0" i="0" dirty="0">
                <a:solidFill>
                  <a:schemeClr val="tx1"/>
                </a:solidFill>
                <a:latin typeface="Arial" panose="020B0604020202020204" pitchFamily="34" charset="0"/>
                <a:cs typeface="Arial" panose="020B0604020202020204" pitchFamily="34" charset="0"/>
              </a:rPr>
              <a:t>identify areas requiring reteach</a:t>
            </a:r>
          </a:p>
          <a:p>
            <a:pPr>
              <a:lnSpc>
                <a:spcPct val="150000"/>
              </a:lnSpc>
              <a:spcBef>
                <a:spcPts val="1200"/>
              </a:spcBef>
              <a:spcAft>
                <a:spcPts val="600"/>
              </a:spcAft>
            </a:pPr>
            <a:endParaRPr lang="en-AU" sz="1600" b="0" dirty="0">
              <a:effectLst/>
              <a:latin typeface="Arial" panose="020B0604020202020204" pitchFamily="34" charset="0"/>
              <a:ea typeface="Calibri" panose="020F0502020204030204" pitchFamily="34" charset="0"/>
              <a:cs typeface="Arial" panose="020B0604020202020204" pitchFamily="34" charset="0"/>
            </a:endParaRPr>
          </a:p>
          <a:p>
            <a:pPr marL="0" marR="0" lvl="0" indent="0" algn="l" defTabSz="1219170" rtl="0" eaLnBrk="1" fontAlgn="auto" latinLnBrk="0" hangingPunct="1">
              <a:lnSpc>
                <a:spcPct val="150000"/>
              </a:lnSpc>
              <a:spcBef>
                <a:spcPts val="1200"/>
              </a:spcBef>
              <a:spcAft>
                <a:spcPts val="600"/>
              </a:spcAft>
              <a:buClrTx/>
              <a:buSzTx/>
              <a:buFontTx/>
              <a:buNone/>
              <a:tabLst/>
              <a:defRPr/>
            </a:pPr>
            <a:r>
              <a:rPr lang="en-AU" sz="1600" b="1" i="0" dirty="0">
                <a:solidFill>
                  <a:schemeClr val="tx1"/>
                </a:solidFill>
                <a:latin typeface="Arial" panose="020B0604020202020204" pitchFamily="34" charset="0"/>
                <a:cs typeface="Arial" panose="020B0604020202020204" pitchFamily="34" charset="0"/>
              </a:rPr>
              <a:t>Teachers are encouraged to adapt and contextualise for their contexts.</a:t>
            </a:r>
            <a:endParaRPr lang="en-AU" b="1" dirty="0">
              <a:effectLst/>
              <a:ea typeface="Calibri" panose="020F0502020204030204" pitchFamily="34" charset="0"/>
              <a:cs typeface="Arial"/>
            </a:endParaRPr>
          </a:p>
          <a:p>
            <a:endParaRPr lang="en-US" dirty="0"/>
          </a:p>
        </p:txBody>
      </p:sp>
      <p:sp>
        <p:nvSpPr>
          <p:cNvPr id="4" name="Slide Number Placeholder 3">
            <a:extLst>
              <a:ext uri="{FF2B5EF4-FFF2-40B4-BE49-F238E27FC236}">
                <a16:creationId xmlns:a16="http://schemas.microsoft.com/office/drawing/2014/main" id="{49558E46-6CF2-2491-6CB7-1B34BC401650}"/>
              </a:ext>
            </a:extLst>
          </p:cNvPr>
          <p:cNvSpPr>
            <a:spLocks noGrp="1"/>
          </p:cNvSpPr>
          <p:nvPr>
            <p:ph type="sldNum" sz="quarter" idx="5"/>
          </p:nvPr>
        </p:nvSpPr>
        <p:spPr/>
        <p:txBody>
          <a:bodyPr/>
          <a:lstStyle/>
          <a:p>
            <a:fld id="{B07158C4-A119-4B78-9DE8-A50001BC31DC}" type="slidenum">
              <a:rPr lang="en-AU" smtClean="0"/>
              <a:pPr/>
              <a:t>66</a:t>
            </a:fld>
            <a:endParaRPr lang="en-AU"/>
          </a:p>
        </p:txBody>
      </p:sp>
    </p:spTree>
    <p:extLst>
      <p:ext uri="{BB962C8B-B14F-4D97-AF65-F5344CB8AC3E}">
        <p14:creationId xmlns:p14="http://schemas.microsoft.com/office/powerpoint/2010/main" val="1036389574"/>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67</a:t>
            </a:fld>
            <a:endParaRPr lang="en-AU"/>
          </a:p>
        </p:txBody>
      </p:sp>
    </p:spTree>
    <p:extLst>
      <p:ext uri="{BB962C8B-B14F-4D97-AF65-F5344CB8AC3E}">
        <p14:creationId xmlns:p14="http://schemas.microsoft.com/office/powerpoint/2010/main" val="2088792244"/>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68</a:t>
            </a:fld>
            <a:endParaRPr lang="en-AU"/>
          </a:p>
        </p:txBody>
      </p:sp>
    </p:spTree>
    <p:extLst>
      <p:ext uri="{BB962C8B-B14F-4D97-AF65-F5344CB8AC3E}">
        <p14:creationId xmlns:p14="http://schemas.microsoft.com/office/powerpoint/2010/main" val="845234545"/>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69</a:t>
            </a:fld>
            <a:endParaRPr lang="en-AU"/>
          </a:p>
        </p:txBody>
      </p:sp>
    </p:spTree>
    <p:extLst>
      <p:ext uri="{BB962C8B-B14F-4D97-AF65-F5344CB8AC3E}">
        <p14:creationId xmlns:p14="http://schemas.microsoft.com/office/powerpoint/2010/main" val="308464352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EA17B1F9-1883-FB0F-19DA-8B4A4053535B}"/>
              </a:ext>
            </a:extLst>
          </p:cNvPr>
          <p:cNvSpPr/>
          <p:nvPr userDrawn="1"/>
        </p:nvSpPr>
        <p:spPr>
          <a:xfrm>
            <a:off x="7128000" y="0"/>
            <a:ext cx="5064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Rectangle 5">
            <a:extLst>
              <a:ext uri="{FF2B5EF4-FFF2-40B4-BE49-F238E27FC236}">
                <a16:creationId xmlns:a16="http://schemas.microsoft.com/office/drawing/2014/main" id="{6E6ACE4A-E374-4533-BE29-9C2AA078581F}"/>
              </a:ext>
              <a:ext uri="{C183D7F6-B498-43B3-948B-1728B52AA6E4}">
                <adec:decorative xmlns:adec="http://schemas.microsoft.com/office/drawing/2017/decorative" val="1"/>
              </a:ext>
            </a:extLst>
          </p:cNvPr>
          <p:cNvSpPr/>
          <p:nvPr userDrawn="1"/>
        </p:nvSpPr>
        <p:spPr>
          <a:xfrm>
            <a:off x="0" y="0"/>
            <a:ext cx="7128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bg1"/>
              </a:solidFill>
              <a:latin typeface="Public Sans" pitchFamily="2" charset="0"/>
            </a:endParaRPr>
          </a:p>
        </p:txBody>
      </p:sp>
      <p:cxnSp>
        <p:nvCxnSpPr>
          <p:cNvPr id="8" name="Straight Connector 7">
            <a:extLst>
              <a:ext uri="{FF2B5EF4-FFF2-40B4-BE49-F238E27FC236}">
                <a16:creationId xmlns:a16="http://schemas.microsoft.com/office/drawing/2014/main" id="{1379E5D7-4594-7BEA-DCDE-7C07259A2A00}"/>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itle 1">
            <a:extLst>
              <a:ext uri="{FF2B5EF4-FFF2-40B4-BE49-F238E27FC236}">
                <a16:creationId xmlns:a16="http://schemas.microsoft.com/office/drawing/2014/main" id="{06313123-38FC-0AA8-8313-B587FAEA9FAB}"/>
              </a:ext>
            </a:extLst>
          </p:cNvPr>
          <p:cNvSpPr>
            <a:spLocks noGrp="1"/>
          </p:cNvSpPr>
          <p:nvPr>
            <p:ph type="ctrTitle" hasCustomPrompt="1"/>
          </p:nvPr>
        </p:nvSpPr>
        <p:spPr>
          <a:xfrm>
            <a:off x="539999" y="1530002"/>
            <a:ext cx="6255979" cy="2033997"/>
          </a:xfrm>
          <a:ln>
            <a:noFill/>
          </a:ln>
        </p:spPr>
        <p:txBody>
          <a:bodyPr anchor="b">
            <a:noAutofit/>
          </a:bodyPr>
          <a:lstStyle>
            <a:lvl1pPr algn="l">
              <a:lnSpc>
                <a:spcPct val="100000"/>
              </a:lnSpc>
              <a:defRPr sz="4800">
                <a:solidFill>
                  <a:schemeClr val="bg1"/>
                </a:solidFill>
                <a:latin typeface="Arial" panose="020B0604020202020204" pitchFamily="34" charset="0"/>
                <a:cs typeface="Arial" panose="020B0604020202020204" pitchFamily="34" charset="0"/>
              </a:defRPr>
            </a:lvl1pPr>
          </a:lstStyle>
          <a:p>
            <a:r>
              <a:rPr lang="en-US"/>
              <a:t>Unit title</a:t>
            </a:r>
          </a:p>
        </p:txBody>
      </p:sp>
      <p:sp>
        <p:nvSpPr>
          <p:cNvPr id="11" name="Text Placeholder 10">
            <a:extLst>
              <a:ext uri="{FF2B5EF4-FFF2-40B4-BE49-F238E27FC236}">
                <a16:creationId xmlns:a16="http://schemas.microsoft.com/office/drawing/2014/main" id="{1ECD7A7F-13F8-9E9F-94FF-03D42EEEF0A8}"/>
              </a:ext>
            </a:extLst>
          </p:cNvPr>
          <p:cNvSpPr>
            <a:spLocks noGrp="1"/>
          </p:cNvSpPr>
          <p:nvPr>
            <p:ph type="body" sz="quarter" idx="10" hasCustomPrompt="1"/>
          </p:nvPr>
        </p:nvSpPr>
        <p:spPr>
          <a:xfrm>
            <a:off x="539999" y="3624180"/>
            <a:ext cx="6255977" cy="1188000"/>
          </a:xfrm>
        </p:spPr>
        <p:txBody>
          <a:bodyPr anchor="t">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Stage</a:t>
            </a:r>
          </a:p>
        </p:txBody>
      </p:sp>
      <p:sp>
        <p:nvSpPr>
          <p:cNvPr id="12" name="Text Placeholder 14">
            <a:extLst>
              <a:ext uri="{FF2B5EF4-FFF2-40B4-BE49-F238E27FC236}">
                <a16:creationId xmlns:a16="http://schemas.microsoft.com/office/drawing/2014/main" id="{1F1B4A2E-693D-413E-6506-E51D3453E154}"/>
              </a:ext>
            </a:extLst>
          </p:cNvPr>
          <p:cNvSpPr>
            <a:spLocks noGrp="1"/>
          </p:cNvSpPr>
          <p:nvPr>
            <p:ph type="body" sz="quarter" idx="16" hasCustomPrompt="1"/>
          </p:nvPr>
        </p:nvSpPr>
        <p:spPr>
          <a:xfrm>
            <a:off x="540000" y="4925698"/>
            <a:ext cx="6255975" cy="360000"/>
          </a:xfrm>
        </p:spPr>
        <p:txBody>
          <a:bodyPr>
            <a:noAutofit/>
          </a:bodyPr>
          <a:lstStyle>
            <a:lvl1pPr>
              <a:spcAft>
                <a:spcPts val="0"/>
              </a:spcAft>
              <a:defRPr sz="1800" b="1">
                <a:solidFill>
                  <a:schemeClr val="bg1"/>
                </a:solidFill>
                <a:latin typeface="Arial" panose="020B0604020202020204" pitchFamily="34" charset="0"/>
                <a:cs typeface="Arial" panose="020B0604020202020204" pitchFamily="34" charset="0"/>
              </a:defRPr>
            </a:lvl1pPr>
            <a:lvl2pPr>
              <a:spcAft>
                <a:spcPts val="0"/>
              </a:spcAft>
              <a:defRPr sz="1800" b="0">
                <a:solidFill>
                  <a:schemeClr val="bg1"/>
                </a:solidFill>
                <a:latin typeface="+mj-lt"/>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Module</a:t>
            </a:r>
          </a:p>
        </p:txBody>
      </p:sp>
      <p:sp>
        <p:nvSpPr>
          <p:cNvPr id="13" name="Text Placeholder 7">
            <a:extLst>
              <a:ext uri="{FF2B5EF4-FFF2-40B4-BE49-F238E27FC236}">
                <a16:creationId xmlns:a16="http://schemas.microsoft.com/office/drawing/2014/main" id="{0C245AE8-A9B0-AE21-616C-11D22901313C}"/>
              </a:ext>
            </a:extLst>
          </p:cNvPr>
          <p:cNvSpPr>
            <a:spLocks noGrp="1"/>
          </p:cNvSpPr>
          <p:nvPr>
            <p:ph type="body" sz="quarter" idx="14" hasCustomPrompt="1"/>
          </p:nvPr>
        </p:nvSpPr>
        <p:spPr>
          <a:xfrm>
            <a:off x="540000" y="5327998"/>
            <a:ext cx="6255971" cy="792000"/>
          </a:xfrm>
        </p:spPr>
        <p:txBody>
          <a:bodyPr/>
          <a:lstStyle>
            <a:lvl1pPr>
              <a:defRPr sz="1800">
                <a:solidFill>
                  <a:schemeClr val="bg1"/>
                </a:solidFill>
                <a:latin typeface="Arial" panose="020B0604020202020204" pitchFamily="34" charset="0"/>
                <a:cs typeface="Arial" panose="020B0604020202020204" pitchFamily="34" charset="0"/>
              </a:defRPr>
            </a:lvl1pPr>
          </a:lstStyle>
          <a:p>
            <a:pPr lvl="0"/>
            <a:r>
              <a:rPr lang="en-US"/>
              <a:t>Presenter name</a:t>
            </a:r>
            <a:endParaRPr lang="en-AU"/>
          </a:p>
        </p:txBody>
      </p:sp>
      <p:sp>
        <p:nvSpPr>
          <p:cNvPr id="15" name="Text Placeholder 14">
            <a:extLst>
              <a:ext uri="{FF2B5EF4-FFF2-40B4-BE49-F238E27FC236}">
                <a16:creationId xmlns:a16="http://schemas.microsoft.com/office/drawing/2014/main" id="{5C2AC99F-F6FA-4B77-DD09-207FFF07B242}"/>
              </a:ext>
            </a:extLst>
          </p:cNvPr>
          <p:cNvSpPr>
            <a:spLocks noGrp="1"/>
          </p:cNvSpPr>
          <p:nvPr>
            <p:ph type="body" sz="quarter" idx="15" hasCustomPrompt="1"/>
          </p:nvPr>
        </p:nvSpPr>
        <p:spPr>
          <a:xfrm>
            <a:off x="540000" y="6192000"/>
            <a:ext cx="6255975" cy="360000"/>
          </a:xfrm>
        </p:spPr>
        <p:txBody>
          <a:bodyPr anchor="b" anchorCtr="0">
            <a:noAutofit/>
          </a:bodyPr>
          <a:lstStyle>
            <a:lvl1pPr algn="l">
              <a:defRPr sz="1800" b="0">
                <a:solidFill>
                  <a:schemeClr val="bg1"/>
                </a:solidFill>
                <a:latin typeface="Arial" panose="020B0604020202020204" pitchFamily="34" charset="0"/>
                <a:cs typeface="Arial" panose="020B0604020202020204" pitchFamily="34" charset="0"/>
              </a:defRPr>
            </a:lvl1pPr>
            <a:lvl2pPr>
              <a:defRPr sz="1600">
                <a:solidFill>
                  <a:schemeClr val="bg1"/>
                </a:solidFill>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00 Month YYYY</a:t>
            </a:r>
          </a:p>
        </p:txBody>
      </p:sp>
      <p:pic>
        <p:nvPicPr>
          <p:cNvPr id="17" name="Picture 16">
            <a:extLst>
              <a:ext uri="{FF2B5EF4-FFF2-40B4-BE49-F238E27FC236}">
                <a16:creationId xmlns:a16="http://schemas.microsoft.com/office/drawing/2014/main" id="{1B2918F2-2A15-B218-B84D-C469AD3B60DA}"/>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135329" y="360000"/>
            <a:ext cx="660650" cy="715199"/>
          </a:xfrm>
          <a:prstGeom prst="rect">
            <a:avLst/>
          </a:prstGeom>
        </p:spPr>
      </p:pic>
      <p:sp>
        <p:nvSpPr>
          <p:cNvPr id="2" name="Picture Placeholder 4">
            <a:extLst>
              <a:ext uri="{FF2B5EF4-FFF2-40B4-BE49-F238E27FC236}">
                <a16:creationId xmlns:a16="http://schemas.microsoft.com/office/drawing/2014/main" id="{206B55C3-1914-D3B1-73B3-69F5509A4B69}"/>
              </a:ext>
              <a:ext uri="{C183D7F6-B498-43B3-948B-1728B52AA6E4}">
                <adec:decorative xmlns:adec="http://schemas.microsoft.com/office/drawing/2017/decorative" val="1"/>
              </a:ext>
            </a:extLst>
          </p:cNvPr>
          <p:cNvSpPr>
            <a:spLocks noGrp="1"/>
          </p:cNvSpPr>
          <p:nvPr>
            <p:ph type="pic" sz="quarter" idx="13"/>
          </p:nvPr>
        </p:nvSpPr>
        <p:spPr>
          <a:xfrm>
            <a:off x="7128000" y="0"/>
            <a:ext cx="5064000" cy="6858000"/>
          </a:xfrm>
        </p:spPr>
        <p:txBody>
          <a:bodyPr/>
          <a:lstStyle/>
          <a:p>
            <a:r>
              <a:rPr lang="en-US"/>
              <a:t>Click icon to add picture</a:t>
            </a:r>
            <a:endParaRPr lang="en-AU"/>
          </a:p>
        </p:txBody>
      </p:sp>
    </p:spTree>
    <p:extLst>
      <p:ext uri="{BB962C8B-B14F-4D97-AF65-F5344CB8AC3E}">
        <p14:creationId xmlns:p14="http://schemas.microsoft.com/office/powerpoint/2010/main" val="15784084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11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vider">
    <p:bg>
      <p:bgPr>
        <a:solidFill>
          <a:schemeClr val="accent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5C261660-AF47-818D-7C30-D254D989CACE}"/>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3" name="Title 1">
            <a:extLst>
              <a:ext uri="{FF2B5EF4-FFF2-40B4-BE49-F238E27FC236}">
                <a16:creationId xmlns:a16="http://schemas.microsoft.com/office/drawing/2014/main" id="{8AD8A72A-7327-BEF4-2507-0522B8614AE9}"/>
              </a:ext>
            </a:extLst>
          </p:cNvPr>
          <p:cNvSpPr>
            <a:spLocks noGrp="1"/>
          </p:cNvSpPr>
          <p:nvPr>
            <p:ph type="ctrTitle" hasCustomPrompt="1"/>
          </p:nvPr>
        </p:nvSpPr>
        <p:spPr>
          <a:xfrm>
            <a:off x="540000" y="4067881"/>
            <a:ext cx="11291998" cy="800681"/>
          </a:xfrm>
          <a:ln>
            <a:noFill/>
          </a:ln>
        </p:spPr>
        <p:txBody>
          <a:bodyPr anchor="t">
            <a:noAutofit/>
          </a:bodyPr>
          <a:lstStyle>
            <a:lvl1pPr algn="l">
              <a:lnSpc>
                <a:spcPct val="110000"/>
              </a:lnSpc>
              <a:defRPr sz="4800">
                <a:solidFill>
                  <a:schemeClr val="bg1"/>
                </a:solidFill>
                <a:latin typeface="Arial" panose="020B0604020202020204" pitchFamily="34" charset="0"/>
                <a:cs typeface="Arial" panose="020B0604020202020204" pitchFamily="34" charset="0"/>
              </a:defRPr>
            </a:lvl1pPr>
          </a:lstStyle>
          <a:p>
            <a:pPr>
              <a:lnSpc>
                <a:spcPct val="100000"/>
              </a:lnSpc>
            </a:pPr>
            <a:r>
              <a:rPr lang="en-AU"/>
              <a:t>Lesson title</a:t>
            </a:r>
          </a:p>
        </p:txBody>
      </p:sp>
      <p:sp>
        <p:nvSpPr>
          <p:cNvPr id="6" name="Oval 5">
            <a:extLst>
              <a:ext uri="{FF2B5EF4-FFF2-40B4-BE49-F238E27FC236}">
                <a16:creationId xmlns:a16="http://schemas.microsoft.com/office/drawing/2014/main" id="{5EBAE78F-1A35-0A2C-DBF4-48477CA8F3A7}"/>
              </a:ext>
            </a:extLst>
          </p:cNvPr>
          <p:cNvSpPr>
            <a:spLocks noGrp="1" noRot="1" noMove="1" noResize="1" noEditPoints="1" noAdjustHandles="1" noChangeArrowheads="1" noChangeShapeType="1"/>
          </p:cNvSpPr>
          <p:nvPr userDrawn="1"/>
        </p:nvSpPr>
        <p:spPr>
          <a:xfrm>
            <a:off x="11056620" y="289560"/>
            <a:ext cx="906780" cy="800681"/>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2" name="Picture 1">
            <a:extLst>
              <a:ext uri="{FF2B5EF4-FFF2-40B4-BE49-F238E27FC236}">
                <a16:creationId xmlns:a16="http://schemas.microsoft.com/office/drawing/2014/main" id="{1DE675F6-B3E6-7651-8B0E-50E39CE29B9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1171348" y="360000"/>
            <a:ext cx="660650" cy="715199"/>
          </a:xfrm>
          <a:prstGeom prst="rect">
            <a:avLst/>
          </a:prstGeom>
        </p:spPr>
      </p:pic>
    </p:spTree>
    <p:extLst>
      <p:ext uri="{BB962C8B-B14F-4D97-AF65-F5344CB8AC3E}">
        <p14:creationId xmlns:p14="http://schemas.microsoft.com/office/powerpoint/2010/main" val="28646721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LISC">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Picture Placeholder 4">
            <a:extLst>
              <a:ext uri="{FF2B5EF4-FFF2-40B4-BE49-F238E27FC236}">
                <a16:creationId xmlns:a16="http://schemas.microsoft.com/office/drawing/2014/main" id="{8AB6FE45-2247-43AE-AFB0-3C1EC574D8FA}"/>
              </a:ext>
              <a:ext uri="{C183D7F6-B498-43B3-948B-1728B52AA6E4}">
                <adec:decorative xmlns:adec="http://schemas.microsoft.com/office/drawing/2017/decorative" val="1"/>
              </a:ext>
            </a:extLst>
          </p:cNvPr>
          <p:cNvSpPr>
            <a:spLocks noGrp="1"/>
          </p:cNvSpPr>
          <p:nvPr>
            <p:ph type="pic" sz="quarter" idx="13"/>
          </p:nvPr>
        </p:nvSpPr>
        <p:spPr>
          <a:xfrm>
            <a:off x="359998" y="1909282"/>
            <a:ext cx="11483999" cy="4210718"/>
          </a:xfrm>
        </p:spPr>
        <p:txBody>
          <a:bodyPr/>
          <a:lstStyle/>
          <a:p>
            <a:r>
              <a:rPr lang="en-US"/>
              <a:t>Click icon to add picture</a:t>
            </a: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p:nvPr>
        </p:nvSpPr>
        <p:spPr>
          <a:xfrm>
            <a:off x="359997" y="360000"/>
            <a:ext cx="11483999" cy="522000"/>
          </a:xfrm>
        </p:spPr>
        <p:txBody>
          <a:bodyPr/>
          <a:lstStyle>
            <a:lvl1pPr>
              <a:defRPr>
                <a:solidFill>
                  <a:schemeClr val="accent1"/>
                </a:solidFill>
              </a:defRPr>
            </a:lvl1pPr>
          </a:lstStyle>
          <a:p>
            <a:r>
              <a:rPr lang="en-US"/>
              <a:t>Click to edit Master title style</a:t>
            </a:r>
            <a:endParaRPr lang="en-AU"/>
          </a:p>
        </p:txBody>
      </p:sp>
      <p:sp>
        <p:nvSpPr>
          <p:cNvPr id="11" name="Text Placeholder 10">
            <a:extLst>
              <a:ext uri="{FF2B5EF4-FFF2-40B4-BE49-F238E27FC236}">
                <a16:creationId xmlns:a16="http://schemas.microsoft.com/office/drawing/2014/main" id="{4A905C52-CF4B-447B-B93D-A86FD209402A}"/>
              </a:ext>
            </a:extLst>
          </p:cNvPr>
          <p:cNvSpPr>
            <a:spLocks noGrp="1"/>
          </p:cNvSpPr>
          <p:nvPr>
            <p:ph type="body" sz="quarter" idx="18" hasCustomPrompt="1"/>
          </p:nvPr>
        </p:nvSpPr>
        <p:spPr>
          <a:xfrm>
            <a:off x="360000" y="1016704"/>
            <a:ext cx="11483996"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22972229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59999" y="360000"/>
            <a:ext cx="11483999"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399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Text Placeholder 3">
            <a:extLst>
              <a:ext uri="{FF2B5EF4-FFF2-40B4-BE49-F238E27FC236}">
                <a16:creationId xmlns:a16="http://schemas.microsoft.com/office/drawing/2014/main" id="{7A679F83-4A45-8E00-A9A4-2E8DE35C1BB0}"/>
              </a:ext>
            </a:extLst>
          </p:cNvPr>
          <p:cNvSpPr>
            <a:spLocks noGrp="1"/>
          </p:cNvSpPr>
          <p:nvPr>
            <p:ph type="body" sz="quarter" idx="17" hasCustomPrompt="1"/>
          </p:nvPr>
        </p:nvSpPr>
        <p:spPr>
          <a:xfrm>
            <a:off x="360000" y="1567086"/>
            <a:ext cx="11484000" cy="4807835"/>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094725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8" name="Picture Placeholder 7">
            <a:extLst>
              <a:ext uri="{FF2B5EF4-FFF2-40B4-BE49-F238E27FC236}">
                <a16:creationId xmlns:a16="http://schemas.microsoft.com/office/drawing/2014/main" id="{F0C3D212-D9E6-5651-0336-B3898E36FBA5}"/>
              </a:ext>
            </a:extLst>
          </p:cNvPr>
          <p:cNvSpPr>
            <a:spLocks noGrp="1"/>
          </p:cNvSpPr>
          <p:nvPr>
            <p:ph type="pic" sz="quarter" idx="20"/>
          </p:nvPr>
        </p:nvSpPr>
        <p:spPr>
          <a:xfrm>
            <a:off x="360000" y="2765028"/>
            <a:ext cx="2240960" cy="2649349"/>
          </a:xfrm>
        </p:spPr>
        <p:txBody>
          <a:bodyPr/>
          <a:lstStyle>
            <a:lvl1pPr>
              <a:defRPr sz="1600"/>
            </a:lvl1pPr>
          </a:lstStyle>
          <a:p>
            <a:r>
              <a:rPr lang="en-US"/>
              <a:t>Click icon to add picture</a:t>
            </a:r>
            <a:endParaRPr lang="en-AU"/>
          </a:p>
        </p:txBody>
      </p:sp>
      <p:sp>
        <p:nvSpPr>
          <p:cNvPr id="13" name="Picture Placeholder 7">
            <a:extLst>
              <a:ext uri="{FF2B5EF4-FFF2-40B4-BE49-F238E27FC236}">
                <a16:creationId xmlns:a16="http://schemas.microsoft.com/office/drawing/2014/main" id="{B4B450DC-5728-768F-26C0-12B026741DA4}"/>
              </a:ext>
            </a:extLst>
          </p:cNvPr>
          <p:cNvSpPr>
            <a:spLocks noGrp="1"/>
          </p:cNvSpPr>
          <p:nvPr>
            <p:ph type="pic" sz="quarter" idx="21"/>
          </p:nvPr>
        </p:nvSpPr>
        <p:spPr>
          <a:xfrm>
            <a:off x="3363973" y="2765028"/>
            <a:ext cx="2240960" cy="2649349"/>
          </a:xfrm>
        </p:spPr>
        <p:txBody>
          <a:bodyPr/>
          <a:lstStyle>
            <a:lvl1pPr>
              <a:defRPr sz="1600"/>
            </a:lvl1pPr>
          </a:lstStyle>
          <a:p>
            <a:r>
              <a:rPr lang="en-US"/>
              <a:t>Click icon to add picture</a:t>
            </a:r>
            <a:endParaRPr lang="en-AU"/>
          </a:p>
        </p:txBody>
      </p:sp>
      <p:sp>
        <p:nvSpPr>
          <p:cNvPr id="15" name="Picture Placeholder 7">
            <a:extLst>
              <a:ext uri="{FF2B5EF4-FFF2-40B4-BE49-F238E27FC236}">
                <a16:creationId xmlns:a16="http://schemas.microsoft.com/office/drawing/2014/main" id="{6C3CDCFB-025E-3885-F074-73ADECE44C9E}"/>
              </a:ext>
            </a:extLst>
          </p:cNvPr>
          <p:cNvSpPr>
            <a:spLocks noGrp="1"/>
          </p:cNvSpPr>
          <p:nvPr>
            <p:ph type="pic" sz="quarter" idx="22"/>
          </p:nvPr>
        </p:nvSpPr>
        <p:spPr>
          <a:xfrm>
            <a:off x="9371920" y="2765028"/>
            <a:ext cx="2240960" cy="2649349"/>
          </a:xfrm>
        </p:spPr>
        <p:txBody>
          <a:bodyPr/>
          <a:lstStyle>
            <a:lvl1pPr>
              <a:defRPr sz="1600"/>
            </a:lvl1pPr>
          </a:lstStyle>
          <a:p>
            <a:r>
              <a:rPr lang="en-US"/>
              <a:t>Click icon to add picture</a:t>
            </a:r>
            <a:endParaRPr lang="en-AU"/>
          </a:p>
        </p:txBody>
      </p:sp>
      <p:sp>
        <p:nvSpPr>
          <p:cNvPr id="17" name="Picture Placeholder 7">
            <a:extLst>
              <a:ext uri="{FF2B5EF4-FFF2-40B4-BE49-F238E27FC236}">
                <a16:creationId xmlns:a16="http://schemas.microsoft.com/office/drawing/2014/main" id="{CCABCD24-7B7B-0554-1934-9DC04D3EBBF4}"/>
              </a:ext>
            </a:extLst>
          </p:cNvPr>
          <p:cNvSpPr>
            <a:spLocks noGrp="1"/>
          </p:cNvSpPr>
          <p:nvPr>
            <p:ph type="pic" sz="quarter" idx="23"/>
          </p:nvPr>
        </p:nvSpPr>
        <p:spPr>
          <a:xfrm>
            <a:off x="6367946" y="2765028"/>
            <a:ext cx="2240960" cy="2649349"/>
          </a:xfrm>
        </p:spPr>
        <p:txBody>
          <a:bodyPr/>
          <a:lstStyle>
            <a:lvl1pPr>
              <a:defRPr sz="1600"/>
            </a:lvl1pPr>
          </a:lstStyle>
          <a:p>
            <a:r>
              <a:rPr lang="en-US"/>
              <a:t>Click icon to add picture</a:t>
            </a:r>
            <a:endParaRPr lang="en-AU"/>
          </a:p>
        </p:txBody>
      </p:sp>
      <p:sp>
        <p:nvSpPr>
          <p:cNvPr id="2" name="Text Placeholder 5">
            <a:extLst>
              <a:ext uri="{FF2B5EF4-FFF2-40B4-BE49-F238E27FC236}">
                <a16:creationId xmlns:a16="http://schemas.microsoft.com/office/drawing/2014/main" id="{1DFCC6A7-827F-6E36-F159-837EA4EBC3D3}"/>
              </a:ext>
            </a:extLst>
          </p:cNvPr>
          <p:cNvSpPr>
            <a:spLocks noGrp="1"/>
          </p:cNvSpPr>
          <p:nvPr>
            <p:ph type="body" sz="quarter" idx="24" hasCustomPrompt="1"/>
          </p:nvPr>
        </p:nvSpPr>
        <p:spPr>
          <a:xfrm>
            <a:off x="360000" y="1625946"/>
            <a:ext cx="11243037" cy="893226"/>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25008929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11" name="Text Placeholder 2">
            <a:extLst>
              <a:ext uri="{FF2B5EF4-FFF2-40B4-BE49-F238E27FC236}">
                <a16:creationId xmlns:a16="http://schemas.microsoft.com/office/drawing/2014/main" id="{09AE21FE-7E6F-A034-F036-612FA37CA8BC}"/>
              </a:ext>
            </a:extLst>
          </p:cNvPr>
          <p:cNvSpPr>
            <a:spLocks noGrp="1"/>
          </p:cNvSpPr>
          <p:nvPr>
            <p:ph type="body" sz="quarter" idx="27" hasCustomPrompt="1"/>
          </p:nvPr>
        </p:nvSpPr>
        <p:spPr>
          <a:xfrm>
            <a:off x="1345520" y="547435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2" name="Text Placeholder 5">
            <a:extLst>
              <a:ext uri="{FF2B5EF4-FFF2-40B4-BE49-F238E27FC236}">
                <a16:creationId xmlns:a16="http://schemas.microsoft.com/office/drawing/2014/main" id="{0C45F7D3-A319-C117-165D-6FAF332E7124}"/>
              </a:ext>
            </a:extLst>
          </p:cNvPr>
          <p:cNvSpPr>
            <a:spLocks noGrp="1"/>
          </p:cNvSpPr>
          <p:nvPr>
            <p:ph type="body" sz="quarter" idx="28" hasCustomPrompt="1"/>
          </p:nvPr>
        </p:nvSpPr>
        <p:spPr>
          <a:xfrm>
            <a:off x="360000" y="1625946"/>
            <a:ext cx="11243037" cy="527974"/>
          </a:xfrm>
        </p:spPr>
        <p:txBody>
          <a:bodyPr/>
          <a:lstStyle>
            <a:lvl1pPr>
              <a:spcAft>
                <a:spcPts val="600"/>
              </a:spcAft>
              <a:defRPr sz="1800"/>
            </a:lvl1pPr>
          </a:lstStyle>
          <a:p>
            <a:pPr lvl="0"/>
            <a:r>
              <a:rPr lang="en-GB"/>
              <a:t>Insert text</a:t>
            </a:r>
          </a:p>
        </p:txBody>
      </p:sp>
      <p:sp>
        <p:nvSpPr>
          <p:cNvPr id="13" name="Text Placeholder 2">
            <a:extLst>
              <a:ext uri="{FF2B5EF4-FFF2-40B4-BE49-F238E27FC236}">
                <a16:creationId xmlns:a16="http://schemas.microsoft.com/office/drawing/2014/main" id="{5F81E50E-5FDF-87FB-F284-468C0D7FADB8}"/>
              </a:ext>
            </a:extLst>
          </p:cNvPr>
          <p:cNvSpPr>
            <a:spLocks noGrp="1"/>
          </p:cNvSpPr>
          <p:nvPr>
            <p:ph type="body" sz="quarter" idx="29" hasCustomPrompt="1"/>
          </p:nvPr>
        </p:nvSpPr>
        <p:spPr>
          <a:xfrm>
            <a:off x="1345520" y="4624304"/>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4" name="Text Placeholder 2">
            <a:extLst>
              <a:ext uri="{FF2B5EF4-FFF2-40B4-BE49-F238E27FC236}">
                <a16:creationId xmlns:a16="http://schemas.microsoft.com/office/drawing/2014/main" id="{9A44A122-DD69-F174-2E08-3A0257CA52FB}"/>
              </a:ext>
            </a:extLst>
          </p:cNvPr>
          <p:cNvSpPr>
            <a:spLocks noGrp="1"/>
          </p:cNvSpPr>
          <p:nvPr>
            <p:ph type="body" sz="quarter" idx="30" hasCustomPrompt="1"/>
          </p:nvPr>
        </p:nvSpPr>
        <p:spPr>
          <a:xfrm>
            <a:off x="1345520" y="3774251"/>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5" name="Text Placeholder 2">
            <a:extLst>
              <a:ext uri="{FF2B5EF4-FFF2-40B4-BE49-F238E27FC236}">
                <a16:creationId xmlns:a16="http://schemas.microsoft.com/office/drawing/2014/main" id="{FC304F2C-9B61-A905-CA27-E6F31881426D}"/>
              </a:ext>
            </a:extLst>
          </p:cNvPr>
          <p:cNvSpPr>
            <a:spLocks noGrp="1"/>
          </p:cNvSpPr>
          <p:nvPr>
            <p:ph type="body" sz="quarter" idx="31" hasCustomPrompt="1"/>
          </p:nvPr>
        </p:nvSpPr>
        <p:spPr>
          <a:xfrm>
            <a:off x="1345520" y="292419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Tree>
    <p:extLst>
      <p:ext uri="{BB962C8B-B14F-4D97-AF65-F5344CB8AC3E}">
        <p14:creationId xmlns:p14="http://schemas.microsoft.com/office/powerpoint/2010/main" val="25604219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Picture and content">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59999" y="1677281"/>
            <a:ext cx="11243037" cy="3056398"/>
          </a:xfrm>
        </p:spPr>
        <p:txBody>
          <a:bodyPr/>
          <a:lstStyle>
            <a:lvl1pPr>
              <a:defRPr sz="1800"/>
            </a:lvl1pPr>
          </a:lstStyle>
          <a:p>
            <a:r>
              <a:rPr lang="en-US"/>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1381125" y="5049838"/>
            <a:ext cx="8901113" cy="1341437"/>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22995502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rue or Fals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49840" y="2726105"/>
            <a:ext cx="11243037" cy="3056398"/>
          </a:xfrm>
        </p:spPr>
        <p:txBody>
          <a:bodyPr/>
          <a:lstStyle>
            <a:lvl1pPr>
              <a:defRPr sz="1800"/>
            </a:lvl1pPr>
          </a:lstStyle>
          <a:p>
            <a:r>
              <a:rPr lang="en-US"/>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360000" y="1625946"/>
            <a:ext cx="11243037" cy="893226"/>
          </a:xfrm>
        </p:spPr>
        <p:txBody>
          <a:bodyPr/>
          <a:lstStyle>
            <a:lvl1pPr>
              <a:spcAft>
                <a:spcPts val="600"/>
              </a:spcAft>
              <a:defRPr sz="1800"/>
            </a:lvl1pPr>
          </a:lstStyle>
          <a:p>
            <a:pPr lvl="0"/>
            <a:r>
              <a:rPr lang="en-GB"/>
              <a:t>Insert text</a:t>
            </a:r>
          </a:p>
        </p:txBody>
      </p:sp>
      <p:sp>
        <p:nvSpPr>
          <p:cNvPr id="3" name="Text Placeholder 5">
            <a:extLst>
              <a:ext uri="{FF2B5EF4-FFF2-40B4-BE49-F238E27FC236}">
                <a16:creationId xmlns:a16="http://schemas.microsoft.com/office/drawing/2014/main" id="{4AD4AB7C-8A21-E4EB-AA93-807A148152FD}"/>
              </a:ext>
            </a:extLst>
          </p:cNvPr>
          <p:cNvSpPr>
            <a:spLocks noGrp="1"/>
          </p:cNvSpPr>
          <p:nvPr>
            <p:ph type="body" sz="quarter" idx="23" hasCustomPrompt="1"/>
          </p:nvPr>
        </p:nvSpPr>
        <p:spPr>
          <a:xfrm>
            <a:off x="1973601" y="5964774"/>
            <a:ext cx="2567920" cy="731226"/>
          </a:xfrm>
        </p:spPr>
        <p:txBody>
          <a:bodyPr/>
          <a:lstStyle>
            <a:lvl1pPr>
              <a:spcAft>
                <a:spcPts val="600"/>
              </a:spcAft>
              <a:defRPr sz="1800"/>
            </a:lvl1pPr>
          </a:lstStyle>
          <a:p>
            <a:pPr lvl="0"/>
            <a:r>
              <a:rPr lang="en-GB"/>
              <a:t>Insert text</a:t>
            </a:r>
          </a:p>
        </p:txBody>
      </p:sp>
      <p:sp>
        <p:nvSpPr>
          <p:cNvPr id="8" name="Text Placeholder 5">
            <a:extLst>
              <a:ext uri="{FF2B5EF4-FFF2-40B4-BE49-F238E27FC236}">
                <a16:creationId xmlns:a16="http://schemas.microsoft.com/office/drawing/2014/main" id="{6FF1592D-1B12-201B-A9BD-5B5B908ECC65}"/>
              </a:ext>
            </a:extLst>
          </p:cNvPr>
          <p:cNvSpPr>
            <a:spLocks noGrp="1"/>
          </p:cNvSpPr>
          <p:nvPr>
            <p:ph type="body" sz="quarter" idx="24" hasCustomPrompt="1"/>
          </p:nvPr>
        </p:nvSpPr>
        <p:spPr>
          <a:xfrm>
            <a:off x="8161041" y="5964774"/>
            <a:ext cx="2567920" cy="731226"/>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3798147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Feature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91FCC384-7450-516C-24D0-7D029ED3855A}"/>
              </a:ext>
              <a:ext uri="{C183D7F6-B498-43B3-948B-1728B52AA6E4}">
                <adec:decorative xmlns:adec="http://schemas.microsoft.com/office/drawing/2017/decorative" val="1"/>
              </a:ext>
            </a:extLst>
          </p:cNvPr>
          <p:cNvSpPr>
            <a:spLocks noGrp="1"/>
          </p:cNvSpPr>
          <p:nvPr>
            <p:ph type="pic" sz="quarter" idx="13"/>
          </p:nvPr>
        </p:nvSpPr>
        <p:spPr>
          <a:xfrm>
            <a:off x="0" y="0"/>
            <a:ext cx="5040000" cy="6858000"/>
          </a:xfrm>
        </p:spPr>
        <p:txBody>
          <a:bodyPr/>
          <a:lstStyle/>
          <a:p>
            <a:r>
              <a:rPr lang="en-US"/>
              <a:t>Click icon to add picture</a:t>
            </a:r>
            <a:endParaRPr lang="en-AU"/>
          </a:p>
        </p:txBody>
      </p:sp>
      <p:sp>
        <p:nvSpPr>
          <p:cNvPr id="4" name="Title 1">
            <a:extLst>
              <a:ext uri="{FF2B5EF4-FFF2-40B4-BE49-F238E27FC236}">
                <a16:creationId xmlns:a16="http://schemas.microsoft.com/office/drawing/2014/main" id="{46E61F09-1856-72E7-5C79-31B4A856E7AD}"/>
              </a:ext>
            </a:extLst>
          </p:cNvPr>
          <p:cNvSpPr>
            <a:spLocks noGrp="1"/>
          </p:cNvSpPr>
          <p:nvPr>
            <p:ph type="title" hasCustomPrompt="1"/>
          </p:nvPr>
        </p:nvSpPr>
        <p:spPr>
          <a:xfrm>
            <a:off x="5400000" y="360000"/>
            <a:ext cx="6407148" cy="554400"/>
          </a:xfrm>
        </p:spPr>
        <p:txBody>
          <a:bodyPr/>
          <a:lstStyle>
            <a:lvl1pPr>
              <a:defRPr>
                <a:solidFill>
                  <a:schemeClr val="accent1"/>
                </a:solidFill>
              </a:defRPr>
            </a:lvl1pPr>
          </a:lstStyle>
          <a:p>
            <a:r>
              <a:rPr lang="en-US"/>
              <a:t>Title</a:t>
            </a:r>
          </a:p>
        </p:txBody>
      </p:sp>
      <p:cxnSp>
        <p:nvCxnSpPr>
          <p:cNvPr id="6" name="Straight Connector 5">
            <a:extLst>
              <a:ext uri="{FF2B5EF4-FFF2-40B4-BE49-F238E27FC236}">
                <a16:creationId xmlns:a16="http://schemas.microsoft.com/office/drawing/2014/main" id="{52576981-5B08-29E1-CBD0-60B20605F583}"/>
              </a:ext>
              <a:ext uri="{C183D7F6-B498-43B3-948B-1728B52AA6E4}">
                <adec:decorative xmlns:adec="http://schemas.microsoft.com/office/drawing/2017/decorative" val="1"/>
              </a:ext>
            </a:extLst>
          </p:cNvPr>
          <p:cNvCxnSpPr>
            <a:cxnSpLocks/>
          </p:cNvCxnSpPr>
          <p:nvPr userDrawn="1"/>
        </p:nvCxnSpPr>
        <p:spPr>
          <a:xfrm>
            <a:off x="5220000" y="1800000"/>
            <a:ext cx="0" cy="453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Slide Number Placeholder 1">
            <a:extLst>
              <a:ext uri="{FF2B5EF4-FFF2-40B4-BE49-F238E27FC236}">
                <a16:creationId xmlns:a16="http://schemas.microsoft.com/office/drawing/2014/main" id="{AC754ADD-23A8-B626-EF2D-A89E9897C22E}"/>
              </a:ext>
            </a:extLst>
          </p:cNvPr>
          <p:cNvSpPr>
            <a:spLocks noGrp="1"/>
          </p:cNvSpPr>
          <p:nvPr>
            <p:ph type="sldNum" sz="quarter" idx="16"/>
          </p:nvPr>
        </p:nvSpPr>
        <p:spPr>
          <a:xfrm>
            <a:off x="11124000" y="6516000"/>
            <a:ext cx="720000" cy="180000"/>
          </a:xfrm>
        </p:spPr>
        <p:txBody>
          <a:bodyPr/>
          <a:lstStyle/>
          <a:p>
            <a:fld id="{10A01DC5-1685-4615-8240-15192985C6A2}" type="slidenum">
              <a:rPr lang="en-AU" smtClean="0"/>
              <a:pPr/>
              <a:t>‹#›</a:t>
            </a:fld>
            <a:endParaRPr lang="en-AU"/>
          </a:p>
        </p:txBody>
      </p:sp>
      <p:sp>
        <p:nvSpPr>
          <p:cNvPr id="10" name="Text Placeholder 3">
            <a:extLst>
              <a:ext uri="{FF2B5EF4-FFF2-40B4-BE49-F238E27FC236}">
                <a16:creationId xmlns:a16="http://schemas.microsoft.com/office/drawing/2014/main" id="{DE31FF8A-F945-2755-C01F-A984129CCFE4}"/>
              </a:ext>
            </a:extLst>
          </p:cNvPr>
          <p:cNvSpPr>
            <a:spLocks noGrp="1"/>
          </p:cNvSpPr>
          <p:nvPr>
            <p:ph type="body" sz="quarter" idx="17" hasCustomPrompt="1"/>
          </p:nvPr>
        </p:nvSpPr>
        <p:spPr>
          <a:xfrm>
            <a:off x="5400675" y="1800000"/>
            <a:ext cx="6407150" cy="4536000"/>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
        <p:nvSpPr>
          <p:cNvPr id="13" name="Text Placeholder 10">
            <a:extLst>
              <a:ext uri="{FF2B5EF4-FFF2-40B4-BE49-F238E27FC236}">
                <a16:creationId xmlns:a16="http://schemas.microsoft.com/office/drawing/2014/main" id="{5222D209-0CF8-F581-20B2-402482319282}"/>
              </a:ext>
            </a:extLst>
          </p:cNvPr>
          <p:cNvSpPr>
            <a:spLocks noGrp="1"/>
          </p:cNvSpPr>
          <p:nvPr>
            <p:ph type="body" sz="quarter" idx="18" hasCustomPrompt="1"/>
          </p:nvPr>
        </p:nvSpPr>
        <p:spPr>
          <a:xfrm>
            <a:off x="5399998" y="982520"/>
            <a:ext cx="6407150" cy="294189"/>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17219981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tudent devised exam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E8F6E96-99E3-4F1D-3A20-E08B77215476}"/>
              </a:ext>
            </a:extLst>
          </p:cNvPr>
          <p:cNvSpPr/>
          <p:nvPr userDrawn="1"/>
        </p:nvSpPr>
        <p:spPr>
          <a:xfrm>
            <a:off x="0" y="0"/>
            <a:ext cx="12192000" cy="1616364"/>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535382"/>
            <a:ext cx="9920073"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1743837"/>
            <a:ext cx="9920073" cy="471554"/>
          </a:xfrm>
        </p:spPr>
        <p:txBody>
          <a:bodyPr anchor="b">
            <a:noAutofit/>
          </a:bodyPr>
          <a:lstStyle>
            <a:lvl1pPr>
              <a:defRPr sz="28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pic>
        <p:nvPicPr>
          <p:cNvPr id="3" name="Picture 2" descr="A blue circle with a piece of a puzzle&#10;&#10;Description automatically generated">
            <a:extLst>
              <a:ext uri="{FF2B5EF4-FFF2-40B4-BE49-F238E27FC236}">
                <a16:creationId xmlns:a16="http://schemas.microsoft.com/office/drawing/2014/main" id="{F96725C5-9C99-B330-D0AA-938DE6B59F4D}"/>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82417" y="134354"/>
            <a:ext cx="1347657" cy="1347657"/>
          </a:xfrm>
          <a:prstGeom prst="rect">
            <a:avLst/>
          </a:prstGeom>
          <a:noFill/>
          <a:extLst>
            <a:ext uri="{909E8E84-426E-40DD-AFC4-6F175D3DCCD1}">
              <a14:hiddenFill xmlns:a14="http://schemas.microsoft.com/office/drawing/2010/main">
                <a:solidFill>
                  <a:srgbClr val="FFFFFF"/>
                </a:solidFill>
              </a14:hiddenFill>
            </a:ext>
          </a:extLst>
        </p:spPr>
      </p:pic>
      <p:sp>
        <p:nvSpPr>
          <p:cNvPr id="8" name="Picture Placeholder 7">
            <a:extLst>
              <a:ext uri="{FF2B5EF4-FFF2-40B4-BE49-F238E27FC236}">
                <a16:creationId xmlns:a16="http://schemas.microsoft.com/office/drawing/2014/main" id="{0A1CAFC3-176E-0DAD-ACB1-AD56FA16962A}"/>
              </a:ext>
            </a:extLst>
          </p:cNvPr>
          <p:cNvSpPr>
            <a:spLocks noGrp="1"/>
          </p:cNvSpPr>
          <p:nvPr>
            <p:ph type="pic" sz="quarter" idx="19"/>
          </p:nvPr>
        </p:nvSpPr>
        <p:spPr>
          <a:xfrm>
            <a:off x="360363" y="2317750"/>
            <a:ext cx="11483637" cy="2060575"/>
          </a:xfrm>
        </p:spPr>
        <p:txBody>
          <a:bodyPr/>
          <a:lstStyle/>
          <a:p>
            <a:r>
              <a:rPr lang="en-US"/>
              <a:t>Click icon to add picture</a:t>
            </a:r>
            <a:endParaRPr lang="en-AU"/>
          </a:p>
        </p:txBody>
      </p:sp>
      <p:sp>
        <p:nvSpPr>
          <p:cNvPr id="10" name="Text Placeholder 9">
            <a:extLst>
              <a:ext uri="{FF2B5EF4-FFF2-40B4-BE49-F238E27FC236}">
                <a16:creationId xmlns:a16="http://schemas.microsoft.com/office/drawing/2014/main" id="{3C17158F-8305-9FAD-5D27-F260E3A45E51}"/>
              </a:ext>
            </a:extLst>
          </p:cNvPr>
          <p:cNvSpPr>
            <a:spLocks noGrp="1"/>
          </p:cNvSpPr>
          <p:nvPr>
            <p:ph type="body" sz="quarter" idx="20"/>
          </p:nvPr>
        </p:nvSpPr>
        <p:spPr>
          <a:xfrm>
            <a:off x="360363" y="4579938"/>
            <a:ext cx="11483975" cy="1743075"/>
          </a:xfrm>
        </p:spPr>
        <p:txBody>
          <a:bodyPr/>
          <a:lstStyle>
            <a:lvl1pPr>
              <a:spcAft>
                <a:spcPts val="1200"/>
              </a:spcAft>
              <a:defRPr sz="1800"/>
            </a:lvl1pPr>
            <a:lvl2pPr>
              <a:spcAft>
                <a:spcPts val="1200"/>
              </a:spcAft>
              <a:defRPr sz="1800"/>
            </a:lvl2pPr>
            <a:lvl3pPr>
              <a:spcAft>
                <a:spcPts val="1200"/>
              </a:spcAft>
              <a:defRPr sz="1800"/>
            </a:lvl3pPr>
            <a:lvl4pPr>
              <a:spcAft>
                <a:spcPts val="1200"/>
              </a:spcAft>
              <a:defRPr sz="1800"/>
            </a:lvl4pPr>
            <a:lvl5pPr>
              <a:spcAft>
                <a:spcPts val="1200"/>
              </a:spcAft>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32955261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484000"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4000"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37814771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0A01DC5-1685-4615-8240-15192985C6A2}" type="slidenum">
              <a:rPr lang="en-AU" smtClean="0"/>
              <a:t>‹#›</a:t>
            </a:fld>
            <a:endParaRPr lang="en-AU"/>
          </a:p>
        </p:txBody>
      </p:sp>
    </p:spTree>
    <p:extLst>
      <p:ext uri="{BB962C8B-B14F-4D97-AF65-F5344CB8AC3E}">
        <p14:creationId xmlns:p14="http://schemas.microsoft.com/office/powerpoint/2010/main" val="25868077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References">
    <p:bg>
      <p:bgPr>
        <a:solidFill>
          <a:schemeClr val="accent4"/>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3C69E21-27A4-4448-A8A5-3DF6A41F3B28}"/>
              </a:ext>
            </a:extLst>
          </p:cNvPr>
          <p:cNvSpPr/>
          <p:nvPr userDrawn="1"/>
        </p:nvSpPr>
        <p:spPr>
          <a:xfrm>
            <a:off x="0" y="1265616"/>
            <a:ext cx="12192000" cy="19011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7" name="Straight Connector 6">
            <a:extLst>
              <a:ext uri="{FF2B5EF4-FFF2-40B4-BE49-F238E27FC236}">
                <a16:creationId xmlns:a16="http://schemas.microsoft.com/office/drawing/2014/main" id="{FDEA8E5D-F9A7-48AC-AF91-6754515E9D1B}"/>
              </a:ext>
              <a:ext uri="{C183D7F6-B498-43B3-948B-1728B52AA6E4}">
                <adec:decorative xmlns:adec="http://schemas.microsoft.com/office/drawing/2017/decorative" val="1"/>
              </a:ext>
            </a:extLst>
          </p:cNvPr>
          <p:cNvCxnSpPr>
            <a:cxnSpLocks/>
          </p:cNvCxnSpPr>
          <p:nvPr userDrawn="1"/>
        </p:nvCxnSpPr>
        <p:spPr>
          <a:xfrm>
            <a:off x="0" y="1265616"/>
            <a:ext cx="121920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81B646BC-5BB3-E31B-1A9E-AD82558D7FE8}"/>
              </a:ext>
            </a:extLst>
          </p:cNvPr>
          <p:cNvSpPr>
            <a:spLocks noGrp="1"/>
          </p:cNvSpPr>
          <p:nvPr>
            <p:ph type="sldNum" sz="quarter" idx="10"/>
          </p:nvPr>
        </p:nvSpPr>
        <p:spPr/>
        <p:txBody>
          <a:bodyPr/>
          <a:lstStyle/>
          <a:p>
            <a:fld id="{10A01DC5-1685-4615-8240-15192985C6A2}" type="slidenum">
              <a:rPr lang="en-AU" smtClean="0"/>
              <a:pPr/>
              <a:t>‹#›</a:t>
            </a:fld>
            <a:endParaRPr lang="en-AU"/>
          </a:p>
        </p:txBody>
      </p:sp>
      <p:sp>
        <p:nvSpPr>
          <p:cNvPr id="8" name="Title 3">
            <a:extLst>
              <a:ext uri="{FF2B5EF4-FFF2-40B4-BE49-F238E27FC236}">
                <a16:creationId xmlns:a16="http://schemas.microsoft.com/office/drawing/2014/main" id="{2245FC77-E959-4B3D-936D-71858DF4D065}"/>
              </a:ext>
            </a:extLst>
          </p:cNvPr>
          <p:cNvSpPr>
            <a:spLocks noGrp="1"/>
          </p:cNvSpPr>
          <p:nvPr>
            <p:ph type="title" hasCustomPrompt="1"/>
          </p:nvPr>
        </p:nvSpPr>
        <p:spPr>
          <a:xfrm>
            <a:off x="360000" y="360001"/>
            <a:ext cx="10080000" cy="521412"/>
          </a:xfrm>
        </p:spPr>
        <p:txBody>
          <a:bodyPr/>
          <a:lstStyle>
            <a:lvl1pPr>
              <a:defRPr>
                <a:solidFill>
                  <a:schemeClr val="accent1"/>
                </a:solidFill>
              </a:defRPr>
            </a:lvl1pPr>
          </a:lstStyle>
          <a:p>
            <a:r>
              <a:rPr lang="en-US"/>
              <a:t>References</a:t>
            </a:r>
            <a:endParaRPr lang="en-AU"/>
          </a:p>
        </p:txBody>
      </p:sp>
      <p:sp>
        <p:nvSpPr>
          <p:cNvPr id="2" name="Content Placeholder 2">
            <a:extLst>
              <a:ext uri="{FF2B5EF4-FFF2-40B4-BE49-F238E27FC236}">
                <a16:creationId xmlns:a16="http://schemas.microsoft.com/office/drawing/2014/main" id="{27905181-B8A1-3C65-36D9-EB3FF362FF6C}"/>
              </a:ext>
            </a:extLst>
          </p:cNvPr>
          <p:cNvSpPr>
            <a:spLocks noGrp="1"/>
          </p:cNvSpPr>
          <p:nvPr>
            <p:ph idx="1" hasCustomPrompt="1"/>
          </p:nvPr>
        </p:nvSpPr>
        <p:spPr>
          <a:xfrm>
            <a:off x="360000" y="3428999"/>
            <a:ext cx="11484000" cy="2927351"/>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0593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References con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hasCustomPrompt="1"/>
          </p:nvPr>
        </p:nvSpPr>
        <p:spPr>
          <a:xfrm>
            <a:off x="359997" y="360000"/>
            <a:ext cx="11483999" cy="522000"/>
          </a:xfrm>
        </p:spPr>
        <p:txBody>
          <a:bodyPr/>
          <a:lstStyle>
            <a:lvl1pPr>
              <a:defRPr>
                <a:solidFill>
                  <a:schemeClr val="accent1"/>
                </a:solidFill>
              </a:defRPr>
            </a:lvl1pPr>
          </a:lstStyle>
          <a:p>
            <a:r>
              <a:rPr lang="en-GB"/>
              <a:t>References (x)</a:t>
            </a:r>
            <a:endParaRPr lang="en-AU"/>
          </a:p>
        </p:txBody>
      </p:sp>
      <p:sp>
        <p:nvSpPr>
          <p:cNvPr id="2" name="Content Placeholder 2">
            <a:extLst>
              <a:ext uri="{FF2B5EF4-FFF2-40B4-BE49-F238E27FC236}">
                <a16:creationId xmlns:a16="http://schemas.microsoft.com/office/drawing/2014/main" id="{75109CEB-FEE9-3C82-2F10-45F8173A4BD3}"/>
              </a:ext>
            </a:extLst>
          </p:cNvPr>
          <p:cNvSpPr>
            <a:spLocks noGrp="1"/>
          </p:cNvSpPr>
          <p:nvPr>
            <p:ph idx="1" hasCustomPrompt="1"/>
          </p:nvPr>
        </p:nvSpPr>
        <p:spPr>
          <a:xfrm>
            <a:off x="360000" y="1971041"/>
            <a:ext cx="11484000" cy="4385310"/>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520534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Copyright">
    <p:bg>
      <p:bgPr>
        <a:solidFill>
          <a:schemeClr val="accent1"/>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lvl1pPr>
              <a:defRPr>
                <a:solidFill>
                  <a:schemeClr val="bg1"/>
                </a:solidFill>
              </a:defRPr>
            </a:lvl1pPr>
          </a:lstStyle>
          <a:p>
            <a:fld id="{10A01DC5-1685-4615-8240-15192985C6A2}" type="slidenum">
              <a:rPr lang="en-AU" smtClean="0"/>
              <a:pPr/>
              <a:t>‹#›</a:t>
            </a:fld>
            <a:endParaRPr lang="en-AU"/>
          </a:p>
        </p:txBody>
      </p:sp>
      <p:sp>
        <p:nvSpPr>
          <p:cNvPr id="2" name="Title 1">
            <a:extLst>
              <a:ext uri="{FF2B5EF4-FFF2-40B4-BE49-F238E27FC236}">
                <a16:creationId xmlns:a16="http://schemas.microsoft.com/office/drawing/2014/main" id="{34BE5FFA-C863-5F63-2574-4F650BA4588D}"/>
              </a:ext>
            </a:extLst>
          </p:cNvPr>
          <p:cNvSpPr>
            <a:spLocks noGrp="1"/>
          </p:cNvSpPr>
          <p:nvPr>
            <p:ph type="title" hasCustomPrompt="1"/>
          </p:nvPr>
        </p:nvSpPr>
        <p:spPr>
          <a:xfrm>
            <a:off x="360000" y="360000"/>
            <a:ext cx="10080000" cy="537467"/>
          </a:xfrm>
        </p:spPr>
        <p:txBody>
          <a:bodyPr/>
          <a:lstStyle>
            <a:lvl1pPr>
              <a:defRPr>
                <a:solidFill>
                  <a:schemeClr val="bg1"/>
                </a:solidFill>
              </a:defRPr>
            </a:lvl1pPr>
          </a:lstStyle>
          <a:p>
            <a:r>
              <a:rPr lang="en-US"/>
              <a:t>Copyright</a:t>
            </a:r>
          </a:p>
        </p:txBody>
      </p:sp>
      <p:sp>
        <p:nvSpPr>
          <p:cNvPr id="3" name="Slide Number Placeholder 4">
            <a:extLst>
              <a:ext uri="{FF2B5EF4-FFF2-40B4-BE49-F238E27FC236}">
                <a16:creationId xmlns:a16="http://schemas.microsoft.com/office/drawing/2014/main" id="{CAF241D3-718F-F3B9-95BA-7ED78B1B5BDD}"/>
              </a:ext>
            </a:extLst>
          </p:cNvPr>
          <p:cNvSpPr txBox="1">
            <a:spLocks/>
          </p:cNvSpPr>
          <p:nvPr userDrawn="1"/>
        </p:nvSpPr>
        <p:spPr>
          <a:xfrm>
            <a:off x="11124000" y="6516000"/>
            <a:ext cx="720000" cy="180000"/>
          </a:xfrm>
          <a:prstGeom prst="rect">
            <a:avLst/>
          </a:prstGeom>
        </p:spPr>
        <p:txBody>
          <a:bodyPr vert="horz" lIns="0" tIns="0" rIns="0" bIns="0" rtlCol="0" anchor="t"/>
          <a:lstStyle>
            <a:defPPr>
              <a:defRPr lang="en-US"/>
            </a:defPPr>
            <a:lvl1pPr marL="0" algn="r" defTabSz="609585" rtl="0" eaLnBrk="1" latinLnBrk="0" hangingPunct="1">
              <a:defRPr sz="1200" kern="1200">
                <a:solidFill>
                  <a:schemeClr val="bg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fld id="{10A01DC5-1685-4615-8240-15192985C6A2}" type="slidenum">
              <a:rPr lang="en-AU" smtClean="0"/>
              <a:pPr/>
              <a:t>‹#›</a:t>
            </a:fld>
            <a:endParaRPr lang="en-AU"/>
          </a:p>
        </p:txBody>
      </p:sp>
      <p:sp>
        <p:nvSpPr>
          <p:cNvPr id="5" name="Rectangle 4">
            <a:extLst>
              <a:ext uri="{FF2B5EF4-FFF2-40B4-BE49-F238E27FC236}">
                <a16:creationId xmlns:a16="http://schemas.microsoft.com/office/drawing/2014/main" id="{147A10EB-69B5-E036-369C-033BAFE6DB18}"/>
              </a:ext>
            </a:extLst>
          </p:cNvPr>
          <p:cNvSpPr/>
          <p:nvPr userDrawn="1"/>
        </p:nvSpPr>
        <p:spPr>
          <a:xfrm>
            <a:off x="10915048" y="231006"/>
            <a:ext cx="1039529" cy="1100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6" name="Picture 5" descr="A red flower with white text&#10;&#10;Description automatically generated with low confidence">
            <a:extLst>
              <a:ext uri="{FF2B5EF4-FFF2-40B4-BE49-F238E27FC236}">
                <a16:creationId xmlns:a16="http://schemas.microsoft.com/office/drawing/2014/main" id="{F5F3CD7E-F06C-6B47-6A3E-198A7C0DC31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95216" y="360000"/>
            <a:ext cx="660785" cy="717587"/>
          </a:xfrm>
          <a:prstGeom prst="rect">
            <a:avLst/>
          </a:prstGeom>
        </p:spPr>
      </p:pic>
      <p:pic>
        <p:nvPicPr>
          <p:cNvPr id="7" name="Picture 12" descr="Creative Commons Attribution licence logo">
            <a:extLst>
              <a:ext uri="{FF2B5EF4-FFF2-40B4-BE49-F238E27FC236}">
                <a16:creationId xmlns:a16="http://schemas.microsoft.com/office/drawing/2014/main" id="{7948A98C-F758-2F9B-44F6-E4FEA77CAA7A}"/>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244972" y="2967486"/>
            <a:ext cx="1406523" cy="489432"/>
          </a:xfrm>
          <a:prstGeom prst="rect">
            <a:avLst/>
          </a:prstGeom>
          <a:noFill/>
          <a:extLst>
            <a:ext uri="{909E8E84-426E-40DD-AFC4-6F175D3DCCD1}">
              <a14:hiddenFill xmlns:a14="http://schemas.microsoft.com/office/drawing/2010/main">
                <a:solidFill>
                  <a:srgbClr val="FFFFFF"/>
                </a:solidFill>
              </a14:hiddenFill>
            </a:ext>
          </a:extLst>
        </p:spPr>
      </p:pic>
      <p:sp>
        <p:nvSpPr>
          <p:cNvPr id="8" name="Text Placeholder 10">
            <a:extLst>
              <a:ext uri="{FF2B5EF4-FFF2-40B4-BE49-F238E27FC236}">
                <a16:creationId xmlns:a16="http://schemas.microsoft.com/office/drawing/2014/main" id="{CD8E711E-20C4-EB65-95D8-4E4BB3686546}"/>
              </a:ext>
            </a:extLst>
          </p:cNvPr>
          <p:cNvSpPr>
            <a:spLocks noGrp="1"/>
          </p:cNvSpPr>
          <p:nvPr>
            <p:ph type="body" sz="quarter" idx="18" hasCustomPrompt="1"/>
          </p:nvPr>
        </p:nvSpPr>
        <p:spPr>
          <a:xfrm>
            <a:off x="360000" y="981264"/>
            <a:ext cx="10080000" cy="310015"/>
          </a:xfrm>
        </p:spPr>
        <p:txBody>
          <a:bodyPr anchor="b">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30760375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60000" y="360000"/>
            <a:ext cx="10080000" cy="1008000"/>
          </a:xfrm>
          <a:prstGeom prst="rect">
            <a:avLst/>
          </a:prstGeom>
        </p:spPr>
        <p:txBody>
          <a:bodyPr vert="horz" lIns="0" tIns="0" rIns="0" bIns="0" rtlCol="0" anchor="t">
            <a:noAutofit/>
          </a:bodyPr>
          <a:lstStyle/>
          <a:p>
            <a:r>
              <a:rPr lang="en-US"/>
              <a:t>Click to edit Master title style</a:t>
            </a:r>
          </a:p>
        </p:txBody>
      </p:sp>
      <p:sp>
        <p:nvSpPr>
          <p:cNvPr id="3" name="Text Placeholder 2"/>
          <p:cNvSpPr>
            <a:spLocks noGrp="1"/>
          </p:cNvSpPr>
          <p:nvPr>
            <p:ph type="body" idx="1"/>
          </p:nvPr>
        </p:nvSpPr>
        <p:spPr>
          <a:xfrm>
            <a:off x="360000" y="1620000"/>
            <a:ext cx="11484000" cy="4536000"/>
          </a:xfrm>
          <a:prstGeom prst="rect">
            <a:avLst/>
          </a:prstGeom>
        </p:spPr>
        <p:txBody>
          <a:bodyPr vert="horz" lIns="0" tIns="0" rIns="0" bIns="0" rtlCol="0">
            <a:noAutofit/>
          </a:bodyPr>
          <a:lstStyle/>
          <a:p>
            <a:pPr marL="0" marR="0" lvl="0"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Click to edit Master text styles</a:t>
            </a:r>
          </a:p>
          <a:p>
            <a:pPr marL="0" marR="0" lvl="1"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Second level</a:t>
            </a:r>
          </a:p>
          <a:p>
            <a:pPr marL="0" marR="0" lvl="2"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Third level</a:t>
            </a:r>
          </a:p>
          <a:p>
            <a:pPr marL="0" marR="0" lvl="3"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Fourth level</a:t>
            </a:r>
          </a:p>
          <a:p>
            <a:pPr marL="0" marR="0" lvl="4"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Fifth level</a:t>
            </a:r>
          </a:p>
        </p:txBody>
      </p:sp>
      <p:sp>
        <p:nvSpPr>
          <p:cNvPr id="6" name="Slide Number Placeholder 5"/>
          <p:cNvSpPr>
            <a:spLocks noGrp="1"/>
          </p:cNvSpPr>
          <p:nvPr>
            <p:ph type="sldNum" sz="quarter" idx="4"/>
          </p:nvPr>
        </p:nvSpPr>
        <p:spPr>
          <a:xfrm>
            <a:off x="11124000" y="6516000"/>
            <a:ext cx="720000" cy="180000"/>
          </a:xfrm>
          <a:prstGeom prst="rect">
            <a:avLst/>
          </a:prstGeom>
        </p:spPr>
        <p:txBody>
          <a:bodyPr vert="horz" lIns="0" tIns="0" rIns="0" bIns="0" rtlCol="0" anchor="t"/>
          <a:lstStyle>
            <a:lvl1pPr algn="r">
              <a:defRPr sz="1200">
                <a:solidFill>
                  <a:schemeClr val="tx1"/>
                </a:solidFill>
                <a:latin typeface="+mn-lt"/>
              </a:defRPr>
            </a:lvl1pPr>
          </a:lstStyle>
          <a:p>
            <a:fld id="{10A01DC5-1685-4615-8240-15192985C6A2}" type="slidenum">
              <a:rPr lang="en-AU" smtClean="0"/>
              <a:pPr/>
              <a:t>‹#›</a:t>
            </a:fld>
            <a:endParaRPr lang="en-AU"/>
          </a:p>
        </p:txBody>
      </p:sp>
    </p:spTree>
    <p:extLst>
      <p:ext uri="{BB962C8B-B14F-4D97-AF65-F5344CB8AC3E}">
        <p14:creationId xmlns:p14="http://schemas.microsoft.com/office/powerpoint/2010/main" val="4123316428"/>
      </p:ext>
    </p:extLst>
  </p:cSld>
  <p:clrMap bg1="lt1" tx1="dk1" bg2="lt2" tx2="dk2" accent1="accent1" accent2="accent2" accent3="accent3" accent4="accent4" accent5="accent5" accent6="accent6" hlink="hlink" folHlink="folHlink"/>
  <p:sldLayoutIdLst>
    <p:sldLayoutId id="2147483728" r:id="rId1"/>
    <p:sldLayoutId id="2147483731" r:id="rId2"/>
    <p:sldLayoutId id="2147483747" r:id="rId3"/>
    <p:sldLayoutId id="2147483724" r:id="rId4"/>
    <p:sldLayoutId id="2147483751" r:id="rId5"/>
    <p:sldLayoutId id="2147483754" r:id="rId6"/>
    <p:sldLayoutId id="2147483752" r:id="rId7"/>
    <p:sldLayoutId id="2147483753" r:id="rId8"/>
    <p:sldLayoutId id="2147483723" r:id="rId9"/>
    <p:sldLayoutId id="2147483749" r:id="rId10"/>
    <p:sldLayoutId id="2147483746" r:id="rId11"/>
    <p:sldLayoutId id="2147483725" r:id="rId12"/>
    <p:sldLayoutId id="2147483743" r:id="rId13"/>
    <p:sldLayoutId id="2147483750" r:id="rId14"/>
    <p:sldLayoutId id="2147483744" r:id="rId15"/>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377" rtl="0" eaLnBrk="1" latinLnBrk="0" hangingPunct="1">
        <a:lnSpc>
          <a:spcPct val="90000"/>
        </a:lnSpc>
        <a:spcBef>
          <a:spcPct val="0"/>
        </a:spcBef>
        <a:buNone/>
        <a:defRPr sz="3600" kern="1200">
          <a:solidFill>
            <a:schemeClr val="tx1"/>
          </a:solidFill>
          <a:latin typeface="Arial" panose="020B0604020202020204" pitchFamily="34" charset="0"/>
          <a:ea typeface="+mj-ea"/>
          <a:cs typeface="Arial" panose="020B0604020202020204" pitchFamily="34" charset="0"/>
        </a:defRPr>
      </a:lvl1pPr>
    </p:titleStyle>
    <p:body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slide" Target="slide46.xml"/><Relationship Id="rId3" Type="http://schemas.openxmlformats.org/officeDocument/2006/relationships/slide" Target="slide4.xml"/><Relationship Id="rId7" Type="http://schemas.openxmlformats.org/officeDocument/2006/relationships/slide" Target="slide39.xml"/><Relationship Id="rId2" Type="http://schemas.openxmlformats.org/officeDocument/2006/relationships/notesSlide" Target="../notesSlides/notesSlide3.xml"/><Relationship Id="rId1" Type="http://schemas.openxmlformats.org/officeDocument/2006/relationships/slideLayout" Target="../slideLayouts/slideLayout11.xml"/><Relationship Id="rId6" Type="http://schemas.openxmlformats.org/officeDocument/2006/relationships/slide" Target="slide25.xml"/><Relationship Id="rId5" Type="http://schemas.openxmlformats.org/officeDocument/2006/relationships/slide" Target="slide18.xml"/><Relationship Id="rId10" Type="http://schemas.openxmlformats.org/officeDocument/2006/relationships/slide" Target="slide32.xml"/><Relationship Id="rId4" Type="http://schemas.openxmlformats.org/officeDocument/2006/relationships/slide" Target="slide11.xml"/><Relationship Id="rId9" Type="http://schemas.openxmlformats.org/officeDocument/2006/relationships/slide" Target="slide5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1.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4.xml"/><Relationship Id="rId6" Type="http://schemas.openxmlformats.org/officeDocument/2006/relationships/image" Target="../media/image16.png"/><Relationship Id="rId5" Type="http://schemas.openxmlformats.org/officeDocument/2006/relationships/image" Target="../media/image15.svg"/><Relationship Id="rId4" Type="http://schemas.openxmlformats.org/officeDocument/2006/relationships/image" Target="../media/image14.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1.xml"/><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2.xml"/><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4.xml"/><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6.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6.xml"/><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1.xml"/><Relationship Id="rId1" Type="http://schemas.openxmlformats.org/officeDocument/2006/relationships/slideLayout" Target="../slideLayouts/slideLayout4.xml"/><Relationship Id="rId6" Type="http://schemas.openxmlformats.org/officeDocument/2006/relationships/image" Target="../media/image10.png"/><Relationship Id="rId5" Type="http://schemas.openxmlformats.org/officeDocument/2006/relationships/hyperlink" Target="https://www.worldometers.info/world-population/population-by-country/" TargetMode="External"/><Relationship Id="rId4" Type="http://schemas.openxmlformats.org/officeDocument/2006/relationships/image" Target="../media/image22.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5.xml"/><Relationship Id="rId6" Type="http://schemas.openxmlformats.org/officeDocument/2006/relationships/image" Target="../media/image6.png"/><Relationship Id="rId5" Type="http://schemas.openxmlformats.org/officeDocument/2006/relationships/image" Target="../media/image23.png"/><Relationship Id="rId4" Type="http://schemas.openxmlformats.org/officeDocument/2006/relationships/image" Target="../media/image200.png"/></Relationships>
</file>

<file path=ppt/slides/_rels/slide3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4.xml"/><Relationship Id="rId1" Type="http://schemas.openxmlformats.org/officeDocument/2006/relationships/slideLayout" Target="../slideLayouts/slideLayout7.xml"/><Relationship Id="rId4" Type="http://schemas.openxmlformats.org/officeDocument/2006/relationships/image" Target="../media/image24.png"/></Relationships>
</file>

<file path=ppt/slides/_rels/slide3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5.xml"/><Relationship Id="rId1" Type="http://schemas.openxmlformats.org/officeDocument/2006/relationships/slideLayout" Target="../slideLayouts/slideLayout7.xml"/><Relationship Id="rId4" Type="http://schemas.openxmlformats.org/officeDocument/2006/relationships/image" Target="../media/image25.png"/></Relationships>
</file>

<file path=ppt/slides/_rels/slide3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6.xml"/><Relationship Id="rId1" Type="http://schemas.openxmlformats.org/officeDocument/2006/relationships/slideLayout" Target="../slideLayouts/slideLayout7.xml"/><Relationship Id="rId4" Type="http://schemas.openxmlformats.org/officeDocument/2006/relationships/image" Target="../media/image26.png"/></Relationships>
</file>

<file path=ppt/slides/_rels/slide3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7.xml"/><Relationship Id="rId1" Type="http://schemas.openxmlformats.org/officeDocument/2006/relationships/slideLayout" Target="../slideLayouts/slideLayout7.xml"/><Relationship Id="rId4" Type="http://schemas.openxmlformats.org/officeDocument/2006/relationships/image" Target="../media/image26.png"/></Relationships>
</file>

<file path=ppt/slides/_rels/slide38.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250.png"/><Relationship Id="rId7" Type="http://schemas.openxmlformats.org/officeDocument/2006/relationships/image" Target="../media/image30.svg"/><Relationship Id="rId2" Type="http://schemas.openxmlformats.org/officeDocument/2006/relationships/notesSlide" Target="../notesSlides/notesSlide38.xml"/><Relationship Id="rId1" Type="http://schemas.openxmlformats.org/officeDocument/2006/relationships/slideLayout" Target="../slideLayouts/slideLayout4.xml"/><Relationship Id="rId6" Type="http://schemas.openxmlformats.org/officeDocument/2006/relationships/image" Target="../media/image29.png"/><Relationship Id="rId5" Type="http://schemas.openxmlformats.org/officeDocument/2006/relationships/image" Target="../media/image28.svg"/><Relationship Id="rId4" Type="http://schemas.openxmlformats.org/officeDocument/2006/relationships/image" Target="../media/image27.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0.xml"/><Relationship Id="rId1" Type="http://schemas.openxmlformats.org/officeDocument/2006/relationships/slideLayout" Target="../slideLayouts/slideLayout8.xml"/><Relationship Id="rId4" Type="http://schemas.openxmlformats.org/officeDocument/2006/relationships/image" Target="../media/image6.png"/></Relationships>
</file>

<file path=ppt/slides/_rels/slide4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1.xml"/><Relationship Id="rId1" Type="http://schemas.openxmlformats.org/officeDocument/2006/relationships/slideLayout" Target="../slideLayouts/slideLayout7.xml"/><Relationship Id="rId4" Type="http://schemas.openxmlformats.org/officeDocument/2006/relationships/image" Target="../media/image31.png"/></Relationships>
</file>

<file path=ppt/slides/_rels/slide4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3.xml"/><Relationship Id="rId1" Type="http://schemas.openxmlformats.org/officeDocument/2006/relationships/slideLayout" Target="../slideLayouts/slideLayout7.xml"/><Relationship Id="rId4" Type="http://schemas.openxmlformats.org/officeDocument/2006/relationships/image" Target="../media/image32.png"/></Relationships>
</file>

<file path=ppt/slides/_rels/slide4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5.xml"/><Relationship Id="rId1" Type="http://schemas.openxmlformats.org/officeDocument/2006/relationships/slideLayout" Target="../slideLayouts/slideLayout4.xml"/><Relationship Id="rId4" Type="http://schemas.openxmlformats.org/officeDocument/2006/relationships/image" Target="../media/image10.pn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47.xml"/><Relationship Id="rId1" Type="http://schemas.openxmlformats.org/officeDocument/2006/relationships/slideLayout" Target="../slideLayouts/slideLayout6.xml"/><Relationship Id="rId5" Type="http://schemas.openxmlformats.org/officeDocument/2006/relationships/image" Target="../media/image39.png"/><Relationship Id="rId4" Type="http://schemas.openxmlformats.org/officeDocument/2006/relationships/image" Target="../media/image6.png"/></Relationships>
</file>

<file path=ppt/slides/_rels/slide4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8.xml"/><Relationship Id="rId1" Type="http://schemas.openxmlformats.org/officeDocument/2006/relationships/slideLayout" Target="../slideLayouts/slideLayout7.xml"/><Relationship Id="rId4" Type="http://schemas.openxmlformats.org/officeDocument/2006/relationships/image" Target="../media/image34.png"/></Relationships>
</file>

<file path=ppt/slides/_rels/slide4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9.xml"/><Relationship Id="rId1" Type="http://schemas.openxmlformats.org/officeDocument/2006/relationships/slideLayout" Target="../slideLayouts/slideLayout7.xml"/><Relationship Id="rId4" Type="http://schemas.openxmlformats.org/officeDocument/2006/relationships/image" Target="../media/image35.png"/></Relationships>
</file>

<file path=ppt/slides/_rels/slide5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52.xml"/><Relationship Id="rId1" Type="http://schemas.openxmlformats.org/officeDocument/2006/relationships/slideLayout" Target="../slideLayouts/slideLayout4.xml"/><Relationship Id="rId4" Type="http://schemas.openxmlformats.org/officeDocument/2006/relationships/image" Target="../media/image10.png"/></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54.xml"/><Relationship Id="rId1" Type="http://schemas.openxmlformats.org/officeDocument/2006/relationships/slideLayout" Target="../slideLayouts/slideLayout8.xml"/><Relationship Id="rId4" Type="http://schemas.openxmlformats.org/officeDocument/2006/relationships/image" Target="../media/image6.png"/></Relationships>
</file>

<file path=ppt/slides/_rels/slide5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6.xml"/><Relationship Id="rId1" Type="http://schemas.openxmlformats.org/officeDocument/2006/relationships/slideLayout" Target="../slideLayouts/slideLayout7.xml"/><Relationship Id="rId5" Type="http://schemas.openxmlformats.org/officeDocument/2006/relationships/image" Target="../media/image25.png"/><Relationship Id="rId4" Type="http://schemas.openxmlformats.org/officeDocument/2006/relationships/image" Target="../media/image40.png"/></Relationships>
</file>

<file path=ppt/slides/_rels/slide5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59.xml"/><Relationship Id="rId1" Type="http://schemas.openxmlformats.org/officeDocument/2006/relationships/slideLayout" Target="../slideLayouts/slideLayout4.xml"/><Relationship Id="rId4" Type="http://schemas.openxmlformats.org/officeDocument/2006/relationships/image" Target="../media/image10.png"/></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1.xml"/></Relationships>
</file>

<file path=ppt/slides/_rels/slide64.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64.xml"/><Relationship Id="rId1" Type="http://schemas.openxmlformats.org/officeDocument/2006/relationships/slideLayout" Target="../slideLayouts/slideLayout11.xml"/><Relationship Id="rId6" Type="http://schemas.openxmlformats.org/officeDocument/2006/relationships/image" Target="../media/image42.svg"/><Relationship Id="rId5" Type="http://schemas.openxmlformats.org/officeDocument/2006/relationships/image" Target="../media/image41.png"/><Relationship Id="rId4" Type="http://schemas.openxmlformats.org/officeDocument/2006/relationships/slide" Target="slide58.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5.xml"/></Relationships>
</file>

<file path=ppt/slides/_rels/slide67.xml.rels><?xml version="1.0" encoding="UTF-8" standalone="yes"?>
<Relationships xmlns="http://schemas.openxmlformats.org/package/2006/relationships"><Relationship Id="rId8" Type="http://schemas.openxmlformats.org/officeDocument/2006/relationships/hyperlink" Target="https://educationstandards.nsw.edu.au/wps/portal/nesa/mini-footer/copyright" TargetMode="External"/><Relationship Id="rId3" Type="http://schemas.openxmlformats.org/officeDocument/2006/relationships/hyperlink" Target="https://curriculum.nsw.edu.au/learning-areas/mathematics/mathematics-k-10-2022/overview" TargetMode="External"/><Relationship Id="rId7" Type="http://schemas.openxmlformats.org/officeDocument/2006/relationships/hyperlink" Target="https://curriculum.nsw.edu.au/learning-areas/mathematics/mathematics-k-10-2022/content/stage-3/fad7c142c4?show=advice" TargetMode="External"/><Relationship Id="rId2" Type="http://schemas.openxmlformats.org/officeDocument/2006/relationships/notesSlide" Target="../notesSlides/notesSlide67.xml"/><Relationship Id="rId1" Type="http://schemas.openxmlformats.org/officeDocument/2006/relationships/slideLayout" Target="../slideLayouts/slideLayout13.xml"/><Relationship Id="rId6" Type="http://schemas.openxmlformats.org/officeDocument/2006/relationships/hyperlink" Target="https://atm.org.uk/Mathematics-Teaching-Journal-Archive/Mathematics-Teaching-253/97346" TargetMode="External"/><Relationship Id="rId5" Type="http://schemas.openxmlformats.org/officeDocument/2006/relationships/hyperlink" Target="http://www.australiancurriculum.edu.au/" TargetMode="External"/><Relationship Id="rId10" Type="http://schemas.openxmlformats.org/officeDocument/2006/relationships/hyperlink" Target="https://curriculum.nsw.edu.au/" TargetMode="External"/><Relationship Id="rId4" Type="http://schemas.openxmlformats.org/officeDocument/2006/relationships/hyperlink" Target="https://education.nsw.gov.au/teaching-and-learning/curriculum/literacy-and-numeracy/resources-for-schools/learning-progressions" TargetMode="External"/><Relationship Id="rId9" Type="http://schemas.openxmlformats.org/officeDocument/2006/relationships/hyperlink" Target="https://educationstandards.nsw.edu.au/wps/portal/nesa/home" TargetMode="External"/></Relationships>
</file>

<file path=ppt/slides/_rels/slide68.xml.rels><?xml version="1.0" encoding="UTF-8" standalone="yes"?>
<Relationships xmlns="http://schemas.openxmlformats.org/package/2006/relationships"><Relationship Id="rId3" Type="http://schemas.openxmlformats.org/officeDocument/2006/relationships/hyperlink" Target="https://education.nsw.gov.au/teaching-and-learning/curriculum/mathematics/mathematics-curriculum-resources-k-12/thinking-mathematically-resources/mathematics-s1-s3-mastermind" TargetMode="External"/><Relationship Id="rId7" Type="http://schemas.openxmlformats.org/officeDocument/2006/relationships/hyperlink" Target="https://curriculum.nsw.edu.au/" TargetMode="External"/><Relationship Id="rId2" Type="http://schemas.openxmlformats.org/officeDocument/2006/relationships/notesSlide" Target="../notesSlides/notesSlide68.xml"/><Relationship Id="rId1" Type="http://schemas.openxmlformats.org/officeDocument/2006/relationships/slideLayout" Target="../slideLayouts/slideLayout13.xml"/><Relationship Id="rId6" Type="http://schemas.openxmlformats.org/officeDocument/2006/relationships/hyperlink" Target="https://educationstandards.nsw.edu.au/wps/portal/nesa/home" TargetMode="External"/><Relationship Id="rId5" Type="http://schemas.openxmlformats.org/officeDocument/2006/relationships/hyperlink" Target="https://educationstandards.nsw.edu.au/wps/portal/nesa/mini-footer/copyright" TargetMode="External"/><Relationship Id="rId4" Type="http://schemas.openxmlformats.org/officeDocument/2006/relationships/hyperlink" Target="https://www.worldometers.info/world-population/population-by-country/" TargetMode="External"/></Relationships>
</file>

<file path=ppt/slides/_rels/slide69.xml.rels><?xml version="1.0" encoding="UTF-8" standalone="yes"?>
<Relationships xmlns="http://schemas.openxmlformats.org/package/2006/relationships"><Relationship Id="rId3" Type="http://schemas.openxmlformats.org/officeDocument/2006/relationships/hyperlink" Target="https://creativecommons.org/licenses/by/4.0/" TargetMode="External"/><Relationship Id="rId2" Type="http://schemas.openxmlformats.org/officeDocument/2006/relationships/notesSlide" Target="../notesSlides/notesSlide69.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2F6095-1EC4-AF1D-D63E-D59E13EB8A7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529C7B9-C360-81F1-3033-970F881863DA}"/>
              </a:ext>
            </a:extLst>
          </p:cNvPr>
          <p:cNvSpPr>
            <a:spLocks noGrp="1"/>
          </p:cNvSpPr>
          <p:nvPr>
            <p:ph type="title"/>
          </p:nvPr>
        </p:nvSpPr>
        <p:spPr/>
        <p:txBody>
          <a:bodyPr/>
          <a:lstStyle/>
          <a:p>
            <a:r>
              <a:rPr lang="en-AU">
                <a:latin typeface="+mj-lt"/>
              </a:rPr>
              <a:t>Instructions for use</a:t>
            </a:r>
          </a:p>
        </p:txBody>
      </p:sp>
      <p:sp>
        <p:nvSpPr>
          <p:cNvPr id="7" name="Picture Placeholder 6">
            <a:extLst>
              <a:ext uri="{FF2B5EF4-FFF2-40B4-BE49-F238E27FC236}">
                <a16:creationId xmlns:a16="http://schemas.microsoft.com/office/drawing/2014/main" id="{EDCC1CBD-2D5B-E7F2-8E17-B400FEB5419F}"/>
              </a:ext>
            </a:extLst>
          </p:cNvPr>
          <p:cNvSpPr>
            <a:spLocks noGrp="1"/>
          </p:cNvSpPr>
          <p:nvPr>
            <p:ph type="pic" sz="quarter" idx="13"/>
          </p:nvPr>
        </p:nvSpPr>
        <p:spPr>
          <a:xfrm>
            <a:off x="354000" y="1931625"/>
            <a:ext cx="11483999" cy="4498641"/>
          </a:xfrm>
        </p:spPr>
        <p:txBody>
          <a:bodyPr/>
          <a:lstStyle/>
          <a:p>
            <a:pPr marL="342900" indent="-342900">
              <a:buFont typeface="Arial"/>
              <a:buChar char="•"/>
            </a:pPr>
            <a:r>
              <a:rPr lang="en-AU" sz="1800">
                <a:latin typeface="Arial"/>
                <a:cs typeface="Arial"/>
              </a:rPr>
              <a:t>This resource aligns to the learning in Stage 3 Year A Unit 19 and revisits content from earlier sample units.</a:t>
            </a:r>
          </a:p>
          <a:p>
            <a:pPr marL="342900" indent="-342900">
              <a:buFont typeface="Arial"/>
              <a:buChar char="•"/>
            </a:pPr>
            <a:r>
              <a:rPr lang="en-AU" sz="1800">
                <a:solidFill>
                  <a:srgbClr val="22272B"/>
                </a:solidFill>
                <a:latin typeface="+mn-lt"/>
                <a:cs typeface="Arial"/>
              </a:rPr>
              <a:t>Classroom teachers are encouraged to </a:t>
            </a:r>
            <a:r>
              <a:rPr lang="en-AU" sz="1800" b="1">
                <a:solidFill>
                  <a:srgbClr val="22272B"/>
                </a:solidFill>
                <a:latin typeface="+mn-lt"/>
                <a:cs typeface="Arial"/>
              </a:rPr>
              <a:t>add, edit and adapt</a:t>
            </a:r>
            <a:r>
              <a:rPr lang="en-AU" sz="1800">
                <a:solidFill>
                  <a:srgbClr val="22272B"/>
                </a:solidFill>
                <a:latin typeface="+mn-lt"/>
                <a:cs typeface="Arial"/>
              </a:rPr>
              <a:t> to meet the needs of their students.</a:t>
            </a:r>
          </a:p>
          <a:p>
            <a:pPr marL="342900" indent="-342900">
              <a:lnSpc>
                <a:spcPct val="150000"/>
              </a:lnSpc>
              <a:buFont typeface="Arial"/>
              <a:buChar char="•"/>
            </a:pPr>
            <a:r>
              <a:rPr lang="en-AU" sz="1800">
                <a:solidFill>
                  <a:srgbClr val="22272B"/>
                </a:solidFill>
                <a:latin typeface="+mn-lt"/>
                <a:cs typeface="Arial"/>
              </a:rPr>
              <a:t>Save a copy of the file to make changes to the slide deck. Go to File &gt; Download a Copy (this downloads a copy to the computer to edit in the PowerPoint app).</a:t>
            </a:r>
          </a:p>
          <a:p>
            <a:pPr marL="342900" indent="-342900">
              <a:lnSpc>
                <a:spcPct val="150000"/>
              </a:lnSpc>
              <a:buFont typeface="Arial"/>
              <a:buChar char="•"/>
            </a:pPr>
            <a:r>
              <a:rPr lang="en-AU" sz="1800">
                <a:solidFill>
                  <a:srgbClr val="22272B"/>
                </a:solidFill>
                <a:latin typeface="+mn-lt"/>
                <a:cs typeface="Arial"/>
              </a:rPr>
              <a:t>To convert the PowerPoint to Google Slides:</a:t>
            </a:r>
          </a:p>
          <a:p>
            <a:pPr marL="913765" lvl="1" indent="-457200">
              <a:lnSpc>
                <a:spcPct val="150000"/>
              </a:lnSpc>
              <a:buFont typeface="+mj-lt"/>
              <a:buAutoNum type="arabicPeriod"/>
            </a:pPr>
            <a:r>
              <a:rPr lang="en-AU">
                <a:solidFill>
                  <a:srgbClr val="22272B"/>
                </a:solidFill>
                <a:latin typeface="+mn-lt"/>
                <a:cs typeface="Arial"/>
              </a:rPr>
              <a:t>Upload the file into Google Drive and open it.</a:t>
            </a:r>
          </a:p>
          <a:p>
            <a:pPr marL="913765" lvl="1" indent="-457200">
              <a:lnSpc>
                <a:spcPct val="150000"/>
              </a:lnSpc>
              <a:buFont typeface="+mj-lt"/>
              <a:buAutoNum type="arabicPeriod"/>
            </a:pPr>
            <a:r>
              <a:rPr lang="en-AU">
                <a:solidFill>
                  <a:srgbClr val="22272B"/>
                </a:solidFill>
                <a:latin typeface="+mn-lt"/>
                <a:cs typeface="Arial"/>
              </a:rPr>
              <a:t>Go to File &gt; Save as Google Slides.</a:t>
            </a:r>
          </a:p>
          <a:p>
            <a:pPr marL="456565" lvl="1">
              <a:lnSpc>
                <a:spcPct val="150000"/>
              </a:lnSpc>
            </a:pPr>
            <a:r>
              <a:rPr lang="en-AU">
                <a:solidFill>
                  <a:srgbClr val="22272B"/>
                </a:solidFill>
                <a:latin typeface="+mn-lt"/>
                <a:cs typeface="Arial"/>
              </a:rPr>
              <a:t>(Note – conversion may cause formatting changes in the slides.)</a:t>
            </a:r>
          </a:p>
        </p:txBody>
      </p:sp>
      <p:sp>
        <p:nvSpPr>
          <p:cNvPr id="2" name="Slide Number Placeholder 1">
            <a:extLst>
              <a:ext uri="{FF2B5EF4-FFF2-40B4-BE49-F238E27FC236}">
                <a16:creationId xmlns:a16="http://schemas.microsoft.com/office/drawing/2014/main" id="{5054FBAE-1B2A-91CD-091C-35061078D29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a:t>
            </a:fld>
            <a:endParaRPr lang="en-AU"/>
          </a:p>
        </p:txBody>
      </p:sp>
    </p:spTree>
    <p:extLst>
      <p:ext uri="{BB962C8B-B14F-4D97-AF65-F5344CB8AC3E}">
        <p14:creationId xmlns:p14="http://schemas.microsoft.com/office/powerpoint/2010/main" val="33305468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EF38185-B00A-9878-8E80-7D55E5647711}"/>
              </a:ext>
            </a:extLst>
          </p:cNvPr>
          <p:cNvSpPr>
            <a:spLocks noGrp="1"/>
          </p:cNvSpPr>
          <p:nvPr>
            <p:ph type="ctrTitle"/>
          </p:nvPr>
        </p:nvSpPr>
        <p:spPr/>
        <p:txBody>
          <a:bodyPr/>
          <a:lstStyle/>
          <a:p>
            <a:r>
              <a:rPr lang="en-AU">
                <a:latin typeface="+mj-lt"/>
                <a:cs typeface="Arial"/>
              </a:rPr>
              <a:t>Review of Learning </a:t>
            </a:r>
            <a:endParaRPr lang="en-AU">
              <a:latin typeface="+mj-lt"/>
            </a:endParaRPr>
          </a:p>
        </p:txBody>
      </p:sp>
      <p:sp>
        <p:nvSpPr>
          <p:cNvPr id="11" name="Text Placeholder 10">
            <a:extLst>
              <a:ext uri="{FF2B5EF4-FFF2-40B4-BE49-F238E27FC236}">
                <a16:creationId xmlns:a16="http://schemas.microsoft.com/office/drawing/2014/main" id="{3D12AD43-6748-1D46-1B69-DCBF45A45856}"/>
              </a:ext>
            </a:extLst>
          </p:cNvPr>
          <p:cNvSpPr>
            <a:spLocks noGrp="1"/>
          </p:cNvSpPr>
          <p:nvPr>
            <p:ph type="body" sz="quarter" idx="10"/>
          </p:nvPr>
        </p:nvSpPr>
        <p:spPr/>
        <p:txBody>
          <a:bodyPr/>
          <a:lstStyle/>
          <a:p>
            <a:r>
              <a:rPr lang="en-AU" sz="2400">
                <a:latin typeface="+mj-lt"/>
                <a:cs typeface="Arial"/>
              </a:rPr>
              <a:t>Mathematics Stage 3 </a:t>
            </a:r>
            <a:r>
              <a:rPr lang="en-AU" sz="2400">
                <a:solidFill>
                  <a:srgbClr val="FFFFFF"/>
                </a:solidFill>
                <a:latin typeface="+mj-lt"/>
                <a:cs typeface="Arial"/>
              </a:rPr>
              <a:t>–</a:t>
            </a:r>
            <a:r>
              <a:rPr lang="en-AU" sz="2400">
                <a:latin typeface="+mj-lt"/>
                <a:cs typeface="Arial"/>
              </a:rPr>
              <a:t> Unit 19</a:t>
            </a:r>
          </a:p>
        </p:txBody>
      </p:sp>
      <p:pic>
        <p:nvPicPr>
          <p:cNvPr id="4" name="Picture Placeholder 3" descr="A row of dice on a blue background">
            <a:extLst>
              <a:ext uri="{FF2B5EF4-FFF2-40B4-BE49-F238E27FC236}">
                <a16:creationId xmlns:a16="http://schemas.microsoft.com/office/drawing/2014/main" id="{27D6D49C-580D-CED2-3F28-318B6A237077}"/>
              </a:ext>
            </a:extLst>
          </p:cNvPr>
          <p:cNvPicPr>
            <a:picLocks noGrp="1" noChangeAspect="1"/>
          </p:cNvPicPr>
          <p:nvPr>
            <p:ph type="pic" sz="quarter" idx="13"/>
          </p:nvPr>
        </p:nvPicPr>
        <p:blipFill>
          <a:blip r:embed="rId3"/>
          <a:srcRect l="435" r="435"/>
          <a:stretch/>
        </p:blipFill>
        <p:spPr>
          <a:xfrm>
            <a:off x="7128000" y="2233"/>
            <a:ext cx="5064000" cy="6853534"/>
          </a:xfrm>
          <a:prstGeom prst="rect">
            <a:avLst/>
          </a:prstGeom>
        </p:spPr>
      </p:pic>
    </p:spTree>
    <p:extLst>
      <p:ext uri="{BB962C8B-B14F-4D97-AF65-F5344CB8AC3E}">
        <p14:creationId xmlns:p14="http://schemas.microsoft.com/office/powerpoint/2010/main" val="16619659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346830-A0C7-9D95-31DC-A77B445F770B}"/>
              </a:ext>
            </a:extLst>
          </p:cNvPr>
          <p:cNvSpPr>
            <a:spLocks noGrp="1"/>
          </p:cNvSpPr>
          <p:nvPr>
            <p:ph type="title"/>
          </p:nvPr>
        </p:nvSpPr>
        <p:spPr>
          <a:xfrm>
            <a:off x="360000" y="360000"/>
            <a:ext cx="11484000" cy="545601"/>
          </a:xfrm>
        </p:spPr>
        <p:txBody>
          <a:bodyPr/>
          <a:lstStyle/>
          <a:p>
            <a:r>
              <a:rPr lang="en-GB">
                <a:latin typeface="+mj-lt"/>
              </a:rPr>
              <a:t>Lessons</a:t>
            </a:r>
          </a:p>
        </p:txBody>
      </p:sp>
      <p:grpSp>
        <p:nvGrpSpPr>
          <p:cNvPr id="6" name="Group 5">
            <a:extLst>
              <a:ext uri="{FF2B5EF4-FFF2-40B4-BE49-F238E27FC236}">
                <a16:creationId xmlns:a16="http://schemas.microsoft.com/office/drawing/2014/main" id="{1B4FCA10-C38C-7EB1-6B3D-6210A414C65B}"/>
              </a:ext>
              <a:ext uri="{C183D7F6-B498-43B3-948B-1728B52AA6E4}">
                <adec:decorative xmlns:adec="http://schemas.microsoft.com/office/drawing/2017/decorative" val="1"/>
              </a:ext>
            </a:extLst>
          </p:cNvPr>
          <p:cNvGrpSpPr/>
          <p:nvPr/>
        </p:nvGrpSpPr>
        <p:grpSpPr>
          <a:xfrm>
            <a:off x="360000" y="1266959"/>
            <a:ext cx="4775638" cy="1045440"/>
            <a:chOff x="360000" y="1266959"/>
            <a:chExt cx="4775638" cy="1045440"/>
          </a:xfrm>
        </p:grpSpPr>
        <p:sp>
          <p:nvSpPr>
            <p:cNvPr id="2" name="Rectangle: Rounded Corners 1">
              <a:extLst>
                <a:ext uri="{FF2B5EF4-FFF2-40B4-BE49-F238E27FC236}">
                  <a16:creationId xmlns:a16="http://schemas.microsoft.com/office/drawing/2014/main" id="{935D5059-5790-C707-5987-84856AF04ADB}"/>
                </a:ext>
                <a:ext uri="{C183D7F6-B498-43B3-948B-1728B52AA6E4}">
                  <adec:decorative xmlns:adec="http://schemas.microsoft.com/office/drawing/2017/decorative" val="1"/>
                </a:ext>
              </a:extLst>
            </p:cNvPr>
            <p:cNvSpPr/>
            <p:nvPr/>
          </p:nvSpPr>
          <p:spPr>
            <a:xfrm>
              <a:off x="1037782" y="13309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59410"/>
              <a:r>
                <a:rPr lang="en-US">
                  <a:solidFill>
                    <a:schemeClr val="accent1"/>
                  </a:solidFill>
                  <a:latin typeface="+mj-lt"/>
                  <a:cs typeface="Arial"/>
                </a:rPr>
                <a:t>Review of learning 1</a:t>
              </a:r>
            </a:p>
          </p:txBody>
        </p:sp>
        <p:sp>
          <p:nvSpPr>
            <p:cNvPr id="5" name="Oval 4">
              <a:hlinkClick r:id="rId3" action="ppaction://hlinksldjump"/>
              <a:extLst>
                <a:ext uri="{FF2B5EF4-FFF2-40B4-BE49-F238E27FC236}">
                  <a16:creationId xmlns:a16="http://schemas.microsoft.com/office/drawing/2014/main" id="{56ACB92F-8289-CC4B-BE5A-A661A0C94E17}"/>
                </a:ext>
              </a:extLst>
            </p:cNvPr>
            <p:cNvSpPr/>
            <p:nvPr/>
          </p:nvSpPr>
          <p:spPr>
            <a:xfrm>
              <a:off x="360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1</a:t>
              </a:r>
            </a:p>
          </p:txBody>
        </p:sp>
      </p:grpSp>
      <p:grpSp>
        <p:nvGrpSpPr>
          <p:cNvPr id="7" name="Group 6">
            <a:extLst>
              <a:ext uri="{FF2B5EF4-FFF2-40B4-BE49-F238E27FC236}">
                <a16:creationId xmlns:a16="http://schemas.microsoft.com/office/drawing/2014/main" id="{AF7A23A4-F1DB-31F7-E62C-F1BFA9349F64}"/>
              </a:ext>
              <a:ext uri="{C183D7F6-B498-43B3-948B-1728B52AA6E4}">
                <adec:decorative xmlns:adec="http://schemas.microsoft.com/office/drawing/2017/decorative" val="1"/>
              </a:ext>
            </a:extLst>
          </p:cNvPr>
          <p:cNvGrpSpPr/>
          <p:nvPr/>
        </p:nvGrpSpPr>
        <p:grpSpPr>
          <a:xfrm>
            <a:off x="360000" y="2362859"/>
            <a:ext cx="4775638" cy="1045440"/>
            <a:chOff x="360000" y="2362859"/>
            <a:chExt cx="4775638" cy="1045440"/>
          </a:xfrm>
        </p:grpSpPr>
        <p:sp>
          <p:nvSpPr>
            <p:cNvPr id="20" name="Rectangle: Rounded Corners 19">
              <a:extLst>
                <a:ext uri="{FF2B5EF4-FFF2-40B4-BE49-F238E27FC236}">
                  <a16:creationId xmlns:a16="http://schemas.microsoft.com/office/drawing/2014/main" id="{C3D97F66-221B-C853-0EA8-66E5F684D86A}"/>
                </a:ext>
                <a:ext uri="{C183D7F6-B498-43B3-948B-1728B52AA6E4}">
                  <adec:decorative xmlns:adec="http://schemas.microsoft.com/office/drawing/2017/decorative" val="1"/>
                </a:ext>
              </a:extLst>
            </p:cNvPr>
            <p:cNvSpPr/>
            <p:nvPr/>
          </p:nvSpPr>
          <p:spPr>
            <a:xfrm>
              <a:off x="1037782" y="24268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59410"/>
              <a:r>
                <a:rPr lang="en-US">
                  <a:solidFill>
                    <a:schemeClr val="accent1"/>
                  </a:solidFill>
                  <a:latin typeface="+mj-lt"/>
                </a:rPr>
                <a:t>Review of learning 2</a:t>
              </a:r>
              <a:endParaRPr lang="en-US">
                <a:solidFill>
                  <a:schemeClr val="accent1"/>
                </a:solidFill>
                <a:latin typeface="+mj-lt"/>
                <a:cs typeface="Arial"/>
              </a:endParaRPr>
            </a:p>
          </p:txBody>
        </p:sp>
        <p:sp>
          <p:nvSpPr>
            <p:cNvPr id="21" name="Oval 20">
              <a:hlinkClick r:id="rId4" action="ppaction://hlinksldjump"/>
              <a:extLst>
                <a:ext uri="{FF2B5EF4-FFF2-40B4-BE49-F238E27FC236}">
                  <a16:creationId xmlns:a16="http://schemas.microsoft.com/office/drawing/2014/main" id="{D0A190BE-2B0B-2729-4549-D63712793CC2}"/>
                </a:ext>
              </a:extLst>
            </p:cNvPr>
            <p:cNvSpPr/>
            <p:nvPr/>
          </p:nvSpPr>
          <p:spPr>
            <a:xfrm>
              <a:off x="360000" y="23628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2</a:t>
              </a:r>
            </a:p>
          </p:txBody>
        </p:sp>
      </p:grpSp>
      <p:grpSp>
        <p:nvGrpSpPr>
          <p:cNvPr id="8" name="Group 7">
            <a:extLst>
              <a:ext uri="{FF2B5EF4-FFF2-40B4-BE49-F238E27FC236}">
                <a16:creationId xmlns:a16="http://schemas.microsoft.com/office/drawing/2014/main" id="{DF37B4A1-413C-FC0F-E0B4-307A5BFA5855}"/>
              </a:ext>
              <a:ext uri="{C183D7F6-B498-43B3-948B-1728B52AA6E4}">
                <adec:decorative xmlns:adec="http://schemas.microsoft.com/office/drawing/2017/decorative" val="1"/>
              </a:ext>
            </a:extLst>
          </p:cNvPr>
          <p:cNvGrpSpPr/>
          <p:nvPr/>
        </p:nvGrpSpPr>
        <p:grpSpPr>
          <a:xfrm>
            <a:off x="360000" y="3458759"/>
            <a:ext cx="4775638" cy="1045440"/>
            <a:chOff x="360000" y="3458759"/>
            <a:chExt cx="4775638" cy="1045440"/>
          </a:xfrm>
        </p:grpSpPr>
        <p:sp>
          <p:nvSpPr>
            <p:cNvPr id="23" name="Rectangle: Rounded Corners 22">
              <a:extLst>
                <a:ext uri="{FF2B5EF4-FFF2-40B4-BE49-F238E27FC236}">
                  <a16:creationId xmlns:a16="http://schemas.microsoft.com/office/drawing/2014/main" id="{8EDEF762-D4E6-C43E-E98A-95D6A0AE4FC9}"/>
                </a:ext>
                <a:ext uri="{C183D7F6-B498-43B3-948B-1728B52AA6E4}">
                  <adec:decorative xmlns:adec="http://schemas.microsoft.com/office/drawing/2017/decorative" val="1"/>
                </a:ext>
              </a:extLst>
            </p:cNvPr>
            <p:cNvSpPr/>
            <p:nvPr/>
          </p:nvSpPr>
          <p:spPr>
            <a:xfrm>
              <a:off x="1037782" y="35227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59410"/>
              <a:r>
                <a:rPr lang="en-US">
                  <a:solidFill>
                    <a:schemeClr val="accent1"/>
                  </a:solidFill>
                  <a:latin typeface="+mj-lt"/>
                  <a:cs typeface="Arial"/>
                </a:rPr>
                <a:t>Review of learning 3 </a:t>
              </a:r>
            </a:p>
          </p:txBody>
        </p:sp>
        <p:sp>
          <p:nvSpPr>
            <p:cNvPr id="24" name="Oval 23">
              <a:hlinkClick r:id="rId5" action="ppaction://hlinksldjump"/>
              <a:extLst>
                <a:ext uri="{FF2B5EF4-FFF2-40B4-BE49-F238E27FC236}">
                  <a16:creationId xmlns:a16="http://schemas.microsoft.com/office/drawing/2014/main" id="{A6DDAD40-805E-049F-39FC-55094C6BA103}"/>
                </a:ext>
              </a:extLst>
            </p:cNvPr>
            <p:cNvSpPr/>
            <p:nvPr/>
          </p:nvSpPr>
          <p:spPr>
            <a:xfrm>
              <a:off x="360000" y="34587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3</a:t>
              </a:r>
            </a:p>
          </p:txBody>
        </p:sp>
      </p:grpSp>
      <p:grpSp>
        <p:nvGrpSpPr>
          <p:cNvPr id="9" name="Group 8">
            <a:extLst>
              <a:ext uri="{FF2B5EF4-FFF2-40B4-BE49-F238E27FC236}">
                <a16:creationId xmlns:a16="http://schemas.microsoft.com/office/drawing/2014/main" id="{C989DA6E-4839-1BBD-77AB-6F9CC520B670}"/>
              </a:ext>
              <a:ext uri="{C183D7F6-B498-43B3-948B-1728B52AA6E4}">
                <adec:decorative xmlns:adec="http://schemas.microsoft.com/office/drawing/2017/decorative" val="1"/>
              </a:ext>
            </a:extLst>
          </p:cNvPr>
          <p:cNvGrpSpPr/>
          <p:nvPr/>
        </p:nvGrpSpPr>
        <p:grpSpPr>
          <a:xfrm>
            <a:off x="360000" y="4554659"/>
            <a:ext cx="4775638" cy="1045440"/>
            <a:chOff x="360000" y="4554659"/>
            <a:chExt cx="4775638" cy="1045440"/>
          </a:xfrm>
        </p:grpSpPr>
        <p:sp>
          <p:nvSpPr>
            <p:cNvPr id="26" name="Rectangle: Rounded Corners 25">
              <a:extLst>
                <a:ext uri="{FF2B5EF4-FFF2-40B4-BE49-F238E27FC236}">
                  <a16:creationId xmlns:a16="http://schemas.microsoft.com/office/drawing/2014/main" id="{B1BC8FAB-0C07-84FE-204A-47391BBEAF64}"/>
                </a:ext>
                <a:ext uri="{C183D7F6-B498-43B3-948B-1728B52AA6E4}">
                  <adec:decorative xmlns:adec="http://schemas.microsoft.com/office/drawing/2017/decorative" val="1"/>
                </a:ext>
              </a:extLst>
            </p:cNvPr>
            <p:cNvSpPr/>
            <p:nvPr/>
          </p:nvSpPr>
          <p:spPr>
            <a:xfrm>
              <a:off x="1037782" y="46186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59410"/>
              <a:r>
                <a:rPr lang="en-US">
                  <a:solidFill>
                    <a:schemeClr val="accent1"/>
                  </a:solidFill>
                  <a:latin typeface="+mj-lt"/>
                </a:rPr>
                <a:t>Review of learning 4</a:t>
              </a:r>
              <a:endParaRPr lang="en-US">
                <a:solidFill>
                  <a:schemeClr val="accent1"/>
                </a:solidFill>
                <a:latin typeface="+mj-lt"/>
                <a:cs typeface="Arial" panose="020B0604020202020204"/>
              </a:endParaRPr>
            </a:p>
          </p:txBody>
        </p:sp>
        <p:sp>
          <p:nvSpPr>
            <p:cNvPr id="27" name="Oval 26">
              <a:hlinkClick r:id="rId6" action="ppaction://hlinksldjump"/>
              <a:extLst>
                <a:ext uri="{FF2B5EF4-FFF2-40B4-BE49-F238E27FC236}">
                  <a16:creationId xmlns:a16="http://schemas.microsoft.com/office/drawing/2014/main" id="{30E4BF03-C9A7-EAE3-FC01-51CE829A6E7A}"/>
                </a:ext>
              </a:extLst>
            </p:cNvPr>
            <p:cNvSpPr/>
            <p:nvPr/>
          </p:nvSpPr>
          <p:spPr>
            <a:xfrm>
              <a:off x="360000" y="45546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4</a:t>
              </a:r>
            </a:p>
          </p:txBody>
        </p:sp>
      </p:grpSp>
      <p:grpSp>
        <p:nvGrpSpPr>
          <p:cNvPr id="11" name="Group 10">
            <a:extLst>
              <a:ext uri="{FF2B5EF4-FFF2-40B4-BE49-F238E27FC236}">
                <a16:creationId xmlns:a16="http://schemas.microsoft.com/office/drawing/2014/main" id="{98348D52-CA50-F15C-B472-B152337D805F}"/>
              </a:ext>
              <a:ext uri="{C183D7F6-B498-43B3-948B-1728B52AA6E4}">
                <adec:decorative xmlns:adec="http://schemas.microsoft.com/office/drawing/2017/decorative" val="1"/>
              </a:ext>
            </a:extLst>
          </p:cNvPr>
          <p:cNvGrpSpPr/>
          <p:nvPr/>
        </p:nvGrpSpPr>
        <p:grpSpPr>
          <a:xfrm>
            <a:off x="6096000" y="2362859"/>
            <a:ext cx="4775638" cy="1045440"/>
            <a:chOff x="6096000" y="1266959"/>
            <a:chExt cx="4775638" cy="1045440"/>
          </a:xfrm>
        </p:grpSpPr>
        <p:sp>
          <p:nvSpPr>
            <p:cNvPr id="44" name="Rectangle: Rounded Corners 43">
              <a:extLst>
                <a:ext uri="{FF2B5EF4-FFF2-40B4-BE49-F238E27FC236}">
                  <a16:creationId xmlns:a16="http://schemas.microsoft.com/office/drawing/2014/main" id="{872B6A74-D5FE-A9C3-5036-DA39A3F3AAA9}"/>
                </a:ext>
                <a:ext uri="{C183D7F6-B498-43B3-948B-1728B52AA6E4}">
                  <adec:decorative xmlns:adec="http://schemas.microsoft.com/office/drawing/2017/decorative" val="1"/>
                </a:ext>
              </a:extLst>
            </p:cNvPr>
            <p:cNvSpPr/>
            <p:nvPr/>
          </p:nvSpPr>
          <p:spPr>
            <a:xfrm>
              <a:off x="6773782" y="1330679"/>
              <a:ext cx="4097856" cy="918000"/>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59410"/>
              <a:r>
                <a:rPr lang="en-US">
                  <a:solidFill>
                    <a:schemeClr val="accent1"/>
                  </a:solidFill>
                  <a:latin typeface="+mj-lt"/>
                  <a:cs typeface="Arial"/>
                </a:rPr>
                <a:t>Review of learning 6</a:t>
              </a:r>
              <a:endParaRPr lang="en-US">
                <a:solidFill>
                  <a:schemeClr val="accent1"/>
                </a:solidFill>
              </a:endParaRPr>
            </a:p>
          </p:txBody>
        </p:sp>
        <p:sp>
          <p:nvSpPr>
            <p:cNvPr id="45" name="Oval 44">
              <a:hlinkClick r:id="rId7" action="ppaction://hlinksldjump"/>
              <a:extLst>
                <a:ext uri="{FF2B5EF4-FFF2-40B4-BE49-F238E27FC236}">
                  <a16:creationId xmlns:a16="http://schemas.microsoft.com/office/drawing/2014/main" id="{440E2C2A-513E-2146-E110-A5C05774C27F}"/>
                </a:ext>
              </a:extLst>
            </p:cNvPr>
            <p:cNvSpPr/>
            <p:nvPr/>
          </p:nvSpPr>
          <p:spPr>
            <a:xfrm>
              <a:off x="6096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6</a:t>
              </a:r>
            </a:p>
          </p:txBody>
        </p:sp>
      </p:grpSp>
      <p:grpSp>
        <p:nvGrpSpPr>
          <p:cNvPr id="12" name="Group 11">
            <a:extLst>
              <a:ext uri="{FF2B5EF4-FFF2-40B4-BE49-F238E27FC236}">
                <a16:creationId xmlns:a16="http://schemas.microsoft.com/office/drawing/2014/main" id="{E73741F1-615E-A4A4-088D-E0A9187F983E}"/>
              </a:ext>
              <a:ext uri="{C183D7F6-B498-43B3-948B-1728B52AA6E4}">
                <adec:decorative xmlns:adec="http://schemas.microsoft.com/office/drawing/2017/decorative" val="1"/>
              </a:ext>
            </a:extLst>
          </p:cNvPr>
          <p:cNvGrpSpPr/>
          <p:nvPr/>
        </p:nvGrpSpPr>
        <p:grpSpPr>
          <a:xfrm>
            <a:off x="6096000" y="3458759"/>
            <a:ext cx="4775638" cy="1045440"/>
            <a:chOff x="6096000" y="2362859"/>
            <a:chExt cx="4775638" cy="1045440"/>
          </a:xfrm>
        </p:grpSpPr>
        <p:sp>
          <p:nvSpPr>
            <p:cNvPr id="41" name="Rectangle: Rounded Corners 40">
              <a:extLst>
                <a:ext uri="{FF2B5EF4-FFF2-40B4-BE49-F238E27FC236}">
                  <a16:creationId xmlns:a16="http://schemas.microsoft.com/office/drawing/2014/main" id="{D868B1C9-B182-2727-4865-6D5AC1780BED}"/>
                </a:ext>
                <a:ext uri="{C183D7F6-B498-43B3-948B-1728B52AA6E4}">
                  <adec:decorative xmlns:adec="http://schemas.microsoft.com/office/drawing/2017/decorative" val="1"/>
                </a:ext>
              </a:extLst>
            </p:cNvPr>
            <p:cNvSpPr/>
            <p:nvPr/>
          </p:nvSpPr>
          <p:spPr>
            <a:xfrm>
              <a:off x="6773782" y="24268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59410"/>
              <a:r>
                <a:rPr lang="en-US">
                  <a:solidFill>
                    <a:schemeClr val="accent1"/>
                  </a:solidFill>
                  <a:latin typeface="+mj-lt"/>
                  <a:cs typeface="Arial" panose="020B0604020202020204"/>
                </a:rPr>
                <a:t>Review of learning 7</a:t>
              </a:r>
              <a:endParaRPr lang="en-US">
                <a:solidFill>
                  <a:schemeClr val="accent1"/>
                </a:solidFill>
              </a:endParaRPr>
            </a:p>
          </p:txBody>
        </p:sp>
        <p:sp>
          <p:nvSpPr>
            <p:cNvPr id="42" name="Oval 41">
              <a:hlinkClick r:id="rId8" action="ppaction://hlinksldjump"/>
              <a:extLst>
                <a:ext uri="{FF2B5EF4-FFF2-40B4-BE49-F238E27FC236}">
                  <a16:creationId xmlns:a16="http://schemas.microsoft.com/office/drawing/2014/main" id="{193FCBC3-0E7A-2B7F-C738-F5F9ECEE27FE}"/>
                </a:ext>
              </a:extLst>
            </p:cNvPr>
            <p:cNvSpPr/>
            <p:nvPr/>
          </p:nvSpPr>
          <p:spPr>
            <a:xfrm>
              <a:off x="6096000" y="23628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7</a:t>
              </a:r>
            </a:p>
          </p:txBody>
        </p:sp>
      </p:grpSp>
      <p:grpSp>
        <p:nvGrpSpPr>
          <p:cNvPr id="13" name="Group 12">
            <a:extLst>
              <a:ext uri="{FF2B5EF4-FFF2-40B4-BE49-F238E27FC236}">
                <a16:creationId xmlns:a16="http://schemas.microsoft.com/office/drawing/2014/main" id="{8E45D1B3-369A-D013-FFE7-B91D37B811F7}"/>
              </a:ext>
              <a:ext uri="{C183D7F6-B498-43B3-948B-1728B52AA6E4}">
                <adec:decorative xmlns:adec="http://schemas.microsoft.com/office/drawing/2017/decorative" val="1"/>
              </a:ext>
            </a:extLst>
          </p:cNvPr>
          <p:cNvGrpSpPr/>
          <p:nvPr/>
        </p:nvGrpSpPr>
        <p:grpSpPr>
          <a:xfrm>
            <a:off x="6096000" y="4554659"/>
            <a:ext cx="4775638" cy="1045440"/>
            <a:chOff x="6096000" y="3458759"/>
            <a:chExt cx="4775638" cy="1045440"/>
          </a:xfrm>
        </p:grpSpPr>
        <p:sp>
          <p:nvSpPr>
            <p:cNvPr id="38" name="Rectangle: Rounded Corners 37">
              <a:extLst>
                <a:ext uri="{FF2B5EF4-FFF2-40B4-BE49-F238E27FC236}">
                  <a16:creationId xmlns:a16="http://schemas.microsoft.com/office/drawing/2014/main" id="{22AE8CE5-94FD-CF39-4100-9EA79119BE34}"/>
                </a:ext>
                <a:ext uri="{C183D7F6-B498-43B3-948B-1728B52AA6E4}">
                  <adec:decorative xmlns:adec="http://schemas.microsoft.com/office/drawing/2017/decorative" val="1"/>
                </a:ext>
              </a:extLst>
            </p:cNvPr>
            <p:cNvSpPr/>
            <p:nvPr/>
          </p:nvSpPr>
          <p:spPr>
            <a:xfrm>
              <a:off x="6773782" y="35227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59410"/>
              <a:r>
                <a:rPr lang="en-US">
                  <a:solidFill>
                    <a:schemeClr val="accent1"/>
                  </a:solidFill>
                  <a:latin typeface="+mj-lt"/>
                  <a:cs typeface="Arial"/>
                </a:rPr>
                <a:t>Review of learning 8</a:t>
              </a:r>
              <a:endParaRPr lang="en-US">
                <a:solidFill>
                  <a:schemeClr val="accent1"/>
                </a:solidFill>
              </a:endParaRPr>
            </a:p>
          </p:txBody>
        </p:sp>
        <p:sp>
          <p:nvSpPr>
            <p:cNvPr id="39" name="Oval 38">
              <a:hlinkClick r:id="rId9" action="ppaction://hlinksldjump"/>
              <a:extLst>
                <a:ext uri="{FF2B5EF4-FFF2-40B4-BE49-F238E27FC236}">
                  <a16:creationId xmlns:a16="http://schemas.microsoft.com/office/drawing/2014/main" id="{EF49910F-1BBC-C179-B3E7-5FA3AE36CDDD}"/>
                </a:ext>
              </a:extLst>
            </p:cNvPr>
            <p:cNvSpPr/>
            <p:nvPr/>
          </p:nvSpPr>
          <p:spPr>
            <a:xfrm>
              <a:off x="6096000" y="34587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8</a:t>
              </a:r>
            </a:p>
          </p:txBody>
        </p:sp>
      </p:grpSp>
      <p:sp>
        <p:nvSpPr>
          <p:cNvPr id="3" name="Slide Number Placeholder 2">
            <a:extLst>
              <a:ext uri="{FF2B5EF4-FFF2-40B4-BE49-F238E27FC236}">
                <a16:creationId xmlns:a16="http://schemas.microsoft.com/office/drawing/2014/main" id="{ECB95D0D-4DB2-95D7-03B3-689505E4E1BC}"/>
              </a:ext>
              <a:ext uri="{C183D7F6-B498-43B3-948B-1728B52AA6E4}">
                <adec:decorative xmlns:adec="http://schemas.microsoft.com/office/drawing/2017/decorative" val="1"/>
              </a:ext>
            </a:extLst>
          </p:cNvPr>
          <p:cNvSpPr>
            <a:spLocks noGrp="1"/>
          </p:cNvSpPr>
          <p:nvPr>
            <p:ph type="sldNum" sz="quarter" idx="12"/>
          </p:nvPr>
        </p:nvSpPr>
        <p:spPr>
          <a:xfrm>
            <a:off x="11124000" y="6516000"/>
            <a:ext cx="720000" cy="180000"/>
          </a:xfrm>
        </p:spPr>
        <p:txBody>
          <a:bodyPr/>
          <a:lstStyle/>
          <a:p>
            <a:fld id="{10A01DC5-1685-4615-8240-15192985C6A2}" type="slidenum">
              <a:rPr lang="en-AU" smtClean="0"/>
              <a:pPr/>
              <a:t>3</a:t>
            </a:fld>
            <a:endParaRPr lang="en-AU"/>
          </a:p>
        </p:txBody>
      </p:sp>
      <p:grpSp>
        <p:nvGrpSpPr>
          <p:cNvPr id="17" name="Group 16">
            <a:extLst>
              <a:ext uri="{FF2B5EF4-FFF2-40B4-BE49-F238E27FC236}">
                <a16:creationId xmlns:a16="http://schemas.microsoft.com/office/drawing/2014/main" id="{5CA7685F-33D7-262A-AE71-7F572C4FD60A}"/>
              </a:ext>
              <a:ext uri="{C183D7F6-B498-43B3-948B-1728B52AA6E4}">
                <adec:decorative xmlns:adec="http://schemas.microsoft.com/office/drawing/2017/decorative" val="1"/>
              </a:ext>
            </a:extLst>
          </p:cNvPr>
          <p:cNvGrpSpPr/>
          <p:nvPr/>
        </p:nvGrpSpPr>
        <p:grpSpPr>
          <a:xfrm>
            <a:off x="6096000" y="1200486"/>
            <a:ext cx="4775638" cy="1045440"/>
            <a:chOff x="6096000" y="1266959"/>
            <a:chExt cx="4775638" cy="1045440"/>
          </a:xfrm>
        </p:grpSpPr>
        <p:sp>
          <p:nvSpPr>
            <p:cNvPr id="18" name="Rectangle: Rounded Corners 43">
              <a:extLst>
                <a:ext uri="{FF2B5EF4-FFF2-40B4-BE49-F238E27FC236}">
                  <a16:creationId xmlns:a16="http://schemas.microsoft.com/office/drawing/2014/main" id="{3DAA1A61-85C8-F828-1EC5-45BA7CAB872F}"/>
                </a:ext>
                <a:ext uri="{C183D7F6-B498-43B3-948B-1728B52AA6E4}">
                  <adec:decorative xmlns:adec="http://schemas.microsoft.com/office/drawing/2017/decorative" val="1"/>
                </a:ext>
              </a:extLst>
            </p:cNvPr>
            <p:cNvSpPr/>
            <p:nvPr/>
          </p:nvSpPr>
          <p:spPr>
            <a:xfrm>
              <a:off x="6773782" y="1330679"/>
              <a:ext cx="4097856" cy="918000"/>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59410"/>
              <a:r>
                <a:rPr lang="en-US">
                  <a:solidFill>
                    <a:schemeClr val="accent1"/>
                  </a:solidFill>
                  <a:latin typeface="+mj-lt"/>
                </a:rPr>
                <a:t>Review of learning 5</a:t>
              </a:r>
              <a:endParaRPr lang="en-US">
                <a:solidFill>
                  <a:schemeClr val="accent1"/>
                </a:solidFill>
              </a:endParaRPr>
            </a:p>
          </p:txBody>
        </p:sp>
        <p:sp>
          <p:nvSpPr>
            <p:cNvPr id="19" name="Oval 18">
              <a:hlinkClick r:id="rId10" action="ppaction://hlinksldjump"/>
              <a:extLst>
                <a:ext uri="{FF2B5EF4-FFF2-40B4-BE49-F238E27FC236}">
                  <a16:creationId xmlns:a16="http://schemas.microsoft.com/office/drawing/2014/main" id="{C7441057-962E-1AEF-726B-DFC965D5E0B5}"/>
                </a:ext>
              </a:extLst>
            </p:cNvPr>
            <p:cNvSpPr/>
            <p:nvPr/>
          </p:nvSpPr>
          <p:spPr>
            <a:xfrm>
              <a:off x="6096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5</a:t>
              </a:r>
            </a:p>
          </p:txBody>
        </p:sp>
      </p:grpSp>
    </p:spTree>
    <p:extLst>
      <p:ext uri="{BB962C8B-B14F-4D97-AF65-F5344CB8AC3E}">
        <p14:creationId xmlns:p14="http://schemas.microsoft.com/office/powerpoint/2010/main" val="8861623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49800255-62C7-52FC-7626-3B3FEBADF4CA}"/>
              </a:ext>
            </a:extLst>
          </p:cNvPr>
          <p:cNvSpPr>
            <a:spLocks noGrp="1"/>
          </p:cNvSpPr>
          <p:nvPr>
            <p:ph type="ctrTitle"/>
          </p:nvPr>
        </p:nvSpPr>
        <p:spPr/>
        <p:txBody>
          <a:bodyPr/>
          <a:lstStyle/>
          <a:p>
            <a:r>
              <a:rPr lang="en-AU">
                <a:latin typeface="+mj-lt"/>
                <a:cs typeface="Arial"/>
              </a:rPr>
              <a:t>Review of learning 1</a:t>
            </a:r>
            <a:endParaRPr lang="en-AU">
              <a:latin typeface="+mj-lt"/>
            </a:endParaRPr>
          </a:p>
        </p:txBody>
      </p:sp>
    </p:spTree>
    <p:extLst>
      <p:ext uri="{BB962C8B-B14F-4D97-AF65-F5344CB8AC3E}">
        <p14:creationId xmlns:p14="http://schemas.microsoft.com/office/powerpoint/2010/main" val="20281939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FE470CA-37B9-5866-8D09-298FF55EE989}"/>
              </a:ext>
            </a:extLst>
          </p:cNvPr>
          <p:cNvSpPr>
            <a:spLocks noGrp="1"/>
          </p:cNvSpPr>
          <p:nvPr>
            <p:ph type="sldNum" sz="quarter" idx="12"/>
          </p:nvPr>
        </p:nvSpPr>
        <p:spPr/>
        <p:txBody>
          <a:bodyPr/>
          <a:lstStyle/>
          <a:p>
            <a:fld id="{10A01DC5-1685-4615-8240-15192985C6A2}" type="slidenum">
              <a:rPr lang="en-AU" smtClean="0"/>
              <a:t>5</a:t>
            </a:fld>
            <a:endParaRPr lang="en-AU"/>
          </a:p>
        </p:txBody>
      </p:sp>
      <p:sp>
        <p:nvSpPr>
          <p:cNvPr id="3" name="Title 2">
            <a:extLst>
              <a:ext uri="{FF2B5EF4-FFF2-40B4-BE49-F238E27FC236}">
                <a16:creationId xmlns:a16="http://schemas.microsoft.com/office/drawing/2014/main" id="{293E9645-0D96-A57E-C0D8-3B2B5635236C}"/>
              </a:ext>
            </a:extLst>
          </p:cNvPr>
          <p:cNvSpPr>
            <a:spLocks noGrp="1"/>
          </p:cNvSpPr>
          <p:nvPr>
            <p:ph type="title"/>
          </p:nvPr>
        </p:nvSpPr>
        <p:spPr/>
        <p:txBody>
          <a:bodyPr/>
          <a:lstStyle/>
          <a:p>
            <a:r>
              <a:rPr lang="en-US" dirty="0"/>
              <a:t>Multiple </a:t>
            </a:r>
            <a:r>
              <a:rPr lang="en-US" dirty="0">
                <a:solidFill>
                  <a:srgbClr val="002060"/>
                </a:solidFill>
              </a:rPr>
              <a:t>choice </a:t>
            </a:r>
            <a:r>
              <a:rPr lang="en-US" dirty="0">
                <a:solidFill>
                  <a:schemeClr val="bg1"/>
                </a:solidFill>
              </a:rPr>
              <a:t>(1) </a:t>
            </a:r>
          </a:p>
        </p:txBody>
      </p:sp>
      <p:sp>
        <p:nvSpPr>
          <p:cNvPr id="14" name="Text Placeholder 13">
            <a:extLst>
              <a:ext uri="{FF2B5EF4-FFF2-40B4-BE49-F238E27FC236}">
                <a16:creationId xmlns:a16="http://schemas.microsoft.com/office/drawing/2014/main" id="{AB4F46E8-39CC-516C-AA47-44AFBB8D4DF4}"/>
              </a:ext>
            </a:extLst>
          </p:cNvPr>
          <p:cNvSpPr>
            <a:spLocks noGrp="1"/>
          </p:cNvSpPr>
          <p:nvPr>
            <p:ph type="body" sz="quarter" idx="27"/>
          </p:nvPr>
        </p:nvSpPr>
        <p:spPr>
          <a:xfrm>
            <a:off x="1148970" y="5787142"/>
            <a:ext cx="10175920" cy="641396"/>
          </a:xfrm>
        </p:spPr>
        <p:txBody>
          <a:bodyPr vert="horz" lIns="0" tIns="0" rIns="0" bIns="0" rtlCol="0" anchor="t">
            <a:noAutofit/>
          </a:bodyPr>
          <a:lstStyle/>
          <a:p>
            <a:r>
              <a:rPr lang="en-US" sz="3600">
                <a:ea typeface="+mn-lt"/>
                <a:cs typeface="+mn-lt"/>
              </a:rPr>
              <a:t>45 000 000 + 900 000 + 82 000 + 430 + 2</a:t>
            </a:r>
            <a:endParaRPr lang="en-US" sz="3600"/>
          </a:p>
        </p:txBody>
      </p:sp>
      <p:sp>
        <p:nvSpPr>
          <p:cNvPr id="15" name="Text Placeholder 14">
            <a:extLst>
              <a:ext uri="{FF2B5EF4-FFF2-40B4-BE49-F238E27FC236}">
                <a16:creationId xmlns:a16="http://schemas.microsoft.com/office/drawing/2014/main" id="{6B9A183C-33B3-4568-C43F-096BAC3A3E3A}"/>
              </a:ext>
            </a:extLst>
          </p:cNvPr>
          <p:cNvSpPr>
            <a:spLocks noGrp="1"/>
          </p:cNvSpPr>
          <p:nvPr>
            <p:ph type="body" sz="quarter" idx="28"/>
          </p:nvPr>
        </p:nvSpPr>
        <p:spPr>
          <a:xfrm>
            <a:off x="289153" y="1147325"/>
            <a:ext cx="11613694" cy="754243"/>
          </a:xfrm>
        </p:spPr>
        <p:txBody>
          <a:bodyPr vert="horz" lIns="0" tIns="0" rIns="0" bIns="0" rtlCol="0" anchor="t">
            <a:noAutofit/>
          </a:bodyPr>
          <a:lstStyle/>
          <a:p>
            <a:pPr algn="ctr"/>
            <a:r>
              <a:rPr lang="en-US" sz="3600">
                <a:latin typeface="Arial"/>
                <a:cs typeface="Arial"/>
              </a:rPr>
              <a:t>Which of the following is </a:t>
            </a:r>
            <a:r>
              <a:rPr lang="en-US" sz="3600" b="1">
                <a:latin typeface="Arial"/>
                <a:cs typeface="Arial"/>
              </a:rPr>
              <a:t>not</a:t>
            </a:r>
            <a:r>
              <a:rPr lang="en-US" sz="3600">
                <a:latin typeface="Arial"/>
                <a:cs typeface="Arial"/>
              </a:rPr>
              <a:t> an accurate </a:t>
            </a:r>
            <a:r>
              <a:rPr lang="en-US" sz="3600" b="1">
                <a:latin typeface="Arial"/>
                <a:cs typeface="Arial"/>
              </a:rPr>
              <a:t>representation</a:t>
            </a:r>
            <a:r>
              <a:rPr lang="en-US" sz="3600">
                <a:latin typeface="Arial"/>
                <a:cs typeface="Arial"/>
              </a:rPr>
              <a:t> of </a:t>
            </a:r>
            <a:r>
              <a:rPr lang="en-US" sz="3600" b="1">
                <a:latin typeface="Arial"/>
                <a:cs typeface="Arial"/>
              </a:rPr>
              <a:t>45 982 432</a:t>
            </a:r>
            <a:r>
              <a:rPr lang="en-US" sz="3600">
                <a:latin typeface="Arial"/>
                <a:cs typeface="Arial"/>
              </a:rPr>
              <a:t>?</a:t>
            </a:r>
          </a:p>
        </p:txBody>
      </p:sp>
      <p:sp>
        <p:nvSpPr>
          <p:cNvPr id="16" name="Text Placeholder 15">
            <a:extLst>
              <a:ext uri="{FF2B5EF4-FFF2-40B4-BE49-F238E27FC236}">
                <a16:creationId xmlns:a16="http://schemas.microsoft.com/office/drawing/2014/main" id="{E2AEB52E-AFAA-8A1C-4AC0-681B940D0160}"/>
              </a:ext>
            </a:extLst>
          </p:cNvPr>
          <p:cNvSpPr>
            <a:spLocks noGrp="1"/>
          </p:cNvSpPr>
          <p:nvPr>
            <p:ph type="body" sz="quarter" idx="29"/>
          </p:nvPr>
        </p:nvSpPr>
        <p:spPr>
          <a:xfrm>
            <a:off x="1148970" y="4905350"/>
            <a:ext cx="11013418" cy="641396"/>
          </a:xfrm>
        </p:spPr>
        <p:txBody>
          <a:bodyPr vert="horz" lIns="0" tIns="0" rIns="0" bIns="0" rtlCol="0" anchor="t">
            <a:noAutofit/>
          </a:bodyPr>
          <a:lstStyle/>
          <a:p>
            <a:r>
              <a:rPr lang="en-US" sz="3600"/>
              <a:t>45 000 000 + 900 000 + 80 000 + 200 + 432</a:t>
            </a:r>
          </a:p>
        </p:txBody>
      </p:sp>
      <p:sp>
        <p:nvSpPr>
          <p:cNvPr id="17" name="Text Placeholder 16">
            <a:extLst>
              <a:ext uri="{FF2B5EF4-FFF2-40B4-BE49-F238E27FC236}">
                <a16:creationId xmlns:a16="http://schemas.microsoft.com/office/drawing/2014/main" id="{5E4A5EB3-F414-A07E-B091-A6903C289403}"/>
              </a:ext>
            </a:extLst>
          </p:cNvPr>
          <p:cNvSpPr>
            <a:spLocks noGrp="1"/>
          </p:cNvSpPr>
          <p:nvPr>
            <p:ph type="body" sz="quarter" idx="30"/>
          </p:nvPr>
        </p:nvSpPr>
        <p:spPr>
          <a:xfrm>
            <a:off x="1148970" y="4100025"/>
            <a:ext cx="10175920" cy="641396"/>
          </a:xfrm>
        </p:spPr>
        <p:txBody>
          <a:bodyPr vert="horz" lIns="0" tIns="0" rIns="0" bIns="0" rtlCol="0" anchor="t">
            <a:noAutofit/>
          </a:bodyPr>
          <a:lstStyle/>
          <a:p>
            <a:r>
              <a:rPr lang="en-US" sz="3600">
                <a:cs typeface="Arial"/>
              </a:rPr>
              <a:t>45 000 000 + 900 000 + 82 000 + 400 + 32</a:t>
            </a:r>
            <a:endParaRPr lang="en-US" sz="4400">
              <a:cs typeface="Arial"/>
            </a:endParaRPr>
          </a:p>
        </p:txBody>
      </p:sp>
      <p:sp>
        <p:nvSpPr>
          <p:cNvPr id="18" name="Text Placeholder 17">
            <a:extLst>
              <a:ext uri="{FF2B5EF4-FFF2-40B4-BE49-F238E27FC236}">
                <a16:creationId xmlns:a16="http://schemas.microsoft.com/office/drawing/2014/main" id="{DD9E4C8E-C942-2FA4-6AAC-B2B3D321FC2F}"/>
              </a:ext>
            </a:extLst>
          </p:cNvPr>
          <p:cNvSpPr>
            <a:spLocks noGrp="1"/>
          </p:cNvSpPr>
          <p:nvPr>
            <p:ph type="body" sz="quarter" idx="31"/>
          </p:nvPr>
        </p:nvSpPr>
        <p:spPr>
          <a:xfrm>
            <a:off x="1214881" y="3267987"/>
            <a:ext cx="10175920" cy="641396"/>
          </a:xfrm>
        </p:spPr>
        <p:txBody>
          <a:bodyPr vert="horz" lIns="0" tIns="0" rIns="0" bIns="0" rtlCol="0" anchor="t">
            <a:noAutofit/>
          </a:bodyPr>
          <a:lstStyle/>
          <a:p>
            <a:r>
              <a:rPr lang="en-US" sz="3600">
                <a:cs typeface="Arial"/>
              </a:rPr>
              <a:t>40 000 000 + 5 000 000 + 982 000 + 432</a:t>
            </a:r>
          </a:p>
        </p:txBody>
      </p:sp>
      <p:sp>
        <p:nvSpPr>
          <p:cNvPr id="9" name="TextBox 8">
            <a:extLst>
              <a:ext uri="{FF2B5EF4-FFF2-40B4-BE49-F238E27FC236}">
                <a16:creationId xmlns:a16="http://schemas.microsoft.com/office/drawing/2014/main" id="{17539DAC-4E92-AFE5-86E8-50C88518EFAD}"/>
              </a:ext>
            </a:extLst>
          </p:cNvPr>
          <p:cNvSpPr txBox="1"/>
          <p:nvPr/>
        </p:nvSpPr>
        <p:spPr>
          <a:xfrm>
            <a:off x="360000" y="324920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0" name="TextBox 9">
            <a:extLst>
              <a:ext uri="{FF2B5EF4-FFF2-40B4-BE49-F238E27FC236}">
                <a16:creationId xmlns:a16="http://schemas.microsoft.com/office/drawing/2014/main" id="{0E33B1A6-4106-9E75-7645-88335BABE19D}"/>
              </a:ext>
            </a:extLst>
          </p:cNvPr>
          <p:cNvSpPr txBox="1"/>
          <p:nvPr/>
        </p:nvSpPr>
        <p:spPr>
          <a:xfrm>
            <a:off x="334707" y="4110654"/>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1" name="TextBox 10">
            <a:extLst>
              <a:ext uri="{FF2B5EF4-FFF2-40B4-BE49-F238E27FC236}">
                <a16:creationId xmlns:a16="http://schemas.microsoft.com/office/drawing/2014/main" id="{28ADB1A3-D5FD-9EC3-BED8-5982F1544E0E}"/>
              </a:ext>
            </a:extLst>
          </p:cNvPr>
          <p:cNvSpPr txBox="1"/>
          <p:nvPr/>
        </p:nvSpPr>
        <p:spPr>
          <a:xfrm>
            <a:off x="289153" y="5827618"/>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2" name="TextBox 11">
            <a:extLst>
              <a:ext uri="{FF2B5EF4-FFF2-40B4-BE49-F238E27FC236}">
                <a16:creationId xmlns:a16="http://schemas.microsoft.com/office/drawing/2014/main" id="{7E4BDDCB-88AF-EC45-6F07-05B50A0060D2}"/>
              </a:ext>
            </a:extLst>
          </p:cNvPr>
          <p:cNvSpPr txBox="1"/>
          <p:nvPr/>
        </p:nvSpPr>
        <p:spPr>
          <a:xfrm>
            <a:off x="289153" y="4956433"/>
            <a:ext cx="529428"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pic>
        <p:nvPicPr>
          <p:cNvPr id="6" name="Picture 5" descr="image of a finger selecting an option for a multiple choice or true and false">
            <a:extLst>
              <a:ext uri="{FF2B5EF4-FFF2-40B4-BE49-F238E27FC236}">
                <a16:creationId xmlns:a16="http://schemas.microsoft.com/office/drawing/2014/main" id="{D3D1DC3B-1B1B-6515-571E-5C8995A16EF6}"/>
              </a:ext>
            </a:extLst>
          </p:cNvPr>
          <p:cNvPicPr>
            <a:picLocks noChangeAspect="1"/>
          </p:cNvPicPr>
          <p:nvPr/>
        </p:nvPicPr>
        <p:blipFill>
          <a:blip r:embed="rId3"/>
          <a:stretch>
            <a:fillRect/>
          </a:stretch>
        </p:blipFill>
        <p:spPr>
          <a:xfrm>
            <a:off x="10807908" y="43303"/>
            <a:ext cx="1165786" cy="1140716"/>
          </a:xfrm>
          <a:prstGeom prst="rect">
            <a:avLst/>
          </a:prstGeom>
        </p:spPr>
      </p:pic>
    </p:spTree>
    <p:extLst>
      <p:ext uri="{BB962C8B-B14F-4D97-AF65-F5344CB8AC3E}">
        <p14:creationId xmlns:p14="http://schemas.microsoft.com/office/powerpoint/2010/main" val="10196368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A9D6B60-D9E0-EC2E-C5BB-DF4DD3655BFD}"/>
              </a:ext>
            </a:extLst>
          </p:cNvPr>
          <p:cNvSpPr>
            <a:spLocks noGrp="1"/>
          </p:cNvSpPr>
          <p:nvPr>
            <p:ph type="sldNum" sz="quarter" idx="12"/>
          </p:nvPr>
        </p:nvSpPr>
        <p:spPr/>
        <p:txBody>
          <a:bodyPr/>
          <a:lstStyle/>
          <a:p>
            <a:fld id="{10A01DC5-1685-4615-8240-15192985C6A2}" type="slidenum">
              <a:rPr lang="en-AU" smtClean="0"/>
              <a:t>6</a:t>
            </a:fld>
            <a:endParaRPr lang="en-AU"/>
          </a:p>
        </p:txBody>
      </p:sp>
      <p:sp>
        <p:nvSpPr>
          <p:cNvPr id="3" name="Title 2">
            <a:extLst>
              <a:ext uri="{FF2B5EF4-FFF2-40B4-BE49-F238E27FC236}">
                <a16:creationId xmlns:a16="http://schemas.microsoft.com/office/drawing/2014/main" id="{A7292A2D-79DC-853F-A2F3-AFB9D75909BD}"/>
              </a:ext>
            </a:extLst>
          </p:cNvPr>
          <p:cNvSpPr>
            <a:spLocks noGrp="1"/>
          </p:cNvSpPr>
          <p:nvPr>
            <p:ph type="title"/>
          </p:nvPr>
        </p:nvSpPr>
        <p:spPr/>
        <p:txBody>
          <a:bodyPr/>
          <a:lstStyle/>
          <a:p>
            <a:r>
              <a:rPr lang="en-US">
                <a:latin typeface="Arial"/>
                <a:cs typeface="Arial"/>
              </a:rPr>
              <a:t>Short </a:t>
            </a:r>
            <a:r>
              <a:rPr lang="en-US">
                <a:solidFill>
                  <a:srgbClr val="002060"/>
                </a:solidFill>
                <a:latin typeface="Arial"/>
                <a:cs typeface="Arial"/>
              </a:rPr>
              <a:t>response </a:t>
            </a:r>
            <a:r>
              <a:rPr lang="en-US">
                <a:solidFill>
                  <a:schemeClr val="bg1"/>
                </a:solidFill>
                <a:latin typeface="Arial"/>
                <a:cs typeface="Arial"/>
              </a:rPr>
              <a:t>(1) </a:t>
            </a:r>
          </a:p>
        </p:txBody>
      </p:sp>
      <p:sp>
        <p:nvSpPr>
          <p:cNvPr id="11" name="Picture Placeholder 10">
            <a:extLst>
              <a:ext uri="{FF2B5EF4-FFF2-40B4-BE49-F238E27FC236}">
                <a16:creationId xmlns:a16="http://schemas.microsoft.com/office/drawing/2014/main" id="{4F3FEFD7-8600-F68D-84BD-680FA1695628}"/>
              </a:ext>
            </a:extLst>
          </p:cNvPr>
          <p:cNvSpPr>
            <a:spLocks noGrp="1"/>
          </p:cNvSpPr>
          <p:nvPr>
            <p:ph type="pic" sz="quarter" idx="21"/>
          </p:nvPr>
        </p:nvSpPr>
        <p:spPr>
          <a:xfrm>
            <a:off x="353999" y="1382641"/>
            <a:ext cx="11484001" cy="4092718"/>
          </a:xfrm>
        </p:spPr>
        <p:txBody>
          <a:bodyPr/>
          <a:lstStyle/>
          <a:p>
            <a:pPr algn="ctr"/>
            <a:r>
              <a:rPr lang="en-US" sz="4000" b="1">
                <a:latin typeface="Arial"/>
                <a:cs typeface="Arial"/>
              </a:rPr>
              <a:t>Record</a:t>
            </a:r>
            <a:r>
              <a:rPr lang="en-US" sz="4000">
                <a:latin typeface="Arial"/>
                <a:cs typeface="Arial"/>
              </a:rPr>
              <a:t> a short </a:t>
            </a:r>
            <a:r>
              <a:rPr lang="en-US" sz="4000" b="1">
                <a:latin typeface="Arial"/>
                <a:cs typeface="Arial"/>
              </a:rPr>
              <a:t>definition</a:t>
            </a:r>
            <a:r>
              <a:rPr lang="en-US" sz="4000">
                <a:latin typeface="Arial"/>
                <a:cs typeface="Arial"/>
              </a:rPr>
              <a:t> for each of the following:</a:t>
            </a:r>
          </a:p>
          <a:p>
            <a:pPr marL="571500" indent="-571500">
              <a:buFont typeface="Arial" panose="020B0604020202020204" pitchFamily="34" charset="0"/>
              <a:buChar char="•"/>
            </a:pPr>
            <a:r>
              <a:rPr lang="en-US" sz="4000" b="1">
                <a:latin typeface="Arial"/>
                <a:cs typeface="Arial"/>
              </a:rPr>
              <a:t>Equilateral</a:t>
            </a:r>
            <a:r>
              <a:rPr lang="en-US" sz="4000">
                <a:latin typeface="Arial"/>
                <a:cs typeface="Arial"/>
              </a:rPr>
              <a:t> triangle</a:t>
            </a:r>
          </a:p>
          <a:p>
            <a:pPr marL="571500" indent="-571500">
              <a:buFont typeface="Arial" panose="020B0604020202020204" pitchFamily="34" charset="0"/>
              <a:buChar char="•"/>
            </a:pPr>
            <a:r>
              <a:rPr lang="en-US" sz="4000" b="1">
                <a:latin typeface="Arial"/>
                <a:cs typeface="Arial"/>
              </a:rPr>
              <a:t>Isoceles</a:t>
            </a:r>
            <a:r>
              <a:rPr lang="en-US" sz="4000">
                <a:latin typeface="Arial"/>
                <a:cs typeface="Arial"/>
              </a:rPr>
              <a:t> triangle</a:t>
            </a:r>
          </a:p>
          <a:p>
            <a:pPr marL="571500" indent="-571500">
              <a:buFont typeface="Arial" panose="020B0604020202020204" pitchFamily="34" charset="0"/>
              <a:buChar char="•"/>
            </a:pPr>
            <a:r>
              <a:rPr lang="en-US" sz="4000" b="1">
                <a:latin typeface="Arial"/>
                <a:cs typeface="Arial"/>
              </a:rPr>
              <a:t>Scalene</a:t>
            </a:r>
            <a:r>
              <a:rPr lang="en-US" sz="4000">
                <a:latin typeface="Arial"/>
                <a:cs typeface="Arial"/>
              </a:rPr>
              <a:t> triangle</a:t>
            </a:r>
          </a:p>
          <a:p>
            <a:endParaRPr lang="en-US" sz="1600">
              <a:latin typeface="Arial"/>
              <a:cs typeface="Arial"/>
            </a:endParaRPr>
          </a:p>
        </p:txBody>
      </p:sp>
      <p:pic>
        <p:nvPicPr>
          <p:cNvPr id="5" name="Picture 4" descr="image of a clipboard with a pencil recording short answer responses">
            <a:extLst>
              <a:ext uri="{FF2B5EF4-FFF2-40B4-BE49-F238E27FC236}">
                <a16:creationId xmlns:a16="http://schemas.microsoft.com/office/drawing/2014/main" id="{60B5CDFF-4A15-89C2-D24B-9A50E271EEC2}"/>
              </a:ext>
            </a:extLst>
          </p:cNvPr>
          <p:cNvPicPr>
            <a:picLocks noChangeAspect="1"/>
          </p:cNvPicPr>
          <p:nvPr/>
        </p:nvPicPr>
        <p:blipFill>
          <a:blip r:embed="rId3"/>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28689208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04D29-3F5A-CA10-3A4C-1106A0EFFEF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7694136-0ABE-6565-8E70-C408D71197A0}"/>
              </a:ext>
            </a:extLst>
          </p:cNvPr>
          <p:cNvSpPr>
            <a:spLocks noGrp="1"/>
          </p:cNvSpPr>
          <p:nvPr>
            <p:ph type="sldNum" sz="quarter" idx="12"/>
          </p:nvPr>
        </p:nvSpPr>
        <p:spPr/>
        <p:txBody>
          <a:bodyPr/>
          <a:lstStyle/>
          <a:p>
            <a:fld id="{10A01DC5-1685-4615-8240-15192985C6A2}" type="slidenum">
              <a:rPr lang="en-AU" smtClean="0"/>
              <a:t>7</a:t>
            </a:fld>
            <a:endParaRPr lang="en-AU"/>
          </a:p>
        </p:txBody>
      </p:sp>
      <p:sp>
        <p:nvSpPr>
          <p:cNvPr id="3" name="Title 2">
            <a:extLst>
              <a:ext uri="{FF2B5EF4-FFF2-40B4-BE49-F238E27FC236}">
                <a16:creationId xmlns:a16="http://schemas.microsoft.com/office/drawing/2014/main" id="{BB5BAC30-6BD8-C081-77BC-D2B9575F7138}"/>
              </a:ext>
            </a:extLst>
          </p:cNvPr>
          <p:cNvSpPr>
            <a:spLocks noGrp="1"/>
          </p:cNvSpPr>
          <p:nvPr>
            <p:ph type="title"/>
          </p:nvPr>
        </p:nvSpPr>
        <p:spPr/>
        <p:txBody>
          <a:bodyPr/>
          <a:lstStyle/>
          <a:p>
            <a:r>
              <a:rPr lang="en-US" dirty="0">
                <a:latin typeface="Arial"/>
                <a:cs typeface="Arial"/>
              </a:rPr>
              <a:t>Short </a:t>
            </a:r>
            <a:r>
              <a:rPr lang="en-US" dirty="0">
                <a:solidFill>
                  <a:srgbClr val="002060"/>
                </a:solidFill>
                <a:latin typeface="Arial"/>
                <a:cs typeface="Arial"/>
              </a:rPr>
              <a:t>response </a:t>
            </a:r>
            <a:r>
              <a:rPr lang="en-US" dirty="0">
                <a:solidFill>
                  <a:schemeClr val="bg1"/>
                </a:solidFill>
                <a:latin typeface="Arial"/>
                <a:cs typeface="Arial"/>
              </a:rPr>
              <a:t>(2)</a:t>
            </a:r>
          </a:p>
        </p:txBody>
      </p:sp>
      <p:sp>
        <p:nvSpPr>
          <p:cNvPr id="11" name="Picture Placeholder 10">
            <a:extLst>
              <a:ext uri="{FF2B5EF4-FFF2-40B4-BE49-F238E27FC236}">
                <a16:creationId xmlns:a16="http://schemas.microsoft.com/office/drawing/2014/main" id="{7157F9C0-C1ED-7744-16B0-EF203AF569DC}"/>
              </a:ext>
            </a:extLst>
          </p:cNvPr>
          <p:cNvSpPr>
            <a:spLocks noGrp="1"/>
          </p:cNvSpPr>
          <p:nvPr>
            <p:ph type="pic" sz="quarter" idx="21"/>
          </p:nvPr>
        </p:nvSpPr>
        <p:spPr>
          <a:xfrm>
            <a:off x="240963" y="1059406"/>
            <a:ext cx="11243037" cy="639510"/>
          </a:xfrm>
        </p:spPr>
        <p:txBody>
          <a:bodyPr/>
          <a:lstStyle/>
          <a:p>
            <a:pPr algn="ctr"/>
            <a:r>
              <a:rPr lang="en-US" sz="4000">
                <a:latin typeface="Arial"/>
                <a:cs typeface="Arial"/>
              </a:rPr>
              <a:t>Amelia flipped a coin and rolled a 6-sided dice. She listed </a:t>
            </a:r>
            <a:r>
              <a:rPr lang="en-US" sz="4000" b="1">
                <a:latin typeface="Arial"/>
                <a:cs typeface="Arial"/>
              </a:rPr>
              <a:t>some</a:t>
            </a:r>
            <a:r>
              <a:rPr lang="en-US" sz="4000">
                <a:latin typeface="Arial"/>
                <a:cs typeface="Arial"/>
              </a:rPr>
              <a:t> of the </a:t>
            </a:r>
            <a:r>
              <a:rPr lang="en-US" sz="4000" b="1">
                <a:latin typeface="Arial"/>
                <a:cs typeface="Arial"/>
              </a:rPr>
              <a:t>possible outcomes</a:t>
            </a:r>
            <a:r>
              <a:rPr lang="en-US" sz="4000">
                <a:latin typeface="Arial"/>
                <a:cs typeface="Arial"/>
              </a:rPr>
              <a:t>. </a:t>
            </a:r>
            <a:br>
              <a:rPr lang="en-US" sz="4400">
                <a:latin typeface="Arial"/>
                <a:cs typeface="Arial"/>
              </a:rPr>
            </a:br>
            <a:r>
              <a:rPr lang="en-US" sz="4400">
                <a:latin typeface="Arial"/>
                <a:cs typeface="Arial"/>
              </a:rPr>
              <a:t> </a:t>
            </a:r>
            <a:endParaRPr lang="en-US" sz="4400">
              <a:solidFill>
                <a:srgbClr val="22272B"/>
              </a:solidFill>
            </a:endParaRPr>
          </a:p>
          <a:p>
            <a:endParaRPr lang="en-US">
              <a:latin typeface="Arial"/>
              <a:cs typeface="Arial"/>
            </a:endParaRPr>
          </a:p>
        </p:txBody>
      </p:sp>
      <p:pic>
        <p:nvPicPr>
          <p:cNvPr id="14" name="Picture 13" descr="image of a clipboard with a pencil recording short answer responses">
            <a:extLst>
              <a:ext uri="{FF2B5EF4-FFF2-40B4-BE49-F238E27FC236}">
                <a16:creationId xmlns:a16="http://schemas.microsoft.com/office/drawing/2014/main" id="{7BB2949F-67D4-548C-6CCB-387B9E3F7EA4}"/>
              </a:ext>
            </a:extLst>
          </p:cNvPr>
          <p:cNvPicPr>
            <a:picLocks noChangeAspect="1"/>
          </p:cNvPicPr>
          <p:nvPr/>
        </p:nvPicPr>
        <p:blipFill>
          <a:blip r:embed="rId3"/>
          <a:stretch>
            <a:fillRect/>
          </a:stretch>
        </p:blipFill>
        <p:spPr>
          <a:xfrm>
            <a:off x="11030476" y="268723"/>
            <a:ext cx="915500" cy="915500"/>
          </a:xfrm>
          <a:prstGeom prst="rect">
            <a:avLst/>
          </a:prstGeom>
        </p:spPr>
      </p:pic>
      <p:pic>
        <p:nvPicPr>
          <p:cNvPr id="16" name="Picture 15" descr="An image of a whiteboard with the following written on it: Heads 1, Tails 2, Heads 2">
            <a:extLst>
              <a:ext uri="{FF2B5EF4-FFF2-40B4-BE49-F238E27FC236}">
                <a16:creationId xmlns:a16="http://schemas.microsoft.com/office/drawing/2014/main" id="{13105B01-69B5-8688-9088-F1C977FAECA4}"/>
              </a:ext>
            </a:extLst>
          </p:cNvPr>
          <p:cNvPicPr>
            <a:picLocks noChangeAspect="1"/>
          </p:cNvPicPr>
          <p:nvPr/>
        </p:nvPicPr>
        <p:blipFill>
          <a:blip r:embed="rId4"/>
          <a:srcRect l="28980" t="29585" r="29305" b="46529"/>
          <a:stretch>
            <a:fillRect/>
          </a:stretch>
        </p:blipFill>
        <p:spPr>
          <a:xfrm>
            <a:off x="3307081" y="2925810"/>
            <a:ext cx="4837722" cy="1958418"/>
          </a:xfrm>
          <a:prstGeom prst="rect">
            <a:avLst/>
          </a:prstGeom>
          <a:effectLst>
            <a:outerShdw blurRad="50800" dist="38100" dir="2700000" algn="tl" rotWithShape="0">
              <a:prstClr val="black">
                <a:alpha val="40000"/>
              </a:prstClr>
            </a:outerShdw>
          </a:effectLst>
        </p:spPr>
      </p:pic>
      <p:sp>
        <p:nvSpPr>
          <p:cNvPr id="17" name="TextBox 16">
            <a:extLst>
              <a:ext uri="{FF2B5EF4-FFF2-40B4-BE49-F238E27FC236}">
                <a16:creationId xmlns:a16="http://schemas.microsoft.com/office/drawing/2014/main" id="{EE34C270-EFEB-9F85-683E-2571C71DE9F0}"/>
              </a:ext>
            </a:extLst>
          </p:cNvPr>
          <p:cNvSpPr txBox="1"/>
          <p:nvPr/>
        </p:nvSpPr>
        <p:spPr>
          <a:xfrm>
            <a:off x="437148" y="5159084"/>
            <a:ext cx="11508828" cy="639510"/>
          </a:xfrm>
          <a:prstGeom prst="rect">
            <a:avLst/>
          </a:prstGeom>
          <a:noFill/>
        </p:spPr>
        <p:txBody>
          <a:bodyPr wrap="square" lIns="0" tIns="0" rIns="0" bIns="0" rtlCol="0">
            <a:noAutofit/>
          </a:bodyPr>
          <a:lstStyle/>
          <a:p>
            <a:pPr algn="ctr"/>
            <a:r>
              <a:rPr lang="en-AU" sz="4000"/>
              <a:t>Complete Amelia’s list to show </a:t>
            </a:r>
            <a:r>
              <a:rPr lang="en-AU" sz="4000" b="1"/>
              <a:t>all possible outcomes</a:t>
            </a:r>
            <a:r>
              <a:rPr lang="en-AU" sz="4000"/>
              <a:t>.  </a:t>
            </a:r>
          </a:p>
        </p:txBody>
      </p:sp>
    </p:spTree>
    <p:extLst>
      <p:ext uri="{BB962C8B-B14F-4D97-AF65-F5344CB8AC3E}">
        <p14:creationId xmlns:p14="http://schemas.microsoft.com/office/powerpoint/2010/main" val="4714088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C73FA9-B3B4-3714-FC45-47F2D01CCFD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DBE3B1A-BD2A-49DE-A752-21D7297BB0E0}"/>
              </a:ext>
            </a:extLst>
          </p:cNvPr>
          <p:cNvSpPr>
            <a:spLocks noGrp="1"/>
          </p:cNvSpPr>
          <p:nvPr>
            <p:ph type="sldNum" sz="quarter" idx="12"/>
          </p:nvPr>
        </p:nvSpPr>
        <p:spPr/>
        <p:txBody>
          <a:bodyPr/>
          <a:lstStyle/>
          <a:p>
            <a:fld id="{10A01DC5-1685-4615-8240-15192985C6A2}" type="slidenum">
              <a:rPr lang="en-AU" smtClean="0"/>
              <a:t>8</a:t>
            </a:fld>
            <a:endParaRPr lang="en-AU"/>
          </a:p>
        </p:txBody>
      </p:sp>
      <p:sp>
        <p:nvSpPr>
          <p:cNvPr id="3" name="Title 2">
            <a:extLst>
              <a:ext uri="{FF2B5EF4-FFF2-40B4-BE49-F238E27FC236}">
                <a16:creationId xmlns:a16="http://schemas.microsoft.com/office/drawing/2014/main" id="{98F05DE5-C379-717B-6C87-B9DC7632F6AE}"/>
              </a:ext>
            </a:extLst>
          </p:cNvPr>
          <p:cNvSpPr>
            <a:spLocks noGrp="1"/>
          </p:cNvSpPr>
          <p:nvPr>
            <p:ph type="title"/>
          </p:nvPr>
        </p:nvSpPr>
        <p:spPr/>
        <p:txBody>
          <a:bodyPr/>
          <a:lstStyle/>
          <a:p>
            <a:r>
              <a:rPr lang="en-US">
                <a:latin typeface="Arial"/>
                <a:cs typeface="Arial"/>
              </a:rPr>
              <a:t>Short </a:t>
            </a:r>
            <a:r>
              <a:rPr lang="en-US">
                <a:solidFill>
                  <a:srgbClr val="002060"/>
                </a:solidFill>
                <a:latin typeface="Arial"/>
                <a:cs typeface="Arial"/>
              </a:rPr>
              <a:t>response </a:t>
            </a:r>
            <a:r>
              <a:rPr lang="en-US">
                <a:solidFill>
                  <a:schemeClr val="bg1"/>
                </a:solidFill>
                <a:latin typeface="Arial"/>
                <a:cs typeface="Arial"/>
              </a:rPr>
              <a:t>(3)</a:t>
            </a:r>
          </a:p>
        </p:txBody>
      </p:sp>
      <p:pic>
        <p:nvPicPr>
          <p:cNvPr id="4" name="Picture 3" descr="image of a clipboard with a pencil recording short answer responses">
            <a:extLst>
              <a:ext uri="{FF2B5EF4-FFF2-40B4-BE49-F238E27FC236}">
                <a16:creationId xmlns:a16="http://schemas.microsoft.com/office/drawing/2014/main" id="{FF142F24-A346-63B3-9C1B-1E3C7790562A}"/>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77499C36-1736-FDC4-1798-E87BD405B82D}"/>
              </a:ext>
            </a:extLst>
          </p:cNvPr>
          <p:cNvSpPr txBox="1"/>
          <p:nvPr/>
        </p:nvSpPr>
        <p:spPr>
          <a:xfrm>
            <a:off x="929640" y="1749634"/>
            <a:ext cx="10347960" cy="1008806"/>
          </a:xfrm>
          <a:prstGeom prst="rect">
            <a:avLst/>
          </a:prstGeom>
          <a:noFill/>
        </p:spPr>
        <p:txBody>
          <a:bodyPr wrap="square" lIns="0" tIns="0" rIns="0" bIns="0" rtlCol="0">
            <a:noAutofit/>
          </a:bodyPr>
          <a:lstStyle/>
          <a:p>
            <a:pPr algn="ctr">
              <a:lnSpc>
                <a:spcPct val="150000"/>
              </a:lnSpc>
            </a:pPr>
            <a:r>
              <a:rPr lang="en-US" sz="4400" b="1">
                <a:cs typeface="Arial"/>
              </a:rPr>
              <a:t>Estimate</a:t>
            </a:r>
            <a:r>
              <a:rPr lang="en-US" sz="4400">
                <a:cs typeface="Arial"/>
              </a:rPr>
              <a:t> the </a:t>
            </a:r>
            <a:r>
              <a:rPr lang="en-US" sz="4400" b="1">
                <a:cs typeface="Arial"/>
              </a:rPr>
              <a:t>product</a:t>
            </a:r>
            <a:r>
              <a:rPr lang="en-US" sz="4400">
                <a:cs typeface="Arial"/>
              </a:rPr>
              <a:t> of 589 x 6.</a:t>
            </a:r>
          </a:p>
          <a:p>
            <a:pPr algn="ctr">
              <a:lnSpc>
                <a:spcPct val="150000"/>
              </a:lnSpc>
            </a:pPr>
            <a:endParaRPr lang="en-US" sz="4400">
              <a:cs typeface="Arial"/>
            </a:endParaRPr>
          </a:p>
          <a:p>
            <a:pPr algn="ctr">
              <a:lnSpc>
                <a:spcPct val="150000"/>
              </a:lnSpc>
            </a:pPr>
            <a:r>
              <a:rPr lang="en-US" sz="4400" b="1">
                <a:cs typeface="Arial"/>
              </a:rPr>
              <a:t>Justify</a:t>
            </a:r>
            <a:r>
              <a:rPr lang="en-US" sz="4400">
                <a:cs typeface="Arial"/>
              </a:rPr>
              <a:t> your estimate by communicating your </a:t>
            </a:r>
            <a:r>
              <a:rPr lang="en-US" sz="4400" b="1">
                <a:cs typeface="Arial"/>
              </a:rPr>
              <a:t>reasoning</a:t>
            </a:r>
            <a:r>
              <a:rPr lang="en-US" sz="4400">
                <a:cs typeface="Arial"/>
              </a:rPr>
              <a:t>.</a:t>
            </a:r>
            <a:br>
              <a:rPr lang="en-US" sz="4400">
                <a:cs typeface="Arial"/>
              </a:rPr>
            </a:br>
            <a:endParaRPr lang="en-US" sz="4400">
              <a:solidFill>
                <a:srgbClr val="22272B"/>
              </a:solidFill>
            </a:endParaRPr>
          </a:p>
          <a:p>
            <a:endParaRPr lang="en-US" sz="1800">
              <a:cs typeface="Arial"/>
            </a:endParaRPr>
          </a:p>
          <a:p>
            <a:pPr algn="l"/>
            <a:endParaRPr lang="en-AU" sz="1800"/>
          </a:p>
        </p:txBody>
      </p:sp>
    </p:spTree>
    <p:extLst>
      <p:ext uri="{BB962C8B-B14F-4D97-AF65-F5344CB8AC3E}">
        <p14:creationId xmlns:p14="http://schemas.microsoft.com/office/powerpoint/2010/main" val="18593261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386DCB-E9CB-B576-D914-C2FA7FAE931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C32FB6E-2A90-1CC2-721F-898CF92613A0}"/>
              </a:ext>
            </a:extLst>
          </p:cNvPr>
          <p:cNvSpPr>
            <a:spLocks noGrp="1"/>
          </p:cNvSpPr>
          <p:nvPr>
            <p:ph type="sldNum" sz="quarter" idx="12"/>
          </p:nvPr>
        </p:nvSpPr>
        <p:spPr/>
        <p:txBody>
          <a:bodyPr/>
          <a:lstStyle/>
          <a:p>
            <a:fld id="{10A01DC5-1685-4615-8240-15192985C6A2}" type="slidenum">
              <a:rPr lang="en-AU" smtClean="0"/>
              <a:t>9</a:t>
            </a:fld>
            <a:endParaRPr lang="en-AU"/>
          </a:p>
        </p:txBody>
      </p:sp>
      <p:sp>
        <p:nvSpPr>
          <p:cNvPr id="3" name="Title 2">
            <a:extLst>
              <a:ext uri="{FF2B5EF4-FFF2-40B4-BE49-F238E27FC236}">
                <a16:creationId xmlns:a16="http://schemas.microsoft.com/office/drawing/2014/main" id="{2A3EF466-F3BA-38A9-63CB-DD80F64CB1BC}"/>
              </a:ext>
            </a:extLst>
          </p:cNvPr>
          <p:cNvSpPr>
            <a:spLocks noGrp="1"/>
          </p:cNvSpPr>
          <p:nvPr>
            <p:ph type="title"/>
          </p:nvPr>
        </p:nvSpPr>
        <p:spPr/>
        <p:txBody>
          <a:bodyPr/>
          <a:lstStyle/>
          <a:p>
            <a:r>
              <a:rPr lang="en-US">
                <a:latin typeface="Arial"/>
                <a:cs typeface="Arial"/>
              </a:rPr>
              <a:t>Short </a:t>
            </a:r>
            <a:r>
              <a:rPr lang="en-US">
                <a:solidFill>
                  <a:srgbClr val="002060"/>
                </a:solidFill>
                <a:latin typeface="Arial"/>
                <a:cs typeface="Arial"/>
              </a:rPr>
              <a:t>response </a:t>
            </a:r>
            <a:r>
              <a:rPr lang="en-US">
                <a:solidFill>
                  <a:schemeClr val="bg1"/>
                </a:solidFill>
                <a:latin typeface="Arial"/>
                <a:cs typeface="Arial"/>
              </a:rPr>
              <a:t>(4)</a:t>
            </a:r>
          </a:p>
        </p:txBody>
      </p:sp>
      <p:sp>
        <p:nvSpPr>
          <p:cNvPr id="12" name="Text Placeholder 11">
            <a:extLst>
              <a:ext uri="{FF2B5EF4-FFF2-40B4-BE49-F238E27FC236}">
                <a16:creationId xmlns:a16="http://schemas.microsoft.com/office/drawing/2014/main" id="{65C867D5-8CB8-739D-AB4F-83858803E2F0}"/>
              </a:ext>
            </a:extLst>
          </p:cNvPr>
          <p:cNvSpPr>
            <a:spLocks noGrp="1"/>
          </p:cNvSpPr>
          <p:nvPr>
            <p:ph type="body" sz="quarter" idx="22"/>
          </p:nvPr>
        </p:nvSpPr>
        <p:spPr>
          <a:xfrm>
            <a:off x="792481" y="1286478"/>
            <a:ext cx="10691520" cy="1792082"/>
          </a:xfrm>
        </p:spPr>
        <p:txBody>
          <a:bodyPr vert="horz" lIns="0" tIns="0" rIns="0" bIns="0" rtlCol="0" anchor="t">
            <a:noAutofit/>
          </a:bodyPr>
          <a:lstStyle/>
          <a:p>
            <a:r>
              <a:rPr lang="en-US" sz="4400" b="1"/>
              <a:t>Identify</a:t>
            </a:r>
            <a:r>
              <a:rPr lang="en-US" sz="4400"/>
              <a:t> and </a:t>
            </a:r>
            <a:r>
              <a:rPr lang="en-US" sz="4400" b="1"/>
              <a:t>record</a:t>
            </a:r>
            <a:r>
              <a:rPr lang="en-US" sz="4400"/>
              <a:t> the </a:t>
            </a:r>
            <a:r>
              <a:rPr lang="en-US" sz="4400" b="1"/>
              <a:t>coordinates</a:t>
            </a:r>
            <a:r>
              <a:rPr lang="en-US" sz="4400"/>
              <a:t> for:</a:t>
            </a:r>
          </a:p>
          <a:p>
            <a:pPr marL="571500" indent="-571500">
              <a:buFont typeface="Arial" panose="020B0604020202020204" pitchFamily="34" charset="0"/>
              <a:buChar char="•"/>
            </a:pPr>
            <a:r>
              <a:rPr lang="en-US" sz="4400"/>
              <a:t>Point A</a:t>
            </a:r>
          </a:p>
          <a:p>
            <a:pPr marL="571500" indent="-571500">
              <a:buFont typeface="Arial" panose="020B0604020202020204" pitchFamily="34" charset="0"/>
              <a:buChar char="•"/>
            </a:pPr>
            <a:r>
              <a:rPr lang="en-US" sz="4400"/>
              <a:t>Point B</a:t>
            </a:r>
          </a:p>
          <a:p>
            <a:pPr marL="571500" indent="-571500">
              <a:buFont typeface="Arial" panose="020B0604020202020204" pitchFamily="34" charset="0"/>
              <a:buChar char="•"/>
            </a:pPr>
            <a:r>
              <a:rPr lang="en-US" sz="4400"/>
              <a:t>Point C</a:t>
            </a:r>
          </a:p>
          <a:p>
            <a:pPr algn="ctr"/>
            <a:endParaRPr lang="en-US" sz="4000"/>
          </a:p>
        </p:txBody>
      </p:sp>
      <p:pic>
        <p:nvPicPr>
          <p:cNvPr id="4" name="Picture 3" descr="image of a clipboard with a pencil recording short answer responses">
            <a:extLst>
              <a:ext uri="{FF2B5EF4-FFF2-40B4-BE49-F238E27FC236}">
                <a16:creationId xmlns:a16="http://schemas.microsoft.com/office/drawing/2014/main" id="{9AFF81D9-B035-9967-8700-C5F2EB26519C}"/>
              </a:ext>
            </a:extLst>
          </p:cNvPr>
          <p:cNvPicPr>
            <a:picLocks noChangeAspect="1"/>
          </p:cNvPicPr>
          <p:nvPr/>
        </p:nvPicPr>
        <p:blipFill>
          <a:blip r:embed="rId3"/>
          <a:stretch>
            <a:fillRect/>
          </a:stretch>
        </p:blipFill>
        <p:spPr>
          <a:xfrm>
            <a:off x="11030476" y="268723"/>
            <a:ext cx="915500" cy="915500"/>
          </a:xfrm>
          <a:prstGeom prst="rect">
            <a:avLst/>
          </a:prstGeom>
        </p:spPr>
      </p:pic>
      <p:pic>
        <p:nvPicPr>
          <p:cNvPr id="5" name="Picture 4" descr="A grid with an x and y axis numbered 0-5">
            <a:extLst>
              <a:ext uri="{FF2B5EF4-FFF2-40B4-BE49-F238E27FC236}">
                <a16:creationId xmlns:a16="http://schemas.microsoft.com/office/drawing/2014/main" id="{E8B2DDF2-5B05-63F2-A570-6D22F2380CDC}"/>
              </a:ext>
            </a:extLst>
          </p:cNvPr>
          <p:cNvPicPr>
            <a:picLocks noChangeAspect="1"/>
          </p:cNvPicPr>
          <p:nvPr/>
        </p:nvPicPr>
        <p:blipFill>
          <a:blip r:embed="rId4"/>
          <a:srcRect l="33964" t="4737" r="27137" b="41149"/>
          <a:stretch>
            <a:fillRect/>
          </a:stretch>
        </p:blipFill>
        <p:spPr>
          <a:xfrm>
            <a:off x="5644056" y="2261329"/>
            <a:ext cx="4508938" cy="4434671"/>
          </a:xfrm>
          <a:prstGeom prst="rect">
            <a:avLst/>
          </a:prstGeom>
          <a:effectLst>
            <a:outerShdw blurRad="50800" dist="38100" dir="2700000" algn="tl" rotWithShape="0">
              <a:prstClr val="black">
                <a:alpha val="40000"/>
              </a:prstClr>
            </a:outerShdw>
          </a:effectLst>
        </p:spPr>
      </p:pic>
      <p:sp>
        <p:nvSpPr>
          <p:cNvPr id="6" name="TextBox 5">
            <a:extLst>
              <a:ext uri="{FF2B5EF4-FFF2-40B4-BE49-F238E27FC236}">
                <a16:creationId xmlns:a16="http://schemas.microsoft.com/office/drawing/2014/main" id="{DBF9227B-C06E-0DA4-04FA-C7F7DA378A7F}"/>
              </a:ext>
            </a:extLst>
          </p:cNvPr>
          <p:cNvSpPr txBox="1"/>
          <p:nvPr/>
        </p:nvSpPr>
        <p:spPr>
          <a:xfrm>
            <a:off x="6831724" y="3779441"/>
            <a:ext cx="441434" cy="420414"/>
          </a:xfrm>
          <a:prstGeom prst="rect">
            <a:avLst/>
          </a:prstGeom>
          <a:noFill/>
        </p:spPr>
        <p:txBody>
          <a:bodyPr wrap="square" lIns="0" tIns="0" rIns="0" bIns="0" rtlCol="0">
            <a:noAutofit/>
          </a:bodyPr>
          <a:lstStyle/>
          <a:p>
            <a:pPr algn="l"/>
            <a:r>
              <a:rPr lang="en-AU" sz="2800" b="1"/>
              <a:t>A</a:t>
            </a:r>
          </a:p>
        </p:txBody>
      </p:sp>
      <p:sp>
        <p:nvSpPr>
          <p:cNvPr id="7" name="TextBox 6">
            <a:extLst>
              <a:ext uri="{FF2B5EF4-FFF2-40B4-BE49-F238E27FC236}">
                <a16:creationId xmlns:a16="http://schemas.microsoft.com/office/drawing/2014/main" id="{36796504-C5C9-D57E-162D-BB8AFD89AAD5}"/>
              </a:ext>
            </a:extLst>
          </p:cNvPr>
          <p:cNvSpPr txBox="1"/>
          <p:nvPr/>
        </p:nvSpPr>
        <p:spPr>
          <a:xfrm>
            <a:off x="7562194" y="5256211"/>
            <a:ext cx="441434" cy="420414"/>
          </a:xfrm>
          <a:prstGeom prst="rect">
            <a:avLst/>
          </a:prstGeom>
          <a:noFill/>
        </p:spPr>
        <p:txBody>
          <a:bodyPr wrap="square" lIns="0" tIns="0" rIns="0" bIns="0" rtlCol="0">
            <a:noAutofit/>
          </a:bodyPr>
          <a:lstStyle/>
          <a:p>
            <a:pPr algn="l"/>
            <a:r>
              <a:rPr lang="en-AU" sz="2800" b="1"/>
              <a:t>B</a:t>
            </a:r>
          </a:p>
        </p:txBody>
      </p:sp>
      <p:sp>
        <p:nvSpPr>
          <p:cNvPr id="8" name="TextBox 7">
            <a:extLst>
              <a:ext uri="{FF2B5EF4-FFF2-40B4-BE49-F238E27FC236}">
                <a16:creationId xmlns:a16="http://schemas.microsoft.com/office/drawing/2014/main" id="{8258C161-65A9-D70F-39E4-37DC8A9787D6}"/>
              </a:ext>
            </a:extLst>
          </p:cNvPr>
          <p:cNvSpPr txBox="1"/>
          <p:nvPr/>
        </p:nvSpPr>
        <p:spPr>
          <a:xfrm>
            <a:off x="9059916" y="3008586"/>
            <a:ext cx="441434" cy="420414"/>
          </a:xfrm>
          <a:prstGeom prst="rect">
            <a:avLst/>
          </a:prstGeom>
          <a:noFill/>
        </p:spPr>
        <p:txBody>
          <a:bodyPr wrap="square" lIns="0" tIns="0" rIns="0" bIns="0" rtlCol="0">
            <a:noAutofit/>
          </a:bodyPr>
          <a:lstStyle/>
          <a:p>
            <a:pPr algn="l"/>
            <a:r>
              <a:rPr lang="en-AU" sz="2800" b="1"/>
              <a:t>C</a:t>
            </a:r>
          </a:p>
        </p:txBody>
      </p:sp>
    </p:spTree>
    <p:extLst>
      <p:ext uri="{BB962C8B-B14F-4D97-AF65-F5344CB8AC3E}">
        <p14:creationId xmlns:p14="http://schemas.microsoft.com/office/powerpoint/2010/main" val="2726589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E99FCAD-B981-9BBC-C5BF-914232435E08}"/>
              </a:ext>
            </a:extLst>
          </p:cNvPr>
          <p:cNvSpPr>
            <a:spLocks noGrp="1"/>
          </p:cNvSpPr>
          <p:nvPr>
            <p:ph type="sldNum" sz="quarter" idx="12"/>
          </p:nvPr>
        </p:nvSpPr>
        <p:spPr/>
        <p:txBody>
          <a:bodyPr/>
          <a:lstStyle/>
          <a:p>
            <a:fld id="{10A01DC5-1685-4615-8240-15192985C6A2}" type="slidenum">
              <a:rPr lang="en-AU" smtClean="0"/>
              <a:t>10</a:t>
            </a:fld>
            <a:endParaRPr lang="en-AU"/>
          </a:p>
        </p:txBody>
      </p:sp>
      <p:sp>
        <p:nvSpPr>
          <p:cNvPr id="3" name="Title 2">
            <a:extLst>
              <a:ext uri="{FF2B5EF4-FFF2-40B4-BE49-F238E27FC236}">
                <a16:creationId xmlns:a16="http://schemas.microsoft.com/office/drawing/2014/main" id="{BFA0CD49-38C1-73C3-4824-50A92743DDE1}"/>
              </a:ext>
            </a:extLst>
          </p:cNvPr>
          <p:cNvSpPr>
            <a:spLocks noGrp="1"/>
          </p:cNvSpPr>
          <p:nvPr>
            <p:ph type="title"/>
          </p:nvPr>
        </p:nvSpPr>
        <p:spPr/>
        <p:txBody>
          <a:bodyPr/>
          <a:lstStyle/>
          <a:p>
            <a:r>
              <a:rPr lang="en-AU">
                <a:latin typeface="Arial"/>
                <a:cs typeface="Arial"/>
              </a:rPr>
              <a:t>Activity 1 – place value representations </a:t>
            </a:r>
          </a:p>
        </p:txBody>
      </p:sp>
      <p:sp>
        <p:nvSpPr>
          <p:cNvPr id="4" name="Text Placeholder 3">
            <a:extLst>
              <a:ext uri="{FF2B5EF4-FFF2-40B4-BE49-F238E27FC236}">
                <a16:creationId xmlns:a16="http://schemas.microsoft.com/office/drawing/2014/main" id="{94B4BDBC-C49C-8A36-A049-486FB0690A62}"/>
              </a:ext>
            </a:extLst>
          </p:cNvPr>
          <p:cNvSpPr>
            <a:spLocks noGrp="1" noRot="1" noMove="1" noResize="1" noEditPoints="1" noAdjustHandles="1" noChangeArrowheads="1" noChangeShapeType="1"/>
          </p:cNvSpPr>
          <p:nvPr>
            <p:ph type="body" sz="quarter" idx="18"/>
          </p:nvPr>
        </p:nvSpPr>
        <p:spPr>
          <a:xfrm>
            <a:off x="390513" y="1525409"/>
            <a:ext cx="11484000" cy="310015"/>
          </a:xfrm>
        </p:spPr>
        <p:txBody>
          <a:bodyPr/>
          <a:lstStyle/>
          <a:p>
            <a:r>
              <a:rPr lang="en-AU" sz="2000">
                <a:solidFill>
                  <a:srgbClr val="002664"/>
                </a:solidFill>
                <a:effectLst/>
                <a:latin typeface="Arial"/>
                <a:ea typeface="Calibri"/>
                <a:cs typeface="Arial"/>
              </a:rPr>
              <a:t>.</a:t>
            </a:r>
          </a:p>
          <a:p>
            <a:endParaRPr lang="en-AU"/>
          </a:p>
        </p:txBody>
      </p:sp>
      <p:pic>
        <p:nvPicPr>
          <p:cNvPr id="6" name="Picture 5" descr="image of a head with cogs turning inside">
            <a:extLst>
              <a:ext uri="{FF2B5EF4-FFF2-40B4-BE49-F238E27FC236}">
                <a16:creationId xmlns:a16="http://schemas.microsoft.com/office/drawing/2014/main" id="{FD9CB2FA-5D2D-5F87-87BC-91BD9E444679}"/>
              </a:ext>
            </a:extLst>
          </p:cNvPr>
          <p:cNvPicPr>
            <a:picLocks noChangeAspect="1"/>
          </p:cNvPicPr>
          <p:nvPr/>
        </p:nvPicPr>
        <p:blipFill>
          <a:blip r:embed="rId3"/>
          <a:stretch>
            <a:fillRect/>
          </a:stretch>
        </p:blipFill>
        <p:spPr>
          <a:xfrm>
            <a:off x="11107003" y="240894"/>
            <a:ext cx="720000" cy="856364"/>
          </a:xfrm>
          <a:prstGeom prst="rect">
            <a:avLst/>
          </a:prstGeom>
        </p:spPr>
      </p:pic>
      <p:pic>
        <p:nvPicPr>
          <p:cNvPr id="5" name="Picture 4" descr="Text reads: ‘Sam has recorded 4 ways to represent the number 25 493 621.’ The 4 representations are: A) Expanded form with addition, B) Digit place value breakdown, C) Written in words and D) Another expanded form with addition inaccuracies.&#10;">
            <a:extLst>
              <a:ext uri="{FF2B5EF4-FFF2-40B4-BE49-F238E27FC236}">
                <a16:creationId xmlns:a16="http://schemas.microsoft.com/office/drawing/2014/main" id="{CB42D593-F5BB-A13C-F010-39DD0672D690}"/>
              </a:ext>
            </a:extLst>
          </p:cNvPr>
          <p:cNvPicPr>
            <a:picLocks noChangeAspect="1"/>
          </p:cNvPicPr>
          <p:nvPr/>
        </p:nvPicPr>
        <p:blipFill>
          <a:blip r:embed="rId4"/>
          <a:stretch>
            <a:fillRect/>
          </a:stretch>
        </p:blipFill>
        <p:spPr>
          <a:xfrm>
            <a:off x="1444349" y="1024707"/>
            <a:ext cx="9303302" cy="5517358"/>
          </a:xfrm>
          <a:prstGeom prst="rect">
            <a:avLst/>
          </a:prstGeom>
        </p:spPr>
      </p:pic>
    </p:spTree>
    <p:extLst>
      <p:ext uri="{BB962C8B-B14F-4D97-AF65-F5344CB8AC3E}">
        <p14:creationId xmlns:p14="http://schemas.microsoft.com/office/powerpoint/2010/main" val="16121663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3D668B-2570-AD54-B728-912F7A13E93E}"/>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F5EB3C2-B8E5-B5DD-ECAA-CB559EC904F7}"/>
              </a:ext>
            </a:extLst>
          </p:cNvPr>
          <p:cNvSpPr>
            <a:spLocks noGrp="1"/>
          </p:cNvSpPr>
          <p:nvPr>
            <p:ph type="ctrTitle"/>
          </p:nvPr>
        </p:nvSpPr>
        <p:spPr/>
        <p:txBody>
          <a:bodyPr/>
          <a:lstStyle/>
          <a:p>
            <a:r>
              <a:rPr lang="en-AU">
                <a:latin typeface="+mj-lt"/>
                <a:cs typeface="Arial"/>
              </a:rPr>
              <a:t>Review of learning  2</a:t>
            </a:r>
            <a:endParaRPr lang="en-AU">
              <a:latin typeface="+mj-lt"/>
            </a:endParaRPr>
          </a:p>
        </p:txBody>
      </p:sp>
    </p:spTree>
    <p:extLst>
      <p:ext uri="{BB962C8B-B14F-4D97-AF65-F5344CB8AC3E}">
        <p14:creationId xmlns:p14="http://schemas.microsoft.com/office/powerpoint/2010/main" val="31349202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E39087-8482-8C93-7654-8161E158814C}"/>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8527CEC-B9B9-C681-7B54-933A5FB66107}"/>
              </a:ext>
            </a:extLst>
          </p:cNvPr>
          <p:cNvSpPr>
            <a:spLocks noGrp="1"/>
          </p:cNvSpPr>
          <p:nvPr>
            <p:ph type="sldNum" sz="quarter" idx="12"/>
          </p:nvPr>
        </p:nvSpPr>
        <p:spPr/>
        <p:txBody>
          <a:bodyPr/>
          <a:lstStyle/>
          <a:p>
            <a:fld id="{10A01DC5-1685-4615-8240-15192985C6A2}" type="slidenum">
              <a:rPr lang="en-AU" smtClean="0"/>
              <a:t>12</a:t>
            </a:fld>
            <a:endParaRPr lang="en-AU"/>
          </a:p>
        </p:txBody>
      </p:sp>
      <p:sp>
        <p:nvSpPr>
          <p:cNvPr id="3" name="Title 2">
            <a:extLst>
              <a:ext uri="{FF2B5EF4-FFF2-40B4-BE49-F238E27FC236}">
                <a16:creationId xmlns:a16="http://schemas.microsoft.com/office/drawing/2014/main" id="{0D18FB72-95E4-7D60-C7EB-497F6F0C4C41}"/>
              </a:ext>
            </a:extLst>
          </p:cNvPr>
          <p:cNvSpPr>
            <a:spLocks noGrp="1"/>
          </p:cNvSpPr>
          <p:nvPr>
            <p:ph type="title"/>
          </p:nvPr>
        </p:nvSpPr>
        <p:spPr/>
        <p:txBody>
          <a:bodyPr/>
          <a:lstStyle/>
          <a:p>
            <a:r>
              <a:rPr lang="en-US"/>
              <a:t>True or </a:t>
            </a:r>
            <a:r>
              <a:rPr lang="en-US">
                <a:solidFill>
                  <a:srgbClr val="002060"/>
                </a:solidFill>
              </a:rPr>
              <a:t>false </a:t>
            </a:r>
            <a:r>
              <a:rPr lang="en-US">
                <a:solidFill>
                  <a:schemeClr val="bg1"/>
                </a:solidFill>
              </a:rPr>
              <a:t>(1)</a:t>
            </a:r>
          </a:p>
        </p:txBody>
      </p:sp>
      <p:sp>
        <p:nvSpPr>
          <p:cNvPr id="7" name="Text Placeholder 6">
            <a:extLst>
              <a:ext uri="{FF2B5EF4-FFF2-40B4-BE49-F238E27FC236}">
                <a16:creationId xmlns:a16="http://schemas.microsoft.com/office/drawing/2014/main" id="{A26C78AF-8B76-8BE5-6FD1-C3122BE06605}"/>
              </a:ext>
            </a:extLst>
          </p:cNvPr>
          <p:cNvSpPr>
            <a:spLocks noGrp="1"/>
          </p:cNvSpPr>
          <p:nvPr>
            <p:ph type="body" sz="quarter" idx="22"/>
          </p:nvPr>
        </p:nvSpPr>
        <p:spPr>
          <a:xfrm>
            <a:off x="962025" y="1717386"/>
            <a:ext cx="10161976" cy="2703738"/>
          </a:xfrm>
        </p:spPr>
        <p:txBody>
          <a:bodyPr vert="horz" lIns="0" tIns="0" rIns="0" bIns="0" rtlCol="0" anchor="t">
            <a:noAutofit/>
          </a:bodyPr>
          <a:lstStyle/>
          <a:p>
            <a:pPr algn="ctr"/>
            <a:r>
              <a:rPr lang="en-US" sz="4400" b="1" dirty="0"/>
              <a:t>935 216 </a:t>
            </a:r>
            <a:r>
              <a:rPr lang="en-US" sz="4400" dirty="0"/>
              <a:t>can be regrouped as</a:t>
            </a:r>
          </a:p>
          <a:p>
            <a:pPr algn="ctr"/>
            <a:r>
              <a:rPr lang="en-US" sz="4400" dirty="0"/>
              <a:t> 900 000 + 30 000 + 200 + 10 + 6.</a:t>
            </a:r>
          </a:p>
        </p:txBody>
      </p:sp>
      <p:graphicFrame>
        <p:nvGraphicFramePr>
          <p:cNvPr id="12" name="Table 11">
            <a:extLst>
              <a:ext uri="{FF2B5EF4-FFF2-40B4-BE49-F238E27FC236}">
                <a16:creationId xmlns:a16="http://schemas.microsoft.com/office/drawing/2014/main" id="{9FB43ECC-6198-CAD9-D35A-4745C2C73040}"/>
              </a:ext>
            </a:extLst>
          </p:cNvPr>
          <p:cNvGraphicFramePr>
            <a:graphicFrameLocks noGrp="1"/>
          </p:cNvGraphicFramePr>
          <p:nvPr>
            <p:extLst>
              <p:ext uri="{D42A27DB-BD31-4B8C-83A1-F6EECF244321}">
                <p14:modId xmlns:p14="http://schemas.microsoft.com/office/powerpoint/2010/main" val="2455576448"/>
              </p:ext>
            </p:extLst>
          </p:nvPr>
        </p:nvGraphicFramePr>
        <p:xfrm>
          <a:off x="2442981" y="4974673"/>
          <a:ext cx="7077076" cy="76200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4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4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pic>
        <p:nvPicPr>
          <p:cNvPr id="4" name="Picture 3" descr="image of a finger selecting an option for a multiple choice or true and false">
            <a:extLst>
              <a:ext uri="{FF2B5EF4-FFF2-40B4-BE49-F238E27FC236}">
                <a16:creationId xmlns:a16="http://schemas.microsoft.com/office/drawing/2014/main" id="{87EDFC9E-A618-53A7-C204-54881B9AC2B6}"/>
              </a:ext>
            </a:extLst>
          </p:cNvPr>
          <p:cNvPicPr>
            <a:picLocks noChangeAspect="1"/>
          </p:cNvPicPr>
          <p:nvPr/>
        </p:nvPicPr>
        <p:blipFill>
          <a:blip r:embed="rId3"/>
          <a:stretch>
            <a:fillRect/>
          </a:stretch>
        </p:blipFill>
        <p:spPr>
          <a:xfrm>
            <a:off x="10807908" y="43303"/>
            <a:ext cx="1165786" cy="1140716"/>
          </a:xfrm>
          <a:prstGeom prst="rect">
            <a:avLst/>
          </a:prstGeom>
        </p:spPr>
      </p:pic>
    </p:spTree>
    <p:extLst>
      <p:ext uri="{BB962C8B-B14F-4D97-AF65-F5344CB8AC3E}">
        <p14:creationId xmlns:p14="http://schemas.microsoft.com/office/powerpoint/2010/main" val="40900656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286458-B3DC-1B5B-CAB0-67289592938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D59C605-2915-EBC8-907B-0379999694C3}"/>
              </a:ext>
            </a:extLst>
          </p:cNvPr>
          <p:cNvSpPr>
            <a:spLocks noGrp="1"/>
          </p:cNvSpPr>
          <p:nvPr>
            <p:ph type="sldNum" sz="quarter" idx="12"/>
          </p:nvPr>
        </p:nvSpPr>
        <p:spPr/>
        <p:txBody>
          <a:bodyPr/>
          <a:lstStyle/>
          <a:p>
            <a:fld id="{10A01DC5-1685-4615-8240-15192985C6A2}" type="slidenum">
              <a:rPr lang="en-AU" smtClean="0"/>
              <a:t>13</a:t>
            </a:fld>
            <a:endParaRPr lang="en-AU"/>
          </a:p>
        </p:txBody>
      </p:sp>
      <p:sp>
        <p:nvSpPr>
          <p:cNvPr id="3" name="Title 2">
            <a:extLst>
              <a:ext uri="{FF2B5EF4-FFF2-40B4-BE49-F238E27FC236}">
                <a16:creationId xmlns:a16="http://schemas.microsoft.com/office/drawing/2014/main" id="{F9E0F587-1932-6389-F8B8-958D63E6AFED}"/>
              </a:ext>
            </a:extLst>
          </p:cNvPr>
          <p:cNvSpPr>
            <a:spLocks noGrp="1"/>
          </p:cNvSpPr>
          <p:nvPr>
            <p:ph type="title"/>
          </p:nvPr>
        </p:nvSpPr>
        <p:spPr/>
        <p:txBody>
          <a:bodyPr/>
          <a:lstStyle/>
          <a:p>
            <a:r>
              <a:rPr lang="en-US">
                <a:latin typeface="Arial"/>
                <a:cs typeface="Arial"/>
              </a:rPr>
              <a:t>Short </a:t>
            </a:r>
            <a:r>
              <a:rPr lang="en-US">
                <a:solidFill>
                  <a:srgbClr val="002060"/>
                </a:solidFill>
                <a:latin typeface="Arial"/>
                <a:cs typeface="Arial"/>
              </a:rPr>
              <a:t>response </a:t>
            </a:r>
            <a:r>
              <a:rPr lang="en-US">
                <a:solidFill>
                  <a:schemeClr val="bg1"/>
                </a:solidFill>
                <a:latin typeface="Arial"/>
                <a:cs typeface="Arial"/>
              </a:rPr>
              <a:t>(5)</a:t>
            </a:r>
          </a:p>
        </p:txBody>
      </p:sp>
      <p:sp>
        <p:nvSpPr>
          <p:cNvPr id="11" name="Picture Placeholder 10">
            <a:extLst>
              <a:ext uri="{FF2B5EF4-FFF2-40B4-BE49-F238E27FC236}">
                <a16:creationId xmlns:a16="http://schemas.microsoft.com/office/drawing/2014/main" id="{777805AA-3000-4F7B-AF76-0FB0E2B466BE}"/>
              </a:ext>
            </a:extLst>
          </p:cNvPr>
          <p:cNvSpPr>
            <a:spLocks noGrp="1"/>
          </p:cNvSpPr>
          <p:nvPr>
            <p:ph type="pic" sz="quarter" idx="21"/>
          </p:nvPr>
        </p:nvSpPr>
        <p:spPr>
          <a:xfrm>
            <a:off x="968159" y="1184223"/>
            <a:ext cx="10026720" cy="3056398"/>
          </a:xfrm>
        </p:spPr>
        <p:txBody>
          <a:bodyPr/>
          <a:lstStyle/>
          <a:p>
            <a:pPr algn="ctr"/>
            <a:r>
              <a:rPr lang="en-US" sz="4400">
                <a:latin typeface="Arial"/>
                <a:cs typeface="Arial"/>
              </a:rPr>
              <a:t>Record the </a:t>
            </a:r>
            <a:r>
              <a:rPr lang="en-US" sz="4400" b="1">
                <a:latin typeface="Arial"/>
                <a:cs typeface="Arial"/>
              </a:rPr>
              <a:t>side</a:t>
            </a:r>
            <a:r>
              <a:rPr lang="en-US" sz="4400">
                <a:latin typeface="Arial"/>
                <a:cs typeface="Arial"/>
              </a:rPr>
              <a:t> and </a:t>
            </a:r>
            <a:r>
              <a:rPr lang="en-US" sz="4400" b="1">
                <a:latin typeface="Arial"/>
                <a:cs typeface="Arial"/>
              </a:rPr>
              <a:t>angle properties </a:t>
            </a:r>
            <a:r>
              <a:rPr lang="en-US" sz="4400">
                <a:latin typeface="Arial"/>
                <a:cs typeface="Arial"/>
              </a:rPr>
              <a:t>of this </a:t>
            </a:r>
            <a:r>
              <a:rPr lang="en-US" sz="4400" b="1">
                <a:latin typeface="Arial"/>
                <a:cs typeface="Arial"/>
              </a:rPr>
              <a:t>triangle</a:t>
            </a:r>
            <a:r>
              <a:rPr lang="en-US" sz="4400">
                <a:latin typeface="Arial"/>
                <a:cs typeface="Arial"/>
              </a:rPr>
              <a:t>. </a:t>
            </a:r>
          </a:p>
        </p:txBody>
      </p:sp>
      <p:pic>
        <p:nvPicPr>
          <p:cNvPr id="4" name="Picture 3" descr="image of a clipboard with a pencil recording short answer responses">
            <a:extLst>
              <a:ext uri="{FF2B5EF4-FFF2-40B4-BE49-F238E27FC236}">
                <a16:creationId xmlns:a16="http://schemas.microsoft.com/office/drawing/2014/main" id="{D6AA7882-9128-F96D-36AE-AAE3C6433E5E}"/>
              </a:ext>
            </a:extLst>
          </p:cNvPr>
          <p:cNvPicPr>
            <a:picLocks noChangeAspect="1"/>
          </p:cNvPicPr>
          <p:nvPr/>
        </p:nvPicPr>
        <p:blipFill>
          <a:blip r:embed="rId3"/>
          <a:stretch>
            <a:fillRect/>
          </a:stretch>
        </p:blipFill>
        <p:spPr>
          <a:xfrm>
            <a:off x="11030476" y="268723"/>
            <a:ext cx="915500" cy="915500"/>
          </a:xfrm>
          <a:prstGeom prst="rect">
            <a:avLst/>
          </a:prstGeom>
        </p:spPr>
      </p:pic>
      <p:sp>
        <p:nvSpPr>
          <p:cNvPr id="6" name="Isosceles Triangle 5" descr="A blue isosceles triangle">
            <a:extLst>
              <a:ext uri="{FF2B5EF4-FFF2-40B4-BE49-F238E27FC236}">
                <a16:creationId xmlns:a16="http://schemas.microsoft.com/office/drawing/2014/main" id="{205BEA42-D5F9-5F2C-3F26-43DDDA039CCB}"/>
              </a:ext>
            </a:extLst>
          </p:cNvPr>
          <p:cNvSpPr/>
          <p:nvPr/>
        </p:nvSpPr>
        <p:spPr>
          <a:xfrm>
            <a:off x="4923900" y="3316381"/>
            <a:ext cx="2115238" cy="3181619"/>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18614434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5EB60A-DB53-A5B7-8B1E-B76E42DF201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8C3A20D-F8A7-870F-024C-C73BED4F0723}"/>
              </a:ext>
            </a:extLst>
          </p:cNvPr>
          <p:cNvSpPr>
            <a:spLocks noGrp="1"/>
          </p:cNvSpPr>
          <p:nvPr>
            <p:ph type="sldNum" sz="quarter" idx="12"/>
          </p:nvPr>
        </p:nvSpPr>
        <p:spPr/>
        <p:txBody>
          <a:bodyPr/>
          <a:lstStyle/>
          <a:p>
            <a:fld id="{10A01DC5-1685-4615-8240-15192985C6A2}" type="slidenum">
              <a:rPr lang="en-AU" smtClean="0"/>
              <a:t>14</a:t>
            </a:fld>
            <a:endParaRPr lang="en-AU"/>
          </a:p>
        </p:txBody>
      </p:sp>
      <p:sp>
        <p:nvSpPr>
          <p:cNvPr id="3" name="Title 2">
            <a:extLst>
              <a:ext uri="{FF2B5EF4-FFF2-40B4-BE49-F238E27FC236}">
                <a16:creationId xmlns:a16="http://schemas.microsoft.com/office/drawing/2014/main" id="{4658F565-BC0F-A638-D187-0FE9F8DCFE26}"/>
              </a:ext>
            </a:extLst>
          </p:cNvPr>
          <p:cNvSpPr>
            <a:spLocks noGrp="1"/>
          </p:cNvSpPr>
          <p:nvPr>
            <p:ph type="title"/>
          </p:nvPr>
        </p:nvSpPr>
        <p:spPr/>
        <p:txBody>
          <a:bodyPr/>
          <a:lstStyle/>
          <a:p>
            <a:r>
              <a:rPr lang="en-US">
                <a:latin typeface="Arial"/>
                <a:cs typeface="Arial"/>
              </a:rPr>
              <a:t>Short </a:t>
            </a:r>
            <a:r>
              <a:rPr lang="en-US">
                <a:solidFill>
                  <a:srgbClr val="002060"/>
                </a:solidFill>
                <a:latin typeface="Arial"/>
                <a:cs typeface="Arial"/>
              </a:rPr>
              <a:t>response </a:t>
            </a:r>
            <a:r>
              <a:rPr lang="en-US">
                <a:solidFill>
                  <a:schemeClr val="bg1"/>
                </a:solidFill>
                <a:latin typeface="Arial"/>
                <a:cs typeface="Arial"/>
              </a:rPr>
              <a:t>(6)</a:t>
            </a:r>
          </a:p>
        </p:txBody>
      </p:sp>
      <p:pic>
        <p:nvPicPr>
          <p:cNvPr id="12" name="Picture 11" descr="image of a clipboard with a pencil recording short answer responses">
            <a:extLst>
              <a:ext uri="{FF2B5EF4-FFF2-40B4-BE49-F238E27FC236}">
                <a16:creationId xmlns:a16="http://schemas.microsoft.com/office/drawing/2014/main" id="{9AA4C562-DA8B-AB67-B4B6-E448C50E15A7}"/>
              </a:ext>
            </a:extLst>
          </p:cNvPr>
          <p:cNvPicPr>
            <a:picLocks noChangeAspect="1"/>
          </p:cNvPicPr>
          <p:nvPr/>
        </p:nvPicPr>
        <p:blipFill>
          <a:blip r:embed="rId3"/>
          <a:stretch>
            <a:fillRect/>
          </a:stretch>
        </p:blipFill>
        <p:spPr>
          <a:xfrm>
            <a:off x="11030476" y="268723"/>
            <a:ext cx="915500" cy="915500"/>
          </a:xfrm>
          <a:prstGeom prst="rect">
            <a:avLst/>
          </a:prstGeom>
        </p:spPr>
      </p:pic>
      <p:pic>
        <p:nvPicPr>
          <p:cNvPr id="2052" name="Picture 4" descr="Repeated 10 sided dice with each dice having a different facet on display so all numbers 1-10 can be seen.">
            <a:extLst>
              <a:ext uri="{FF2B5EF4-FFF2-40B4-BE49-F238E27FC236}">
                <a16:creationId xmlns:a16="http://schemas.microsoft.com/office/drawing/2014/main" id="{5AE42ED0-29E0-E4D4-7E0E-9804D767021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27473" y="3929152"/>
            <a:ext cx="6155536" cy="2294667"/>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2CD8BB0C-CBDA-4456-CE43-3FC220CD2CA4}"/>
              </a:ext>
            </a:extLst>
          </p:cNvPr>
          <p:cNvSpPr txBox="1"/>
          <p:nvPr/>
        </p:nvSpPr>
        <p:spPr>
          <a:xfrm>
            <a:off x="360000" y="360000"/>
            <a:ext cx="11002079" cy="3477875"/>
          </a:xfrm>
          <a:prstGeom prst="rect">
            <a:avLst/>
          </a:prstGeom>
          <a:noFill/>
        </p:spPr>
        <p:txBody>
          <a:bodyPr wrap="square">
            <a:spAutoFit/>
          </a:bodyPr>
          <a:lstStyle/>
          <a:p>
            <a:pPr marL="0" marR="0" lvl="0" indent="0" algn="ctr" defTabSz="609585" rtl="0" eaLnBrk="1" fontAlgn="auto" latinLnBrk="0" hangingPunct="1">
              <a:lnSpc>
                <a:spcPct val="100000"/>
              </a:lnSpc>
              <a:spcBef>
                <a:spcPts val="0"/>
              </a:spcBef>
              <a:spcAft>
                <a:spcPts val="0"/>
              </a:spcAft>
              <a:buClrTx/>
              <a:buSzTx/>
              <a:buFontTx/>
              <a:buNone/>
              <a:tabLst/>
              <a:defRPr/>
            </a:pPr>
            <a:endParaRPr kumimoji="0" lang="en-AU" sz="4400" b="0" i="0" u="none" strike="noStrike" kern="1200" cap="none" spc="0" normalizeH="0" baseline="0" noProof="0" dirty="0">
              <a:ln>
                <a:noFill/>
              </a:ln>
              <a:solidFill>
                <a:srgbClr val="22272B"/>
              </a:solidFill>
              <a:effectLst/>
              <a:uLnTx/>
              <a:uFillTx/>
              <a:latin typeface="Arial" panose="020B0604020202020204"/>
              <a:ea typeface="+mn-ea"/>
              <a:cs typeface="+mn-cs"/>
            </a:endParaRPr>
          </a:p>
          <a:p>
            <a:pPr marL="0" marR="0" lvl="0" indent="0" algn="ctr" defTabSz="609585" rtl="0" eaLnBrk="1" fontAlgn="auto" latinLnBrk="0" hangingPunct="1">
              <a:lnSpc>
                <a:spcPct val="100000"/>
              </a:lnSpc>
              <a:spcBef>
                <a:spcPts val="0"/>
              </a:spcBef>
              <a:spcAft>
                <a:spcPts val="0"/>
              </a:spcAft>
              <a:buClrTx/>
              <a:buSzTx/>
              <a:buFontTx/>
              <a:buNone/>
              <a:tabLst/>
              <a:defRPr/>
            </a:pPr>
            <a:r>
              <a:rPr kumimoji="0" lang="en-AU" sz="4400" b="0" i="0" u="none" strike="noStrike" kern="1200" cap="none" spc="0" normalizeH="0" baseline="0" noProof="0" dirty="0">
                <a:ln>
                  <a:noFill/>
                </a:ln>
                <a:solidFill>
                  <a:srgbClr val="22272B"/>
                </a:solidFill>
                <a:effectLst/>
                <a:uLnTx/>
                <a:uFillTx/>
                <a:latin typeface="Arial" panose="020B0604020202020204"/>
                <a:ea typeface="+mn-ea"/>
                <a:cs typeface="+mn-cs"/>
              </a:rPr>
              <a:t>What is the </a:t>
            </a:r>
            <a:r>
              <a:rPr kumimoji="0" lang="en-AU" sz="4400" b="1" i="0" u="none" strike="noStrike" kern="1200" cap="none" spc="0" normalizeH="0" baseline="0" noProof="0" dirty="0">
                <a:ln>
                  <a:noFill/>
                </a:ln>
                <a:solidFill>
                  <a:srgbClr val="22272B"/>
                </a:solidFill>
                <a:effectLst/>
                <a:uLnTx/>
                <a:uFillTx/>
                <a:latin typeface="Arial" panose="020B0604020202020204"/>
                <a:ea typeface="+mn-ea"/>
                <a:cs typeface="+mn-cs"/>
              </a:rPr>
              <a:t>probability</a:t>
            </a:r>
            <a:r>
              <a:rPr kumimoji="0" lang="en-AU" sz="4400" b="0" i="0" u="none" strike="noStrike" kern="1200" cap="none" spc="0" normalizeH="0" baseline="0" noProof="0" dirty="0">
                <a:ln>
                  <a:noFill/>
                </a:ln>
                <a:solidFill>
                  <a:srgbClr val="22272B"/>
                </a:solidFill>
                <a:effectLst/>
                <a:uLnTx/>
                <a:uFillTx/>
                <a:latin typeface="Arial" panose="020B0604020202020204"/>
                <a:ea typeface="+mn-ea"/>
                <a:cs typeface="+mn-cs"/>
              </a:rPr>
              <a:t> of rolling </a:t>
            </a:r>
            <a:r>
              <a:rPr lang="en-AU" sz="4400" dirty="0">
                <a:solidFill>
                  <a:srgbClr val="22272B"/>
                </a:solidFill>
                <a:latin typeface="Arial" panose="020B0604020202020204"/>
              </a:rPr>
              <a:t>two</a:t>
            </a:r>
            <a:r>
              <a:rPr kumimoji="0" lang="en-AU" sz="4400" b="0" i="0" u="none" strike="noStrike" kern="1200" cap="none" spc="0" normalizeH="0" baseline="0" noProof="0" dirty="0">
                <a:ln>
                  <a:noFill/>
                </a:ln>
                <a:solidFill>
                  <a:srgbClr val="22272B"/>
                </a:solidFill>
                <a:effectLst/>
                <a:uLnTx/>
                <a:uFillTx/>
                <a:latin typeface="Arial" panose="020B0604020202020204"/>
                <a:ea typeface="+mn-ea"/>
                <a:cs typeface="+mn-cs"/>
              </a:rPr>
              <a:t> 7’s in a row?</a:t>
            </a:r>
          </a:p>
          <a:p>
            <a:pPr marL="0" marR="0" lvl="0" indent="0" algn="ctr" defTabSz="609585" rtl="0" eaLnBrk="1" fontAlgn="auto" latinLnBrk="0" hangingPunct="1">
              <a:lnSpc>
                <a:spcPct val="100000"/>
              </a:lnSpc>
              <a:spcBef>
                <a:spcPts val="0"/>
              </a:spcBef>
              <a:spcAft>
                <a:spcPts val="0"/>
              </a:spcAft>
              <a:buClrTx/>
              <a:buSzTx/>
              <a:buFontTx/>
              <a:buNone/>
              <a:tabLst/>
              <a:defRPr/>
            </a:pPr>
            <a:r>
              <a:rPr kumimoji="0" lang="en-AU" sz="4400" b="0" i="0" u="none" strike="noStrike" kern="1200" cap="none" spc="0" normalizeH="0" baseline="0" noProof="0" dirty="0">
                <a:ln>
                  <a:noFill/>
                </a:ln>
                <a:solidFill>
                  <a:srgbClr val="22272B"/>
                </a:solidFill>
                <a:effectLst/>
                <a:uLnTx/>
                <a:uFillTx/>
                <a:latin typeface="Arial" panose="020B0604020202020204"/>
                <a:ea typeface="+mn-ea"/>
                <a:cs typeface="+mn-cs"/>
              </a:rPr>
              <a:t>What is the </a:t>
            </a:r>
            <a:r>
              <a:rPr kumimoji="0" lang="en-AU" sz="4400" b="1" i="0" u="none" strike="noStrike" kern="1200" cap="none" spc="0" normalizeH="0" baseline="0" noProof="0" dirty="0">
                <a:ln>
                  <a:noFill/>
                </a:ln>
                <a:solidFill>
                  <a:srgbClr val="22272B"/>
                </a:solidFill>
                <a:effectLst/>
                <a:uLnTx/>
                <a:uFillTx/>
                <a:latin typeface="Arial" panose="020B0604020202020204"/>
                <a:ea typeface="+mn-ea"/>
                <a:cs typeface="+mn-cs"/>
              </a:rPr>
              <a:t>probability</a:t>
            </a:r>
            <a:r>
              <a:rPr kumimoji="0" lang="en-AU" sz="4400" b="0" i="0" u="none" strike="noStrike" kern="1200" cap="none" spc="0" normalizeH="0" baseline="0" noProof="0" dirty="0">
                <a:ln>
                  <a:noFill/>
                </a:ln>
                <a:solidFill>
                  <a:srgbClr val="22272B"/>
                </a:solidFill>
                <a:effectLst/>
                <a:uLnTx/>
                <a:uFillTx/>
                <a:latin typeface="Arial" panose="020B0604020202020204"/>
                <a:ea typeface="+mn-ea"/>
                <a:cs typeface="+mn-cs"/>
              </a:rPr>
              <a:t> of rolling any number except a 10</a:t>
            </a:r>
            <a:r>
              <a:rPr lang="en-AU" sz="4400" dirty="0">
                <a:solidFill>
                  <a:srgbClr val="22272B"/>
                </a:solidFill>
                <a:latin typeface="Arial" panose="020B0604020202020204"/>
              </a:rPr>
              <a:t>?</a:t>
            </a:r>
            <a:r>
              <a:rPr kumimoji="0" lang="en-AU" sz="4400" b="0" i="0" u="none" strike="noStrike" kern="1200" cap="none" spc="0" normalizeH="0" baseline="0" noProof="0" dirty="0">
                <a:ln>
                  <a:noFill/>
                </a:ln>
                <a:solidFill>
                  <a:srgbClr val="22272B"/>
                </a:solidFill>
                <a:effectLst/>
                <a:uLnTx/>
                <a:uFillTx/>
                <a:latin typeface="Arial" panose="020B0604020202020204"/>
                <a:ea typeface="+mn-ea"/>
                <a:cs typeface="+mn-cs"/>
              </a:rPr>
              <a:t> </a:t>
            </a:r>
          </a:p>
        </p:txBody>
      </p:sp>
    </p:spTree>
    <p:extLst>
      <p:ext uri="{BB962C8B-B14F-4D97-AF65-F5344CB8AC3E}">
        <p14:creationId xmlns:p14="http://schemas.microsoft.com/office/powerpoint/2010/main" val="42065144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5F66E2-F0C5-5138-CAEC-E3751681CC9E}"/>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65C0EE6-AA77-F601-9124-C2AB88FE1BA4}"/>
              </a:ext>
            </a:extLst>
          </p:cNvPr>
          <p:cNvSpPr>
            <a:spLocks noGrp="1"/>
          </p:cNvSpPr>
          <p:nvPr>
            <p:ph type="sldNum" sz="quarter" idx="12"/>
          </p:nvPr>
        </p:nvSpPr>
        <p:spPr/>
        <p:txBody>
          <a:bodyPr/>
          <a:lstStyle/>
          <a:p>
            <a:fld id="{10A01DC5-1685-4615-8240-15192985C6A2}" type="slidenum">
              <a:rPr lang="en-AU" smtClean="0"/>
              <a:t>15</a:t>
            </a:fld>
            <a:endParaRPr lang="en-AU"/>
          </a:p>
        </p:txBody>
      </p:sp>
      <p:sp>
        <p:nvSpPr>
          <p:cNvPr id="3" name="Title 2">
            <a:extLst>
              <a:ext uri="{FF2B5EF4-FFF2-40B4-BE49-F238E27FC236}">
                <a16:creationId xmlns:a16="http://schemas.microsoft.com/office/drawing/2014/main" id="{97207C71-565C-F655-DA13-564DFCF88FFE}"/>
              </a:ext>
            </a:extLst>
          </p:cNvPr>
          <p:cNvSpPr>
            <a:spLocks noGrp="1"/>
          </p:cNvSpPr>
          <p:nvPr>
            <p:ph type="title"/>
          </p:nvPr>
        </p:nvSpPr>
        <p:spPr/>
        <p:txBody>
          <a:bodyPr/>
          <a:lstStyle/>
          <a:p>
            <a:r>
              <a:rPr lang="en-US">
                <a:latin typeface="Arial"/>
                <a:cs typeface="Arial"/>
              </a:rPr>
              <a:t>Short </a:t>
            </a:r>
            <a:r>
              <a:rPr lang="en-US">
                <a:solidFill>
                  <a:srgbClr val="002060"/>
                </a:solidFill>
                <a:latin typeface="Arial"/>
                <a:cs typeface="Arial"/>
              </a:rPr>
              <a:t>response </a:t>
            </a:r>
            <a:r>
              <a:rPr lang="en-US">
                <a:solidFill>
                  <a:schemeClr val="bg1"/>
                </a:solidFill>
                <a:latin typeface="Arial"/>
                <a:cs typeface="Arial"/>
              </a:rPr>
              <a:t>(7)</a:t>
            </a:r>
          </a:p>
        </p:txBody>
      </p:sp>
      <p:sp>
        <p:nvSpPr>
          <p:cNvPr id="11" name="Picture Placeholder 10">
            <a:extLst>
              <a:ext uri="{FF2B5EF4-FFF2-40B4-BE49-F238E27FC236}">
                <a16:creationId xmlns:a16="http://schemas.microsoft.com/office/drawing/2014/main" id="{E83C9D2F-076B-25AC-741C-C56ACEF8B118}"/>
              </a:ext>
            </a:extLst>
          </p:cNvPr>
          <p:cNvSpPr>
            <a:spLocks noGrp="1"/>
          </p:cNvSpPr>
          <p:nvPr>
            <p:ph type="pic" sz="quarter" idx="21"/>
          </p:nvPr>
        </p:nvSpPr>
        <p:spPr>
          <a:xfrm>
            <a:off x="220656" y="1775325"/>
            <a:ext cx="11725320" cy="4124029"/>
          </a:xfrm>
        </p:spPr>
        <p:txBody>
          <a:bodyPr/>
          <a:lstStyle/>
          <a:p>
            <a:pPr algn="ctr"/>
            <a:r>
              <a:rPr lang="en-AU" sz="4400" dirty="0"/>
              <a:t>Liam is making a poster that has an area of </a:t>
            </a:r>
            <a:r>
              <a:rPr lang="en-AU" sz="4400" b="1" dirty="0"/>
              <a:t>80 square centimetres. </a:t>
            </a:r>
          </a:p>
          <a:p>
            <a:pPr algn="ctr"/>
            <a:r>
              <a:rPr lang="en-AU" sz="4400" dirty="0"/>
              <a:t> What could be the </a:t>
            </a:r>
            <a:r>
              <a:rPr lang="en-AU" sz="4400" b="1" dirty="0"/>
              <a:t>length</a:t>
            </a:r>
            <a:r>
              <a:rPr lang="en-AU" sz="4400" dirty="0"/>
              <a:t> and </a:t>
            </a:r>
            <a:r>
              <a:rPr lang="en-AU" sz="4400" b="1" dirty="0"/>
              <a:t>width</a:t>
            </a:r>
            <a:r>
              <a:rPr lang="en-AU" sz="4400" dirty="0"/>
              <a:t> of his poster? </a:t>
            </a:r>
            <a:endParaRPr lang="en-US" sz="4400" dirty="0">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878A31AB-6C94-1BFB-9B08-E66847EEC2BB}"/>
              </a:ext>
            </a:extLst>
          </p:cNvPr>
          <p:cNvPicPr>
            <a:picLocks noChangeAspect="1"/>
          </p:cNvPicPr>
          <p:nvPr/>
        </p:nvPicPr>
        <p:blipFill>
          <a:blip r:embed="rId3"/>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30980024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F8606C-D6B5-27FD-1E2D-B376803D5D8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B75E6FA-7CBE-F100-C4F7-41467CDB1BA7}"/>
              </a:ext>
            </a:extLst>
          </p:cNvPr>
          <p:cNvSpPr>
            <a:spLocks noGrp="1"/>
          </p:cNvSpPr>
          <p:nvPr>
            <p:ph type="sldNum" sz="quarter" idx="12"/>
          </p:nvPr>
        </p:nvSpPr>
        <p:spPr/>
        <p:txBody>
          <a:bodyPr/>
          <a:lstStyle/>
          <a:p>
            <a:fld id="{10A01DC5-1685-4615-8240-15192985C6A2}" type="slidenum">
              <a:rPr lang="en-AU" smtClean="0"/>
              <a:t>16</a:t>
            </a:fld>
            <a:endParaRPr lang="en-AU"/>
          </a:p>
        </p:txBody>
      </p:sp>
      <p:sp>
        <p:nvSpPr>
          <p:cNvPr id="3" name="Title 2">
            <a:extLst>
              <a:ext uri="{FF2B5EF4-FFF2-40B4-BE49-F238E27FC236}">
                <a16:creationId xmlns:a16="http://schemas.microsoft.com/office/drawing/2014/main" id="{62A616B5-2FED-0210-8FC3-B46F114DB5EC}"/>
              </a:ext>
            </a:extLst>
          </p:cNvPr>
          <p:cNvSpPr>
            <a:spLocks noGrp="1"/>
          </p:cNvSpPr>
          <p:nvPr>
            <p:ph type="title"/>
          </p:nvPr>
        </p:nvSpPr>
        <p:spPr/>
        <p:txBody>
          <a:bodyPr/>
          <a:lstStyle/>
          <a:p>
            <a:r>
              <a:rPr lang="en-US">
                <a:latin typeface="Arial"/>
                <a:cs typeface="Arial"/>
              </a:rPr>
              <a:t>Short </a:t>
            </a:r>
            <a:r>
              <a:rPr lang="en-US">
                <a:solidFill>
                  <a:srgbClr val="002060"/>
                </a:solidFill>
                <a:latin typeface="Arial"/>
                <a:cs typeface="Arial"/>
              </a:rPr>
              <a:t>response </a:t>
            </a:r>
            <a:r>
              <a:rPr lang="en-US">
                <a:solidFill>
                  <a:schemeClr val="bg1"/>
                </a:solidFill>
                <a:latin typeface="Arial"/>
                <a:cs typeface="Arial"/>
              </a:rPr>
              <a:t>(8)</a:t>
            </a:r>
          </a:p>
        </p:txBody>
      </p:sp>
      <p:sp>
        <p:nvSpPr>
          <p:cNvPr id="12" name="Text Placeholder 11">
            <a:extLst>
              <a:ext uri="{FF2B5EF4-FFF2-40B4-BE49-F238E27FC236}">
                <a16:creationId xmlns:a16="http://schemas.microsoft.com/office/drawing/2014/main" id="{EE7C937B-4327-19B8-F764-B4B4168A81BE}"/>
              </a:ext>
            </a:extLst>
          </p:cNvPr>
          <p:cNvSpPr>
            <a:spLocks noGrp="1"/>
          </p:cNvSpPr>
          <p:nvPr>
            <p:ph type="body" sz="quarter" idx="22"/>
          </p:nvPr>
        </p:nvSpPr>
        <p:spPr>
          <a:xfrm>
            <a:off x="594361" y="1286478"/>
            <a:ext cx="10889640" cy="1792082"/>
          </a:xfrm>
        </p:spPr>
        <p:txBody>
          <a:bodyPr vert="horz" lIns="0" tIns="0" rIns="0" bIns="0" rtlCol="0" anchor="t">
            <a:noAutofit/>
          </a:bodyPr>
          <a:lstStyle/>
          <a:p>
            <a:pPr algn="ctr"/>
            <a:r>
              <a:rPr lang="en-US" sz="4400" b="1"/>
              <a:t>Calculate</a:t>
            </a:r>
            <a:r>
              <a:rPr lang="en-US" sz="4400"/>
              <a:t> the </a:t>
            </a:r>
            <a:r>
              <a:rPr lang="en-US" sz="4400" b="1"/>
              <a:t>perimeter</a:t>
            </a:r>
            <a:r>
              <a:rPr lang="en-US" sz="4400"/>
              <a:t> of these shapes.</a:t>
            </a:r>
          </a:p>
        </p:txBody>
      </p:sp>
      <p:pic>
        <p:nvPicPr>
          <p:cNvPr id="4" name="Picture 3" descr="image of a clipboard with a pencil recording short answer responses">
            <a:extLst>
              <a:ext uri="{FF2B5EF4-FFF2-40B4-BE49-F238E27FC236}">
                <a16:creationId xmlns:a16="http://schemas.microsoft.com/office/drawing/2014/main" id="{5D670D07-A400-7AD8-D6DD-C6BB9A979405}"/>
              </a:ext>
            </a:extLst>
          </p:cNvPr>
          <p:cNvPicPr>
            <a:picLocks noChangeAspect="1"/>
          </p:cNvPicPr>
          <p:nvPr/>
        </p:nvPicPr>
        <p:blipFill>
          <a:blip r:embed="rId3"/>
          <a:stretch>
            <a:fillRect/>
          </a:stretch>
        </p:blipFill>
        <p:spPr>
          <a:xfrm>
            <a:off x="11030476" y="268723"/>
            <a:ext cx="915500" cy="915500"/>
          </a:xfrm>
          <a:prstGeom prst="rect">
            <a:avLst/>
          </a:prstGeom>
        </p:spPr>
      </p:pic>
      <p:pic>
        <p:nvPicPr>
          <p:cNvPr id="5" name="Picture 4" descr="A trapezium marked with the measurements 5 cm, 6 cm, 6 cm and 7 cm. An L shaped shape marled with 3 cm, 4 cm, 4 cm, 3 cm, 5 cm and 5 cm. A triangle marked with 10 cm, 10 cm and 4 cm.">
            <a:extLst>
              <a:ext uri="{FF2B5EF4-FFF2-40B4-BE49-F238E27FC236}">
                <a16:creationId xmlns:a16="http://schemas.microsoft.com/office/drawing/2014/main" id="{B9DAD05E-3C8D-F2C1-4332-F44BD32D78DB}"/>
              </a:ext>
            </a:extLst>
          </p:cNvPr>
          <p:cNvPicPr>
            <a:picLocks noChangeAspect="1"/>
          </p:cNvPicPr>
          <p:nvPr/>
        </p:nvPicPr>
        <p:blipFill>
          <a:blip r:embed="rId4"/>
          <a:srcRect t="8353" r="27623" b="46346"/>
          <a:stretch>
            <a:fillRect/>
          </a:stretch>
        </p:blipFill>
        <p:spPr>
          <a:xfrm>
            <a:off x="1818290" y="2458934"/>
            <a:ext cx="8755118" cy="3874320"/>
          </a:xfrm>
          <a:prstGeom prst="rect">
            <a:avLst/>
          </a:prstGeom>
        </p:spPr>
      </p:pic>
    </p:spTree>
    <p:extLst>
      <p:ext uri="{BB962C8B-B14F-4D97-AF65-F5344CB8AC3E}">
        <p14:creationId xmlns:p14="http://schemas.microsoft.com/office/powerpoint/2010/main" val="6344210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E99FCAD-B981-9BBC-C5BF-914232435E08}"/>
              </a:ext>
            </a:extLst>
          </p:cNvPr>
          <p:cNvSpPr>
            <a:spLocks noGrp="1"/>
          </p:cNvSpPr>
          <p:nvPr>
            <p:ph type="sldNum" sz="quarter" idx="12"/>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10A01DC5-1685-4615-8240-15192985C6A2}" type="slidenum">
              <a:rPr kumimoji="0" lang="en-AU" sz="1200" b="0" i="0" u="none" strike="noStrike" kern="1200" cap="none" spc="0" normalizeH="0" baseline="0" noProof="0" smtClean="0">
                <a:ln>
                  <a:noFill/>
                </a:ln>
                <a:solidFill>
                  <a:srgbClr val="22272B"/>
                </a:solidFill>
                <a:effectLst/>
                <a:uLnTx/>
                <a:uFillTx/>
                <a:latin typeface="Public Sans Light"/>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17</a:t>
            </a:fld>
            <a:endParaRPr kumimoji="0" lang="en-AU" sz="12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3" name="Title 2">
            <a:extLst>
              <a:ext uri="{FF2B5EF4-FFF2-40B4-BE49-F238E27FC236}">
                <a16:creationId xmlns:a16="http://schemas.microsoft.com/office/drawing/2014/main" id="{BFA0CD49-38C1-73C3-4824-50A92743DDE1}"/>
              </a:ext>
            </a:extLst>
          </p:cNvPr>
          <p:cNvSpPr>
            <a:spLocks noGrp="1"/>
          </p:cNvSpPr>
          <p:nvPr>
            <p:ph type="title"/>
          </p:nvPr>
        </p:nvSpPr>
        <p:spPr>
          <a:xfrm>
            <a:off x="360000" y="360000"/>
            <a:ext cx="11484000" cy="545601"/>
          </a:xfrm>
        </p:spPr>
        <p:txBody>
          <a:bodyPr/>
          <a:lstStyle/>
          <a:p>
            <a:r>
              <a:rPr lang="en-AU">
                <a:latin typeface="Arial"/>
                <a:cs typeface="Arial"/>
              </a:rPr>
              <a:t>Activity 2 – Mastermind 1</a:t>
            </a:r>
          </a:p>
        </p:txBody>
      </p:sp>
      <p:pic>
        <p:nvPicPr>
          <p:cNvPr id="4" name="Picture 3" descr="image of a head with cogs turning inside">
            <a:extLst>
              <a:ext uri="{FF2B5EF4-FFF2-40B4-BE49-F238E27FC236}">
                <a16:creationId xmlns:a16="http://schemas.microsoft.com/office/drawing/2014/main" id="{7A1306BB-7902-319C-CF8F-A2DB61C77D2C}"/>
              </a:ext>
            </a:extLst>
          </p:cNvPr>
          <p:cNvPicPr>
            <a:picLocks noChangeAspect="1"/>
          </p:cNvPicPr>
          <p:nvPr/>
        </p:nvPicPr>
        <p:blipFill>
          <a:blip r:embed="rId3"/>
          <a:stretch>
            <a:fillRect/>
          </a:stretch>
        </p:blipFill>
        <p:spPr>
          <a:xfrm>
            <a:off x="11107003" y="240894"/>
            <a:ext cx="720000" cy="856364"/>
          </a:xfrm>
          <a:prstGeom prst="rect">
            <a:avLst/>
          </a:prstGeom>
        </p:spPr>
      </p:pic>
      <p:grpSp>
        <p:nvGrpSpPr>
          <p:cNvPr id="5" name="Group 4" descr="A sticky note with the number 6 719 243. On a whiteboard the number 6895237 with circles, ticks and crosses beneath the numbers.&#10;There is a tick below 6, a cross below 8, a circle below 9, a cross below 5, a tick below 2 and circles below the numbers 3 and 7.">
            <a:extLst>
              <a:ext uri="{FF2B5EF4-FFF2-40B4-BE49-F238E27FC236}">
                <a16:creationId xmlns:a16="http://schemas.microsoft.com/office/drawing/2014/main" id="{9FEFED3D-7EE7-BF38-0FE0-71AE48FBE33B}"/>
              </a:ext>
            </a:extLst>
          </p:cNvPr>
          <p:cNvGrpSpPr/>
          <p:nvPr/>
        </p:nvGrpSpPr>
        <p:grpSpPr>
          <a:xfrm>
            <a:off x="2392680" y="1277258"/>
            <a:ext cx="6614160" cy="5418742"/>
            <a:chOff x="6948090" y="1167876"/>
            <a:chExt cx="4676470" cy="4247880"/>
          </a:xfrm>
        </p:grpSpPr>
        <p:grpSp>
          <p:nvGrpSpPr>
            <p:cNvPr id="10" name="Group 9" descr="A sticky note with the number 7 246 384. Next to it sits a student whiteboard with the number 3 217 689. Under the 3 is a o, 2 a tick, 1 a cross, 7 an o, 6 an o, 8 a tick and 9 an x.">
              <a:extLst>
                <a:ext uri="{FF2B5EF4-FFF2-40B4-BE49-F238E27FC236}">
                  <a16:creationId xmlns:a16="http://schemas.microsoft.com/office/drawing/2014/main" id="{41BAA38A-AEDE-0F37-CBBA-9E8FEE2E5D1D}"/>
                </a:ext>
              </a:extLst>
            </p:cNvPr>
            <p:cNvGrpSpPr/>
            <p:nvPr/>
          </p:nvGrpSpPr>
          <p:grpSpPr>
            <a:xfrm>
              <a:off x="6948090" y="1314153"/>
              <a:ext cx="1885096" cy="1588628"/>
              <a:chOff x="8318348" y="1936376"/>
              <a:chExt cx="1645664" cy="1368025"/>
            </a:xfrm>
          </p:grpSpPr>
          <p:sp>
            <p:nvSpPr>
              <p:cNvPr id="11" name="Freeform 31">
                <a:extLst>
                  <a:ext uri="{FF2B5EF4-FFF2-40B4-BE49-F238E27FC236}">
                    <a16:creationId xmlns:a16="http://schemas.microsoft.com/office/drawing/2014/main" id="{0869D50F-EA1E-E0E9-A8E6-ED09624AF691}"/>
                  </a:ext>
                </a:extLst>
              </p:cNvPr>
              <p:cNvSpPr/>
              <p:nvPr/>
            </p:nvSpPr>
            <p:spPr>
              <a:xfrm>
                <a:off x="8457168" y="1936376"/>
                <a:ext cx="1368025" cy="1368025"/>
              </a:xfrm>
              <a:custGeom>
                <a:avLst/>
                <a:gdLst/>
                <a:ahLst/>
                <a:cxnLst/>
                <a:rect l="l" t="t" r="r" b="b"/>
                <a:pathLst>
                  <a:path w="1824034" h="1824034">
                    <a:moveTo>
                      <a:pt x="0" y="0"/>
                    </a:moveTo>
                    <a:lnTo>
                      <a:pt x="1824034" y="0"/>
                    </a:lnTo>
                    <a:lnTo>
                      <a:pt x="1824034" y="1824034"/>
                    </a:lnTo>
                    <a:lnTo>
                      <a:pt x="0" y="182403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latin typeface="Edu NSW ACT Foundation" panose="020B0604020202020204" charset="0"/>
                </a:endParaRPr>
              </a:p>
            </p:txBody>
          </p:sp>
          <p:sp>
            <p:nvSpPr>
              <p:cNvPr id="12" name="TextBox 11">
                <a:extLst>
                  <a:ext uri="{FF2B5EF4-FFF2-40B4-BE49-F238E27FC236}">
                    <a16:creationId xmlns:a16="http://schemas.microsoft.com/office/drawing/2014/main" id="{39BA5C37-2A3E-9316-A06B-67EBB4C6AB02}"/>
                  </a:ext>
                </a:extLst>
              </p:cNvPr>
              <p:cNvSpPr txBox="1"/>
              <p:nvPr/>
            </p:nvSpPr>
            <p:spPr>
              <a:xfrm>
                <a:off x="8318348" y="2208652"/>
                <a:ext cx="1645664" cy="823472"/>
              </a:xfrm>
              <a:prstGeom prst="rect">
                <a:avLst/>
              </a:prstGeom>
              <a:noFill/>
            </p:spPr>
            <p:txBody>
              <a:bodyPr wrap="square" lIns="0" tIns="0" rIns="0" bIns="0" rtlCol="0">
                <a:noAutofit/>
              </a:bodyPr>
              <a:lstStyle/>
              <a:p>
                <a:pPr algn="ctr"/>
                <a:r>
                  <a:rPr lang="en-AU" sz="3200">
                    <a:effectLst/>
                    <a:latin typeface="Arial" panose="020B0604020202020204" pitchFamily="34" charset="0"/>
                    <a:ea typeface="Calibri" panose="020F0502020204030204" pitchFamily="34" charset="0"/>
                  </a:rPr>
                  <a:t>6 719 243</a:t>
                </a:r>
                <a:endParaRPr lang="en-AU" sz="3200">
                  <a:latin typeface="Edu NSW ACT Foundation" panose="020B0604020202020204" charset="0"/>
                </a:endParaRPr>
              </a:p>
            </p:txBody>
          </p:sp>
        </p:grpSp>
        <p:pic>
          <p:nvPicPr>
            <p:cNvPr id="17" name="Picture 16">
              <a:extLst>
                <a:ext uri="{FF2B5EF4-FFF2-40B4-BE49-F238E27FC236}">
                  <a16:creationId xmlns:a16="http://schemas.microsoft.com/office/drawing/2014/main" id="{558BDF07-F8B8-85A4-3A0B-233C83C839A3}"/>
                </a:ext>
              </a:extLst>
            </p:cNvPr>
            <p:cNvPicPr>
              <a:picLocks noChangeAspect="1"/>
            </p:cNvPicPr>
            <p:nvPr/>
          </p:nvPicPr>
          <p:blipFill>
            <a:blip r:embed="rId6"/>
            <a:stretch>
              <a:fillRect/>
            </a:stretch>
          </p:blipFill>
          <p:spPr>
            <a:xfrm>
              <a:off x="8694000" y="1167876"/>
              <a:ext cx="2930560" cy="4247880"/>
            </a:xfrm>
            <a:prstGeom prst="rect">
              <a:avLst/>
            </a:prstGeom>
          </p:spPr>
        </p:pic>
      </p:grpSp>
    </p:spTree>
    <p:extLst>
      <p:ext uri="{BB962C8B-B14F-4D97-AF65-F5344CB8AC3E}">
        <p14:creationId xmlns:p14="http://schemas.microsoft.com/office/powerpoint/2010/main" val="12496750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1F9F5E-9F20-A840-C8DD-9ED062B9C6E8}"/>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30C29BB1-E8E0-F23D-E9E0-8AB0443FBBAF}"/>
              </a:ext>
            </a:extLst>
          </p:cNvPr>
          <p:cNvSpPr>
            <a:spLocks noGrp="1"/>
          </p:cNvSpPr>
          <p:nvPr>
            <p:ph type="ctrTitle"/>
          </p:nvPr>
        </p:nvSpPr>
        <p:spPr/>
        <p:txBody>
          <a:bodyPr/>
          <a:lstStyle/>
          <a:p>
            <a:r>
              <a:rPr lang="en-AU">
                <a:latin typeface="+mj-lt"/>
                <a:cs typeface="Arial"/>
              </a:rPr>
              <a:t>Review of learning 3</a:t>
            </a:r>
            <a:endParaRPr lang="en-AU">
              <a:latin typeface="+mj-lt"/>
            </a:endParaRPr>
          </a:p>
        </p:txBody>
      </p:sp>
    </p:spTree>
    <p:extLst>
      <p:ext uri="{BB962C8B-B14F-4D97-AF65-F5344CB8AC3E}">
        <p14:creationId xmlns:p14="http://schemas.microsoft.com/office/powerpoint/2010/main" val="1226463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861B1-6A34-35AF-C8F8-98FFF9B6C75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3EE77A7-FE1B-9394-E3D8-9905BF492C48}"/>
              </a:ext>
            </a:extLst>
          </p:cNvPr>
          <p:cNvSpPr>
            <a:spLocks noGrp="1"/>
          </p:cNvSpPr>
          <p:nvPr>
            <p:ph type="sldNum" sz="quarter" idx="12"/>
          </p:nvPr>
        </p:nvSpPr>
        <p:spPr/>
        <p:txBody>
          <a:bodyPr/>
          <a:lstStyle/>
          <a:p>
            <a:fld id="{10A01DC5-1685-4615-8240-15192985C6A2}" type="slidenum">
              <a:rPr lang="en-AU" smtClean="0"/>
              <a:t>19</a:t>
            </a:fld>
            <a:endParaRPr lang="en-AU"/>
          </a:p>
        </p:txBody>
      </p:sp>
      <p:sp>
        <p:nvSpPr>
          <p:cNvPr id="3" name="Title 2">
            <a:extLst>
              <a:ext uri="{FF2B5EF4-FFF2-40B4-BE49-F238E27FC236}">
                <a16:creationId xmlns:a16="http://schemas.microsoft.com/office/drawing/2014/main" id="{0237A4AD-5902-0B45-1C0F-CD463740134A}"/>
              </a:ext>
            </a:extLst>
          </p:cNvPr>
          <p:cNvSpPr>
            <a:spLocks noGrp="1"/>
          </p:cNvSpPr>
          <p:nvPr>
            <p:ph type="title"/>
          </p:nvPr>
        </p:nvSpPr>
        <p:spPr/>
        <p:txBody>
          <a:bodyPr/>
          <a:lstStyle/>
          <a:p>
            <a:r>
              <a:rPr lang="en-US"/>
              <a:t>Multiple </a:t>
            </a:r>
            <a:r>
              <a:rPr lang="en-US">
                <a:solidFill>
                  <a:srgbClr val="002060"/>
                </a:solidFill>
              </a:rPr>
              <a:t>choice </a:t>
            </a:r>
            <a:r>
              <a:rPr lang="en-US">
                <a:solidFill>
                  <a:schemeClr val="bg1"/>
                </a:solidFill>
              </a:rPr>
              <a:t>(2)</a:t>
            </a:r>
          </a:p>
        </p:txBody>
      </p:sp>
      <p:sp>
        <p:nvSpPr>
          <p:cNvPr id="18" name="Text Placeholder 17">
            <a:extLst>
              <a:ext uri="{FF2B5EF4-FFF2-40B4-BE49-F238E27FC236}">
                <a16:creationId xmlns:a16="http://schemas.microsoft.com/office/drawing/2014/main" id="{56364F73-E229-E283-75C8-9CCFC763AB34}"/>
              </a:ext>
            </a:extLst>
          </p:cNvPr>
          <p:cNvSpPr>
            <a:spLocks noGrp="1"/>
          </p:cNvSpPr>
          <p:nvPr>
            <p:ph type="body" sz="quarter" idx="24"/>
          </p:nvPr>
        </p:nvSpPr>
        <p:spPr>
          <a:xfrm>
            <a:off x="360000" y="1032209"/>
            <a:ext cx="11249133" cy="1399194"/>
          </a:xfrm>
        </p:spPr>
        <p:txBody>
          <a:bodyPr vert="horz" lIns="0" tIns="0" rIns="0" bIns="0" rtlCol="0" anchor="t">
            <a:noAutofit/>
          </a:bodyPr>
          <a:lstStyle/>
          <a:p>
            <a:pPr algn="ctr"/>
            <a:r>
              <a:rPr lang="en-AU" sz="4000" dirty="0"/>
              <a:t>Which of the following shows an </a:t>
            </a:r>
            <a:r>
              <a:rPr lang="en-AU" sz="4000" b="1" dirty="0"/>
              <a:t>accurate</a:t>
            </a:r>
            <a:r>
              <a:rPr lang="en-AU" sz="4000" dirty="0"/>
              <a:t> </a:t>
            </a:r>
            <a:r>
              <a:rPr lang="en-AU" sz="4000" b="1" dirty="0"/>
              <a:t>regrouping</a:t>
            </a:r>
            <a:r>
              <a:rPr lang="en-AU" sz="4000" dirty="0"/>
              <a:t> of </a:t>
            </a:r>
            <a:r>
              <a:rPr lang="en-AU" sz="4000" b="1" dirty="0"/>
              <a:t>67 304 256</a:t>
            </a:r>
            <a:r>
              <a:rPr lang="en-AU" sz="4000" dirty="0"/>
              <a:t>?</a:t>
            </a:r>
            <a:endParaRPr lang="en-US" sz="4000" dirty="0"/>
          </a:p>
        </p:txBody>
      </p:sp>
      <p:graphicFrame>
        <p:nvGraphicFramePr>
          <p:cNvPr id="7" name="Table 6">
            <a:extLst>
              <a:ext uri="{FF2B5EF4-FFF2-40B4-BE49-F238E27FC236}">
                <a16:creationId xmlns:a16="http://schemas.microsoft.com/office/drawing/2014/main" id="{D0D37505-C50A-E6B5-3A37-A9BF025A532A}"/>
              </a:ext>
            </a:extLst>
          </p:cNvPr>
          <p:cNvGraphicFramePr>
            <a:graphicFrameLocks noGrp="1"/>
          </p:cNvGraphicFramePr>
          <p:nvPr>
            <p:extLst>
              <p:ext uri="{D42A27DB-BD31-4B8C-83A1-F6EECF244321}">
                <p14:modId xmlns:p14="http://schemas.microsoft.com/office/powerpoint/2010/main" val="1435069132"/>
              </p:ext>
            </p:extLst>
          </p:nvPr>
        </p:nvGraphicFramePr>
        <p:xfrm>
          <a:off x="212446" y="3420309"/>
          <a:ext cx="11872874" cy="3973387"/>
        </p:xfrm>
        <a:graphic>
          <a:graphicData uri="http://schemas.openxmlformats.org/drawingml/2006/table">
            <a:tbl>
              <a:tblPr firstRow="1" bandRow="1">
                <a:tableStyleId>{5A111915-BE36-4E01-A7E5-04B1672EAD32}</a:tableStyleId>
              </a:tblPr>
              <a:tblGrid>
                <a:gridCol w="1025611">
                  <a:extLst>
                    <a:ext uri="{9D8B030D-6E8A-4147-A177-3AD203B41FA5}">
                      <a16:colId xmlns:a16="http://schemas.microsoft.com/office/drawing/2014/main" val="1764535638"/>
                    </a:ext>
                  </a:extLst>
                </a:gridCol>
                <a:gridCol w="10847263">
                  <a:extLst>
                    <a:ext uri="{9D8B030D-6E8A-4147-A177-3AD203B41FA5}">
                      <a16:colId xmlns:a16="http://schemas.microsoft.com/office/drawing/2014/main" val="1542929608"/>
                    </a:ext>
                  </a:extLst>
                </a:gridCol>
              </a:tblGrid>
              <a:tr h="681547">
                <a:tc>
                  <a:txBody>
                    <a:bodyPr/>
                    <a:lstStyle/>
                    <a:p>
                      <a:pPr algn="ctr"/>
                      <a:r>
                        <a:rPr lang="en-US" sz="4000" b="1">
                          <a:solidFill>
                            <a:schemeClr val="tx1"/>
                          </a:solidFill>
                          <a:latin typeface="+mj-lt"/>
                        </a:rPr>
                        <a:t>A </a:t>
                      </a:r>
                    </a:p>
                  </a:txBody>
                  <a:tcP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algn="l"/>
                      <a:r>
                        <a:rPr lang="en-AU" sz="3200" b="0">
                          <a:solidFill>
                            <a:schemeClr val="tx1"/>
                          </a:solidFill>
                          <a:latin typeface="+mj-lt"/>
                        </a:rPr>
                        <a:t>60 000 000 + 7 000 000 + 300 000 + 40 000 + 2000 + 56</a:t>
                      </a:r>
                      <a:endParaRPr lang="en-AU" sz="4000" b="0">
                        <a:solidFill>
                          <a:schemeClr val="tx1"/>
                        </a:solidFill>
                        <a:latin typeface="+mj-lt"/>
                      </a:endParaRPr>
                    </a:p>
                  </a:txBody>
                  <a:tcP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613680954"/>
                  </a:ext>
                </a:extLst>
              </a:tr>
              <a:tr h="681547">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AU" sz="4000" b="1">
                          <a:solidFill>
                            <a:schemeClr val="tx1"/>
                          </a:solidFill>
                          <a:latin typeface="+mj-lt"/>
                        </a:rPr>
                        <a:t>B</a:t>
                      </a:r>
                    </a:p>
                  </a:txBody>
                  <a:tcP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algn="l"/>
                      <a:r>
                        <a:rPr lang="en-AU" sz="3200" b="0">
                          <a:solidFill>
                            <a:schemeClr val="tx1"/>
                          </a:solidFill>
                          <a:latin typeface="+mj-lt"/>
                        </a:rPr>
                        <a:t>67 000 000 + 30 000 + 4000 + 200 + 50 + 6</a:t>
                      </a:r>
                    </a:p>
                  </a:txBody>
                  <a:tcP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1801466820"/>
                  </a:ext>
                </a:extLst>
              </a:tr>
              <a:tr h="681547">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chemeClr val="tx1"/>
                          </a:solidFill>
                          <a:latin typeface="+mn-lt"/>
                          <a:ea typeface="+mn-ea"/>
                          <a:cs typeface="+mn-cs"/>
                        </a:rPr>
                        <a:t>C</a:t>
                      </a:r>
                    </a:p>
                  </a:txBody>
                  <a:tcP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algn="l"/>
                      <a:r>
                        <a:rPr lang="en-AU" sz="3200" b="0" kern="1200">
                          <a:solidFill>
                            <a:schemeClr val="tx1"/>
                          </a:solidFill>
                          <a:latin typeface="+mn-lt"/>
                          <a:ea typeface="+mn-ea"/>
                          <a:cs typeface="+mn-cs"/>
                        </a:rPr>
                        <a:t>60 000 000 + 7 000 000 + 300 000 + 400 + 200 + 50 + 6</a:t>
                      </a:r>
                      <a:endParaRPr lang="en-AU" sz="3200" b="0">
                        <a:solidFill>
                          <a:schemeClr val="tx1"/>
                        </a:solidFill>
                        <a:latin typeface="+mj-lt"/>
                      </a:endParaRPr>
                    </a:p>
                  </a:txBody>
                  <a:tcP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023118748"/>
                  </a:ext>
                </a:extLst>
              </a:tr>
              <a:tr h="681547">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AU" sz="4000" b="1">
                          <a:latin typeface="+mj-lt"/>
                          <a:cs typeface="Arial"/>
                        </a:rPr>
                        <a:t>D</a:t>
                      </a:r>
                      <a:endParaRPr lang="en-AU" sz="4000" b="1">
                        <a:latin typeface="+mj-lt"/>
                      </a:endParaRPr>
                    </a:p>
                  </a:txBody>
                  <a:tcP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AU" sz="3200" b="0" kern="1200" dirty="0">
                          <a:solidFill>
                            <a:schemeClr val="tx1"/>
                          </a:solidFill>
                          <a:latin typeface="+mn-lt"/>
                          <a:ea typeface="+mn-ea"/>
                          <a:cs typeface="+mn-cs"/>
                        </a:rPr>
                        <a:t>60 000 000 + 7 000 000 + 300 000 + 4000 + 200 + 50 + 6</a:t>
                      </a:r>
                    </a:p>
                    <a:p>
                      <a:pPr marL="0" marR="0" lvl="0" indent="0" algn="l" defTabSz="914377" rtl="0" eaLnBrk="1" fontAlgn="auto" latinLnBrk="0" hangingPunct="1">
                        <a:lnSpc>
                          <a:spcPct val="100000"/>
                        </a:lnSpc>
                        <a:spcBef>
                          <a:spcPts val="0"/>
                        </a:spcBef>
                        <a:spcAft>
                          <a:spcPts val="0"/>
                        </a:spcAft>
                        <a:buClrTx/>
                        <a:buSzTx/>
                        <a:buFontTx/>
                        <a:buNone/>
                        <a:tabLst/>
                        <a:defRPr/>
                      </a:pPr>
                      <a:endParaRPr lang="en-AU" sz="4000" b="0" dirty="0">
                        <a:latin typeface="+mj-lt"/>
                        <a:cs typeface="Arial"/>
                      </a:endParaRPr>
                    </a:p>
                  </a:txBody>
                  <a:tcP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505300166"/>
                  </a:ext>
                </a:extLst>
              </a:tr>
              <a:tr h="681547">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endParaRPr lang="en-AU" sz="3600"/>
                    </a:p>
                  </a:txBody>
                  <a:tcP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lang="en-AU" sz="3600" b="0" dirty="0">
                        <a:latin typeface="+mn-lt"/>
                        <a:cs typeface="Arial"/>
                      </a:endParaRPr>
                    </a:p>
                  </a:txBody>
                  <a:tcP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2629682631"/>
                  </a:ext>
                </a:extLst>
              </a:tr>
            </a:tbl>
          </a:graphicData>
        </a:graphic>
      </p:graphicFrame>
      <p:pic>
        <p:nvPicPr>
          <p:cNvPr id="5" name="Picture 4" descr="image of a finger selecting an option for a multiple choice or true and false">
            <a:extLst>
              <a:ext uri="{FF2B5EF4-FFF2-40B4-BE49-F238E27FC236}">
                <a16:creationId xmlns:a16="http://schemas.microsoft.com/office/drawing/2014/main" id="{35EA0110-8963-8FFF-008C-5572AAB946D2}"/>
              </a:ext>
            </a:extLst>
          </p:cNvPr>
          <p:cNvPicPr>
            <a:picLocks noChangeAspect="1"/>
          </p:cNvPicPr>
          <p:nvPr/>
        </p:nvPicPr>
        <p:blipFill>
          <a:blip r:embed="rId3"/>
          <a:stretch>
            <a:fillRect/>
          </a:stretch>
        </p:blipFill>
        <p:spPr>
          <a:xfrm>
            <a:off x="10807908" y="43303"/>
            <a:ext cx="1165786" cy="1140716"/>
          </a:xfrm>
          <a:prstGeom prst="rect">
            <a:avLst/>
          </a:prstGeom>
        </p:spPr>
      </p:pic>
    </p:spTree>
    <p:extLst>
      <p:ext uri="{BB962C8B-B14F-4D97-AF65-F5344CB8AC3E}">
        <p14:creationId xmlns:p14="http://schemas.microsoft.com/office/powerpoint/2010/main" val="856180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491311-E2CA-3AC5-05C9-E03DA9A2845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DB77910-F56A-4A66-771A-69EA4515CFC6}"/>
              </a:ext>
            </a:extLst>
          </p:cNvPr>
          <p:cNvSpPr>
            <a:spLocks noGrp="1"/>
          </p:cNvSpPr>
          <p:nvPr>
            <p:ph type="sldNum" sz="quarter" idx="12"/>
          </p:nvPr>
        </p:nvSpPr>
        <p:spPr/>
        <p:txBody>
          <a:bodyPr/>
          <a:lstStyle/>
          <a:p>
            <a:fld id="{10A01DC5-1685-4615-8240-15192985C6A2}" type="slidenum">
              <a:rPr lang="en-AU" smtClean="0"/>
              <a:t>20</a:t>
            </a:fld>
            <a:endParaRPr lang="en-AU"/>
          </a:p>
        </p:txBody>
      </p:sp>
      <p:sp>
        <p:nvSpPr>
          <p:cNvPr id="3" name="Title 2">
            <a:extLst>
              <a:ext uri="{FF2B5EF4-FFF2-40B4-BE49-F238E27FC236}">
                <a16:creationId xmlns:a16="http://schemas.microsoft.com/office/drawing/2014/main" id="{D12184FE-E6F1-A3C6-01CD-68612E2B257D}"/>
              </a:ext>
            </a:extLst>
          </p:cNvPr>
          <p:cNvSpPr>
            <a:spLocks noGrp="1"/>
          </p:cNvSpPr>
          <p:nvPr>
            <p:ph type="title"/>
          </p:nvPr>
        </p:nvSpPr>
        <p:spPr/>
        <p:txBody>
          <a:bodyPr/>
          <a:lstStyle/>
          <a:p>
            <a:r>
              <a:rPr lang="en-US">
                <a:latin typeface="Arial"/>
                <a:cs typeface="Arial"/>
              </a:rPr>
              <a:t>Short </a:t>
            </a:r>
            <a:r>
              <a:rPr lang="en-US">
                <a:solidFill>
                  <a:srgbClr val="002060"/>
                </a:solidFill>
                <a:latin typeface="Arial"/>
                <a:cs typeface="Arial"/>
              </a:rPr>
              <a:t>response </a:t>
            </a:r>
            <a:r>
              <a:rPr lang="en-US">
                <a:solidFill>
                  <a:schemeClr val="bg1"/>
                </a:solidFill>
                <a:latin typeface="Arial"/>
                <a:cs typeface="Arial"/>
              </a:rPr>
              <a:t>(9)</a:t>
            </a:r>
          </a:p>
        </p:txBody>
      </p:sp>
      <p:pic>
        <p:nvPicPr>
          <p:cNvPr id="4" name="Picture 3" descr="image of a clipboard with a pencil recording short answer responses">
            <a:extLst>
              <a:ext uri="{FF2B5EF4-FFF2-40B4-BE49-F238E27FC236}">
                <a16:creationId xmlns:a16="http://schemas.microsoft.com/office/drawing/2014/main" id="{0BADCB8F-5A5A-827C-24CB-6A28E30A5102}"/>
              </a:ext>
            </a:extLst>
          </p:cNvPr>
          <p:cNvPicPr>
            <a:picLocks noChangeAspect="1"/>
          </p:cNvPicPr>
          <p:nvPr/>
        </p:nvPicPr>
        <p:blipFill>
          <a:blip r:embed="rId3"/>
          <a:stretch>
            <a:fillRect/>
          </a:stretch>
        </p:blipFill>
        <p:spPr>
          <a:xfrm>
            <a:off x="11030476" y="268723"/>
            <a:ext cx="915500" cy="915500"/>
          </a:xfrm>
          <a:prstGeom prst="rect">
            <a:avLst/>
          </a:prstGeom>
        </p:spPr>
      </p:pic>
      <p:graphicFrame>
        <p:nvGraphicFramePr>
          <p:cNvPr id="8" name="Table 7">
            <a:extLst>
              <a:ext uri="{FF2B5EF4-FFF2-40B4-BE49-F238E27FC236}">
                <a16:creationId xmlns:a16="http://schemas.microsoft.com/office/drawing/2014/main" id="{F9975A4E-05C4-67FD-EE78-74054A856195}"/>
              </a:ext>
            </a:extLst>
          </p:cNvPr>
          <p:cNvGraphicFramePr>
            <a:graphicFrameLocks noGrp="1"/>
          </p:cNvGraphicFramePr>
          <p:nvPr>
            <p:extLst>
              <p:ext uri="{D42A27DB-BD31-4B8C-83A1-F6EECF244321}">
                <p14:modId xmlns:p14="http://schemas.microsoft.com/office/powerpoint/2010/main" val="3392350082"/>
              </p:ext>
            </p:extLst>
          </p:nvPr>
        </p:nvGraphicFramePr>
        <p:xfrm>
          <a:off x="550606" y="2806434"/>
          <a:ext cx="10479870" cy="3105910"/>
        </p:xfrm>
        <a:graphic>
          <a:graphicData uri="http://schemas.openxmlformats.org/drawingml/2006/table">
            <a:tbl>
              <a:tblPr firstRow="1" bandRow="1">
                <a:tableStyleId>{69CF1AB2-1976-4502-BF36-3FF5EA218861}</a:tableStyleId>
              </a:tblPr>
              <a:tblGrid>
                <a:gridCol w="2095974">
                  <a:extLst>
                    <a:ext uri="{9D8B030D-6E8A-4147-A177-3AD203B41FA5}">
                      <a16:colId xmlns:a16="http://schemas.microsoft.com/office/drawing/2014/main" val="2092028452"/>
                    </a:ext>
                  </a:extLst>
                </a:gridCol>
                <a:gridCol w="2095974">
                  <a:extLst>
                    <a:ext uri="{9D8B030D-6E8A-4147-A177-3AD203B41FA5}">
                      <a16:colId xmlns:a16="http://schemas.microsoft.com/office/drawing/2014/main" val="260633629"/>
                    </a:ext>
                  </a:extLst>
                </a:gridCol>
                <a:gridCol w="2095974">
                  <a:extLst>
                    <a:ext uri="{9D8B030D-6E8A-4147-A177-3AD203B41FA5}">
                      <a16:colId xmlns:a16="http://schemas.microsoft.com/office/drawing/2014/main" val="3649453134"/>
                    </a:ext>
                  </a:extLst>
                </a:gridCol>
                <a:gridCol w="2095974">
                  <a:extLst>
                    <a:ext uri="{9D8B030D-6E8A-4147-A177-3AD203B41FA5}">
                      <a16:colId xmlns:a16="http://schemas.microsoft.com/office/drawing/2014/main" val="705405332"/>
                    </a:ext>
                  </a:extLst>
                </a:gridCol>
                <a:gridCol w="2095974">
                  <a:extLst>
                    <a:ext uri="{9D8B030D-6E8A-4147-A177-3AD203B41FA5}">
                      <a16:colId xmlns:a16="http://schemas.microsoft.com/office/drawing/2014/main" val="412085082"/>
                    </a:ext>
                  </a:extLst>
                </a:gridCol>
              </a:tblGrid>
              <a:tr h="792173">
                <a:tc>
                  <a:txBody>
                    <a:bodyPr/>
                    <a:lstStyle/>
                    <a:p>
                      <a:pPr algn="ctr"/>
                      <a:r>
                        <a:rPr lang="en-AU" sz="2000" dirty="0"/>
                        <a:t>Shape</a:t>
                      </a:r>
                    </a:p>
                  </a:txBody>
                  <a:tcPr anchor="ctr"/>
                </a:tc>
                <a:tc>
                  <a:txBody>
                    <a:bodyPr/>
                    <a:lstStyle/>
                    <a:p>
                      <a:pPr algn="ctr"/>
                      <a:r>
                        <a:rPr lang="en-AU" sz="2000" dirty="0"/>
                        <a:t>Properties of sides</a:t>
                      </a:r>
                    </a:p>
                  </a:txBody>
                  <a:tcPr anchor="ctr"/>
                </a:tc>
                <a:tc>
                  <a:txBody>
                    <a:bodyPr/>
                    <a:lstStyle/>
                    <a:p>
                      <a:pPr algn="ctr"/>
                      <a:r>
                        <a:rPr lang="en-AU" sz="2000" dirty="0"/>
                        <a:t>Properties of angles</a:t>
                      </a:r>
                    </a:p>
                  </a:txBody>
                  <a:tcPr anchor="ctr"/>
                </a:tc>
                <a:tc>
                  <a:txBody>
                    <a:bodyPr/>
                    <a:lstStyle/>
                    <a:p>
                      <a:pPr algn="ctr"/>
                      <a:r>
                        <a:rPr lang="en-AU" sz="2000" dirty="0"/>
                        <a:t>Line symmetry properties</a:t>
                      </a:r>
                    </a:p>
                  </a:txBody>
                  <a:tcPr anchor="ctr"/>
                </a:tc>
                <a:tc>
                  <a:txBody>
                    <a:bodyPr/>
                    <a:lstStyle/>
                    <a:p>
                      <a:pPr algn="ctr"/>
                      <a:r>
                        <a:rPr lang="en-AU" sz="2000" dirty="0"/>
                        <a:t>Regular or irregular</a:t>
                      </a:r>
                    </a:p>
                  </a:txBody>
                  <a:tcPr anchor="ctr"/>
                </a:tc>
                <a:extLst>
                  <a:ext uri="{0D108BD9-81ED-4DB2-BD59-A6C34878D82A}">
                    <a16:rowId xmlns:a16="http://schemas.microsoft.com/office/drawing/2014/main" val="2889747671"/>
                  </a:ext>
                </a:extLst>
              </a:tr>
              <a:tr h="726716">
                <a:tc>
                  <a:txBody>
                    <a:bodyPr/>
                    <a:lstStyle/>
                    <a:p>
                      <a:r>
                        <a:rPr lang="en-AU" sz="2000" dirty="0"/>
                        <a:t>Rectangle</a:t>
                      </a:r>
                    </a:p>
                  </a:txBody>
                  <a:tcPr/>
                </a:tc>
                <a:tc>
                  <a:txBody>
                    <a:bodyPr/>
                    <a:lstStyle/>
                    <a:p>
                      <a:endParaRPr lang="en-AU" sz="2000"/>
                    </a:p>
                  </a:txBody>
                  <a:tcPr/>
                </a:tc>
                <a:tc>
                  <a:txBody>
                    <a:bodyPr/>
                    <a:lstStyle/>
                    <a:p>
                      <a:endParaRPr lang="en-AU" sz="2000"/>
                    </a:p>
                  </a:txBody>
                  <a:tcPr/>
                </a:tc>
                <a:tc>
                  <a:txBody>
                    <a:bodyPr/>
                    <a:lstStyle/>
                    <a:p>
                      <a:endParaRPr lang="en-AU" sz="2000"/>
                    </a:p>
                  </a:txBody>
                  <a:tcPr/>
                </a:tc>
                <a:tc>
                  <a:txBody>
                    <a:bodyPr/>
                    <a:lstStyle/>
                    <a:p>
                      <a:endParaRPr lang="en-AU" sz="2000"/>
                    </a:p>
                  </a:txBody>
                  <a:tcPr/>
                </a:tc>
                <a:extLst>
                  <a:ext uri="{0D108BD9-81ED-4DB2-BD59-A6C34878D82A}">
                    <a16:rowId xmlns:a16="http://schemas.microsoft.com/office/drawing/2014/main" val="1127802583"/>
                  </a:ext>
                </a:extLst>
              </a:tr>
              <a:tr h="726716">
                <a:tc>
                  <a:txBody>
                    <a:bodyPr/>
                    <a:lstStyle/>
                    <a:p>
                      <a:r>
                        <a:rPr lang="en-AU" sz="2000" dirty="0"/>
                        <a:t>Trapezium</a:t>
                      </a:r>
                    </a:p>
                  </a:txBody>
                  <a:tcPr/>
                </a:tc>
                <a:tc>
                  <a:txBody>
                    <a:bodyPr/>
                    <a:lstStyle/>
                    <a:p>
                      <a:endParaRPr lang="en-AU" sz="2000" dirty="0"/>
                    </a:p>
                  </a:txBody>
                  <a:tcPr/>
                </a:tc>
                <a:tc>
                  <a:txBody>
                    <a:bodyPr/>
                    <a:lstStyle/>
                    <a:p>
                      <a:endParaRPr lang="en-AU" sz="2000"/>
                    </a:p>
                  </a:txBody>
                  <a:tcPr/>
                </a:tc>
                <a:tc>
                  <a:txBody>
                    <a:bodyPr/>
                    <a:lstStyle/>
                    <a:p>
                      <a:endParaRPr lang="en-AU" sz="2000"/>
                    </a:p>
                  </a:txBody>
                  <a:tcPr/>
                </a:tc>
                <a:tc>
                  <a:txBody>
                    <a:bodyPr/>
                    <a:lstStyle/>
                    <a:p>
                      <a:endParaRPr lang="en-AU" sz="2000"/>
                    </a:p>
                  </a:txBody>
                  <a:tcPr/>
                </a:tc>
                <a:extLst>
                  <a:ext uri="{0D108BD9-81ED-4DB2-BD59-A6C34878D82A}">
                    <a16:rowId xmlns:a16="http://schemas.microsoft.com/office/drawing/2014/main" val="193463718"/>
                  </a:ext>
                </a:extLst>
              </a:tr>
              <a:tr h="860305">
                <a:tc>
                  <a:txBody>
                    <a:bodyPr/>
                    <a:lstStyle/>
                    <a:p>
                      <a:r>
                        <a:rPr lang="en-AU" sz="2000" dirty="0"/>
                        <a:t>Equilateral triangle</a:t>
                      </a:r>
                    </a:p>
                  </a:txBody>
                  <a:tcPr/>
                </a:tc>
                <a:tc>
                  <a:txBody>
                    <a:bodyPr/>
                    <a:lstStyle/>
                    <a:p>
                      <a:endParaRPr lang="en-AU" sz="2000" dirty="0"/>
                    </a:p>
                  </a:txBody>
                  <a:tcPr/>
                </a:tc>
                <a:tc>
                  <a:txBody>
                    <a:bodyPr/>
                    <a:lstStyle/>
                    <a:p>
                      <a:endParaRPr lang="en-AU" sz="2000" dirty="0"/>
                    </a:p>
                  </a:txBody>
                  <a:tcPr/>
                </a:tc>
                <a:tc>
                  <a:txBody>
                    <a:bodyPr/>
                    <a:lstStyle/>
                    <a:p>
                      <a:endParaRPr lang="en-AU" sz="2000" dirty="0"/>
                    </a:p>
                  </a:txBody>
                  <a:tcPr/>
                </a:tc>
                <a:tc>
                  <a:txBody>
                    <a:bodyPr/>
                    <a:lstStyle/>
                    <a:p>
                      <a:endParaRPr lang="en-AU" sz="2000" dirty="0"/>
                    </a:p>
                  </a:txBody>
                  <a:tcPr/>
                </a:tc>
                <a:extLst>
                  <a:ext uri="{0D108BD9-81ED-4DB2-BD59-A6C34878D82A}">
                    <a16:rowId xmlns:a16="http://schemas.microsoft.com/office/drawing/2014/main" val="3279341977"/>
                  </a:ext>
                </a:extLst>
              </a:tr>
            </a:tbl>
          </a:graphicData>
        </a:graphic>
      </p:graphicFrame>
      <p:sp>
        <p:nvSpPr>
          <p:cNvPr id="9" name="TextBox 8">
            <a:extLst>
              <a:ext uri="{FF2B5EF4-FFF2-40B4-BE49-F238E27FC236}">
                <a16:creationId xmlns:a16="http://schemas.microsoft.com/office/drawing/2014/main" id="{392E42C4-E6C7-6267-428E-AC914B098D8D}"/>
              </a:ext>
            </a:extLst>
          </p:cNvPr>
          <p:cNvSpPr txBox="1"/>
          <p:nvPr/>
        </p:nvSpPr>
        <p:spPr>
          <a:xfrm>
            <a:off x="360000" y="1258529"/>
            <a:ext cx="10479870" cy="865239"/>
          </a:xfrm>
          <a:prstGeom prst="rect">
            <a:avLst/>
          </a:prstGeom>
          <a:noFill/>
        </p:spPr>
        <p:txBody>
          <a:bodyPr wrap="square" lIns="0" tIns="0" rIns="0" bIns="0" rtlCol="0">
            <a:noAutofit/>
          </a:bodyPr>
          <a:lstStyle/>
          <a:p>
            <a:pPr algn="l"/>
            <a:r>
              <a:rPr lang="en-AU" sz="4000" dirty="0"/>
              <a:t>Complete the table. </a:t>
            </a:r>
          </a:p>
        </p:txBody>
      </p:sp>
    </p:spTree>
    <p:extLst>
      <p:ext uri="{BB962C8B-B14F-4D97-AF65-F5344CB8AC3E}">
        <p14:creationId xmlns:p14="http://schemas.microsoft.com/office/powerpoint/2010/main" val="37773708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3BD7D5-E3D8-3EA4-002E-040D80D173B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2D34442-A9BE-0442-A29E-FA970CD892F8}"/>
              </a:ext>
            </a:extLst>
          </p:cNvPr>
          <p:cNvSpPr>
            <a:spLocks noGrp="1"/>
          </p:cNvSpPr>
          <p:nvPr>
            <p:ph type="sldNum" sz="quarter" idx="12"/>
          </p:nvPr>
        </p:nvSpPr>
        <p:spPr/>
        <p:txBody>
          <a:bodyPr/>
          <a:lstStyle/>
          <a:p>
            <a:fld id="{10A01DC5-1685-4615-8240-15192985C6A2}" type="slidenum">
              <a:rPr lang="en-AU" smtClean="0"/>
              <a:t>21</a:t>
            </a:fld>
            <a:endParaRPr lang="en-AU"/>
          </a:p>
        </p:txBody>
      </p:sp>
      <p:sp>
        <p:nvSpPr>
          <p:cNvPr id="3" name="Title 2">
            <a:extLst>
              <a:ext uri="{FF2B5EF4-FFF2-40B4-BE49-F238E27FC236}">
                <a16:creationId xmlns:a16="http://schemas.microsoft.com/office/drawing/2014/main" id="{2DCC67C6-6231-F53A-D387-99ECE9B2DACA}"/>
              </a:ext>
            </a:extLst>
          </p:cNvPr>
          <p:cNvSpPr>
            <a:spLocks noGrp="1"/>
          </p:cNvSpPr>
          <p:nvPr>
            <p:ph type="title"/>
          </p:nvPr>
        </p:nvSpPr>
        <p:spPr/>
        <p:txBody>
          <a:bodyPr/>
          <a:lstStyle/>
          <a:p>
            <a:r>
              <a:rPr lang="en-US">
                <a:latin typeface="Arial"/>
                <a:cs typeface="Arial"/>
              </a:rPr>
              <a:t>Short </a:t>
            </a:r>
            <a:r>
              <a:rPr lang="en-US">
                <a:solidFill>
                  <a:srgbClr val="002060"/>
                </a:solidFill>
                <a:latin typeface="Arial"/>
                <a:cs typeface="Arial"/>
              </a:rPr>
              <a:t>response </a:t>
            </a:r>
            <a:r>
              <a:rPr lang="en-US">
                <a:solidFill>
                  <a:schemeClr val="bg1"/>
                </a:solidFill>
                <a:latin typeface="Arial"/>
                <a:cs typeface="Arial"/>
              </a:rPr>
              <a:t>(10)</a:t>
            </a:r>
          </a:p>
        </p:txBody>
      </p:sp>
      <p:pic>
        <p:nvPicPr>
          <p:cNvPr id="4" name="Picture 3" descr="image of a clipboard with a pencil recording short answer responses">
            <a:extLst>
              <a:ext uri="{FF2B5EF4-FFF2-40B4-BE49-F238E27FC236}">
                <a16:creationId xmlns:a16="http://schemas.microsoft.com/office/drawing/2014/main" id="{CE7CF1E4-4432-483B-E4F0-A7EDC0414FD9}"/>
              </a:ext>
            </a:extLst>
          </p:cNvPr>
          <p:cNvPicPr>
            <a:picLocks noChangeAspect="1"/>
          </p:cNvPicPr>
          <p:nvPr/>
        </p:nvPicPr>
        <p:blipFill>
          <a:blip r:embed="rId3"/>
          <a:stretch>
            <a:fillRect/>
          </a:stretch>
        </p:blipFill>
        <p:spPr>
          <a:xfrm>
            <a:off x="11030476" y="268723"/>
            <a:ext cx="915500" cy="915500"/>
          </a:xfrm>
          <a:prstGeom prst="rect">
            <a:avLst/>
          </a:prstGeom>
        </p:spPr>
      </p:pic>
      <p:sp>
        <p:nvSpPr>
          <p:cNvPr id="6" name="TextBox 5">
            <a:extLst>
              <a:ext uri="{FF2B5EF4-FFF2-40B4-BE49-F238E27FC236}">
                <a16:creationId xmlns:a16="http://schemas.microsoft.com/office/drawing/2014/main" id="{B0961D37-6C9E-B32B-FD4C-BD2B66E4D9D4}"/>
              </a:ext>
            </a:extLst>
          </p:cNvPr>
          <p:cNvSpPr txBox="1"/>
          <p:nvPr/>
        </p:nvSpPr>
        <p:spPr>
          <a:xfrm>
            <a:off x="552926" y="1090991"/>
            <a:ext cx="10857186" cy="3313664"/>
          </a:xfrm>
          <a:prstGeom prst="rect">
            <a:avLst/>
          </a:prstGeom>
          <a:noFill/>
        </p:spPr>
        <p:txBody>
          <a:bodyPr wrap="square">
            <a:spAutoFit/>
          </a:bodyPr>
          <a:lstStyle/>
          <a:p>
            <a:pPr algn="ctr">
              <a:lnSpc>
                <a:spcPct val="150000"/>
              </a:lnSpc>
            </a:pPr>
            <a:r>
              <a:rPr lang="en-AU" sz="3600" dirty="0">
                <a:latin typeface="+mj-lt"/>
              </a:rPr>
              <a:t>Sam has 4 different coloured t-shirts in a bag, a green, a red, a blue and a yellow. Which </a:t>
            </a:r>
            <a:r>
              <a:rPr lang="en-AU" sz="3600" b="1" dirty="0">
                <a:latin typeface="+mj-lt"/>
              </a:rPr>
              <a:t>fraction</a:t>
            </a:r>
            <a:r>
              <a:rPr lang="en-AU" sz="3600" dirty="0">
                <a:latin typeface="+mj-lt"/>
              </a:rPr>
              <a:t> describes the </a:t>
            </a:r>
            <a:r>
              <a:rPr lang="en-AU" sz="3600" b="1" dirty="0">
                <a:latin typeface="+mj-lt"/>
              </a:rPr>
              <a:t>probability</a:t>
            </a:r>
            <a:r>
              <a:rPr lang="en-AU" sz="3600" dirty="0">
                <a:latin typeface="+mj-lt"/>
              </a:rPr>
              <a:t> of him randomly selecting the blue shirt. </a:t>
            </a:r>
            <a:r>
              <a:rPr lang="en-AU" sz="3600" b="1" dirty="0">
                <a:latin typeface="+mj-lt"/>
              </a:rPr>
              <a:t>Explain your reasoning.</a:t>
            </a:r>
          </a:p>
        </p:txBody>
      </p:sp>
      <p:grpSp>
        <p:nvGrpSpPr>
          <p:cNvPr id="5" name="Group 4">
            <a:extLst>
              <a:ext uri="{FF2B5EF4-FFF2-40B4-BE49-F238E27FC236}">
                <a16:creationId xmlns:a16="http://schemas.microsoft.com/office/drawing/2014/main" id="{68039A8E-DB3C-CF69-8999-479922D5833D}"/>
              </a:ext>
              <a:ext uri="{C183D7F6-B498-43B3-948B-1728B52AA6E4}">
                <adec:decorative xmlns:adec="http://schemas.microsoft.com/office/drawing/2017/decorative" val="1"/>
              </a:ext>
            </a:extLst>
          </p:cNvPr>
          <p:cNvGrpSpPr/>
          <p:nvPr/>
        </p:nvGrpSpPr>
        <p:grpSpPr>
          <a:xfrm>
            <a:off x="1287345" y="5097240"/>
            <a:ext cx="9617309" cy="1339538"/>
            <a:chOff x="1346665" y="5320156"/>
            <a:chExt cx="9617309" cy="1339538"/>
          </a:xfrm>
        </p:grpSpPr>
        <p:grpSp>
          <p:nvGrpSpPr>
            <p:cNvPr id="7" name="Group 6">
              <a:extLst>
                <a:ext uri="{FF2B5EF4-FFF2-40B4-BE49-F238E27FC236}">
                  <a16:creationId xmlns:a16="http://schemas.microsoft.com/office/drawing/2014/main" id="{E04ECF70-A262-0676-03F1-90DF3F502417}"/>
                </a:ext>
              </a:extLst>
            </p:cNvPr>
            <p:cNvGrpSpPr/>
            <p:nvPr/>
          </p:nvGrpSpPr>
          <p:grpSpPr>
            <a:xfrm>
              <a:off x="1346665" y="5320156"/>
              <a:ext cx="9617309" cy="1339538"/>
              <a:chOff x="1354978" y="4833348"/>
              <a:chExt cx="9617309" cy="1339538"/>
            </a:xfrm>
          </p:grpSpPr>
          <p:grpSp>
            <p:nvGrpSpPr>
              <p:cNvPr id="12" name="Group 11">
                <a:extLst>
                  <a:ext uri="{FF2B5EF4-FFF2-40B4-BE49-F238E27FC236}">
                    <a16:creationId xmlns:a16="http://schemas.microsoft.com/office/drawing/2014/main" id="{266E772B-C5B5-5607-9D95-299158A97830}"/>
                  </a:ext>
                </a:extLst>
              </p:cNvPr>
              <p:cNvGrpSpPr/>
              <p:nvPr/>
            </p:nvGrpSpPr>
            <p:grpSpPr>
              <a:xfrm>
                <a:off x="1354978" y="4833348"/>
                <a:ext cx="9617309" cy="1242671"/>
                <a:chOff x="1354975" y="5015345"/>
                <a:chExt cx="9617309" cy="1242671"/>
              </a:xfrm>
            </p:grpSpPr>
            <p:grpSp>
              <p:nvGrpSpPr>
                <p:cNvPr id="14" name="Group 13">
                  <a:extLst>
                    <a:ext uri="{FF2B5EF4-FFF2-40B4-BE49-F238E27FC236}">
                      <a16:creationId xmlns:a16="http://schemas.microsoft.com/office/drawing/2014/main" id="{BD0890C0-0419-0E68-E453-36D8E762A2EC}"/>
                    </a:ext>
                  </a:extLst>
                </p:cNvPr>
                <p:cNvGrpSpPr/>
                <p:nvPr/>
              </p:nvGrpSpPr>
              <p:grpSpPr>
                <a:xfrm>
                  <a:off x="1571106" y="5015345"/>
                  <a:ext cx="8927869" cy="293716"/>
                  <a:chOff x="1546168" y="3585556"/>
                  <a:chExt cx="8927869" cy="293716"/>
                </a:xfrm>
              </p:grpSpPr>
              <p:cxnSp>
                <p:nvCxnSpPr>
                  <p:cNvPr id="16" name="Straight Connector 15">
                    <a:extLst>
                      <a:ext uri="{FF2B5EF4-FFF2-40B4-BE49-F238E27FC236}">
                        <a16:creationId xmlns:a16="http://schemas.microsoft.com/office/drawing/2014/main" id="{8F84D668-5F19-8366-BE0A-D30D4AD8502A}"/>
                      </a:ext>
                    </a:extLst>
                  </p:cNvPr>
                  <p:cNvCxnSpPr>
                    <a:cxnSpLocks/>
                  </p:cNvCxnSpPr>
                  <p:nvPr/>
                </p:nvCxnSpPr>
                <p:spPr>
                  <a:xfrm>
                    <a:off x="1546168" y="3732414"/>
                    <a:ext cx="8927869"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B980A7D7-E83B-ECAC-AEF3-9827C4FCA9D9}"/>
                      </a:ext>
                    </a:extLst>
                  </p:cNvPr>
                  <p:cNvCxnSpPr>
                    <a:cxnSpLocks/>
                  </p:cNvCxnSpPr>
                  <p:nvPr/>
                </p:nvCxnSpPr>
                <p:spPr>
                  <a:xfrm flipV="1">
                    <a:off x="1546168" y="3585556"/>
                    <a:ext cx="0" cy="29371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3C3E9E39-959D-B6FB-B846-252C4B35D212}"/>
                      </a:ext>
                    </a:extLst>
                  </p:cNvPr>
                  <p:cNvCxnSpPr>
                    <a:cxnSpLocks/>
                  </p:cNvCxnSpPr>
                  <p:nvPr/>
                </p:nvCxnSpPr>
                <p:spPr>
                  <a:xfrm flipV="1">
                    <a:off x="10474037" y="3585556"/>
                    <a:ext cx="0" cy="29371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3543DE4-EF44-AF69-9CBB-9E3485D19E99}"/>
                      </a:ext>
                    </a:extLst>
                  </p:cNvPr>
                  <p:cNvCxnSpPr>
                    <a:cxnSpLocks/>
                  </p:cNvCxnSpPr>
                  <p:nvPr/>
                </p:nvCxnSpPr>
                <p:spPr>
                  <a:xfrm flipV="1">
                    <a:off x="6109599" y="3585556"/>
                    <a:ext cx="0" cy="29371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5" name="TextBox 11">
                  <a:extLst>
                    <a:ext uri="{FF2B5EF4-FFF2-40B4-BE49-F238E27FC236}">
                      <a16:creationId xmlns:a16="http://schemas.microsoft.com/office/drawing/2014/main" id="{E109987B-E7E1-84E2-A1AE-A1D251A0593C}"/>
                    </a:ext>
                  </a:extLst>
                </p:cNvPr>
                <p:cNvSpPr txBox="1"/>
                <p:nvPr/>
              </p:nvSpPr>
              <p:spPr>
                <a:xfrm>
                  <a:off x="1354975" y="5611685"/>
                  <a:ext cx="9617309" cy="646331"/>
                </a:xfrm>
                <a:prstGeom prst="rect">
                  <a:avLst/>
                </a:prstGeom>
                <a:noFill/>
              </p:spPr>
              <p:txBody>
                <a:bodyPr wrap="square">
                  <a:sp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r>
                    <a:rPr lang="en-AU" sz="3600" b="1"/>
                    <a:t>0						 						  		   1</a:t>
                  </a:r>
                </a:p>
              </p:txBody>
            </p:sp>
          </p:grpSp>
          <mc:AlternateContent xmlns:mc="http://schemas.openxmlformats.org/markup-compatibility/2006" xmlns:a14="http://schemas.microsoft.com/office/drawing/2010/main">
            <mc:Choice Requires="a14">
              <p:sp>
                <p:nvSpPr>
                  <p:cNvPr id="13" name="TextBox 9">
                    <a:extLst>
                      <a:ext uri="{FF2B5EF4-FFF2-40B4-BE49-F238E27FC236}">
                        <a16:creationId xmlns:a16="http://schemas.microsoft.com/office/drawing/2014/main" id="{DDBA3824-3E01-896C-2ACE-EEF90D1B5E1F}"/>
                      </a:ext>
                    </a:extLst>
                  </p:cNvPr>
                  <p:cNvSpPr txBox="1"/>
                  <p:nvPr/>
                </p:nvSpPr>
                <p:spPr>
                  <a:xfrm>
                    <a:off x="5740093" y="5273922"/>
                    <a:ext cx="788894" cy="898964"/>
                  </a:xfrm>
                  <a:prstGeom prst="rect">
                    <a:avLst/>
                  </a:prstGeom>
                  <a:noFill/>
                </p:spPr>
                <p:txBody>
                  <a:bodyPr wrap="square">
                    <a:sp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a14:m>
                      <m:oMathPara xmlns:m="http://schemas.openxmlformats.org/officeDocument/2006/math">
                        <m:oMathParaPr>
                          <m:jc m:val="centerGroup"/>
                        </m:oMathParaPr>
                        <m:oMath xmlns:m="http://schemas.openxmlformats.org/officeDocument/2006/math">
                          <m:f>
                            <m:fPr>
                              <m:ctrlPr>
                                <a:rPr lang="en-AU" sz="2800" b="1" i="1" smtClean="0">
                                  <a:effectLst/>
                                  <a:latin typeface="Cambria Math" panose="02040503050406030204" pitchFamily="18" charset="0"/>
                                  <a:ea typeface="Calibri" panose="020F0502020204030204" pitchFamily="34" charset="0"/>
                                </a:rPr>
                              </m:ctrlPr>
                            </m:fPr>
                            <m:num>
                              <m:r>
                                <a:rPr lang="en-AU" sz="2800" b="1" i="0" smtClean="0">
                                  <a:effectLst/>
                                  <a:latin typeface="Cambria Math" panose="02040503050406030204" pitchFamily="18" charset="0"/>
                                  <a:ea typeface="Calibri" panose="020F0502020204030204" pitchFamily="34" charset="0"/>
                                </a:rPr>
                                <m:t>𝟐</m:t>
                              </m:r>
                            </m:num>
                            <m:den>
                              <m:r>
                                <a:rPr lang="en-AU" sz="2800" b="1" i="0" smtClean="0">
                                  <a:effectLst/>
                                  <a:latin typeface="Cambria Math" panose="02040503050406030204" pitchFamily="18" charset="0"/>
                                  <a:ea typeface="Calibri" panose="020F0502020204030204" pitchFamily="34" charset="0"/>
                                </a:rPr>
                                <m:t>𝟒</m:t>
                              </m:r>
                            </m:den>
                          </m:f>
                        </m:oMath>
                      </m:oMathPara>
                    </a14:m>
                    <a:endParaRPr lang="en-AU" sz="1600" b="1"/>
                  </a:p>
                </p:txBody>
              </p:sp>
            </mc:Choice>
            <mc:Fallback xmlns="">
              <p:sp>
                <p:nvSpPr>
                  <p:cNvPr id="13" name="TextBox 9">
                    <a:extLst>
                      <a:ext uri="{FF2B5EF4-FFF2-40B4-BE49-F238E27FC236}">
                        <a16:creationId xmlns:a16="http://schemas.microsoft.com/office/drawing/2014/main" id="{DDBA3824-3E01-896C-2ACE-EEF90D1B5E1F}"/>
                      </a:ext>
                    </a:extLst>
                  </p:cNvPr>
                  <p:cNvSpPr txBox="1">
                    <a:spLocks noRot="1" noChangeAspect="1" noMove="1" noResize="1" noEditPoints="1" noAdjustHandles="1" noChangeArrowheads="1" noChangeShapeType="1" noTextEdit="1"/>
                  </p:cNvSpPr>
                  <p:nvPr/>
                </p:nvSpPr>
                <p:spPr>
                  <a:xfrm>
                    <a:off x="5740093" y="5273922"/>
                    <a:ext cx="788894" cy="898964"/>
                  </a:xfrm>
                  <a:prstGeom prst="rect">
                    <a:avLst/>
                  </a:prstGeom>
                  <a:blipFill>
                    <a:blip r:embed="rId4"/>
                    <a:stretch>
                      <a:fillRect/>
                    </a:stretch>
                  </a:blipFill>
                </p:spPr>
                <p:txBody>
                  <a:bodyPr/>
                  <a:lstStyle/>
                  <a:p>
                    <a:r>
                      <a:rPr lang="en-AU">
                        <a:noFill/>
                      </a:rPr>
                      <a:t> </a:t>
                    </a:r>
                  </a:p>
                </p:txBody>
              </p:sp>
            </mc:Fallback>
          </mc:AlternateContent>
        </p:grpSp>
        <mc:AlternateContent xmlns:mc="http://schemas.openxmlformats.org/markup-compatibility/2006" xmlns:a14="http://schemas.microsoft.com/office/drawing/2010/main">
          <mc:Choice Requires="a14">
            <p:sp>
              <p:nvSpPr>
                <p:cNvPr id="8" name="TextBox 30">
                  <a:extLst>
                    <a:ext uri="{FF2B5EF4-FFF2-40B4-BE49-F238E27FC236}">
                      <a16:creationId xmlns:a16="http://schemas.microsoft.com/office/drawing/2014/main" id="{73BD615D-1972-7BAF-FE7E-6D4D00F20369}"/>
                    </a:ext>
                  </a:extLst>
                </p:cNvPr>
                <p:cNvSpPr txBox="1"/>
                <p:nvPr/>
              </p:nvSpPr>
              <p:spPr>
                <a:xfrm>
                  <a:off x="3460873" y="5760730"/>
                  <a:ext cx="788894" cy="898964"/>
                </a:xfrm>
                <a:prstGeom prst="rect">
                  <a:avLst/>
                </a:prstGeom>
                <a:noFill/>
              </p:spPr>
              <p:txBody>
                <a:bodyPr wrap="square">
                  <a:sp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a14:m>
                    <m:oMathPara xmlns:m="http://schemas.openxmlformats.org/officeDocument/2006/math">
                      <m:oMathParaPr>
                        <m:jc m:val="centerGroup"/>
                      </m:oMathParaPr>
                      <m:oMath xmlns:m="http://schemas.openxmlformats.org/officeDocument/2006/math">
                        <m:f>
                          <m:fPr>
                            <m:ctrlPr>
                              <a:rPr lang="en-AU" sz="2800" b="1" i="1" smtClean="0">
                                <a:effectLst/>
                                <a:latin typeface="Cambria Math" panose="02040503050406030204" pitchFamily="18" charset="0"/>
                                <a:ea typeface="Calibri" panose="020F0502020204030204" pitchFamily="34" charset="0"/>
                              </a:rPr>
                            </m:ctrlPr>
                          </m:fPr>
                          <m:num>
                            <m:r>
                              <a:rPr lang="en-AU" sz="2800" b="1" i="1">
                                <a:effectLst/>
                                <a:latin typeface="Cambria Math" panose="02040503050406030204" pitchFamily="18" charset="0"/>
                                <a:ea typeface="Calibri" panose="020F0502020204030204" pitchFamily="34" charset="0"/>
                              </a:rPr>
                              <m:t>𝟏</m:t>
                            </m:r>
                          </m:num>
                          <m:den>
                            <m:r>
                              <a:rPr lang="en-AU" sz="2800" b="1" i="0" smtClean="0">
                                <a:effectLst/>
                                <a:latin typeface="Cambria Math" panose="02040503050406030204" pitchFamily="18" charset="0"/>
                                <a:ea typeface="Calibri" panose="020F0502020204030204" pitchFamily="34" charset="0"/>
                              </a:rPr>
                              <m:t>𝟒</m:t>
                            </m:r>
                          </m:den>
                        </m:f>
                      </m:oMath>
                    </m:oMathPara>
                  </a14:m>
                  <a:endParaRPr lang="en-AU" sz="1600" b="1"/>
                </a:p>
              </p:txBody>
            </p:sp>
          </mc:Choice>
          <mc:Fallback xmlns="">
            <p:sp>
              <p:nvSpPr>
                <p:cNvPr id="8" name="TextBox 30">
                  <a:extLst>
                    <a:ext uri="{FF2B5EF4-FFF2-40B4-BE49-F238E27FC236}">
                      <a16:creationId xmlns:a16="http://schemas.microsoft.com/office/drawing/2014/main" id="{73BD615D-1972-7BAF-FE7E-6D4D00F20369}"/>
                    </a:ext>
                  </a:extLst>
                </p:cNvPr>
                <p:cNvSpPr txBox="1">
                  <a:spLocks noRot="1" noChangeAspect="1" noMove="1" noResize="1" noEditPoints="1" noAdjustHandles="1" noChangeArrowheads="1" noChangeShapeType="1" noTextEdit="1"/>
                </p:cNvSpPr>
                <p:nvPr/>
              </p:nvSpPr>
              <p:spPr>
                <a:xfrm>
                  <a:off x="3460873" y="5760730"/>
                  <a:ext cx="788894" cy="898964"/>
                </a:xfrm>
                <a:prstGeom prst="rect">
                  <a:avLst/>
                </a:prstGeom>
                <a:blipFill>
                  <a:blip r:embed="rId5"/>
                  <a:stretch>
                    <a:fillRect/>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9" name="TextBox 31">
                  <a:extLst>
                    <a:ext uri="{FF2B5EF4-FFF2-40B4-BE49-F238E27FC236}">
                      <a16:creationId xmlns:a16="http://schemas.microsoft.com/office/drawing/2014/main" id="{7057EB1C-04B4-8651-DAB2-A3A2647EF454}"/>
                    </a:ext>
                  </a:extLst>
                </p:cNvPr>
                <p:cNvSpPr txBox="1"/>
                <p:nvPr/>
              </p:nvSpPr>
              <p:spPr>
                <a:xfrm>
                  <a:off x="7904173" y="5760730"/>
                  <a:ext cx="788894" cy="898964"/>
                </a:xfrm>
                <a:prstGeom prst="rect">
                  <a:avLst/>
                </a:prstGeom>
                <a:noFill/>
              </p:spPr>
              <p:txBody>
                <a:bodyPr wrap="square">
                  <a:sp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a14:m>
                    <m:oMathPara xmlns:m="http://schemas.openxmlformats.org/officeDocument/2006/math">
                      <m:oMathParaPr>
                        <m:jc m:val="centerGroup"/>
                      </m:oMathParaPr>
                      <m:oMath xmlns:m="http://schemas.openxmlformats.org/officeDocument/2006/math">
                        <m:f>
                          <m:fPr>
                            <m:ctrlPr>
                              <a:rPr lang="en-AU" sz="2800" b="1" i="1" smtClean="0">
                                <a:effectLst/>
                                <a:latin typeface="Cambria Math" panose="02040503050406030204" pitchFamily="18" charset="0"/>
                                <a:ea typeface="Calibri" panose="020F0502020204030204" pitchFamily="34" charset="0"/>
                              </a:rPr>
                            </m:ctrlPr>
                          </m:fPr>
                          <m:num>
                            <m:r>
                              <a:rPr lang="en-AU" sz="2800" b="1" i="0" smtClean="0">
                                <a:effectLst/>
                                <a:latin typeface="Cambria Math" panose="02040503050406030204" pitchFamily="18" charset="0"/>
                                <a:ea typeface="Calibri" panose="020F0502020204030204" pitchFamily="34" charset="0"/>
                              </a:rPr>
                              <m:t>𝟑</m:t>
                            </m:r>
                          </m:num>
                          <m:den>
                            <m:r>
                              <a:rPr lang="en-AU" sz="2800" b="1" i="0" smtClean="0">
                                <a:effectLst/>
                                <a:latin typeface="Cambria Math" panose="02040503050406030204" pitchFamily="18" charset="0"/>
                                <a:ea typeface="Calibri" panose="020F0502020204030204" pitchFamily="34" charset="0"/>
                              </a:rPr>
                              <m:t>𝟒</m:t>
                            </m:r>
                          </m:den>
                        </m:f>
                      </m:oMath>
                    </m:oMathPara>
                  </a14:m>
                  <a:endParaRPr lang="en-AU" sz="1600" b="1"/>
                </a:p>
              </p:txBody>
            </p:sp>
          </mc:Choice>
          <mc:Fallback xmlns="">
            <p:sp>
              <p:nvSpPr>
                <p:cNvPr id="9" name="TextBox 31">
                  <a:extLst>
                    <a:ext uri="{FF2B5EF4-FFF2-40B4-BE49-F238E27FC236}">
                      <a16:creationId xmlns:a16="http://schemas.microsoft.com/office/drawing/2014/main" id="{7057EB1C-04B4-8651-DAB2-A3A2647EF454}"/>
                    </a:ext>
                  </a:extLst>
                </p:cNvPr>
                <p:cNvSpPr txBox="1">
                  <a:spLocks noRot="1" noChangeAspect="1" noMove="1" noResize="1" noEditPoints="1" noAdjustHandles="1" noChangeArrowheads="1" noChangeShapeType="1" noTextEdit="1"/>
                </p:cNvSpPr>
                <p:nvPr/>
              </p:nvSpPr>
              <p:spPr>
                <a:xfrm>
                  <a:off x="7904173" y="5760730"/>
                  <a:ext cx="788894" cy="898964"/>
                </a:xfrm>
                <a:prstGeom prst="rect">
                  <a:avLst/>
                </a:prstGeom>
                <a:blipFill>
                  <a:blip r:embed="rId6"/>
                  <a:stretch>
                    <a:fillRect/>
                  </a:stretch>
                </a:blipFill>
              </p:spPr>
              <p:txBody>
                <a:bodyPr/>
                <a:lstStyle/>
                <a:p>
                  <a:r>
                    <a:rPr lang="en-AU">
                      <a:noFill/>
                    </a:rPr>
                    <a:t> </a:t>
                  </a:r>
                </a:p>
              </p:txBody>
            </p:sp>
          </mc:Fallback>
        </mc:AlternateContent>
        <p:cxnSp>
          <p:nvCxnSpPr>
            <p:cNvPr id="10" name="Straight Connector 9">
              <a:extLst>
                <a:ext uri="{FF2B5EF4-FFF2-40B4-BE49-F238E27FC236}">
                  <a16:creationId xmlns:a16="http://schemas.microsoft.com/office/drawing/2014/main" id="{1DEEB5F9-E320-B5E6-FF55-86724F269C48}"/>
                </a:ext>
              </a:extLst>
            </p:cNvPr>
            <p:cNvCxnSpPr>
              <a:cxnSpLocks/>
            </p:cNvCxnSpPr>
            <p:nvPr/>
          </p:nvCxnSpPr>
          <p:spPr>
            <a:xfrm flipV="1">
              <a:off x="8298620" y="5320156"/>
              <a:ext cx="0" cy="29371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DE124EA9-C929-7369-C110-18FDA440F492}"/>
                </a:ext>
              </a:extLst>
            </p:cNvPr>
            <p:cNvCxnSpPr>
              <a:cxnSpLocks/>
            </p:cNvCxnSpPr>
            <p:nvPr/>
          </p:nvCxnSpPr>
          <p:spPr>
            <a:xfrm flipV="1">
              <a:off x="3867935" y="5320156"/>
              <a:ext cx="0" cy="29371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4466725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61BD45-44FF-11A5-FE27-5FEEB2BCBA9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05D520E-CA22-0FDB-E276-04CB5533BA58}"/>
              </a:ext>
            </a:extLst>
          </p:cNvPr>
          <p:cNvSpPr>
            <a:spLocks noGrp="1"/>
          </p:cNvSpPr>
          <p:nvPr>
            <p:ph type="sldNum" sz="quarter" idx="12"/>
          </p:nvPr>
        </p:nvSpPr>
        <p:spPr/>
        <p:txBody>
          <a:bodyPr/>
          <a:lstStyle/>
          <a:p>
            <a:fld id="{10A01DC5-1685-4615-8240-15192985C6A2}" type="slidenum">
              <a:rPr lang="en-AU" smtClean="0"/>
              <a:t>22</a:t>
            </a:fld>
            <a:endParaRPr lang="en-AU"/>
          </a:p>
        </p:txBody>
      </p:sp>
      <p:sp>
        <p:nvSpPr>
          <p:cNvPr id="3" name="Title 2">
            <a:extLst>
              <a:ext uri="{FF2B5EF4-FFF2-40B4-BE49-F238E27FC236}">
                <a16:creationId xmlns:a16="http://schemas.microsoft.com/office/drawing/2014/main" id="{3018A579-B085-1F5A-BA99-7348214BE838}"/>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(11)</a:t>
            </a:r>
          </a:p>
        </p:txBody>
      </p:sp>
      <p:sp>
        <p:nvSpPr>
          <p:cNvPr id="11" name="Picture Placeholder 10">
            <a:extLst>
              <a:ext uri="{FF2B5EF4-FFF2-40B4-BE49-F238E27FC236}">
                <a16:creationId xmlns:a16="http://schemas.microsoft.com/office/drawing/2014/main" id="{BA99C24B-2D22-028D-AEA8-8D8B48CB4938}"/>
              </a:ext>
            </a:extLst>
          </p:cNvPr>
          <p:cNvSpPr>
            <a:spLocks noGrp="1"/>
          </p:cNvSpPr>
          <p:nvPr>
            <p:ph type="pic" sz="quarter" idx="21"/>
          </p:nvPr>
        </p:nvSpPr>
        <p:spPr>
          <a:xfrm>
            <a:off x="952499" y="996878"/>
            <a:ext cx="10048876" cy="800271"/>
          </a:xfrm>
        </p:spPr>
        <p:txBody>
          <a:bodyPr/>
          <a:lstStyle/>
          <a:p>
            <a:pPr algn="ctr"/>
            <a:r>
              <a:rPr lang="en-US" sz="4400"/>
              <a:t>Record as many ways as possible to </a:t>
            </a:r>
            <a:r>
              <a:rPr lang="en-US" sz="4400" b="1"/>
              <a:t>calculate</a:t>
            </a:r>
            <a:r>
              <a:rPr lang="en-US" sz="4400"/>
              <a:t> the </a:t>
            </a:r>
            <a:r>
              <a:rPr lang="en-US" sz="4400" b="1"/>
              <a:t>area</a:t>
            </a:r>
            <a:r>
              <a:rPr lang="en-US" sz="4400"/>
              <a:t> of this shape.</a:t>
            </a:r>
          </a:p>
          <a:p>
            <a:endParaRPr lang="en-US">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B8D0C62D-183A-CACC-790E-F241DFF5E1EF}"/>
              </a:ext>
            </a:extLst>
          </p:cNvPr>
          <p:cNvPicPr>
            <a:picLocks noChangeAspect="1"/>
          </p:cNvPicPr>
          <p:nvPr/>
        </p:nvPicPr>
        <p:blipFill>
          <a:blip r:embed="rId3"/>
          <a:stretch>
            <a:fillRect/>
          </a:stretch>
        </p:blipFill>
        <p:spPr>
          <a:xfrm>
            <a:off x="11030476" y="268723"/>
            <a:ext cx="915500" cy="915500"/>
          </a:xfrm>
          <a:prstGeom prst="rect">
            <a:avLst/>
          </a:prstGeom>
        </p:spPr>
      </p:pic>
      <p:pic>
        <p:nvPicPr>
          <p:cNvPr id="6" name="Picture 5" descr="A blue L shape on a graph paper.">
            <a:extLst>
              <a:ext uri="{FF2B5EF4-FFF2-40B4-BE49-F238E27FC236}">
                <a16:creationId xmlns:a16="http://schemas.microsoft.com/office/drawing/2014/main" id="{D6C6DE37-6CBB-36B7-F475-506A1F8D79BC}"/>
              </a:ext>
            </a:extLst>
          </p:cNvPr>
          <p:cNvPicPr>
            <a:picLocks noChangeAspect="1"/>
          </p:cNvPicPr>
          <p:nvPr/>
        </p:nvPicPr>
        <p:blipFill>
          <a:blip r:embed="rId4">
            <a:extLst>
              <a:ext uri="{28A0092B-C50C-407E-A947-70E740481C1C}">
                <a14:useLocalDpi xmlns:a14="http://schemas.microsoft.com/office/drawing/2010/main" val="0"/>
              </a:ext>
            </a:extLst>
          </a:blip>
          <a:srcRect l="2618" t="8666" r="70655" b="58376"/>
          <a:stretch>
            <a:fillRect/>
          </a:stretch>
        </p:blipFill>
        <p:spPr>
          <a:xfrm>
            <a:off x="4206241" y="3264439"/>
            <a:ext cx="3832860" cy="3341561"/>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876156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CC73F8-9FD6-0ECE-3ECF-73C36B28CAE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C171D71-9E03-59C1-3888-D6A2F0BA0FB7}"/>
              </a:ext>
            </a:extLst>
          </p:cNvPr>
          <p:cNvSpPr>
            <a:spLocks noGrp="1"/>
          </p:cNvSpPr>
          <p:nvPr>
            <p:ph type="sldNum" sz="quarter" idx="12"/>
          </p:nvPr>
        </p:nvSpPr>
        <p:spPr/>
        <p:txBody>
          <a:bodyPr/>
          <a:lstStyle/>
          <a:p>
            <a:fld id="{10A01DC5-1685-4615-8240-15192985C6A2}" type="slidenum">
              <a:rPr lang="en-AU" smtClean="0"/>
              <a:t>23</a:t>
            </a:fld>
            <a:endParaRPr lang="en-AU"/>
          </a:p>
        </p:txBody>
      </p:sp>
      <p:sp>
        <p:nvSpPr>
          <p:cNvPr id="3" name="Title 2">
            <a:extLst>
              <a:ext uri="{FF2B5EF4-FFF2-40B4-BE49-F238E27FC236}">
                <a16:creationId xmlns:a16="http://schemas.microsoft.com/office/drawing/2014/main" id="{8A83EBBF-04B8-9A2C-ED9F-A19E882F3DCE}"/>
              </a:ext>
            </a:extLst>
          </p:cNvPr>
          <p:cNvSpPr>
            <a:spLocks noGrp="1"/>
          </p:cNvSpPr>
          <p:nvPr>
            <p:ph type="title"/>
          </p:nvPr>
        </p:nvSpPr>
        <p:spPr/>
        <p:txBody>
          <a:bodyPr/>
          <a:lstStyle/>
          <a:p>
            <a:r>
              <a:rPr lang="en-US">
                <a:latin typeface="Arial"/>
                <a:cs typeface="Arial"/>
              </a:rPr>
              <a:t>Short </a:t>
            </a:r>
            <a:r>
              <a:rPr lang="en-US">
                <a:solidFill>
                  <a:srgbClr val="002060"/>
                </a:solidFill>
                <a:latin typeface="Arial"/>
                <a:cs typeface="Arial"/>
              </a:rPr>
              <a:t>response </a:t>
            </a:r>
            <a:r>
              <a:rPr lang="en-US">
                <a:solidFill>
                  <a:schemeClr val="bg1"/>
                </a:solidFill>
                <a:latin typeface="Arial"/>
                <a:cs typeface="Arial"/>
              </a:rPr>
              <a:t>(12)</a:t>
            </a:r>
          </a:p>
        </p:txBody>
      </p:sp>
      <p:sp>
        <p:nvSpPr>
          <p:cNvPr id="11" name="Picture Placeholder 10">
            <a:extLst>
              <a:ext uri="{FF2B5EF4-FFF2-40B4-BE49-F238E27FC236}">
                <a16:creationId xmlns:a16="http://schemas.microsoft.com/office/drawing/2014/main" id="{0BBCDB05-A139-44A3-EA5D-6556ADCA3BC0}"/>
              </a:ext>
            </a:extLst>
          </p:cNvPr>
          <p:cNvSpPr>
            <a:spLocks noGrp="1"/>
          </p:cNvSpPr>
          <p:nvPr>
            <p:ph type="pic" sz="quarter" idx="21"/>
          </p:nvPr>
        </p:nvSpPr>
        <p:spPr>
          <a:xfrm>
            <a:off x="360000" y="1599049"/>
            <a:ext cx="11832000" cy="3659902"/>
          </a:xfrm>
        </p:spPr>
        <p:txBody>
          <a:bodyPr/>
          <a:lstStyle/>
          <a:p>
            <a:r>
              <a:rPr lang="en-US" sz="4000">
                <a:latin typeface="Arial"/>
                <a:cs typeface="Arial"/>
              </a:rPr>
              <a:t>Record a </a:t>
            </a:r>
            <a:r>
              <a:rPr lang="en-US" sz="4000" b="1">
                <a:latin typeface="Arial"/>
                <a:cs typeface="Arial"/>
              </a:rPr>
              <a:t>short definition </a:t>
            </a:r>
            <a:r>
              <a:rPr lang="en-US" sz="4000">
                <a:latin typeface="Arial"/>
                <a:cs typeface="Arial"/>
              </a:rPr>
              <a:t>for each of the following: </a:t>
            </a:r>
          </a:p>
          <a:p>
            <a:pPr marL="571500" indent="-571500">
              <a:buFont typeface="Arial" panose="020B0604020202020204" pitchFamily="34" charset="0"/>
              <a:buChar char="•"/>
            </a:pPr>
            <a:r>
              <a:rPr lang="en-US" sz="4000" b="1">
                <a:latin typeface="Arial"/>
                <a:cs typeface="Arial"/>
              </a:rPr>
              <a:t>Probability</a:t>
            </a:r>
          </a:p>
          <a:p>
            <a:pPr marL="571500" indent="-571500">
              <a:buFont typeface="Arial" panose="020B0604020202020204" pitchFamily="34" charset="0"/>
              <a:buChar char="•"/>
            </a:pPr>
            <a:r>
              <a:rPr lang="en-US" sz="4000" b="1">
                <a:latin typeface="Arial"/>
                <a:cs typeface="Arial"/>
              </a:rPr>
              <a:t>Unlikely</a:t>
            </a:r>
          </a:p>
          <a:p>
            <a:pPr marL="571500" indent="-571500">
              <a:buFont typeface="Arial" panose="020B0604020202020204" pitchFamily="34" charset="0"/>
              <a:buChar char="•"/>
            </a:pPr>
            <a:r>
              <a:rPr lang="en-US" sz="4000" b="1">
                <a:latin typeface="Arial"/>
                <a:cs typeface="Arial"/>
              </a:rPr>
              <a:t>Equally likely</a:t>
            </a:r>
            <a:endParaRPr lang="en-US" sz="3600" b="1">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684B5940-5140-3FDA-A2C8-AEE3D94BCCEF}"/>
              </a:ext>
            </a:extLst>
          </p:cNvPr>
          <p:cNvPicPr>
            <a:picLocks noChangeAspect="1"/>
          </p:cNvPicPr>
          <p:nvPr/>
        </p:nvPicPr>
        <p:blipFill>
          <a:blip r:embed="rId3"/>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40646262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3DB1B7-60E8-EA4F-9656-F12AD4E39FD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E7724F1-9AE8-0233-C6DE-76B6187C49CB}"/>
              </a:ext>
            </a:extLst>
          </p:cNvPr>
          <p:cNvSpPr>
            <a:spLocks noGrp="1"/>
          </p:cNvSpPr>
          <p:nvPr>
            <p:ph type="sldNum" sz="quarter" idx="12"/>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10A01DC5-1685-4615-8240-15192985C6A2}" type="slidenum">
              <a:rPr kumimoji="0" lang="en-AU" sz="1200" b="0" i="0" u="none" strike="noStrike" kern="1200" cap="none" spc="0" normalizeH="0" baseline="0" noProof="0" smtClean="0">
                <a:ln>
                  <a:noFill/>
                </a:ln>
                <a:solidFill>
                  <a:srgbClr val="22272B"/>
                </a:solidFill>
                <a:effectLst/>
                <a:uLnTx/>
                <a:uFillTx/>
                <a:latin typeface="Public Sans Light"/>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24</a:t>
            </a:fld>
            <a:endParaRPr kumimoji="0" lang="en-AU" sz="12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3" name="Title 2">
            <a:extLst>
              <a:ext uri="{FF2B5EF4-FFF2-40B4-BE49-F238E27FC236}">
                <a16:creationId xmlns:a16="http://schemas.microsoft.com/office/drawing/2014/main" id="{98F00C1A-F452-AC06-DAA6-2CA6A5C38111}"/>
              </a:ext>
            </a:extLst>
          </p:cNvPr>
          <p:cNvSpPr>
            <a:spLocks noGrp="1"/>
          </p:cNvSpPr>
          <p:nvPr>
            <p:ph type="title"/>
          </p:nvPr>
        </p:nvSpPr>
        <p:spPr>
          <a:xfrm>
            <a:off x="360000" y="360000"/>
            <a:ext cx="11484000" cy="545601"/>
          </a:xfrm>
        </p:spPr>
        <p:txBody>
          <a:bodyPr/>
          <a:lstStyle/>
          <a:p>
            <a:r>
              <a:rPr lang="en-AU">
                <a:latin typeface="Arial"/>
                <a:cs typeface="Arial"/>
              </a:rPr>
              <a:t>Activity 3 – Mastermind 2</a:t>
            </a:r>
          </a:p>
        </p:txBody>
      </p:sp>
      <p:pic>
        <p:nvPicPr>
          <p:cNvPr id="4" name="Picture 3" descr="image of a head with cogs turning inside">
            <a:extLst>
              <a:ext uri="{FF2B5EF4-FFF2-40B4-BE49-F238E27FC236}">
                <a16:creationId xmlns:a16="http://schemas.microsoft.com/office/drawing/2014/main" id="{0F167B4A-4887-8349-21BB-F2106A2B571E}"/>
              </a:ext>
            </a:extLst>
          </p:cNvPr>
          <p:cNvPicPr>
            <a:picLocks noChangeAspect="1"/>
          </p:cNvPicPr>
          <p:nvPr/>
        </p:nvPicPr>
        <p:blipFill>
          <a:blip r:embed="rId3"/>
          <a:stretch>
            <a:fillRect/>
          </a:stretch>
        </p:blipFill>
        <p:spPr>
          <a:xfrm>
            <a:off x="11107003" y="240894"/>
            <a:ext cx="720000" cy="856364"/>
          </a:xfrm>
          <a:prstGeom prst="rect">
            <a:avLst/>
          </a:prstGeom>
        </p:spPr>
      </p:pic>
      <p:grpSp>
        <p:nvGrpSpPr>
          <p:cNvPr id="5" name="Group 4" descr="A sticky note with the number 6 719 243. On a whiteboard the number 6895237 with circles, ticks and crosses beneath the numbers.&#10;There is a tick below 6, a cross below 8, a circle below 9, a cross below 5, a tick below 2 and circles below the numbers 3 and 7.">
            <a:extLst>
              <a:ext uri="{FF2B5EF4-FFF2-40B4-BE49-F238E27FC236}">
                <a16:creationId xmlns:a16="http://schemas.microsoft.com/office/drawing/2014/main" id="{8E1394F2-B9B4-FB17-6AB0-D0E6E34F95CF}"/>
              </a:ext>
            </a:extLst>
          </p:cNvPr>
          <p:cNvGrpSpPr/>
          <p:nvPr/>
        </p:nvGrpSpPr>
        <p:grpSpPr>
          <a:xfrm>
            <a:off x="2392680" y="1277258"/>
            <a:ext cx="6614160" cy="5418742"/>
            <a:chOff x="2392680" y="1277258"/>
            <a:chExt cx="6614160" cy="5418742"/>
          </a:xfrm>
        </p:grpSpPr>
        <p:pic>
          <p:nvPicPr>
            <p:cNvPr id="7" name="Picture 6">
              <a:extLst>
                <a:ext uri="{FF2B5EF4-FFF2-40B4-BE49-F238E27FC236}">
                  <a16:creationId xmlns:a16="http://schemas.microsoft.com/office/drawing/2014/main" id="{8ED88957-178F-1E97-70C3-59615A9B9772}"/>
                </a:ext>
              </a:extLst>
            </p:cNvPr>
            <p:cNvPicPr>
              <a:picLocks noChangeAspect="1"/>
            </p:cNvPicPr>
            <p:nvPr/>
          </p:nvPicPr>
          <p:blipFill>
            <a:blip r:embed="rId4"/>
            <a:stretch>
              <a:fillRect/>
            </a:stretch>
          </p:blipFill>
          <p:spPr>
            <a:xfrm>
              <a:off x="4862006" y="1277258"/>
              <a:ext cx="4144834" cy="5418742"/>
            </a:xfrm>
            <a:prstGeom prst="rect">
              <a:avLst/>
            </a:prstGeom>
          </p:spPr>
        </p:pic>
        <p:sp>
          <p:nvSpPr>
            <p:cNvPr id="8" name="Freeform 31">
              <a:extLst>
                <a:ext uri="{FF2B5EF4-FFF2-40B4-BE49-F238E27FC236}">
                  <a16:creationId xmlns:a16="http://schemas.microsoft.com/office/drawing/2014/main" id="{A4B9BB56-1DF0-9B0F-2737-0FD8F05DDB91}"/>
                </a:ext>
              </a:extLst>
            </p:cNvPr>
            <p:cNvSpPr/>
            <p:nvPr/>
          </p:nvSpPr>
          <p:spPr>
            <a:xfrm>
              <a:off x="2617586" y="1463854"/>
              <a:ext cx="2216373" cy="2026509"/>
            </a:xfrm>
            <a:custGeom>
              <a:avLst/>
              <a:gdLst/>
              <a:ahLst/>
              <a:cxnLst/>
              <a:rect l="l" t="t" r="r" b="b"/>
              <a:pathLst>
                <a:path w="1824034" h="1824034">
                  <a:moveTo>
                    <a:pt x="0" y="0"/>
                  </a:moveTo>
                  <a:lnTo>
                    <a:pt x="1824034" y="0"/>
                  </a:lnTo>
                  <a:lnTo>
                    <a:pt x="1824034" y="1824034"/>
                  </a:lnTo>
                  <a:lnTo>
                    <a:pt x="0" y="182403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AU">
                <a:latin typeface="Edu NSW ACT Foundation" panose="020B0604020202020204" charset="0"/>
              </a:endParaRPr>
            </a:p>
          </p:txBody>
        </p:sp>
        <p:sp>
          <p:nvSpPr>
            <p:cNvPr id="9" name="TextBox 8">
              <a:extLst>
                <a:ext uri="{FF2B5EF4-FFF2-40B4-BE49-F238E27FC236}">
                  <a16:creationId xmlns:a16="http://schemas.microsoft.com/office/drawing/2014/main" id="{AF1D758E-62C5-87DF-4418-E702ED4D089C}"/>
                </a:ext>
              </a:extLst>
            </p:cNvPr>
            <p:cNvSpPr txBox="1"/>
            <p:nvPr/>
          </p:nvSpPr>
          <p:spPr>
            <a:xfrm>
              <a:off x="2392680" y="1867187"/>
              <a:ext cx="2666183" cy="1219841"/>
            </a:xfrm>
            <a:prstGeom prst="rect">
              <a:avLst/>
            </a:prstGeom>
            <a:noFill/>
          </p:spPr>
          <p:txBody>
            <a:bodyPr wrap="square" lIns="0" tIns="0" rIns="0" bIns="0" rtlCol="0">
              <a:noAutofit/>
            </a:bodyPr>
            <a:lstStyle/>
            <a:p>
              <a:pPr algn="ctr"/>
              <a:r>
                <a:rPr lang="en-AU" sz="3200">
                  <a:effectLst/>
                  <a:latin typeface="Arial" panose="020B0604020202020204" pitchFamily="34" charset="0"/>
                  <a:ea typeface="Calibri" panose="020F0502020204030204" pitchFamily="34" charset="0"/>
                </a:rPr>
                <a:t>6 719 243</a:t>
              </a:r>
              <a:endParaRPr lang="en-AU" sz="3200">
                <a:latin typeface="Edu NSW ACT Foundation" panose="020B0604020202020204" charset="0"/>
              </a:endParaRPr>
            </a:p>
          </p:txBody>
        </p:sp>
      </p:grpSp>
    </p:spTree>
    <p:extLst>
      <p:ext uri="{BB962C8B-B14F-4D97-AF65-F5344CB8AC3E}">
        <p14:creationId xmlns:p14="http://schemas.microsoft.com/office/powerpoint/2010/main" val="16858480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48D470-C119-FE15-B585-7B00E3FC0E6B}"/>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B38549DE-34BC-2932-4069-8C67AECD9A58}"/>
              </a:ext>
            </a:extLst>
          </p:cNvPr>
          <p:cNvSpPr>
            <a:spLocks noGrp="1"/>
          </p:cNvSpPr>
          <p:nvPr>
            <p:ph type="ctrTitle"/>
          </p:nvPr>
        </p:nvSpPr>
        <p:spPr/>
        <p:txBody>
          <a:bodyPr/>
          <a:lstStyle/>
          <a:p>
            <a:r>
              <a:rPr lang="en-AU">
                <a:latin typeface="+mj-lt"/>
                <a:cs typeface="Arial"/>
              </a:rPr>
              <a:t>Review of learning 4</a:t>
            </a:r>
            <a:endParaRPr lang="en-AU">
              <a:latin typeface="+mj-lt"/>
            </a:endParaRPr>
          </a:p>
        </p:txBody>
      </p:sp>
    </p:spTree>
    <p:extLst>
      <p:ext uri="{BB962C8B-B14F-4D97-AF65-F5344CB8AC3E}">
        <p14:creationId xmlns:p14="http://schemas.microsoft.com/office/powerpoint/2010/main" val="20977549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D47EEB-F21E-045D-8ADE-B6DF797BBD6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CD3A27D-3714-AE5A-F3A7-8938A8312568}"/>
              </a:ext>
            </a:extLst>
          </p:cNvPr>
          <p:cNvSpPr>
            <a:spLocks noGrp="1"/>
          </p:cNvSpPr>
          <p:nvPr>
            <p:ph type="sldNum" sz="quarter" idx="12"/>
          </p:nvPr>
        </p:nvSpPr>
        <p:spPr/>
        <p:txBody>
          <a:bodyPr/>
          <a:lstStyle/>
          <a:p>
            <a:fld id="{10A01DC5-1685-4615-8240-15192985C6A2}" type="slidenum">
              <a:rPr lang="en-AU" smtClean="0"/>
              <a:t>26</a:t>
            </a:fld>
            <a:endParaRPr lang="en-AU"/>
          </a:p>
        </p:txBody>
      </p:sp>
      <p:sp>
        <p:nvSpPr>
          <p:cNvPr id="3" name="Title 2">
            <a:extLst>
              <a:ext uri="{FF2B5EF4-FFF2-40B4-BE49-F238E27FC236}">
                <a16:creationId xmlns:a16="http://schemas.microsoft.com/office/drawing/2014/main" id="{A7D4AB32-9AD3-7208-104F-40FDED38BA06}"/>
              </a:ext>
            </a:extLst>
          </p:cNvPr>
          <p:cNvSpPr>
            <a:spLocks noGrp="1"/>
          </p:cNvSpPr>
          <p:nvPr>
            <p:ph type="title"/>
          </p:nvPr>
        </p:nvSpPr>
        <p:spPr/>
        <p:txBody>
          <a:bodyPr/>
          <a:lstStyle/>
          <a:p>
            <a:r>
              <a:rPr lang="en-US"/>
              <a:t>True or false </a:t>
            </a:r>
            <a:r>
              <a:rPr lang="en-US">
                <a:solidFill>
                  <a:schemeClr val="bg1"/>
                </a:solidFill>
              </a:rPr>
              <a:t>(2)</a:t>
            </a:r>
          </a:p>
        </p:txBody>
      </p:sp>
      <p:sp>
        <p:nvSpPr>
          <p:cNvPr id="7" name="Text Placeholder 6">
            <a:extLst>
              <a:ext uri="{FF2B5EF4-FFF2-40B4-BE49-F238E27FC236}">
                <a16:creationId xmlns:a16="http://schemas.microsoft.com/office/drawing/2014/main" id="{F060180D-91D5-EA06-E103-8B3688B0CE76}"/>
              </a:ext>
            </a:extLst>
          </p:cNvPr>
          <p:cNvSpPr>
            <a:spLocks noGrp="1"/>
          </p:cNvSpPr>
          <p:nvPr>
            <p:ph type="body" sz="quarter" idx="22"/>
          </p:nvPr>
        </p:nvSpPr>
        <p:spPr>
          <a:xfrm>
            <a:off x="474481" y="1184019"/>
            <a:ext cx="11243037" cy="1423578"/>
          </a:xfrm>
        </p:spPr>
        <p:txBody>
          <a:bodyPr vert="horz" lIns="0" tIns="0" rIns="0" bIns="0" rtlCol="0" anchor="t">
            <a:noAutofit/>
          </a:bodyPr>
          <a:lstStyle/>
          <a:p>
            <a:pPr algn="ctr"/>
            <a:r>
              <a:rPr lang="en-US" sz="4400" b="1" dirty="0"/>
              <a:t>69 357 821 </a:t>
            </a:r>
            <a:r>
              <a:rPr lang="en-US" sz="4400" dirty="0"/>
              <a:t>can be </a:t>
            </a:r>
            <a:r>
              <a:rPr lang="en-US" sz="4400" b="1" dirty="0"/>
              <a:t>partitioned</a:t>
            </a:r>
            <a:r>
              <a:rPr lang="en-US" sz="4400" dirty="0"/>
              <a:t> in </a:t>
            </a:r>
            <a:r>
              <a:rPr lang="en-US" sz="4400" b="1" dirty="0"/>
              <a:t>non-standard form</a:t>
            </a:r>
            <a:r>
              <a:rPr lang="en-US" sz="4400" dirty="0"/>
              <a:t> as </a:t>
            </a:r>
          </a:p>
          <a:p>
            <a:pPr algn="ctr"/>
            <a:r>
              <a:rPr lang="en-AU" sz="4400" dirty="0"/>
              <a:t>49 000 000 + 20 000 000 + 300 000 + 570 + 821.</a:t>
            </a:r>
            <a:r>
              <a:rPr lang="en-US" sz="4400" dirty="0"/>
              <a:t> </a:t>
            </a:r>
          </a:p>
        </p:txBody>
      </p:sp>
      <p:graphicFrame>
        <p:nvGraphicFramePr>
          <p:cNvPr id="5" name="Table 4">
            <a:extLst>
              <a:ext uri="{FF2B5EF4-FFF2-40B4-BE49-F238E27FC236}">
                <a16:creationId xmlns:a16="http://schemas.microsoft.com/office/drawing/2014/main" id="{DB699691-98F7-EA8F-32F1-C06DC46C20B7}"/>
              </a:ext>
            </a:extLst>
          </p:cNvPr>
          <p:cNvGraphicFramePr>
            <a:graphicFrameLocks noGrp="1"/>
          </p:cNvGraphicFramePr>
          <p:nvPr>
            <p:extLst>
              <p:ext uri="{D42A27DB-BD31-4B8C-83A1-F6EECF244321}">
                <p14:modId xmlns:p14="http://schemas.microsoft.com/office/powerpoint/2010/main" val="4258106561"/>
              </p:ext>
            </p:extLst>
          </p:nvPr>
        </p:nvGraphicFramePr>
        <p:xfrm>
          <a:off x="2557461" y="5479117"/>
          <a:ext cx="7077076" cy="76200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4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4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pic>
        <p:nvPicPr>
          <p:cNvPr id="6" name="Picture 5" descr="image of a finger selecting an option for a multiple choice or true and false">
            <a:extLst>
              <a:ext uri="{FF2B5EF4-FFF2-40B4-BE49-F238E27FC236}">
                <a16:creationId xmlns:a16="http://schemas.microsoft.com/office/drawing/2014/main" id="{4348276A-08AB-CAAE-2AF9-8F7FE9DCE3A5}"/>
              </a:ext>
            </a:extLst>
          </p:cNvPr>
          <p:cNvPicPr>
            <a:picLocks noChangeAspect="1"/>
          </p:cNvPicPr>
          <p:nvPr/>
        </p:nvPicPr>
        <p:blipFill>
          <a:blip r:embed="rId3"/>
          <a:stretch>
            <a:fillRect/>
          </a:stretch>
        </p:blipFill>
        <p:spPr>
          <a:xfrm>
            <a:off x="10807908" y="43303"/>
            <a:ext cx="1165786" cy="1140716"/>
          </a:xfrm>
          <a:prstGeom prst="rect">
            <a:avLst/>
          </a:prstGeom>
        </p:spPr>
      </p:pic>
    </p:spTree>
    <p:extLst>
      <p:ext uri="{BB962C8B-B14F-4D97-AF65-F5344CB8AC3E}">
        <p14:creationId xmlns:p14="http://schemas.microsoft.com/office/powerpoint/2010/main" val="39387589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2C3A50-7B78-E61F-9B48-4AA5A661089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12E6086-E135-CBEA-1A8D-C34D84E4B285}"/>
              </a:ext>
            </a:extLst>
          </p:cNvPr>
          <p:cNvSpPr>
            <a:spLocks noGrp="1"/>
          </p:cNvSpPr>
          <p:nvPr>
            <p:ph type="sldNum" sz="quarter" idx="12"/>
          </p:nvPr>
        </p:nvSpPr>
        <p:spPr/>
        <p:txBody>
          <a:bodyPr/>
          <a:lstStyle/>
          <a:p>
            <a:fld id="{10A01DC5-1685-4615-8240-15192985C6A2}" type="slidenum">
              <a:rPr lang="en-AU" smtClean="0"/>
              <a:t>27</a:t>
            </a:fld>
            <a:endParaRPr lang="en-AU"/>
          </a:p>
        </p:txBody>
      </p:sp>
      <p:sp>
        <p:nvSpPr>
          <p:cNvPr id="3" name="Title 2">
            <a:extLst>
              <a:ext uri="{FF2B5EF4-FFF2-40B4-BE49-F238E27FC236}">
                <a16:creationId xmlns:a16="http://schemas.microsoft.com/office/drawing/2014/main" id="{ACC38D57-90F0-39FF-0904-0ED981887407}"/>
              </a:ext>
            </a:extLst>
          </p:cNvPr>
          <p:cNvSpPr>
            <a:spLocks noGrp="1"/>
          </p:cNvSpPr>
          <p:nvPr>
            <p:ph type="title"/>
          </p:nvPr>
        </p:nvSpPr>
        <p:spPr/>
        <p:txBody>
          <a:bodyPr/>
          <a:lstStyle/>
          <a:p>
            <a:r>
              <a:rPr lang="en-US">
                <a:latin typeface="Arial"/>
                <a:cs typeface="Arial"/>
              </a:rPr>
              <a:t>Short response</a:t>
            </a:r>
            <a:r>
              <a:rPr lang="en-US">
                <a:solidFill>
                  <a:srgbClr val="002060"/>
                </a:solidFill>
                <a:latin typeface="Arial"/>
                <a:cs typeface="Arial"/>
              </a:rPr>
              <a:t> </a:t>
            </a:r>
            <a:r>
              <a:rPr lang="en-US">
                <a:solidFill>
                  <a:schemeClr val="bg1"/>
                </a:solidFill>
                <a:latin typeface="Arial"/>
                <a:cs typeface="Arial"/>
              </a:rPr>
              <a:t>(13)</a:t>
            </a:r>
          </a:p>
        </p:txBody>
      </p:sp>
      <p:sp>
        <p:nvSpPr>
          <p:cNvPr id="11" name="Picture Placeholder 10">
            <a:extLst>
              <a:ext uri="{FF2B5EF4-FFF2-40B4-BE49-F238E27FC236}">
                <a16:creationId xmlns:a16="http://schemas.microsoft.com/office/drawing/2014/main" id="{3D75963D-CB82-3C3B-DA1D-3F0C721BFBF6}"/>
              </a:ext>
            </a:extLst>
          </p:cNvPr>
          <p:cNvSpPr>
            <a:spLocks noGrp="1"/>
          </p:cNvSpPr>
          <p:nvPr>
            <p:ph type="pic" sz="quarter" idx="21"/>
          </p:nvPr>
        </p:nvSpPr>
        <p:spPr>
          <a:xfrm>
            <a:off x="360000" y="1556533"/>
            <a:ext cx="11189376" cy="4168875"/>
          </a:xfrm>
        </p:spPr>
        <p:txBody>
          <a:bodyPr/>
          <a:lstStyle/>
          <a:p>
            <a:pPr algn="ctr"/>
            <a:r>
              <a:rPr lang="en-US" sz="4400" dirty="0">
                <a:latin typeface="Arial"/>
                <a:cs typeface="Arial"/>
              </a:rPr>
              <a:t>Record the </a:t>
            </a:r>
            <a:r>
              <a:rPr lang="en-US" sz="4400" b="1" dirty="0">
                <a:latin typeface="Arial"/>
                <a:cs typeface="Arial"/>
              </a:rPr>
              <a:t>name</a:t>
            </a:r>
            <a:r>
              <a:rPr lang="en-US" sz="4400" dirty="0">
                <a:latin typeface="Arial"/>
                <a:cs typeface="Arial"/>
              </a:rPr>
              <a:t> and </a:t>
            </a:r>
            <a:r>
              <a:rPr lang="en-US" sz="4400" b="1" dirty="0">
                <a:latin typeface="Arial"/>
                <a:cs typeface="Arial"/>
              </a:rPr>
              <a:t>symbol</a:t>
            </a:r>
            <a:r>
              <a:rPr lang="en-US" sz="4400" dirty="0">
                <a:latin typeface="Arial"/>
                <a:cs typeface="Arial"/>
              </a:rPr>
              <a:t> of the </a:t>
            </a:r>
          </a:p>
          <a:p>
            <a:pPr algn="ctr"/>
            <a:r>
              <a:rPr lang="en-US" sz="4400" b="1" dirty="0">
                <a:latin typeface="Arial"/>
                <a:cs typeface="Arial"/>
              </a:rPr>
              <a:t>unit of measure </a:t>
            </a:r>
            <a:r>
              <a:rPr lang="en-US" sz="4400" dirty="0">
                <a:latin typeface="Arial"/>
                <a:cs typeface="Arial"/>
              </a:rPr>
              <a:t>used to measure the size of an </a:t>
            </a:r>
            <a:r>
              <a:rPr lang="en-US" sz="4400" b="1" dirty="0">
                <a:latin typeface="Arial"/>
                <a:cs typeface="Arial"/>
              </a:rPr>
              <a:t>angle</a:t>
            </a:r>
            <a:r>
              <a:rPr lang="en-US" sz="4400" dirty="0">
                <a:latin typeface="Arial"/>
                <a:cs typeface="Arial"/>
              </a:rPr>
              <a:t>.</a:t>
            </a:r>
            <a:endParaRPr lang="en-US" dirty="0">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FD868474-A226-F497-5C86-18DAFBD2CFBB}"/>
              </a:ext>
            </a:extLst>
          </p:cNvPr>
          <p:cNvPicPr>
            <a:picLocks noChangeAspect="1"/>
          </p:cNvPicPr>
          <p:nvPr/>
        </p:nvPicPr>
        <p:blipFill>
          <a:blip r:embed="rId3"/>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34111848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6932C-EC37-B3ED-6E76-5D6F2C7FF6E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90D75EE-77E1-4439-0A95-55A48CB513CA}"/>
              </a:ext>
            </a:extLst>
          </p:cNvPr>
          <p:cNvSpPr>
            <a:spLocks noGrp="1"/>
          </p:cNvSpPr>
          <p:nvPr>
            <p:ph type="sldNum" sz="quarter" idx="12"/>
          </p:nvPr>
        </p:nvSpPr>
        <p:spPr/>
        <p:txBody>
          <a:bodyPr/>
          <a:lstStyle/>
          <a:p>
            <a:fld id="{10A01DC5-1685-4615-8240-15192985C6A2}" type="slidenum">
              <a:rPr lang="en-AU" smtClean="0"/>
              <a:t>28</a:t>
            </a:fld>
            <a:endParaRPr lang="en-AU"/>
          </a:p>
        </p:txBody>
      </p:sp>
      <p:sp>
        <p:nvSpPr>
          <p:cNvPr id="3" name="Title 2">
            <a:extLst>
              <a:ext uri="{FF2B5EF4-FFF2-40B4-BE49-F238E27FC236}">
                <a16:creationId xmlns:a16="http://schemas.microsoft.com/office/drawing/2014/main" id="{CBB4B7CA-693A-3F18-2EDC-EE94CBCA2F64}"/>
              </a:ext>
            </a:extLst>
          </p:cNvPr>
          <p:cNvSpPr>
            <a:spLocks noGrp="1"/>
          </p:cNvSpPr>
          <p:nvPr>
            <p:ph type="title"/>
          </p:nvPr>
        </p:nvSpPr>
        <p:spPr/>
        <p:txBody>
          <a:bodyPr/>
          <a:lstStyle/>
          <a:p>
            <a:r>
              <a:rPr lang="en-US">
                <a:latin typeface="Arial"/>
                <a:cs typeface="Arial"/>
              </a:rPr>
              <a:t>Short </a:t>
            </a:r>
            <a:r>
              <a:rPr lang="en-US">
                <a:solidFill>
                  <a:srgbClr val="002060"/>
                </a:solidFill>
                <a:latin typeface="Arial"/>
                <a:cs typeface="Arial"/>
              </a:rPr>
              <a:t>response </a:t>
            </a:r>
            <a:r>
              <a:rPr lang="en-US">
                <a:solidFill>
                  <a:schemeClr val="bg1"/>
                </a:solidFill>
                <a:latin typeface="Arial"/>
                <a:cs typeface="Arial"/>
              </a:rPr>
              <a:t>(14)</a:t>
            </a:r>
          </a:p>
        </p:txBody>
      </p:sp>
      <p:sp>
        <p:nvSpPr>
          <p:cNvPr id="11" name="Picture Placeholder 10">
            <a:extLst>
              <a:ext uri="{FF2B5EF4-FFF2-40B4-BE49-F238E27FC236}">
                <a16:creationId xmlns:a16="http://schemas.microsoft.com/office/drawing/2014/main" id="{2F913B4D-1682-BC3D-FA94-9742B9EAB2B6}"/>
              </a:ext>
            </a:extLst>
          </p:cNvPr>
          <p:cNvSpPr>
            <a:spLocks noGrp="1"/>
          </p:cNvSpPr>
          <p:nvPr>
            <p:ph type="pic" sz="quarter" idx="21"/>
          </p:nvPr>
        </p:nvSpPr>
        <p:spPr>
          <a:xfrm>
            <a:off x="600963" y="1511603"/>
            <a:ext cx="11243037" cy="1636030"/>
          </a:xfrm>
        </p:spPr>
        <p:txBody>
          <a:bodyPr/>
          <a:lstStyle/>
          <a:p>
            <a:pPr algn="ctr"/>
            <a:r>
              <a:rPr lang="en-AU" sz="4000">
                <a:latin typeface="+mn-lt"/>
              </a:rPr>
              <a:t>A bag contains 3 red marbles, 2 blue marbles, and 1 green marble. One marble is picked at random.</a:t>
            </a:r>
          </a:p>
          <a:p>
            <a:pPr algn="ctr"/>
            <a:r>
              <a:rPr lang="en-AU" sz="4000"/>
              <a:t>What is the </a:t>
            </a:r>
            <a:r>
              <a:rPr lang="en-AU" sz="4000" b="1"/>
              <a:t>probability</a:t>
            </a:r>
            <a:r>
              <a:rPr lang="en-AU" sz="4000"/>
              <a:t> of picking a blue marble? Represent your answer as a </a:t>
            </a:r>
            <a:r>
              <a:rPr lang="en-AU" sz="4000" b="1"/>
              <a:t>fraction</a:t>
            </a:r>
            <a:r>
              <a:rPr lang="en-AU" sz="4000"/>
              <a:t>.</a:t>
            </a:r>
            <a:endParaRPr lang="en-US" sz="4000">
              <a:latin typeface="+mn-lt"/>
              <a:cs typeface="Arial"/>
            </a:endParaRPr>
          </a:p>
        </p:txBody>
      </p:sp>
      <p:pic>
        <p:nvPicPr>
          <p:cNvPr id="4" name="Picture 3" descr="image of a clipboard with a pencil recording short answer responses">
            <a:extLst>
              <a:ext uri="{FF2B5EF4-FFF2-40B4-BE49-F238E27FC236}">
                <a16:creationId xmlns:a16="http://schemas.microsoft.com/office/drawing/2014/main" id="{21214CBC-B671-BA4C-E583-4EAEC31F1FE3}"/>
              </a:ext>
            </a:extLst>
          </p:cNvPr>
          <p:cNvPicPr>
            <a:picLocks noChangeAspect="1"/>
          </p:cNvPicPr>
          <p:nvPr/>
        </p:nvPicPr>
        <p:blipFill>
          <a:blip r:embed="rId3"/>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21265813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8D986D-6D17-4AF1-8968-0D0D4C44B90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A1E5DD1-AEBC-FDC0-6BF2-FB696E3A8062}"/>
              </a:ext>
            </a:extLst>
          </p:cNvPr>
          <p:cNvSpPr>
            <a:spLocks noGrp="1"/>
          </p:cNvSpPr>
          <p:nvPr>
            <p:ph type="sldNum" sz="quarter" idx="12"/>
          </p:nvPr>
        </p:nvSpPr>
        <p:spPr/>
        <p:txBody>
          <a:bodyPr/>
          <a:lstStyle/>
          <a:p>
            <a:fld id="{10A01DC5-1685-4615-8240-15192985C6A2}" type="slidenum">
              <a:rPr lang="en-AU" smtClean="0"/>
              <a:t>29</a:t>
            </a:fld>
            <a:endParaRPr lang="en-AU"/>
          </a:p>
        </p:txBody>
      </p:sp>
      <p:sp>
        <p:nvSpPr>
          <p:cNvPr id="3" name="Title 2">
            <a:extLst>
              <a:ext uri="{FF2B5EF4-FFF2-40B4-BE49-F238E27FC236}">
                <a16:creationId xmlns:a16="http://schemas.microsoft.com/office/drawing/2014/main" id="{1BA11519-040C-7679-15EE-A8789BC06BE3}"/>
              </a:ext>
            </a:extLst>
          </p:cNvPr>
          <p:cNvSpPr>
            <a:spLocks noGrp="1"/>
          </p:cNvSpPr>
          <p:nvPr>
            <p:ph type="title"/>
          </p:nvPr>
        </p:nvSpPr>
        <p:spPr/>
        <p:txBody>
          <a:bodyPr/>
          <a:lstStyle/>
          <a:p>
            <a:r>
              <a:rPr lang="en-US">
                <a:latin typeface="Arial"/>
                <a:cs typeface="Arial"/>
              </a:rPr>
              <a:t>Short </a:t>
            </a:r>
            <a:r>
              <a:rPr lang="en-US">
                <a:solidFill>
                  <a:srgbClr val="002060"/>
                </a:solidFill>
                <a:latin typeface="Arial"/>
                <a:cs typeface="Arial"/>
              </a:rPr>
              <a:t>response </a:t>
            </a:r>
            <a:r>
              <a:rPr lang="en-US">
                <a:solidFill>
                  <a:schemeClr val="bg1"/>
                </a:solidFill>
                <a:latin typeface="Arial"/>
                <a:cs typeface="Arial"/>
              </a:rPr>
              <a:t>(15)</a:t>
            </a:r>
          </a:p>
        </p:txBody>
      </p:sp>
      <p:sp>
        <p:nvSpPr>
          <p:cNvPr id="11" name="Picture Placeholder 10">
            <a:extLst>
              <a:ext uri="{FF2B5EF4-FFF2-40B4-BE49-F238E27FC236}">
                <a16:creationId xmlns:a16="http://schemas.microsoft.com/office/drawing/2014/main" id="{352E0507-6E6B-EB8A-88E2-35DDFC075B74}"/>
              </a:ext>
            </a:extLst>
          </p:cNvPr>
          <p:cNvSpPr>
            <a:spLocks noGrp="1"/>
          </p:cNvSpPr>
          <p:nvPr>
            <p:ph type="pic" sz="quarter" idx="21"/>
          </p:nvPr>
        </p:nvSpPr>
        <p:spPr>
          <a:xfrm>
            <a:off x="360000" y="1760593"/>
            <a:ext cx="11243037" cy="3336814"/>
          </a:xfrm>
        </p:spPr>
        <p:txBody>
          <a:bodyPr/>
          <a:lstStyle/>
          <a:p>
            <a:pPr algn="ctr"/>
            <a:r>
              <a:rPr lang="en-AU" sz="4400"/>
              <a:t>The area of the floor of a rectangular tent is </a:t>
            </a:r>
            <a:r>
              <a:rPr lang="en-AU" sz="4400" b="1"/>
              <a:t>72 m²</a:t>
            </a:r>
            <a:r>
              <a:rPr lang="en-AU" sz="4400"/>
              <a:t> and the </a:t>
            </a:r>
            <a:r>
              <a:rPr lang="en-AU" sz="4400" b="1"/>
              <a:t>length</a:t>
            </a:r>
            <a:r>
              <a:rPr lang="en-AU" sz="4400"/>
              <a:t> is </a:t>
            </a:r>
            <a:r>
              <a:rPr lang="en-AU" sz="4400" b="1"/>
              <a:t>9 metres</a:t>
            </a:r>
            <a:r>
              <a:rPr lang="en-AU" sz="4400"/>
              <a:t>.</a:t>
            </a:r>
          </a:p>
          <a:p>
            <a:pPr algn="ctr"/>
            <a:r>
              <a:rPr lang="en-AU" sz="4400"/>
              <a:t>What is the </a:t>
            </a:r>
            <a:r>
              <a:rPr lang="en-AU" sz="4400" b="1"/>
              <a:t>width</a:t>
            </a:r>
            <a:r>
              <a:rPr lang="en-AU" sz="4400"/>
              <a:t> of the tent?</a:t>
            </a:r>
          </a:p>
          <a:p>
            <a:endParaRPr lang="en-US">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5AE60A7A-7377-46D6-1913-99B349DCED23}"/>
              </a:ext>
            </a:extLst>
          </p:cNvPr>
          <p:cNvPicPr>
            <a:picLocks noChangeAspect="1"/>
          </p:cNvPicPr>
          <p:nvPr/>
        </p:nvPicPr>
        <p:blipFill>
          <a:blip r:embed="rId3"/>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23447267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165A73-E634-98E9-DB9B-0D0C734E9F85}"/>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DAE7550-980B-6F74-1F50-776AFA7A5FAF}"/>
              </a:ext>
            </a:extLst>
          </p:cNvPr>
          <p:cNvSpPr>
            <a:spLocks noGrp="1"/>
          </p:cNvSpPr>
          <p:nvPr>
            <p:ph type="sldNum" sz="quarter" idx="12"/>
          </p:nvPr>
        </p:nvSpPr>
        <p:spPr/>
        <p:txBody>
          <a:bodyPr/>
          <a:lstStyle/>
          <a:p>
            <a:fld id="{10A01DC5-1685-4615-8240-15192985C6A2}" type="slidenum">
              <a:rPr lang="en-AU" smtClean="0"/>
              <a:t>30</a:t>
            </a:fld>
            <a:endParaRPr lang="en-AU"/>
          </a:p>
        </p:txBody>
      </p:sp>
      <p:sp>
        <p:nvSpPr>
          <p:cNvPr id="3" name="Title 2">
            <a:extLst>
              <a:ext uri="{FF2B5EF4-FFF2-40B4-BE49-F238E27FC236}">
                <a16:creationId xmlns:a16="http://schemas.microsoft.com/office/drawing/2014/main" id="{EDF6C1BB-92D8-F3F1-FD83-E71E6EE5426B}"/>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(16)</a:t>
            </a:r>
          </a:p>
        </p:txBody>
      </p:sp>
      <p:sp>
        <p:nvSpPr>
          <p:cNvPr id="11" name="Picture Placeholder 10">
            <a:extLst>
              <a:ext uri="{FF2B5EF4-FFF2-40B4-BE49-F238E27FC236}">
                <a16:creationId xmlns:a16="http://schemas.microsoft.com/office/drawing/2014/main" id="{62E43AA6-EE50-7B61-E74B-D734C2893183}"/>
              </a:ext>
            </a:extLst>
          </p:cNvPr>
          <p:cNvSpPr>
            <a:spLocks noGrp="1"/>
          </p:cNvSpPr>
          <p:nvPr>
            <p:ph type="pic" sz="quarter" idx="21"/>
          </p:nvPr>
        </p:nvSpPr>
        <p:spPr>
          <a:xfrm>
            <a:off x="474481" y="1275500"/>
            <a:ext cx="11243037" cy="3336814"/>
          </a:xfrm>
        </p:spPr>
        <p:txBody>
          <a:bodyPr/>
          <a:lstStyle/>
          <a:p>
            <a:r>
              <a:rPr lang="en-US" sz="4000">
                <a:latin typeface="Arial"/>
                <a:cs typeface="Arial"/>
              </a:rPr>
              <a:t>Record the following </a:t>
            </a:r>
            <a:r>
              <a:rPr lang="en-US" sz="4000" b="1">
                <a:latin typeface="Arial"/>
                <a:cs typeface="Arial"/>
              </a:rPr>
              <a:t>masses</a:t>
            </a:r>
            <a:r>
              <a:rPr lang="en-US" sz="4000">
                <a:latin typeface="Arial"/>
                <a:cs typeface="Arial"/>
              </a:rPr>
              <a:t> in </a:t>
            </a:r>
            <a:r>
              <a:rPr lang="en-US" sz="4000" b="1">
                <a:latin typeface="Arial"/>
                <a:cs typeface="Arial"/>
              </a:rPr>
              <a:t>decimal notation</a:t>
            </a:r>
            <a:r>
              <a:rPr lang="en-US" sz="4000">
                <a:latin typeface="Arial"/>
                <a:cs typeface="Arial"/>
              </a:rPr>
              <a:t>:</a:t>
            </a:r>
          </a:p>
          <a:p>
            <a:pPr marL="571500" indent="-571500">
              <a:buFont typeface="Arial" panose="020B0604020202020204" pitchFamily="34" charset="0"/>
              <a:buChar char="•"/>
            </a:pPr>
            <a:r>
              <a:rPr lang="en-US" sz="4000">
                <a:latin typeface="Arial"/>
                <a:cs typeface="Arial"/>
              </a:rPr>
              <a:t>2 kg 250 g</a:t>
            </a:r>
          </a:p>
          <a:p>
            <a:pPr marL="571500" indent="-571500">
              <a:buFont typeface="Arial" panose="020B0604020202020204" pitchFamily="34" charset="0"/>
              <a:buChar char="•"/>
            </a:pPr>
            <a:r>
              <a:rPr lang="en-US" sz="4000">
                <a:latin typeface="Arial"/>
                <a:cs typeface="Arial"/>
              </a:rPr>
              <a:t>32 kg 705 g</a:t>
            </a:r>
          </a:p>
          <a:p>
            <a:pPr marL="571500" indent="-571500">
              <a:buFont typeface="Arial" panose="020B0604020202020204" pitchFamily="34" charset="0"/>
              <a:buChar char="•"/>
            </a:pPr>
            <a:r>
              <a:rPr lang="en-US" sz="4000">
                <a:latin typeface="Arial"/>
                <a:cs typeface="Arial"/>
              </a:rPr>
              <a:t>16 kg 400 g </a:t>
            </a:r>
            <a:endParaRPr lang="en-US" sz="4000"/>
          </a:p>
          <a:p>
            <a:endParaRPr lang="en-US">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67930802-0D15-204B-8B8B-C39671389CDA}"/>
              </a:ext>
            </a:extLst>
          </p:cNvPr>
          <p:cNvPicPr>
            <a:picLocks noChangeAspect="1"/>
          </p:cNvPicPr>
          <p:nvPr/>
        </p:nvPicPr>
        <p:blipFill>
          <a:blip r:embed="rId3"/>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41738838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E99FCAD-B981-9BBC-C5BF-914232435E08}"/>
              </a:ext>
            </a:extLst>
          </p:cNvPr>
          <p:cNvSpPr>
            <a:spLocks noGrp="1"/>
          </p:cNvSpPr>
          <p:nvPr>
            <p:ph type="sldNum" sz="quarter" idx="12"/>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10A01DC5-1685-4615-8240-15192985C6A2}" type="slidenum">
              <a:rPr kumimoji="0" lang="en-AU" sz="1200" b="0" i="0" u="none" strike="noStrike" kern="1200" cap="none" spc="0" normalizeH="0" baseline="0" noProof="0" smtClean="0">
                <a:ln>
                  <a:noFill/>
                </a:ln>
                <a:solidFill>
                  <a:srgbClr val="22272B"/>
                </a:solidFill>
                <a:effectLst/>
                <a:uLnTx/>
                <a:uFillTx/>
                <a:latin typeface="Public Sans Light"/>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31</a:t>
            </a:fld>
            <a:endParaRPr kumimoji="0" lang="en-AU" sz="12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3" name="Title 2">
            <a:extLst>
              <a:ext uri="{FF2B5EF4-FFF2-40B4-BE49-F238E27FC236}">
                <a16:creationId xmlns:a16="http://schemas.microsoft.com/office/drawing/2014/main" id="{BFA0CD49-38C1-73C3-4824-50A92743DDE1}"/>
              </a:ext>
            </a:extLst>
          </p:cNvPr>
          <p:cNvSpPr>
            <a:spLocks noGrp="1"/>
          </p:cNvSpPr>
          <p:nvPr>
            <p:ph type="title"/>
          </p:nvPr>
        </p:nvSpPr>
        <p:spPr>
          <a:xfrm>
            <a:off x="360000" y="360000"/>
            <a:ext cx="11484000" cy="545601"/>
          </a:xfrm>
        </p:spPr>
        <p:txBody>
          <a:bodyPr/>
          <a:lstStyle/>
          <a:p>
            <a:r>
              <a:rPr lang="en-AU"/>
              <a:t>Activity 4 – partitioning numbers to 1 billion</a:t>
            </a:r>
          </a:p>
        </p:txBody>
      </p:sp>
      <p:sp>
        <p:nvSpPr>
          <p:cNvPr id="4" name="Rectangle 3">
            <a:extLst>
              <a:ext uri="{FF2B5EF4-FFF2-40B4-BE49-F238E27FC236}">
                <a16:creationId xmlns:a16="http://schemas.microsoft.com/office/drawing/2014/main" id="{36E910DE-B716-8116-F945-48775BC88932}"/>
              </a:ext>
            </a:extLst>
          </p:cNvPr>
          <p:cNvSpPr/>
          <p:nvPr/>
        </p:nvSpPr>
        <p:spPr>
          <a:xfrm>
            <a:off x="3970697" y="1109168"/>
            <a:ext cx="4131733" cy="12192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en-AU" sz="4000" b="1" i="0" u="none" strike="noStrike" kern="1200" cap="none" spc="0" normalizeH="0" baseline="0" noProof="0">
                <a:ln>
                  <a:noFill/>
                </a:ln>
                <a:solidFill>
                  <a:srgbClr val="22272B"/>
                </a:solidFill>
                <a:effectLst/>
                <a:uLnTx/>
                <a:uFillTx/>
                <a:latin typeface="Arial" panose="020B0604020202020204" pitchFamily="34" charset="0"/>
                <a:cs typeface="Arial" panose="020B0604020202020204" pitchFamily="34" charset="0"/>
              </a:rPr>
              <a:t>277 534 122</a:t>
            </a:r>
          </a:p>
        </p:txBody>
      </p:sp>
      <p:sp>
        <p:nvSpPr>
          <p:cNvPr id="5" name="Freeform 28" descr="A place value expander showing the place value of 277534122">
            <a:extLst>
              <a:ext uri="{FF2B5EF4-FFF2-40B4-BE49-F238E27FC236}">
                <a16:creationId xmlns:a16="http://schemas.microsoft.com/office/drawing/2014/main" id="{B6A11FA7-74E4-6EEF-A6F8-0C92B85FB797}"/>
              </a:ext>
              <a:ext uri="{C183D7F6-B498-43B3-948B-1728B52AA6E4}">
                <adec:decorative xmlns:adec="http://schemas.microsoft.com/office/drawing/2017/decorative" val="0"/>
              </a:ext>
            </a:extLst>
          </p:cNvPr>
          <p:cNvSpPr/>
          <p:nvPr/>
        </p:nvSpPr>
        <p:spPr>
          <a:xfrm>
            <a:off x="256032" y="2594375"/>
            <a:ext cx="11778392" cy="921235"/>
          </a:xfrm>
          <a:custGeom>
            <a:avLst/>
            <a:gdLst/>
            <a:ahLst/>
            <a:cxnLst/>
            <a:rect l="l" t="t" r="r" b="b"/>
            <a:pathLst>
              <a:path w="7169512" h="560756">
                <a:moveTo>
                  <a:pt x="0" y="0"/>
                </a:moveTo>
                <a:lnTo>
                  <a:pt x="7169512" y="0"/>
                </a:lnTo>
                <a:lnTo>
                  <a:pt x="7169512" y="560756"/>
                </a:lnTo>
                <a:lnTo>
                  <a:pt x="0" y="560756"/>
                </a:lnTo>
                <a:lnTo>
                  <a:pt x="0" y="0"/>
                </a:lnTo>
                <a:close/>
              </a:path>
            </a:pathLst>
          </a:custGeom>
          <a:blipFill>
            <a:blip r:embed="rId3"/>
            <a:stretch>
              <a:fillRect t="-3242" b="-3242"/>
            </a:stretch>
          </a:blip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grpSp>
        <p:nvGrpSpPr>
          <p:cNvPr id="7" name="Group 6">
            <a:extLst>
              <a:ext uri="{FF2B5EF4-FFF2-40B4-BE49-F238E27FC236}">
                <a16:creationId xmlns:a16="http://schemas.microsoft.com/office/drawing/2014/main" id="{1664E722-4F39-AED2-AEA1-714F203CDB14}"/>
              </a:ext>
              <a:ext uri="{C183D7F6-B498-43B3-948B-1728B52AA6E4}">
                <adec:decorative xmlns:adec="http://schemas.microsoft.com/office/drawing/2017/decorative" val="1"/>
              </a:ext>
            </a:extLst>
          </p:cNvPr>
          <p:cNvGrpSpPr/>
          <p:nvPr/>
        </p:nvGrpSpPr>
        <p:grpSpPr>
          <a:xfrm>
            <a:off x="256032" y="2904744"/>
            <a:ext cx="10677144" cy="697992"/>
            <a:chOff x="256032" y="2904744"/>
            <a:chExt cx="10677144" cy="697992"/>
          </a:xfrm>
        </p:grpSpPr>
        <p:sp>
          <p:nvSpPr>
            <p:cNvPr id="8" name="TextBox 7">
              <a:extLst>
                <a:ext uri="{FF2B5EF4-FFF2-40B4-BE49-F238E27FC236}">
                  <a16:creationId xmlns:a16="http://schemas.microsoft.com/office/drawing/2014/main" id="{365422C1-624D-9FC2-01D2-58A0BD2CA2C6}"/>
                </a:ext>
              </a:extLst>
            </p:cNvPr>
            <p:cNvSpPr txBox="1"/>
            <p:nvPr/>
          </p:nvSpPr>
          <p:spPr>
            <a:xfrm>
              <a:off x="256032" y="2944368"/>
              <a:ext cx="621792" cy="658368"/>
            </a:xfrm>
            <a:prstGeom prst="rect">
              <a:avLst/>
            </a:prstGeom>
            <a:noFill/>
          </p:spPr>
          <p:txBody>
            <a:bodyPr wrap="none" lIns="0" tIns="0" rIns="0" bIns="0" rtlCol="0">
              <a:noAutofit/>
            </a:bodyP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en-AU" sz="2000" b="0" i="0" u="none" strike="noStrike" kern="1200" cap="none" spc="0" normalizeH="0" baseline="0" noProof="0">
                  <a:ln>
                    <a:noFill/>
                  </a:ln>
                  <a:solidFill>
                    <a:srgbClr val="22272B"/>
                  </a:solidFill>
                  <a:effectLst/>
                  <a:uLnTx/>
                  <a:uFillTx/>
                  <a:latin typeface="Edu NSW ACT Foundation" panose="020B0604020202020204" charset="0"/>
                  <a:ea typeface="+mn-ea"/>
                  <a:cs typeface="+mn-cs"/>
                </a:rPr>
                <a:t>277</a:t>
              </a:r>
            </a:p>
          </p:txBody>
        </p:sp>
        <p:sp>
          <p:nvSpPr>
            <p:cNvPr id="9" name="TextBox 8">
              <a:extLst>
                <a:ext uri="{FF2B5EF4-FFF2-40B4-BE49-F238E27FC236}">
                  <a16:creationId xmlns:a16="http://schemas.microsoft.com/office/drawing/2014/main" id="{9C4A307C-E1B0-F931-B545-B62CDC4076E6}"/>
                </a:ext>
              </a:extLst>
            </p:cNvPr>
            <p:cNvSpPr txBox="1"/>
            <p:nvPr/>
          </p:nvSpPr>
          <p:spPr>
            <a:xfrm>
              <a:off x="1935480" y="2932176"/>
              <a:ext cx="621792" cy="658368"/>
            </a:xfrm>
            <a:prstGeom prst="rect">
              <a:avLst/>
            </a:prstGeom>
            <a:noFill/>
          </p:spPr>
          <p:txBody>
            <a:bodyPr wrap="none" lIns="0" tIns="0" rIns="0" bIns="0" rtlCol="0">
              <a:noAutofit/>
            </a:bodyP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en-AU" sz="2000" b="0" i="0" u="none" strike="noStrike" kern="1200" cap="none" spc="0" normalizeH="0" baseline="0" noProof="0">
                  <a:ln>
                    <a:noFill/>
                  </a:ln>
                  <a:solidFill>
                    <a:srgbClr val="22272B"/>
                  </a:solidFill>
                  <a:effectLst/>
                  <a:uLnTx/>
                  <a:uFillTx/>
                  <a:latin typeface="Edu NSW ACT Foundation" panose="020B0604020202020204" charset="0"/>
                  <a:ea typeface="+mn-ea"/>
                  <a:cs typeface="+mn-cs"/>
                </a:rPr>
                <a:t>5</a:t>
              </a:r>
            </a:p>
          </p:txBody>
        </p:sp>
        <p:sp>
          <p:nvSpPr>
            <p:cNvPr id="10" name="TextBox 9">
              <a:extLst>
                <a:ext uri="{FF2B5EF4-FFF2-40B4-BE49-F238E27FC236}">
                  <a16:creationId xmlns:a16="http://schemas.microsoft.com/office/drawing/2014/main" id="{9BFFF947-AE35-412B-8095-E85A75DCB54C}"/>
                </a:ext>
              </a:extLst>
            </p:cNvPr>
            <p:cNvSpPr txBox="1"/>
            <p:nvPr/>
          </p:nvSpPr>
          <p:spPr>
            <a:xfrm>
              <a:off x="3581400" y="2923032"/>
              <a:ext cx="621792" cy="658368"/>
            </a:xfrm>
            <a:prstGeom prst="rect">
              <a:avLst/>
            </a:prstGeom>
            <a:noFill/>
          </p:spPr>
          <p:txBody>
            <a:bodyPr wrap="none" lIns="0" tIns="0" rIns="0" bIns="0" rtlCol="0">
              <a:noAutofit/>
            </a:bodyP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en-AU" sz="2000" b="0" i="0" u="none" strike="noStrike" kern="1200" cap="none" spc="0" normalizeH="0" baseline="0" noProof="0">
                  <a:ln>
                    <a:noFill/>
                  </a:ln>
                  <a:solidFill>
                    <a:srgbClr val="22272B"/>
                  </a:solidFill>
                  <a:effectLst/>
                  <a:uLnTx/>
                  <a:uFillTx/>
                  <a:latin typeface="Edu NSW ACT Foundation" panose="020B0604020202020204" charset="0"/>
                  <a:ea typeface="+mn-ea"/>
                  <a:cs typeface="+mn-cs"/>
                </a:rPr>
                <a:t>3</a:t>
              </a:r>
            </a:p>
          </p:txBody>
        </p:sp>
        <p:sp>
          <p:nvSpPr>
            <p:cNvPr id="11" name="TextBox 10">
              <a:extLst>
                <a:ext uri="{FF2B5EF4-FFF2-40B4-BE49-F238E27FC236}">
                  <a16:creationId xmlns:a16="http://schemas.microsoft.com/office/drawing/2014/main" id="{F87B1584-81B6-7176-81CE-7BF17E0946E0}"/>
                </a:ext>
              </a:extLst>
            </p:cNvPr>
            <p:cNvSpPr txBox="1"/>
            <p:nvPr/>
          </p:nvSpPr>
          <p:spPr>
            <a:xfrm>
              <a:off x="5282184" y="2904744"/>
              <a:ext cx="621792" cy="658368"/>
            </a:xfrm>
            <a:prstGeom prst="rect">
              <a:avLst/>
            </a:prstGeom>
            <a:noFill/>
          </p:spPr>
          <p:txBody>
            <a:bodyPr wrap="none" lIns="0" tIns="0" rIns="0" bIns="0" rtlCol="0">
              <a:noAutofit/>
            </a:bodyP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en-AU" sz="2000" b="0" i="0" u="none" strike="noStrike" kern="1200" cap="none" spc="0" normalizeH="0" baseline="0" noProof="0">
                  <a:ln>
                    <a:noFill/>
                  </a:ln>
                  <a:solidFill>
                    <a:srgbClr val="22272B"/>
                  </a:solidFill>
                  <a:effectLst/>
                  <a:uLnTx/>
                  <a:uFillTx/>
                  <a:latin typeface="Edu NSW ACT Foundation" panose="020B0604020202020204" charset="0"/>
                  <a:ea typeface="+mn-ea"/>
                  <a:cs typeface="+mn-cs"/>
                </a:rPr>
                <a:t>4</a:t>
              </a:r>
            </a:p>
          </p:txBody>
        </p:sp>
        <p:sp>
          <p:nvSpPr>
            <p:cNvPr id="12" name="TextBox 11">
              <a:extLst>
                <a:ext uri="{FF2B5EF4-FFF2-40B4-BE49-F238E27FC236}">
                  <a16:creationId xmlns:a16="http://schemas.microsoft.com/office/drawing/2014/main" id="{5F592CFB-4536-4009-E01B-6874B600A44A}"/>
                </a:ext>
              </a:extLst>
            </p:cNvPr>
            <p:cNvSpPr txBox="1"/>
            <p:nvPr/>
          </p:nvSpPr>
          <p:spPr>
            <a:xfrm>
              <a:off x="6955536" y="2904744"/>
              <a:ext cx="621792" cy="658368"/>
            </a:xfrm>
            <a:prstGeom prst="rect">
              <a:avLst/>
            </a:prstGeom>
            <a:noFill/>
          </p:spPr>
          <p:txBody>
            <a:bodyPr wrap="none" lIns="0" tIns="0" rIns="0" bIns="0" rtlCol="0">
              <a:noAutofit/>
            </a:bodyP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en-AU" sz="2000" b="0" i="0" u="none" strike="noStrike" kern="1200" cap="none" spc="0" normalizeH="0" baseline="0" noProof="0">
                  <a:ln>
                    <a:noFill/>
                  </a:ln>
                  <a:solidFill>
                    <a:srgbClr val="22272B"/>
                  </a:solidFill>
                  <a:effectLst/>
                  <a:uLnTx/>
                  <a:uFillTx/>
                  <a:latin typeface="Edu NSW ACT Foundation" panose="020B0604020202020204" charset="0"/>
                  <a:ea typeface="+mn-ea"/>
                  <a:cs typeface="+mn-cs"/>
                </a:rPr>
                <a:t>1</a:t>
              </a:r>
            </a:p>
          </p:txBody>
        </p:sp>
        <p:sp>
          <p:nvSpPr>
            <p:cNvPr id="13" name="TextBox 12">
              <a:extLst>
                <a:ext uri="{FF2B5EF4-FFF2-40B4-BE49-F238E27FC236}">
                  <a16:creationId xmlns:a16="http://schemas.microsoft.com/office/drawing/2014/main" id="{CC4D484C-29BA-3151-79D1-4144601CF9C1}"/>
                </a:ext>
              </a:extLst>
            </p:cNvPr>
            <p:cNvSpPr txBox="1"/>
            <p:nvPr/>
          </p:nvSpPr>
          <p:spPr>
            <a:xfrm>
              <a:off x="8638032" y="2923032"/>
              <a:ext cx="621792" cy="658368"/>
            </a:xfrm>
            <a:prstGeom prst="rect">
              <a:avLst/>
            </a:prstGeom>
            <a:noFill/>
          </p:spPr>
          <p:txBody>
            <a:bodyPr wrap="none" lIns="0" tIns="0" rIns="0" bIns="0" rtlCol="0">
              <a:noAutofit/>
            </a:bodyP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en-AU" sz="2000" b="0" i="0" u="none" strike="noStrike" kern="1200" cap="none" spc="0" normalizeH="0" baseline="0" noProof="0">
                  <a:ln>
                    <a:noFill/>
                  </a:ln>
                  <a:solidFill>
                    <a:srgbClr val="22272B"/>
                  </a:solidFill>
                  <a:effectLst/>
                  <a:uLnTx/>
                  <a:uFillTx/>
                  <a:latin typeface="Edu NSW ACT Foundation" panose="020B0604020202020204" charset="0"/>
                  <a:ea typeface="+mn-ea"/>
                  <a:cs typeface="+mn-cs"/>
                </a:rPr>
                <a:t>2</a:t>
              </a:r>
            </a:p>
          </p:txBody>
        </p:sp>
        <p:sp>
          <p:nvSpPr>
            <p:cNvPr id="14" name="TextBox 13">
              <a:extLst>
                <a:ext uri="{FF2B5EF4-FFF2-40B4-BE49-F238E27FC236}">
                  <a16:creationId xmlns:a16="http://schemas.microsoft.com/office/drawing/2014/main" id="{25E4C9FA-9CB1-1739-E661-9F6AEB59E52A}"/>
                </a:ext>
              </a:extLst>
            </p:cNvPr>
            <p:cNvSpPr txBox="1"/>
            <p:nvPr/>
          </p:nvSpPr>
          <p:spPr>
            <a:xfrm>
              <a:off x="10311384" y="2941320"/>
              <a:ext cx="621792" cy="658368"/>
            </a:xfrm>
            <a:prstGeom prst="rect">
              <a:avLst/>
            </a:prstGeom>
            <a:noFill/>
          </p:spPr>
          <p:txBody>
            <a:bodyPr wrap="none" lIns="0" tIns="0" rIns="0" bIns="0" rtlCol="0">
              <a:noAutofit/>
            </a:bodyP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en-AU" sz="2000" b="0" i="0" u="none" strike="noStrike" kern="1200" cap="none" spc="0" normalizeH="0" baseline="0" noProof="0">
                  <a:ln>
                    <a:noFill/>
                  </a:ln>
                  <a:solidFill>
                    <a:srgbClr val="22272B"/>
                  </a:solidFill>
                  <a:effectLst/>
                  <a:uLnTx/>
                  <a:uFillTx/>
                  <a:latin typeface="Edu NSW ACT Foundation" panose="020B0604020202020204" charset="0"/>
                  <a:ea typeface="+mn-ea"/>
                  <a:cs typeface="+mn-cs"/>
                </a:rPr>
                <a:t>2</a:t>
              </a:r>
            </a:p>
          </p:txBody>
        </p:sp>
      </p:grpSp>
      <p:grpSp>
        <p:nvGrpSpPr>
          <p:cNvPr id="19" name="Group 18">
            <a:extLst>
              <a:ext uri="{FF2B5EF4-FFF2-40B4-BE49-F238E27FC236}">
                <a16:creationId xmlns:a16="http://schemas.microsoft.com/office/drawing/2014/main" id="{1A10DE3E-54A8-CA11-0375-8BE2C67E37DA}"/>
              </a:ext>
              <a:ext uri="{C183D7F6-B498-43B3-948B-1728B52AA6E4}">
                <adec:decorative xmlns:adec="http://schemas.microsoft.com/office/drawing/2017/decorative" val="1"/>
              </a:ext>
            </a:extLst>
          </p:cNvPr>
          <p:cNvGrpSpPr/>
          <p:nvPr/>
        </p:nvGrpSpPr>
        <p:grpSpPr>
          <a:xfrm>
            <a:off x="2715768" y="2871216"/>
            <a:ext cx="4043172" cy="582168"/>
            <a:chOff x="2715768" y="2871216"/>
            <a:chExt cx="4043172" cy="582168"/>
          </a:xfrm>
        </p:grpSpPr>
        <p:cxnSp>
          <p:nvCxnSpPr>
            <p:cNvPr id="16" name="Straight Connector 15">
              <a:extLst>
                <a:ext uri="{FF2B5EF4-FFF2-40B4-BE49-F238E27FC236}">
                  <a16:creationId xmlns:a16="http://schemas.microsoft.com/office/drawing/2014/main" id="{6BE36DFA-ABA4-1A15-7818-E533C24D7507}"/>
                </a:ext>
              </a:extLst>
            </p:cNvPr>
            <p:cNvCxnSpPr/>
            <p:nvPr/>
          </p:nvCxnSpPr>
          <p:spPr>
            <a:xfrm flipV="1">
              <a:off x="2715768" y="2871216"/>
              <a:ext cx="722376" cy="566928"/>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C6AD681-74AB-2EF5-825F-E7F98662F10E}"/>
                </a:ext>
              </a:extLst>
            </p:cNvPr>
            <p:cNvCxnSpPr/>
            <p:nvPr/>
          </p:nvCxnSpPr>
          <p:spPr>
            <a:xfrm flipV="1">
              <a:off x="4335780" y="2886456"/>
              <a:ext cx="722376" cy="566928"/>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4D5E7E7E-08BD-944D-6724-726DCCD57551}"/>
                </a:ext>
              </a:extLst>
            </p:cNvPr>
            <p:cNvCxnSpPr/>
            <p:nvPr/>
          </p:nvCxnSpPr>
          <p:spPr>
            <a:xfrm flipV="1">
              <a:off x="6036564" y="2872740"/>
              <a:ext cx="722376" cy="566928"/>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6" name="TextBox 5">
            <a:extLst>
              <a:ext uri="{FF2B5EF4-FFF2-40B4-BE49-F238E27FC236}">
                <a16:creationId xmlns:a16="http://schemas.microsoft.com/office/drawing/2014/main" id="{09EE0511-7B2E-F423-D8E4-9AFD904D559D}"/>
              </a:ext>
            </a:extLst>
          </p:cNvPr>
          <p:cNvSpPr txBox="1"/>
          <p:nvPr/>
        </p:nvSpPr>
        <p:spPr>
          <a:xfrm>
            <a:off x="634637" y="4631786"/>
            <a:ext cx="7153002" cy="921235"/>
          </a:xfrm>
          <a:prstGeom prst="rect">
            <a:avLst/>
          </a:prstGeom>
          <a:noFill/>
        </p:spPr>
        <p:txBody>
          <a:bodyPr wrap="square" lIns="0" tIns="0" rIns="0" bIns="0" rtlCol="0">
            <a:noAutofit/>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lang="en-AU" sz="2800" b="0" i="0" u="none" strike="noStrike" kern="1200" cap="none" spc="0" normalizeH="0" baseline="0" noProof="0">
                <a:ln>
                  <a:noFill/>
                </a:ln>
                <a:solidFill>
                  <a:srgbClr val="22272B"/>
                </a:solidFill>
                <a:effectLst/>
                <a:uLnTx/>
                <a:uFillTx/>
                <a:latin typeface="Arial" panose="020B0604020202020204" pitchFamily="34" charset="0"/>
                <a:cs typeface="Arial" panose="020B0604020202020204" pitchFamily="34" charset="0"/>
              </a:rPr>
              <a:t>Can this number be partitioned without using </a:t>
            </a:r>
            <a:r>
              <a:rPr kumimoji="0" lang="en-AU" sz="2800" b="1" i="1" u="none" strike="noStrike" kern="1200" cap="none" spc="0" normalizeH="0" baseline="0" noProof="0">
                <a:ln>
                  <a:noFill/>
                </a:ln>
                <a:solidFill>
                  <a:srgbClr val="22272B"/>
                </a:solidFill>
                <a:effectLst/>
                <a:uLnTx/>
                <a:uFillTx/>
                <a:latin typeface="Arial" panose="020B0604020202020204" pitchFamily="34" charset="0"/>
                <a:cs typeface="Arial" panose="020B0604020202020204" pitchFamily="34" charset="0"/>
              </a:rPr>
              <a:t>thousands</a:t>
            </a:r>
            <a:r>
              <a:rPr kumimoji="0" lang="en-AU" sz="2800" b="0" i="0" u="none" strike="noStrike" kern="1200" cap="none" spc="0" normalizeH="0" baseline="0" noProof="0">
                <a:ln>
                  <a:noFill/>
                </a:ln>
                <a:solidFill>
                  <a:srgbClr val="22272B"/>
                </a:solidFill>
                <a:effectLst/>
                <a:uLnTx/>
                <a:uFillTx/>
                <a:latin typeface="Arial" panose="020B0604020202020204" pitchFamily="34" charset="0"/>
                <a:cs typeface="Arial" panose="020B0604020202020204" pitchFamily="34" charset="0"/>
              </a:rPr>
              <a:t>?</a:t>
            </a:r>
          </a:p>
        </p:txBody>
      </p:sp>
      <p:sp>
        <p:nvSpPr>
          <p:cNvPr id="15" name="TextBox 14">
            <a:extLst>
              <a:ext uri="{FF2B5EF4-FFF2-40B4-BE49-F238E27FC236}">
                <a16:creationId xmlns:a16="http://schemas.microsoft.com/office/drawing/2014/main" id="{69B2C441-1FF2-A1B5-BABB-37E41D248129}"/>
              </a:ext>
            </a:extLst>
          </p:cNvPr>
          <p:cNvSpPr txBox="1"/>
          <p:nvPr/>
        </p:nvSpPr>
        <p:spPr>
          <a:xfrm>
            <a:off x="614316" y="5747962"/>
            <a:ext cx="7173323" cy="921235"/>
          </a:xfrm>
          <a:prstGeom prst="rect">
            <a:avLst/>
          </a:prstGeom>
          <a:noFill/>
        </p:spPr>
        <p:txBody>
          <a:bodyPr wrap="square" lIns="0" tIns="0" rIns="0" bIns="0" rtlCol="0">
            <a:noAutofit/>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lang="en-AU" sz="2800" b="0" i="0" u="none" strike="noStrike" kern="1200" cap="none" spc="0" normalizeH="0" baseline="0" noProof="0">
                <a:ln>
                  <a:noFill/>
                </a:ln>
                <a:solidFill>
                  <a:srgbClr val="22272B"/>
                </a:solidFill>
                <a:effectLst/>
                <a:uLnTx/>
                <a:uFillTx/>
                <a:latin typeface="Arial" panose="020B0604020202020204" pitchFamily="34" charset="0"/>
                <a:cs typeface="Arial" panose="020B0604020202020204" pitchFamily="34" charset="0"/>
              </a:rPr>
              <a:t>Can this number be partitioned without using </a:t>
            </a:r>
            <a:r>
              <a:rPr kumimoji="0" lang="en-AU" sz="2800" b="1" i="1" u="none" strike="noStrike" kern="1200" cap="none" spc="0" normalizeH="0" baseline="0" noProof="0">
                <a:ln>
                  <a:noFill/>
                </a:ln>
                <a:solidFill>
                  <a:srgbClr val="22272B"/>
                </a:solidFill>
                <a:effectLst/>
                <a:uLnTx/>
                <a:uFillTx/>
                <a:latin typeface="Arial" panose="020B0604020202020204" pitchFamily="34" charset="0"/>
                <a:cs typeface="Arial" panose="020B0604020202020204" pitchFamily="34" charset="0"/>
              </a:rPr>
              <a:t>hundreds</a:t>
            </a:r>
            <a:r>
              <a:rPr kumimoji="0" lang="en-AU" sz="2800" b="0" i="0" u="none" strike="noStrike" kern="1200" cap="none" spc="0" normalizeH="0" baseline="0" noProof="0">
                <a:ln>
                  <a:noFill/>
                </a:ln>
                <a:solidFill>
                  <a:srgbClr val="22272B"/>
                </a:solidFill>
                <a:effectLst/>
                <a:uLnTx/>
                <a:uFillTx/>
                <a:latin typeface="Arial" panose="020B0604020202020204" pitchFamily="34" charset="0"/>
                <a:cs typeface="Arial" panose="020B0604020202020204" pitchFamily="34" charset="0"/>
              </a:rPr>
              <a:t>?</a:t>
            </a:r>
          </a:p>
        </p:txBody>
      </p:sp>
      <p:sp>
        <p:nvSpPr>
          <p:cNvPr id="20" name="TextBox 19">
            <a:extLst>
              <a:ext uri="{FF2B5EF4-FFF2-40B4-BE49-F238E27FC236}">
                <a16:creationId xmlns:a16="http://schemas.microsoft.com/office/drawing/2014/main" id="{E3EA7A10-3C42-5BCB-8AAA-8B73C64A6AB7}"/>
              </a:ext>
            </a:extLst>
          </p:cNvPr>
          <p:cNvSpPr txBox="1"/>
          <p:nvPr/>
        </p:nvSpPr>
        <p:spPr>
          <a:xfrm>
            <a:off x="678180" y="3892484"/>
            <a:ext cx="5358384" cy="914400"/>
          </a:xfrm>
          <a:prstGeom prst="rect">
            <a:avLst/>
          </a:prstGeom>
          <a:noFill/>
        </p:spPr>
        <p:txBody>
          <a:bodyPr wrap="none" lIns="0" tIns="0" rIns="0" bIns="0" rtlCol="0">
            <a:noAutofit/>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lang="en-AU" sz="2800" b="0" i="0" u="none" strike="noStrike" kern="1200" cap="none" spc="0" normalizeH="0" baseline="0" noProof="0" dirty="0">
                <a:ln>
                  <a:noFill/>
                </a:ln>
                <a:solidFill>
                  <a:srgbClr val="22272B"/>
                </a:solidFill>
                <a:effectLst/>
                <a:uLnTx/>
                <a:uFillTx/>
                <a:latin typeface="Arial" panose="020B0604020202020204" pitchFamily="34" charset="0"/>
                <a:cs typeface="Arial" panose="020B0604020202020204" pitchFamily="34" charset="0"/>
              </a:rPr>
              <a:t>277 millions 534 thousands 1 hundreds 2 tens 2 ones</a:t>
            </a:r>
          </a:p>
        </p:txBody>
      </p:sp>
      <p:pic>
        <p:nvPicPr>
          <p:cNvPr id="21" name="Picture 20">
            <a:extLst>
              <a:ext uri="{FF2B5EF4-FFF2-40B4-BE49-F238E27FC236}">
                <a16:creationId xmlns:a16="http://schemas.microsoft.com/office/drawing/2014/main" id="{F184EBCD-9FA6-BF7F-46A7-F709885E96F3}"/>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8013599" y="5165987"/>
            <a:ext cx="762602" cy="762602"/>
          </a:xfrm>
          <a:prstGeom prst="rect">
            <a:avLst/>
          </a:prstGeom>
        </p:spPr>
      </p:pic>
      <p:sp>
        <p:nvSpPr>
          <p:cNvPr id="23" name="TextBox 22">
            <a:extLst>
              <a:ext uri="{FF2B5EF4-FFF2-40B4-BE49-F238E27FC236}">
                <a16:creationId xmlns:a16="http://schemas.microsoft.com/office/drawing/2014/main" id="{1664C41C-3E34-F4B9-510F-E7A0127C12F9}"/>
              </a:ext>
            </a:extLst>
          </p:cNvPr>
          <p:cNvSpPr txBox="1"/>
          <p:nvPr/>
        </p:nvSpPr>
        <p:spPr>
          <a:xfrm>
            <a:off x="8805935" y="5092403"/>
            <a:ext cx="3228489" cy="461665"/>
          </a:xfrm>
          <a:prstGeom prst="rect">
            <a:avLst/>
          </a:prstGeom>
          <a:noFill/>
        </p:spPr>
        <p:txBody>
          <a:bodyPr wrap="square">
            <a:spAutoFit/>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lang="en-AU" sz="2400" b="0" i="0" u="sng" strike="noStrike" kern="1200" cap="none" spc="0" normalizeH="0" baseline="0" noProof="0">
                <a:ln>
                  <a:noFill/>
                </a:ln>
                <a:solidFill>
                  <a:srgbClr val="2F5496"/>
                </a:solidFill>
                <a:effectLst/>
                <a:uLnTx/>
                <a:uFillTx/>
                <a:latin typeface="Arial" panose="020B0604020202020204" pitchFamily="34" charset="0"/>
                <a:ea typeface="Calibri" panose="020F0502020204030204" pitchFamily="34" charset="0"/>
                <a:cs typeface="+mn-cs"/>
                <a:hlinkClick r:id="rId5"/>
              </a:rPr>
              <a:t>Population by Country</a:t>
            </a: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24" name="TextBox 23">
            <a:extLst>
              <a:ext uri="{FF2B5EF4-FFF2-40B4-BE49-F238E27FC236}">
                <a16:creationId xmlns:a16="http://schemas.microsoft.com/office/drawing/2014/main" id="{6E11F6AD-DAB1-4B49-6534-12FD6A6F652C}"/>
              </a:ext>
            </a:extLst>
          </p:cNvPr>
          <p:cNvSpPr txBox="1"/>
          <p:nvPr/>
        </p:nvSpPr>
        <p:spPr>
          <a:xfrm>
            <a:off x="8786112" y="5553021"/>
            <a:ext cx="3268133" cy="523220"/>
          </a:xfrm>
          <a:prstGeom prst="rect">
            <a:avLst/>
          </a:prstGeom>
          <a:noFill/>
        </p:spPr>
        <p:txBody>
          <a:bodyPr wrap="square">
            <a:spAutoFit/>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a:ln>
                  <a:noFill/>
                </a:ln>
                <a:solidFill>
                  <a:srgbClr val="22272B"/>
                </a:solidFill>
                <a:effectLst/>
                <a:uLnTx/>
                <a:uFillTx/>
                <a:latin typeface="Public Sans Light"/>
                <a:ea typeface="+mn-ea"/>
                <a:cs typeface="+mn-cs"/>
              </a:rPr>
              <a:t>https://www.worldometers.info/world-population/population-by-country/</a:t>
            </a:r>
          </a:p>
        </p:txBody>
      </p:sp>
      <p:pic>
        <p:nvPicPr>
          <p:cNvPr id="22" name="Picture 21" descr="image of a head with cogs turning inside">
            <a:extLst>
              <a:ext uri="{FF2B5EF4-FFF2-40B4-BE49-F238E27FC236}">
                <a16:creationId xmlns:a16="http://schemas.microsoft.com/office/drawing/2014/main" id="{4A161D22-7922-C525-812D-243FF29E784B}"/>
              </a:ext>
            </a:extLst>
          </p:cNvPr>
          <p:cNvPicPr>
            <a:picLocks noChangeAspect="1"/>
          </p:cNvPicPr>
          <p:nvPr/>
        </p:nvPicPr>
        <p:blipFill>
          <a:blip r:embed="rId6"/>
          <a:stretch>
            <a:fillRect/>
          </a:stretch>
        </p:blipFill>
        <p:spPr>
          <a:xfrm>
            <a:off x="11107003" y="240894"/>
            <a:ext cx="720000" cy="856364"/>
          </a:xfrm>
          <a:prstGeom prst="rect">
            <a:avLst/>
          </a:prstGeom>
          <a:ln>
            <a:noFill/>
          </a:ln>
        </p:spPr>
      </p:pic>
    </p:spTree>
    <p:extLst>
      <p:ext uri="{BB962C8B-B14F-4D97-AF65-F5344CB8AC3E}">
        <p14:creationId xmlns:p14="http://schemas.microsoft.com/office/powerpoint/2010/main" val="182287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5"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9AA317-177A-AB71-ADCD-8AE5EF981A1A}"/>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B9A12372-C1A2-E699-0EC6-99DCA1418796}"/>
              </a:ext>
            </a:extLst>
          </p:cNvPr>
          <p:cNvSpPr>
            <a:spLocks noGrp="1"/>
          </p:cNvSpPr>
          <p:nvPr>
            <p:ph type="ctrTitle"/>
          </p:nvPr>
        </p:nvSpPr>
        <p:spPr/>
        <p:txBody>
          <a:bodyPr/>
          <a:lstStyle/>
          <a:p>
            <a:r>
              <a:rPr lang="en-AU">
                <a:latin typeface="+mj-lt"/>
                <a:cs typeface="Arial"/>
              </a:rPr>
              <a:t>Review of learning 5</a:t>
            </a:r>
            <a:endParaRPr lang="en-AU">
              <a:latin typeface="+mj-lt"/>
            </a:endParaRPr>
          </a:p>
        </p:txBody>
      </p:sp>
    </p:spTree>
    <p:extLst>
      <p:ext uri="{BB962C8B-B14F-4D97-AF65-F5344CB8AC3E}">
        <p14:creationId xmlns:p14="http://schemas.microsoft.com/office/powerpoint/2010/main" val="26580453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98F811F-90F9-6EF5-D718-C527F19B166A}"/>
              </a:ext>
            </a:extLst>
          </p:cNvPr>
          <p:cNvSpPr>
            <a:spLocks noGrp="1"/>
          </p:cNvSpPr>
          <p:nvPr>
            <p:ph type="sldNum" sz="quarter" idx="12"/>
          </p:nvPr>
        </p:nvSpPr>
        <p:spPr/>
        <p:txBody>
          <a:bodyPr/>
          <a:lstStyle/>
          <a:p>
            <a:fld id="{10A01DC5-1685-4615-8240-15192985C6A2}" type="slidenum">
              <a:rPr lang="en-AU" smtClean="0"/>
              <a:t>33</a:t>
            </a:fld>
            <a:endParaRPr lang="en-AU"/>
          </a:p>
        </p:txBody>
      </p:sp>
      <p:sp>
        <p:nvSpPr>
          <p:cNvPr id="3" name="Title 2">
            <a:extLst>
              <a:ext uri="{FF2B5EF4-FFF2-40B4-BE49-F238E27FC236}">
                <a16:creationId xmlns:a16="http://schemas.microsoft.com/office/drawing/2014/main" id="{D9B1D917-5F10-1C03-2F91-16B7D7CFBF35}"/>
              </a:ext>
            </a:extLst>
          </p:cNvPr>
          <p:cNvSpPr>
            <a:spLocks noGrp="1"/>
          </p:cNvSpPr>
          <p:nvPr>
            <p:ph type="title"/>
          </p:nvPr>
        </p:nvSpPr>
        <p:spPr/>
        <p:txBody>
          <a:bodyPr/>
          <a:lstStyle/>
          <a:p>
            <a:r>
              <a:rPr lang="en-US"/>
              <a:t>Multiple </a:t>
            </a:r>
            <a:r>
              <a:rPr lang="en-US">
                <a:solidFill>
                  <a:srgbClr val="002060"/>
                </a:solidFill>
              </a:rPr>
              <a:t>choice</a:t>
            </a:r>
            <a:r>
              <a:rPr lang="en-US">
                <a:solidFill>
                  <a:schemeClr val="bg1"/>
                </a:solidFill>
              </a:rPr>
              <a:t> (3)</a:t>
            </a:r>
          </a:p>
        </p:txBody>
      </p:sp>
      <mc:AlternateContent xmlns:mc="http://schemas.openxmlformats.org/markup-compatibility/2006" xmlns:a14="http://schemas.microsoft.com/office/drawing/2010/main">
        <mc:Choice Requires="a14">
          <p:sp>
            <p:nvSpPr>
              <p:cNvPr id="18" name="Text Placeholder 17">
                <a:extLst>
                  <a:ext uri="{FF2B5EF4-FFF2-40B4-BE49-F238E27FC236}">
                    <a16:creationId xmlns:a16="http://schemas.microsoft.com/office/drawing/2014/main" id="{E8FE2C2C-AE76-908D-8B08-A054EB3D8479}"/>
                  </a:ext>
                </a:extLst>
              </p:cNvPr>
              <p:cNvSpPr>
                <a:spLocks noGrp="1"/>
              </p:cNvSpPr>
              <p:nvPr>
                <p:ph type="body" sz="quarter" idx="24"/>
              </p:nvPr>
            </p:nvSpPr>
            <p:spPr>
              <a:xfrm>
                <a:off x="730657" y="1074200"/>
                <a:ext cx="11243037" cy="893226"/>
              </a:xfrm>
            </p:spPr>
            <p:txBody>
              <a:bodyPr vert="horz" lIns="0" tIns="0" rIns="0" bIns="0" rtlCol="0" anchor="t">
                <a:noAutofit/>
              </a:bodyPr>
              <a:lstStyle/>
              <a:p>
                <a:pPr algn="ctr"/>
                <a14:m>
                  <m:oMath xmlns:m="http://schemas.openxmlformats.org/officeDocument/2006/math">
                    <m:f>
                      <m:fPr>
                        <m:ctrlPr>
                          <a:rPr lang="en-AU" sz="6600" i="1" smtClean="0">
                            <a:latin typeface="Cambria Math" panose="02040503050406030204" pitchFamily="18" charset="0"/>
                          </a:rPr>
                        </m:ctrlPr>
                      </m:fPr>
                      <m:num>
                        <m:r>
                          <a:rPr lang="en-AU" sz="6600" b="0" i="1" smtClean="0">
                            <a:latin typeface="Cambria Math" panose="02040503050406030204" pitchFamily="18" charset="0"/>
                          </a:rPr>
                          <m:t>4</m:t>
                        </m:r>
                      </m:num>
                      <m:den>
                        <m:r>
                          <a:rPr lang="en-AU" sz="6600" b="0" i="1" smtClean="0">
                            <a:latin typeface="Cambria Math" panose="02040503050406030204" pitchFamily="18" charset="0"/>
                            <a:ea typeface="Calibri" panose="020F0502020204030204" pitchFamily="34" charset="0"/>
                          </a:rPr>
                          <m:t>8</m:t>
                        </m:r>
                      </m:den>
                    </m:f>
                  </m:oMath>
                </a14:m>
                <a:r>
                  <a:rPr lang="en-US" sz="6600">
                    <a:latin typeface="+mj-lt"/>
                  </a:rPr>
                  <a:t> </a:t>
                </a:r>
                <a:r>
                  <a:rPr lang="en-US" sz="4800">
                    <a:latin typeface="+mj-lt"/>
                  </a:rPr>
                  <a:t>+</a:t>
                </a:r>
                <a:r>
                  <a:rPr lang="en-US" sz="6600" b="1">
                    <a:latin typeface="+mj-lt"/>
                  </a:rPr>
                  <a:t> </a:t>
                </a:r>
                <a14:m>
                  <m:oMath xmlns:m="http://schemas.openxmlformats.org/officeDocument/2006/math">
                    <m:f>
                      <m:fPr>
                        <m:ctrlPr>
                          <a:rPr lang="en-AU" sz="6600" i="1">
                            <a:latin typeface="Cambria Math" panose="02040503050406030204" pitchFamily="18" charset="0"/>
                          </a:rPr>
                        </m:ctrlPr>
                      </m:fPr>
                      <m:num>
                        <m:r>
                          <a:rPr lang="en-AU" sz="6600" b="0" i="1" smtClean="0">
                            <a:latin typeface="Cambria Math" panose="02040503050406030204" pitchFamily="18" charset="0"/>
                          </a:rPr>
                          <m:t>2</m:t>
                        </m:r>
                      </m:num>
                      <m:den>
                        <m:r>
                          <a:rPr lang="en-AU" sz="6600" b="0" i="1" smtClean="0">
                            <a:latin typeface="Cambria Math" panose="02040503050406030204" pitchFamily="18" charset="0"/>
                            <a:ea typeface="Calibri" panose="020F0502020204030204" pitchFamily="34" charset="0"/>
                          </a:rPr>
                          <m:t>8</m:t>
                        </m:r>
                      </m:den>
                    </m:f>
                  </m:oMath>
                </a14:m>
                <a:r>
                  <a:rPr lang="en-AU" sz="6600">
                    <a:latin typeface="+mj-lt"/>
                  </a:rPr>
                  <a:t>  </a:t>
                </a:r>
                <a:r>
                  <a:rPr lang="en-AU" sz="4400">
                    <a:latin typeface="+mj-lt"/>
                  </a:rPr>
                  <a:t>is the </a:t>
                </a:r>
                <a:r>
                  <a:rPr lang="en-AU" sz="4400" b="1">
                    <a:latin typeface="+mj-lt"/>
                  </a:rPr>
                  <a:t>same as</a:t>
                </a:r>
                <a:r>
                  <a:rPr lang="en-AU" sz="4400">
                    <a:latin typeface="+mj-lt"/>
                  </a:rPr>
                  <a:t>…</a:t>
                </a:r>
                <a:endParaRPr lang="en-US" sz="4400">
                  <a:latin typeface="+mj-lt"/>
                </a:endParaRPr>
              </a:p>
            </p:txBody>
          </p:sp>
        </mc:Choice>
        <mc:Fallback xmlns="">
          <p:sp>
            <p:nvSpPr>
              <p:cNvPr id="18" name="Text Placeholder 17">
                <a:extLst>
                  <a:ext uri="{FF2B5EF4-FFF2-40B4-BE49-F238E27FC236}">
                    <a16:creationId xmlns:a16="http://schemas.microsoft.com/office/drawing/2014/main" id="{E8FE2C2C-AE76-908D-8B08-A054EB3D8479}"/>
                  </a:ext>
                </a:extLst>
              </p:cNvPr>
              <p:cNvSpPr>
                <a:spLocks noGrp="1" noRot="1" noChangeAspect="1" noMove="1" noResize="1" noEditPoints="1" noAdjustHandles="1" noChangeArrowheads="1" noChangeShapeType="1" noTextEdit="1"/>
              </p:cNvSpPr>
              <p:nvPr>
                <p:ph type="body" sz="quarter" idx="24"/>
              </p:nvPr>
            </p:nvSpPr>
            <p:spPr>
              <a:xfrm>
                <a:off x="730657" y="1074200"/>
                <a:ext cx="11243037" cy="893226"/>
              </a:xfrm>
              <a:blipFill>
                <a:blip r:embed="rId4"/>
                <a:stretch>
                  <a:fillRect b="-12789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35E5AB9F-F464-7892-DE49-02CB519550E6}"/>
                  </a:ext>
                </a:extLst>
              </p:cNvPr>
              <p:cNvGraphicFramePr>
                <a:graphicFrameLocks noGrp="1"/>
              </p:cNvGraphicFramePr>
              <p:nvPr>
                <p:extLst>
                  <p:ext uri="{D42A27DB-BD31-4B8C-83A1-F6EECF244321}">
                    <p14:modId xmlns:p14="http://schemas.microsoft.com/office/powerpoint/2010/main" val="638635624"/>
                  </p:ext>
                </p:extLst>
              </p:nvPr>
            </p:nvGraphicFramePr>
            <p:xfrm>
              <a:off x="360000" y="4147024"/>
              <a:ext cx="11484000" cy="2083816"/>
            </p:xfrm>
            <a:graphic>
              <a:graphicData uri="http://schemas.openxmlformats.org/drawingml/2006/table">
                <a:tbl>
                  <a:tblPr firstRow="1" bandRow="1">
                    <a:tableStyleId>{5A111915-BE36-4E01-A7E5-04B1672EAD32}</a:tableStyleId>
                  </a:tblPr>
                  <a:tblGrid>
                    <a:gridCol w="2871000">
                      <a:extLst>
                        <a:ext uri="{9D8B030D-6E8A-4147-A177-3AD203B41FA5}">
                          <a16:colId xmlns:a16="http://schemas.microsoft.com/office/drawing/2014/main" val="1764535638"/>
                        </a:ext>
                      </a:extLst>
                    </a:gridCol>
                    <a:gridCol w="2871000">
                      <a:extLst>
                        <a:ext uri="{9D8B030D-6E8A-4147-A177-3AD203B41FA5}">
                          <a16:colId xmlns:a16="http://schemas.microsoft.com/office/drawing/2014/main" val="1542929608"/>
                        </a:ext>
                      </a:extLst>
                    </a:gridCol>
                    <a:gridCol w="2871000">
                      <a:extLst>
                        <a:ext uri="{9D8B030D-6E8A-4147-A177-3AD203B41FA5}">
                          <a16:colId xmlns:a16="http://schemas.microsoft.com/office/drawing/2014/main" val="4128396063"/>
                        </a:ext>
                      </a:extLst>
                    </a:gridCol>
                    <a:gridCol w="2871000">
                      <a:extLst>
                        <a:ext uri="{9D8B030D-6E8A-4147-A177-3AD203B41FA5}">
                          <a16:colId xmlns:a16="http://schemas.microsoft.com/office/drawing/2014/main" val="684268156"/>
                        </a:ext>
                      </a:extLst>
                    </a:gridCol>
                  </a:tblGrid>
                  <a:tr h="681547">
                    <a:tc>
                      <a:txBody>
                        <a:bodyPr/>
                        <a:lstStyle/>
                        <a:p>
                          <a:pPr algn="ctr"/>
                          <a:r>
                            <a:rPr lang="en-US" sz="4800" b="1">
                              <a:solidFill>
                                <a:schemeClr val="tx1"/>
                              </a:solidFill>
                            </a:rPr>
                            <a:t>A</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sz="4800">
                              <a:solidFill>
                                <a:schemeClr val="tx1"/>
                              </a:solidFill>
                            </a:rPr>
                            <a:t>B</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sz="4800">
                              <a:solidFill>
                                <a:schemeClr val="tx1"/>
                              </a:solidFill>
                            </a:rPr>
                            <a:t>C</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sz="4800">
                              <a:solidFill>
                                <a:schemeClr val="tx1"/>
                              </a:solidFill>
                            </a:rPr>
                            <a:t>D</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13680954"/>
                      </a:ext>
                    </a:extLst>
                  </a:tr>
                  <a:tr h="681547">
                    <a:tc>
                      <a:txBody>
                        <a:bodyPr/>
                        <a:lstStyle/>
                        <a:p>
                          <a:pPr algn="ctr"/>
                          <a14:m>
                            <m:oMath xmlns:m="http://schemas.openxmlformats.org/officeDocument/2006/math">
                              <m:f>
                                <m:fPr>
                                  <m:ctrlPr>
                                    <a:rPr lang="en-AU" sz="5400" b="0" i="1" smtClean="0">
                                      <a:effectLst/>
                                      <a:latin typeface="Cambria Math" panose="02040503050406030204" pitchFamily="18" charset="0"/>
                                    </a:rPr>
                                  </m:ctrlPr>
                                </m:fPr>
                                <m:num>
                                  <m:r>
                                    <a:rPr lang="en-AU" sz="5400" b="0" i="1" smtClean="0">
                                      <a:effectLst/>
                                      <a:latin typeface="Cambria Math" panose="02040503050406030204" pitchFamily="18" charset="0"/>
                                      <a:ea typeface="Calibri" panose="020F0502020204030204" pitchFamily="34" charset="0"/>
                                      <a:cs typeface="Arial" panose="020B0604020202020204" pitchFamily="34" charset="0"/>
                                    </a:rPr>
                                    <m:t>3</m:t>
                                  </m:r>
                                </m:num>
                                <m:den>
                                  <m:r>
                                    <a:rPr lang="en-AU" sz="5400" b="0" i="1" smtClean="0">
                                      <a:effectLst/>
                                      <a:latin typeface="Cambria Math" panose="02040503050406030204" pitchFamily="18" charset="0"/>
                                      <a:ea typeface="Calibri" panose="020F0502020204030204" pitchFamily="34" charset="0"/>
                                      <a:cs typeface="Arial" panose="020B0604020202020204" pitchFamily="34" charset="0"/>
                                    </a:rPr>
                                    <m:t>4</m:t>
                                  </m:r>
                                </m:den>
                              </m:f>
                            </m:oMath>
                          </a14:m>
                          <a:r>
                            <a:rPr lang="en-AU" sz="5400" b="0"/>
                            <a:t> </a:t>
                          </a:r>
                          <a:endParaRPr lang="en-AU" sz="3200" b="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 xmlns:m="http://schemas.openxmlformats.org/officeDocument/2006/math">
                              <m:f>
                                <m:fPr>
                                  <m:ctrlPr>
                                    <a:rPr lang="en-AU" sz="5400" b="0" i="1" smtClean="0">
                                      <a:effectLst/>
                                      <a:latin typeface="Cambria Math" panose="02040503050406030204" pitchFamily="18" charset="0"/>
                                    </a:rPr>
                                  </m:ctrlPr>
                                </m:fPr>
                                <m:num>
                                  <m:r>
                                    <a:rPr lang="en-AU" sz="5400" b="0" i="1" smtClean="0">
                                      <a:effectLst/>
                                      <a:latin typeface="Cambria Math" panose="02040503050406030204" pitchFamily="18" charset="0"/>
                                    </a:rPr>
                                    <m:t>1</m:t>
                                  </m:r>
                                </m:num>
                                <m:den>
                                  <m:r>
                                    <a:rPr lang="en-AU" sz="5400" b="0" i="1" smtClean="0">
                                      <a:effectLst/>
                                      <a:latin typeface="Cambria Math" panose="02040503050406030204" pitchFamily="18" charset="0"/>
                                      <a:ea typeface="Calibri" panose="020F0502020204030204" pitchFamily="34" charset="0"/>
                                      <a:cs typeface="Arial" panose="020B0604020202020204" pitchFamily="34" charset="0"/>
                                    </a:rPr>
                                    <m:t>4</m:t>
                                  </m:r>
                                </m:den>
                              </m:f>
                            </m:oMath>
                          </a14:m>
                          <a:r>
                            <a:rPr lang="en-AU" sz="5400" b="0"/>
                            <a:t> </a:t>
                          </a:r>
                          <a:endParaRPr lang="en-US" sz="3200" b="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 xmlns:m="http://schemas.openxmlformats.org/officeDocument/2006/math">
                              <m:f>
                                <m:fPr>
                                  <m:ctrlPr>
                                    <a:rPr lang="en-AU" sz="5400" b="0" i="1" smtClean="0">
                                      <a:effectLst/>
                                      <a:latin typeface="Cambria Math" panose="02040503050406030204" pitchFamily="18" charset="0"/>
                                    </a:rPr>
                                  </m:ctrlPr>
                                </m:fPr>
                                <m:num>
                                  <m:r>
                                    <a:rPr lang="en-AU" sz="5400" b="0" i="1" smtClean="0">
                                      <a:effectLst/>
                                      <a:latin typeface="Cambria Math" panose="02040503050406030204" pitchFamily="18" charset="0"/>
                                    </a:rPr>
                                    <m:t>6</m:t>
                                  </m:r>
                                </m:num>
                                <m:den>
                                  <m:r>
                                    <a:rPr lang="en-AU" sz="5400" b="0" i="1" smtClean="0">
                                      <a:effectLst/>
                                      <a:latin typeface="Cambria Math" panose="02040503050406030204" pitchFamily="18" charset="0"/>
                                      <a:ea typeface="Calibri" panose="020F0502020204030204" pitchFamily="34" charset="0"/>
                                      <a:cs typeface="Arial" panose="020B0604020202020204" pitchFamily="34" charset="0"/>
                                    </a:rPr>
                                    <m:t>8</m:t>
                                  </m:r>
                                </m:den>
                              </m:f>
                            </m:oMath>
                          </a14:m>
                          <a:r>
                            <a:rPr lang="en-AU" sz="4800" b="1" dirty="0"/>
                            <a:t> </a:t>
                          </a:r>
                          <a:endParaRPr lang="en-AU" sz="32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14:m>
                            <m:oMath xmlns:m="http://schemas.openxmlformats.org/officeDocument/2006/math">
                              <m:f>
                                <m:fPr>
                                  <m:ctrlPr>
                                    <a:rPr lang="en-AU" sz="5400" b="0" i="1" smtClean="0">
                                      <a:effectLst/>
                                      <a:latin typeface="Cambria Math" panose="02040503050406030204" pitchFamily="18" charset="0"/>
                                    </a:rPr>
                                  </m:ctrlPr>
                                </m:fPr>
                                <m:num>
                                  <m:r>
                                    <a:rPr lang="en-AU" sz="5400" b="0" i="1" smtClean="0">
                                      <a:effectLst/>
                                      <a:latin typeface="Cambria Math" panose="02040503050406030204" pitchFamily="18" charset="0"/>
                                    </a:rPr>
                                    <m:t>2</m:t>
                                  </m:r>
                                </m:num>
                                <m:den>
                                  <m:r>
                                    <a:rPr lang="en-AU" sz="5400" b="0" i="1" smtClean="0">
                                      <a:effectLst/>
                                      <a:latin typeface="Cambria Math" panose="02040503050406030204" pitchFamily="18" charset="0"/>
                                      <a:ea typeface="Calibri" panose="020F0502020204030204" pitchFamily="34" charset="0"/>
                                      <a:cs typeface="Arial" panose="020B0604020202020204" pitchFamily="34" charset="0"/>
                                    </a:rPr>
                                    <m:t>8</m:t>
                                  </m:r>
                                </m:den>
                              </m:f>
                            </m:oMath>
                          </a14:m>
                          <a:r>
                            <a:rPr lang="en-AU" sz="5400" b="1" dirty="0"/>
                            <a:t> </a:t>
                          </a:r>
                          <a:endParaRPr lang="en-AU" sz="3200" dirty="0">
                            <a:latin typeface="+mn-lt"/>
                            <a:cs typeface="Aria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05300166"/>
                      </a:ext>
                    </a:extLst>
                  </a:tr>
                </a:tbl>
              </a:graphicData>
            </a:graphic>
          </p:graphicFrame>
        </mc:Choice>
        <mc:Fallback xmlns="">
          <p:graphicFrame>
            <p:nvGraphicFramePr>
              <p:cNvPr id="4" name="Table 3">
                <a:extLst>
                  <a:ext uri="{FF2B5EF4-FFF2-40B4-BE49-F238E27FC236}">
                    <a16:creationId xmlns:a16="http://schemas.microsoft.com/office/drawing/2014/main" id="{35E5AB9F-F464-7892-DE49-02CB519550E6}"/>
                  </a:ext>
                </a:extLst>
              </p:cNvPr>
              <p:cNvGraphicFramePr>
                <a:graphicFrameLocks noGrp="1"/>
              </p:cNvGraphicFramePr>
              <p:nvPr>
                <p:extLst>
                  <p:ext uri="{D42A27DB-BD31-4B8C-83A1-F6EECF244321}">
                    <p14:modId xmlns:p14="http://schemas.microsoft.com/office/powerpoint/2010/main" val="638635624"/>
                  </p:ext>
                </p:extLst>
              </p:nvPr>
            </p:nvGraphicFramePr>
            <p:xfrm>
              <a:off x="360000" y="4147024"/>
              <a:ext cx="11484000" cy="2083816"/>
            </p:xfrm>
            <a:graphic>
              <a:graphicData uri="http://schemas.openxmlformats.org/drawingml/2006/table">
                <a:tbl>
                  <a:tblPr firstRow="1" bandRow="1">
                    <a:tableStyleId>{5A111915-BE36-4E01-A7E5-04B1672EAD32}</a:tableStyleId>
                  </a:tblPr>
                  <a:tblGrid>
                    <a:gridCol w="2871000">
                      <a:extLst>
                        <a:ext uri="{9D8B030D-6E8A-4147-A177-3AD203B41FA5}">
                          <a16:colId xmlns:a16="http://schemas.microsoft.com/office/drawing/2014/main" val="1764535638"/>
                        </a:ext>
                      </a:extLst>
                    </a:gridCol>
                    <a:gridCol w="2871000">
                      <a:extLst>
                        <a:ext uri="{9D8B030D-6E8A-4147-A177-3AD203B41FA5}">
                          <a16:colId xmlns:a16="http://schemas.microsoft.com/office/drawing/2014/main" val="1542929608"/>
                        </a:ext>
                      </a:extLst>
                    </a:gridCol>
                    <a:gridCol w="2871000">
                      <a:extLst>
                        <a:ext uri="{9D8B030D-6E8A-4147-A177-3AD203B41FA5}">
                          <a16:colId xmlns:a16="http://schemas.microsoft.com/office/drawing/2014/main" val="4128396063"/>
                        </a:ext>
                      </a:extLst>
                    </a:gridCol>
                    <a:gridCol w="2871000">
                      <a:extLst>
                        <a:ext uri="{9D8B030D-6E8A-4147-A177-3AD203B41FA5}">
                          <a16:colId xmlns:a16="http://schemas.microsoft.com/office/drawing/2014/main" val="684268156"/>
                        </a:ext>
                      </a:extLst>
                    </a:gridCol>
                  </a:tblGrid>
                  <a:tr h="822960">
                    <a:tc>
                      <a:txBody>
                        <a:bodyPr/>
                        <a:lstStyle/>
                        <a:p>
                          <a:pPr algn="ctr"/>
                          <a:r>
                            <a:rPr lang="en-US" sz="4800" b="1">
                              <a:solidFill>
                                <a:schemeClr val="tx1"/>
                              </a:solidFill>
                            </a:rPr>
                            <a:t>A</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sz="4800">
                              <a:solidFill>
                                <a:schemeClr val="tx1"/>
                              </a:solidFill>
                            </a:rPr>
                            <a:t>B</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sz="4800">
                              <a:solidFill>
                                <a:schemeClr val="tx1"/>
                              </a:solidFill>
                            </a:rPr>
                            <a:t>C</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sz="4800">
                              <a:solidFill>
                                <a:schemeClr val="tx1"/>
                              </a:solidFill>
                            </a:rPr>
                            <a:t>D</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13680954"/>
                      </a:ext>
                    </a:extLst>
                  </a:tr>
                  <a:tr h="1260856">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5"/>
                          <a:stretch>
                            <a:fillRect t="-76442" r="-300000"/>
                          </a:stretch>
                        </a:blipFill>
                      </a:tcPr>
                    </a:tc>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5"/>
                          <a:stretch>
                            <a:fillRect l="-100000" t="-76442" r="-200000"/>
                          </a:stretch>
                        </a:blipFill>
                      </a:tcPr>
                    </a:tc>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5"/>
                          <a:stretch>
                            <a:fillRect l="-200000" t="-76442" r="-100000"/>
                          </a:stretch>
                        </a:blipFill>
                      </a:tcPr>
                    </a:tc>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5"/>
                          <a:stretch>
                            <a:fillRect l="-300000" t="-76442"/>
                          </a:stretch>
                        </a:blipFill>
                      </a:tcPr>
                    </a:tc>
                    <a:extLst>
                      <a:ext uri="{0D108BD9-81ED-4DB2-BD59-A6C34878D82A}">
                        <a16:rowId xmlns:a16="http://schemas.microsoft.com/office/drawing/2014/main" val="505300166"/>
                      </a:ext>
                    </a:extLst>
                  </a:tr>
                </a:tbl>
              </a:graphicData>
            </a:graphic>
          </p:graphicFrame>
        </mc:Fallback>
      </mc:AlternateContent>
      <p:pic>
        <p:nvPicPr>
          <p:cNvPr id="5" name="Picture 4" descr="image of a finger selecting an option for a multiple choice or true and false">
            <a:extLst>
              <a:ext uri="{FF2B5EF4-FFF2-40B4-BE49-F238E27FC236}">
                <a16:creationId xmlns:a16="http://schemas.microsoft.com/office/drawing/2014/main" id="{F31D1F19-3C77-CBD3-78E2-B3C67CA06991}"/>
              </a:ext>
            </a:extLst>
          </p:cNvPr>
          <p:cNvPicPr>
            <a:picLocks noChangeAspect="1"/>
          </p:cNvPicPr>
          <p:nvPr/>
        </p:nvPicPr>
        <p:blipFill>
          <a:blip r:embed="rId6"/>
          <a:stretch>
            <a:fillRect/>
          </a:stretch>
        </p:blipFill>
        <p:spPr>
          <a:xfrm>
            <a:off x="10639184" y="43303"/>
            <a:ext cx="1334510" cy="1305812"/>
          </a:xfrm>
          <a:prstGeom prst="rect">
            <a:avLst/>
          </a:prstGeom>
        </p:spPr>
      </p:pic>
    </p:spTree>
    <p:extLst>
      <p:ext uri="{BB962C8B-B14F-4D97-AF65-F5344CB8AC3E}">
        <p14:creationId xmlns:p14="http://schemas.microsoft.com/office/powerpoint/2010/main" val="25540829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AD2BD3-C0AF-4708-6300-CAF6418A984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0130AEC-A203-6E6F-E5BE-64487BE37563}"/>
              </a:ext>
            </a:extLst>
          </p:cNvPr>
          <p:cNvSpPr>
            <a:spLocks noGrp="1"/>
          </p:cNvSpPr>
          <p:nvPr>
            <p:ph type="sldNum" sz="quarter" idx="12"/>
          </p:nvPr>
        </p:nvSpPr>
        <p:spPr/>
        <p:txBody>
          <a:bodyPr/>
          <a:lstStyle/>
          <a:p>
            <a:fld id="{10A01DC5-1685-4615-8240-15192985C6A2}" type="slidenum">
              <a:rPr lang="en-AU" smtClean="0"/>
              <a:t>34</a:t>
            </a:fld>
            <a:endParaRPr lang="en-AU"/>
          </a:p>
        </p:txBody>
      </p:sp>
      <p:sp>
        <p:nvSpPr>
          <p:cNvPr id="3" name="Title 2">
            <a:extLst>
              <a:ext uri="{FF2B5EF4-FFF2-40B4-BE49-F238E27FC236}">
                <a16:creationId xmlns:a16="http://schemas.microsoft.com/office/drawing/2014/main" id="{B67F9A0C-D005-60FF-B9A6-94BD6542024F}"/>
              </a:ext>
            </a:extLst>
          </p:cNvPr>
          <p:cNvSpPr>
            <a:spLocks noGrp="1"/>
          </p:cNvSpPr>
          <p:nvPr>
            <p:ph type="title"/>
          </p:nvPr>
        </p:nvSpPr>
        <p:spPr/>
        <p:txBody>
          <a:bodyPr/>
          <a:lstStyle/>
          <a:p>
            <a:r>
              <a:rPr lang="en-US">
                <a:latin typeface="Arial"/>
                <a:cs typeface="Arial"/>
              </a:rPr>
              <a:t>Short </a:t>
            </a:r>
            <a:r>
              <a:rPr lang="en-US">
                <a:solidFill>
                  <a:srgbClr val="002060"/>
                </a:solidFill>
                <a:latin typeface="Arial"/>
                <a:cs typeface="Arial"/>
              </a:rPr>
              <a:t>response </a:t>
            </a:r>
            <a:r>
              <a:rPr lang="en-US">
                <a:solidFill>
                  <a:schemeClr val="bg1"/>
                </a:solidFill>
                <a:latin typeface="Arial"/>
                <a:cs typeface="Arial"/>
              </a:rPr>
              <a:t>(17)</a:t>
            </a:r>
          </a:p>
        </p:txBody>
      </p:sp>
      <p:sp>
        <p:nvSpPr>
          <p:cNvPr id="11" name="Picture Placeholder 10">
            <a:extLst>
              <a:ext uri="{FF2B5EF4-FFF2-40B4-BE49-F238E27FC236}">
                <a16:creationId xmlns:a16="http://schemas.microsoft.com/office/drawing/2014/main" id="{E3076825-3639-8154-0BA8-58E1ADFFDA47}"/>
              </a:ext>
            </a:extLst>
          </p:cNvPr>
          <p:cNvSpPr>
            <a:spLocks noGrp="1"/>
          </p:cNvSpPr>
          <p:nvPr>
            <p:ph type="pic" sz="quarter" idx="21"/>
          </p:nvPr>
        </p:nvSpPr>
        <p:spPr>
          <a:xfrm>
            <a:off x="588962" y="905601"/>
            <a:ext cx="10036302" cy="1006683"/>
          </a:xfrm>
        </p:spPr>
        <p:txBody>
          <a:bodyPr/>
          <a:lstStyle/>
          <a:p>
            <a:r>
              <a:rPr lang="en-US" sz="4000" dirty="0">
                <a:latin typeface="Arial"/>
                <a:cs typeface="Arial"/>
              </a:rPr>
              <a:t>Record the </a:t>
            </a:r>
            <a:r>
              <a:rPr lang="en-US" sz="4000" b="1" dirty="0">
                <a:latin typeface="Arial"/>
                <a:cs typeface="Arial"/>
              </a:rPr>
              <a:t>internal</a:t>
            </a:r>
            <a:r>
              <a:rPr lang="en-US" sz="4000" dirty="0">
                <a:latin typeface="Arial"/>
                <a:cs typeface="Arial"/>
              </a:rPr>
              <a:t> </a:t>
            </a:r>
            <a:r>
              <a:rPr lang="en-US" sz="4000" b="1" dirty="0">
                <a:latin typeface="Arial"/>
                <a:cs typeface="Arial"/>
              </a:rPr>
              <a:t>angle</a:t>
            </a:r>
            <a:r>
              <a:rPr lang="en-US" sz="4000" dirty="0">
                <a:latin typeface="Arial"/>
                <a:cs typeface="Arial"/>
              </a:rPr>
              <a:t>. Calculate the </a:t>
            </a:r>
            <a:r>
              <a:rPr lang="en-US" sz="4000" b="1" dirty="0">
                <a:latin typeface="Arial"/>
                <a:cs typeface="Arial"/>
              </a:rPr>
              <a:t>external angle.  </a:t>
            </a:r>
          </a:p>
        </p:txBody>
      </p:sp>
      <p:pic>
        <p:nvPicPr>
          <p:cNvPr id="4" name="Picture 3" descr="image of a clipboard with a pencil recording short answer responses">
            <a:extLst>
              <a:ext uri="{FF2B5EF4-FFF2-40B4-BE49-F238E27FC236}">
                <a16:creationId xmlns:a16="http://schemas.microsoft.com/office/drawing/2014/main" id="{BB099BAB-328B-59D1-278A-FFBF494FA8C0}"/>
              </a:ext>
            </a:extLst>
          </p:cNvPr>
          <p:cNvPicPr>
            <a:picLocks noChangeAspect="1"/>
          </p:cNvPicPr>
          <p:nvPr/>
        </p:nvPicPr>
        <p:blipFill>
          <a:blip r:embed="rId3"/>
          <a:stretch>
            <a:fillRect/>
          </a:stretch>
        </p:blipFill>
        <p:spPr>
          <a:xfrm>
            <a:off x="11124000" y="162000"/>
            <a:ext cx="915500" cy="915500"/>
          </a:xfrm>
          <a:prstGeom prst="rect">
            <a:avLst/>
          </a:prstGeom>
        </p:spPr>
      </p:pic>
      <p:pic>
        <p:nvPicPr>
          <p:cNvPr id="7" name="Picture 6">
            <a:extLst>
              <a:ext uri="{FF2B5EF4-FFF2-40B4-BE49-F238E27FC236}">
                <a16:creationId xmlns:a16="http://schemas.microsoft.com/office/drawing/2014/main" id="{B5706DF1-10B0-EFD5-B5BE-CE204037DE79}"/>
              </a:ext>
            </a:extLst>
          </p:cNvPr>
          <p:cNvPicPr>
            <a:picLocks noChangeAspect="1"/>
          </p:cNvPicPr>
          <p:nvPr/>
        </p:nvPicPr>
        <p:blipFill>
          <a:blip r:embed="rId4"/>
          <a:srcRect t="10056"/>
          <a:stretch>
            <a:fillRect/>
          </a:stretch>
        </p:blipFill>
        <p:spPr>
          <a:xfrm>
            <a:off x="2194426" y="2743200"/>
            <a:ext cx="6872748" cy="3531279"/>
          </a:xfrm>
          <a:prstGeom prst="rect">
            <a:avLst/>
          </a:prstGeom>
        </p:spPr>
      </p:pic>
    </p:spTree>
    <p:extLst>
      <p:ext uri="{BB962C8B-B14F-4D97-AF65-F5344CB8AC3E}">
        <p14:creationId xmlns:p14="http://schemas.microsoft.com/office/powerpoint/2010/main" val="16720300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258B9F-C306-6503-3373-9BF6711EAAD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1F2BFEC-E945-6F4C-3309-9F724EDCBBF2}"/>
              </a:ext>
            </a:extLst>
          </p:cNvPr>
          <p:cNvSpPr>
            <a:spLocks noGrp="1"/>
          </p:cNvSpPr>
          <p:nvPr>
            <p:ph type="sldNum" sz="quarter" idx="12"/>
          </p:nvPr>
        </p:nvSpPr>
        <p:spPr/>
        <p:txBody>
          <a:bodyPr/>
          <a:lstStyle/>
          <a:p>
            <a:fld id="{10A01DC5-1685-4615-8240-15192985C6A2}" type="slidenum">
              <a:rPr lang="en-AU" smtClean="0"/>
              <a:t>35</a:t>
            </a:fld>
            <a:endParaRPr lang="en-AU"/>
          </a:p>
        </p:txBody>
      </p:sp>
      <p:sp>
        <p:nvSpPr>
          <p:cNvPr id="3" name="Title 2">
            <a:extLst>
              <a:ext uri="{FF2B5EF4-FFF2-40B4-BE49-F238E27FC236}">
                <a16:creationId xmlns:a16="http://schemas.microsoft.com/office/drawing/2014/main" id="{4FACE562-8F72-5080-9D69-0EE65AC407BE}"/>
              </a:ext>
            </a:extLst>
          </p:cNvPr>
          <p:cNvSpPr>
            <a:spLocks noGrp="1"/>
          </p:cNvSpPr>
          <p:nvPr>
            <p:ph type="title"/>
          </p:nvPr>
        </p:nvSpPr>
        <p:spPr/>
        <p:txBody>
          <a:bodyPr/>
          <a:lstStyle/>
          <a:p>
            <a:r>
              <a:rPr lang="en-US">
                <a:latin typeface="Arial"/>
                <a:cs typeface="Arial"/>
              </a:rPr>
              <a:t>Short </a:t>
            </a:r>
            <a:r>
              <a:rPr lang="en-US">
                <a:solidFill>
                  <a:srgbClr val="002060"/>
                </a:solidFill>
                <a:latin typeface="Arial"/>
                <a:cs typeface="Arial"/>
              </a:rPr>
              <a:t>response </a:t>
            </a:r>
            <a:r>
              <a:rPr lang="en-US">
                <a:solidFill>
                  <a:schemeClr val="bg1"/>
                </a:solidFill>
                <a:latin typeface="Arial"/>
                <a:cs typeface="Arial"/>
              </a:rPr>
              <a:t>(18)</a:t>
            </a:r>
          </a:p>
        </p:txBody>
      </p:sp>
      <p:pic>
        <p:nvPicPr>
          <p:cNvPr id="5" name="Picture 4" descr="image of a clipboard with a pencil recording short answer responses">
            <a:extLst>
              <a:ext uri="{FF2B5EF4-FFF2-40B4-BE49-F238E27FC236}">
                <a16:creationId xmlns:a16="http://schemas.microsoft.com/office/drawing/2014/main" id="{FE345378-20FF-A172-6D0E-53FEDBC94114}"/>
              </a:ext>
            </a:extLst>
          </p:cNvPr>
          <p:cNvPicPr>
            <a:picLocks noChangeAspect="1"/>
          </p:cNvPicPr>
          <p:nvPr/>
        </p:nvPicPr>
        <p:blipFill>
          <a:blip r:embed="rId3"/>
          <a:stretch>
            <a:fillRect/>
          </a:stretch>
        </p:blipFill>
        <p:spPr>
          <a:xfrm>
            <a:off x="11030476" y="268723"/>
            <a:ext cx="915500" cy="915500"/>
          </a:xfrm>
          <a:prstGeom prst="rect">
            <a:avLst/>
          </a:prstGeom>
        </p:spPr>
      </p:pic>
      <p:pic>
        <p:nvPicPr>
          <p:cNvPr id="6" name="Picture 5" descr="A timeline from 2016 through to 2026 showing when the following occurred: Lenny was born, started preschool, started Kindergarten, learnt to ride a bike, joined the soccer team and started Year 5. The scale shows 5cm = 2 years.">
            <a:extLst>
              <a:ext uri="{FF2B5EF4-FFF2-40B4-BE49-F238E27FC236}">
                <a16:creationId xmlns:a16="http://schemas.microsoft.com/office/drawing/2014/main" id="{B773A36A-AC43-1E9D-5E20-F7661FB82AE7}"/>
              </a:ext>
            </a:extLst>
          </p:cNvPr>
          <p:cNvPicPr>
            <a:picLocks noChangeAspect="1"/>
          </p:cNvPicPr>
          <p:nvPr/>
        </p:nvPicPr>
        <p:blipFill>
          <a:blip r:embed="rId4"/>
          <a:srcRect t="5250" b="11111"/>
          <a:stretch>
            <a:fillRect/>
          </a:stretch>
        </p:blipFill>
        <p:spPr>
          <a:xfrm>
            <a:off x="4580968" y="2209081"/>
            <a:ext cx="6812247" cy="4028297"/>
          </a:xfrm>
          <a:prstGeom prst="rect">
            <a:avLst/>
          </a:prstGeom>
        </p:spPr>
      </p:pic>
      <p:sp>
        <p:nvSpPr>
          <p:cNvPr id="7" name="TextBox 6">
            <a:extLst>
              <a:ext uri="{FF2B5EF4-FFF2-40B4-BE49-F238E27FC236}">
                <a16:creationId xmlns:a16="http://schemas.microsoft.com/office/drawing/2014/main" id="{429319D0-6853-5335-0A65-DB678BDE18A3}"/>
              </a:ext>
            </a:extLst>
          </p:cNvPr>
          <p:cNvSpPr txBox="1"/>
          <p:nvPr/>
        </p:nvSpPr>
        <p:spPr>
          <a:xfrm>
            <a:off x="360000" y="2344775"/>
            <a:ext cx="4220968" cy="735725"/>
          </a:xfrm>
          <a:prstGeom prst="rect">
            <a:avLst/>
          </a:prstGeom>
          <a:noFill/>
        </p:spPr>
        <p:txBody>
          <a:bodyPr wrap="square" lIns="0" tIns="0" rIns="0" bIns="0" rtlCol="0">
            <a:noAutofit/>
          </a:bodyPr>
          <a:lstStyle/>
          <a:p>
            <a:pPr marL="457200" indent="-457200" algn="l">
              <a:lnSpc>
                <a:spcPct val="150000"/>
              </a:lnSpc>
              <a:buFont typeface="Arial" panose="020B0604020202020204" pitchFamily="34" charset="0"/>
              <a:buChar char="•"/>
            </a:pPr>
            <a:r>
              <a:rPr lang="en-AU" sz="2800"/>
              <a:t>What year did Lenny start Kindergarten?</a:t>
            </a:r>
          </a:p>
          <a:p>
            <a:pPr marL="457200" indent="-457200" algn="l">
              <a:lnSpc>
                <a:spcPct val="150000"/>
              </a:lnSpc>
              <a:buFont typeface="Arial" panose="020B0604020202020204" pitchFamily="34" charset="0"/>
              <a:buChar char="•"/>
            </a:pPr>
            <a:r>
              <a:rPr lang="en-AU" sz="2800"/>
              <a:t>How many years after starting Kindergarten did Lenny join the soccer team?</a:t>
            </a:r>
          </a:p>
          <a:p>
            <a:pPr algn="l"/>
            <a:endParaRPr lang="en-AU" sz="1600"/>
          </a:p>
        </p:txBody>
      </p:sp>
      <p:sp>
        <p:nvSpPr>
          <p:cNvPr id="8" name="TextBox 7">
            <a:extLst>
              <a:ext uri="{FF2B5EF4-FFF2-40B4-BE49-F238E27FC236}">
                <a16:creationId xmlns:a16="http://schemas.microsoft.com/office/drawing/2014/main" id="{9F2EC573-1404-4923-275A-D36ABA4995C6}"/>
              </a:ext>
            </a:extLst>
          </p:cNvPr>
          <p:cNvSpPr txBox="1"/>
          <p:nvPr/>
        </p:nvSpPr>
        <p:spPr>
          <a:xfrm>
            <a:off x="756745" y="1481959"/>
            <a:ext cx="10131972" cy="286458"/>
          </a:xfrm>
          <a:prstGeom prst="rect">
            <a:avLst/>
          </a:prstGeom>
          <a:noFill/>
        </p:spPr>
        <p:txBody>
          <a:bodyPr wrap="square" lIns="0" tIns="0" rIns="0" bIns="0" rtlCol="0">
            <a:noAutofit/>
          </a:bodyPr>
          <a:lstStyle/>
          <a:p>
            <a:r>
              <a:rPr lang="en-AU" sz="3600"/>
              <a:t>Use the </a:t>
            </a:r>
            <a:r>
              <a:rPr lang="en-AU" sz="3600" b="1"/>
              <a:t>scale</a:t>
            </a:r>
            <a:r>
              <a:rPr lang="en-AU" sz="3600"/>
              <a:t> to answer the following questions:</a:t>
            </a:r>
          </a:p>
        </p:txBody>
      </p:sp>
      <p:cxnSp>
        <p:nvCxnSpPr>
          <p:cNvPr id="9" name="Straight Arrow Connector 8">
            <a:extLst>
              <a:ext uri="{FF2B5EF4-FFF2-40B4-BE49-F238E27FC236}">
                <a16:creationId xmlns:a16="http://schemas.microsoft.com/office/drawing/2014/main" id="{878B5DFA-EB76-D53B-0046-189102ADBAE2}"/>
              </a:ext>
              <a:ext uri="{C183D7F6-B498-43B3-948B-1728B52AA6E4}">
                <adec:decorative xmlns:adec="http://schemas.microsoft.com/office/drawing/2017/decorative" val="1"/>
              </a:ext>
            </a:extLst>
          </p:cNvPr>
          <p:cNvCxnSpPr/>
          <p:nvPr/>
        </p:nvCxnSpPr>
        <p:spPr>
          <a:xfrm>
            <a:off x="5076497" y="5097517"/>
            <a:ext cx="1114096" cy="0"/>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BC019FCB-767F-D92A-7EAC-59212098215F}"/>
              </a:ext>
            </a:extLst>
          </p:cNvPr>
          <p:cNvSpPr txBox="1"/>
          <p:nvPr/>
        </p:nvSpPr>
        <p:spPr>
          <a:xfrm>
            <a:off x="4971393" y="5199740"/>
            <a:ext cx="1219200" cy="220716"/>
          </a:xfrm>
          <a:prstGeom prst="rect">
            <a:avLst/>
          </a:prstGeom>
          <a:noFill/>
        </p:spPr>
        <p:txBody>
          <a:bodyPr wrap="square" lIns="0" tIns="0" rIns="0" bIns="0" rtlCol="0">
            <a:noAutofit/>
          </a:bodyPr>
          <a:lstStyle/>
          <a:p>
            <a:pPr algn="ctr"/>
            <a:r>
              <a:rPr lang="en-AU" sz="1600" b="1"/>
              <a:t>5 cm</a:t>
            </a:r>
          </a:p>
        </p:txBody>
      </p:sp>
    </p:spTree>
    <p:extLst>
      <p:ext uri="{BB962C8B-B14F-4D97-AF65-F5344CB8AC3E}">
        <p14:creationId xmlns:p14="http://schemas.microsoft.com/office/powerpoint/2010/main" val="2560304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2E5171-1234-D0DF-8708-3925C62E7E7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F15FF86-1890-9ED1-C2D9-01A6B72ED73B}"/>
              </a:ext>
            </a:extLst>
          </p:cNvPr>
          <p:cNvSpPr>
            <a:spLocks noGrp="1"/>
          </p:cNvSpPr>
          <p:nvPr>
            <p:ph type="sldNum" sz="quarter" idx="12"/>
          </p:nvPr>
        </p:nvSpPr>
        <p:spPr/>
        <p:txBody>
          <a:bodyPr/>
          <a:lstStyle/>
          <a:p>
            <a:fld id="{10A01DC5-1685-4615-8240-15192985C6A2}" type="slidenum">
              <a:rPr lang="en-AU" smtClean="0"/>
              <a:t>36</a:t>
            </a:fld>
            <a:endParaRPr lang="en-AU"/>
          </a:p>
        </p:txBody>
      </p:sp>
      <p:sp>
        <p:nvSpPr>
          <p:cNvPr id="3" name="Title 2">
            <a:extLst>
              <a:ext uri="{FF2B5EF4-FFF2-40B4-BE49-F238E27FC236}">
                <a16:creationId xmlns:a16="http://schemas.microsoft.com/office/drawing/2014/main" id="{2C79D7C8-F241-CB18-CA93-BC27C3BD3394}"/>
              </a:ext>
            </a:extLst>
          </p:cNvPr>
          <p:cNvSpPr>
            <a:spLocks noGrp="1"/>
          </p:cNvSpPr>
          <p:nvPr>
            <p:ph type="title"/>
          </p:nvPr>
        </p:nvSpPr>
        <p:spPr/>
        <p:txBody>
          <a:bodyPr/>
          <a:lstStyle/>
          <a:p>
            <a:r>
              <a:rPr lang="en-US">
                <a:latin typeface="Arial"/>
                <a:cs typeface="Arial"/>
              </a:rPr>
              <a:t>Short </a:t>
            </a:r>
            <a:r>
              <a:rPr lang="en-US">
                <a:solidFill>
                  <a:srgbClr val="002060"/>
                </a:solidFill>
                <a:latin typeface="Arial"/>
                <a:cs typeface="Arial"/>
              </a:rPr>
              <a:t>response </a:t>
            </a:r>
            <a:r>
              <a:rPr lang="en-US">
                <a:solidFill>
                  <a:schemeClr val="bg1"/>
                </a:solidFill>
                <a:latin typeface="Arial"/>
                <a:cs typeface="Arial"/>
              </a:rPr>
              <a:t>(19)</a:t>
            </a:r>
          </a:p>
        </p:txBody>
      </p:sp>
      <p:sp>
        <p:nvSpPr>
          <p:cNvPr id="11" name="Picture Placeholder 10">
            <a:extLst>
              <a:ext uri="{FF2B5EF4-FFF2-40B4-BE49-F238E27FC236}">
                <a16:creationId xmlns:a16="http://schemas.microsoft.com/office/drawing/2014/main" id="{9746C590-5EAE-E428-0D12-C870AC29AF8E}"/>
              </a:ext>
            </a:extLst>
          </p:cNvPr>
          <p:cNvSpPr>
            <a:spLocks noGrp="1"/>
          </p:cNvSpPr>
          <p:nvPr>
            <p:ph type="pic" sz="quarter" idx="21"/>
          </p:nvPr>
        </p:nvSpPr>
        <p:spPr>
          <a:xfrm>
            <a:off x="241656" y="1460167"/>
            <a:ext cx="11704320" cy="2624153"/>
          </a:xfrm>
        </p:spPr>
        <p:txBody>
          <a:bodyPr/>
          <a:lstStyle/>
          <a:p>
            <a:r>
              <a:rPr lang="en-US" sz="3200">
                <a:latin typeface="Arial"/>
                <a:cs typeface="Arial"/>
              </a:rPr>
              <a:t>Nellie built two different prisms with the </a:t>
            </a:r>
            <a:r>
              <a:rPr lang="en-US" sz="3200" b="1">
                <a:latin typeface="Arial"/>
                <a:cs typeface="Arial"/>
              </a:rPr>
              <a:t>same</a:t>
            </a:r>
            <a:r>
              <a:rPr lang="en-US" sz="3200">
                <a:latin typeface="Arial"/>
                <a:cs typeface="Arial"/>
              </a:rPr>
              <a:t> </a:t>
            </a:r>
            <a:r>
              <a:rPr lang="en-US" sz="3200" b="1">
                <a:latin typeface="Arial"/>
                <a:cs typeface="Arial"/>
              </a:rPr>
              <a:t>volume of 36 </a:t>
            </a:r>
            <a:r>
              <a:rPr lang="en-AU" sz="3200" b="1"/>
              <a:t>cm³. </a:t>
            </a:r>
          </a:p>
          <a:p>
            <a:r>
              <a:rPr lang="en-AU" sz="3200"/>
              <a:t>The first prism consisted of 4 cubes in the base layer x 9 layers. </a:t>
            </a:r>
          </a:p>
          <a:p>
            <a:endParaRPr lang="en-AU" sz="2800"/>
          </a:p>
        </p:txBody>
      </p:sp>
      <p:pic>
        <p:nvPicPr>
          <p:cNvPr id="4" name="Picture 3" descr="image of a clipboard with a pencil recording short answer responses">
            <a:extLst>
              <a:ext uri="{FF2B5EF4-FFF2-40B4-BE49-F238E27FC236}">
                <a16:creationId xmlns:a16="http://schemas.microsoft.com/office/drawing/2014/main" id="{7DFD27BE-68F7-D289-2C28-ACC03945378F}"/>
              </a:ext>
            </a:extLst>
          </p:cNvPr>
          <p:cNvPicPr>
            <a:picLocks noChangeAspect="1"/>
          </p:cNvPicPr>
          <p:nvPr/>
        </p:nvPicPr>
        <p:blipFill>
          <a:blip r:embed="rId3"/>
          <a:stretch>
            <a:fillRect/>
          </a:stretch>
        </p:blipFill>
        <p:spPr>
          <a:xfrm>
            <a:off x="11030476" y="268723"/>
            <a:ext cx="915500" cy="915500"/>
          </a:xfrm>
          <a:prstGeom prst="rect">
            <a:avLst/>
          </a:prstGeom>
        </p:spPr>
      </p:pic>
      <p:pic>
        <p:nvPicPr>
          <p:cNvPr id="5" name="Picture 4" descr="A prism constructed from centimetre cubes. 9 layers of 4 cubes.">
            <a:extLst>
              <a:ext uri="{FF2B5EF4-FFF2-40B4-BE49-F238E27FC236}">
                <a16:creationId xmlns:a16="http://schemas.microsoft.com/office/drawing/2014/main" id="{2EBF63C6-DBC8-3399-F3FB-6E8343E1DFB8}"/>
              </a:ext>
            </a:extLst>
          </p:cNvPr>
          <p:cNvPicPr>
            <a:picLocks noChangeAspect="1"/>
          </p:cNvPicPr>
          <p:nvPr/>
        </p:nvPicPr>
        <p:blipFill>
          <a:blip r:embed="rId4"/>
          <a:srcRect l="61765" t="2817" r="10870" b="8563"/>
          <a:stretch>
            <a:fillRect/>
          </a:stretch>
        </p:blipFill>
        <p:spPr>
          <a:xfrm>
            <a:off x="10405636" y="2970243"/>
            <a:ext cx="1541760" cy="3725757"/>
          </a:xfrm>
          <a:prstGeom prst="rect">
            <a:avLst/>
          </a:prstGeom>
        </p:spPr>
      </p:pic>
      <p:sp>
        <p:nvSpPr>
          <p:cNvPr id="6" name="TextBox 5">
            <a:extLst>
              <a:ext uri="{FF2B5EF4-FFF2-40B4-BE49-F238E27FC236}">
                <a16:creationId xmlns:a16="http://schemas.microsoft.com/office/drawing/2014/main" id="{7E8C9A6D-7077-F36C-C9EE-6E1F58C164A4}"/>
              </a:ext>
            </a:extLst>
          </p:cNvPr>
          <p:cNvSpPr txBox="1"/>
          <p:nvPr/>
        </p:nvSpPr>
        <p:spPr>
          <a:xfrm>
            <a:off x="360000" y="3592774"/>
            <a:ext cx="9789840" cy="1534980"/>
          </a:xfrm>
          <a:prstGeom prst="rect">
            <a:avLst/>
          </a:prstGeom>
          <a:noFill/>
        </p:spPr>
        <p:txBody>
          <a:bodyPr wrap="square" lIns="0" tIns="0" rIns="0" bIns="0" rtlCol="0">
            <a:noAutofit/>
          </a:bodyPr>
          <a:lstStyle/>
          <a:p>
            <a:pPr>
              <a:lnSpc>
                <a:spcPct val="150000"/>
              </a:lnSpc>
            </a:pPr>
            <a:r>
              <a:rPr lang="en-AU" sz="3200" dirty="0"/>
              <a:t>Complete the sentence to </a:t>
            </a:r>
            <a:r>
              <a:rPr lang="en-AU" sz="3200" b="1" dirty="0"/>
              <a:t>determine</a:t>
            </a:r>
            <a:r>
              <a:rPr lang="en-AU" sz="3200" dirty="0"/>
              <a:t> what the second prism could have looked like.</a:t>
            </a:r>
            <a:br>
              <a:rPr lang="en-AU" sz="3200" dirty="0"/>
            </a:br>
            <a:endParaRPr lang="en-AU" sz="3200" dirty="0"/>
          </a:p>
          <a:p>
            <a:pPr>
              <a:lnSpc>
                <a:spcPct val="150000"/>
              </a:lnSpc>
            </a:pPr>
            <a:r>
              <a:rPr lang="en-AU" sz="3200" dirty="0"/>
              <a:t>_____ cubes in the </a:t>
            </a:r>
            <a:r>
              <a:rPr lang="en-AU" sz="3200" b="1" dirty="0"/>
              <a:t>base layer </a:t>
            </a:r>
            <a:r>
              <a:rPr lang="en-AU" sz="3200" dirty="0"/>
              <a:t>x _____ </a:t>
            </a:r>
            <a:r>
              <a:rPr lang="en-AU" sz="3200" b="1" dirty="0"/>
              <a:t>layers</a:t>
            </a:r>
            <a:r>
              <a:rPr lang="en-AU" sz="3200" dirty="0"/>
              <a:t>.</a:t>
            </a:r>
          </a:p>
        </p:txBody>
      </p:sp>
    </p:spTree>
    <p:extLst>
      <p:ext uri="{BB962C8B-B14F-4D97-AF65-F5344CB8AC3E}">
        <p14:creationId xmlns:p14="http://schemas.microsoft.com/office/powerpoint/2010/main" val="796275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511101-C2AA-A4B8-D565-D0C731099D2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891367-9F77-2286-E613-6F1B7282E70A}"/>
              </a:ext>
            </a:extLst>
          </p:cNvPr>
          <p:cNvSpPr>
            <a:spLocks noGrp="1"/>
          </p:cNvSpPr>
          <p:nvPr>
            <p:ph type="sldNum" sz="quarter" idx="12"/>
          </p:nvPr>
        </p:nvSpPr>
        <p:spPr/>
        <p:txBody>
          <a:bodyPr/>
          <a:lstStyle/>
          <a:p>
            <a:fld id="{10A01DC5-1685-4615-8240-15192985C6A2}" type="slidenum">
              <a:rPr lang="en-AU" smtClean="0"/>
              <a:t>37</a:t>
            </a:fld>
            <a:endParaRPr lang="en-AU"/>
          </a:p>
        </p:txBody>
      </p:sp>
      <p:sp>
        <p:nvSpPr>
          <p:cNvPr id="3" name="Title 2">
            <a:extLst>
              <a:ext uri="{FF2B5EF4-FFF2-40B4-BE49-F238E27FC236}">
                <a16:creationId xmlns:a16="http://schemas.microsoft.com/office/drawing/2014/main" id="{D1012728-7DD3-DAD5-02D7-5D1F8430E7A9}"/>
              </a:ext>
            </a:extLst>
          </p:cNvPr>
          <p:cNvSpPr>
            <a:spLocks noGrp="1"/>
          </p:cNvSpPr>
          <p:nvPr>
            <p:ph type="title"/>
          </p:nvPr>
        </p:nvSpPr>
        <p:spPr/>
        <p:txBody>
          <a:bodyPr/>
          <a:lstStyle/>
          <a:p>
            <a:r>
              <a:rPr lang="en-US">
                <a:latin typeface="Arial"/>
                <a:cs typeface="Arial"/>
              </a:rPr>
              <a:t>Short </a:t>
            </a:r>
            <a:r>
              <a:rPr lang="en-US">
                <a:solidFill>
                  <a:srgbClr val="002060"/>
                </a:solidFill>
                <a:latin typeface="Arial"/>
                <a:cs typeface="Arial"/>
              </a:rPr>
              <a:t>response </a:t>
            </a:r>
            <a:r>
              <a:rPr lang="en-US">
                <a:solidFill>
                  <a:schemeClr val="bg1"/>
                </a:solidFill>
                <a:latin typeface="Arial"/>
                <a:cs typeface="Arial"/>
              </a:rPr>
              <a:t>(20)</a:t>
            </a:r>
          </a:p>
        </p:txBody>
      </p:sp>
      <p:sp>
        <p:nvSpPr>
          <p:cNvPr id="11" name="Picture Placeholder 10">
            <a:extLst>
              <a:ext uri="{FF2B5EF4-FFF2-40B4-BE49-F238E27FC236}">
                <a16:creationId xmlns:a16="http://schemas.microsoft.com/office/drawing/2014/main" id="{96CD0A12-6C4E-2A9C-E016-8C9F82325D04}"/>
              </a:ext>
            </a:extLst>
          </p:cNvPr>
          <p:cNvSpPr>
            <a:spLocks noGrp="1"/>
          </p:cNvSpPr>
          <p:nvPr>
            <p:ph type="pic" sz="quarter" idx="21"/>
          </p:nvPr>
        </p:nvSpPr>
        <p:spPr>
          <a:xfrm>
            <a:off x="490579" y="1263812"/>
            <a:ext cx="11210840" cy="1507241"/>
          </a:xfrm>
        </p:spPr>
        <p:txBody>
          <a:bodyPr/>
          <a:lstStyle/>
          <a:p>
            <a:pPr algn="ctr"/>
            <a:r>
              <a:rPr lang="en-US" sz="4000">
                <a:latin typeface="Arial"/>
                <a:cs typeface="Arial"/>
              </a:rPr>
              <a:t>What is the </a:t>
            </a:r>
            <a:r>
              <a:rPr lang="en-US" sz="4000" b="1">
                <a:latin typeface="Arial"/>
                <a:cs typeface="Arial"/>
              </a:rPr>
              <a:t>volume </a:t>
            </a:r>
            <a:r>
              <a:rPr lang="en-US" sz="4000">
                <a:latin typeface="Arial"/>
                <a:cs typeface="Arial"/>
              </a:rPr>
              <a:t>of this </a:t>
            </a:r>
            <a:r>
              <a:rPr lang="en-US" sz="4000" b="1">
                <a:latin typeface="Arial"/>
                <a:cs typeface="Arial"/>
              </a:rPr>
              <a:t>prism</a:t>
            </a:r>
            <a:r>
              <a:rPr lang="en-US" sz="4000">
                <a:latin typeface="Arial"/>
                <a:cs typeface="Arial"/>
              </a:rPr>
              <a:t>?</a:t>
            </a:r>
            <a:endParaRPr lang="en-US" sz="4000"/>
          </a:p>
          <a:p>
            <a:endParaRPr lang="en-US">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89697BB4-4FB9-C885-399C-CADFAFEEE3D9}"/>
              </a:ext>
            </a:extLst>
          </p:cNvPr>
          <p:cNvPicPr>
            <a:picLocks noChangeAspect="1"/>
          </p:cNvPicPr>
          <p:nvPr/>
        </p:nvPicPr>
        <p:blipFill>
          <a:blip r:embed="rId3"/>
          <a:stretch>
            <a:fillRect/>
          </a:stretch>
        </p:blipFill>
        <p:spPr>
          <a:xfrm>
            <a:off x="11030476" y="268723"/>
            <a:ext cx="915500" cy="915500"/>
          </a:xfrm>
          <a:prstGeom prst="rect">
            <a:avLst/>
          </a:prstGeom>
        </p:spPr>
      </p:pic>
      <p:pic>
        <p:nvPicPr>
          <p:cNvPr id="5" name="Picture 4" descr="A prism constructed from centimetre cubes. 3 layers of 12 cubes.">
            <a:extLst>
              <a:ext uri="{FF2B5EF4-FFF2-40B4-BE49-F238E27FC236}">
                <a16:creationId xmlns:a16="http://schemas.microsoft.com/office/drawing/2014/main" id="{4C7234AD-B68F-B6A7-0F2C-A63810A064BA}"/>
              </a:ext>
            </a:extLst>
          </p:cNvPr>
          <p:cNvPicPr>
            <a:picLocks noChangeAspect="1"/>
          </p:cNvPicPr>
          <p:nvPr/>
        </p:nvPicPr>
        <p:blipFill>
          <a:blip r:embed="rId4"/>
          <a:srcRect l="9447" t="29448" r="47974" b="12083"/>
          <a:stretch>
            <a:fillRect/>
          </a:stretch>
        </p:blipFill>
        <p:spPr>
          <a:xfrm>
            <a:off x="4276657" y="2402332"/>
            <a:ext cx="3638686" cy="3728292"/>
          </a:xfrm>
          <a:prstGeom prst="rect">
            <a:avLst/>
          </a:prstGeom>
        </p:spPr>
      </p:pic>
    </p:spTree>
    <p:extLst>
      <p:ext uri="{BB962C8B-B14F-4D97-AF65-F5344CB8AC3E}">
        <p14:creationId xmlns:p14="http://schemas.microsoft.com/office/powerpoint/2010/main" val="7457135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E99FCAD-B981-9BBC-C5BF-914232435E08}"/>
              </a:ext>
            </a:extLst>
          </p:cNvPr>
          <p:cNvSpPr>
            <a:spLocks noGrp="1"/>
          </p:cNvSpPr>
          <p:nvPr>
            <p:ph type="sldNum" sz="quarter" idx="12"/>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10A01DC5-1685-4615-8240-15192985C6A2}" type="slidenum">
              <a:rPr kumimoji="0" lang="en-AU" sz="1200" b="0" i="0" u="none" strike="noStrike" kern="1200" cap="none" spc="0" normalizeH="0" baseline="0" noProof="0" smtClean="0">
                <a:ln>
                  <a:noFill/>
                </a:ln>
                <a:solidFill>
                  <a:srgbClr val="22272B"/>
                </a:solidFill>
                <a:effectLst/>
                <a:uLnTx/>
                <a:uFillTx/>
                <a:latin typeface="Public Sans Light"/>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38</a:t>
            </a:fld>
            <a:endParaRPr kumimoji="0" lang="en-AU" sz="1200" b="0" i="0" u="none" strike="noStrike" kern="1200" cap="none" spc="0" normalizeH="0" baseline="0" noProof="0">
              <a:ln>
                <a:noFill/>
              </a:ln>
              <a:solidFill>
                <a:srgbClr val="22272B"/>
              </a:solidFill>
              <a:effectLst/>
              <a:uLnTx/>
              <a:uFillTx/>
              <a:latin typeface="Public Sans Light"/>
              <a:ea typeface="+mn-ea"/>
              <a:cs typeface="+mn-cs"/>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3FECC1F3-5C4B-0FBB-F9E7-196DA0A4AD62}"/>
                  </a:ext>
                </a:extLst>
              </p:cNvPr>
              <p:cNvSpPr txBox="1"/>
              <p:nvPr/>
            </p:nvSpPr>
            <p:spPr>
              <a:xfrm>
                <a:off x="255811" y="844695"/>
                <a:ext cx="11609614" cy="5875647"/>
              </a:xfrm>
              <a:prstGeom prst="rect">
                <a:avLst/>
              </a:prstGeom>
              <a:noFill/>
            </p:spPr>
            <p:txBody>
              <a:bodyPr wrap="square">
                <a:spAutoFit/>
              </a:bodyPr>
              <a:lstStyle/>
              <a:p>
                <a:pPr marL="0" marR="0" lvl="0" indent="0" algn="ctr" defTabSz="609585" rtl="0" eaLnBrk="1" fontAlgn="auto" latinLnBrk="0" hangingPunct="1">
                  <a:lnSpc>
                    <a:spcPct val="100000"/>
                  </a:lnSpc>
                  <a:spcBef>
                    <a:spcPts val="0"/>
                  </a:spcBef>
                  <a:spcAft>
                    <a:spcPts val="1200"/>
                  </a:spcAft>
                  <a:buClrTx/>
                  <a:buSzTx/>
                  <a:buFontTx/>
                  <a:buNone/>
                  <a:tabLst/>
                  <a:defRPr/>
                </a:pPr>
                <a:r>
                  <a:rPr kumimoji="0" lang="en-AU" sz="2000" b="0" i="0" u="none" strike="noStrike" kern="1200" cap="none" spc="0" normalizeH="0" baseline="0" noProof="0" dirty="0">
                    <a:ln>
                      <a:noFill/>
                    </a:ln>
                    <a:solidFill>
                      <a:srgbClr val="22272B"/>
                    </a:solidFill>
                    <a:effectLst/>
                    <a:uLnTx/>
                    <a:uFillTx/>
                    <a:latin typeface="Arial" panose="020B0604020202020204" pitchFamily="34" charset="0"/>
                    <a:ea typeface="Calibri" panose="020F0502020204030204" pitchFamily="34" charset="0"/>
                    <a:cs typeface="Arial" panose="020B0604020202020204" pitchFamily="34" charset="0"/>
                  </a:rPr>
                  <a:t>The local produce store makes bags of chicken feed.</a:t>
                </a:r>
              </a:p>
              <a:p>
                <a:pPr marL="0" marR="0" lvl="0" indent="0" algn="ctr" defTabSz="609585" rtl="0" eaLnBrk="1" fontAlgn="auto" latinLnBrk="0" hangingPunct="1">
                  <a:lnSpc>
                    <a:spcPct val="100000"/>
                  </a:lnSpc>
                  <a:spcBef>
                    <a:spcPts val="0"/>
                  </a:spcBef>
                  <a:spcAft>
                    <a:spcPts val="2400"/>
                  </a:spcAft>
                  <a:buClrTx/>
                  <a:buSzTx/>
                  <a:buFontTx/>
                  <a:buNone/>
                  <a:tabLst/>
                  <a:defRPr/>
                </a:pPr>
                <a:r>
                  <a:rPr kumimoji="0" lang="en-AU" sz="2000" b="0" i="0" u="none" strike="noStrike" kern="1200" cap="none" spc="0" normalizeH="0" baseline="0" noProof="0" dirty="0">
                    <a:ln>
                      <a:noFill/>
                    </a:ln>
                    <a:solidFill>
                      <a:srgbClr val="22272B"/>
                    </a:solidFill>
                    <a:effectLst/>
                    <a:uLnTx/>
                    <a:uFillTx/>
                    <a:latin typeface="Arial" panose="020B0604020202020204" pitchFamily="34" charset="0"/>
                    <a:ea typeface="Calibri" panose="020F0502020204030204" pitchFamily="34" charset="0"/>
                    <a:cs typeface="Arial" panose="020B0604020202020204" pitchFamily="34" charset="0"/>
                  </a:rPr>
                  <a:t>Answer these questions using a paper strip, a drawing, bar model or number line to show your thinking.</a:t>
                </a:r>
              </a:p>
              <a:p>
                <a:pPr marL="342900" marR="0" lvl="0" indent="-342900" algn="l" defTabSz="609585" rtl="0" eaLnBrk="1" fontAlgn="auto" latinLnBrk="0" hangingPunct="1">
                  <a:lnSpc>
                    <a:spcPct val="100000"/>
                  </a:lnSpc>
                  <a:spcBef>
                    <a:spcPts val="0"/>
                  </a:spcBef>
                  <a:spcAft>
                    <a:spcPts val="2400"/>
                  </a:spcAft>
                  <a:buClrTx/>
                  <a:buSzTx/>
                  <a:buFont typeface="+mj-lt"/>
                  <a:buAutoNum type="arabicPeriod"/>
                  <a:tabLst/>
                  <a:defRPr/>
                </a:pPr>
                <a14:m>
                  <m:oMath xmlns:m="http://schemas.openxmlformats.org/officeDocument/2006/math">
                    <m:f>
                      <m:fPr>
                        <m:ctrlPr>
                          <a:rPr kumimoji="0" lang="en-AU" sz="2000" b="0" i="1" u="none" strike="noStrike" kern="1200" cap="none" spc="0" normalizeH="0" baseline="0" noProof="0">
                            <a:ln>
                              <a:noFill/>
                            </a:ln>
                            <a:solidFill>
                              <a:srgbClr val="22272B"/>
                            </a:solidFill>
                            <a:effectLst/>
                            <a:uLnTx/>
                            <a:uFillTx/>
                            <a:latin typeface="Cambria Math" panose="02040503050406030204" pitchFamily="18" charset="0"/>
                            <a:ea typeface="Calibri" panose="020F0502020204030204" pitchFamily="34" charset="0"/>
                          </a:rPr>
                        </m:ctrlPr>
                      </m:fPr>
                      <m:num>
                        <m:r>
                          <a:rPr kumimoji="0" lang="en-AU" sz="2000" b="0" i="0" u="none" strike="noStrike" kern="1200" cap="none" spc="0" normalizeH="0" baseline="0" noProof="0">
                            <a:ln>
                              <a:noFill/>
                            </a:ln>
                            <a:solidFill>
                              <a:srgbClr val="22272B"/>
                            </a:solidFill>
                            <a:effectLst/>
                            <a:uLnTx/>
                            <a:uFillTx/>
                            <a:latin typeface="Cambria Math" panose="02040503050406030204" pitchFamily="18" charset="0"/>
                            <a:ea typeface="Calibri" panose="020F0502020204030204" pitchFamily="34" charset="0"/>
                          </a:rPr>
                          <m:t>5</m:t>
                        </m:r>
                      </m:num>
                      <m:den>
                        <m:r>
                          <a:rPr kumimoji="0" lang="en-AU" sz="2000" b="0" i="0" u="none" strike="noStrike" kern="1200" cap="none" spc="0" normalizeH="0" baseline="0" noProof="0">
                            <a:ln>
                              <a:noFill/>
                            </a:ln>
                            <a:solidFill>
                              <a:srgbClr val="22272B"/>
                            </a:solidFill>
                            <a:effectLst/>
                            <a:uLnTx/>
                            <a:uFillTx/>
                            <a:latin typeface="Cambria Math" panose="02040503050406030204" pitchFamily="18" charset="0"/>
                            <a:ea typeface="Calibri" panose="020F0502020204030204" pitchFamily="34" charset="0"/>
                          </a:rPr>
                          <m:t>8</m:t>
                        </m:r>
                      </m:den>
                    </m:f>
                  </m:oMath>
                </a14:m>
                <a:r>
                  <a:rPr kumimoji="0" lang="en-AU" sz="2000" b="0" i="0" u="none" strike="noStrike" kern="1200" cap="none" spc="0" normalizeH="0" baseline="0" noProof="0" dirty="0">
                    <a:ln>
                      <a:noFill/>
                    </a:ln>
                    <a:solidFill>
                      <a:srgbClr val="22272B"/>
                    </a:solidFill>
                    <a:effectLst/>
                    <a:uLnTx/>
                    <a:uFillTx/>
                    <a:latin typeface="Arial" panose="020B0604020202020204" pitchFamily="34" charset="0"/>
                    <a:ea typeface="Yu Mincho" panose="02020400000000000000" pitchFamily="18" charset="-128"/>
                    <a:cs typeface="Arial" panose="020B0604020202020204" pitchFamily="34" charset="0"/>
                  </a:rPr>
                  <a:t> of each bag is corn. </a:t>
                </a:r>
                <a14:m>
                  <m:oMath xmlns:m="http://schemas.openxmlformats.org/officeDocument/2006/math">
                    <m:f>
                      <m:fPr>
                        <m:ctrlPr>
                          <a:rPr kumimoji="0" lang="en-AU" sz="2000" b="0" i="1" u="none" strike="noStrike" kern="1200" cap="none" spc="0" normalizeH="0" baseline="0" noProof="0">
                            <a:ln>
                              <a:noFill/>
                            </a:ln>
                            <a:solidFill>
                              <a:srgbClr val="22272B"/>
                            </a:solidFill>
                            <a:effectLst/>
                            <a:uLnTx/>
                            <a:uFillTx/>
                            <a:latin typeface="Cambria Math" panose="02040503050406030204" pitchFamily="18" charset="0"/>
                            <a:ea typeface="Yu Mincho" panose="02020400000000000000" pitchFamily="18" charset="-128"/>
                          </a:rPr>
                        </m:ctrlPr>
                      </m:fPr>
                      <m:num>
                        <m:r>
                          <a:rPr kumimoji="0" lang="en-AU" sz="2000" b="0" i="0" u="none" strike="noStrike" kern="1200" cap="none" spc="0" normalizeH="0" baseline="0" noProof="0">
                            <a:ln>
                              <a:noFill/>
                            </a:ln>
                            <a:solidFill>
                              <a:srgbClr val="22272B"/>
                            </a:solidFill>
                            <a:effectLst/>
                            <a:uLnTx/>
                            <a:uFillTx/>
                            <a:latin typeface="Cambria Math" panose="02040503050406030204" pitchFamily="18" charset="0"/>
                            <a:ea typeface="Yu Mincho" panose="02020400000000000000" pitchFamily="18" charset="-128"/>
                          </a:rPr>
                          <m:t>3</m:t>
                        </m:r>
                      </m:num>
                      <m:den>
                        <m:r>
                          <a:rPr kumimoji="0" lang="en-AU" sz="2000" b="0" i="0" u="none" strike="noStrike" kern="1200" cap="none" spc="0" normalizeH="0" baseline="0" noProof="0">
                            <a:ln>
                              <a:noFill/>
                            </a:ln>
                            <a:solidFill>
                              <a:srgbClr val="22272B"/>
                            </a:solidFill>
                            <a:effectLst/>
                            <a:uLnTx/>
                            <a:uFillTx/>
                            <a:latin typeface="Cambria Math" panose="02040503050406030204" pitchFamily="18" charset="0"/>
                            <a:ea typeface="Yu Mincho" panose="02020400000000000000" pitchFamily="18" charset="-128"/>
                          </a:rPr>
                          <m:t>8</m:t>
                        </m:r>
                      </m:den>
                    </m:f>
                  </m:oMath>
                </a14:m>
                <a:r>
                  <a:rPr kumimoji="0" lang="en-AU" sz="2000" b="0" i="0" u="none" strike="noStrike" kern="1200" cap="none" spc="0" normalizeH="0" baseline="0" noProof="0" dirty="0">
                    <a:ln>
                      <a:noFill/>
                    </a:ln>
                    <a:solidFill>
                      <a:srgbClr val="22272B"/>
                    </a:solidFill>
                    <a:effectLst/>
                    <a:uLnTx/>
                    <a:uFillTx/>
                    <a:latin typeface="Arial" panose="020B0604020202020204" pitchFamily="34" charset="0"/>
                    <a:ea typeface="Yu Mincho" panose="02020400000000000000" pitchFamily="18" charset="-128"/>
                    <a:cs typeface="Arial" panose="020B0604020202020204" pitchFamily="34" charset="0"/>
                  </a:rPr>
                  <a:t> of each bag is wheat. What fraction of each bag is made from corn and wheat?</a:t>
                </a:r>
                <a:endParaRPr kumimoji="0" lang="en-AU" sz="2000" b="0" i="0" u="none" strike="noStrike" kern="1200" cap="none" spc="0" normalizeH="0" baseline="0" noProof="0" dirty="0">
                  <a:ln>
                    <a:noFill/>
                  </a:ln>
                  <a:solidFill>
                    <a:srgbClr val="22272B"/>
                  </a:solidFill>
                  <a:effectLst/>
                  <a:uLnTx/>
                  <a:uFillTx/>
                  <a:latin typeface="Arial" panose="020B0604020202020204" pitchFamily="34" charset="0"/>
                  <a:ea typeface="Calibri" panose="020F0502020204030204" pitchFamily="34" charset="0"/>
                  <a:cs typeface="Arial" panose="020B0604020202020204" pitchFamily="34" charset="0"/>
                </a:endParaRPr>
              </a:p>
              <a:p>
                <a:pPr marL="342900" marR="0" lvl="0" indent="-342900" algn="l" defTabSz="609585" rtl="0" eaLnBrk="1" fontAlgn="auto" latinLnBrk="0" hangingPunct="1">
                  <a:lnSpc>
                    <a:spcPct val="100000"/>
                  </a:lnSpc>
                  <a:spcBef>
                    <a:spcPts val="0"/>
                  </a:spcBef>
                  <a:spcAft>
                    <a:spcPts val="2400"/>
                  </a:spcAft>
                  <a:buClrTx/>
                  <a:buSzTx/>
                  <a:buFont typeface="+mj-lt"/>
                  <a:buAutoNum type="arabicPeriod"/>
                  <a:tabLst/>
                  <a:defRPr/>
                </a:pPr>
                <a:r>
                  <a:rPr kumimoji="0" lang="en-AU" sz="2000" b="0" i="0" u="none" strike="noStrike" kern="1200" cap="none" spc="0" normalizeH="0" baseline="0" noProof="0" dirty="0">
                    <a:ln>
                      <a:noFill/>
                    </a:ln>
                    <a:solidFill>
                      <a:srgbClr val="22272B"/>
                    </a:solidFill>
                    <a:effectLst/>
                    <a:uLnTx/>
                    <a:uFillTx/>
                    <a:latin typeface="Arial" panose="020B0604020202020204" pitchFamily="34" charset="0"/>
                    <a:ea typeface="Calibri" panose="020F0502020204030204" pitchFamily="34" charset="0"/>
                    <a:cs typeface="Arial" panose="020B0604020202020204" pitchFamily="34" charset="0"/>
                  </a:rPr>
                  <a:t>Two farmers have one open bag of chicken feed each. One is </a:t>
                </a:r>
                <a14:m>
                  <m:oMath xmlns:m="http://schemas.openxmlformats.org/officeDocument/2006/math">
                    <m:f>
                      <m:fPr>
                        <m:ctrlPr>
                          <a:rPr kumimoji="0" lang="en-AU" sz="2000" b="0" i="1" u="none" strike="noStrike" kern="1200" cap="none" spc="0" normalizeH="0" baseline="0" noProof="0">
                            <a:ln>
                              <a:noFill/>
                            </a:ln>
                            <a:solidFill>
                              <a:srgbClr val="22272B"/>
                            </a:solidFill>
                            <a:effectLst/>
                            <a:uLnTx/>
                            <a:uFillTx/>
                            <a:latin typeface="Cambria Math" panose="02040503050406030204" pitchFamily="18" charset="0"/>
                            <a:ea typeface="Calibri" panose="020F0502020204030204" pitchFamily="34" charset="0"/>
                          </a:rPr>
                        </m:ctrlPr>
                      </m:fPr>
                      <m:num>
                        <m:r>
                          <a:rPr kumimoji="0" lang="en-AU" sz="2000" b="0" i="1" u="none" strike="noStrike" kern="1200" cap="none" spc="0" normalizeH="0" baseline="0" noProof="0">
                            <a:ln>
                              <a:noFill/>
                            </a:ln>
                            <a:solidFill>
                              <a:srgbClr val="22272B"/>
                            </a:solidFill>
                            <a:effectLst/>
                            <a:uLnTx/>
                            <a:uFillTx/>
                            <a:latin typeface="Cambria Math" panose="02040503050406030204" pitchFamily="18" charset="0"/>
                            <a:ea typeface="Calibri" panose="020F0502020204030204" pitchFamily="34" charset="0"/>
                          </a:rPr>
                          <m:t>5</m:t>
                        </m:r>
                      </m:num>
                      <m:den>
                        <m:r>
                          <a:rPr kumimoji="0" lang="en-AU" sz="2000" b="0" i="1" u="none" strike="noStrike" kern="1200" cap="none" spc="0" normalizeH="0" baseline="0" noProof="0">
                            <a:ln>
                              <a:noFill/>
                            </a:ln>
                            <a:solidFill>
                              <a:srgbClr val="22272B"/>
                            </a:solidFill>
                            <a:effectLst/>
                            <a:uLnTx/>
                            <a:uFillTx/>
                            <a:latin typeface="Cambria Math" panose="02040503050406030204" pitchFamily="18" charset="0"/>
                            <a:ea typeface="Calibri" panose="020F0502020204030204" pitchFamily="34" charset="0"/>
                          </a:rPr>
                          <m:t>6</m:t>
                        </m:r>
                      </m:den>
                    </m:f>
                  </m:oMath>
                </a14:m>
                <a:r>
                  <a:rPr kumimoji="0" lang="en-AU" sz="2000" b="0" i="0" u="none" strike="noStrike" kern="1200" cap="none" spc="0" normalizeH="0" baseline="0" noProof="0" dirty="0">
                    <a:ln>
                      <a:noFill/>
                    </a:ln>
                    <a:solidFill>
                      <a:srgbClr val="22272B"/>
                    </a:solidFill>
                    <a:effectLst/>
                    <a:uLnTx/>
                    <a:uFillTx/>
                    <a:latin typeface="Arial" panose="020B0604020202020204" pitchFamily="34" charset="0"/>
                    <a:ea typeface="Yu Mincho" panose="02020400000000000000" pitchFamily="18" charset="-128"/>
                    <a:cs typeface="Arial" panose="020B0604020202020204" pitchFamily="34" charset="0"/>
                  </a:rPr>
                  <a:t> full and the other is </a:t>
                </a:r>
                <a14:m>
                  <m:oMath xmlns:m="http://schemas.openxmlformats.org/officeDocument/2006/math">
                    <m:f>
                      <m:fPr>
                        <m:ctrlPr>
                          <a:rPr kumimoji="0" lang="en-AU" sz="2000" b="0" i="1" u="none" strike="noStrike" kern="1200" cap="none" spc="0" normalizeH="0" baseline="0" noProof="0">
                            <a:ln>
                              <a:noFill/>
                            </a:ln>
                            <a:solidFill>
                              <a:srgbClr val="22272B"/>
                            </a:solidFill>
                            <a:effectLst/>
                            <a:uLnTx/>
                            <a:uFillTx/>
                            <a:latin typeface="Cambria Math" panose="02040503050406030204" pitchFamily="18" charset="0"/>
                            <a:ea typeface="Yu Mincho" panose="02020400000000000000" pitchFamily="18" charset="-128"/>
                          </a:rPr>
                        </m:ctrlPr>
                      </m:fPr>
                      <m:num>
                        <m:r>
                          <a:rPr kumimoji="0" lang="en-AU" sz="2000" b="0" i="1" u="none" strike="noStrike" kern="1200" cap="none" spc="0" normalizeH="0" baseline="0" noProof="0">
                            <a:ln>
                              <a:noFill/>
                            </a:ln>
                            <a:solidFill>
                              <a:srgbClr val="22272B"/>
                            </a:solidFill>
                            <a:effectLst/>
                            <a:uLnTx/>
                            <a:uFillTx/>
                            <a:latin typeface="Cambria Math" panose="02040503050406030204" pitchFamily="18" charset="0"/>
                            <a:ea typeface="Yu Mincho" panose="02020400000000000000" pitchFamily="18" charset="-128"/>
                          </a:rPr>
                          <m:t>4</m:t>
                        </m:r>
                      </m:num>
                      <m:den>
                        <m:r>
                          <a:rPr kumimoji="0" lang="en-AU" sz="2000" b="0" i="1" u="none" strike="noStrike" kern="1200" cap="none" spc="0" normalizeH="0" baseline="0" noProof="0">
                            <a:ln>
                              <a:noFill/>
                            </a:ln>
                            <a:solidFill>
                              <a:srgbClr val="22272B"/>
                            </a:solidFill>
                            <a:effectLst/>
                            <a:uLnTx/>
                            <a:uFillTx/>
                            <a:latin typeface="Cambria Math" panose="02040503050406030204" pitchFamily="18" charset="0"/>
                            <a:ea typeface="Yu Mincho" panose="02020400000000000000" pitchFamily="18" charset="-128"/>
                          </a:rPr>
                          <m:t>6</m:t>
                        </m:r>
                      </m:den>
                    </m:f>
                  </m:oMath>
                </a14:m>
                <a:r>
                  <a:rPr kumimoji="0" lang="en-AU" sz="2000" b="0" i="0" u="none" strike="noStrike" kern="1200" cap="none" spc="0" normalizeH="0" baseline="0" noProof="0" dirty="0">
                    <a:ln>
                      <a:noFill/>
                    </a:ln>
                    <a:solidFill>
                      <a:srgbClr val="22272B"/>
                    </a:solidFill>
                    <a:effectLst/>
                    <a:uLnTx/>
                    <a:uFillTx/>
                    <a:latin typeface="Arial" panose="020B0604020202020204" pitchFamily="34" charset="0"/>
                    <a:ea typeface="Yu Mincho" panose="02020400000000000000" pitchFamily="18" charset="-128"/>
                    <a:cs typeface="Arial" panose="020B0604020202020204" pitchFamily="34" charset="0"/>
                  </a:rPr>
                  <a:t> full. How much chicken feed do the farmers have altogether?</a:t>
                </a:r>
                <a:endParaRPr kumimoji="0" lang="en-AU" sz="2000" b="0" i="0" u="none" strike="noStrike" kern="1200" cap="none" spc="0" normalizeH="0" baseline="0" noProof="0" dirty="0">
                  <a:ln>
                    <a:noFill/>
                  </a:ln>
                  <a:solidFill>
                    <a:srgbClr val="22272B"/>
                  </a:solidFill>
                  <a:effectLst/>
                  <a:uLnTx/>
                  <a:uFillTx/>
                  <a:latin typeface="Arial" panose="020B0604020202020204" pitchFamily="34" charset="0"/>
                  <a:ea typeface="Calibri" panose="020F0502020204030204" pitchFamily="34" charset="0"/>
                  <a:cs typeface="Arial" panose="020B0604020202020204" pitchFamily="34" charset="0"/>
                </a:endParaRPr>
              </a:p>
              <a:p>
                <a:pPr marL="342900" marR="0" lvl="0" indent="-342900" algn="l" defTabSz="609585" rtl="0" eaLnBrk="1" fontAlgn="auto" latinLnBrk="0" hangingPunct="1">
                  <a:lnSpc>
                    <a:spcPct val="100000"/>
                  </a:lnSpc>
                  <a:spcBef>
                    <a:spcPts val="0"/>
                  </a:spcBef>
                  <a:spcAft>
                    <a:spcPts val="2400"/>
                  </a:spcAft>
                  <a:buClrTx/>
                  <a:buSzTx/>
                  <a:buFont typeface="+mj-lt"/>
                  <a:buAutoNum type="arabicPeriod"/>
                  <a:tabLst/>
                  <a:defRPr/>
                </a:pPr>
                <a:r>
                  <a:rPr kumimoji="0" lang="en-AU" sz="2000" b="0" i="0" u="none" strike="noStrike" kern="1200" cap="none" spc="0" normalizeH="0" baseline="0" noProof="0" dirty="0">
                    <a:ln>
                      <a:noFill/>
                    </a:ln>
                    <a:solidFill>
                      <a:srgbClr val="22272B"/>
                    </a:solidFill>
                    <a:effectLst/>
                    <a:uLnTx/>
                    <a:uFillTx/>
                    <a:latin typeface="Arial" panose="020B0604020202020204" pitchFamily="34" charset="0"/>
                    <a:ea typeface="Calibri" panose="020F0502020204030204" pitchFamily="34" charset="0"/>
                    <a:cs typeface="Arial" panose="020B0604020202020204" pitchFamily="34" charset="0"/>
                  </a:rPr>
                  <a:t>A farmer has one bag of chicken feed that is 75% full. They use half of a full bag to feed their chickens. How much would they now have left?</a:t>
                </a:r>
              </a:p>
              <a:p>
                <a:pPr marL="342900" marR="0" lvl="0" indent="-342900" algn="l" defTabSz="609585" rtl="0" eaLnBrk="1" fontAlgn="auto" latinLnBrk="0" hangingPunct="1">
                  <a:lnSpc>
                    <a:spcPct val="100000"/>
                  </a:lnSpc>
                  <a:spcBef>
                    <a:spcPts val="0"/>
                  </a:spcBef>
                  <a:spcAft>
                    <a:spcPts val="2400"/>
                  </a:spcAft>
                  <a:buClrTx/>
                  <a:buSzTx/>
                  <a:buFont typeface="+mj-lt"/>
                  <a:buAutoNum type="arabicPeriod"/>
                  <a:tabLst/>
                  <a:defRPr/>
                </a:pPr>
                <a:r>
                  <a:rPr kumimoji="0" lang="en-AU" sz="2000" b="0" i="0" u="none" strike="noStrike" kern="1200" cap="none" spc="0" normalizeH="0" baseline="0" noProof="0" dirty="0">
                    <a:ln>
                      <a:noFill/>
                    </a:ln>
                    <a:solidFill>
                      <a:srgbClr val="22272B"/>
                    </a:solidFill>
                    <a:effectLst/>
                    <a:uLnTx/>
                    <a:uFillTx/>
                    <a:latin typeface="Arial" panose="020B0604020202020204" pitchFamily="34" charset="0"/>
                    <a:ea typeface="Calibri" panose="020F0502020204030204" pitchFamily="34" charset="0"/>
                    <a:cs typeface="Arial" panose="020B0604020202020204" pitchFamily="34" charset="0"/>
                  </a:rPr>
                  <a:t>If each bag has a mass of 20 kg, how much would a bag weigh if </a:t>
                </a:r>
                <a14:m>
                  <m:oMath xmlns:m="http://schemas.openxmlformats.org/officeDocument/2006/math">
                    <m:f>
                      <m:fPr>
                        <m:ctrlPr>
                          <a:rPr kumimoji="0" lang="en-AU" sz="2000" b="0" i="1" u="none" strike="noStrike" kern="1200" cap="none" spc="0" normalizeH="0" baseline="0" noProof="0">
                            <a:ln>
                              <a:noFill/>
                            </a:ln>
                            <a:solidFill>
                              <a:srgbClr val="22272B"/>
                            </a:solidFill>
                            <a:effectLst/>
                            <a:uLnTx/>
                            <a:uFillTx/>
                            <a:latin typeface="Cambria Math" panose="02040503050406030204" pitchFamily="18" charset="0"/>
                            <a:ea typeface="Calibri" panose="020F0502020204030204" pitchFamily="34" charset="0"/>
                          </a:rPr>
                        </m:ctrlPr>
                      </m:fPr>
                      <m:num>
                        <m:r>
                          <a:rPr kumimoji="0" lang="en-AU" sz="2000" b="0" i="1" u="none" strike="noStrike" kern="1200" cap="none" spc="0" normalizeH="0" baseline="0" noProof="0">
                            <a:ln>
                              <a:noFill/>
                            </a:ln>
                            <a:solidFill>
                              <a:srgbClr val="22272B"/>
                            </a:solidFill>
                            <a:effectLst/>
                            <a:uLnTx/>
                            <a:uFillTx/>
                            <a:latin typeface="Cambria Math" panose="02040503050406030204" pitchFamily="18" charset="0"/>
                            <a:ea typeface="Calibri" panose="020F0502020204030204" pitchFamily="34" charset="0"/>
                          </a:rPr>
                          <m:t>2</m:t>
                        </m:r>
                      </m:num>
                      <m:den>
                        <m:r>
                          <a:rPr kumimoji="0" lang="en-AU" sz="2000" b="0" i="1" u="none" strike="noStrike" kern="1200" cap="none" spc="0" normalizeH="0" baseline="0" noProof="0">
                            <a:ln>
                              <a:noFill/>
                            </a:ln>
                            <a:solidFill>
                              <a:srgbClr val="22272B"/>
                            </a:solidFill>
                            <a:effectLst/>
                            <a:uLnTx/>
                            <a:uFillTx/>
                            <a:latin typeface="Cambria Math" panose="02040503050406030204" pitchFamily="18" charset="0"/>
                            <a:ea typeface="Calibri" panose="020F0502020204030204" pitchFamily="34" charset="0"/>
                          </a:rPr>
                          <m:t>10</m:t>
                        </m:r>
                      </m:den>
                    </m:f>
                  </m:oMath>
                </a14:m>
                <a:r>
                  <a:rPr kumimoji="0" lang="en-AU" sz="2000" b="0" i="0" u="none" strike="noStrike" kern="1200" cap="none" spc="0" normalizeH="0" baseline="0" noProof="0" dirty="0">
                    <a:ln>
                      <a:noFill/>
                    </a:ln>
                    <a:solidFill>
                      <a:srgbClr val="22272B"/>
                    </a:solidFill>
                    <a:effectLst/>
                    <a:uLnTx/>
                    <a:uFillTx/>
                    <a:latin typeface="Arial" panose="020B0604020202020204" pitchFamily="34" charset="0"/>
                    <a:ea typeface="Yu Mincho" panose="02020400000000000000" pitchFamily="18" charset="-128"/>
                    <a:cs typeface="Arial" panose="020B0604020202020204" pitchFamily="34" charset="0"/>
                  </a:rPr>
                  <a:t> had been used?</a:t>
                </a:r>
                <a:endParaRPr kumimoji="0" lang="en-AU" sz="2000" b="0" i="0" u="none" strike="noStrike" kern="1200" cap="none" spc="0" normalizeH="0" baseline="0" noProof="0" dirty="0">
                  <a:ln>
                    <a:noFill/>
                  </a:ln>
                  <a:solidFill>
                    <a:srgbClr val="22272B"/>
                  </a:solidFill>
                  <a:effectLst/>
                  <a:uLnTx/>
                  <a:uFillTx/>
                  <a:latin typeface="Arial" panose="020B0604020202020204" pitchFamily="34" charset="0"/>
                  <a:ea typeface="Calibri" panose="020F0502020204030204" pitchFamily="34" charset="0"/>
                  <a:cs typeface="Arial" panose="020B0604020202020204" pitchFamily="34" charset="0"/>
                </a:endParaRPr>
              </a:p>
              <a:p>
                <a:pPr marL="342900" marR="0" lvl="0" indent="-342900" algn="l" defTabSz="609585" rtl="0" eaLnBrk="1" fontAlgn="auto" latinLnBrk="0" hangingPunct="1">
                  <a:lnSpc>
                    <a:spcPct val="100000"/>
                  </a:lnSpc>
                  <a:spcBef>
                    <a:spcPts val="0"/>
                  </a:spcBef>
                  <a:spcAft>
                    <a:spcPts val="2400"/>
                  </a:spcAft>
                  <a:buClrTx/>
                  <a:buSzTx/>
                  <a:buFont typeface="+mj-lt"/>
                  <a:buAutoNum type="arabicPeriod"/>
                  <a:tabLst/>
                  <a:defRPr/>
                </a:pPr>
                <a:r>
                  <a:rPr kumimoji="0" lang="en-AU" sz="2000" b="0" i="0" u="none" strike="noStrike" kern="1200" cap="none" spc="0" normalizeH="0" baseline="0" noProof="0" dirty="0">
                    <a:ln>
                      <a:noFill/>
                    </a:ln>
                    <a:solidFill>
                      <a:srgbClr val="22272B"/>
                    </a:solidFill>
                    <a:effectLst/>
                    <a:uLnTx/>
                    <a:uFillTx/>
                    <a:latin typeface="Arial" panose="020B0604020202020204" pitchFamily="34" charset="0"/>
                    <a:ea typeface="Calibri" panose="020F0502020204030204" pitchFamily="34" charset="0"/>
                    <a:cs typeface="Arial" panose="020B0604020202020204" pitchFamily="34" charset="0"/>
                  </a:rPr>
                  <a:t>A farmer has used less than one-third of a full bag of chicken feed. Draw a diagram or number to show how much could remain in that bag.</a:t>
                </a:r>
              </a:p>
            </p:txBody>
          </p:sp>
        </mc:Choice>
        <mc:Fallback xmlns="">
          <p:sp>
            <p:nvSpPr>
              <p:cNvPr id="5" name="TextBox 4">
                <a:extLst>
                  <a:ext uri="{FF2B5EF4-FFF2-40B4-BE49-F238E27FC236}">
                    <a16:creationId xmlns:a16="http://schemas.microsoft.com/office/drawing/2014/main" id="{3FECC1F3-5C4B-0FBB-F9E7-196DA0A4AD62}"/>
                  </a:ext>
                </a:extLst>
              </p:cNvPr>
              <p:cNvSpPr txBox="1">
                <a:spLocks noRot="1" noChangeAspect="1" noMove="1" noResize="1" noEditPoints="1" noAdjustHandles="1" noChangeArrowheads="1" noChangeShapeType="1" noTextEdit="1"/>
              </p:cNvSpPr>
              <p:nvPr/>
            </p:nvSpPr>
            <p:spPr>
              <a:xfrm>
                <a:off x="255811" y="844695"/>
                <a:ext cx="11609614" cy="5875647"/>
              </a:xfrm>
              <a:prstGeom prst="rect">
                <a:avLst/>
              </a:prstGeom>
              <a:blipFill>
                <a:blip r:embed="rId3"/>
                <a:stretch>
                  <a:fillRect l="-473" t="-519" b="-1038"/>
                </a:stretch>
              </a:blipFill>
            </p:spPr>
            <p:txBody>
              <a:bodyPr/>
              <a:lstStyle/>
              <a:p>
                <a:r>
                  <a:rPr lang="en-US">
                    <a:noFill/>
                  </a:rPr>
                  <a:t> </a:t>
                </a:r>
              </a:p>
            </p:txBody>
          </p:sp>
        </mc:Fallback>
      </mc:AlternateContent>
      <p:grpSp>
        <p:nvGrpSpPr>
          <p:cNvPr id="8" name="Group 7">
            <a:extLst>
              <a:ext uri="{FF2B5EF4-FFF2-40B4-BE49-F238E27FC236}">
                <a16:creationId xmlns:a16="http://schemas.microsoft.com/office/drawing/2014/main" id="{910851B7-E28A-23F2-33AE-0F7A24750011}"/>
              </a:ext>
              <a:ext uri="{C183D7F6-B498-43B3-948B-1728B52AA6E4}">
                <adec:decorative xmlns:adec="http://schemas.microsoft.com/office/drawing/2017/decorative" val="1"/>
              </a:ext>
            </a:extLst>
          </p:cNvPr>
          <p:cNvGrpSpPr/>
          <p:nvPr/>
        </p:nvGrpSpPr>
        <p:grpSpPr>
          <a:xfrm>
            <a:off x="10110854" y="4682109"/>
            <a:ext cx="1733146" cy="1208314"/>
            <a:chOff x="7278169" y="4902555"/>
            <a:chExt cx="3184234" cy="2219983"/>
          </a:xfrm>
        </p:grpSpPr>
        <p:sp>
          <p:nvSpPr>
            <p:cNvPr id="6" name="Freeform 3">
              <a:extLst>
                <a:ext uri="{FF2B5EF4-FFF2-40B4-BE49-F238E27FC236}">
                  <a16:creationId xmlns:a16="http://schemas.microsoft.com/office/drawing/2014/main" id="{B02AE1C8-FD12-0C3A-F9C8-470C6DC9553D}"/>
                </a:ext>
              </a:extLst>
            </p:cNvPr>
            <p:cNvSpPr/>
            <p:nvPr/>
          </p:nvSpPr>
          <p:spPr>
            <a:xfrm>
              <a:off x="7278169" y="4902555"/>
              <a:ext cx="2308110" cy="2219983"/>
            </a:xfrm>
            <a:custGeom>
              <a:avLst/>
              <a:gdLst/>
              <a:ahLst/>
              <a:cxnLst/>
              <a:rect l="l" t="t" r="r" b="b"/>
              <a:pathLst>
                <a:path w="2308110" h="2219983">
                  <a:moveTo>
                    <a:pt x="0" y="0"/>
                  </a:moveTo>
                  <a:lnTo>
                    <a:pt x="2308111" y="0"/>
                  </a:lnTo>
                  <a:lnTo>
                    <a:pt x="2308111" y="2219982"/>
                  </a:lnTo>
                  <a:lnTo>
                    <a:pt x="0" y="221998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7" name="Freeform 4">
              <a:extLst>
                <a:ext uri="{FF2B5EF4-FFF2-40B4-BE49-F238E27FC236}">
                  <a16:creationId xmlns:a16="http://schemas.microsoft.com/office/drawing/2014/main" id="{B9D0729C-9899-AA9F-B343-60E1BEE5B2F1}"/>
                </a:ext>
              </a:extLst>
            </p:cNvPr>
            <p:cNvSpPr/>
            <p:nvPr/>
          </p:nvSpPr>
          <p:spPr>
            <a:xfrm>
              <a:off x="9690126" y="6111372"/>
              <a:ext cx="772277" cy="1011165"/>
            </a:xfrm>
            <a:custGeom>
              <a:avLst/>
              <a:gdLst/>
              <a:ahLst/>
              <a:cxnLst/>
              <a:rect l="l" t="t" r="r" b="b"/>
              <a:pathLst>
                <a:path w="772277" h="1011165">
                  <a:moveTo>
                    <a:pt x="0" y="0"/>
                  </a:moveTo>
                  <a:lnTo>
                    <a:pt x="772277" y="0"/>
                  </a:lnTo>
                  <a:lnTo>
                    <a:pt x="772277" y="1011165"/>
                  </a:lnTo>
                  <a:lnTo>
                    <a:pt x="0" y="101116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22272B"/>
                </a:solidFill>
                <a:effectLst/>
                <a:uLnTx/>
                <a:uFillTx/>
                <a:latin typeface="Public Sans Light"/>
                <a:ea typeface="+mn-ea"/>
                <a:cs typeface="+mn-cs"/>
              </a:endParaRPr>
            </a:p>
          </p:txBody>
        </p:sp>
      </p:grpSp>
      <p:sp>
        <p:nvSpPr>
          <p:cNvPr id="4" name="Title 2">
            <a:extLst>
              <a:ext uri="{FF2B5EF4-FFF2-40B4-BE49-F238E27FC236}">
                <a16:creationId xmlns:a16="http://schemas.microsoft.com/office/drawing/2014/main" id="{99BE5851-3B34-E517-C5B1-A0F06ADD2DBE}"/>
              </a:ext>
            </a:extLst>
          </p:cNvPr>
          <p:cNvSpPr txBox="1">
            <a:spLocks noGrp="1"/>
          </p:cNvSpPr>
          <p:nvPr>
            <p:ph type="title" idx="4294967295"/>
          </p:nvPr>
        </p:nvSpPr>
        <p:spPr>
          <a:xfrm>
            <a:off x="381425" y="256253"/>
            <a:ext cx="11484000" cy="545601"/>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lvl1pPr algn="l" defTabSz="914377" rtl="0" eaLnBrk="1" latinLnBrk="0" hangingPunct="1">
              <a:lnSpc>
                <a:spcPct val="90000"/>
              </a:lnSpc>
              <a:spcBef>
                <a:spcPct val="0"/>
              </a:spcBef>
              <a:buNone/>
              <a:defRPr sz="3600" kern="1200">
                <a:solidFill>
                  <a:schemeClr val="accent1"/>
                </a:solidFill>
                <a:latin typeface="Arial" panose="020B0604020202020204" pitchFamily="34" charset="0"/>
                <a:ea typeface="+mj-ea"/>
                <a:cs typeface="Arial" panose="020B0604020202020204" pitchFamily="34" charset="0"/>
              </a:defRPr>
            </a:lvl1pPr>
          </a:lstStyle>
          <a:p>
            <a:pPr marL="0" marR="0" lvl="0" indent="0" algn="l" defTabSz="914377" rtl="0" eaLnBrk="1" fontAlgn="auto" latinLnBrk="0" hangingPunct="1">
              <a:lnSpc>
                <a:spcPct val="90000"/>
              </a:lnSpc>
              <a:spcBef>
                <a:spcPct val="0"/>
              </a:spcBef>
              <a:spcAft>
                <a:spcPts val="0"/>
              </a:spcAft>
              <a:buClrTx/>
              <a:buSzTx/>
              <a:buFontTx/>
              <a:buNone/>
              <a:tabLst/>
              <a:defRPr/>
            </a:pPr>
            <a:r>
              <a:rPr kumimoji="0" lang="en-AU" sz="3600" b="0" i="0" u="none" strike="noStrike" kern="1200" cap="none" spc="0" normalizeH="0" baseline="0" noProof="0">
                <a:ln>
                  <a:noFill/>
                </a:ln>
                <a:solidFill>
                  <a:schemeClr val="accent1"/>
                </a:solidFill>
                <a:effectLst/>
                <a:uLnTx/>
                <a:uFillTx/>
                <a:latin typeface="Arial" panose="020B0604020202020204" pitchFamily="34" charset="0"/>
                <a:ea typeface="+mj-ea"/>
                <a:cs typeface="Arial" panose="020B0604020202020204" pitchFamily="34" charset="0"/>
              </a:rPr>
              <a:t>Activity 5 – same denominator word problems 1</a:t>
            </a:r>
          </a:p>
        </p:txBody>
      </p:sp>
      <p:pic>
        <p:nvPicPr>
          <p:cNvPr id="3" name="Picture 2" descr="image of a head with cogs turning inside">
            <a:extLst>
              <a:ext uri="{FF2B5EF4-FFF2-40B4-BE49-F238E27FC236}">
                <a16:creationId xmlns:a16="http://schemas.microsoft.com/office/drawing/2014/main" id="{9142179A-A558-3E26-7E49-E2BD5BB686F3}"/>
              </a:ext>
            </a:extLst>
          </p:cNvPr>
          <p:cNvPicPr>
            <a:picLocks noChangeAspect="1"/>
          </p:cNvPicPr>
          <p:nvPr/>
        </p:nvPicPr>
        <p:blipFill>
          <a:blip r:embed="rId8"/>
          <a:stretch>
            <a:fillRect/>
          </a:stretch>
        </p:blipFill>
        <p:spPr>
          <a:xfrm>
            <a:off x="11216033" y="240894"/>
            <a:ext cx="610969" cy="726683"/>
          </a:xfrm>
          <a:prstGeom prst="rect">
            <a:avLst/>
          </a:prstGeom>
          <a:ln>
            <a:noFill/>
          </a:ln>
        </p:spPr>
      </p:pic>
    </p:spTree>
    <p:extLst>
      <p:ext uri="{BB962C8B-B14F-4D97-AF65-F5344CB8AC3E}">
        <p14:creationId xmlns:p14="http://schemas.microsoft.com/office/powerpoint/2010/main" val="35829984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4F2A2D-5D54-42BE-C8C2-C2A6CB078AB0}"/>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8BD32E23-FB04-E164-BE83-F761F94A317D}"/>
              </a:ext>
            </a:extLst>
          </p:cNvPr>
          <p:cNvSpPr>
            <a:spLocks noGrp="1"/>
          </p:cNvSpPr>
          <p:nvPr>
            <p:ph type="ctrTitle"/>
          </p:nvPr>
        </p:nvSpPr>
        <p:spPr/>
        <p:txBody>
          <a:bodyPr/>
          <a:lstStyle/>
          <a:p>
            <a:r>
              <a:rPr lang="en-AU">
                <a:latin typeface="+mj-lt"/>
                <a:cs typeface="Arial"/>
              </a:rPr>
              <a:t>Review of learning 6</a:t>
            </a:r>
            <a:endParaRPr lang="en-AU">
              <a:latin typeface="+mj-lt"/>
            </a:endParaRPr>
          </a:p>
        </p:txBody>
      </p:sp>
    </p:spTree>
    <p:extLst>
      <p:ext uri="{BB962C8B-B14F-4D97-AF65-F5344CB8AC3E}">
        <p14:creationId xmlns:p14="http://schemas.microsoft.com/office/powerpoint/2010/main" val="31286113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FBEE8F-3F48-A6A8-BFF8-F8998C7850C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E3DBF4C-4471-70A6-E61E-AB472EE35E92}"/>
              </a:ext>
            </a:extLst>
          </p:cNvPr>
          <p:cNvSpPr>
            <a:spLocks noGrp="1"/>
          </p:cNvSpPr>
          <p:nvPr>
            <p:ph type="sldNum" sz="quarter" idx="12"/>
          </p:nvPr>
        </p:nvSpPr>
        <p:spPr/>
        <p:txBody>
          <a:bodyPr/>
          <a:lstStyle/>
          <a:p>
            <a:fld id="{10A01DC5-1685-4615-8240-15192985C6A2}" type="slidenum">
              <a:rPr lang="en-AU" smtClean="0"/>
              <a:t>40</a:t>
            </a:fld>
            <a:endParaRPr lang="en-AU"/>
          </a:p>
        </p:txBody>
      </p:sp>
      <p:sp>
        <p:nvSpPr>
          <p:cNvPr id="3" name="Title 2">
            <a:extLst>
              <a:ext uri="{FF2B5EF4-FFF2-40B4-BE49-F238E27FC236}">
                <a16:creationId xmlns:a16="http://schemas.microsoft.com/office/drawing/2014/main" id="{10239AA5-BD2F-916C-A693-02FBD1E332CB}"/>
              </a:ext>
            </a:extLst>
          </p:cNvPr>
          <p:cNvSpPr>
            <a:spLocks noGrp="1"/>
          </p:cNvSpPr>
          <p:nvPr>
            <p:ph type="title"/>
          </p:nvPr>
        </p:nvSpPr>
        <p:spPr/>
        <p:txBody>
          <a:bodyPr/>
          <a:lstStyle/>
          <a:p>
            <a:r>
              <a:rPr lang="en-US"/>
              <a:t>True or </a:t>
            </a:r>
            <a:r>
              <a:rPr lang="en-US">
                <a:solidFill>
                  <a:srgbClr val="002060"/>
                </a:solidFill>
              </a:rPr>
              <a:t>false </a:t>
            </a:r>
            <a:r>
              <a:rPr lang="en-US">
                <a:solidFill>
                  <a:schemeClr val="bg1"/>
                </a:solidFill>
              </a:rPr>
              <a:t>(3)</a:t>
            </a:r>
          </a:p>
        </p:txBody>
      </p:sp>
      <mc:AlternateContent xmlns:mc="http://schemas.openxmlformats.org/markup-compatibility/2006" xmlns:a14="http://schemas.microsoft.com/office/drawing/2010/main">
        <mc:Choice Requires="a14">
          <p:sp>
            <p:nvSpPr>
              <p:cNvPr id="7" name="Text Placeholder 6">
                <a:extLst>
                  <a:ext uri="{FF2B5EF4-FFF2-40B4-BE49-F238E27FC236}">
                    <a16:creationId xmlns:a16="http://schemas.microsoft.com/office/drawing/2014/main" id="{4743D993-BC52-886E-0C46-306156440477}"/>
                  </a:ext>
                </a:extLst>
              </p:cNvPr>
              <p:cNvSpPr>
                <a:spLocks noGrp="1"/>
              </p:cNvSpPr>
              <p:nvPr>
                <p:ph type="body" sz="quarter" idx="22"/>
              </p:nvPr>
            </p:nvSpPr>
            <p:spPr>
              <a:xfrm>
                <a:off x="303295" y="1279509"/>
                <a:ext cx="11185528" cy="2128068"/>
              </a:xfrm>
            </p:spPr>
            <p:txBody>
              <a:bodyPr vert="horz" lIns="0" tIns="0" rIns="0" bIns="0" rtlCol="0" anchor="t">
                <a:noAutofit/>
              </a:bodyPr>
              <a:lstStyle/>
              <a:p>
                <a:pPr algn="ctr"/>
                <a:r>
                  <a:rPr lang="en-AU" sz="4000"/>
                  <a:t>Two bakers each have a bag of flour. One bag is </a:t>
                </a:r>
                <a14:m>
                  <m:oMath xmlns:m="http://schemas.openxmlformats.org/officeDocument/2006/math">
                    <m:f>
                      <m:fPr>
                        <m:ctrlPr>
                          <a:rPr lang="en-AU" sz="4000" b="1" i="1" smtClean="0">
                            <a:latin typeface="Cambria Math" panose="02040503050406030204" pitchFamily="18" charset="0"/>
                          </a:rPr>
                        </m:ctrlPr>
                      </m:fPr>
                      <m:num>
                        <m:r>
                          <a:rPr lang="en-AU" sz="4000" b="1" i="1" smtClean="0">
                            <a:latin typeface="Cambria Math" panose="02040503050406030204" pitchFamily="18" charset="0"/>
                          </a:rPr>
                          <m:t>𝟏</m:t>
                        </m:r>
                      </m:num>
                      <m:den>
                        <m:r>
                          <a:rPr lang="en-AU" sz="4000" b="1" i="1" smtClean="0">
                            <a:latin typeface="Cambria Math" panose="02040503050406030204" pitchFamily="18" charset="0"/>
                            <a:ea typeface="Calibri" panose="020F0502020204030204" pitchFamily="34" charset="0"/>
                          </a:rPr>
                          <m:t>𝟔</m:t>
                        </m:r>
                      </m:den>
                    </m:f>
                  </m:oMath>
                </a14:m>
                <a:r>
                  <a:rPr lang="en-AU" sz="4000" b="1"/>
                  <a:t> </a:t>
                </a:r>
                <a:r>
                  <a:rPr lang="en-AU" sz="4000"/>
                  <a:t>full and the other is </a:t>
                </a:r>
                <a14:m>
                  <m:oMath xmlns:m="http://schemas.openxmlformats.org/officeDocument/2006/math">
                    <m:f>
                      <m:fPr>
                        <m:ctrlPr>
                          <a:rPr lang="en-AU" sz="4000" b="1" i="1">
                            <a:latin typeface="Cambria Math" panose="02040503050406030204" pitchFamily="18" charset="0"/>
                          </a:rPr>
                        </m:ctrlPr>
                      </m:fPr>
                      <m:num>
                        <m:r>
                          <a:rPr lang="en-AU" sz="4000" b="1" i="1" smtClean="0">
                            <a:latin typeface="Cambria Math" panose="02040503050406030204" pitchFamily="18" charset="0"/>
                          </a:rPr>
                          <m:t>𝟓</m:t>
                        </m:r>
                      </m:num>
                      <m:den>
                        <m:r>
                          <a:rPr lang="en-AU" sz="4000" b="1" i="1" smtClean="0">
                            <a:latin typeface="Cambria Math" panose="02040503050406030204" pitchFamily="18" charset="0"/>
                            <a:ea typeface="Calibri" panose="020F0502020204030204" pitchFamily="34" charset="0"/>
                          </a:rPr>
                          <m:t>𝟔</m:t>
                        </m:r>
                      </m:den>
                    </m:f>
                  </m:oMath>
                </a14:m>
                <a:r>
                  <a:rPr lang="en-AU" sz="4000"/>
                  <a:t> full. </a:t>
                </a:r>
              </a:p>
              <a:p>
                <a:pPr algn="ctr"/>
                <a:r>
                  <a:rPr lang="en-AU" sz="4000"/>
                  <a:t>Together they have </a:t>
                </a:r>
                <a:r>
                  <a:rPr lang="en-AU" sz="4000" b="1"/>
                  <a:t>1 whole bag </a:t>
                </a:r>
                <a:r>
                  <a:rPr lang="en-AU" sz="4000"/>
                  <a:t>of flour</a:t>
                </a:r>
                <a:r>
                  <a:rPr lang="en-US" sz="4000">
                    <a:latin typeface="Arial"/>
                    <a:cs typeface="Arial"/>
                  </a:rPr>
                  <a:t>.</a:t>
                </a:r>
                <a:endParaRPr lang="en-US" sz="4000"/>
              </a:p>
            </p:txBody>
          </p:sp>
        </mc:Choice>
        <mc:Fallback xmlns="">
          <p:sp>
            <p:nvSpPr>
              <p:cNvPr id="7" name="Text Placeholder 6">
                <a:extLst>
                  <a:ext uri="{FF2B5EF4-FFF2-40B4-BE49-F238E27FC236}">
                    <a16:creationId xmlns:a16="http://schemas.microsoft.com/office/drawing/2014/main" id="{4743D993-BC52-886E-0C46-306156440477}"/>
                  </a:ext>
                </a:extLst>
              </p:cNvPr>
              <p:cNvSpPr>
                <a:spLocks noGrp="1" noRot="1" noChangeAspect="1" noMove="1" noResize="1" noEditPoints="1" noAdjustHandles="1" noChangeArrowheads="1" noChangeShapeType="1" noTextEdit="1"/>
              </p:cNvSpPr>
              <p:nvPr>
                <p:ph type="body" sz="quarter" idx="22"/>
              </p:nvPr>
            </p:nvSpPr>
            <p:spPr>
              <a:xfrm>
                <a:off x="303295" y="1279509"/>
                <a:ext cx="11185528" cy="2128068"/>
              </a:xfrm>
              <a:blipFill>
                <a:blip r:embed="rId3"/>
                <a:stretch>
                  <a:fillRect l="-1526" r="-2725" b="-61318"/>
                </a:stretch>
              </a:blipFill>
            </p:spPr>
            <p:txBody>
              <a:bodyPr/>
              <a:lstStyle/>
              <a:p>
                <a:r>
                  <a:rPr lang="en-US">
                    <a:noFill/>
                  </a:rPr>
                  <a:t> </a:t>
                </a:r>
              </a:p>
            </p:txBody>
          </p:sp>
        </mc:Fallback>
      </mc:AlternateContent>
      <p:sp>
        <p:nvSpPr>
          <p:cNvPr id="6" name="Text Placeholder 6">
            <a:extLst>
              <a:ext uri="{FF2B5EF4-FFF2-40B4-BE49-F238E27FC236}">
                <a16:creationId xmlns:a16="http://schemas.microsoft.com/office/drawing/2014/main" id="{0F92E5A7-6B31-AB53-C955-F26938BA825B}"/>
              </a:ext>
            </a:extLst>
          </p:cNvPr>
          <p:cNvSpPr txBox="1">
            <a:spLocks/>
          </p:cNvSpPr>
          <p:nvPr/>
        </p:nvSpPr>
        <p:spPr>
          <a:xfrm>
            <a:off x="474481" y="5637985"/>
            <a:ext cx="11243037" cy="1423578"/>
          </a:xfrm>
          <a:prstGeom prst="rect">
            <a:avLst/>
          </a:prstGeom>
        </p:spPr>
        <p:txBody>
          <a:bodyPr vert="horz" lIns="0" tIns="0" rIns="0" bIns="0" rtlCol="0" anchor="t">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000">
                <a:latin typeface="Arial"/>
                <a:cs typeface="Arial"/>
              </a:rPr>
              <a:t>Communicate your </a:t>
            </a:r>
            <a:r>
              <a:rPr lang="en-US" sz="4000" b="1">
                <a:latin typeface="Arial"/>
                <a:cs typeface="Arial"/>
              </a:rPr>
              <a:t>reasoning</a:t>
            </a:r>
            <a:r>
              <a:rPr lang="en-US" sz="4000">
                <a:latin typeface="Arial"/>
                <a:cs typeface="Arial"/>
              </a:rPr>
              <a:t>. </a:t>
            </a:r>
            <a:endParaRPr lang="en-US" sz="4000"/>
          </a:p>
        </p:txBody>
      </p:sp>
      <p:graphicFrame>
        <p:nvGraphicFramePr>
          <p:cNvPr id="13" name="Table 12">
            <a:extLst>
              <a:ext uri="{FF2B5EF4-FFF2-40B4-BE49-F238E27FC236}">
                <a16:creationId xmlns:a16="http://schemas.microsoft.com/office/drawing/2014/main" id="{B37F8FD6-1114-0311-68BF-0ED89EC52553}"/>
              </a:ext>
            </a:extLst>
          </p:cNvPr>
          <p:cNvGraphicFramePr>
            <a:graphicFrameLocks noGrp="1"/>
          </p:cNvGraphicFramePr>
          <p:nvPr>
            <p:extLst>
              <p:ext uri="{D42A27DB-BD31-4B8C-83A1-F6EECF244321}">
                <p14:modId xmlns:p14="http://schemas.microsoft.com/office/powerpoint/2010/main" val="2156027286"/>
              </p:ext>
            </p:extLst>
          </p:nvPr>
        </p:nvGraphicFramePr>
        <p:xfrm>
          <a:off x="2442981" y="4731030"/>
          <a:ext cx="7077076" cy="847461"/>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847461">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pic>
        <p:nvPicPr>
          <p:cNvPr id="5" name="Picture 4" descr="image of a finger selecting an option for a multiple choice or true and false">
            <a:extLst>
              <a:ext uri="{FF2B5EF4-FFF2-40B4-BE49-F238E27FC236}">
                <a16:creationId xmlns:a16="http://schemas.microsoft.com/office/drawing/2014/main" id="{55D61279-F839-6A02-5B10-40DD79748FE7}"/>
              </a:ext>
            </a:extLst>
          </p:cNvPr>
          <p:cNvPicPr>
            <a:picLocks noChangeAspect="1"/>
          </p:cNvPicPr>
          <p:nvPr/>
        </p:nvPicPr>
        <p:blipFill>
          <a:blip r:embed="rId4"/>
          <a:stretch>
            <a:fillRect/>
          </a:stretch>
        </p:blipFill>
        <p:spPr>
          <a:xfrm>
            <a:off x="10807908" y="43303"/>
            <a:ext cx="1165786" cy="1140716"/>
          </a:xfrm>
          <a:prstGeom prst="rect">
            <a:avLst/>
          </a:prstGeom>
        </p:spPr>
      </p:pic>
    </p:spTree>
    <p:extLst>
      <p:ext uri="{BB962C8B-B14F-4D97-AF65-F5344CB8AC3E}">
        <p14:creationId xmlns:p14="http://schemas.microsoft.com/office/powerpoint/2010/main" val="4621522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DEC9BF-5F7D-214B-1148-F6F0F6CD319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AEC1B69-AE9B-3F77-A4B2-5F8F2302B7B4}"/>
              </a:ext>
            </a:extLst>
          </p:cNvPr>
          <p:cNvSpPr>
            <a:spLocks noGrp="1"/>
          </p:cNvSpPr>
          <p:nvPr>
            <p:ph type="sldNum" sz="quarter" idx="12"/>
          </p:nvPr>
        </p:nvSpPr>
        <p:spPr/>
        <p:txBody>
          <a:bodyPr/>
          <a:lstStyle/>
          <a:p>
            <a:fld id="{10A01DC5-1685-4615-8240-15192985C6A2}" type="slidenum">
              <a:rPr lang="en-AU" smtClean="0"/>
              <a:t>41</a:t>
            </a:fld>
            <a:endParaRPr lang="en-AU"/>
          </a:p>
        </p:txBody>
      </p:sp>
      <p:sp>
        <p:nvSpPr>
          <p:cNvPr id="3" name="Title 2">
            <a:extLst>
              <a:ext uri="{FF2B5EF4-FFF2-40B4-BE49-F238E27FC236}">
                <a16:creationId xmlns:a16="http://schemas.microsoft.com/office/drawing/2014/main" id="{B58B9408-BD93-F840-A268-57E14808F86B}"/>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(21)</a:t>
            </a:r>
          </a:p>
        </p:txBody>
      </p:sp>
      <p:sp>
        <p:nvSpPr>
          <p:cNvPr id="11" name="Picture Placeholder 10">
            <a:extLst>
              <a:ext uri="{FF2B5EF4-FFF2-40B4-BE49-F238E27FC236}">
                <a16:creationId xmlns:a16="http://schemas.microsoft.com/office/drawing/2014/main" id="{14C19D03-CFFF-C433-C478-7D603E7E945A}"/>
              </a:ext>
            </a:extLst>
          </p:cNvPr>
          <p:cNvSpPr>
            <a:spLocks noGrp="1"/>
          </p:cNvSpPr>
          <p:nvPr>
            <p:ph type="pic" sz="quarter" idx="21"/>
          </p:nvPr>
        </p:nvSpPr>
        <p:spPr>
          <a:xfrm>
            <a:off x="360000" y="1184223"/>
            <a:ext cx="11243037" cy="2415608"/>
          </a:xfrm>
        </p:spPr>
        <p:txBody>
          <a:bodyPr/>
          <a:lstStyle/>
          <a:p>
            <a:pPr algn="ctr"/>
            <a:r>
              <a:rPr lang="en-US" sz="4400">
                <a:latin typeface="Arial"/>
                <a:cs typeface="Arial"/>
              </a:rPr>
              <a:t>Use a known angle to</a:t>
            </a:r>
            <a:r>
              <a:rPr lang="en-US" sz="4400" b="1">
                <a:latin typeface="Arial"/>
                <a:cs typeface="Arial"/>
              </a:rPr>
              <a:t> estimate </a:t>
            </a:r>
            <a:r>
              <a:rPr lang="en-US" sz="4400">
                <a:latin typeface="Arial"/>
                <a:cs typeface="Arial"/>
              </a:rPr>
              <a:t>and </a:t>
            </a:r>
            <a:r>
              <a:rPr lang="en-US" sz="4400" b="1">
                <a:latin typeface="Arial"/>
                <a:cs typeface="Arial"/>
              </a:rPr>
              <a:t>record</a:t>
            </a:r>
            <a:r>
              <a:rPr lang="en-US" sz="4400">
                <a:latin typeface="Arial"/>
                <a:cs typeface="Arial"/>
              </a:rPr>
              <a:t> the </a:t>
            </a:r>
            <a:r>
              <a:rPr lang="en-US" sz="4400" b="1">
                <a:latin typeface="Arial"/>
                <a:cs typeface="Arial"/>
              </a:rPr>
              <a:t>size</a:t>
            </a:r>
            <a:r>
              <a:rPr lang="en-US" sz="4400">
                <a:latin typeface="Arial"/>
                <a:cs typeface="Arial"/>
              </a:rPr>
              <a:t> of this </a:t>
            </a:r>
            <a:r>
              <a:rPr lang="en-US" sz="4400" b="1">
                <a:latin typeface="Arial"/>
                <a:cs typeface="Arial"/>
              </a:rPr>
              <a:t>angle</a:t>
            </a:r>
            <a:r>
              <a:rPr lang="en-US" sz="4400">
                <a:latin typeface="Arial"/>
                <a:cs typeface="Arial"/>
              </a:rPr>
              <a:t>.</a:t>
            </a:r>
            <a:endParaRPr lang="en-US" sz="2400">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8630EBD8-CFDA-21D1-0781-2E0CE818F684}"/>
              </a:ext>
            </a:extLst>
          </p:cNvPr>
          <p:cNvPicPr>
            <a:picLocks noChangeAspect="1"/>
          </p:cNvPicPr>
          <p:nvPr/>
        </p:nvPicPr>
        <p:blipFill>
          <a:blip r:embed="rId3"/>
          <a:stretch>
            <a:fillRect/>
          </a:stretch>
        </p:blipFill>
        <p:spPr>
          <a:xfrm>
            <a:off x="11030476" y="268723"/>
            <a:ext cx="915500" cy="915500"/>
          </a:xfrm>
          <a:prstGeom prst="rect">
            <a:avLst/>
          </a:prstGeom>
        </p:spPr>
      </p:pic>
      <p:pic>
        <p:nvPicPr>
          <p:cNvPr id="5" name="Picture 4" descr="An acute angle of approximately 45 degrees with the internal angle marked.">
            <a:extLst>
              <a:ext uri="{FF2B5EF4-FFF2-40B4-BE49-F238E27FC236}">
                <a16:creationId xmlns:a16="http://schemas.microsoft.com/office/drawing/2014/main" id="{6F95F538-5CAC-C338-2852-F4738658A119}"/>
              </a:ext>
            </a:extLst>
          </p:cNvPr>
          <p:cNvPicPr>
            <a:picLocks noChangeAspect="1"/>
          </p:cNvPicPr>
          <p:nvPr/>
        </p:nvPicPr>
        <p:blipFill>
          <a:blip r:embed="rId4"/>
          <a:srcRect t="13223" r="57121" b="53043"/>
          <a:stretch>
            <a:fillRect/>
          </a:stretch>
        </p:blipFill>
        <p:spPr>
          <a:xfrm>
            <a:off x="2876923" y="3429000"/>
            <a:ext cx="5897443" cy="3087000"/>
          </a:xfrm>
          <a:prstGeom prst="rect">
            <a:avLst/>
          </a:prstGeom>
        </p:spPr>
      </p:pic>
    </p:spTree>
    <p:extLst>
      <p:ext uri="{BB962C8B-B14F-4D97-AF65-F5344CB8AC3E}">
        <p14:creationId xmlns:p14="http://schemas.microsoft.com/office/powerpoint/2010/main" val="13199733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FE5182-257F-1678-1C50-B8D0403D963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DDCFCF7-04CF-C461-ECB1-3FC634BF5BAD}"/>
              </a:ext>
            </a:extLst>
          </p:cNvPr>
          <p:cNvSpPr>
            <a:spLocks noGrp="1"/>
          </p:cNvSpPr>
          <p:nvPr>
            <p:ph type="sldNum" sz="quarter" idx="12"/>
          </p:nvPr>
        </p:nvSpPr>
        <p:spPr/>
        <p:txBody>
          <a:bodyPr/>
          <a:lstStyle/>
          <a:p>
            <a:fld id="{10A01DC5-1685-4615-8240-15192985C6A2}" type="slidenum">
              <a:rPr lang="en-AU" smtClean="0"/>
              <a:t>42</a:t>
            </a:fld>
            <a:endParaRPr lang="en-AU"/>
          </a:p>
        </p:txBody>
      </p:sp>
      <p:sp>
        <p:nvSpPr>
          <p:cNvPr id="3" name="Title 2">
            <a:extLst>
              <a:ext uri="{FF2B5EF4-FFF2-40B4-BE49-F238E27FC236}">
                <a16:creationId xmlns:a16="http://schemas.microsoft.com/office/drawing/2014/main" id="{6D1DC104-86CB-4221-6644-89860C0DACBE}"/>
              </a:ext>
            </a:extLst>
          </p:cNvPr>
          <p:cNvSpPr>
            <a:spLocks noGrp="1"/>
          </p:cNvSpPr>
          <p:nvPr>
            <p:ph type="title"/>
          </p:nvPr>
        </p:nvSpPr>
        <p:spPr/>
        <p:txBody>
          <a:bodyPr/>
          <a:lstStyle/>
          <a:p>
            <a:r>
              <a:rPr lang="en-US">
                <a:latin typeface="Arial"/>
                <a:cs typeface="Arial"/>
              </a:rPr>
              <a:t>Short </a:t>
            </a:r>
            <a:r>
              <a:rPr lang="en-US">
                <a:solidFill>
                  <a:srgbClr val="002060"/>
                </a:solidFill>
                <a:latin typeface="Arial"/>
                <a:cs typeface="Arial"/>
              </a:rPr>
              <a:t>response </a:t>
            </a:r>
            <a:r>
              <a:rPr lang="en-US">
                <a:solidFill>
                  <a:schemeClr val="bg1"/>
                </a:solidFill>
                <a:latin typeface="Arial"/>
                <a:cs typeface="Arial"/>
              </a:rPr>
              <a:t>(22)</a:t>
            </a:r>
          </a:p>
        </p:txBody>
      </p:sp>
      <p:sp>
        <p:nvSpPr>
          <p:cNvPr id="11" name="Picture Placeholder 10">
            <a:extLst>
              <a:ext uri="{FF2B5EF4-FFF2-40B4-BE49-F238E27FC236}">
                <a16:creationId xmlns:a16="http://schemas.microsoft.com/office/drawing/2014/main" id="{80B7212B-2801-5D27-0B76-52A657270CAF}"/>
              </a:ext>
            </a:extLst>
          </p:cNvPr>
          <p:cNvSpPr>
            <a:spLocks noGrp="1"/>
          </p:cNvSpPr>
          <p:nvPr>
            <p:ph type="pic" sz="quarter" idx="21"/>
          </p:nvPr>
        </p:nvSpPr>
        <p:spPr>
          <a:xfrm>
            <a:off x="360001" y="1164870"/>
            <a:ext cx="11243037" cy="5091860"/>
          </a:xfrm>
        </p:spPr>
        <p:txBody>
          <a:bodyPr/>
          <a:lstStyle/>
          <a:p>
            <a:pPr algn="ctr"/>
            <a:r>
              <a:rPr lang="en-US" sz="4000" dirty="0"/>
              <a:t>Fletcher wants to collect data about how students in his class travel to school.</a:t>
            </a:r>
          </a:p>
          <a:p>
            <a:pPr algn="ctr"/>
            <a:r>
              <a:rPr lang="en-US" sz="4000" dirty="0"/>
              <a:t>Pose 2 </a:t>
            </a:r>
            <a:r>
              <a:rPr lang="en-US" sz="4000" b="1" dirty="0"/>
              <a:t>survey questions </a:t>
            </a:r>
            <a:r>
              <a:rPr lang="en-US" sz="4000" dirty="0"/>
              <a:t>he could use to obtain </a:t>
            </a:r>
            <a:r>
              <a:rPr lang="en-US" sz="4000" b="1" dirty="0"/>
              <a:t>categorical data.</a:t>
            </a:r>
            <a:endParaRPr lang="en-US" sz="4400" dirty="0"/>
          </a:p>
          <a:p>
            <a:endParaRPr lang="en-US" dirty="0">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A5C75FC3-3580-0C1D-8090-EC44658DAC9E}"/>
              </a:ext>
            </a:extLst>
          </p:cNvPr>
          <p:cNvPicPr>
            <a:picLocks noChangeAspect="1"/>
          </p:cNvPicPr>
          <p:nvPr/>
        </p:nvPicPr>
        <p:blipFill>
          <a:blip r:embed="rId3"/>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18471432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E9FF86-7C5B-FA31-D796-296DE0A8C80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7FEA1A1-341D-8A60-97E6-8F9B65B0FF51}"/>
              </a:ext>
            </a:extLst>
          </p:cNvPr>
          <p:cNvSpPr>
            <a:spLocks noGrp="1"/>
          </p:cNvSpPr>
          <p:nvPr>
            <p:ph type="sldNum" sz="quarter" idx="12"/>
          </p:nvPr>
        </p:nvSpPr>
        <p:spPr/>
        <p:txBody>
          <a:bodyPr/>
          <a:lstStyle/>
          <a:p>
            <a:fld id="{10A01DC5-1685-4615-8240-15192985C6A2}" type="slidenum">
              <a:rPr lang="en-AU" smtClean="0"/>
              <a:t>43</a:t>
            </a:fld>
            <a:endParaRPr lang="en-AU"/>
          </a:p>
        </p:txBody>
      </p:sp>
      <p:sp>
        <p:nvSpPr>
          <p:cNvPr id="3" name="Title 2">
            <a:extLst>
              <a:ext uri="{FF2B5EF4-FFF2-40B4-BE49-F238E27FC236}">
                <a16:creationId xmlns:a16="http://schemas.microsoft.com/office/drawing/2014/main" id="{B91C906B-02BA-2EFD-6FF2-2138C2C6F5C8}"/>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(23)</a:t>
            </a:r>
          </a:p>
        </p:txBody>
      </p:sp>
      <p:sp>
        <p:nvSpPr>
          <p:cNvPr id="11" name="Picture Placeholder 10">
            <a:extLst>
              <a:ext uri="{FF2B5EF4-FFF2-40B4-BE49-F238E27FC236}">
                <a16:creationId xmlns:a16="http://schemas.microsoft.com/office/drawing/2014/main" id="{8A7FE6AB-F028-BE57-C4D2-218E23CCA7F3}"/>
              </a:ext>
            </a:extLst>
          </p:cNvPr>
          <p:cNvSpPr>
            <a:spLocks noGrp="1"/>
          </p:cNvSpPr>
          <p:nvPr>
            <p:ph type="pic" sz="quarter" idx="21"/>
          </p:nvPr>
        </p:nvSpPr>
        <p:spPr>
          <a:xfrm>
            <a:off x="360000" y="1322701"/>
            <a:ext cx="11243037" cy="5091860"/>
          </a:xfrm>
        </p:spPr>
        <p:txBody>
          <a:bodyPr/>
          <a:lstStyle/>
          <a:p>
            <a:pPr algn="ctr"/>
            <a:r>
              <a:rPr lang="en-AU" sz="4000" b="1"/>
              <a:t>Determine</a:t>
            </a:r>
            <a:r>
              <a:rPr lang="en-AU" sz="4000"/>
              <a:t> the </a:t>
            </a:r>
            <a:r>
              <a:rPr lang="en-AU" sz="4000" b="1"/>
              <a:t>volume</a:t>
            </a:r>
            <a:r>
              <a:rPr lang="en-AU" sz="4000"/>
              <a:t> of prism 2 and prism 3.</a:t>
            </a:r>
          </a:p>
          <a:p>
            <a:pPr algn="ctr"/>
            <a:endParaRPr lang="en-AU" sz="4000"/>
          </a:p>
          <a:p>
            <a:pPr algn="ctr"/>
            <a:endParaRPr lang="en-US" sz="3200"/>
          </a:p>
          <a:p>
            <a:pPr algn="ctr"/>
            <a:endParaRPr lang="en-US" sz="4400"/>
          </a:p>
          <a:p>
            <a:endParaRPr lang="en-US">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60BD3A60-80E3-562B-92FB-07B4A07F11E3}"/>
              </a:ext>
            </a:extLst>
          </p:cNvPr>
          <p:cNvPicPr>
            <a:picLocks noChangeAspect="1"/>
          </p:cNvPicPr>
          <p:nvPr/>
        </p:nvPicPr>
        <p:blipFill>
          <a:blip r:embed="rId3"/>
          <a:stretch>
            <a:fillRect/>
          </a:stretch>
        </p:blipFill>
        <p:spPr>
          <a:xfrm>
            <a:off x="11030476" y="268723"/>
            <a:ext cx="915500" cy="915500"/>
          </a:xfrm>
          <a:prstGeom prst="rect">
            <a:avLst/>
          </a:prstGeom>
        </p:spPr>
      </p:pic>
      <p:graphicFrame>
        <p:nvGraphicFramePr>
          <p:cNvPr id="5" name="Table 4">
            <a:extLst>
              <a:ext uri="{FF2B5EF4-FFF2-40B4-BE49-F238E27FC236}">
                <a16:creationId xmlns:a16="http://schemas.microsoft.com/office/drawing/2014/main" id="{EDD92A22-701B-DD94-37FD-9C013FA3C539}"/>
              </a:ext>
            </a:extLst>
          </p:cNvPr>
          <p:cNvGraphicFramePr>
            <a:graphicFrameLocks noGrp="1"/>
          </p:cNvGraphicFramePr>
          <p:nvPr>
            <p:extLst>
              <p:ext uri="{D42A27DB-BD31-4B8C-83A1-F6EECF244321}">
                <p14:modId xmlns:p14="http://schemas.microsoft.com/office/powerpoint/2010/main" val="143023530"/>
              </p:ext>
            </p:extLst>
          </p:nvPr>
        </p:nvGraphicFramePr>
        <p:xfrm>
          <a:off x="1757680" y="2838025"/>
          <a:ext cx="8128000" cy="2873590"/>
        </p:xfrm>
        <a:graphic>
          <a:graphicData uri="http://schemas.openxmlformats.org/drawingml/2006/table">
            <a:tbl>
              <a:tblPr firstRow="1" bandRow="1">
                <a:tableStyleId>{5A111915-BE36-4E01-A7E5-04B1672EAD32}</a:tableStyleId>
              </a:tblPr>
              <a:tblGrid>
                <a:gridCol w="2032000">
                  <a:extLst>
                    <a:ext uri="{9D8B030D-6E8A-4147-A177-3AD203B41FA5}">
                      <a16:colId xmlns:a16="http://schemas.microsoft.com/office/drawing/2014/main" val="3129538294"/>
                    </a:ext>
                  </a:extLst>
                </a:gridCol>
                <a:gridCol w="2032000">
                  <a:extLst>
                    <a:ext uri="{9D8B030D-6E8A-4147-A177-3AD203B41FA5}">
                      <a16:colId xmlns:a16="http://schemas.microsoft.com/office/drawing/2014/main" val="4226520883"/>
                    </a:ext>
                  </a:extLst>
                </a:gridCol>
                <a:gridCol w="2032000">
                  <a:extLst>
                    <a:ext uri="{9D8B030D-6E8A-4147-A177-3AD203B41FA5}">
                      <a16:colId xmlns:a16="http://schemas.microsoft.com/office/drawing/2014/main" val="2185504268"/>
                    </a:ext>
                  </a:extLst>
                </a:gridCol>
                <a:gridCol w="2032000">
                  <a:extLst>
                    <a:ext uri="{9D8B030D-6E8A-4147-A177-3AD203B41FA5}">
                      <a16:colId xmlns:a16="http://schemas.microsoft.com/office/drawing/2014/main" val="3078888818"/>
                    </a:ext>
                  </a:extLst>
                </a:gridCol>
              </a:tblGrid>
              <a:tr h="679030">
                <a:tc>
                  <a:txBody>
                    <a:bodyPr/>
                    <a:lstStyle/>
                    <a:p>
                      <a:endParaRPr lang="en-AU" sz="3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AU" sz="3600">
                          <a:solidFill>
                            <a:schemeClr val="tx1"/>
                          </a:solidFill>
                        </a:rPr>
                        <a:t>Prism 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AU" sz="3600">
                          <a:solidFill>
                            <a:schemeClr val="tx1"/>
                          </a:solidFill>
                        </a:rPr>
                        <a:t>Prism 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AU" sz="3600">
                          <a:solidFill>
                            <a:schemeClr val="tx1"/>
                          </a:solidFill>
                        </a:rPr>
                        <a:t>Prism 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915988484"/>
                  </a:ext>
                </a:extLst>
              </a:tr>
              <a:tr h="568744">
                <a:tc>
                  <a:txBody>
                    <a:bodyPr/>
                    <a:lstStyle/>
                    <a:p>
                      <a:pPr algn="ctr"/>
                      <a:r>
                        <a:rPr lang="en-AU" sz="3600"/>
                        <a:t>Base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AU" sz="3600">
                          <a:solidFill>
                            <a:schemeClr val="tx1"/>
                          </a:solidFill>
                        </a:rPr>
                        <a:t>2 layers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AU" sz="3600">
                          <a:solidFill>
                            <a:schemeClr val="tx1"/>
                          </a:solidFill>
                        </a:rPr>
                        <a:t>4 layers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AU" sz="3600">
                          <a:solidFill>
                            <a:schemeClr val="tx1"/>
                          </a:solidFill>
                        </a:rPr>
                        <a:t>9 layers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28005444"/>
                  </a:ext>
                </a:extLst>
              </a:tr>
              <a:tr h="1304767">
                <a:tc>
                  <a:txBody>
                    <a:bodyPr/>
                    <a:lstStyle/>
                    <a:p>
                      <a:endParaRPr lang="en-AU" sz="2400"/>
                    </a:p>
                    <a:p>
                      <a:endParaRPr lang="en-AU" sz="2400"/>
                    </a:p>
                    <a:p>
                      <a:endParaRPr lang="en-AU" sz="2400"/>
                    </a:p>
                    <a:p>
                      <a:endParaRPr lang="en-AU"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AU" sz="3600">
                        <a:solidFill>
                          <a:schemeClr val="tx1"/>
                        </a:solidFill>
                      </a:endParaRPr>
                    </a:p>
                    <a:p>
                      <a:pPr algn="ctr"/>
                      <a:r>
                        <a:rPr lang="en-AU" sz="3600" b="0">
                          <a:solidFill>
                            <a:schemeClr val="tx1"/>
                          </a:solidFill>
                        </a:rPr>
                        <a:t>20 </a:t>
                      </a:r>
                      <a:r>
                        <a:rPr lang="en-AU" sz="3600" b="0"/>
                        <a:t>cm³</a:t>
                      </a:r>
                      <a:endParaRPr lang="en-AU" sz="36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AU" sz="24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AU" sz="24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60590667"/>
                  </a:ext>
                </a:extLst>
              </a:tr>
            </a:tbl>
          </a:graphicData>
        </a:graphic>
      </p:graphicFrame>
      <p:pic>
        <p:nvPicPr>
          <p:cNvPr id="6" name="Picture 5" descr="2 rows of 5 green cubes.">
            <a:extLst>
              <a:ext uri="{FF2B5EF4-FFF2-40B4-BE49-F238E27FC236}">
                <a16:creationId xmlns:a16="http://schemas.microsoft.com/office/drawing/2014/main" id="{A3510F43-2162-6259-5252-0CB693F39AFD}"/>
              </a:ext>
            </a:extLst>
          </p:cNvPr>
          <p:cNvPicPr>
            <a:picLocks noChangeAspect="1"/>
          </p:cNvPicPr>
          <p:nvPr/>
        </p:nvPicPr>
        <p:blipFill>
          <a:blip r:embed="rId4"/>
          <a:srcRect l="24391" t="29778" r="56913" b="15111"/>
          <a:stretch>
            <a:fillRect/>
          </a:stretch>
        </p:blipFill>
        <p:spPr>
          <a:xfrm rot="16200000">
            <a:off x="2361417" y="4119365"/>
            <a:ext cx="804582" cy="1676776"/>
          </a:xfrm>
          <a:prstGeom prst="rect">
            <a:avLst/>
          </a:prstGeom>
        </p:spPr>
      </p:pic>
    </p:spTree>
    <p:extLst>
      <p:ext uri="{BB962C8B-B14F-4D97-AF65-F5344CB8AC3E}">
        <p14:creationId xmlns:p14="http://schemas.microsoft.com/office/powerpoint/2010/main" val="8007136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D1F0B1-A631-6222-A4F6-6ADABC92764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AA87200-480B-20DB-4C26-10675759AD1F}"/>
              </a:ext>
            </a:extLst>
          </p:cNvPr>
          <p:cNvSpPr>
            <a:spLocks noGrp="1"/>
          </p:cNvSpPr>
          <p:nvPr>
            <p:ph type="sldNum" sz="quarter" idx="12"/>
          </p:nvPr>
        </p:nvSpPr>
        <p:spPr/>
        <p:txBody>
          <a:bodyPr/>
          <a:lstStyle/>
          <a:p>
            <a:fld id="{10A01DC5-1685-4615-8240-15192985C6A2}" type="slidenum">
              <a:rPr lang="en-AU" smtClean="0"/>
              <a:t>44</a:t>
            </a:fld>
            <a:endParaRPr lang="en-AU"/>
          </a:p>
        </p:txBody>
      </p:sp>
      <p:sp>
        <p:nvSpPr>
          <p:cNvPr id="3" name="Title 2">
            <a:extLst>
              <a:ext uri="{FF2B5EF4-FFF2-40B4-BE49-F238E27FC236}">
                <a16:creationId xmlns:a16="http://schemas.microsoft.com/office/drawing/2014/main" id="{4CF2E279-7B70-6AD5-A87B-975C74B4C5A3}"/>
              </a:ext>
            </a:extLst>
          </p:cNvPr>
          <p:cNvSpPr>
            <a:spLocks noGrp="1"/>
          </p:cNvSpPr>
          <p:nvPr>
            <p:ph type="title"/>
          </p:nvPr>
        </p:nvSpPr>
        <p:spPr/>
        <p:txBody>
          <a:bodyPr/>
          <a:lstStyle/>
          <a:p>
            <a:r>
              <a:rPr lang="en-US">
                <a:latin typeface="Arial"/>
                <a:cs typeface="Arial"/>
              </a:rPr>
              <a:t>Short </a:t>
            </a:r>
            <a:r>
              <a:rPr lang="en-US">
                <a:solidFill>
                  <a:srgbClr val="002060"/>
                </a:solidFill>
                <a:latin typeface="Arial"/>
                <a:cs typeface="Arial"/>
              </a:rPr>
              <a:t>response </a:t>
            </a:r>
            <a:r>
              <a:rPr lang="en-US">
                <a:solidFill>
                  <a:schemeClr val="bg1"/>
                </a:solidFill>
                <a:latin typeface="Arial"/>
                <a:cs typeface="Arial"/>
              </a:rPr>
              <a:t>(24)</a:t>
            </a:r>
          </a:p>
        </p:txBody>
      </p:sp>
      <p:sp>
        <p:nvSpPr>
          <p:cNvPr id="11" name="Picture Placeholder 10">
            <a:extLst>
              <a:ext uri="{FF2B5EF4-FFF2-40B4-BE49-F238E27FC236}">
                <a16:creationId xmlns:a16="http://schemas.microsoft.com/office/drawing/2014/main" id="{292E23AF-C9AF-1BEC-B7EF-97960722B4D3}"/>
              </a:ext>
            </a:extLst>
          </p:cNvPr>
          <p:cNvSpPr>
            <a:spLocks noGrp="1"/>
          </p:cNvSpPr>
          <p:nvPr>
            <p:ph type="pic" sz="quarter" idx="21"/>
          </p:nvPr>
        </p:nvSpPr>
        <p:spPr>
          <a:xfrm>
            <a:off x="474481" y="2247680"/>
            <a:ext cx="11243037" cy="5091860"/>
          </a:xfrm>
        </p:spPr>
        <p:txBody>
          <a:bodyPr/>
          <a:lstStyle/>
          <a:p>
            <a:pPr algn="ctr"/>
            <a:r>
              <a:rPr lang="en-US" sz="4400"/>
              <a:t>Record the </a:t>
            </a:r>
            <a:r>
              <a:rPr lang="en-US" sz="4400" b="1"/>
              <a:t>dimensions </a:t>
            </a:r>
            <a:r>
              <a:rPr lang="en-US" sz="4400"/>
              <a:t>of two different rectangles each with an </a:t>
            </a:r>
            <a:r>
              <a:rPr lang="en-US" sz="4400" b="1"/>
              <a:t>area </a:t>
            </a:r>
            <a:r>
              <a:rPr lang="en-US" sz="4400"/>
              <a:t>of </a:t>
            </a:r>
            <a:r>
              <a:rPr lang="en-US" sz="4400" b="1"/>
              <a:t>32 </a:t>
            </a:r>
            <a:r>
              <a:rPr lang="en-AU" sz="4400" b="1"/>
              <a:t>cm</a:t>
            </a:r>
            <a:r>
              <a:rPr lang="en-AU" sz="4400" b="1" baseline="30000"/>
              <a:t>2.</a:t>
            </a:r>
            <a:r>
              <a:rPr lang="en-AU" sz="4400" b="1"/>
              <a:t> </a:t>
            </a:r>
            <a:endParaRPr lang="en-US" sz="4400" b="1"/>
          </a:p>
          <a:p>
            <a:endParaRPr lang="en-US">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9413A593-D677-BE14-4F68-8ED6884EFE14}"/>
              </a:ext>
            </a:extLst>
          </p:cNvPr>
          <p:cNvPicPr>
            <a:picLocks noChangeAspect="1"/>
          </p:cNvPicPr>
          <p:nvPr/>
        </p:nvPicPr>
        <p:blipFill>
          <a:blip r:embed="rId3"/>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32849124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E99FCAD-B981-9BBC-C5BF-914232435E08}"/>
              </a:ext>
            </a:extLst>
          </p:cNvPr>
          <p:cNvSpPr>
            <a:spLocks noGrp="1"/>
          </p:cNvSpPr>
          <p:nvPr>
            <p:ph type="sldNum" sz="quarter" idx="12"/>
          </p:nvPr>
        </p:nvSpPr>
        <p:spPr/>
        <p:txBody>
          <a:bodyPr/>
          <a:lstStyle/>
          <a:p>
            <a:fld id="{10A01DC5-1685-4615-8240-15192985C6A2}" type="slidenum">
              <a:rPr lang="en-AU" smtClean="0"/>
              <a:t>45</a:t>
            </a:fld>
            <a:endParaRPr lang="en-AU"/>
          </a:p>
        </p:txBody>
      </p:sp>
      <p:sp>
        <p:nvSpPr>
          <p:cNvPr id="3" name="Title 2">
            <a:extLst>
              <a:ext uri="{FF2B5EF4-FFF2-40B4-BE49-F238E27FC236}">
                <a16:creationId xmlns:a16="http://schemas.microsoft.com/office/drawing/2014/main" id="{BFA0CD49-38C1-73C3-4824-50A92743DDE1}"/>
              </a:ext>
            </a:extLst>
          </p:cNvPr>
          <p:cNvSpPr>
            <a:spLocks noGrp="1"/>
          </p:cNvSpPr>
          <p:nvPr>
            <p:ph type="title"/>
          </p:nvPr>
        </p:nvSpPr>
        <p:spPr>
          <a:xfrm>
            <a:off x="360000" y="360000"/>
            <a:ext cx="11484000" cy="545601"/>
          </a:xfrm>
        </p:spPr>
        <p:txBody>
          <a:bodyPr/>
          <a:lstStyle/>
          <a:p>
            <a:r>
              <a:rPr lang="en-AU"/>
              <a:t>Activity 6 – same denominator word problems 1</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84D22C88-AFE5-E8F2-EED9-6A85A8DAE107}"/>
                  </a:ext>
                </a:extLst>
              </p:cNvPr>
              <p:cNvSpPr txBox="1"/>
              <p:nvPr/>
            </p:nvSpPr>
            <p:spPr>
              <a:xfrm>
                <a:off x="205896" y="881304"/>
                <a:ext cx="11638104" cy="5610190"/>
              </a:xfrm>
              <a:prstGeom prst="rect">
                <a:avLst/>
              </a:prstGeom>
              <a:noFill/>
            </p:spPr>
            <p:txBody>
              <a:bodyPr wrap="square">
                <a:spAutoFit/>
              </a:bodyPr>
              <a:lstStyle/>
              <a:p>
                <a:pPr algn="ctr">
                  <a:lnSpc>
                    <a:spcPct val="150000"/>
                  </a:lnSpc>
                  <a:spcAft>
                    <a:spcPts val="600"/>
                  </a:spcAft>
                </a:pPr>
                <a:r>
                  <a:rPr lang="en-AU" sz="1800" dirty="0">
                    <a:effectLst/>
                    <a:latin typeface="Arial" panose="020B0604020202020204" pitchFamily="34" charset="0"/>
                    <a:ea typeface="Calibri" panose="020F0502020204030204" pitchFamily="34" charset="0"/>
                    <a:cs typeface="Arial" panose="020B0604020202020204" pitchFamily="34" charset="0"/>
                  </a:rPr>
                  <a:t>A family is driving across New South Wales.</a:t>
                </a:r>
              </a:p>
              <a:p>
                <a:pPr algn="ctr">
                  <a:lnSpc>
                    <a:spcPct val="150000"/>
                  </a:lnSpc>
                  <a:spcAft>
                    <a:spcPts val="600"/>
                  </a:spcAft>
                </a:pPr>
                <a:r>
                  <a:rPr lang="en-AU" sz="1800" dirty="0">
                    <a:effectLst/>
                    <a:latin typeface="Arial" panose="020B0604020202020204" pitchFamily="34" charset="0"/>
                    <a:ea typeface="Calibri" panose="020F0502020204030204" pitchFamily="34" charset="0"/>
                    <a:cs typeface="Arial" panose="020B0604020202020204" pitchFamily="34" charset="0"/>
                  </a:rPr>
                  <a:t>Answer these questions, representing your thinking with either a bar model or a drawing.</a:t>
                </a:r>
              </a:p>
              <a:p>
                <a:pPr marL="342900" lvl="0" indent="-342900">
                  <a:lnSpc>
                    <a:spcPct val="150000"/>
                  </a:lnSpc>
                  <a:spcAft>
                    <a:spcPts val="3000"/>
                  </a:spcAft>
                  <a:buFont typeface="+mj-lt"/>
                  <a:buAutoNum type="arabicPeriod"/>
                </a:pPr>
                <a:r>
                  <a:rPr lang="en-AU" sz="1800" dirty="0">
                    <a:effectLst/>
                    <a:latin typeface="Arial" panose="020B0604020202020204" pitchFamily="34" charset="0"/>
                    <a:ea typeface="Calibri" panose="020F0502020204030204" pitchFamily="34" charset="0"/>
                    <a:cs typeface="Arial" panose="020B0604020202020204" pitchFamily="34" charset="0"/>
                  </a:rPr>
                  <a:t>On the first day, they drive two-fifths of the journey. The next day they drive a further </a:t>
                </a:r>
                <a14:m>
                  <m:oMath xmlns:m="http://schemas.openxmlformats.org/officeDocument/2006/math">
                    <m:f>
                      <m:fPr>
                        <m:ctrlPr>
                          <a:rPr lang="en-AU" sz="1800" i="1">
                            <a:effectLst/>
                            <a:latin typeface="Cambria Math" panose="02040503050406030204" pitchFamily="18" charset="0"/>
                            <a:ea typeface="Calibri" panose="020F0502020204030204" pitchFamily="34" charset="0"/>
                          </a:rPr>
                        </m:ctrlPr>
                      </m:fPr>
                      <m:num>
                        <m:r>
                          <a:rPr lang="en-AU" sz="1800" i="1">
                            <a:effectLst/>
                            <a:latin typeface="Cambria Math" panose="02040503050406030204" pitchFamily="18" charset="0"/>
                            <a:ea typeface="Calibri" panose="020F0502020204030204" pitchFamily="34" charset="0"/>
                          </a:rPr>
                          <m:t>2</m:t>
                        </m:r>
                      </m:num>
                      <m:den>
                        <m:r>
                          <a:rPr lang="en-AU" sz="1800" i="1">
                            <a:effectLst/>
                            <a:latin typeface="Cambria Math" panose="02040503050406030204" pitchFamily="18" charset="0"/>
                            <a:ea typeface="Calibri" panose="020F0502020204030204" pitchFamily="34" charset="0"/>
                          </a:rPr>
                          <m:t>5</m:t>
                        </m:r>
                      </m:den>
                    </m:f>
                  </m:oMath>
                </a14:m>
                <a:r>
                  <a:rPr lang="en-AU" sz="1800" dirty="0">
                    <a:effectLst/>
                    <a:latin typeface="Arial" panose="020B0604020202020204" pitchFamily="34" charset="0"/>
                    <a:ea typeface="Yu Mincho" panose="02020400000000000000" pitchFamily="18" charset="-128"/>
                    <a:cs typeface="Arial" panose="020B0604020202020204" pitchFamily="34" charset="0"/>
                  </a:rPr>
                  <a:t> of the journey. How much of the journey have they completed? How much of the journey remains?</a:t>
                </a:r>
                <a:endParaRPr lang="en-AU" sz="1800" dirty="0">
                  <a:effectLst/>
                  <a:latin typeface="Arial" panose="020B0604020202020204" pitchFamily="34" charset="0"/>
                  <a:ea typeface="Calibri" panose="020F0502020204030204" pitchFamily="34" charset="0"/>
                  <a:cs typeface="Arial" panose="020B0604020202020204" pitchFamily="34" charset="0"/>
                </a:endParaRPr>
              </a:p>
              <a:p>
                <a:pPr marL="342900" lvl="0" indent="-342900">
                  <a:lnSpc>
                    <a:spcPct val="150000"/>
                  </a:lnSpc>
                  <a:spcAft>
                    <a:spcPts val="3000"/>
                  </a:spcAft>
                  <a:buFont typeface="+mj-lt"/>
                  <a:buAutoNum type="arabicPeriod"/>
                </a:pPr>
                <a:r>
                  <a:rPr lang="en-AU" sz="1800" dirty="0">
                    <a:effectLst/>
                    <a:latin typeface="Arial" panose="020B0604020202020204" pitchFamily="34" charset="0"/>
                    <a:ea typeface="Calibri" panose="020F0502020204030204" pitchFamily="34" charset="0"/>
                    <a:cs typeface="Arial" panose="020B0604020202020204" pitchFamily="34" charset="0"/>
                  </a:rPr>
                  <a:t>On the first day, they use three-sixths of a tank of petrol. The next day, they use </a:t>
                </a:r>
                <a14:m>
                  <m:oMath xmlns:m="http://schemas.openxmlformats.org/officeDocument/2006/math">
                    <m:f>
                      <m:fPr>
                        <m:ctrlPr>
                          <a:rPr lang="en-AU" sz="1800" i="1">
                            <a:effectLst/>
                            <a:latin typeface="Cambria Math" panose="02040503050406030204" pitchFamily="18" charset="0"/>
                            <a:ea typeface="Calibri" panose="020F0502020204030204" pitchFamily="34" charset="0"/>
                          </a:rPr>
                        </m:ctrlPr>
                      </m:fPr>
                      <m:num>
                        <m:r>
                          <a:rPr lang="en-AU" sz="1800" i="1">
                            <a:effectLst/>
                            <a:latin typeface="Cambria Math" panose="02040503050406030204" pitchFamily="18" charset="0"/>
                            <a:ea typeface="Calibri" panose="020F0502020204030204" pitchFamily="34" charset="0"/>
                          </a:rPr>
                          <m:t>2</m:t>
                        </m:r>
                      </m:num>
                      <m:den>
                        <m:r>
                          <a:rPr lang="en-AU" sz="1800" i="1">
                            <a:effectLst/>
                            <a:latin typeface="Cambria Math" panose="02040503050406030204" pitchFamily="18" charset="0"/>
                            <a:ea typeface="Calibri" panose="020F0502020204030204" pitchFamily="34" charset="0"/>
                          </a:rPr>
                          <m:t>6</m:t>
                        </m:r>
                      </m:den>
                    </m:f>
                  </m:oMath>
                </a14:m>
                <a:r>
                  <a:rPr lang="en-AU" sz="1800" dirty="0">
                    <a:effectLst/>
                    <a:latin typeface="Arial" panose="020B0604020202020204" pitchFamily="34" charset="0"/>
                    <a:ea typeface="Yu Mincho" panose="02020400000000000000" pitchFamily="18" charset="-128"/>
                    <a:cs typeface="Arial" panose="020B0604020202020204" pitchFamily="34" charset="0"/>
                  </a:rPr>
                  <a:t> of a tank. What fraction of a tank have they used so far on the trip?</a:t>
                </a:r>
                <a:endParaRPr lang="en-AU" sz="1800" dirty="0">
                  <a:effectLst/>
                  <a:latin typeface="Arial" panose="020B0604020202020204" pitchFamily="34" charset="0"/>
                  <a:ea typeface="Calibri" panose="020F0502020204030204" pitchFamily="34" charset="0"/>
                  <a:cs typeface="Arial" panose="020B0604020202020204" pitchFamily="34" charset="0"/>
                </a:endParaRPr>
              </a:p>
              <a:p>
                <a:pPr marL="342900" lvl="0" indent="-342900">
                  <a:lnSpc>
                    <a:spcPct val="150000"/>
                  </a:lnSpc>
                  <a:spcAft>
                    <a:spcPts val="3000"/>
                  </a:spcAft>
                  <a:buFont typeface="+mj-lt"/>
                  <a:buAutoNum type="arabicPeriod"/>
                </a:pPr>
                <a:r>
                  <a:rPr lang="en-AU" sz="1800" dirty="0">
                    <a:effectLst/>
                    <a:latin typeface="Arial" panose="020B0604020202020204" pitchFamily="34" charset="0"/>
                    <a:ea typeface="Calibri" panose="020F0502020204030204" pitchFamily="34" charset="0"/>
                    <a:cs typeface="Arial" panose="020B0604020202020204" pitchFamily="34" charset="0"/>
                  </a:rPr>
                  <a:t>At the start of the third day, the tank is </a:t>
                </a:r>
                <a14:m>
                  <m:oMath xmlns:m="http://schemas.openxmlformats.org/officeDocument/2006/math">
                    <m:f>
                      <m:fPr>
                        <m:ctrlPr>
                          <a:rPr lang="en-AU" sz="1800" i="1">
                            <a:effectLst/>
                            <a:latin typeface="Cambria Math" panose="02040503050406030204" pitchFamily="18" charset="0"/>
                            <a:ea typeface="Calibri" panose="020F0502020204030204" pitchFamily="34" charset="0"/>
                          </a:rPr>
                        </m:ctrlPr>
                      </m:fPr>
                      <m:num>
                        <m:r>
                          <a:rPr lang="en-AU" sz="1800" i="1">
                            <a:effectLst/>
                            <a:latin typeface="Cambria Math" panose="02040503050406030204" pitchFamily="18" charset="0"/>
                            <a:ea typeface="Calibri" panose="020F0502020204030204" pitchFamily="34" charset="0"/>
                          </a:rPr>
                          <m:t>7</m:t>
                        </m:r>
                      </m:num>
                      <m:den>
                        <m:r>
                          <a:rPr lang="en-AU" sz="1800" i="1">
                            <a:effectLst/>
                            <a:latin typeface="Cambria Math" panose="02040503050406030204" pitchFamily="18" charset="0"/>
                            <a:ea typeface="Calibri" panose="020F0502020204030204" pitchFamily="34" charset="0"/>
                          </a:rPr>
                          <m:t>10</m:t>
                        </m:r>
                      </m:den>
                    </m:f>
                  </m:oMath>
                </a14:m>
                <a:r>
                  <a:rPr lang="en-AU" sz="1800" dirty="0">
                    <a:effectLst/>
                    <a:latin typeface="Arial" panose="020B0604020202020204" pitchFamily="34" charset="0"/>
                    <a:ea typeface="Yu Mincho" panose="02020400000000000000" pitchFamily="18" charset="-128"/>
                    <a:cs typeface="Arial" panose="020B0604020202020204" pitchFamily="34" charset="0"/>
                  </a:rPr>
                  <a:t> full. If the family use half of a tank of petrol that day, how much fuel is left?</a:t>
                </a:r>
                <a:endParaRPr lang="en-AU" sz="1800" dirty="0">
                  <a:effectLst/>
                  <a:latin typeface="Arial" panose="020B0604020202020204" pitchFamily="34" charset="0"/>
                  <a:ea typeface="Calibri" panose="020F0502020204030204" pitchFamily="34" charset="0"/>
                  <a:cs typeface="Arial" panose="020B0604020202020204" pitchFamily="34" charset="0"/>
                </a:endParaRPr>
              </a:p>
              <a:p>
                <a:pPr marL="342900" lvl="0" indent="-342900">
                  <a:lnSpc>
                    <a:spcPct val="150000"/>
                  </a:lnSpc>
                  <a:spcAft>
                    <a:spcPts val="3000"/>
                  </a:spcAft>
                  <a:buFont typeface="+mj-lt"/>
                  <a:buAutoNum type="arabicPeriod"/>
                </a:pPr>
                <a:r>
                  <a:rPr lang="en-AU" sz="1800" dirty="0">
                    <a:effectLst/>
                    <a:latin typeface="Arial" panose="020B0604020202020204" pitchFamily="34" charset="0"/>
                    <a:ea typeface="Calibri" panose="020F0502020204030204" pitchFamily="34" charset="0"/>
                    <a:cs typeface="Arial" panose="020B0604020202020204" pitchFamily="34" charset="0"/>
                  </a:rPr>
                  <a:t>If the total trip was 1000 kilometres, how far would the family have travelled after four-tenths of the journey?</a:t>
                </a:r>
              </a:p>
            </p:txBody>
          </p:sp>
        </mc:Choice>
        <mc:Fallback xmlns="">
          <p:sp>
            <p:nvSpPr>
              <p:cNvPr id="5" name="TextBox 4">
                <a:extLst>
                  <a:ext uri="{FF2B5EF4-FFF2-40B4-BE49-F238E27FC236}">
                    <a16:creationId xmlns:a16="http://schemas.microsoft.com/office/drawing/2014/main" id="{84D22C88-AFE5-E8F2-EED9-6A85A8DAE107}"/>
                  </a:ext>
                </a:extLst>
              </p:cNvPr>
              <p:cNvSpPr txBox="1">
                <a:spLocks noRot="1" noChangeAspect="1" noMove="1" noResize="1" noEditPoints="1" noAdjustHandles="1" noChangeArrowheads="1" noChangeShapeType="1" noTextEdit="1"/>
              </p:cNvSpPr>
              <p:nvPr/>
            </p:nvSpPr>
            <p:spPr>
              <a:xfrm>
                <a:off x="205896" y="881304"/>
                <a:ext cx="11638104" cy="5610190"/>
              </a:xfrm>
              <a:prstGeom prst="rect">
                <a:avLst/>
              </a:prstGeom>
              <a:blipFill>
                <a:blip r:embed="rId3"/>
                <a:stretch>
                  <a:fillRect l="-367" r="-262" b="-870"/>
                </a:stretch>
              </a:blipFill>
            </p:spPr>
            <p:txBody>
              <a:bodyPr/>
              <a:lstStyle/>
              <a:p>
                <a:r>
                  <a:rPr lang="en-US">
                    <a:noFill/>
                  </a:rPr>
                  <a:t> </a:t>
                </a:r>
              </a:p>
            </p:txBody>
          </p:sp>
        </mc:Fallback>
      </mc:AlternateContent>
      <p:pic>
        <p:nvPicPr>
          <p:cNvPr id="4" name="Picture 3" descr="image of a head with cogs turning inside">
            <a:extLst>
              <a:ext uri="{FF2B5EF4-FFF2-40B4-BE49-F238E27FC236}">
                <a16:creationId xmlns:a16="http://schemas.microsoft.com/office/drawing/2014/main" id="{F77BD243-1AFD-5B1D-AD5A-25C9F6594AB1}"/>
              </a:ext>
            </a:extLst>
          </p:cNvPr>
          <p:cNvPicPr>
            <a:picLocks noChangeAspect="1"/>
          </p:cNvPicPr>
          <p:nvPr/>
        </p:nvPicPr>
        <p:blipFill>
          <a:blip r:embed="rId4"/>
          <a:stretch>
            <a:fillRect/>
          </a:stretch>
        </p:blipFill>
        <p:spPr>
          <a:xfrm>
            <a:off x="11107003" y="240894"/>
            <a:ext cx="720000" cy="856364"/>
          </a:xfrm>
          <a:prstGeom prst="rect">
            <a:avLst/>
          </a:prstGeom>
          <a:ln>
            <a:noFill/>
          </a:ln>
        </p:spPr>
      </p:pic>
    </p:spTree>
    <p:extLst>
      <p:ext uri="{BB962C8B-B14F-4D97-AF65-F5344CB8AC3E}">
        <p14:creationId xmlns:p14="http://schemas.microsoft.com/office/powerpoint/2010/main" val="31213592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2B424F-7DD0-3E03-466D-8D5582F980A9}"/>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F55B056C-EFDF-07CA-9F8C-380C2D645C57}"/>
              </a:ext>
            </a:extLst>
          </p:cNvPr>
          <p:cNvSpPr>
            <a:spLocks noGrp="1"/>
          </p:cNvSpPr>
          <p:nvPr>
            <p:ph type="ctrTitle"/>
          </p:nvPr>
        </p:nvSpPr>
        <p:spPr/>
        <p:txBody>
          <a:bodyPr/>
          <a:lstStyle/>
          <a:p>
            <a:r>
              <a:rPr lang="en-AU">
                <a:latin typeface="+mj-lt"/>
                <a:cs typeface="Arial"/>
              </a:rPr>
              <a:t>Review of learning  7</a:t>
            </a:r>
            <a:endParaRPr lang="en-AU">
              <a:latin typeface="+mj-lt"/>
            </a:endParaRPr>
          </a:p>
        </p:txBody>
      </p:sp>
    </p:spTree>
    <p:extLst>
      <p:ext uri="{BB962C8B-B14F-4D97-AF65-F5344CB8AC3E}">
        <p14:creationId xmlns:p14="http://schemas.microsoft.com/office/powerpoint/2010/main" val="5327099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4DEC98-6E64-B27A-62A0-329A669AEC8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54353F3-AFA1-F86F-DE0E-4EEDDC077D1C}"/>
              </a:ext>
            </a:extLst>
          </p:cNvPr>
          <p:cNvSpPr>
            <a:spLocks noGrp="1"/>
          </p:cNvSpPr>
          <p:nvPr>
            <p:ph type="sldNum" sz="quarter" idx="12"/>
          </p:nvPr>
        </p:nvSpPr>
        <p:spPr/>
        <p:txBody>
          <a:bodyPr/>
          <a:lstStyle/>
          <a:p>
            <a:fld id="{10A01DC5-1685-4615-8240-15192985C6A2}" type="slidenum">
              <a:rPr lang="en-AU" smtClean="0"/>
              <a:t>47</a:t>
            </a:fld>
            <a:endParaRPr lang="en-AU"/>
          </a:p>
        </p:txBody>
      </p:sp>
      <p:sp>
        <p:nvSpPr>
          <p:cNvPr id="3" name="Title 2">
            <a:extLst>
              <a:ext uri="{FF2B5EF4-FFF2-40B4-BE49-F238E27FC236}">
                <a16:creationId xmlns:a16="http://schemas.microsoft.com/office/drawing/2014/main" id="{E0021225-41F1-0C16-7955-7A20CE3F9226}"/>
              </a:ext>
            </a:extLst>
          </p:cNvPr>
          <p:cNvSpPr>
            <a:spLocks noGrp="1"/>
          </p:cNvSpPr>
          <p:nvPr>
            <p:ph type="title"/>
          </p:nvPr>
        </p:nvSpPr>
        <p:spPr/>
        <p:txBody>
          <a:bodyPr/>
          <a:lstStyle/>
          <a:p>
            <a:r>
              <a:rPr lang="en-US"/>
              <a:t>Multiple choice </a:t>
            </a:r>
            <a:r>
              <a:rPr lang="en-US">
                <a:solidFill>
                  <a:schemeClr val="bg1"/>
                </a:solidFill>
              </a:rPr>
              <a:t>(4)</a:t>
            </a:r>
          </a:p>
        </p:txBody>
      </p:sp>
      <mc:AlternateContent xmlns:mc="http://schemas.openxmlformats.org/markup-compatibility/2006" xmlns:a14="http://schemas.microsoft.com/office/drawing/2010/main">
        <mc:Choice Requires="a14">
          <p:sp>
            <p:nvSpPr>
              <p:cNvPr id="15" name="Text Placeholder 14">
                <a:extLst>
                  <a:ext uri="{FF2B5EF4-FFF2-40B4-BE49-F238E27FC236}">
                    <a16:creationId xmlns:a16="http://schemas.microsoft.com/office/drawing/2014/main" id="{CA95A8D3-8910-15F9-8CCD-CC5CE999586C}"/>
                  </a:ext>
                </a:extLst>
              </p:cNvPr>
              <p:cNvSpPr>
                <a:spLocks noGrp="1"/>
              </p:cNvSpPr>
              <p:nvPr>
                <p:ph type="body" sz="quarter" idx="28"/>
              </p:nvPr>
            </p:nvSpPr>
            <p:spPr>
              <a:xfrm>
                <a:off x="4833355" y="1500716"/>
                <a:ext cx="5974553" cy="1420148"/>
              </a:xfrm>
            </p:spPr>
            <p:txBody>
              <a:bodyPr vert="horz" lIns="0" tIns="0" rIns="0" bIns="0" rtlCol="0" anchor="t">
                <a:noAutofit/>
              </a:bodyPr>
              <a:lstStyle/>
              <a:p>
                <a:r>
                  <a:rPr lang="en-US" sz="6000" dirty="0">
                    <a:latin typeface="Arial"/>
                    <a:cs typeface="Arial"/>
                  </a:rPr>
                  <a:t>6 - </a:t>
                </a:r>
                <a:r>
                  <a:rPr lang="en-AU" sz="6000" b="1" dirty="0"/>
                  <a:t> </a:t>
                </a:r>
                <a14:m>
                  <m:oMath xmlns:m="http://schemas.openxmlformats.org/officeDocument/2006/math">
                    <m:f>
                      <m:fPr>
                        <m:ctrlPr>
                          <a:rPr lang="en-AU" sz="7200" b="1" i="1">
                            <a:latin typeface="Cambria Math" panose="02040503050406030204" pitchFamily="18" charset="0"/>
                          </a:rPr>
                        </m:ctrlPr>
                      </m:fPr>
                      <m:num>
                        <m:r>
                          <a:rPr lang="en-AU" sz="7200" b="1" i="1" smtClean="0">
                            <a:latin typeface="Cambria Math" panose="02040503050406030204" pitchFamily="18" charset="0"/>
                          </a:rPr>
                          <m:t>𝟏</m:t>
                        </m:r>
                      </m:num>
                      <m:den>
                        <m:r>
                          <a:rPr lang="en-AU" sz="7200" b="1" i="1">
                            <a:latin typeface="Cambria Math" panose="02040503050406030204" pitchFamily="18" charset="0"/>
                            <a:ea typeface="Calibri" panose="020F0502020204030204" pitchFamily="34" charset="0"/>
                          </a:rPr>
                          <m:t>𝟔</m:t>
                        </m:r>
                      </m:den>
                    </m:f>
                  </m:oMath>
                </a14:m>
                <a:r>
                  <a:rPr lang="en-AU" sz="7200" dirty="0"/>
                  <a:t> </a:t>
                </a:r>
                <a:r>
                  <a:rPr lang="en-AU" sz="6000" dirty="0"/>
                  <a:t>=</a:t>
                </a:r>
                <a:endParaRPr lang="en-US" sz="6000" dirty="0">
                  <a:latin typeface="Arial"/>
                  <a:cs typeface="Arial"/>
                </a:endParaRPr>
              </a:p>
            </p:txBody>
          </p:sp>
        </mc:Choice>
        <mc:Fallback xmlns="">
          <p:sp>
            <p:nvSpPr>
              <p:cNvPr id="15" name="Text Placeholder 14">
                <a:extLst>
                  <a:ext uri="{FF2B5EF4-FFF2-40B4-BE49-F238E27FC236}">
                    <a16:creationId xmlns:a16="http://schemas.microsoft.com/office/drawing/2014/main" id="{CA95A8D3-8910-15F9-8CCD-CC5CE999586C}"/>
                  </a:ext>
                </a:extLst>
              </p:cNvPr>
              <p:cNvSpPr>
                <a:spLocks noGrp="1" noRot="1" noChangeAspect="1" noMove="1" noResize="1" noEditPoints="1" noAdjustHandles="1" noChangeArrowheads="1" noChangeShapeType="1" noTextEdit="1"/>
              </p:cNvSpPr>
              <p:nvPr>
                <p:ph type="body" sz="quarter" idx="28"/>
              </p:nvPr>
            </p:nvSpPr>
            <p:spPr>
              <a:xfrm>
                <a:off x="4833355" y="1500716"/>
                <a:ext cx="5974553" cy="1420148"/>
              </a:xfrm>
              <a:blipFill>
                <a:blip r:embed="rId3"/>
                <a:stretch>
                  <a:fillRect l="-7755" b="-65236"/>
                </a:stretch>
              </a:blipFill>
            </p:spPr>
            <p:txBody>
              <a:bodyPr/>
              <a:lstStyle/>
              <a:p>
                <a:r>
                  <a:rPr lang="en-US">
                    <a:noFill/>
                  </a:rPr>
                  <a:t> </a:t>
                </a:r>
              </a:p>
            </p:txBody>
          </p:sp>
        </mc:Fallback>
      </mc:AlternateContent>
      <p:pic>
        <p:nvPicPr>
          <p:cNvPr id="4" name="Picture 3" descr="image of a finger selecting an option for a multiple choice or true and false">
            <a:extLst>
              <a:ext uri="{FF2B5EF4-FFF2-40B4-BE49-F238E27FC236}">
                <a16:creationId xmlns:a16="http://schemas.microsoft.com/office/drawing/2014/main" id="{762B9242-51CC-E9FE-F0ED-48F177A9021B}"/>
              </a:ext>
            </a:extLst>
          </p:cNvPr>
          <p:cNvPicPr>
            <a:picLocks noChangeAspect="1"/>
          </p:cNvPicPr>
          <p:nvPr/>
        </p:nvPicPr>
        <p:blipFill>
          <a:blip r:embed="rId4"/>
          <a:stretch>
            <a:fillRect/>
          </a:stretch>
        </p:blipFill>
        <p:spPr>
          <a:xfrm>
            <a:off x="10807908" y="43303"/>
            <a:ext cx="1165786" cy="1140716"/>
          </a:xfrm>
          <a:prstGeom prst="rect">
            <a:avLst/>
          </a:prstGeom>
        </p:spPr>
      </p:pic>
      <mc:AlternateContent xmlns:mc="http://schemas.openxmlformats.org/markup-compatibility/2006" xmlns:a14="http://schemas.microsoft.com/office/drawing/2010/main">
        <mc:Choice Requires="a14">
          <p:graphicFrame>
            <p:nvGraphicFramePr>
              <p:cNvPr id="22" name="Table 21">
                <a:extLst>
                  <a:ext uri="{FF2B5EF4-FFF2-40B4-BE49-F238E27FC236}">
                    <a16:creationId xmlns:a16="http://schemas.microsoft.com/office/drawing/2014/main" id="{C21D2DC7-0340-DC43-BAE2-0F4B7C2A8F09}"/>
                  </a:ext>
                </a:extLst>
              </p:cNvPr>
              <p:cNvGraphicFramePr>
                <a:graphicFrameLocks noGrp="1"/>
              </p:cNvGraphicFramePr>
              <p:nvPr>
                <p:extLst>
                  <p:ext uri="{D42A27DB-BD31-4B8C-83A1-F6EECF244321}">
                    <p14:modId xmlns:p14="http://schemas.microsoft.com/office/powerpoint/2010/main" val="2165234214"/>
                  </p:ext>
                </p:extLst>
              </p:nvPr>
            </p:nvGraphicFramePr>
            <p:xfrm>
              <a:off x="1007183" y="4577175"/>
              <a:ext cx="9948672" cy="2028825"/>
            </p:xfrm>
            <a:graphic>
              <a:graphicData uri="http://schemas.openxmlformats.org/drawingml/2006/table">
                <a:tbl>
                  <a:tblPr firstRow="1" bandRow="1">
                    <a:tableStyleId>{5A111915-BE36-4E01-A7E5-04B1672EAD32}</a:tableStyleId>
                  </a:tblPr>
                  <a:tblGrid>
                    <a:gridCol w="2487168">
                      <a:extLst>
                        <a:ext uri="{9D8B030D-6E8A-4147-A177-3AD203B41FA5}">
                          <a16:colId xmlns:a16="http://schemas.microsoft.com/office/drawing/2014/main" val="3306983219"/>
                        </a:ext>
                      </a:extLst>
                    </a:gridCol>
                    <a:gridCol w="2487168">
                      <a:extLst>
                        <a:ext uri="{9D8B030D-6E8A-4147-A177-3AD203B41FA5}">
                          <a16:colId xmlns:a16="http://schemas.microsoft.com/office/drawing/2014/main" val="1549156986"/>
                        </a:ext>
                      </a:extLst>
                    </a:gridCol>
                    <a:gridCol w="2487168">
                      <a:extLst>
                        <a:ext uri="{9D8B030D-6E8A-4147-A177-3AD203B41FA5}">
                          <a16:colId xmlns:a16="http://schemas.microsoft.com/office/drawing/2014/main" val="2463115817"/>
                        </a:ext>
                      </a:extLst>
                    </a:gridCol>
                    <a:gridCol w="2487168">
                      <a:extLst>
                        <a:ext uri="{9D8B030D-6E8A-4147-A177-3AD203B41FA5}">
                          <a16:colId xmlns:a16="http://schemas.microsoft.com/office/drawing/2014/main" val="795922515"/>
                        </a:ext>
                      </a:extLst>
                    </a:gridCol>
                  </a:tblGrid>
                  <a:tr h="370840">
                    <a:tc>
                      <a:txBody>
                        <a:bodyPr/>
                        <a:lstStyle/>
                        <a:p>
                          <a:pPr algn="ctr"/>
                          <a:r>
                            <a:rPr lang="en-AU" sz="4000" b="1">
                              <a:solidFill>
                                <a:schemeClr val="tx1"/>
                              </a:solidFill>
                            </a:rPr>
                            <a:t>A</a:t>
                          </a:r>
                        </a:p>
                      </a:txBody>
                      <a:tcP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algn="ctr"/>
                          <a:r>
                            <a:rPr lang="en-AU" sz="4000" b="1">
                              <a:solidFill>
                                <a:schemeClr val="tx1"/>
                              </a:solidFill>
                            </a:rPr>
                            <a:t>B</a:t>
                          </a:r>
                        </a:p>
                      </a:txBody>
                      <a:tcP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algn="ctr"/>
                          <a:r>
                            <a:rPr lang="en-AU" sz="4000" b="1">
                              <a:solidFill>
                                <a:schemeClr val="tx1"/>
                              </a:solidFill>
                            </a:rPr>
                            <a:t>C</a:t>
                          </a:r>
                        </a:p>
                      </a:txBody>
                      <a:tcP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algn="ctr"/>
                          <a:r>
                            <a:rPr lang="en-AU" sz="4000" b="1">
                              <a:solidFill>
                                <a:schemeClr val="tx1"/>
                              </a:solidFill>
                            </a:rPr>
                            <a:t>D</a:t>
                          </a:r>
                        </a:p>
                      </a:txBody>
                      <a:tcP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1759349457"/>
                      </a:ext>
                    </a:extLst>
                  </a:tr>
                  <a:tr h="370840">
                    <a:tc>
                      <a:txBody>
                        <a:bodyPr/>
                        <a:lstStyle/>
                        <a:p>
                          <a:pPr algn="ctr"/>
                          <a:r>
                            <a:rPr lang="en-AU" sz="1800" b="0"/>
                            <a:t> </a:t>
                          </a:r>
                          <a:r>
                            <a:rPr lang="en-AU" sz="4400" b="0">
                              <a:latin typeface="+mn-lt"/>
                            </a:rPr>
                            <a:t>6 </a:t>
                          </a:r>
                          <a14:m>
                            <m:oMath xmlns:m="http://schemas.openxmlformats.org/officeDocument/2006/math">
                              <m:f>
                                <m:fPr>
                                  <m:ctrlPr>
                                    <a:rPr lang="en-AU" sz="4400" b="0" i="1" smtClean="0">
                                      <a:latin typeface="Cambria Math" panose="02040503050406030204" pitchFamily="18" charset="0"/>
                                    </a:rPr>
                                  </m:ctrlPr>
                                </m:fPr>
                                <m:num>
                                  <m:r>
                                    <a:rPr lang="en-AU" sz="4400" b="0" i="1" smtClean="0">
                                      <a:latin typeface="Cambria Math" panose="02040503050406030204" pitchFamily="18" charset="0"/>
                                    </a:rPr>
                                    <m:t>5</m:t>
                                  </m:r>
                                </m:num>
                                <m:den>
                                  <m:r>
                                    <a:rPr lang="en-AU" sz="4400" b="0" i="1">
                                      <a:latin typeface="Cambria Math" panose="02040503050406030204" pitchFamily="18" charset="0"/>
                                      <a:ea typeface="Calibri" panose="020F0502020204030204" pitchFamily="34" charset="0"/>
                                    </a:rPr>
                                    <m:t>6</m:t>
                                  </m:r>
                                </m:den>
                              </m:f>
                            </m:oMath>
                          </a14:m>
                          <a:r>
                            <a:rPr lang="en-AU" sz="4400" b="0">
                              <a:latin typeface="+mn-lt"/>
                            </a:rPr>
                            <a:t> </a:t>
                          </a:r>
                          <a:endParaRPr lang="en-AU" b="0">
                            <a:latin typeface="+mn-lt"/>
                          </a:endParaRPr>
                        </a:p>
                      </a:txBody>
                      <a:tcP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algn="ctr"/>
                          <a:r>
                            <a:rPr lang="en-AU" sz="4400" b="0">
                              <a:latin typeface="+mn-lt"/>
                            </a:rPr>
                            <a:t>5 </a:t>
                          </a:r>
                          <a14:m>
                            <m:oMath xmlns:m="http://schemas.openxmlformats.org/officeDocument/2006/math">
                              <m:f>
                                <m:fPr>
                                  <m:ctrlPr>
                                    <a:rPr lang="en-AU" sz="4400" b="0" i="1" smtClean="0">
                                      <a:latin typeface="Cambria Math" panose="02040503050406030204" pitchFamily="18" charset="0"/>
                                    </a:rPr>
                                  </m:ctrlPr>
                                </m:fPr>
                                <m:num>
                                  <m:r>
                                    <a:rPr lang="en-AU" sz="4400" b="0" i="1" smtClean="0">
                                      <a:latin typeface="Cambria Math" panose="02040503050406030204" pitchFamily="18" charset="0"/>
                                    </a:rPr>
                                    <m:t>3</m:t>
                                  </m:r>
                                </m:num>
                                <m:den>
                                  <m:r>
                                    <a:rPr lang="en-AU" sz="4400" b="0" i="1">
                                      <a:latin typeface="Cambria Math" panose="02040503050406030204" pitchFamily="18" charset="0"/>
                                      <a:ea typeface="Calibri" panose="020F0502020204030204" pitchFamily="34" charset="0"/>
                                    </a:rPr>
                                    <m:t>6</m:t>
                                  </m:r>
                                </m:den>
                              </m:f>
                            </m:oMath>
                          </a14:m>
                          <a:r>
                            <a:rPr lang="en-AU" sz="4400" b="0">
                              <a:latin typeface="+mn-lt"/>
                            </a:rPr>
                            <a:t> </a:t>
                          </a:r>
                          <a:endParaRPr lang="en-AU" sz="4400" b="0"/>
                        </a:p>
                      </a:txBody>
                      <a:tcP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AU" sz="4400" b="0">
                              <a:latin typeface="+mn-lt"/>
                            </a:rPr>
                            <a:t>6 </a:t>
                          </a:r>
                          <a14:m>
                            <m:oMath xmlns:m="http://schemas.openxmlformats.org/officeDocument/2006/math">
                              <m:f>
                                <m:fPr>
                                  <m:ctrlPr>
                                    <a:rPr lang="en-AU" sz="4400" b="0" i="1" smtClean="0">
                                      <a:latin typeface="Cambria Math" panose="02040503050406030204" pitchFamily="18" charset="0"/>
                                    </a:rPr>
                                  </m:ctrlPr>
                                </m:fPr>
                                <m:num>
                                  <m:r>
                                    <a:rPr lang="en-AU" sz="4400" b="0" i="1" smtClean="0">
                                      <a:latin typeface="Cambria Math" panose="02040503050406030204" pitchFamily="18" charset="0"/>
                                    </a:rPr>
                                    <m:t>5</m:t>
                                  </m:r>
                                </m:num>
                                <m:den>
                                  <m:r>
                                    <a:rPr lang="en-AU" sz="4400" b="0" i="1">
                                      <a:latin typeface="Cambria Math" panose="02040503050406030204" pitchFamily="18" charset="0"/>
                                      <a:ea typeface="Calibri" panose="020F0502020204030204" pitchFamily="34" charset="0"/>
                                    </a:rPr>
                                    <m:t>6</m:t>
                                  </m:r>
                                </m:den>
                              </m:f>
                            </m:oMath>
                          </a14:m>
                          <a:r>
                            <a:rPr lang="en-AU" sz="4400" b="0">
                              <a:latin typeface="+mn-lt"/>
                            </a:rPr>
                            <a:t> </a:t>
                          </a:r>
                          <a:endParaRPr lang="en-AU" sz="4400" b="0"/>
                        </a:p>
                        <a:p>
                          <a:pPr algn="ctr"/>
                          <a:endParaRPr lang="en-AU" b="0"/>
                        </a:p>
                      </a:txBody>
                      <a:tcP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AU" sz="4400" b="0">
                              <a:latin typeface="+mn-lt"/>
                            </a:rPr>
                            <a:t>5 </a:t>
                          </a:r>
                          <a14:m>
                            <m:oMath xmlns:m="http://schemas.openxmlformats.org/officeDocument/2006/math">
                              <m:f>
                                <m:fPr>
                                  <m:ctrlPr>
                                    <a:rPr lang="en-AU" sz="4400" b="0" i="1" smtClean="0">
                                      <a:latin typeface="Cambria Math" panose="02040503050406030204" pitchFamily="18" charset="0"/>
                                    </a:rPr>
                                  </m:ctrlPr>
                                </m:fPr>
                                <m:num>
                                  <m:r>
                                    <a:rPr lang="en-AU" sz="4400" b="0" i="1" smtClean="0">
                                      <a:latin typeface="Cambria Math" panose="02040503050406030204" pitchFamily="18" charset="0"/>
                                    </a:rPr>
                                    <m:t>1</m:t>
                                  </m:r>
                                </m:num>
                                <m:den>
                                  <m:r>
                                    <a:rPr lang="en-AU" sz="4400" b="0" i="1">
                                      <a:latin typeface="Cambria Math" panose="02040503050406030204" pitchFamily="18" charset="0"/>
                                      <a:ea typeface="Calibri" panose="020F0502020204030204" pitchFamily="34" charset="0"/>
                                    </a:rPr>
                                    <m:t>6</m:t>
                                  </m:r>
                                </m:den>
                              </m:f>
                            </m:oMath>
                          </a14:m>
                          <a:r>
                            <a:rPr lang="en-AU" sz="4400" b="0">
                              <a:latin typeface="+mn-lt"/>
                            </a:rPr>
                            <a:t> </a:t>
                          </a:r>
                          <a:endParaRPr lang="en-AU" sz="4400" b="0"/>
                        </a:p>
                        <a:p>
                          <a:pPr algn="ctr"/>
                          <a:endParaRPr lang="en-AU" b="0"/>
                        </a:p>
                      </a:txBody>
                      <a:tcP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980022373"/>
                      </a:ext>
                    </a:extLst>
                  </a:tr>
                </a:tbl>
              </a:graphicData>
            </a:graphic>
          </p:graphicFrame>
        </mc:Choice>
        <mc:Fallback xmlns="">
          <p:graphicFrame>
            <p:nvGraphicFramePr>
              <p:cNvPr id="22" name="Table 21">
                <a:extLst>
                  <a:ext uri="{FF2B5EF4-FFF2-40B4-BE49-F238E27FC236}">
                    <a16:creationId xmlns:a16="http://schemas.microsoft.com/office/drawing/2014/main" id="{C21D2DC7-0340-DC43-BAE2-0F4B7C2A8F09}"/>
                  </a:ext>
                </a:extLst>
              </p:cNvPr>
              <p:cNvGraphicFramePr>
                <a:graphicFrameLocks noGrp="1"/>
              </p:cNvGraphicFramePr>
              <p:nvPr>
                <p:extLst>
                  <p:ext uri="{D42A27DB-BD31-4B8C-83A1-F6EECF244321}">
                    <p14:modId xmlns:p14="http://schemas.microsoft.com/office/powerpoint/2010/main" val="2165234214"/>
                  </p:ext>
                </p:extLst>
              </p:nvPr>
            </p:nvGraphicFramePr>
            <p:xfrm>
              <a:off x="1007183" y="4577175"/>
              <a:ext cx="9948672" cy="2028825"/>
            </p:xfrm>
            <a:graphic>
              <a:graphicData uri="http://schemas.openxmlformats.org/drawingml/2006/table">
                <a:tbl>
                  <a:tblPr firstRow="1" bandRow="1">
                    <a:tableStyleId>{5A111915-BE36-4E01-A7E5-04B1672EAD32}</a:tableStyleId>
                  </a:tblPr>
                  <a:tblGrid>
                    <a:gridCol w="2487168">
                      <a:extLst>
                        <a:ext uri="{9D8B030D-6E8A-4147-A177-3AD203B41FA5}">
                          <a16:colId xmlns:a16="http://schemas.microsoft.com/office/drawing/2014/main" val="3306983219"/>
                        </a:ext>
                      </a:extLst>
                    </a:gridCol>
                    <a:gridCol w="2487168">
                      <a:extLst>
                        <a:ext uri="{9D8B030D-6E8A-4147-A177-3AD203B41FA5}">
                          <a16:colId xmlns:a16="http://schemas.microsoft.com/office/drawing/2014/main" val="1549156986"/>
                        </a:ext>
                      </a:extLst>
                    </a:gridCol>
                    <a:gridCol w="2487168">
                      <a:extLst>
                        <a:ext uri="{9D8B030D-6E8A-4147-A177-3AD203B41FA5}">
                          <a16:colId xmlns:a16="http://schemas.microsoft.com/office/drawing/2014/main" val="2463115817"/>
                        </a:ext>
                      </a:extLst>
                    </a:gridCol>
                    <a:gridCol w="2487168">
                      <a:extLst>
                        <a:ext uri="{9D8B030D-6E8A-4147-A177-3AD203B41FA5}">
                          <a16:colId xmlns:a16="http://schemas.microsoft.com/office/drawing/2014/main" val="795922515"/>
                        </a:ext>
                      </a:extLst>
                    </a:gridCol>
                  </a:tblGrid>
                  <a:tr h="701040">
                    <a:tc>
                      <a:txBody>
                        <a:bodyPr/>
                        <a:lstStyle/>
                        <a:p>
                          <a:pPr algn="ctr"/>
                          <a:r>
                            <a:rPr lang="en-AU" sz="4000" b="1">
                              <a:solidFill>
                                <a:schemeClr val="tx1"/>
                              </a:solidFill>
                            </a:rPr>
                            <a:t>A</a:t>
                          </a:r>
                        </a:p>
                      </a:txBody>
                      <a:tcP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algn="ctr"/>
                          <a:r>
                            <a:rPr lang="en-AU" sz="4000" b="1">
                              <a:solidFill>
                                <a:schemeClr val="tx1"/>
                              </a:solidFill>
                            </a:rPr>
                            <a:t>B</a:t>
                          </a:r>
                        </a:p>
                      </a:txBody>
                      <a:tcP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algn="ctr"/>
                          <a:r>
                            <a:rPr lang="en-AU" sz="4000" b="1">
                              <a:solidFill>
                                <a:schemeClr val="tx1"/>
                              </a:solidFill>
                            </a:rPr>
                            <a:t>C</a:t>
                          </a:r>
                        </a:p>
                      </a:txBody>
                      <a:tcP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algn="ctr"/>
                          <a:r>
                            <a:rPr lang="en-AU" sz="4000" b="1">
                              <a:solidFill>
                                <a:schemeClr val="tx1"/>
                              </a:solidFill>
                            </a:rPr>
                            <a:t>D</a:t>
                          </a:r>
                        </a:p>
                      </a:txBody>
                      <a:tcP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1759349457"/>
                      </a:ext>
                    </a:extLst>
                  </a:tr>
                  <a:tr h="1327785">
                    <a:tc>
                      <a:txBody>
                        <a:bodyPr/>
                        <a:lstStyle/>
                        <a:p>
                          <a:endParaRPr lang="en-US"/>
                        </a:p>
                      </a:txBody>
                      <a:tcP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blipFill>
                          <a:blip r:embed="rId5"/>
                          <a:stretch>
                            <a:fillRect t="-60274" r="-300245"/>
                          </a:stretch>
                        </a:blipFill>
                      </a:tcPr>
                    </a:tc>
                    <a:tc>
                      <a:txBody>
                        <a:bodyPr/>
                        <a:lstStyle/>
                        <a:p>
                          <a:endParaRPr lang="en-US"/>
                        </a:p>
                      </a:txBody>
                      <a:tcP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blipFill>
                          <a:blip r:embed="rId5"/>
                          <a:stretch>
                            <a:fillRect l="-99756" t="-60274" r="-199511"/>
                          </a:stretch>
                        </a:blipFill>
                      </a:tcPr>
                    </a:tc>
                    <a:tc>
                      <a:txBody>
                        <a:bodyPr/>
                        <a:lstStyle/>
                        <a:p>
                          <a:endParaRPr lang="en-US"/>
                        </a:p>
                      </a:txBody>
                      <a:tcP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blipFill>
                          <a:blip r:embed="rId5"/>
                          <a:stretch>
                            <a:fillRect l="-200245" t="-60274" r="-100000"/>
                          </a:stretch>
                        </a:blipFill>
                      </a:tcPr>
                    </a:tc>
                    <a:tc>
                      <a:txBody>
                        <a:bodyPr/>
                        <a:lstStyle/>
                        <a:p>
                          <a:endParaRPr lang="en-US"/>
                        </a:p>
                      </a:txBody>
                      <a:tcP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blipFill>
                          <a:blip r:embed="rId5"/>
                          <a:stretch>
                            <a:fillRect l="-300245" t="-60274"/>
                          </a:stretch>
                        </a:blipFill>
                      </a:tcPr>
                    </a:tc>
                    <a:extLst>
                      <a:ext uri="{0D108BD9-81ED-4DB2-BD59-A6C34878D82A}">
                        <a16:rowId xmlns:a16="http://schemas.microsoft.com/office/drawing/2014/main" val="3980022373"/>
                      </a:ext>
                    </a:extLst>
                  </a:tr>
                </a:tbl>
              </a:graphicData>
            </a:graphic>
          </p:graphicFrame>
        </mc:Fallback>
      </mc:AlternateContent>
    </p:spTree>
    <p:extLst>
      <p:ext uri="{BB962C8B-B14F-4D97-AF65-F5344CB8AC3E}">
        <p14:creationId xmlns:p14="http://schemas.microsoft.com/office/powerpoint/2010/main" val="2587296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F17138-09C4-3779-3ADC-C5FC41EBD76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02BE3BE-2958-C89B-F3EF-B2EDE80629D7}"/>
              </a:ext>
            </a:extLst>
          </p:cNvPr>
          <p:cNvSpPr>
            <a:spLocks noGrp="1"/>
          </p:cNvSpPr>
          <p:nvPr>
            <p:ph type="sldNum" sz="quarter" idx="12"/>
          </p:nvPr>
        </p:nvSpPr>
        <p:spPr/>
        <p:txBody>
          <a:bodyPr/>
          <a:lstStyle/>
          <a:p>
            <a:fld id="{10A01DC5-1685-4615-8240-15192985C6A2}" type="slidenum">
              <a:rPr lang="en-AU" smtClean="0"/>
              <a:t>48</a:t>
            </a:fld>
            <a:endParaRPr lang="en-AU"/>
          </a:p>
        </p:txBody>
      </p:sp>
      <p:sp>
        <p:nvSpPr>
          <p:cNvPr id="3" name="Title 2">
            <a:extLst>
              <a:ext uri="{FF2B5EF4-FFF2-40B4-BE49-F238E27FC236}">
                <a16:creationId xmlns:a16="http://schemas.microsoft.com/office/drawing/2014/main" id="{7A79083A-0495-1351-2474-66F37FD0839A}"/>
              </a:ext>
            </a:extLst>
          </p:cNvPr>
          <p:cNvSpPr>
            <a:spLocks noGrp="1"/>
          </p:cNvSpPr>
          <p:nvPr>
            <p:ph type="title"/>
          </p:nvPr>
        </p:nvSpPr>
        <p:spPr/>
        <p:txBody>
          <a:bodyPr/>
          <a:lstStyle/>
          <a:p>
            <a:r>
              <a:rPr lang="en-US">
                <a:latin typeface="Arial"/>
                <a:cs typeface="Arial"/>
              </a:rPr>
              <a:t>Short </a:t>
            </a:r>
            <a:r>
              <a:rPr lang="en-US">
                <a:solidFill>
                  <a:srgbClr val="002060"/>
                </a:solidFill>
                <a:latin typeface="Arial"/>
                <a:cs typeface="Arial"/>
              </a:rPr>
              <a:t>response </a:t>
            </a:r>
            <a:r>
              <a:rPr lang="en-US">
                <a:solidFill>
                  <a:schemeClr val="bg1"/>
                </a:solidFill>
                <a:latin typeface="Arial"/>
                <a:cs typeface="Arial"/>
              </a:rPr>
              <a:t>(25)</a:t>
            </a:r>
          </a:p>
        </p:txBody>
      </p:sp>
      <p:sp>
        <p:nvSpPr>
          <p:cNvPr id="11" name="Picture Placeholder 10">
            <a:extLst>
              <a:ext uri="{FF2B5EF4-FFF2-40B4-BE49-F238E27FC236}">
                <a16:creationId xmlns:a16="http://schemas.microsoft.com/office/drawing/2014/main" id="{ACDE4623-0E37-0882-ACB4-C9EF952037E5}"/>
              </a:ext>
            </a:extLst>
          </p:cNvPr>
          <p:cNvSpPr>
            <a:spLocks noGrp="1"/>
          </p:cNvSpPr>
          <p:nvPr>
            <p:ph type="pic" sz="quarter" idx="21"/>
          </p:nvPr>
        </p:nvSpPr>
        <p:spPr>
          <a:xfrm>
            <a:off x="501312" y="1436471"/>
            <a:ext cx="11189376" cy="915501"/>
          </a:xfrm>
        </p:spPr>
        <p:txBody>
          <a:bodyPr/>
          <a:lstStyle/>
          <a:p>
            <a:pPr algn="ctr"/>
            <a:r>
              <a:rPr lang="en-AU" sz="4000" b="1" dirty="0"/>
              <a:t>Record</a:t>
            </a:r>
            <a:r>
              <a:rPr lang="en-AU" sz="4000" dirty="0"/>
              <a:t> the </a:t>
            </a:r>
            <a:r>
              <a:rPr lang="en-AU" sz="4000" b="1" dirty="0"/>
              <a:t>angle</a:t>
            </a:r>
            <a:r>
              <a:rPr lang="en-AU" sz="4000" dirty="0"/>
              <a:t> in </a:t>
            </a:r>
            <a:r>
              <a:rPr lang="en-AU" sz="4000" b="1" dirty="0"/>
              <a:t>degrees</a:t>
            </a:r>
            <a:r>
              <a:rPr lang="en-AU" sz="4000" dirty="0"/>
              <a:t>. </a:t>
            </a:r>
            <a:endParaRPr lang="en-US" sz="4000" dirty="0"/>
          </a:p>
          <a:p>
            <a:endParaRPr lang="en-US" dirty="0">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0B2658E5-897D-F102-F9BC-10C464CD9E83}"/>
              </a:ext>
            </a:extLst>
          </p:cNvPr>
          <p:cNvPicPr>
            <a:picLocks noChangeAspect="1"/>
          </p:cNvPicPr>
          <p:nvPr/>
        </p:nvPicPr>
        <p:blipFill>
          <a:blip r:embed="rId3"/>
          <a:stretch>
            <a:fillRect/>
          </a:stretch>
        </p:blipFill>
        <p:spPr>
          <a:xfrm>
            <a:off x="11030476" y="268723"/>
            <a:ext cx="915500" cy="915500"/>
          </a:xfrm>
          <a:prstGeom prst="rect">
            <a:avLst/>
          </a:prstGeom>
        </p:spPr>
      </p:pic>
      <p:pic>
        <p:nvPicPr>
          <p:cNvPr id="6" name="Picture 5">
            <a:extLst>
              <a:ext uri="{FF2B5EF4-FFF2-40B4-BE49-F238E27FC236}">
                <a16:creationId xmlns:a16="http://schemas.microsoft.com/office/drawing/2014/main" id="{5F146228-9DF1-2EB3-BC95-C7C361213C0B}"/>
              </a:ext>
            </a:extLst>
          </p:cNvPr>
          <p:cNvPicPr>
            <a:picLocks noChangeAspect="1"/>
          </p:cNvPicPr>
          <p:nvPr/>
        </p:nvPicPr>
        <p:blipFill>
          <a:blip r:embed="rId4"/>
          <a:stretch>
            <a:fillRect/>
          </a:stretch>
        </p:blipFill>
        <p:spPr>
          <a:xfrm>
            <a:off x="2950029" y="2438400"/>
            <a:ext cx="6414115" cy="3725906"/>
          </a:xfrm>
          <a:prstGeom prst="rect">
            <a:avLst/>
          </a:prstGeom>
        </p:spPr>
      </p:pic>
    </p:spTree>
    <p:extLst>
      <p:ext uri="{BB962C8B-B14F-4D97-AF65-F5344CB8AC3E}">
        <p14:creationId xmlns:p14="http://schemas.microsoft.com/office/powerpoint/2010/main" val="27960386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F9FC73-CB73-205A-CAA7-7FD0D6436E5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3EF37E2-888E-CB04-88EA-19DCDE0D7B10}"/>
              </a:ext>
            </a:extLst>
          </p:cNvPr>
          <p:cNvSpPr>
            <a:spLocks noGrp="1"/>
          </p:cNvSpPr>
          <p:nvPr>
            <p:ph type="sldNum" sz="quarter" idx="12"/>
          </p:nvPr>
        </p:nvSpPr>
        <p:spPr/>
        <p:txBody>
          <a:bodyPr/>
          <a:lstStyle/>
          <a:p>
            <a:fld id="{10A01DC5-1685-4615-8240-15192985C6A2}" type="slidenum">
              <a:rPr lang="en-AU" smtClean="0"/>
              <a:t>49</a:t>
            </a:fld>
            <a:endParaRPr lang="en-AU"/>
          </a:p>
        </p:txBody>
      </p:sp>
      <p:sp>
        <p:nvSpPr>
          <p:cNvPr id="3" name="Title 2">
            <a:extLst>
              <a:ext uri="{FF2B5EF4-FFF2-40B4-BE49-F238E27FC236}">
                <a16:creationId xmlns:a16="http://schemas.microsoft.com/office/drawing/2014/main" id="{7B9F4F55-65F7-47E4-8121-CF7185730C4D}"/>
              </a:ext>
            </a:extLst>
          </p:cNvPr>
          <p:cNvSpPr>
            <a:spLocks noGrp="1"/>
          </p:cNvSpPr>
          <p:nvPr>
            <p:ph type="title"/>
          </p:nvPr>
        </p:nvSpPr>
        <p:spPr/>
        <p:txBody>
          <a:bodyPr/>
          <a:lstStyle/>
          <a:p>
            <a:r>
              <a:rPr lang="en-US">
                <a:latin typeface="Arial"/>
                <a:cs typeface="Arial"/>
              </a:rPr>
              <a:t>Short </a:t>
            </a:r>
            <a:r>
              <a:rPr lang="en-US">
                <a:solidFill>
                  <a:srgbClr val="002060"/>
                </a:solidFill>
                <a:latin typeface="Arial"/>
                <a:cs typeface="Arial"/>
              </a:rPr>
              <a:t>response </a:t>
            </a:r>
            <a:r>
              <a:rPr lang="en-US">
                <a:solidFill>
                  <a:schemeClr val="bg1"/>
                </a:solidFill>
                <a:latin typeface="Arial"/>
                <a:cs typeface="Arial"/>
              </a:rPr>
              <a:t>(26)</a:t>
            </a:r>
          </a:p>
        </p:txBody>
      </p:sp>
      <p:pic>
        <p:nvPicPr>
          <p:cNvPr id="4" name="Picture 3" descr="image of a clipboard with a pencil recording short answer responses">
            <a:extLst>
              <a:ext uri="{FF2B5EF4-FFF2-40B4-BE49-F238E27FC236}">
                <a16:creationId xmlns:a16="http://schemas.microsoft.com/office/drawing/2014/main" id="{03DE4DA9-4B9A-92DD-CA74-B2C1DDF4FB03}"/>
              </a:ext>
            </a:extLst>
          </p:cNvPr>
          <p:cNvPicPr>
            <a:picLocks noChangeAspect="1"/>
          </p:cNvPicPr>
          <p:nvPr/>
        </p:nvPicPr>
        <p:blipFill>
          <a:blip r:embed="rId3"/>
          <a:stretch>
            <a:fillRect/>
          </a:stretch>
        </p:blipFill>
        <p:spPr>
          <a:xfrm>
            <a:off x="11030476" y="268723"/>
            <a:ext cx="915500" cy="915500"/>
          </a:xfrm>
          <a:prstGeom prst="rect">
            <a:avLst/>
          </a:prstGeom>
        </p:spPr>
      </p:pic>
      <p:pic>
        <p:nvPicPr>
          <p:cNvPr id="5" name="Picture 4" descr="A column graph showing the playground equipment preference they would like to see in the new park. The y axis is numbered 0 to 45  and the x axis categories are giant slide, swings, sandpit, see-saw, spider web and trampoline.">
            <a:extLst>
              <a:ext uri="{FF2B5EF4-FFF2-40B4-BE49-F238E27FC236}">
                <a16:creationId xmlns:a16="http://schemas.microsoft.com/office/drawing/2014/main" id="{209EE0B8-4605-489C-A84B-B8A60FF61D8B}"/>
              </a:ext>
            </a:extLst>
          </p:cNvPr>
          <p:cNvPicPr>
            <a:picLocks noChangeAspect="1"/>
          </p:cNvPicPr>
          <p:nvPr/>
        </p:nvPicPr>
        <p:blipFill>
          <a:blip r:embed="rId4"/>
          <a:stretch>
            <a:fillRect/>
          </a:stretch>
        </p:blipFill>
        <p:spPr>
          <a:xfrm>
            <a:off x="6571900" y="2170769"/>
            <a:ext cx="5435553" cy="3358685"/>
          </a:xfrm>
          <a:prstGeom prst="rect">
            <a:avLst/>
          </a:prstGeom>
          <a:effectLst>
            <a:outerShdw blurRad="50800" dist="38100" dir="2700000" algn="tl" rotWithShape="0">
              <a:prstClr val="black">
                <a:alpha val="40000"/>
              </a:prstClr>
            </a:outerShdw>
          </a:effectLst>
        </p:spPr>
      </p:pic>
      <p:sp>
        <p:nvSpPr>
          <p:cNvPr id="7" name="TextBox 6">
            <a:extLst>
              <a:ext uri="{FF2B5EF4-FFF2-40B4-BE49-F238E27FC236}">
                <a16:creationId xmlns:a16="http://schemas.microsoft.com/office/drawing/2014/main" id="{F53C817E-62EC-150A-BC06-411DEF342000}"/>
              </a:ext>
            </a:extLst>
          </p:cNvPr>
          <p:cNvSpPr txBox="1"/>
          <p:nvPr/>
        </p:nvSpPr>
        <p:spPr>
          <a:xfrm>
            <a:off x="184547" y="1768983"/>
            <a:ext cx="6387353" cy="4927017"/>
          </a:xfrm>
          <a:prstGeom prst="rect">
            <a:avLst/>
          </a:prstGeom>
          <a:noFill/>
        </p:spPr>
        <p:txBody>
          <a:bodyPr wrap="square" lIns="0" tIns="0" rIns="0" bIns="0" rtlCol="0">
            <a:noAutofit/>
          </a:bodyPr>
          <a:lstStyle/>
          <a:p>
            <a:pPr algn="ctr">
              <a:lnSpc>
                <a:spcPct val="150000"/>
              </a:lnSpc>
            </a:pPr>
            <a:r>
              <a:rPr lang="en-AU" sz="3200"/>
              <a:t>Jett asked his classmates to choose one piece of playground equipment for the new park.</a:t>
            </a:r>
          </a:p>
          <a:p>
            <a:pPr algn="ctr">
              <a:lnSpc>
                <a:spcPct val="150000"/>
              </a:lnSpc>
            </a:pPr>
            <a:endParaRPr lang="en-AU" sz="3200"/>
          </a:p>
          <a:p>
            <a:pPr algn="ctr">
              <a:lnSpc>
                <a:spcPct val="150000"/>
              </a:lnSpc>
            </a:pPr>
            <a:r>
              <a:rPr lang="en-AU" sz="3200"/>
              <a:t>Use the graph to </a:t>
            </a:r>
            <a:r>
              <a:rPr lang="en-AU" sz="3200" b="1"/>
              <a:t>determine how many students </a:t>
            </a:r>
            <a:r>
              <a:rPr lang="en-AU" sz="3200"/>
              <a:t>are in Jett’s grade.</a:t>
            </a:r>
          </a:p>
          <a:p>
            <a:pPr algn="ctr">
              <a:lnSpc>
                <a:spcPct val="150000"/>
              </a:lnSpc>
            </a:pPr>
            <a:endParaRPr lang="en-AU" sz="2800"/>
          </a:p>
        </p:txBody>
      </p:sp>
    </p:spTree>
    <p:extLst>
      <p:ext uri="{BB962C8B-B14F-4D97-AF65-F5344CB8AC3E}">
        <p14:creationId xmlns:p14="http://schemas.microsoft.com/office/powerpoint/2010/main" val="28251707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80F56B-0B8D-BD79-E370-6AC7E4243CD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D1E675D-63E6-6EF0-A7F8-7CA3E2680A94}"/>
              </a:ext>
            </a:extLst>
          </p:cNvPr>
          <p:cNvSpPr>
            <a:spLocks noGrp="1"/>
          </p:cNvSpPr>
          <p:nvPr>
            <p:ph type="sldNum" sz="quarter" idx="12"/>
          </p:nvPr>
        </p:nvSpPr>
        <p:spPr/>
        <p:txBody>
          <a:bodyPr/>
          <a:lstStyle/>
          <a:p>
            <a:fld id="{10A01DC5-1685-4615-8240-15192985C6A2}" type="slidenum">
              <a:rPr lang="en-AU" smtClean="0"/>
              <a:t>50</a:t>
            </a:fld>
            <a:endParaRPr lang="en-AU"/>
          </a:p>
        </p:txBody>
      </p:sp>
      <p:sp>
        <p:nvSpPr>
          <p:cNvPr id="3" name="Title 2">
            <a:extLst>
              <a:ext uri="{FF2B5EF4-FFF2-40B4-BE49-F238E27FC236}">
                <a16:creationId xmlns:a16="http://schemas.microsoft.com/office/drawing/2014/main" id="{617A4F92-D5D2-B138-7BEF-D1ED6B9CE5C1}"/>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(27)</a:t>
            </a:r>
          </a:p>
        </p:txBody>
      </p:sp>
      <p:sp>
        <p:nvSpPr>
          <p:cNvPr id="11" name="Picture Placeholder 10">
            <a:extLst>
              <a:ext uri="{FF2B5EF4-FFF2-40B4-BE49-F238E27FC236}">
                <a16:creationId xmlns:a16="http://schemas.microsoft.com/office/drawing/2014/main" id="{AA232421-C8EE-55E7-3B48-FB94C1F70903}"/>
              </a:ext>
            </a:extLst>
          </p:cNvPr>
          <p:cNvSpPr>
            <a:spLocks noGrp="1"/>
          </p:cNvSpPr>
          <p:nvPr>
            <p:ph type="pic" sz="quarter" idx="21"/>
          </p:nvPr>
        </p:nvSpPr>
        <p:spPr>
          <a:xfrm>
            <a:off x="367089" y="1549869"/>
            <a:ext cx="11235949" cy="5146131"/>
          </a:xfrm>
        </p:spPr>
        <p:txBody>
          <a:bodyPr/>
          <a:lstStyle/>
          <a:p>
            <a:pPr algn="ctr"/>
            <a:r>
              <a:rPr lang="en-AU" sz="4400"/>
              <a:t>A large storage box is 3 m long, 1 m wide, and 2 m high.</a:t>
            </a:r>
            <a:br>
              <a:rPr lang="en-AU" sz="4400"/>
            </a:br>
            <a:endParaRPr lang="en-AU" sz="1000"/>
          </a:p>
          <a:p>
            <a:pPr algn="ctr"/>
            <a:endParaRPr lang="en-AU" sz="1000"/>
          </a:p>
          <a:p>
            <a:pPr algn="ctr"/>
            <a:r>
              <a:rPr lang="en-AU" sz="4400" b="1"/>
              <a:t>Estimate</a:t>
            </a:r>
            <a:r>
              <a:rPr lang="en-AU" sz="4400"/>
              <a:t> its </a:t>
            </a:r>
            <a:r>
              <a:rPr lang="en-AU" sz="4400" b="1"/>
              <a:t>volume</a:t>
            </a:r>
            <a:r>
              <a:rPr lang="en-AU" sz="4400"/>
              <a:t> in </a:t>
            </a:r>
            <a:r>
              <a:rPr lang="en-AU" sz="4400" b="1"/>
              <a:t>cubic metres.</a:t>
            </a:r>
            <a:endParaRPr lang="en-US" sz="4400"/>
          </a:p>
          <a:p>
            <a:endParaRPr lang="en-US">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1E63D2BF-38DB-BA0C-BA80-947F471E8061}"/>
              </a:ext>
            </a:extLst>
          </p:cNvPr>
          <p:cNvPicPr>
            <a:picLocks noChangeAspect="1"/>
          </p:cNvPicPr>
          <p:nvPr/>
        </p:nvPicPr>
        <p:blipFill>
          <a:blip r:embed="rId3"/>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17703707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D7636B-D9FA-D8F2-87DC-26F9E69DDCA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7936BF7-7EEA-E829-93CD-C96F10F9ADE7}"/>
              </a:ext>
            </a:extLst>
          </p:cNvPr>
          <p:cNvSpPr>
            <a:spLocks noGrp="1"/>
          </p:cNvSpPr>
          <p:nvPr>
            <p:ph type="sldNum" sz="quarter" idx="12"/>
          </p:nvPr>
        </p:nvSpPr>
        <p:spPr/>
        <p:txBody>
          <a:bodyPr/>
          <a:lstStyle/>
          <a:p>
            <a:fld id="{10A01DC5-1685-4615-8240-15192985C6A2}" type="slidenum">
              <a:rPr lang="en-AU" smtClean="0"/>
              <a:t>51</a:t>
            </a:fld>
            <a:endParaRPr lang="en-AU"/>
          </a:p>
        </p:txBody>
      </p:sp>
      <p:sp>
        <p:nvSpPr>
          <p:cNvPr id="3" name="Title 2">
            <a:extLst>
              <a:ext uri="{FF2B5EF4-FFF2-40B4-BE49-F238E27FC236}">
                <a16:creationId xmlns:a16="http://schemas.microsoft.com/office/drawing/2014/main" id="{1EF2F071-69AF-26E6-9BD8-ADFB0EF0B312}"/>
              </a:ext>
            </a:extLst>
          </p:cNvPr>
          <p:cNvSpPr>
            <a:spLocks noGrp="1"/>
          </p:cNvSpPr>
          <p:nvPr>
            <p:ph type="title"/>
          </p:nvPr>
        </p:nvSpPr>
        <p:spPr/>
        <p:txBody>
          <a:bodyPr/>
          <a:lstStyle/>
          <a:p>
            <a:r>
              <a:rPr lang="en-US">
                <a:latin typeface="Arial"/>
                <a:cs typeface="Arial"/>
              </a:rPr>
              <a:t>Short </a:t>
            </a:r>
            <a:r>
              <a:rPr lang="en-US">
                <a:solidFill>
                  <a:srgbClr val="002060"/>
                </a:solidFill>
                <a:latin typeface="Arial"/>
                <a:cs typeface="Arial"/>
              </a:rPr>
              <a:t>response </a:t>
            </a:r>
            <a:r>
              <a:rPr lang="en-US">
                <a:solidFill>
                  <a:schemeClr val="bg1"/>
                </a:solidFill>
                <a:latin typeface="Arial"/>
                <a:cs typeface="Arial"/>
              </a:rPr>
              <a:t>(28)</a:t>
            </a:r>
          </a:p>
        </p:txBody>
      </p:sp>
      <p:sp>
        <p:nvSpPr>
          <p:cNvPr id="11" name="Picture Placeholder 10">
            <a:extLst>
              <a:ext uri="{FF2B5EF4-FFF2-40B4-BE49-F238E27FC236}">
                <a16:creationId xmlns:a16="http://schemas.microsoft.com/office/drawing/2014/main" id="{89E81B81-DF76-7E96-6C02-AFD9B15A4EFF}"/>
              </a:ext>
            </a:extLst>
          </p:cNvPr>
          <p:cNvSpPr>
            <a:spLocks noGrp="1"/>
          </p:cNvSpPr>
          <p:nvPr>
            <p:ph type="pic" sz="quarter" idx="21"/>
          </p:nvPr>
        </p:nvSpPr>
        <p:spPr>
          <a:xfrm>
            <a:off x="622428" y="1386580"/>
            <a:ext cx="11221572" cy="2730735"/>
          </a:xfrm>
        </p:spPr>
        <p:txBody>
          <a:bodyPr/>
          <a:lstStyle/>
          <a:p>
            <a:r>
              <a:rPr lang="en-US" sz="4000" b="1">
                <a:latin typeface="Arial"/>
                <a:cs typeface="Arial"/>
              </a:rPr>
              <a:t>Covert</a:t>
            </a:r>
            <a:r>
              <a:rPr lang="en-US" sz="4000">
                <a:latin typeface="Arial"/>
                <a:cs typeface="Arial"/>
              </a:rPr>
              <a:t> the following times to </a:t>
            </a:r>
            <a:r>
              <a:rPr lang="en-US" sz="4000" b="1">
                <a:latin typeface="Arial"/>
                <a:cs typeface="Arial"/>
              </a:rPr>
              <a:t>24-hour time</a:t>
            </a:r>
            <a:r>
              <a:rPr lang="en-US" sz="4000">
                <a:latin typeface="Arial"/>
                <a:cs typeface="Arial"/>
              </a:rPr>
              <a:t>:</a:t>
            </a:r>
          </a:p>
          <a:p>
            <a:pPr marL="285750" indent="-285750">
              <a:buFont typeface="Arial" panose="020B0604020202020204" pitchFamily="34" charset="0"/>
              <a:buChar char="•"/>
            </a:pPr>
            <a:r>
              <a:rPr lang="en-US" sz="4000">
                <a:latin typeface="Arial"/>
                <a:cs typeface="Arial"/>
              </a:rPr>
              <a:t>6:00 am</a:t>
            </a:r>
          </a:p>
          <a:p>
            <a:pPr marL="285750" indent="-285750">
              <a:buFont typeface="Arial" panose="020B0604020202020204" pitchFamily="34" charset="0"/>
              <a:buChar char="•"/>
            </a:pPr>
            <a:r>
              <a:rPr lang="en-US" sz="4000">
                <a:latin typeface="Arial"/>
                <a:cs typeface="Arial"/>
              </a:rPr>
              <a:t>10:15 am</a:t>
            </a:r>
          </a:p>
          <a:p>
            <a:pPr marL="285750" indent="-285750">
              <a:buFont typeface="Arial" panose="020B0604020202020204" pitchFamily="34" charset="0"/>
              <a:buChar char="•"/>
            </a:pPr>
            <a:r>
              <a:rPr lang="en-US" sz="4000">
                <a:latin typeface="Arial"/>
                <a:cs typeface="Arial"/>
              </a:rPr>
              <a:t>1:55 pm</a:t>
            </a:r>
          </a:p>
          <a:p>
            <a:pPr marL="285750" indent="-285750">
              <a:buFont typeface="Arial" panose="020B0604020202020204" pitchFamily="34" charset="0"/>
              <a:buChar char="•"/>
            </a:pPr>
            <a:r>
              <a:rPr lang="en-US" sz="4000">
                <a:latin typeface="Arial"/>
                <a:cs typeface="Arial"/>
              </a:rPr>
              <a:t>8:47 pm</a:t>
            </a:r>
          </a:p>
          <a:p>
            <a:pPr marL="285750" indent="-285750">
              <a:buFont typeface="Arial" panose="020B0604020202020204" pitchFamily="34" charset="0"/>
              <a:buChar char="•"/>
            </a:pPr>
            <a:endParaRPr lang="en-US">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4B75951C-A82E-F9E5-67E0-9214B5EB3E99}"/>
              </a:ext>
            </a:extLst>
          </p:cNvPr>
          <p:cNvPicPr>
            <a:picLocks noChangeAspect="1"/>
          </p:cNvPicPr>
          <p:nvPr/>
        </p:nvPicPr>
        <p:blipFill>
          <a:blip r:embed="rId3"/>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12123064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8E9182-77FB-3CEA-AEF2-FAC0704B1BBE}"/>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475BDF2-1554-2362-9F7E-C3F29C3B17E3}"/>
              </a:ext>
            </a:extLst>
          </p:cNvPr>
          <p:cNvSpPr>
            <a:spLocks noGrp="1"/>
          </p:cNvSpPr>
          <p:nvPr>
            <p:ph type="sldNum" sz="quarter" idx="12"/>
          </p:nvPr>
        </p:nvSpPr>
        <p:spPr/>
        <p:txBody>
          <a:bodyPr/>
          <a:lstStyle/>
          <a:p>
            <a:fld id="{10A01DC5-1685-4615-8240-15192985C6A2}" type="slidenum">
              <a:rPr lang="en-AU" smtClean="0"/>
              <a:t>52</a:t>
            </a:fld>
            <a:endParaRPr lang="en-AU"/>
          </a:p>
        </p:txBody>
      </p:sp>
      <p:sp>
        <p:nvSpPr>
          <p:cNvPr id="3" name="Title 2">
            <a:extLst>
              <a:ext uri="{FF2B5EF4-FFF2-40B4-BE49-F238E27FC236}">
                <a16:creationId xmlns:a16="http://schemas.microsoft.com/office/drawing/2014/main" id="{CB4901FD-9D1A-DA3F-9B41-D46848CFCB01}"/>
              </a:ext>
            </a:extLst>
          </p:cNvPr>
          <p:cNvSpPr>
            <a:spLocks noGrp="1"/>
          </p:cNvSpPr>
          <p:nvPr>
            <p:ph type="title"/>
          </p:nvPr>
        </p:nvSpPr>
        <p:spPr>
          <a:xfrm>
            <a:off x="360000" y="360000"/>
            <a:ext cx="11484000" cy="545601"/>
          </a:xfrm>
        </p:spPr>
        <p:txBody>
          <a:bodyPr/>
          <a:lstStyle/>
          <a:p>
            <a:r>
              <a:rPr lang="en-AU"/>
              <a:t>Activity 7 – subtracting unit fractions 1</a:t>
            </a:r>
          </a:p>
        </p:txBody>
      </p:sp>
      <p:pic>
        <p:nvPicPr>
          <p:cNvPr id="5" name="Picture 4" descr="A whiteboard with Player 1 marked, and below it is a 9-sided die and the fraction half. &#10;&#10;The equation: 9 − 1/2 = 8 ½ is displayed. There is also a number line with 8 and 9 marked and half marked between them. There is an arrow representing a jump back from 9 to the 1/2 marked on the number line.&#10;">
            <a:extLst>
              <a:ext uri="{FF2B5EF4-FFF2-40B4-BE49-F238E27FC236}">
                <a16:creationId xmlns:a16="http://schemas.microsoft.com/office/drawing/2014/main" id="{08708DF1-B15A-D28A-B5D5-BC5873B06BC4}"/>
              </a:ext>
            </a:extLst>
          </p:cNvPr>
          <p:cNvPicPr>
            <a:picLocks noChangeAspect="1"/>
          </p:cNvPicPr>
          <p:nvPr/>
        </p:nvPicPr>
        <p:blipFill>
          <a:blip r:embed="rId3">
            <a:extLst>
              <a:ext uri="{28A0092B-C50C-407E-A947-70E740481C1C}">
                <a14:useLocalDpi xmlns:a14="http://schemas.microsoft.com/office/drawing/2010/main" val="0"/>
              </a:ext>
            </a:extLst>
          </a:blip>
          <a:srcRect r="49430"/>
          <a:stretch/>
        </p:blipFill>
        <p:spPr>
          <a:xfrm>
            <a:off x="1116126" y="1666373"/>
            <a:ext cx="4117611" cy="4076101"/>
          </a:xfrm>
          <a:prstGeom prst="rect">
            <a:avLst/>
          </a:prstGeom>
        </p:spPr>
      </p:pic>
      <p:pic>
        <p:nvPicPr>
          <p:cNvPr id="7" name="Picture 6" descr="A whiteboard with Player 2 marked. Below it is a 9-sided die and the fraction 1/5.&#10;&#10;The equation: 9 − 1/5 = 8 4/5. There is a number line with 8 and 9 marked, and 1/5, 2/5, 3/5 and 4/5 are marked between them. There is an arrow representing a jump back from 9 to the 4/5 marked on the number line.&#10;">
            <a:extLst>
              <a:ext uri="{FF2B5EF4-FFF2-40B4-BE49-F238E27FC236}">
                <a16:creationId xmlns:a16="http://schemas.microsoft.com/office/drawing/2014/main" id="{7DE61225-D746-6E6E-668E-96B66DE8F86C}"/>
              </a:ext>
            </a:extLst>
          </p:cNvPr>
          <p:cNvPicPr>
            <a:picLocks noChangeAspect="1"/>
          </p:cNvPicPr>
          <p:nvPr/>
        </p:nvPicPr>
        <p:blipFill>
          <a:blip r:embed="rId3">
            <a:extLst>
              <a:ext uri="{28A0092B-C50C-407E-A947-70E740481C1C}">
                <a14:useLocalDpi xmlns:a14="http://schemas.microsoft.com/office/drawing/2010/main" val="0"/>
              </a:ext>
            </a:extLst>
          </a:blip>
          <a:srcRect l="48927"/>
          <a:stretch/>
        </p:blipFill>
        <p:spPr>
          <a:xfrm>
            <a:off x="6537025" y="1582362"/>
            <a:ext cx="4266935" cy="4182428"/>
          </a:xfrm>
          <a:prstGeom prst="rect">
            <a:avLst/>
          </a:prstGeom>
        </p:spPr>
      </p:pic>
      <p:pic>
        <p:nvPicPr>
          <p:cNvPr id="4" name="Picture 3" descr="image of a head with cogs turning inside">
            <a:extLst>
              <a:ext uri="{FF2B5EF4-FFF2-40B4-BE49-F238E27FC236}">
                <a16:creationId xmlns:a16="http://schemas.microsoft.com/office/drawing/2014/main" id="{1D6D6404-5DDE-42B1-787E-0A0779C770B6}"/>
              </a:ext>
            </a:extLst>
          </p:cNvPr>
          <p:cNvPicPr>
            <a:picLocks noChangeAspect="1"/>
          </p:cNvPicPr>
          <p:nvPr/>
        </p:nvPicPr>
        <p:blipFill>
          <a:blip r:embed="rId4"/>
          <a:stretch>
            <a:fillRect/>
          </a:stretch>
        </p:blipFill>
        <p:spPr>
          <a:xfrm>
            <a:off x="11107003" y="240894"/>
            <a:ext cx="720000" cy="856364"/>
          </a:xfrm>
          <a:prstGeom prst="rect">
            <a:avLst/>
          </a:prstGeom>
          <a:ln>
            <a:noFill/>
          </a:ln>
        </p:spPr>
      </p:pic>
    </p:spTree>
    <p:extLst>
      <p:ext uri="{BB962C8B-B14F-4D97-AF65-F5344CB8AC3E}">
        <p14:creationId xmlns:p14="http://schemas.microsoft.com/office/powerpoint/2010/main" val="21189021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03B60A-22B2-4361-67CC-312F59BDAAB2}"/>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A54F7E62-8796-5FC7-FD38-8F4D46ED40A9}"/>
              </a:ext>
            </a:extLst>
          </p:cNvPr>
          <p:cNvSpPr>
            <a:spLocks noGrp="1"/>
          </p:cNvSpPr>
          <p:nvPr>
            <p:ph type="ctrTitle"/>
          </p:nvPr>
        </p:nvSpPr>
        <p:spPr/>
        <p:txBody>
          <a:bodyPr/>
          <a:lstStyle/>
          <a:p>
            <a:r>
              <a:rPr lang="en-AU">
                <a:latin typeface="+mj-lt"/>
                <a:cs typeface="Arial"/>
              </a:rPr>
              <a:t>Review of learning 8</a:t>
            </a:r>
            <a:endParaRPr lang="en-AU">
              <a:latin typeface="+mj-lt"/>
            </a:endParaRPr>
          </a:p>
        </p:txBody>
      </p:sp>
    </p:spTree>
    <p:extLst>
      <p:ext uri="{BB962C8B-B14F-4D97-AF65-F5344CB8AC3E}">
        <p14:creationId xmlns:p14="http://schemas.microsoft.com/office/powerpoint/2010/main" val="25150541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2045DE-1C82-1DDC-BD3D-A63D7912E7B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4E1B704-5DF8-9EB3-2103-8C8913465761}"/>
              </a:ext>
            </a:extLst>
          </p:cNvPr>
          <p:cNvSpPr>
            <a:spLocks noGrp="1"/>
          </p:cNvSpPr>
          <p:nvPr>
            <p:ph type="sldNum" sz="quarter" idx="12"/>
          </p:nvPr>
        </p:nvSpPr>
        <p:spPr/>
        <p:txBody>
          <a:bodyPr/>
          <a:lstStyle/>
          <a:p>
            <a:fld id="{10A01DC5-1685-4615-8240-15192985C6A2}" type="slidenum">
              <a:rPr lang="en-AU" smtClean="0"/>
              <a:t>54</a:t>
            </a:fld>
            <a:endParaRPr lang="en-AU"/>
          </a:p>
        </p:txBody>
      </p:sp>
      <p:sp>
        <p:nvSpPr>
          <p:cNvPr id="3" name="Title 2">
            <a:extLst>
              <a:ext uri="{FF2B5EF4-FFF2-40B4-BE49-F238E27FC236}">
                <a16:creationId xmlns:a16="http://schemas.microsoft.com/office/drawing/2014/main" id="{A5CD52BE-F5BD-DAA7-827E-221EB96A6BF3}"/>
              </a:ext>
            </a:extLst>
          </p:cNvPr>
          <p:cNvSpPr>
            <a:spLocks noGrp="1"/>
          </p:cNvSpPr>
          <p:nvPr>
            <p:ph type="title"/>
          </p:nvPr>
        </p:nvSpPr>
        <p:spPr/>
        <p:txBody>
          <a:bodyPr/>
          <a:lstStyle/>
          <a:p>
            <a:r>
              <a:rPr lang="en-US"/>
              <a:t>True or </a:t>
            </a:r>
            <a:r>
              <a:rPr lang="en-US">
                <a:solidFill>
                  <a:srgbClr val="002060"/>
                </a:solidFill>
              </a:rPr>
              <a:t>false </a:t>
            </a:r>
            <a:r>
              <a:rPr lang="en-US">
                <a:solidFill>
                  <a:schemeClr val="bg1"/>
                </a:solidFill>
              </a:rPr>
              <a:t>(4)</a:t>
            </a:r>
          </a:p>
        </p:txBody>
      </p:sp>
      <mc:AlternateContent xmlns:mc="http://schemas.openxmlformats.org/markup-compatibility/2006" xmlns:a14="http://schemas.microsoft.com/office/drawing/2010/main">
        <mc:Choice Requires="a14">
          <p:sp>
            <p:nvSpPr>
              <p:cNvPr id="7" name="Text Placeholder 6">
                <a:extLst>
                  <a:ext uri="{FF2B5EF4-FFF2-40B4-BE49-F238E27FC236}">
                    <a16:creationId xmlns:a16="http://schemas.microsoft.com/office/drawing/2014/main" id="{EA6BC0CF-ECA6-DC5C-B614-7854FEE9F3D3}"/>
                  </a:ext>
                </a:extLst>
              </p:cNvPr>
              <p:cNvSpPr>
                <a:spLocks noGrp="1"/>
              </p:cNvSpPr>
              <p:nvPr>
                <p:ph type="body" sz="quarter" idx="22"/>
              </p:nvPr>
            </p:nvSpPr>
            <p:spPr>
              <a:xfrm>
                <a:off x="266166" y="1318558"/>
                <a:ext cx="11659667" cy="4220884"/>
              </a:xfrm>
            </p:spPr>
            <p:txBody>
              <a:bodyPr vert="horz" lIns="0" tIns="0" rIns="0" bIns="0" rtlCol="0" anchor="t">
                <a:noAutofit/>
              </a:bodyPr>
              <a:lstStyle/>
              <a:p>
                <a:pPr algn="ctr"/>
                <a:r>
                  <a:rPr lang="en-US" sz="4000" dirty="0">
                    <a:latin typeface="Arial"/>
                    <a:cs typeface="Arial"/>
                  </a:rPr>
                  <a:t>Kimesha has a</a:t>
                </a:r>
                <a:r>
                  <a:rPr lang="en-US" sz="4000" b="1" dirty="0">
                    <a:latin typeface="Arial"/>
                    <a:cs typeface="Arial"/>
                  </a:rPr>
                  <a:t> </a:t>
                </a:r>
                <a:r>
                  <a:rPr lang="en-US" sz="4000" dirty="0">
                    <a:latin typeface="Arial"/>
                    <a:cs typeface="Arial"/>
                  </a:rPr>
                  <a:t>chocolate bar. She </a:t>
                </a:r>
                <a:r>
                  <a:rPr lang="en-US" sz="4000" b="1" dirty="0">
                    <a:latin typeface="Arial"/>
                    <a:cs typeface="Arial"/>
                  </a:rPr>
                  <a:t>gives away</a:t>
                </a:r>
                <a:r>
                  <a:rPr lang="en-US" sz="4000" dirty="0">
                    <a:latin typeface="Arial"/>
                    <a:cs typeface="Arial"/>
                  </a:rPr>
                  <a:t> </a:t>
                </a:r>
                <a14:m>
                  <m:oMath xmlns:m="http://schemas.openxmlformats.org/officeDocument/2006/math">
                    <m:f>
                      <m:fPr>
                        <m:ctrlPr>
                          <a:rPr lang="en-AU" sz="4000" b="1" i="1">
                            <a:latin typeface="Cambria Math" panose="02040503050406030204" pitchFamily="18" charset="0"/>
                          </a:rPr>
                        </m:ctrlPr>
                      </m:fPr>
                      <m:num>
                        <m:r>
                          <a:rPr lang="en-AU" sz="4000" b="1" i="1" smtClean="0">
                            <a:latin typeface="Cambria Math" panose="02040503050406030204" pitchFamily="18" charset="0"/>
                          </a:rPr>
                          <m:t>𝟏</m:t>
                        </m:r>
                        <m:r>
                          <a:rPr lang="en-AU" sz="4000" b="1" i="1" smtClean="0">
                            <a:latin typeface="Cambria Math" panose="02040503050406030204" pitchFamily="18" charset="0"/>
                          </a:rPr>
                          <m:t> </m:t>
                        </m:r>
                      </m:num>
                      <m:den>
                        <m:r>
                          <a:rPr lang="en-AU" sz="4000" b="1" i="1">
                            <a:latin typeface="Cambria Math" panose="02040503050406030204" pitchFamily="18" charset="0"/>
                            <a:ea typeface="Calibri" panose="020F0502020204030204" pitchFamily="34" charset="0"/>
                          </a:rPr>
                          <m:t>𝟔</m:t>
                        </m:r>
                      </m:den>
                    </m:f>
                  </m:oMath>
                </a14:m>
                <a:r>
                  <a:rPr lang="en-US" sz="4000" b="1" dirty="0">
                    <a:latin typeface="Arial"/>
                    <a:cs typeface="Arial"/>
                  </a:rPr>
                  <a:t> </a:t>
                </a:r>
                <a:r>
                  <a:rPr lang="en-US" sz="4000" dirty="0">
                    <a:latin typeface="Arial"/>
                    <a:cs typeface="Arial"/>
                  </a:rPr>
                  <a:t>of a bar to a friend. </a:t>
                </a:r>
              </a:p>
              <a:p>
                <a:pPr algn="ctr"/>
                <a:r>
                  <a:rPr lang="en-US" sz="4000" dirty="0">
                    <a:latin typeface="Arial"/>
                    <a:cs typeface="Arial"/>
                  </a:rPr>
                  <a:t>She now has </a:t>
                </a:r>
                <a14:m>
                  <m:oMath xmlns:m="http://schemas.openxmlformats.org/officeDocument/2006/math">
                    <m:f>
                      <m:fPr>
                        <m:ctrlPr>
                          <a:rPr lang="en-AU" sz="4000" b="1" i="1">
                            <a:latin typeface="Cambria Math" panose="02040503050406030204" pitchFamily="18" charset="0"/>
                          </a:rPr>
                        </m:ctrlPr>
                      </m:fPr>
                      <m:num>
                        <m:r>
                          <a:rPr lang="en-AU" sz="4000" b="1" i="1" smtClean="0">
                            <a:latin typeface="Cambria Math" panose="02040503050406030204" pitchFamily="18" charset="0"/>
                          </a:rPr>
                          <m:t>𝟒</m:t>
                        </m:r>
                        <m:r>
                          <a:rPr lang="en-AU" sz="4000" b="1" i="1">
                            <a:latin typeface="Cambria Math" panose="02040503050406030204" pitchFamily="18" charset="0"/>
                          </a:rPr>
                          <m:t> </m:t>
                        </m:r>
                      </m:num>
                      <m:den>
                        <m:r>
                          <a:rPr lang="en-AU" sz="4000" b="1" i="1">
                            <a:latin typeface="Cambria Math" panose="02040503050406030204" pitchFamily="18" charset="0"/>
                            <a:ea typeface="Calibri" panose="020F0502020204030204" pitchFamily="34" charset="0"/>
                          </a:rPr>
                          <m:t>𝟔</m:t>
                        </m:r>
                      </m:den>
                    </m:f>
                  </m:oMath>
                </a14:m>
                <a:r>
                  <a:rPr lang="en-US" sz="4000" b="1" dirty="0">
                    <a:latin typeface="Arial"/>
                    <a:cs typeface="Arial"/>
                  </a:rPr>
                  <a:t> </a:t>
                </a:r>
                <a:r>
                  <a:rPr lang="en-US" sz="4000" dirty="0">
                    <a:latin typeface="Arial"/>
                    <a:cs typeface="Arial"/>
                  </a:rPr>
                  <a:t>of the bar </a:t>
                </a:r>
                <a:r>
                  <a:rPr lang="en-US" sz="4000" b="1" dirty="0">
                    <a:latin typeface="Arial"/>
                    <a:cs typeface="Arial"/>
                  </a:rPr>
                  <a:t>left</a:t>
                </a:r>
                <a:r>
                  <a:rPr lang="en-US" sz="3600" dirty="0">
                    <a:latin typeface="Arial"/>
                    <a:cs typeface="Arial"/>
                  </a:rPr>
                  <a:t>.</a:t>
                </a:r>
                <a:endParaRPr lang="en-US" sz="3600" dirty="0"/>
              </a:p>
            </p:txBody>
          </p:sp>
        </mc:Choice>
        <mc:Fallback xmlns="">
          <p:sp>
            <p:nvSpPr>
              <p:cNvPr id="7" name="Text Placeholder 6">
                <a:extLst>
                  <a:ext uri="{FF2B5EF4-FFF2-40B4-BE49-F238E27FC236}">
                    <a16:creationId xmlns:a16="http://schemas.microsoft.com/office/drawing/2014/main" id="{EA6BC0CF-ECA6-DC5C-B614-7854FEE9F3D3}"/>
                  </a:ext>
                </a:extLst>
              </p:cNvPr>
              <p:cNvSpPr>
                <a:spLocks noGrp="1" noRot="1" noChangeAspect="1" noMove="1" noResize="1" noEditPoints="1" noAdjustHandles="1" noChangeArrowheads="1" noChangeShapeType="1" noTextEdit="1"/>
              </p:cNvSpPr>
              <p:nvPr>
                <p:ph type="body" sz="quarter" idx="22"/>
              </p:nvPr>
            </p:nvSpPr>
            <p:spPr>
              <a:xfrm>
                <a:off x="266166" y="1318558"/>
                <a:ext cx="11659667" cy="4220884"/>
              </a:xfrm>
              <a:blipFill>
                <a:blip r:embed="rId3"/>
                <a:stretch>
                  <a:fillRect l="-2197" r="-3347"/>
                </a:stretch>
              </a:blipFill>
            </p:spPr>
            <p:txBody>
              <a:bodyPr/>
              <a:lstStyle/>
              <a:p>
                <a:r>
                  <a:rPr lang="en-AU">
                    <a:noFill/>
                  </a:rPr>
                  <a:t> </a:t>
                </a:r>
              </a:p>
            </p:txBody>
          </p:sp>
        </mc:Fallback>
      </mc:AlternateContent>
      <p:graphicFrame>
        <p:nvGraphicFramePr>
          <p:cNvPr id="12" name="Table 11">
            <a:extLst>
              <a:ext uri="{FF2B5EF4-FFF2-40B4-BE49-F238E27FC236}">
                <a16:creationId xmlns:a16="http://schemas.microsoft.com/office/drawing/2014/main" id="{32803648-AB31-1C55-361F-D02B899E3208}"/>
              </a:ext>
            </a:extLst>
          </p:cNvPr>
          <p:cNvGraphicFramePr>
            <a:graphicFrameLocks noGrp="1"/>
          </p:cNvGraphicFramePr>
          <p:nvPr>
            <p:extLst>
              <p:ext uri="{D42A27DB-BD31-4B8C-83A1-F6EECF244321}">
                <p14:modId xmlns:p14="http://schemas.microsoft.com/office/powerpoint/2010/main" val="1619006615"/>
              </p:ext>
            </p:extLst>
          </p:nvPr>
        </p:nvGraphicFramePr>
        <p:xfrm>
          <a:off x="2635101" y="5648734"/>
          <a:ext cx="7077076" cy="70104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542116">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pic>
        <p:nvPicPr>
          <p:cNvPr id="5" name="Picture 4" descr="image of a finger selecting an option for a multiple choice or true and false">
            <a:extLst>
              <a:ext uri="{FF2B5EF4-FFF2-40B4-BE49-F238E27FC236}">
                <a16:creationId xmlns:a16="http://schemas.microsoft.com/office/drawing/2014/main" id="{75557DD5-EF65-9FF3-3C88-C4692F9C2F2F}"/>
              </a:ext>
            </a:extLst>
          </p:cNvPr>
          <p:cNvPicPr>
            <a:picLocks noChangeAspect="1"/>
          </p:cNvPicPr>
          <p:nvPr/>
        </p:nvPicPr>
        <p:blipFill>
          <a:blip r:embed="rId4"/>
          <a:stretch>
            <a:fillRect/>
          </a:stretch>
        </p:blipFill>
        <p:spPr>
          <a:xfrm>
            <a:off x="10807908" y="43303"/>
            <a:ext cx="1165786" cy="1140716"/>
          </a:xfrm>
          <a:prstGeom prst="rect">
            <a:avLst/>
          </a:prstGeom>
        </p:spPr>
      </p:pic>
    </p:spTree>
    <p:extLst>
      <p:ext uri="{BB962C8B-B14F-4D97-AF65-F5344CB8AC3E}">
        <p14:creationId xmlns:p14="http://schemas.microsoft.com/office/powerpoint/2010/main" val="6903676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DA186E-DEAD-1E3F-ADBE-CF258B9E68C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249BC38-5AE6-D002-8CF1-C81FA6A0F702}"/>
              </a:ext>
            </a:extLst>
          </p:cNvPr>
          <p:cNvSpPr>
            <a:spLocks noGrp="1"/>
          </p:cNvSpPr>
          <p:nvPr>
            <p:ph type="sldNum" sz="quarter" idx="12"/>
          </p:nvPr>
        </p:nvSpPr>
        <p:spPr/>
        <p:txBody>
          <a:bodyPr/>
          <a:lstStyle/>
          <a:p>
            <a:fld id="{10A01DC5-1685-4615-8240-15192985C6A2}" type="slidenum">
              <a:rPr lang="en-AU" smtClean="0"/>
              <a:t>55</a:t>
            </a:fld>
            <a:endParaRPr lang="en-AU"/>
          </a:p>
        </p:txBody>
      </p:sp>
      <p:sp>
        <p:nvSpPr>
          <p:cNvPr id="3" name="Title 2">
            <a:extLst>
              <a:ext uri="{FF2B5EF4-FFF2-40B4-BE49-F238E27FC236}">
                <a16:creationId xmlns:a16="http://schemas.microsoft.com/office/drawing/2014/main" id="{1069B6F1-52F5-DBD9-FE1E-7DD78D3D5108}"/>
              </a:ext>
            </a:extLst>
          </p:cNvPr>
          <p:cNvSpPr>
            <a:spLocks noGrp="1"/>
          </p:cNvSpPr>
          <p:nvPr>
            <p:ph type="title"/>
          </p:nvPr>
        </p:nvSpPr>
        <p:spPr/>
        <p:txBody>
          <a:bodyPr/>
          <a:lstStyle/>
          <a:p>
            <a:r>
              <a:rPr lang="en-US">
                <a:latin typeface="Arial"/>
                <a:cs typeface="Arial"/>
              </a:rPr>
              <a:t>Short </a:t>
            </a:r>
            <a:r>
              <a:rPr lang="en-US">
                <a:solidFill>
                  <a:srgbClr val="002060"/>
                </a:solidFill>
                <a:latin typeface="Arial"/>
                <a:cs typeface="Arial"/>
              </a:rPr>
              <a:t>response </a:t>
            </a:r>
            <a:r>
              <a:rPr lang="en-US">
                <a:solidFill>
                  <a:schemeClr val="bg1"/>
                </a:solidFill>
                <a:latin typeface="Arial"/>
                <a:cs typeface="Arial"/>
              </a:rPr>
              <a:t>(29)</a:t>
            </a:r>
          </a:p>
        </p:txBody>
      </p:sp>
      <p:sp>
        <p:nvSpPr>
          <p:cNvPr id="11" name="Picture Placeholder 10">
            <a:extLst>
              <a:ext uri="{FF2B5EF4-FFF2-40B4-BE49-F238E27FC236}">
                <a16:creationId xmlns:a16="http://schemas.microsoft.com/office/drawing/2014/main" id="{FF54730D-1797-6F6B-C3B2-591C858320E8}"/>
              </a:ext>
            </a:extLst>
          </p:cNvPr>
          <p:cNvSpPr>
            <a:spLocks noGrp="1"/>
          </p:cNvSpPr>
          <p:nvPr>
            <p:ph type="pic" sz="quarter" idx="21"/>
          </p:nvPr>
        </p:nvSpPr>
        <p:spPr>
          <a:xfrm>
            <a:off x="359999" y="2147754"/>
            <a:ext cx="11189376" cy="4168875"/>
          </a:xfrm>
        </p:spPr>
        <p:txBody>
          <a:bodyPr/>
          <a:lstStyle/>
          <a:p>
            <a:pPr algn="ctr"/>
            <a:r>
              <a:rPr lang="en-AU" sz="4400"/>
              <a:t>Arlo started his coding class at </a:t>
            </a:r>
            <a:r>
              <a:rPr lang="en-AU" sz="4400" b="1"/>
              <a:t>3:45 pm </a:t>
            </a:r>
            <a:r>
              <a:rPr lang="en-AU" sz="4400"/>
              <a:t>and finished at </a:t>
            </a:r>
            <a:r>
              <a:rPr lang="en-AU" sz="4400" b="1"/>
              <a:t>5:20 pm</a:t>
            </a:r>
            <a:r>
              <a:rPr lang="en-AU" sz="4400"/>
              <a:t>. How much time </a:t>
            </a:r>
            <a:r>
              <a:rPr lang="en-AU" sz="4400" b="1"/>
              <a:t>elapsed</a:t>
            </a:r>
            <a:r>
              <a:rPr lang="en-AU" sz="4400"/>
              <a:t> while he was in class?</a:t>
            </a:r>
            <a:endParaRPr lang="en-US" sz="4400">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2A2578A1-ADBB-72FE-B090-2577A9392D24}"/>
              </a:ext>
            </a:extLst>
          </p:cNvPr>
          <p:cNvPicPr>
            <a:picLocks noChangeAspect="1"/>
          </p:cNvPicPr>
          <p:nvPr/>
        </p:nvPicPr>
        <p:blipFill>
          <a:blip r:embed="rId3"/>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34027963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475812-9828-5E53-5831-BC179B7BDA6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575F4FF-6E7B-99D1-A609-C4519CC05A2D}"/>
              </a:ext>
            </a:extLst>
          </p:cNvPr>
          <p:cNvSpPr>
            <a:spLocks noGrp="1"/>
          </p:cNvSpPr>
          <p:nvPr>
            <p:ph type="sldNum" sz="quarter" idx="12"/>
          </p:nvPr>
        </p:nvSpPr>
        <p:spPr/>
        <p:txBody>
          <a:bodyPr/>
          <a:lstStyle/>
          <a:p>
            <a:fld id="{10A01DC5-1685-4615-8240-15192985C6A2}" type="slidenum">
              <a:rPr lang="en-AU" smtClean="0"/>
              <a:t>56</a:t>
            </a:fld>
            <a:endParaRPr lang="en-AU"/>
          </a:p>
        </p:txBody>
      </p:sp>
      <p:sp>
        <p:nvSpPr>
          <p:cNvPr id="3" name="Title 2">
            <a:extLst>
              <a:ext uri="{FF2B5EF4-FFF2-40B4-BE49-F238E27FC236}">
                <a16:creationId xmlns:a16="http://schemas.microsoft.com/office/drawing/2014/main" id="{C5A7A440-74DC-B513-615C-26DB49A3C648}"/>
              </a:ext>
            </a:extLst>
          </p:cNvPr>
          <p:cNvSpPr>
            <a:spLocks noGrp="1"/>
          </p:cNvSpPr>
          <p:nvPr>
            <p:ph type="title"/>
          </p:nvPr>
        </p:nvSpPr>
        <p:spPr/>
        <p:txBody>
          <a:bodyPr/>
          <a:lstStyle/>
          <a:p>
            <a:r>
              <a:rPr lang="en-US">
                <a:latin typeface="Arial"/>
                <a:cs typeface="Arial"/>
              </a:rPr>
              <a:t>Short </a:t>
            </a:r>
            <a:r>
              <a:rPr lang="en-US">
                <a:solidFill>
                  <a:srgbClr val="002060"/>
                </a:solidFill>
                <a:latin typeface="Arial"/>
                <a:cs typeface="Arial"/>
              </a:rPr>
              <a:t>response </a:t>
            </a:r>
            <a:r>
              <a:rPr lang="en-US">
                <a:solidFill>
                  <a:schemeClr val="bg1"/>
                </a:solidFill>
                <a:latin typeface="Arial"/>
                <a:cs typeface="Arial"/>
              </a:rPr>
              <a:t>(30)</a:t>
            </a:r>
          </a:p>
        </p:txBody>
      </p:sp>
      <p:sp>
        <p:nvSpPr>
          <p:cNvPr id="11" name="Picture Placeholder 10">
            <a:extLst>
              <a:ext uri="{FF2B5EF4-FFF2-40B4-BE49-F238E27FC236}">
                <a16:creationId xmlns:a16="http://schemas.microsoft.com/office/drawing/2014/main" id="{04C67164-DBFA-FC19-0C57-F2A1610D348F}"/>
              </a:ext>
            </a:extLst>
          </p:cNvPr>
          <p:cNvSpPr>
            <a:spLocks noGrp="1"/>
          </p:cNvSpPr>
          <p:nvPr>
            <p:ph type="pic" sz="quarter" idx="21"/>
          </p:nvPr>
        </p:nvSpPr>
        <p:spPr>
          <a:xfrm>
            <a:off x="153172" y="1389442"/>
            <a:ext cx="11690828" cy="639510"/>
          </a:xfrm>
        </p:spPr>
        <p:txBody>
          <a:bodyPr/>
          <a:lstStyle/>
          <a:p>
            <a:pPr algn="ctr"/>
            <a:r>
              <a:rPr lang="en-US" sz="4000">
                <a:latin typeface="Arial"/>
                <a:cs typeface="Arial"/>
              </a:rPr>
              <a:t>If there is 10 cm between 1980 and 2000, what would be an appropriate </a:t>
            </a:r>
            <a:r>
              <a:rPr lang="en-US" sz="4000" b="1">
                <a:latin typeface="Arial"/>
                <a:cs typeface="Arial"/>
              </a:rPr>
              <a:t>scale</a:t>
            </a:r>
            <a:r>
              <a:rPr lang="en-US" sz="4000">
                <a:latin typeface="Arial"/>
                <a:cs typeface="Arial"/>
              </a:rPr>
              <a:t> for this timeline?</a:t>
            </a:r>
            <a:br>
              <a:rPr lang="en-US" sz="4000">
                <a:latin typeface="Arial"/>
                <a:cs typeface="Arial"/>
              </a:rPr>
            </a:br>
            <a:r>
              <a:rPr lang="en-US" sz="4400">
                <a:latin typeface="Arial"/>
                <a:cs typeface="Arial"/>
              </a:rPr>
              <a:t> </a:t>
            </a:r>
            <a:endParaRPr lang="en-US" sz="4400">
              <a:solidFill>
                <a:srgbClr val="22272B"/>
              </a:solidFill>
            </a:endParaRPr>
          </a:p>
          <a:p>
            <a:endParaRPr lang="en-US">
              <a:latin typeface="Arial"/>
              <a:cs typeface="Arial"/>
            </a:endParaRPr>
          </a:p>
        </p:txBody>
      </p:sp>
      <p:pic>
        <p:nvPicPr>
          <p:cNvPr id="14" name="Picture 13" descr="image of a clipboard with a pencil recording short answer responses">
            <a:extLst>
              <a:ext uri="{FF2B5EF4-FFF2-40B4-BE49-F238E27FC236}">
                <a16:creationId xmlns:a16="http://schemas.microsoft.com/office/drawing/2014/main" id="{353CF9D7-48AF-ADE3-9498-046B6F828EB5}"/>
              </a:ext>
            </a:extLst>
          </p:cNvPr>
          <p:cNvPicPr>
            <a:picLocks noChangeAspect="1"/>
          </p:cNvPicPr>
          <p:nvPr/>
        </p:nvPicPr>
        <p:blipFill>
          <a:blip r:embed="rId3"/>
          <a:stretch>
            <a:fillRect/>
          </a:stretch>
        </p:blipFill>
        <p:spPr>
          <a:xfrm>
            <a:off x="11030476" y="268723"/>
            <a:ext cx="915500" cy="915500"/>
          </a:xfrm>
          <a:prstGeom prst="rect">
            <a:avLst/>
          </a:prstGeom>
        </p:spPr>
      </p:pic>
      <p:pic>
        <p:nvPicPr>
          <p:cNvPr id="13" name="Picture 12" descr="Timeline from 1980 to 2030 titled ‘Evolution of the mobile phone’. The timeline displays when features were added to mobile phones. Items added along the timeline are: 1984 the first portable mobile device, 1997 the first portable gaming, 2001 the first phone with internet capabilities, 2007 the first iPhone and 2023 the first foldable touchscreen. A scale of 1 cm = 2 years is indicated at the bottom of the image.">
            <a:extLst>
              <a:ext uri="{FF2B5EF4-FFF2-40B4-BE49-F238E27FC236}">
                <a16:creationId xmlns:a16="http://schemas.microsoft.com/office/drawing/2014/main" id="{9B01F263-F97D-D788-0582-C988B41C054B}"/>
              </a:ext>
            </a:extLst>
          </p:cNvPr>
          <p:cNvPicPr>
            <a:picLocks noChangeAspect="1"/>
          </p:cNvPicPr>
          <p:nvPr/>
        </p:nvPicPr>
        <p:blipFill>
          <a:blip r:embed="rId4"/>
          <a:srcRect t="11290"/>
          <a:stretch>
            <a:fillRect/>
          </a:stretch>
        </p:blipFill>
        <p:spPr>
          <a:xfrm>
            <a:off x="2819400" y="3080572"/>
            <a:ext cx="6867473" cy="3525428"/>
          </a:xfrm>
          <a:prstGeom prst="rect">
            <a:avLst/>
          </a:prstGeom>
        </p:spPr>
      </p:pic>
      <p:sp>
        <p:nvSpPr>
          <p:cNvPr id="15" name="Rectangle 14">
            <a:extLst>
              <a:ext uri="{FF2B5EF4-FFF2-40B4-BE49-F238E27FC236}">
                <a16:creationId xmlns:a16="http://schemas.microsoft.com/office/drawing/2014/main" id="{D3626A3C-1E46-7004-B66C-FDDA83AC7D15}"/>
              </a:ext>
              <a:ext uri="{C183D7F6-B498-43B3-948B-1728B52AA6E4}">
                <adec:decorative xmlns:adec="http://schemas.microsoft.com/office/drawing/2017/decorative" val="1"/>
              </a:ext>
            </a:extLst>
          </p:cNvPr>
          <p:cNvSpPr/>
          <p:nvPr/>
        </p:nvSpPr>
        <p:spPr>
          <a:xfrm>
            <a:off x="7678566" y="5892086"/>
            <a:ext cx="1817914" cy="71391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4" name="Picture 3" descr="A scale image">
            <a:extLst>
              <a:ext uri="{FF2B5EF4-FFF2-40B4-BE49-F238E27FC236}">
                <a16:creationId xmlns:a16="http://schemas.microsoft.com/office/drawing/2014/main" id="{6FB4E0B8-55C0-585E-9329-EA7C1E3F6C84}"/>
              </a:ext>
            </a:extLst>
          </p:cNvPr>
          <p:cNvPicPr>
            <a:picLocks noChangeAspect="1"/>
          </p:cNvPicPr>
          <p:nvPr/>
        </p:nvPicPr>
        <p:blipFill>
          <a:blip r:embed="rId5"/>
          <a:srcRect l="73314" t="71350" b="16815"/>
          <a:stretch>
            <a:fillRect/>
          </a:stretch>
        </p:blipFill>
        <p:spPr>
          <a:xfrm>
            <a:off x="9369853" y="5537528"/>
            <a:ext cx="1817914" cy="570001"/>
          </a:xfrm>
          <a:prstGeom prst="rect">
            <a:avLst/>
          </a:prstGeom>
        </p:spPr>
      </p:pic>
      <p:sp>
        <p:nvSpPr>
          <p:cNvPr id="5" name="TextBox 4">
            <a:extLst>
              <a:ext uri="{FF2B5EF4-FFF2-40B4-BE49-F238E27FC236}">
                <a16:creationId xmlns:a16="http://schemas.microsoft.com/office/drawing/2014/main" id="{8C50FC1F-2AD1-35A8-5B7C-C7B80E231A73}"/>
              </a:ext>
            </a:extLst>
          </p:cNvPr>
          <p:cNvSpPr txBox="1"/>
          <p:nvPr/>
        </p:nvSpPr>
        <p:spPr>
          <a:xfrm>
            <a:off x="9287543" y="6177665"/>
            <a:ext cx="2451954" cy="266957"/>
          </a:xfrm>
          <a:prstGeom prst="rect">
            <a:avLst/>
          </a:prstGeom>
          <a:noFill/>
        </p:spPr>
        <p:txBody>
          <a:bodyPr wrap="square" lIns="0" tIns="0" rIns="0" bIns="0" rtlCol="0">
            <a:noAutofit/>
          </a:bodyPr>
          <a:lstStyle/>
          <a:p>
            <a:pPr algn="l"/>
            <a:r>
              <a:rPr lang="en-AU" sz="1800" b="1"/>
              <a:t>___ cm = ___ years</a:t>
            </a:r>
          </a:p>
        </p:txBody>
      </p:sp>
    </p:spTree>
    <p:extLst>
      <p:ext uri="{BB962C8B-B14F-4D97-AF65-F5344CB8AC3E}">
        <p14:creationId xmlns:p14="http://schemas.microsoft.com/office/powerpoint/2010/main" val="22908488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EE5048-C70E-7453-F9E5-507985776F1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E2BE1B1-6CD9-10A7-4664-27A4D73F0617}"/>
              </a:ext>
            </a:extLst>
          </p:cNvPr>
          <p:cNvSpPr>
            <a:spLocks noGrp="1"/>
          </p:cNvSpPr>
          <p:nvPr>
            <p:ph type="sldNum" sz="quarter" idx="12"/>
          </p:nvPr>
        </p:nvSpPr>
        <p:spPr/>
        <p:txBody>
          <a:bodyPr/>
          <a:lstStyle/>
          <a:p>
            <a:fld id="{10A01DC5-1685-4615-8240-15192985C6A2}" type="slidenum">
              <a:rPr lang="en-AU" smtClean="0"/>
              <a:t>57</a:t>
            </a:fld>
            <a:endParaRPr lang="en-AU"/>
          </a:p>
        </p:txBody>
      </p:sp>
      <p:sp>
        <p:nvSpPr>
          <p:cNvPr id="3" name="Title 2">
            <a:extLst>
              <a:ext uri="{FF2B5EF4-FFF2-40B4-BE49-F238E27FC236}">
                <a16:creationId xmlns:a16="http://schemas.microsoft.com/office/drawing/2014/main" id="{484B6BC0-2F0C-F390-AAB1-BCCBF88DB5D1}"/>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(31)</a:t>
            </a:r>
          </a:p>
        </p:txBody>
      </p:sp>
      <p:sp>
        <p:nvSpPr>
          <p:cNvPr id="11" name="Picture Placeholder 10">
            <a:extLst>
              <a:ext uri="{FF2B5EF4-FFF2-40B4-BE49-F238E27FC236}">
                <a16:creationId xmlns:a16="http://schemas.microsoft.com/office/drawing/2014/main" id="{93746974-51C1-ECF2-342C-DE409734E1F1}"/>
              </a:ext>
            </a:extLst>
          </p:cNvPr>
          <p:cNvSpPr>
            <a:spLocks noGrp="1"/>
          </p:cNvSpPr>
          <p:nvPr>
            <p:ph type="pic" sz="quarter" idx="21"/>
          </p:nvPr>
        </p:nvSpPr>
        <p:spPr>
          <a:xfrm>
            <a:off x="506678" y="1864848"/>
            <a:ext cx="11178643" cy="2880988"/>
          </a:xfrm>
        </p:spPr>
        <p:txBody>
          <a:bodyPr/>
          <a:lstStyle/>
          <a:p>
            <a:pPr algn="ctr"/>
            <a:r>
              <a:rPr lang="en-US" sz="4400" b="1"/>
              <a:t>Estimate</a:t>
            </a:r>
            <a:r>
              <a:rPr lang="en-US" sz="4400"/>
              <a:t> the </a:t>
            </a:r>
            <a:r>
              <a:rPr lang="en-US" sz="4400" b="1"/>
              <a:t>volume</a:t>
            </a:r>
            <a:r>
              <a:rPr lang="en-US" sz="4400"/>
              <a:t> of the classroom using </a:t>
            </a:r>
            <a:r>
              <a:rPr lang="en-US" sz="4400" b="1"/>
              <a:t>cubic </a:t>
            </a:r>
            <a:r>
              <a:rPr lang="en-US" sz="4400" b="1" err="1"/>
              <a:t>metres</a:t>
            </a:r>
            <a:r>
              <a:rPr lang="en-US" sz="4400"/>
              <a:t>.</a:t>
            </a:r>
          </a:p>
          <a:p>
            <a:pPr algn="ctr"/>
            <a:r>
              <a:rPr lang="en-US" sz="4400"/>
              <a:t>Explain your reasoning.</a:t>
            </a:r>
          </a:p>
          <a:p>
            <a:endParaRPr lang="en-US">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FFF091A0-BE16-4A35-B2E1-6ACE56F3AA88}"/>
              </a:ext>
            </a:extLst>
          </p:cNvPr>
          <p:cNvPicPr>
            <a:picLocks noChangeAspect="1"/>
          </p:cNvPicPr>
          <p:nvPr/>
        </p:nvPicPr>
        <p:blipFill>
          <a:blip r:embed="rId3"/>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21102250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A04D6B-9189-E91A-94F1-0BFF176CCD6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8AEA27B-161C-5E2A-F2CE-834142161ED0}"/>
              </a:ext>
            </a:extLst>
          </p:cNvPr>
          <p:cNvSpPr>
            <a:spLocks noGrp="1"/>
          </p:cNvSpPr>
          <p:nvPr>
            <p:ph type="sldNum" sz="quarter" idx="12"/>
          </p:nvPr>
        </p:nvSpPr>
        <p:spPr/>
        <p:txBody>
          <a:bodyPr/>
          <a:lstStyle/>
          <a:p>
            <a:fld id="{10A01DC5-1685-4615-8240-15192985C6A2}" type="slidenum">
              <a:rPr lang="en-AU" smtClean="0"/>
              <a:t>58</a:t>
            </a:fld>
            <a:endParaRPr lang="en-AU"/>
          </a:p>
        </p:txBody>
      </p:sp>
      <p:sp>
        <p:nvSpPr>
          <p:cNvPr id="3" name="Title 2">
            <a:extLst>
              <a:ext uri="{FF2B5EF4-FFF2-40B4-BE49-F238E27FC236}">
                <a16:creationId xmlns:a16="http://schemas.microsoft.com/office/drawing/2014/main" id="{71EF5B99-01ED-96BA-A959-B34AFEB0EDB8}"/>
              </a:ext>
            </a:extLst>
          </p:cNvPr>
          <p:cNvSpPr>
            <a:spLocks noGrp="1"/>
          </p:cNvSpPr>
          <p:nvPr>
            <p:ph type="title"/>
          </p:nvPr>
        </p:nvSpPr>
        <p:spPr/>
        <p:txBody>
          <a:bodyPr/>
          <a:lstStyle/>
          <a:p>
            <a:r>
              <a:rPr lang="en-US">
                <a:latin typeface="Arial"/>
                <a:cs typeface="Arial"/>
              </a:rPr>
              <a:t>Short </a:t>
            </a:r>
            <a:r>
              <a:rPr lang="en-US">
                <a:solidFill>
                  <a:srgbClr val="002060"/>
                </a:solidFill>
                <a:latin typeface="Arial"/>
                <a:cs typeface="Arial"/>
              </a:rPr>
              <a:t>response </a:t>
            </a:r>
            <a:r>
              <a:rPr lang="en-US">
                <a:solidFill>
                  <a:schemeClr val="bg1"/>
                </a:solidFill>
                <a:latin typeface="Arial"/>
                <a:cs typeface="Arial"/>
              </a:rPr>
              <a:t>(32)</a:t>
            </a:r>
          </a:p>
        </p:txBody>
      </p:sp>
      <p:sp>
        <p:nvSpPr>
          <p:cNvPr id="11" name="Picture Placeholder 10">
            <a:extLst>
              <a:ext uri="{FF2B5EF4-FFF2-40B4-BE49-F238E27FC236}">
                <a16:creationId xmlns:a16="http://schemas.microsoft.com/office/drawing/2014/main" id="{57DCC576-F92F-1793-E208-C0A079F57864}"/>
              </a:ext>
            </a:extLst>
          </p:cNvPr>
          <p:cNvSpPr>
            <a:spLocks noGrp="1"/>
          </p:cNvSpPr>
          <p:nvPr>
            <p:ph type="pic" sz="quarter" idx="21"/>
          </p:nvPr>
        </p:nvSpPr>
        <p:spPr>
          <a:xfrm>
            <a:off x="410085" y="1005429"/>
            <a:ext cx="11371829" cy="956721"/>
          </a:xfrm>
        </p:spPr>
        <p:txBody>
          <a:bodyPr/>
          <a:lstStyle/>
          <a:p>
            <a:pPr algn="ctr"/>
            <a:r>
              <a:rPr lang="en-US" sz="4400">
                <a:latin typeface="Arial"/>
                <a:cs typeface="Arial"/>
              </a:rPr>
              <a:t>How many </a:t>
            </a:r>
            <a:r>
              <a:rPr lang="en-US" sz="4400" b="1">
                <a:latin typeface="Arial"/>
                <a:cs typeface="Arial"/>
              </a:rPr>
              <a:t>lines of symmetry </a:t>
            </a:r>
            <a:r>
              <a:rPr lang="en-US" sz="4400">
                <a:latin typeface="Arial"/>
                <a:cs typeface="Arial"/>
              </a:rPr>
              <a:t>does each shape have?</a:t>
            </a:r>
            <a:endParaRPr lang="en-US" sz="4400"/>
          </a:p>
          <a:p>
            <a:pPr algn="ctr"/>
            <a:endParaRPr lang="en-US" sz="4400"/>
          </a:p>
          <a:p>
            <a:pPr algn="ctr"/>
            <a:endParaRPr lang="en-US" sz="4400"/>
          </a:p>
          <a:p>
            <a:endParaRPr lang="en-US">
              <a:latin typeface="Arial"/>
              <a:cs typeface="Arial"/>
            </a:endParaRPr>
          </a:p>
        </p:txBody>
      </p:sp>
      <p:sp>
        <p:nvSpPr>
          <p:cNvPr id="14" name="TextBox 13">
            <a:extLst>
              <a:ext uri="{FF2B5EF4-FFF2-40B4-BE49-F238E27FC236}">
                <a16:creationId xmlns:a16="http://schemas.microsoft.com/office/drawing/2014/main" id="{51BCFBB5-7824-F17B-5948-CE18B7EDA9D7}"/>
              </a:ext>
            </a:extLst>
          </p:cNvPr>
          <p:cNvSpPr txBox="1"/>
          <p:nvPr/>
        </p:nvSpPr>
        <p:spPr>
          <a:xfrm>
            <a:off x="7598352" y="3069824"/>
            <a:ext cx="1385454" cy="717341"/>
          </a:xfrm>
          <a:prstGeom prst="rect">
            <a:avLst/>
          </a:prstGeom>
          <a:noFill/>
        </p:spPr>
        <p:txBody>
          <a:bodyPr wrap="square" lIns="0" tIns="0" rIns="0" bIns="0" rtlCol="0">
            <a:noAutofit/>
          </a:bodyPr>
          <a:lstStyle/>
          <a:p>
            <a:pPr algn="l"/>
            <a:r>
              <a:rPr lang="en-AU" b="1">
                <a:solidFill>
                  <a:schemeClr val="bg1"/>
                </a:solidFill>
              </a:rPr>
              <a:t>Shape B</a:t>
            </a:r>
          </a:p>
        </p:txBody>
      </p:sp>
      <p:sp>
        <p:nvSpPr>
          <p:cNvPr id="9" name="TextBox 8">
            <a:extLst>
              <a:ext uri="{FF2B5EF4-FFF2-40B4-BE49-F238E27FC236}">
                <a16:creationId xmlns:a16="http://schemas.microsoft.com/office/drawing/2014/main" id="{ACA9A726-B081-C317-3845-5E96B3999E52}"/>
              </a:ext>
            </a:extLst>
          </p:cNvPr>
          <p:cNvSpPr txBox="1"/>
          <p:nvPr/>
        </p:nvSpPr>
        <p:spPr>
          <a:xfrm>
            <a:off x="1164156" y="4239074"/>
            <a:ext cx="10039997" cy="1877437"/>
          </a:xfrm>
          <a:prstGeom prst="rect">
            <a:avLst/>
          </a:prstGeom>
          <a:noFill/>
        </p:spPr>
        <p:txBody>
          <a:bodyPr wrap="square">
            <a:spAutoFit/>
          </a:bodyPr>
          <a:lstStyle/>
          <a:p>
            <a:pPr algn="ctr"/>
            <a:endParaRPr lang="en-US" sz="2400">
              <a:latin typeface="Arial"/>
              <a:cs typeface="Arial"/>
            </a:endParaRPr>
          </a:p>
          <a:p>
            <a:pPr algn="ctr"/>
            <a:endParaRPr lang="en-US" sz="2400">
              <a:latin typeface="Arial"/>
              <a:cs typeface="Arial"/>
            </a:endParaRPr>
          </a:p>
          <a:p>
            <a:br>
              <a:rPr lang="en-US" sz="2800">
                <a:latin typeface="Arial"/>
                <a:cs typeface="Arial"/>
              </a:rPr>
            </a:br>
            <a:r>
              <a:rPr lang="en-US" sz="2800">
                <a:latin typeface="Arial"/>
                <a:cs typeface="Arial"/>
              </a:rPr>
              <a:t> </a:t>
            </a:r>
            <a:r>
              <a:rPr lang="en-US" sz="4000">
                <a:latin typeface="Arial"/>
                <a:cs typeface="Arial"/>
              </a:rPr>
              <a:t>Shape A            Shape B             Shape C</a:t>
            </a:r>
            <a:endParaRPr lang="en-US" sz="2800"/>
          </a:p>
        </p:txBody>
      </p:sp>
      <p:pic>
        <p:nvPicPr>
          <p:cNvPr id="5" name="Picture 4" descr="image of a clipboard with a pencil recording short answer responses">
            <a:extLst>
              <a:ext uri="{FF2B5EF4-FFF2-40B4-BE49-F238E27FC236}">
                <a16:creationId xmlns:a16="http://schemas.microsoft.com/office/drawing/2014/main" id="{41CBD14D-6B43-D6D7-65E4-0BA5584EEAD7}"/>
              </a:ext>
            </a:extLst>
          </p:cNvPr>
          <p:cNvPicPr>
            <a:picLocks noChangeAspect="1"/>
          </p:cNvPicPr>
          <p:nvPr/>
        </p:nvPicPr>
        <p:blipFill>
          <a:blip r:embed="rId3"/>
          <a:stretch>
            <a:fillRect/>
          </a:stretch>
        </p:blipFill>
        <p:spPr>
          <a:xfrm>
            <a:off x="11030476" y="268723"/>
            <a:ext cx="915500" cy="915500"/>
          </a:xfrm>
          <a:prstGeom prst="rect">
            <a:avLst/>
          </a:prstGeom>
        </p:spPr>
      </p:pic>
      <p:sp>
        <p:nvSpPr>
          <p:cNvPr id="6" name="Isosceles Triangle 5" descr="A blue triangle">
            <a:extLst>
              <a:ext uri="{FF2B5EF4-FFF2-40B4-BE49-F238E27FC236}">
                <a16:creationId xmlns:a16="http://schemas.microsoft.com/office/drawing/2014/main" id="{02C3CE01-7B04-2C98-D28F-4853D6599B4B}"/>
              </a:ext>
            </a:extLst>
          </p:cNvPr>
          <p:cNvSpPr/>
          <p:nvPr/>
        </p:nvSpPr>
        <p:spPr>
          <a:xfrm>
            <a:off x="1353271" y="2615811"/>
            <a:ext cx="1842443" cy="2361430"/>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Trapezoid 6" descr="A blue trapezium">
            <a:extLst>
              <a:ext uri="{FF2B5EF4-FFF2-40B4-BE49-F238E27FC236}">
                <a16:creationId xmlns:a16="http://schemas.microsoft.com/office/drawing/2014/main" id="{8DB61994-363E-2267-70C0-0D1FCCE83EF1}"/>
              </a:ext>
            </a:extLst>
          </p:cNvPr>
          <p:cNvSpPr/>
          <p:nvPr/>
        </p:nvSpPr>
        <p:spPr>
          <a:xfrm>
            <a:off x="4421013" y="3505649"/>
            <a:ext cx="2768906" cy="1466851"/>
          </a:xfrm>
          <a:prstGeom prst="trapezoid">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0" name="Plaque 9" descr="A wide blue cross shape.">
            <a:extLst>
              <a:ext uri="{FF2B5EF4-FFF2-40B4-BE49-F238E27FC236}">
                <a16:creationId xmlns:a16="http://schemas.microsoft.com/office/drawing/2014/main" id="{536DD9B2-F5AC-F7C8-245B-EF63B8EF5BE0}"/>
              </a:ext>
            </a:extLst>
          </p:cNvPr>
          <p:cNvSpPr/>
          <p:nvPr/>
        </p:nvSpPr>
        <p:spPr>
          <a:xfrm>
            <a:off x="8415218" y="2969674"/>
            <a:ext cx="2261744" cy="1986918"/>
          </a:xfrm>
          <a:prstGeom prst="plaqu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8536281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C86290-4044-7342-F607-69BB95F8635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608ECFC-6D7E-8B19-636C-88BB1D6D573E}"/>
              </a:ext>
            </a:extLst>
          </p:cNvPr>
          <p:cNvSpPr>
            <a:spLocks noGrp="1"/>
          </p:cNvSpPr>
          <p:nvPr>
            <p:ph type="sldNum" sz="quarter" idx="12"/>
          </p:nvPr>
        </p:nvSpPr>
        <p:spPr/>
        <p:txBody>
          <a:bodyPr/>
          <a:lstStyle/>
          <a:p>
            <a:fld id="{10A01DC5-1685-4615-8240-15192985C6A2}" type="slidenum">
              <a:rPr lang="en-AU" smtClean="0"/>
              <a:t>59</a:t>
            </a:fld>
            <a:endParaRPr lang="en-AU"/>
          </a:p>
        </p:txBody>
      </p:sp>
      <p:sp>
        <p:nvSpPr>
          <p:cNvPr id="3" name="Title 2">
            <a:extLst>
              <a:ext uri="{FF2B5EF4-FFF2-40B4-BE49-F238E27FC236}">
                <a16:creationId xmlns:a16="http://schemas.microsoft.com/office/drawing/2014/main" id="{9D286906-3BA7-40C0-9067-32A2A632175D}"/>
              </a:ext>
            </a:extLst>
          </p:cNvPr>
          <p:cNvSpPr>
            <a:spLocks noGrp="1"/>
          </p:cNvSpPr>
          <p:nvPr>
            <p:ph type="title"/>
          </p:nvPr>
        </p:nvSpPr>
        <p:spPr>
          <a:xfrm>
            <a:off x="360000" y="360000"/>
            <a:ext cx="11484000" cy="545601"/>
          </a:xfrm>
        </p:spPr>
        <p:txBody>
          <a:bodyPr/>
          <a:lstStyle/>
          <a:p>
            <a:r>
              <a:rPr lang="en-AU"/>
              <a:t>Activity 8 – subtracting unit fractions 2</a:t>
            </a:r>
          </a:p>
        </p:txBody>
      </p:sp>
      <p:pic>
        <p:nvPicPr>
          <p:cNvPr id="5" name="Picture 4" descr="A whiteboard with Player 1 marked, and below it is a 9-sided die and the fraction half. &#10;&#10;The equation: 9 − 1/2 = 8 ½ is displayed. There is also a number line with 8 and 9 marked and half marked between them. There is an arrow representing a jump back from 9 to the 1/2 marked on the number line.&#10;">
            <a:extLst>
              <a:ext uri="{FF2B5EF4-FFF2-40B4-BE49-F238E27FC236}">
                <a16:creationId xmlns:a16="http://schemas.microsoft.com/office/drawing/2014/main" id="{1DDC95EB-A75B-4BFF-32DE-E50F0C2579EF}"/>
              </a:ext>
            </a:extLst>
          </p:cNvPr>
          <p:cNvPicPr>
            <a:picLocks noChangeAspect="1"/>
          </p:cNvPicPr>
          <p:nvPr/>
        </p:nvPicPr>
        <p:blipFill>
          <a:blip r:embed="rId3">
            <a:extLst>
              <a:ext uri="{28A0092B-C50C-407E-A947-70E740481C1C}">
                <a14:useLocalDpi xmlns:a14="http://schemas.microsoft.com/office/drawing/2010/main" val="0"/>
              </a:ext>
            </a:extLst>
          </a:blip>
          <a:srcRect r="49430"/>
          <a:stretch/>
        </p:blipFill>
        <p:spPr>
          <a:xfrm>
            <a:off x="1178778" y="1591060"/>
            <a:ext cx="4240995" cy="4198241"/>
          </a:xfrm>
          <a:prstGeom prst="rect">
            <a:avLst/>
          </a:prstGeom>
        </p:spPr>
      </p:pic>
      <p:pic>
        <p:nvPicPr>
          <p:cNvPr id="7" name="Picture 6" descr="A whiteboard with Player 2 marked. Below it is a 9-sided die and the fraction 1/5.&#10;&#10;The equation: 9 − 1/5 = 8 4/5. There is a number line with 8 and 9 marked, and 1/5, 2/5, 3/5 and 4/5 are marked between them. There is an arrow representing a jump back from 9 to the 4/5 marked on the number line.&#10;">
            <a:extLst>
              <a:ext uri="{FF2B5EF4-FFF2-40B4-BE49-F238E27FC236}">
                <a16:creationId xmlns:a16="http://schemas.microsoft.com/office/drawing/2014/main" id="{1D0A2E9B-76FE-62C8-3A47-922F817CBCA1}"/>
              </a:ext>
            </a:extLst>
          </p:cNvPr>
          <p:cNvPicPr>
            <a:picLocks noChangeAspect="1"/>
          </p:cNvPicPr>
          <p:nvPr/>
        </p:nvPicPr>
        <p:blipFill>
          <a:blip r:embed="rId3">
            <a:extLst>
              <a:ext uri="{28A0092B-C50C-407E-A947-70E740481C1C}">
                <a14:useLocalDpi xmlns:a14="http://schemas.microsoft.com/office/drawing/2010/main" val="0"/>
              </a:ext>
            </a:extLst>
          </a:blip>
          <a:srcRect l="48927"/>
          <a:stretch/>
        </p:blipFill>
        <p:spPr>
          <a:xfrm>
            <a:off x="6772224" y="1632299"/>
            <a:ext cx="4240996" cy="4157002"/>
          </a:xfrm>
          <a:prstGeom prst="rect">
            <a:avLst/>
          </a:prstGeom>
        </p:spPr>
      </p:pic>
      <p:pic>
        <p:nvPicPr>
          <p:cNvPr id="4" name="Picture 3" descr="image of a head with cogs turning inside">
            <a:extLst>
              <a:ext uri="{FF2B5EF4-FFF2-40B4-BE49-F238E27FC236}">
                <a16:creationId xmlns:a16="http://schemas.microsoft.com/office/drawing/2014/main" id="{C5BA0CD9-7157-E2D7-790B-CE3A1C4D5166}"/>
              </a:ext>
            </a:extLst>
          </p:cNvPr>
          <p:cNvPicPr>
            <a:picLocks noChangeAspect="1"/>
          </p:cNvPicPr>
          <p:nvPr/>
        </p:nvPicPr>
        <p:blipFill>
          <a:blip r:embed="rId4"/>
          <a:stretch>
            <a:fillRect/>
          </a:stretch>
        </p:blipFill>
        <p:spPr>
          <a:xfrm>
            <a:off x="11107003" y="240894"/>
            <a:ext cx="720000" cy="856364"/>
          </a:xfrm>
          <a:prstGeom prst="rect">
            <a:avLst/>
          </a:prstGeom>
          <a:ln>
            <a:noFill/>
          </a:ln>
        </p:spPr>
      </p:pic>
    </p:spTree>
    <p:extLst>
      <p:ext uri="{BB962C8B-B14F-4D97-AF65-F5344CB8AC3E}">
        <p14:creationId xmlns:p14="http://schemas.microsoft.com/office/powerpoint/2010/main" val="29064847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876AE76-8B26-8127-65E4-49BED9A52CBB}"/>
              </a:ext>
            </a:extLst>
          </p:cNvPr>
          <p:cNvSpPr>
            <a:spLocks noGrp="1"/>
          </p:cNvSpPr>
          <p:nvPr>
            <p:ph type="title"/>
          </p:nvPr>
        </p:nvSpPr>
        <p:spPr/>
        <p:txBody>
          <a:bodyPr/>
          <a:lstStyle/>
          <a:p>
            <a:r>
              <a:rPr lang="en-AU">
                <a:latin typeface="+mj-lt"/>
              </a:rPr>
              <a:t>Double Venn diagram</a:t>
            </a:r>
          </a:p>
        </p:txBody>
      </p:sp>
      <p:grpSp>
        <p:nvGrpSpPr>
          <p:cNvPr id="4" name="Group 3" descr="Object 1">
            <a:extLst>
              <a:ext uri="{FF2B5EF4-FFF2-40B4-BE49-F238E27FC236}">
                <a16:creationId xmlns:a16="http://schemas.microsoft.com/office/drawing/2014/main" id="{95D9560F-6B51-6AF3-CD5C-741454253462}"/>
              </a:ext>
            </a:extLst>
          </p:cNvPr>
          <p:cNvGrpSpPr/>
          <p:nvPr/>
        </p:nvGrpSpPr>
        <p:grpSpPr>
          <a:xfrm>
            <a:off x="1653639" y="1123760"/>
            <a:ext cx="5471315" cy="5247059"/>
            <a:chOff x="1653639" y="1123760"/>
            <a:chExt cx="5471315" cy="5247059"/>
          </a:xfrm>
        </p:grpSpPr>
        <p:sp>
          <p:nvSpPr>
            <p:cNvPr id="5" name="Google Shape;79;p15" descr="Venn object 1">
              <a:extLst>
                <a:ext uri="{FF2B5EF4-FFF2-40B4-BE49-F238E27FC236}">
                  <a16:creationId xmlns:a16="http://schemas.microsoft.com/office/drawing/2014/main" id="{4D104F2E-A9D0-AF8D-33D2-97F0566C71B0}"/>
                </a:ext>
              </a:extLst>
            </p:cNvPr>
            <p:cNvSpPr/>
            <p:nvPr/>
          </p:nvSpPr>
          <p:spPr>
            <a:xfrm>
              <a:off x="1653639" y="1284852"/>
              <a:ext cx="5471315" cy="5085967"/>
            </a:xfrm>
            <a:prstGeom prst="ellipse">
              <a:avLst/>
            </a:prstGeom>
            <a:noFill/>
            <a:ln w="57150" cap="flat" cmpd="sng">
              <a:solidFill>
                <a:srgbClr val="00ACC2"/>
              </a:solidFill>
              <a:prstDash val="solid"/>
              <a:miter lim="800000"/>
              <a:headEnd type="none" w="sm" len="sm"/>
              <a:tailEnd type="none" w="sm" len="sm"/>
            </a:ln>
            <a:effectLst/>
          </p:spPr>
          <p:txBody>
            <a:bodyPr spcFirstLastPara="1" wrap="square" lIns="105500" tIns="52733" rIns="105500" bIns="52733" anchor="ctr" anchorCtr="0">
              <a:noAutofit/>
            </a:bodyPr>
            <a:lstStyle/>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p:txBody>
        </p:sp>
        <p:sp>
          <p:nvSpPr>
            <p:cNvPr id="9" name="Rectangle: Rounded Corners 8">
              <a:extLst>
                <a:ext uri="{FF2B5EF4-FFF2-40B4-BE49-F238E27FC236}">
                  <a16:creationId xmlns:a16="http://schemas.microsoft.com/office/drawing/2014/main" id="{6985327D-BA76-9959-01EB-1FAF158AA50C}"/>
                </a:ext>
              </a:extLst>
            </p:cNvPr>
            <p:cNvSpPr/>
            <p:nvPr/>
          </p:nvSpPr>
          <p:spPr>
            <a:xfrm>
              <a:off x="3468608" y="1123760"/>
              <a:ext cx="1841375" cy="544512"/>
            </a:xfrm>
            <a:prstGeom prst="roundRect">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AU" sz="1800" b="1">
                  <a:solidFill>
                    <a:srgbClr val="000000"/>
                  </a:solidFill>
                  <a:latin typeface="+mj-lt"/>
                  <a:cs typeface="Arial" panose="020B0604020202020204" pitchFamily="34" charset="0"/>
                </a:rPr>
                <a:t>Object 1</a:t>
              </a:r>
            </a:p>
          </p:txBody>
        </p:sp>
      </p:grpSp>
      <p:grpSp>
        <p:nvGrpSpPr>
          <p:cNvPr id="12" name="Group 11" descr="Object 2">
            <a:extLst>
              <a:ext uri="{FF2B5EF4-FFF2-40B4-BE49-F238E27FC236}">
                <a16:creationId xmlns:a16="http://schemas.microsoft.com/office/drawing/2014/main" id="{C5AED732-DC57-3916-DBAC-438AE2CFC8ED}"/>
              </a:ext>
            </a:extLst>
          </p:cNvPr>
          <p:cNvGrpSpPr/>
          <p:nvPr/>
        </p:nvGrpSpPr>
        <p:grpSpPr>
          <a:xfrm>
            <a:off x="5012233" y="1123760"/>
            <a:ext cx="5471315" cy="5247059"/>
            <a:chOff x="5012233" y="1123760"/>
            <a:chExt cx="5471315" cy="5247059"/>
          </a:xfrm>
        </p:grpSpPr>
        <p:sp>
          <p:nvSpPr>
            <p:cNvPr id="10" name="Google Shape;79;p15" descr="Venn object 1">
              <a:extLst>
                <a:ext uri="{FF2B5EF4-FFF2-40B4-BE49-F238E27FC236}">
                  <a16:creationId xmlns:a16="http://schemas.microsoft.com/office/drawing/2014/main" id="{7F9AEF08-D20A-7C6A-BBCD-E7251FAFEF5D}"/>
                </a:ext>
              </a:extLst>
            </p:cNvPr>
            <p:cNvSpPr/>
            <p:nvPr/>
          </p:nvSpPr>
          <p:spPr>
            <a:xfrm>
              <a:off x="5012233" y="1284852"/>
              <a:ext cx="5471315" cy="5085967"/>
            </a:xfrm>
            <a:prstGeom prst="ellipse">
              <a:avLst/>
            </a:prstGeom>
            <a:noFill/>
            <a:ln w="57150" cap="flat" cmpd="sng">
              <a:solidFill>
                <a:srgbClr val="C81B62"/>
              </a:solidFill>
              <a:prstDash val="solid"/>
              <a:miter lim="800000"/>
              <a:headEnd type="none" w="sm" len="sm"/>
              <a:tailEnd type="none" w="sm" len="sm"/>
            </a:ln>
            <a:effectLst/>
          </p:spPr>
          <p:txBody>
            <a:bodyPr spcFirstLastPara="1" wrap="square" lIns="105500" tIns="52733" rIns="105500" bIns="52733" anchor="ctr" anchorCtr="0">
              <a:noAutofit/>
            </a:bodyPr>
            <a:lstStyle/>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p:txBody>
        </p:sp>
        <p:sp>
          <p:nvSpPr>
            <p:cNvPr id="11" name="Rectangle: Rounded Corners 10">
              <a:extLst>
                <a:ext uri="{FF2B5EF4-FFF2-40B4-BE49-F238E27FC236}">
                  <a16:creationId xmlns:a16="http://schemas.microsoft.com/office/drawing/2014/main" id="{97CF7C23-ED1B-E42A-3AFD-251B65522A3A}"/>
                </a:ext>
              </a:extLst>
            </p:cNvPr>
            <p:cNvSpPr/>
            <p:nvPr/>
          </p:nvSpPr>
          <p:spPr>
            <a:xfrm>
              <a:off x="6827203" y="1123760"/>
              <a:ext cx="1841375" cy="544512"/>
            </a:xfrm>
            <a:prstGeom prst="roundRect">
              <a:avLst/>
            </a:prstGeom>
            <a:solidFill>
              <a:srgbClr val="FBDBE7"/>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AU" sz="1800" b="1">
                  <a:solidFill>
                    <a:srgbClr val="000000"/>
                  </a:solidFill>
                  <a:latin typeface="+mj-lt"/>
                  <a:cs typeface="Arial" panose="020B0604020202020204" pitchFamily="34" charset="0"/>
                </a:rPr>
                <a:t>Object 2</a:t>
              </a:r>
            </a:p>
          </p:txBody>
        </p:sp>
      </p:grpSp>
      <p:sp>
        <p:nvSpPr>
          <p:cNvPr id="6" name="Google Shape;83;p15">
            <a:extLst>
              <a:ext uri="{FF2B5EF4-FFF2-40B4-BE49-F238E27FC236}">
                <a16:creationId xmlns:a16="http://schemas.microsoft.com/office/drawing/2014/main" id="{7929AC78-7E3C-08A6-D26C-E99CB41BAD96}"/>
              </a:ext>
            </a:extLst>
          </p:cNvPr>
          <p:cNvSpPr txBox="1"/>
          <p:nvPr/>
        </p:nvSpPr>
        <p:spPr>
          <a:xfrm>
            <a:off x="2172233" y="3587341"/>
            <a:ext cx="2840000" cy="480987"/>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of object 1</a:t>
            </a:r>
            <a:endParaRPr sz="1600" kern="0">
              <a:solidFill>
                <a:srgbClr val="000000"/>
              </a:solidFill>
              <a:ea typeface="Montserrat"/>
              <a:cs typeface="Arial" panose="020B0604020202020204" pitchFamily="34" charset="0"/>
              <a:sym typeface="Montserrat"/>
            </a:endParaRPr>
          </a:p>
        </p:txBody>
      </p:sp>
      <p:sp>
        <p:nvSpPr>
          <p:cNvPr id="8" name="Google Shape;85;p15">
            <a:extLst>
              <a:ext uri="{FF2B5EF4-FFF2-40B4-BE49-F238E27FC236}">
                <a16:creationId xmlns:a16="http://schemas.microsoft.com/office/drawing/2014/main" id="{F6A59A3B-162F-EA43-AD23-33BEF8DA5A86}"/>
              </a:ext>
            </a:extLst>
          </p:cNvPr>
          <p:cNvSpPr txBox="1"/>
          <p:nvPr/>
        </p:nvSpPr>
        <p:spPr>
          <a:xfrm>
            <a:off x="5475522" y="3317591"/>
            <a:ext cx="1504400" cy="1020486"/>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similar to both objects</a:t>
            </a:r>
            <a:endParaRPr sz="1600" kern="0">
              <a:solidFill>
                <a:srgbClr val="000000"/>
              </a:solidFill>
              <a:ea typeface="Montserrat"/>
              <a:cs typeface="Arial" panose="020B0604020202020204" pitchFamily="34" charset="0"/>
              <a:sym typeface="Montserrat"/>
            </a:endParaRPr>
          </a:p>
        </p:txBody>
      </p:sp>
      <p:sp>
        <p:nvSpPr>
          <p:cNvPr id="7" name="Google Shape;84;p15">
            <a:extLst>
              <a:ext uri="{FF2B5EF4-FFF2-40B4-BE49-F238E27FC236}">
                <a16:creationId xmlns:a16="http://schemas.microsoft.com/office/drawing/2014/main" id="{20C12809-0B2D-4F6C-1E45-A032BCB4FC87}"/>
              </a:ext>
            </a:extLst>
          </p:cNvPr>
          <p:cNvSpPr txBox="1"/>
          <p:nvPr/>
        </p:nvSpPr>
        <p:spPr>
          <a:xfrm>
            <a:off x="7659220" y="3548595"/>
            <a:ext cx="2290061" cy="480987"/>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of object 2</a:t>
            </a:r>
            <a:endParaRPr sz="1600" kern="0">
              <a:solidFill>
                <a:srgbClr val="000000"/>
              </a:solidFill>
              <a:ea typeface="Montserrat"/>
              <a:cs typeface="Arial" panose="020B0604020202020204" pitchFamily="34" charset="0"/>
              <a:sym typeface="Montserrat"/>
            </a:endParaRPr>
          </a:p>
        </p:txBody>
      </p:sp>
      <p:sp>
        <p:nvSpPr>
          <p:cNvPr id="2" name="Slide Number Placeholder 1">
            <a:extLst>
              <a:ext uri="{FF2B5EF4-FFF2-40B4-BE49-F238E27FC236}">
                <a16:creationId xmlns:a16="http://schemas.microsoft.com/office/drawing/2014/main" id="{9E573A6F-C19D-9FA9-6524-4645FC66BA07}"/>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latin typeface="Arial" panose="020B0604020202020204" pitchFamily="34" charset="0"/>
                <a:cs typeface="Arial" panose="020B0604020202020204" pitchFamily="34" charset="0"/>
              </a:rPr>
              <a:t>60</a:t>
            </a:fld>
            <a:endParaRPr lang="en-A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970346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6D91289-EFA1-2A0B-F525-10593DC34D0E}"/>
              </a:ext>
            </a:extLst>
          </p:cNvPr>
          <p:cNvSpPr>
            <a:spLocks noGrp="1"/>
          </p:cNvSpPr>
          <p:nvPr>
            <p:ph type="title"/>
          </p:nvPr>
        </p:nvSpPr>
        <p:spPr/>
        <p:txBody>
          <a:bodyPr/>
          <a:lstStyle/>
          <a:p>
            <a:r>
              <a:rPr lang="en-AU">
                <a:latin typeface="+mj-lt"/>
              </a:rPr>
              <a:t>Frayer</a:t>
            </a:r>
          </a:p>
        </p:txBody>
      </p:sp>
      <p:sp>
        <p:nvSpPr>
          <p:cNvPr id="5" name="Google Shape;72;p15">
            <a:extLst>
              <a:ext uri="{FF2B5EF4-FFF2-40B4-BE49-F238E27FC236}">
                <a16:creationId xmlns:a16="http://schemas.microsoft.com/office/drawing/2014/main" id="{B9D6B4E5-9E93-B797-C630-047A8AA7C573}"/>
              </a:ext>
              <a:ext uri="{C183D7F6-B498-43B3-948B-1728B52AA6E4}">
                <adec:decorative xmlns:adec="http://schemas.microsoft.com/office/drawing/2017/decorative" val="1"/>
              </a:ext>
            </a:extLst>
          </p:cNvPr>
          <p:cNvSpPr/>
          <p:nvPr/>
        </p:nvSpPr>
        <p:spPr>
          <a:xfrm rot="16200000">
            <a:off x="2509649" y="61201"/>
            <a:ext cx="2525626" cy="4551266"/>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6" name="Google Shape;73;p15">
            <a:extLst>
              <a:ext uri="{FF2B5EF4-FFF2-40B4-BE49-F238E27FC236}">
                <a16:creationId xmlns:a16="http://schemas.microsoft.com/office/drawing/2014/main" id="{155B17CE-58EE-4032-EBBD-41AA0AD38601}"/>
              </a:ext>
            </a:extLst>
          </p:cNvPr>
          <p:cNvSpPr txBox="1"/>
          <p:nvPr/>
        </p:nvSpPr>
        <p:spPr>
          <a:xfrm>
            <a:off x="1496829" y="1074256"/>
            <a:ext cx="4551266" cy="2022942"/>
          </a:xfrm>
          <a:prstGeom prst="rect">
            <a:avLst/>
          </a:prstGeom>
          <a:noFill/>
          <a:ln>
            <a:noFill/>
          </a:ln>
        </p:spPr>
        <p:txBody>
          <a:bodyPr spcFirstLastPara="1" wrap="square" lIns="151700" tIns="360000" rIns="151700" bIns="151700" anchor="t" anchorCtr="0">
            <a:noAutofit/>
          </a:bodyPr>
          <a:lstStyle/>
          <a:p>
            <a:pPr marL="479988">
              <a:lnSpc>
                <a:spcPct val="90000"/>
              </a:lnSpc>
              <a:buClr>
                <a:srgbClr val="1E4E79"/>
              </a:buClr>
              <a:buSzPts val="1600"/>
            </a:pPr>
            <a:r>
              <a:rPr lang="en" sz="2000" b="1">
                <a:latin typeface="+mj-lt"/>
                <a:ea typeface="Calibri"/>
                <a:cs typeface="Arial" panose="020B0604020202020204" pitchFamily="34" charset="0"/>
                <a:sym typeface="Calibri"/>
              </a:rPr>
              <a:t>Definition </a:t>
            </a:r>
            <a:endParaRPr sz="2000">
              <a:latin typeface="+mj-lt"/>
              <a:cs typeface="Arial" panose="020B0604020202020204" pitchFamily="34" charset="0"/>
            </a:endParaRPr>
          </a:p>
        </p:txBody>
      </p:sp>
      <p:sp>
        <p:nvSpPr>
          <p:cNvPr id="7" name="Google Shape;74;p15">
            <a:extLst>
              <a:ext uri="{FF2B5EF4-FFF2-40B4-BE49-F238E27FC236}">
                <a16:creationId xmlns:a16="http://schemas.microsoft.com/office/drawing/2014/main" id="{ACE9AFB6-504F-E966-D3E6-0982C9D9B403}"/>
              </a:ext>
              <a:ext uri="{C183D7F6-B498-43B3-948B-1728B52AA6E4}">
                <adec:decorative xmlns:adec="http://schemas.microsoft.com/office/drawing/2017/decorative" val="1"/>
              </a:ext>
            </a:extLst>
          </p:cNvPr>
          <p:cNvSpPr/>
          <p:nvPr/>
        </p:nvSpPr>
        <p:spPr>
          <a:xfrm>
            <a:off x="6198194" y="1059232"/>
            <a:ext cx="4497303" cy="2527829"/>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sym typeface="Calibri"/>
            </a:endParaRPr>
          </a:p>
        </p:txBody>
      </p:sp>
      <p:sp>
        <p:nvSpPr>
          <p:cNvPr id="8" name="Google Shape;75;p15">
            <a:extLst>
              <a:ext uri="{FF2B5EF4-FFF2-40B4-BE49-F238E27FC236}">
                <a16:creationId xmlns:a16="http://schemas.microsoft.com/office/drawing/2014/main" id="{EAA24362-2F3E-5787-7000-91A7ADFA07E0}"/>
              </a:ext>
            </a:extLst>
          </p:cNvPr>
          <p:cNvSpPr txBox="1"/>
          <p:nvPr/>
        </p:nvSpPr>
        <p:spPr>
          <a:xfrm>
            <a:off x="6198194" y="1059232"/>
            <a:ext cx="4497303" cy="2080650"/>
          </a:xfrm>
          <a:prstGeom prst="rect">
            <a:avLst/>
          </a:prstGeom>
          <a:noFill/>
          <a:ln>
            <a:noFill/>
          </a:ln>
        </p:spPr>
        <p:txBody>
          <a:bodyPr spcFirstLastPara="1" wrap="square" lIns="0" tIns="360000" rIns="170667" bIns="170667" anchor="t" anchorCtr="0">
            <a:noAutofit/>
          </a:bodyPr>
          <a:lstStyle/>
          <a:p>
            <a:pPr marL="479988">
              <a:lnSpc>
                <a:spcPct val="90000"/>
              </a:lnSpc>
              <a:buClr>
                <a:srgbClr val="1E4E79"/>
              </a:buClr>
              <a:buSzPts val="1800"/>
            </a:pPr>
            <a:r>
              <a:rPr lang="en" sz="2000" b="1">
                <a:latin typeface="+mj-lt"/>
                <a:ea typeface="Calibri"/>
                <a:cs typeface="Arial" panose="020B0604020202020204" pitchFamily="34" charset="0"/>
                <a:sym typeface="Calibri"/>
              </a:rPr>
              <a:t>Facts/Characteristics</a:t>
            </a:r>
            <a:endParaRPr sz="2000">
              <a:latin typeface="+mj-lt"/>
              <a:ea typeface="Calibri"/>
              <a:cs typeface="Arial" panose="020B0604020202020204" pitchFamily="34" charset="0"/>
              <a:sym typeface="Calibri"/>
            </a:endParaRPr>
          </a:p>
        </p:txBody>
      </p:sp>
      <p:sp>
        <p:nvSpPr>
          <p:cNvPr id="9" name="Google Shape;76;p15">
            <a:extLst>
              <a:ext uri="{FF2B5EF4-FFF2-40B4-BE49-F238E27FC236}">
                <a16:creationId xmlns:a16="http://schemas.microsoft.com/office/drawing/2014/main" id="{654479C0-7B02-5005-0AF7-67C0EE900317}"/>
              </a:ext>
              <a:ext uri="{C183D7F6-B498-43B3-948B-1728B52AA6E4}">
                <adec:decorative xmlns:adec="http://schemas.microsoft.com/office/drawing/2017/decorative" val="1"/>
              </a:ext>
            </a:extLst>
          </p:cNvPr>
          <p:cNvSpPr/>
          <p:nvPr/>
        </p:nvSpPr>
        <p:spPr>
          <a:xfrm rot="10800000">
            <a:off x="1496502" y="3693916"/>
            <a:ext cx="4551266" cy="2632084"/>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10" name="Google Shape;77;p15">
            <a:extLst>
              <a:ext uri="{FF2B5EF4-FFF2-40B4-BE49-F238E27FC236}">
                <a16:creationId xmlns:a16="http://schemas.microsoft.com/office/drawing/2014/main" id="{2CCF9001-759D-8324-2DF9-1254DE857686}"/>
              </a:ext>
            </a:extLst>
          </p:cNvPr>
          <p:cNvSpPr txBox="1"/>
          <p:nvPr/>
        </p:nvSpPr>
        <p:spPr>
          <a:xfrm>
            <a:off x="1496829" y="3690082"/>
            <a:ext cx="4551266" cy="2635516"/>
          </a:xfrm>
          <a:prstGeom prst="rect">
            <a:avLst/>
          </a:prstGeom>
          <a:noFill/>
          <a:ln>
            <a:noFill/>
          </a:ln>
        </p:spPr>
        <p:txBody>
          <a:bodyPr spcFirstLastPara="1" wrap="square" lIns="151700" tIns="720000" rIns="151700" bIns="151700" anchor="t" anchorCtr="0">
            <a:noAutofit/>
          </a:bodyPr>
          <a:lstStyle/>
          <a:p>
            <a:pPr marL="479988">
              <a:buClr>
                <a:srgbClr val="1E4E79"/>
              </a:buClr>
              <a:buSzPts val="1600"/>
            </a:pPr>
            <a:r>
              <a:rPr lang="en" sz="2000" b="1">
                <a:latin typeface="+mj-lt"/>
                <a:ea typeface="Calibri"/>
                <a:cs typeface="Arial" panose="020B0604020202020204" pitchFamily="34" charset="0"/>
                <a:sym typeface="Calibri"/>
              </a:rPr>
              <a:t>Examples</a:t>
            </a:r>
            <a:br>
              <a:rPr lang="en" sz="2000" b="1">
                <a:latin typeface="+mj-lt"/>
                <a:ea typeface="Calibri"/>
                <a:cs typeface="Arial" panose="020B0604020202020204" pitchFamily="34" charset="0"/>
                <a:sym typeface="Calibri"/>
              </a:rPr>
            </a:br>
            <a:endParaRPr sz="2000">
              <a:latin typeface="+mj-lt"/>
              <a:ea typeface="Calibri"/>
              <a:cs typeface="Arial" panose="020B0604020202020204" pitchFamily="34" charset="0"/>
              <a:sym typeface="Calibri"/>
            </a:endParaRPr>
          </a:p>
        </p:txBody>
      </p:sp>
      <p:sp>
        <p:nvSpPr>
          <p:cNvPr id="11" name="Google Shape;78;p15">
            <a:extLst>
              <a:ext uri="{FF2B5EF4-FFF2-40B4-BE49-F238E27FC236}">
                <a16:creationId xmlns:a16="http://schemas.microsoft.com/office/drawing/2014/main" id="{A70112CF-B458-EE21-D197-F749A960826E}"/>
              </a:ext>
              <a:ext uri="{C183D7F6-B498-43B3-948B-1728B52AA6E4}">
                <adec:decorative xmlns:adec="http://schemas.microsoft.com/office/drawing/2017/decorative" val="1"/>
              </a:ext>
            </a:extLst>
          </p:cNvPr>
          <p:cNvSpPr/>
          <p:nvPr/>
        </p:nvSpPr>
        <p:spPr>
          <a:xfrm rot="5400000">
            <a:off x="7132622" y="2768367"/>
            <a:ext cx="2628413" cy="4483354"/>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12" name="Google Shape;79;p15">
            <a:extLst>
              <a:ext uri="{FF2B5EF4-FFF2-40B4-BE49-F238E27FC236}">
                <a16:creationId xmlns:a16="http://schemas.microsoft.com/office/drawing/2014/main" id="{33005813-EAC2-1551-6AB4-22EBA739B63E}"/>
              </a:ext>
            </a:extLst>
          </p:cNvPr>
          <p:cNvSpPr txBox="1"/>
          <p:nvPr/>
        </p:nvSpPr>
        <p:spPr>
          <a:xfrm>
            <a:off x="6205065" y="3691806"/>
            <a:ext cx="4483354" cy="2632085"/>
          </a:xfrm>
          <a:prstGeom prst="rect">
            <a:avLst/>
          </a:prstGeom>
          <a:noFill/>
          <a:ln>
            <a:noFill/>
          </a:ln>
        </p:spPr>
        <p:txBody>
          <a:bodyPr spcFirstLastPara="1" wrap="square" lIns="0" tIns="720000" rIns="151700" bIns="151700" anchor="t" anchorCtr="0">
            <a:noAutofit/>
          </a:bodyPr>
          <a:lstStyle/>
          <a:p>
            <a:pPr marL="479988">
              <a:lnSpc>
                <a:spcPct val="90000"/>
              </a:lnSpc>
              <a:buClr>
                <a:srgbClr val="1E4E79"/>
              </a:buClr>
              <a:buSzPts val="1600"/>
            </a:pPr>
            <a:r>
              <a:rPr lang="en" sz="2000" b="1">
                <a:latin typeface="+mj-lt"/>
                <a:ea typeface="Calibri"/>
                <a:cs typeface="Arial" panose="020B0604020202020204" pitchFamily="34" charset="0"/>
                <a:sym typeface="Calibri"/>
              </a:rPr>
              <a:t>Non-examples</a:t>
            </a:r>
            <a:br>
              <a:rPr lang="en" sz="2000" b="1">
                <a:latin typeface="+mj-lt"/>
                <a:ea typeface="Calibri"/>
                <a:cs typeface="Arial" panose="020B0604020202020204" pitchFamily="34" charset="0"/>
                <a:sym typeface="Calibri"/>
              </a:rPr>
            </a:br>
            <a:endParaRPr sz="2000">
              <a:latin typeface="+mj-lt"/>
              <a:ea typeface="Calibri"/>
              <a:cs typeface="Arial" panose="020B0604020202020204" pitchFamily="34" charset="0"/>
              <a:sym typeface="Calibri"/>
            </a:endParaRPr>
          </a:p>
        </p:txBody>
      </p:sp>
      <p:sp>
        <p:nvSpPr>
          <p:cNvPr id="13" name="Google Shape;80;p15">
            <a:extLst>
              <a:ext uri="{FF2B5EF4-FFF2-40B4-BE49-F238E27FC236}">
                <a16:creationId xmlns:a16="http://schemas.microsoft.com/office/drawing/2014/main" id="{A62C944F-23E5-C8E7-9836-BD34D0F59ABD}"/>
              </a:ext>
              <a:ext uri="{C183D7F6-B498-43B3-948B-1728B52AA6E4}">
                <adec:decorative xmlns:adec="http://schemas.microsoft.com/office/drawing/2017/decorative" val="1"/>
              </a:ext>
            </a:extLst>
          </p:cNvPr>
          <p:cNvSpPr/>
          <p:nvPr/>
        </p:nvSpPr>
        <p:spPr>
          <a:xfrm>
            <a:off x="4813068" y="3140242"/>
            <a:ext cx="2594640" cy="1039985"/>
          </a:xfrm>
          <a:prstGeom prst="roundRect">
            <a:avLst>
              <a:gd name="adj" fmla="val 16667"/>
            </a:avLst>
          </a:prstGeom>
          <a:solidFill>
            <a:schemeClr val="bg1"/>
          </a:solidFill>
          <a:ln w="38100" cap="flat" cmpd="sng">
            <a:solidFill>
              <a:schemeClr val="tx1"/>
            </a:solidFill>
            <a:prstDash val="solid"/>
            <a:miter lim="800000"/>
            <a:headEnd type="none" w="sm" len="sm"/>
            <a:tailEnd type="none" w="sm" len="sm"/>
          </a:ln>
        </p:spPr>
        <p:txBody>
          <a:bodyPr spcFirstLastPara="1" wrap="square" lIns="79125" tIns="39550" rIns="79125" bIns="39550" anchor="ctr" anchorCtr="0">
            <a:noAutofit/>
          </a:bodyPr>
          <a:lstStyle/>
          <a:p>
            <a:pPr algn="ctr">
              <a:buClr>
                <a:srgbClr val="000000"/>
              </a:buClr>
            </a:pPr>
            <a:endParaRPr sz="2000" b="1">
              <a:latin typeface="Arial" panose="020B0604020202020204" pitchFamily="34" charset="0"/>
              <a:cs typeface="Arial" panose="020B0604020202020204" pitchFamily="34" charset="0"/>
            </a:endParaRPr>
          </a:p>
        </p:txBody>
      </p:sp>
      <p:sp>
        <p:nvSpPr>
          <p:cNvPr id="14" name="Google Shape;81;p15">
            <a:extLst>
              <a:ext uri="{FF2B5EF4-FFF2-40B4-BE49-F238E27FC236}">
                <a16:creationId xmlns:a16="http://schemas.microsoft.com/office/drawing/2014/main" id="{5839A77F-3456-77D9-817C-2DE6B6AB4595}"/>
              </a:ext>
            </a:extLst>
          </p:cNvPr>
          <p:cNvSpPr txBox="1"/>
          <p:nvPr/>
        </p:nvSpPr>
        <p:spPr>
          <a:xfrm>
            <a:off x="4863817" y="3191467"/>
            <a:ext cx="2492955" cy="937932"/>
          </a:xfrm>
          <a:prstGeom prst="rect">
            <a:avLst/>
          </a:prstGeom>
          <a:noFill/>
          <a:ln>
            <a:noFill/>
          </a:ln>
        </p:spPr>
        <p:txBody>
          <a:bodyPr spcFirstLastPara="1" wrap="square" lIns="101600" tIns="101600" rIns="101600" bIns="101600" anchor="ctr" anchorCtr="0">
            <a:noAutofit/>
          </a:bodyPr>
          <a:lstStyle/>
          <a:p>
            <a:pPr algn="ctr">
              <a:buClr>
                <a:srgbClr val="1E4E79"/>
              </a:buClr>
              <a:buSzPts val="2000"/>
            </a:pPr>
            <a:r>
              <a:rPr lang="en" b="1">
                <a:latin typeface="+mj-lt"/>
                <a:ea typeface="Calibri"/>
                <a:cs typeface="Arial" panose="020B0604020202020204" pitchFamily="34" charset="0"/>
                <a:sym typeface="Calibri"/>
              </a:rPr>
              <a:t>Word, term, concept</a:t>
            </a:r>
            <a:endParaRPr>
              <a:latin typeface="+mj-lt"/>
              <a:cs typeface="Arial" panose="020B0604020202020204" pitchFamily="34" charset="0"/>
            </a:endParaRPr>
          </a:p>
        </p:txBody>
      </p:sp>
      <p:sp>
        <p:nvSpPr>
          <p:cNvPr id="2" name="Slide Number Placeholder 1">
            <a:extLst>
              <a:ext uri="{FF2B5EF4-FFF2-40B4-BE49-F238E27FC236}">
                <a16:creationId xmlns:a16="http://schemas.microsoft.com/office/drawing/2014/main" id="{A4070155-F260-7BBF-5A58-0C4E16363B7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latin typeface="Arial" panose="020B0604020202020204" pitchFamily="34" charset="0"/>
                <a:cs typeface="Arial" panose="020B0604020202020204" pitchFamily="34" charset="0"/>
              </a:rPr>
              <a:t>61</a:t>
            </a:fld>
            <a:endParaRPr lang="en-A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14206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Google Shape;125;p17">
            <a:extLst>
              <a:ext uri="{FF2B5EF4-FFF2-40B4-BE49-F238E27FC236}">
                <a16:creationId xmlns:a16="http://schemas.microsoft.com/office/drawing/2014/main" id="{3E705808-C767-CFA5-5BCC-DD7546162A49}"/>
              </a:ext>
              <a:ext uri="{C183D7F6-B498-43B3-948B-1728B52AA6E4}">
                <adec:decorative xmlns:adec="http://schemas.microsoft.com/office/drawing/2017/decorative" val="1"/>
              </a:ext>
            </a:extLst>
          </p:cNvPr>
          <p:cNvCxnSpPr/>
          <p:nvPr/>
        </p:nvCxnSpPr>
        <p:spPr>
          <a:xfrm>
            <a:off x="3501647" y="3588700"/>
            <a:ext cx="1674541" cy="0"/>
          </a:xfrm>
          <a:prstGeom prst="straightConnector1">
            <a:avLst/>
          </a:prstGeom>
          <a:noFill/>
          <a:ln w="19050" cap="flat" cmpd="sng">
            <a:solidFill>
              <a:srgbClr val="007A8A"/>
            </a:solidFill>
            <a:prstDash val="solid"/>
            <a:round/>
            <a:headEnd type="none" w="med" len="med"/>
            <a:tailEnd type="none" w="med" len="med"/>
          </a:ln>
        </p:spPr>
      </p:cxnSp>
      <p:cxnSp>
        <p:nvCxnSpPr>
          <p:cNvPr id="33" name="Google Shape;126;p17">
            <a:extLst>
              <a:ext uri="{FF2B5EF4-FFF2-40B4-BE49-F238E27FC236}">
                <a16:creationId xmlns:a16="http://schemas.microsoft.com/office/drawing/2014/main" id="{4D593D99-85C5-3753-C35F-70804D33E897}"/>
              </a:ext>
              <a:ext uri="{C183D7F6-B498-43B3-948B-1728B52AA6E4}">
                <adec:decorative xmlns:adec="http://schemas.microsoft.com/office/drawing/2017/decorative" val="1"/>
              </a:ext>
            </a:extLst>
          </p:cNvPr>
          <p:cNvCxnSpPr/>
          <p:nvPr/>
        </p:nvCxnSpPr>
        <p:spPr>
          <a:xfrm rot="10800000" flipH="1">
            <a:off x="7016136" y="3588822"/>
            <a:ext cx="1674177" cy="9471"/>
          </a:xfrm>
          <a:prstGeom prst="straightConnector1">
            <a:avLst/>
          </a:prstGeom>
          <a:noFill/>
          <a:ln w="19050" cap="flat" cmpd="sng">
            <a:solidFill>
              <a:srgbClr val="007A8A"/>
            </a:solidFill>
            <a:prstDash val="solid"/>
            <a:round/>
            <a:headEnd type="none" w="med" len="med"/>
            <a:tailEnd type="none" w="med" len="med"/>
          </a:ln>
        </p:spPr>
      </p:cxnSp>
      <p:cxnSp>
        <p:nvCxnSpPr>
          <p:cNvPr id="34" name="Google Shape;127;p17">
            <a:extLst>
              <a:ext uri="{FF2B5EF4-FFF2-40B4-BE49-F238E27FC236}">
                <a16:creationId xmlns:a16="http://schemas.microsoft.com/office/drawing/2014/main" id="{6241178A-8250-2EB4-990C-5E5C190B57EF}"/>
              </a:ext>
              <a:ext uri="{C183D7F6-B498-43B3-948B-1728B52AA6E4}">
                <adec:decorative xmlns:adec="http://schemas.microsoft.com/office/drawing/2017/decorative" val="1"/>
              </a:ext>
            </a:extLst>
          </p:cNvPr>
          <p:cNvCxnSpPr>
            <a:stCxn id="4" idx="4"/>
          </p:cNvCxnSpPr>
          <p:nvPr/>
        </p:nvCxnSpPr>
        <p:spPr>
          <a:xfrm>
            <a:off x="6096119" y="4336165"/>
            <a:ext cx="0" cy="1049092"/>
          </a:xfrm>
          <a:prstGeom prst="straightConnector1">
            <a:avLst/>
          </a:prstGeom>
          <a:noFill/>
          <a:ln w="19050" cap="flat" cmpd="sng">
            <a:solidFill>
              <a:srgbClr val="007A8A"/>
            </a:solidFill>
            <a:prstDash val="solid"/>
            <a:round/>
            <a:headEnd type="none" w="med" len="med"/>
            <a:tailEnd type="none" w="med" len="med"/>
          </a:ln>
        </p:spPr>
      </p:cxnSp>
      <p:cxnSp>
        <p:nvCxnSpPr>
          <p:cNvPr id="35" name="Google Shape;128;p17">
            <a:extLst>
              <a:ext uri="{FF2B5EF4-FFF2-40B4-BE49-F238E27FC236}">
                <a16:creationId xmlns:a16="http://schemas.microsoft.com/office/drawing/2014/main" id="{F5AEAD7C-EBDE-0F6D-747A-69E22D2A29DE}"/>
              </a:ext>
              <a:ext uri="{C183D7F6-B498-43B3-948B-1728B52AA6E4}">
                <adec:decorative xmlns:adec="http://schemas.microsoft.com/office/drawing/2017/decorative" val="1"/>
              </a:ext>
            </a:extLst>
          </p:cNvPr>
          <p:cNvCxnSpPr>
            <a:stCxn id="4" idx="0"/>
            <a:endCxn id="42" idx="4"/>
          </p:cNvCxnSpPr>
          <p:nvPr/>
        </p:nvCxnSpPr>
        <p:spPr>
          <a:xfrm rot="10800000">
            <a:off x="6076813" y="1814701"/>
            <a:ext cx="19306" cy="1026508"/>
          </a:xfrm>
          <a:prstGeom prst="straightConnector1">
            <a:avLst/>
          </a:prstGeom>
          <a:noFill/>
          <a:ln w="19050" cap="flat" cmpd="sng">
            <a:solidFill>
              <a:srgbClr val="007A8A"/>
            </a:solidFill>
            <a:prstDash val="solid"/>
            <a:round/>
            <a:headEnd type="none" w="med" len="med"/>
            <a:tailEnd type="none" w="med" len="med"/>
          </a:ln>
        </p:spPr>
      </p:cxnSp>
      <p:cxnSp>
        <p:nvCxnSpPr>
          <p:cNvPr id="36" name="Google Shape;130;p17">
            <a:extLst>
              <a:ext uri="{FF2B5EF4-FFF2-40B4-BE49-F238E27FC236}">
                <a16:creationId xmlns:a16="http://schemas.microsoft.com/office/drawing/2014/main" id="{785A2CF1-95F1-A338-3D65-77D8DE66BE5A}"/>
              </a:ext>
              <a:ext uri="{C183D7F6-B498-43B3-948B-1728B52AA6E4}">
                <adec:decorative xmlns:adec="http://schemas.microsoft.com/office/drawing/2017/decorative" val="1"/>
              </a:ext>
            </a:extLst>
          </p:cNvPr>
          <p:cNvCxnSpPr>
            <a:endCxn id="46" idx="7"/>
          </p:cNvCxnSpPr>
          <p:nvPr/>
        </p:nvCxnSpPr>
        <p:spPr>
          <a:xfrm flipH="1">
            <a:off x="4063742" y="4117156"/>
            <a:ext cx="1363820" cy="595579"/>
          </a:xfrm>
          <a:prstGeom prst="straightConnector1">
            <a:avLst/>
          </a:prstGeom>
          <a:noFill/>
          <a:ln w="19050" cap="flat" cmpd="sng">
            <a:solidFill>
              <a:srgbClr val="007A8A"/>
            </a:solidFill>
            <a:prstDash val="solid"/>
            <a:round/>
            <a:headEnd type="none" w="med" len="med"/>
            <a:tailEnd type="none" w="med" len="med"/>
          </a:ln>
        </p:spPr>
      </p:cxnSp>
      <p:cxnSp>
        <p:nvCxnSpPr>
          <p:cNvPr id="37" name="Google Shape;132;p17">
            <a:extLst>
              <a:ext uri="{FF2B5EF4-FFF2-40B4-BE49-F238E27FC236}">
                <a16:creationId xmlns:a16="http://schemas.microsoft.com/office/drawing/2014/main" id="{66A531BB-70E7-53AD-650E-EC53ED879874}"/>
              </a:ext>
              <a:ext uri="{C183D7F6-B498-43B3-948B-1728B52AA6E4}">
                <adec:decorative xmlns:adec="http://schemas.microsoft.com/office/drawing/2017/decorative" val="1"/>
              </a:ext>
            </a:extLst>
          </p:cNvPr>
          <p:cNvCxnSpPr>
            <a:stCxn id="4" idx="1"/>
            <a:endCxn id="40" idx="5"/>
          </p:cNvCxnSpPr>
          <p:nvPr/>
        </p:nvCxnSpPr>
        <p:spPr>
          <a:xfrm rot="10800000">
            <a:off x="4059932" y="2423399"/>
            <a:ext cx="1385676" cy="636741"/>
          </a:xfrm>
          <a:prstGeom prst="straightConnector1">
            <a:avLst/>
          </a:prstGeom>
          <a:noFill/>
          <a:ln w="19050" cap="flat" cmpd="sng">
            <a:solidFill>
              <a:srgbClr val="007A8A"/>
            </a:solidFill>
            <a:prstDash val="solid"/>
            <a:round/>
            <a:headEnd type="none" w="med" len="med"/>
            <a:tailEnd type="none" w="med" len="med"/>
          </a:ln>
        </p:spPr>
      </p:cxnSp>
      <p:cxnSp>
        <p:nvCxnSpPr>
          <p:cNvPr id="38" name="Google Shape;134;p17">
            <a:extLst>
              <a:ext uri="{FF2B5EF4-FFF2-40B4-BE49-F238E27FC236}">
                <a16:creationId xmlns:a16="http://schemas.microsoft.com/office/drawing/2014/main" id="{BB967329-4667-DDED-F05E-5823A1F34685}"/>
              </a:ext>
              <a:ext uri="{C183D7F6-B498-43B3-948B-1728B52AA6E4}">
                <adec:decorative xmlns:adec="http://schemas.microsoft.com/office/drawing/2017/decorative" val="1"/>
              </a:ext>
            </a:extLst>
          </p:cNvPr>
          <p:cNvCxnSpPr>
            <a:endCxn id="47" idx="1"/>
          </p:cNvCxnSpPr>
          <p:nvPr/>
        </p:nvCxnSpPr>
        <p:spPr>
          <a:xfrm>
            <a:off x="6764984" y="4105838"/>
            <a:ext cx="1385676" cy="772977"/>
          </a:xfrm>
          <a:prstGeom prst="straightConnector1">
            <a:avLst/>
          </a:prstGeom>
          <a:noFill/>
          <a:ln w="19050" cap="flat" cmpd="sng">
            <a:solidFill>
              <a:srgbClr val="007A8A"/>
            </a:solidFill>
            <a:prstDash val="solid"/>
            <a:round/>
            <a:headEnd type="none" w="med" len="med"/>
            <a:tailEnd type="none" w="med" len="med"/>
          </a:ln>
        </p:spPr>
      </p:cxnSp>
      <p:cxnSp>
        <p:nvCxnSpPr>
          <p:cNvPr id="39" name="Google Shape;136;p17">
            <a:extLst>
              <a:ext uri="{FF2B5EF4-FFF2-40B4-BE49-F238E27FC236}">
                <a16:creationId xmlns:a16="http://schemas.microsoft.com/office/drawing/2014/main" id="{C6252BA3-DB91-FDA2-FA30-142CEADB096E}"/>
              </a:ext>
              <a:ext uri="{C183D7F6-B498-43B3-948B-1728B52AA6E4}">
                <adec:decorative xmlns:adec="http://schemas.microsoft.com/office/drawing/2017/decorative" val="1"/>
              </a:ext>
            </a:extLst>
          </p:cNvPr>
          <p:cNvCxnSpPr>
            <a:endCxn id="43" idx="3"/>
          </p:cNvCxnSpPr>
          <p:nvPr/>
        </p:nvCxnSpPr>
        <p:spPr>
          <a:xfrm rot="10800000" flipH="1">
            <a:off x="6807967" y="2423263"/>
            <a:ext cx="1342693" cy="704495"/>
          </a:xfrm>
          <a:prstGeom prst="straightConnector1">
            <a:avLst/>
          </a:prstGeom>
          <a:noFill/>
          <a:ln w="19050" cap="flat" cmpd="sng">
            <a:solidFill>
              <a:srgbClr val="007A8A"/>
            </a:solidFill>
            <a:prstDash val="solid"/>
            <a:round/>
            <a:headEnd type="none" w="med" len="med"/>
            <a:tailEnd type="none" w="med" len="med"/>
          </a:ln>
        </p:spPr>
      </p:cxnSp>
      <p:sp>
        <p:nvSpPr>
          <p:cNvPr id="3" name="Title 2">
            <a:extLst>
              <a:ext uri="{FF2B5EF4-FFF2-40B4-BE49-F238E27FC236}">
                <a16:creationId xmlns:a16="http://schemas.microsoft.com/office/drawing/2014/main" id="{A043208B-6BF2-C65E-D4AF-ECD978662E75}"/>
              </a:ext>
            </a:extLst>
          </p:cNvPr>
          <p:cNvSpPr>
            <a:spLocks noGrp="1"/>
          </p:cNvSpPr>
          <p:nvPr>
            <p:ph type="title"/>
          </p:nvPr>
        </p:nvSpPr>
        <p:spPr/>
        <p:txBody>
          <a:bodyPr/>
          <a:lstStyle/>
          <a:p>
            <a:r>
              <a:rPr lang="en-AU">
                <a:latin typeface="+mj-lt"/>
              </a:rPr>
              <a:t>Spider map</a:t>
            </a:r>
          </a:p>
        </p:txBody>
      </p:sp>
      <p:sp>
        <p:nvSpPr>
          <p:cNvPr id="4" name="Google Shape;124;p17" descr="Subject ">
            <a:extLst>
              <a:ext uri="{FF2B5EF4-FFF2-40B4-BE49-F238E27FC236}">
                <a16:creationId xmlns:a16="http://schemas.microsoft.com/office/drawing/2014/main" id="{B2F3C6A1-3F2E-1BE6-7182-F224BC265587}"/>
              </a:ext>
            </a:extLst>
          </p:cNvPr>
          <p:cNvSpPr/>
          <p:nvPr/>
        </p:nvSpPr>
        <p:spPr>
          <a:xfrm>
            <a:off x="5176159" y="2841208"/>
            <a:ext cx="1839919" cy="1494957"/>
          </a:xfrm>
          <a:prstGeom prst="ellipse">
            <a:avLst/>
          </a:prstGeom>
          <a:solidFill>
            <a:schemeClr val="bg1"/>
          </a:solidFill>
          <a:ln w="38100" cap="flat" cmpd="sng">
            <a:solidFill>
              <a:schemeClr val="tx1"/>
            </a:solidFill>
            <a:prstDash val="solid"/>
            <a:miter lim="800000"/>
            <a:headEnd type="none" w="sm" len="sm"/>
            <a:tailEnd type="none" w="sm" len="sm"/>
          </a:ln>
        </p:spPr>
        <p:txBody>
          <a:bodyPr spcFirstLastPara="1" wrap="square" lIns="79125" tIns="39550" rIns="79125" bIns="39550" anchor="ctr" anchorCtr="0">
            <a:noAutofit/>
          </a:bodyPr>
          <a:lstStyle/>
          <a:p>
            <a:pPr algn="ctr">
              <a:buClr>
                <a:srgbClr val="000000"/>
              </a:buClr>
            </a:pPr>
            <a:r>
              <a:rPr lang="en" sz="2000" b="1">
                <a:latin typeface="+mj-lt"/>
                <a:cs typeface="Arial" panose="020B0604020202020204" pitchFamily="34" charset="0"/>
                <a:sym typeface="Montserrat"/>
              </a:rPr>
              <a:t>Subject</a:t>
            </a:r>
            <a:endParaRPr sz="2000" b="1">
              <a:latin typeface="+mj-lt"/>
              <a:cs typeface="Arial" panose="020B0604020202020204" pitchFamily="34" charset="0"/>
              <a:sym typeface="Montserrat"/>
            </a:endParaRPr>
          </a:p>
        </p:txBody>
      </p:sp>
      <p:sp>
        <p:nvSpPr>
          <p:cNvPr id="40" name="Google Shape;133;p17" descr="Idea bubble">
            <a:extLst>
              <a:ext uri="{FF2B5EF4-FFF2-40B4-BE49-F238E27FC236}">
                <a16:creationId xmlns:a16="http://schemas.microsoft.com/office/drawing/2014/main" id="{407D636A-5897-673F-FD31-EE27AAB7F3C7}"/>
              </a:ext>
            </a:extLst>
          </p:cNvPr>
          <p:cNvSpPr/>
          <p:nvPr/>
        </p:nvSpPr>
        <p:spPr>
          <a:xfrm>
            <a:off x="2538932" y="1810124"/>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 sz="1400">
                <a:solidFill>
                  <a:srgbClr val="000000"/>
                </a:solidFill>
                <a:cs typeface="Arial" panose="020B0604020202020204" pitchFamily="34" charset="0"/>
                <a:sym typeface="Montserrat Medium"/>
              </a:rPr>
              <a:t>Idea</a:t>
            </a:r>
            <a:endParaRPr sz="1400">
              <a:solidFill>
                <a:srgbClr val="000000"/>
              </a:solidFill>
              <a:cs typeface="Arial" panose="020B0604020202020204" pitchFamily="34" charset="0"/>
              <a:sym typeface="Montserrat Medium"/>
            </a:endParaRPr>
          </a:p>
        </p:txBody>
      </p:sp>
      <p:sp>
        <p:nvSpPr>
          <p:cNvPr id="42" name="Google Shape;129;p17">
            <a:extLst>
              <a:ext uri="{FF2B5EF4-FFF2-40B4-BE49-F238E27FC236}">
                <a16:creationId xmlns:a16="http://schemas.microsoft.com/office/drawing/2014/main" id="{59AED9FD-CCFB-691A-4DC8-14C28EBD4FF2}"/>
              </a:ext>
              <a:ext uri="{C183D7F6-B498-43B3-948B-1728B52AA6E4}">
                <adec:decorative xmlns:adec="http://schemas.microsoft.com/office/drawing/2017/decorative" val="1"/>
              </a:ext>
            </a:extLst>
          </p:cNvPr>
          <p:cNvSpPr/>
          <p:nvPr/>
        </p:nvSpPr>
        <p:spPr>
          <a:xfrm>
            <a:off x="5185729" y="1096513"/>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3" name="Google Shape;137;p17">
            <a:extLst>
              <a:ext uri="{FF2B5EF4-FFF2-40B4-BE49-F238E27FC236}">
                <a16:creationId xmlns:a16="http://schemas.microsoft.com/office/drawing/2014/main" id="{E609B3AC-51FA-4119-9DF1-EB907D2C5202}"/>
              </a:ext>
              <a:ext uri="{C183D7F6-B498-43B3-948B-1728B52AA6E4}">
                <adec:decorative xmlns:adec="http://schemas.microsoft.com/office/drawing/2017/decorative" val="1"/>
              </a:ext>
            </a:extLst>
          </p:cNvPr>
          <p:cNvSpPr/>
          <p:nvPr/>
        </p:nvSpPr>
        <p:spPr>
          <a:xfrm>
            <a:off x="7889692" y="1810124"/>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5" name="Google Shape;140;p17">
            <a:extLst>
              <a:ext uri="{FF2B5EF4-FFF2-40B4-BE49-F238E27FC236}">
                <a16:creationId xmlns:a16="http://schemas.microsoft.com/office/drawing/2014/main" id="{4E7E4470-2CA2-CE8A-1DDF-D2BB3C297511}"/>
              </a:ext>
              <a:ext uri="{C183D7F6-B498-43B3-948B-1728B52AA6E4}">
                <adec:decorative xmlns:adec="http://schemas.microsoft.com/office/drawing/2017/decorative" val="1"/>
              </a:ext>
            </a:extLst>
          </p:cNvPr>
          <p:cNvSpPr/>
          <p:nvPr/>
        </p:nvSpPr>
        <p:spPr>
          <a:xfrm>
            <a:off x="8690174" y="3222279"/>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7" name="Google Shape;135;p17">
            <a:extLst>
              <a:ext uri="{FF2B5EF4-FFF2-40B4-BE49-F238E27FC236}">
                <a16:creationId xmlns:a16="http://schemas.microsoft.com/office/drawing/2014/main" id="{C6846BAD-BA65-4B96-1B01-D9ADAEF0604F}"/>
              </a:ext>
              <a:ext uri="{C183D7F6-B498-43B3-948B-1728B52AA6E4}">
                <adec:decorative xmlns:adec="http://schemas.microsoft.com/office/drawing/2017/decorative" val="1"/>
              </a:ext>
            </a:extLst>
          </p:cNvPr>
          <p:cNvSpPr/>
          <p:nvPr/>
        </p:nvSpPr>
        <p:spPr>
          <a:xfrm>
            <a:off x="7889692" y="4773618"/>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4" name="Google Shape;139;p17">
            <a:extLst>
              <a:ext uri="{FF2B5EF4-FFF2-40B4-BE49-F238E27FC236}">
                <a16:creationId xmlns:a16="http://schemas.microsoft.com/office/drawing/2014/main" id="{2996E804-9D77-BAC1-44A7-255922CD1500}"/>
              </a:ext>
              <a:ext uri="{C183D7F6-B498-43B3-948B-1728B52AA6E4}">
                <adec:decorative xmlns:adec="http://schemas.microsoft.com/office/drawing/2017/decorative" val="1"/>
              </a:ext>
            </a:extLst>
          </p:cNvPr>
          <p:cNvSpPr/>
          <p:nvPr/>
        </p:nvSpPr>
        <p:spPr>
          <a:xfrm>
            <a:off x="5205237" y="5385283"/>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6" name="Google Shape;131;p17">
            <a:extLst>
              <a:ext uri="{FF2B5EF4-FFF2-40B4-BE49-F238E27FC236}">
                <a16:creationId xmlns:a16="http://schemas.microsoft.com/office/drawing/2014/main" id="{08CFCCC7-A9C6-E2D1-6D1B-5EE82E902EC5}"/>
              </a:ext>
              <a:ext uri="{C183D7F6-B498-43B3-948B-1728B52AA6E4}">
                <adec:decorative xmlns:adec="http://schemas.microsoft.com/office/drawing/2017/decorative" val="1"/>
              </a:ext>
            </a:extLst>
          </p:cNvPr>
          <p:cNvSpPr/>
          <p:nvPr/>
        </p:nvSpPr>
        <p:spPr>
          <a:xfrm>
            <a:off x="2542710" y="4607537"/>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1" name="Google Shape;138;p17">
            <a:extLst>
              <a:ext uri="{FF2B5EF4-FFF2-40B4-BE49-F238E27FC236}">
                <a16:creationId xmlns:a16="http://schemas.microsoft.com/office/drawing/2014/main" id="{09149727-8C6F-7285-D2A2-89762FD2C111}"/>
              </a:ext>
              <a:ext uri="{C183D7F6-B498-43B3-948B-1728B52AA6E4}">
                <adec:decorative xmlns:adec="http://schemas.microsoft.com/office/drawing/2017/decorative" val="1"/>
              </a:ext>
            </a:extLst>
          </p:cNvPr>
          <p:cNvSpPr/>
          <p:nvPr/>
        </p:nvSpPr>
        <p:spPr>
          <a:xfrm>
            <a:off x="1719825" y="3239082"/>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2" name="Slide Number Placeholder 1">
            <a:extLst>
              <a:ext uri="{FF2B5EF4-FFF2-40B4-BE49-F238E27FC236}">
                <a16:creationId xmlns:a16="http://schemas.microsoft.com/office/drawing/2014/main" id="{442089B0-B9B7-B171-D833-3B55372D4AD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62</a:t>
            </a:fld>
            <a:endParaRPr lang="en-AU"/>
          </a:p>
        </p:txBody>
      </p:sp>
    </p:spTree>
    <p:extLst>
      <p:ext uri="{BB962C8B-B14F-4D97-AF65-F5344CB8AC3E}">
        <p14:creationId xmlns:p14="http://schemas.microsoft.com/office/powerpoint/2010/main" val="14475282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CAE960D-9C2D-2ABE-4C84-4B30CC887790}"/>
              </a:ext>
            </a:extLst>
          </p:cNvPr>
          <p:cNvSpPr>
            <a:spLocks noGrp="1"/>
          </p:cNvSpPr>
          <p:nvPr>
            <p:ph type="title"/>
          </p:nvPr>
        </p:nvSpPr>
        <p:spPr/>
        <p:txBody>
          <a:bodyPr/>
          <a:lstStyle/>
          <a:p>
            <a:r>
              <a:rPr lang="en-AU">
                <a:latin typeface="+mj-lt"/>
              </a:rPr>
              <a:t>Cline</a:t>
            </a:r>
          </a:p>
        </p:txBody>
      </p:sp>
      <p:sp>
        <p:nvSpPr>
          <p:cNvPr id="5" name="Google Shape;157;p17">
            <a:extLst>
              <a:ext uri="{FF2B5EF4-FFF2-40B4-BE49-F238E27FC236}">
                <a16:creationId xmlns:a16="http://schemas.microsoft.com/office/drawing/2014/main" id="{99DB61E7-8AA7-ACF0-4D64-75BA648AB9A3}"/>
              </a:ext>
              <a:ext uri="{C183D7F6-B498-43B3-948B-1728B52AA6E4}">
                <adec:decorative xmlns:adec="http://schemas.microsoft.com/office/drawing/2017/decorative" val="1"/>
              </a:ext>
            </a:extLst>
          </p:cNvPr>
          <p:cNvSpPr/>
          <p:nvPr/>
        </p:nvSpPr>
        <p:spPr>
          <a:xfrm>
            <a:off x="360000" y="2166818"/>
            <a:ext cx="11425200" cy="1227200"/>
          </a:xfrm>
          <a:prstGeom prst="leftRightArrow">
            <a:avLst>
              <a:gd name="adj1" fmla="val 47499"/>
              <a:gd name="adj2" fmla="val 36248"/>
            </a:avLst>
          </a:prstGeom>
          <a:gradFill flip="none" rotWithShape="1">
            <a:gsLst>
              <a:gs pos="53000">
                <a:srgbClr val="7030A0"/>
              </a:gs>
              <a:gs pos="0">
                <a:srgbClr val="00ACC2"/>
              </a:gs>
              <a:gs pos="100000">
                <a:srgbClr val="B51458"/>
              </a:gs>
            </a:gsLst>
            <a:lin ang="0" scaled="1"/>
            <a:tileRect/>
          </a:gradFill>
          <a:ln>
            <a:noFill/>
          </a:ln>
        </p:spPr>
        <p:txBody>
          <a:bodyPr spcFirstLastPara="1" wrap="square" lIns="121900" tIns="60933" rIns="121900" bIns="60933" anchor="ctr" anchorCtr="0">
            <a:noAutofit/>
          </a:bodyPr>
          <a:lstStyle/>
          <a:p>
            <a:pPr algn="ctr"/>
            <a:endParaRPr sz="1867">
              <a:solidFill>
                <a:schemeClr val="lt1"/>
              </a:solidFill>
              <a:latin typeface="Calibri"/>
              <a:ea typeface="Calibri"/>
              <a:cs typeface="Calibri"/>
              <a:sym typeface="Calibri"/>
            </a:endParaRPr>
          </a:p>
        </p:txBody>
      </p:sp>
      <p:sp>
        <p:nvSpPr>
          <p:cNvPr id="6" name="Google Shape;159;p17">
            <a:extLst>
              <a:ext uri="{FF2B5EF4-FFF2-40B4-BE49-F238E27FC236}">
                <a16:creationId xmlns:a16="http://schemas.microsoft.com/office/drawing/2014/main" id="{7F1EB844-4665-02DA-BFAA-08669BB4D4C1}"/>
              </a:ext>
            </a:extLst>
          </p:cNvPr>
          <p:cNvSpPr txBox="1"/>
          <p:nvPr/>
        </p:nvSpPr>
        <p:spPr>
          <a:xfrm>
            <a:off x="817723" y="2567903"/>
            <a:ext cx="1609595" cy="416338"/>
          </a:xfrm>
          <a:prstGeom prst="rect">
            <a:avLst/>
          </a:prstGeom>
          <a:solidFill>
            <a:srgbClr val="E5F7FC"/>
          </a:solidFill>
          <a:ln w="19050" cap="flat" cmpd="sng">
            <a:noFill/>
            <a:prstDash val="solid"/>
            <a:miter lim="800000"/>
            <a:headEnd type="none" w="sm" len="sm"/>
            <a:tailEnd type="none" w="sm" len="sm"/>
          </a:ln>
          <a:effectLst/>
        </p:spPr>
        <p:txBody>
          <a:bodyPr spcFirstLastPara="1" wrap="square" lIns="79125" tIns="39550" rIns="79125" bIns="39550" anchor="ctr" anchorCtr="0">
            <a:noAutofit/>
          </a:bodyPr>
          <a:lstStyle>
            <a:defPPr>
              <a:defRPr lang="en-US"/>
            </a:defPPr>
            <a:lvl1pPr algn="ctr">
              <a:buClr>
                <a:srgbClr val="000000"/>
              </a:buClr>
              <a:buFont typeface="Arial"/>
              <a:defRPr sz="1800" b="1">
                <a:solidFill>
                  <a:srgbClr val="000000"/>
                </a:solidFill>
                <a:latin typeface="Arial" panose="020B0604020202020204" pitchFamily="34" charset="0"/>
                <a:cs typeface="Arial" panose="020B0604020202020204" pitchFamily="34" charset="0"/>
              </a:defRPr>
            </a:lvl1pPr>
          </a:lstStyle>
          <a:p>
            <a:r>
              <a:rPr lang="en-US">
                <a:latin typeface="+mj-lt"/>
                <a:sym typeface="Calibri"/>
              </a:rPr>
              <a:t>Concept 1</a:t>
            </a:r>
            <a:endParaRPr>
              <a:latin typeface="+mj-lt"/>
            </a:endParaRPr>
          </a:p>
        </p:txBody>
      </p:sp>
      <p:sp>
        <p:nvSpPr>
          <p:cNvPr id="8" name="Google Shape;150;p17">
            <a:extLst>
              <a:ext uri="{FF2B5EF4-FFF2-40B4-BE49-F238E27FC236}">
                <a16:creationId xmlns:a16="http://schemas.microsoft.com/office/drawing/2014/main" id="{234BDE74-7DD4-C755-F683-2C37F4D2F388}"/>
              </a:ext>
            </a:extLst>
          </p:cNvPr>
          <p:cNvSpPr/>
          <p:nvPr/>
        </p:nvSpPr>
        <p:spPr>
          <a:xfrm>
            <a:off x="360000" y="3970718"/>
            <a:ext cx="1487200" cy="474400"/>
          </a:xfrm>
          <a:prstGeom prst="roundRect">
            <a:avLst>
              <a:gd name="adj" fmla="val 10628"/>
            </a:avLst>
          </a:prstGeom>
          <a:noFill/>
          <a:ln w="19050" cap="flat" cmpd="sng">
            <a:solidFill>
              <a:srgbClr val="0E9DBE"/>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5" name="Google Shape;150;p17">
            <a:extLst>
              <a:ext uri="{FF2B5EF4-FFF2-40B4-BE49-F238E27FC236}">
                <a16:creationId xmlns:a16="http://schemas.microsoft.com/office/drawing/2014/main" id="{2C8D5980-E31C-D116-C526-1E9BD2B1A7E5}"/>
              </a:ext>
            </a:extLst>
          </p:cNvPr>
          <p:cNvSpPr/>
          <p:nvPr/>
        </p:nvSpPr>
        <p:spPr>
          <a:xfrm>
            <a:off x="1355372" y="4751748"/>
            <a:ext cx="1487200" cy="474400"/>
          </a:xfrm>
          <a:prstGeom prst="roundRect">
            <a:avLst>
              <a:gd name="adj" fmla="val 10628"/>
            </a:avLst>
          </a:prstGeom>
          <a:noFill/>
          <a:ln w="19050" cap="flat" cmpd="sng">
            <a:solidFill>
              <a:srgbClr val="2088B8"/>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4" name="Google Shape;150;p17">
            <a:extLst>
              <a:ext uri="{FF2B5EF4-FFF2-40B4-BE49-F238E27FC236}">
                <a16:creationId xmlns:a16="http://schemas.microsoft.com/office/drawing/2014/main" id="{87964B53-2E38-3E11-BE23-36598CC6123F}"/>
              </a:ext>
            </a:extLst>
          </p:cNvPr>
          <p:cNvSpPr/>
          <p:nvPr/>
        </p:nvSpPr>
        <p:spPr>
          <a:xfrm>
            <a:off x="2347600" y="3970718"/>
            <a:ext cx="1487200" cy="474400"/>
          </a:xfrm>
          <a:prstGeom prst="roundRect">
            <a:avLst>
              <a:gd name="adj" fmla="val 10628"/>
            </a:avLst>
          </a:prstGeom>
          <a:noFill/>
          <a:ln w="19050" cap="flat" cmpd="sng">
            <a:solidFill>
              <a:srgbClr val="3274B3"/>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6" name="Google Shape;150;p17">
            <a:extLst>
              <a:ext uri="{FF2B5EF4-FFF2-40B4-BE49-F238E27FC236}">
                <a16:creationId xmlns:a16="http://schemas.microsoft.com/office/drawing/2014/main" id="{24C79FC4-C263-5F73-A14A-DCD403846F10}"/>
              </a:ext>
            </a:extLst>
          </p:cNvPr>
          <p:cNvSpPr/>
          <p:nvPr/>
        </p:nvSpPr>
        <p:spPr>
          <a:xfrm>
            <a:off x="3339704" y="4751748"/>
            <a:ext cx="1487200" cy="474400"/>
          </a:xfrm>
          <a:prstGeom prst="roundRect">
            <a:avLst>
              <a:gd name="adj" fmla="val 10628"/>
            </a:avLst>
          </a:prstGeom>
          <a:noFill/>
          <a:ln w="19050" cap="flat" cmpd="sng">
            <a:solidFill>
              <a:srgbClr val="4560AD"/>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3" name="Google Shape;150;p17">
            <a:extLst>
              <a:ext uri="{FF2B5EF4-FFF2-40B4-BE49-F238E27FC236}">
                <a16:creationId xmlns:a16="http://schemas.microsoft.com/office/drawing/2014/main" id="{859882BF-8E8C-13EE-6E19-3CA8744A567B}"/>
              </a:ext>
            </a:extLst>
          </p:cNvPr>
          <p:cNvSpPr/>
          <p:nvPr/>
        </p:nvSpPr>
        <p:spPr>
          <a:xfrm>
            <a:off x="4335200" y="3970718"/>
            <a:ext cx="1487200" cy="474400"/>
          </a:xfrm>
          <a:prstGeom prst="roundRect">
            <a:avLst>
              <a:gd name="adj" fmla="val 10628"/>
            </a:avLst>
          </a:prstGeom>
          <a:noFill/>
          <a:ln w="19050" cap="flat" cmpd="sng">
            <a:solidFill>
              <a:srgbClr val="574BA7"/>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7" name="Google Shape;150;p17">
            <a:extLst>
              <a:ext uri="{FF2B5EF4-FFF2-40B4-BE49-F238E27FC236}">
                <a16:creationId xmlns:a16="http://schemas.microsoft.com/office/drawing/2014/main" id="{52A0090A-7B72-4B94-D8D5-8C494E77D834}"/>
              </a:ext>
            </a:extLst>
          </p:cNvPr>
          <p:cNvSpPr/>
          <p:nvPr/>
        </p:nvSpPr>
        <p:spPr>
          <a:xfrm>
            <a:off x="5324036" y="4751748"/>
            <a:ext cx="1487200" cy="474400"/>
          </a:xfrm>
          <a:prstGeom prst="roundRect">
            <a:avLst>
              <a:gd name="adj" fmla="val 10628"/>
            </a:avLst>
          </a:prstGeom>
          <a:noFill/>
          <a:ln w="19050" cap="flat" cmpd="sng">
            <a:solidFill>
              <a:srgbClr val="6A37A2"/>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2" name="Google Shape;150;p17">
            <a:extLst>
              <a:ext uri="{FF2B5EF4-FFF2-40B4-BE49-F238E27FC236}">
                <a16:creationId xmlns:a16="http://schemas.microsoft.com/office/drawing/2014/main" id="{7757179D-2318-0202-844F-FDD1F4E647B7}"/>
              </a:ext>
            </a:extLst>
          </p:cNvPr>
          <p:cNvSpPr/>
          <p:nvPr/>
        </p:nvSpPr>
        <p:spPr>
          <a:xfrm>
            <a:off x="6322800" y="3970718"/>
            <a:ext cx="1487200" cy="474400"/>
          </a:xfrm>
          <a:prstGeom prst="roundRect">
            <a:avLst>
              <a:gd name="adj" fmla="val 10628"/>
            </a:avLst>
          </a:prstGeom>
          <a:noFill/>
          <a:ln w="19050" cap="flat" cmpd="sng">
            <a:solidFill>
              <a:srgbClr val="782D97"/>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8" name="Google Shape;150;p17">
            <a:extLst>
              <a:ext uri="{FF2B5EF4-FFF2-40B4-BE49-F238E27FC236}">
                <a16:creationId xmlns:a16="http://schemas.microsoft.com/office/drawing/2014/main" id="{897CA775-E96A-5087-90AA-AD1E8962328F}"/>
              </a:ext>
            </a:extLst>
          </p:cNvPr>
          <p:cNvSpPr/>
          <p:nvPr/>
        </p:nvSpPr>
        <p:spPr>
          <a:xfrm>
            <a:off x="7308368" y="4751748"/>
            <a:ext cx="1487200" cy="474400"/>
          </a:xfrm>
          <a:prstGeom prst="roundRect">
            <a:avLst>
              <a:gd name="adj" fmla="val 10628"/>
            </a:avLst>
          </a:prstGeom>
          <a:noFill/>
          <a:ln w="19050" cap="flat" cmpd="sng">
            <a:solidFill>
              <a:srgbClr val="85278A"/>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1" name="Google Shape;150;p17">
            <a:extLst>
              <a:ext uri="{FF2B5EF4-FFF2-40B4-BE49-F238E27FC236}">
                <a16:creationId xmlns:a16="http://schemas.microsoft.com/office/drawing/2014/main" id="{3EE05D73-B371-2EFF-C6AF-F2E7494886E7}"/>
              </a:ext>
            </a:extLst>
          </p:cNvPr>
          <p:cNvSpPr/>
          <p:nvPr/>
        </p:nvSpPr>
        <p:spPr>
          <a:xfrm>
            <a:off x="8310400" y="3970718"/>
            <a:ext cx="1487200" cy="474400"/>
          </a:xfrm>
          <a:prstGeom prst="roundRect">
            <a:avLst>
              <a:gd name="adj" fmla="val 10628"/>
            </a:avLst>
          </a:prstGeom>
          <a:noFill/>
          <a:ln w="19050" cap="flat" cmpd="sng">
            <a:solidFill>
              <a:srgbClr val="92227D"/>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9" name="Google Shape;150;p17">
            <a:extLst>
              <a:ext uri="{FF2B5EF4-FFF2-40B4-BE49-F238E27FC236}">
                <a16:creationId xmlns:a16="http://schemas.microsoft.com/office/drawing/2014/main" id="{82718AA7-663D-43F6-0B00-AECAE20F87E3}"/>
              </a:ext>
            </a:extLst>
          </p:cNvPr>
          <p:cNvSpPr/>
          <p:nvPr/>
        </p:nvSpPr>
        <p:spPr>
          <a:xfrm>
            <a:off x="9292701" y="4751748"/>
            <a:ext cx="1487200" cy="474400"/>
          </a:xfrm>
          <a:prstGeom prst="roundRect">
            <a:avLst>
              <a:gd name="adj" fmla="val 10628"/>
            </a:avLst>
          </a:prstGeom>
          <a:noFill/>
          <a:ln w="19050" cap="flat" cmpd="sng">
            <a:solidFill>
              <a:srgbClr val="9E1D70"/>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0" name="Google Shape;150;p17">
            <a:extLst>
              <a:ext uri="{FF2B5EF4-FFF2-40B4-BE49-F238E27FC236}">
                <a16:creationId xmlns:a16="http://schemas.microsoft.com/office/drawing/2014/main" id="{44268CD6-EF93-44FB-A19C-DFABBA4D507B}"/>
              </a:ext>
            </a:extLst>
          </p:cNvPr>
          <p:cNvSpPr/>
          <p:nvPr/>
        </p:nvSpPr>
        <p:spPr>
          <a:xfrm>
            <a:off x="10298000" y="3970718"/>
            <a:ext cx="1487200" cy="474400"/>
          </a:xfrm>
          <a:prstGeom prst="roundRect">
            <a:avLst>
              <a:gd name="adj" fmla="val 10628"/>
            </a:avLst>
          </a:prstGeom>
          <a:noFill/>
          <a:ln w="19050" cap="flat" cmpd="sng">
            <a:solidFill>
              <a:srgbClr val="AB1862"/>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cxnSp>
        <p:nvCxnSpPr>
          <p:cNvPr id="41" name="Straight Connector 40">
            <a:extLst>
              <a:ext uri="{FF2B5EF4-FFF2-40B4-BE49-F238E27FC236}">
                <a16:creationId xmlns:a16="http://schemas.microsoft.com/office/drawing/2014/main" id="{5C705940-5DA3-4CCF-20E1-1974290A6F40}"/>
              </a:ext>
              <a:ext uri="{C183D7F6-B498-43B3-948B-1728B52AA6E4}">
                <adec:decorative xmlns:adec="http://schemas.microsoft.com/office/drawing/2017/decorative" val="1"/>
              </a:ext>
            </a:extLst>
          </p:cNvPr>
          <p:cNvCxnSpPr>
            <a:cxnSpLocks/>
          </p:cNvCxnSpPr>
          <p:nvPr/>
        </p:nvCxnSpPr>
        <p:spPr>
          <a:xfrm>
            <a:off x="1103600" y="3070860"/>
            <a:ext cx="0" cy="899858"/>
          </a:xfrm>
          <a:prstGeom prst="line">
            <a:avLst/>
          </a:prstGeom>
          <a:noFill/>
          <a:ln w="19050" cap="flat" cmpd="sng">
            <a:solidFill>
              <a:srgbClr val="0E9DBE"/>
            </a:solidFill>
            <a:prstDash val="solid"/>
            <a:round/>
            <a:headEnd type="none" w="med" len="med"/>
            <a:tailEnd type="none" w="med" len="med"/>
          </a:ln>
        </p:spPr>
      </p:cxnSp>
      <p:cxnSp>
        <p:nvCxnSpPr>
          <p:cNvPr id="43" name="Straight Connector 42">
            <a:extLst>
              <a:ext uri="{FF2B5EF4-FFF2-40B4-BE49-F238E27FC236}">
                <a16:creationId xmlns:a16="http://schemas.microsoft.com/office/drawing/2014/main" id="{EA1B2EBF-C936-8ED3-1FEC-2A5062F21443}"/>
              </a:ext>
              <a:ext uri="{C183D7F6-B498-43B3-948B-1728B52AA6E4}">
                <adec:decorative xmlns:adec="http://schemas.microsoft.com/office/drawing/2017/decorative" val="1"/>
              </a:ext>
            </a:extLst>
          </p:cNvPr>
          <p:cNvCxnSpPr>
            <a:cxnSpLocks/>
          </p:cNvCxnSpPr>
          <p:nvPr/>
        </p:nvCxnSpPr>
        <p:spPr>
          <a:xfrm>
            <a:off x="3089208" y="3062108"/>
            <a:ext cx="0" cy="899858"/>
          </a:xfrm>
          <a:prstGeom prst="line">
            <a:avLst/>
          </a:prstGeom>
          <a:noFill/>
          <a:ln w="19050" cap="flat" cmpd="sng">
            <a:solidFill>
              <a:srgbClr val="3274B3"/>
            </a:solidFill>
            <a:prstDash val="solid"/>
            <a:round/>
            <a:headEnd type="none" w="med" len="med"/>
            <a:tailEnd type="none" w="med" len="med"/>
          </a:ln>
        </p:spPr>
      </p:cxnSp>
      <p:cxnSp>
        <p:nvCxnSpPr>
          <p:cNvPr id="44" name="Straight Connector 43">
            <a:extLst>
              <a:ext uri="{FF2B5EF4-FFF2-40B4-BE49-F238E27FC236}">
                <a16:creationId xmlns:a16="http://schemas.microsoft.com/office/drawing/2014/main" id="{4D504782-E17D-4247-6DEF-607613663E13}"/>
              </a:ext>
              <a:ext uri="{C183D7F6-B498-43B3-948B-1728B52AA6E4}">
                <adec:decorative xmlns:adec="http://schemas.microsoft.com/office/drawing/2017/decorative" val="1"/>
              </a:ext>
            </a:extLst>
          </p:cNvPr>
          <p:cNvCxnSpPr>
            <a:cxnSpLocks/>
          </p:cNvCxnSpPr>
          <p:nvPr/>
        </p:nvCxnSpPr>
        <p:spPr>
          <a:xfrm>
            <a:off x="5074816" y="3070860"/>
            <a:ext cx="0" cy="899858"/>
          </a:xfrm>
          <a:prstGeom prst="line">
            <a:avLst/>
          </a:prstGeom>
          <a:noFill/>
          <a:ln w="19050" cap="flat" cmpd="sng">
            <a:solidFill>
              <a:srgbClr val="574BA7"/>
            </a:solidFill>
            <a:prstDash val="solid"/>
            <a:round/>
            <a:headEnd type="none" w="med" len="med"/>
            <a:tailEnd type="none" w="med" len="med"/>
          </a:ln>
        </p:spPr>
      </p:cxnSp>
      <p:cxnSp>
        <p:nvCxnSpPr>
          <p:cNvPr id="45" name="Straight Connector 44">
            <a:extLst>
              <a:ext uri="{FF2B5EF4-FFF2-40B4-BE49-F238E27FC236}">
                <a16:creationId xmlns:a16="http://schemas.microsoft.com/office/drawing/2014/main" id="{D048D39B-ACB7-E88A-C258-0EBBA09AA163}"/>
              </a:ext>
              <a:ext uri="{C183D7F6-B498-43B3-948B-1728B52AA6E4}">
                <adec:decorative xmlns:adec="http://schemas.microsoft.com/office/drawing/2017/decorative" val="1"/>
              </a:ext>
            </a:extLst>
          </p:cNvPr>
          <p:cNvCxnSpPr>
            <a:cxnSpLocks/>
          </p:cNvCxnSpPr>
          <p:nvPr/>
        </p:nvCxnSpPr>
        <p:spPr>
          <a:xfrm>
            <a:off x="7060424" y="3070860"/>
            <a:ext cx="0" cy="899858"/>
          </a:xfrm>
          <a:prstGeom prst="line">
            <a:avLst/>
          </a:prstGeom>
          <a:noFill/>
          <a:ln w="19050" cap="flat" cmpd="sng">
            <a:solidFill>
              <a:srgbClr val="782D97"/>
            </a:solidFill>
            <a:prstDash val="solid"/>
            <a:round/>
            <a:headEnd type="none" w="med" len="med"/>
            <a:tailEnd type="none" w="med" len="med"/>
          </a:ln>
        </p:spPr>
      </p:cxnSp>
      <p:cxnSp>
        <p:nvCxnSpPr>
          <p:cNvPr id="46" name="Straight Connector 45">
            <a:extLst>
              <a:ext uri="{FF2B5EF4-FFF2-40B4-BE49-F238E27FC236}">
                <a16:creationId xmlns:a16="http://schemas.microsoft.com/office/drawing/2014/main" id="{E134792E-AB91-324D-C639-768AB3FFDE1B}"/>
              </a:ext>
              <a:ext uri="{C183D7F6-B498-43B3-948B-1728B52AA6E4}">
                <adec:decorative xmlns:adec="http://schemas.microsoft.com/office/drawing/2017/decorative" val="1"/>
              </a:ext>
            </a:extLst>
          </p:cNvPr>
          <p:cNvCxnSpPr>
            <a:cxnSpLocks/>
          </p:cNvCxnSpPr>
          <p:nvPr/>
        </p:nvCxnSpPr>
        <p:spPr>
          <a:xfrm>
            <a:off x="9046032" y="3070860"/>
            <a:ext cx="0" cy="899858"/>
          </a:xfrm>
          <a:prstGeom prst="line">
            <a:avLst/>
          </a:prstGeom>
          <a:noFill/>
          <a:ln w="19050" cap="flat" cmpd="sng">
            <a:solidFill>
              <a:srgbClr val="92227D"/>
            </a:solidFill>
            <a:prstDash val="solid"/>
            <a:round/>
            <a:headEnd type="none" w="med" len="med"/>
            <a:tailEnd type="none" w="med" len="med"/>
          </a:ln>
        </p:spPr>
      </p:cxnSp>
      <p:cxnSp>
        <p:nvCxnSpPr>
          <p:cNvPr id="47" name="Straight Connector 46">
            <a:extLst>
              <a:ext uri="{FF2B5EF4-FFF2-40B4-BE49-F238E27FC236}">
                <a16:creationId xmlns:a16="http://schemas.microsoft.com/office/drawing/2014/main" id="{E20DF637-B3E1-F115-5DF5-7491960661C3}"/>
              </a:ext>
              <a:ext uri="{C183D7F6-B498-43B3-948B-1728B52AA6E4}">
                <adec:decorative xmlns:adec="http://schemas.microsoft.com/office/drawing/2017/decorative" val="1"/>
              </a:ext>
            </a:extLst>
          </p:cNvPr>
          <p:cNvCxnSpPr>
            <a:cxnSpLocks/>
          </p:cNvCxnSpPr>
          <p:nvPr/>
        </p:nvCxnSpPr>
        <p:spPr>
          <a:xfrm>
            <a:off x="11031642" y="3070860"/>
            <a:ext cx="0" cy="899858"/>
          </a:xfrm>
          <a:prstGeom prst="line">
            <a:avLst/>
          </a:prstGeom>
          <a:noFill/>
          <a:ln w="19050" cap="flat" cmpd="sng">
            <a:solidFill>
              <a:srgbClr val="AB1862"/>
            </a:solidFill>
            <a:prstDash val="solid"/>
            <a:round/>
            <a:headEnd type="none" w="med" len="med"/>
            <a:tailEnd type="none" w="med" len="med"/>
          </a:ln>
        </p:spPr>
      </p:cxnSp>
      <p:cxnSp>
        <p:nvCxnSpPr>
          <p:cNvPr id="48" name="Straight Connector 47">
            <a:extLst>
              <a:ext uri="{FF2B5EF4-FFF2-40B4-BE49-F238E27FC236}">
                <a16:creationId xmlns:a16="http://schemas.microsoft.com/office/drawing/2014/main" id="{01A9A4E2-2672-096C-711E-54ED66A32AE6}"/>
              </a:ext>
              <a:ext uri="{C183D7F6-B498-43B3-948B-1728B52AA6E4}">
                <adec:decorative xmlns:adec="http://schemas.microsoft.com/office/drawing/2017/decorative" val="1"/>
              </a:ext>
            </a:extLst>
          </p:cNvPr>
          <p:cNvCxnSpPr>
            <a:cxnSpLocks/>
          </p:cNvCxnSpPr>
          <p:nvPr/>
        </p:nvCxnSpPr>
        <p:spPr>
          <a:xfrm>
            <a:off x="2096404" y="3073978"/>
            <a:ext cx="0" cy="1677770"/>
          </a:xfrm>
          <a:prstGeom prst="line">
            <a:avLst/>
          </a:prstGeom>
          <a:noFill/>
          <a:ln w="19050" cap="flat" cmpd="sng">
            <a:solidFill>
              <a:srgbClr val="2088B8"/>
            </a:solidFill>
            <a:prstDash val="solid"/>
            <a:round/>
            <a:headEnd type="none" w="med" len="med"/>
            <a:tailEnd type="none" w="med" len="med"/>
          </a:ln>
        </p:spPr>
      </p:cxnSp>
      <p:cxnSp>
        <p:nvCxnSpPr>
          <p:cNvPr id="50" name="Straight Connector 49">
            <a:extLst>
              <a:ext uri="{FF2B5EF4-FFF2-40B4-BE49-F238E27FC236}">
                <a16:creationId xmlns:a16="http://schemas.microsoft.com/office/drawing/2014/main" id="{A0D9E4C2-4E4F-7ADE-E43C-6578BB5CCB22}"/>
              </a:ext>
              <a:ext uri="{C183D7F6-B498-43B3-948B-1728B52AA6E4}">
                <adec:decorative xmlns:adec="http://schemas.microsoft.com/office/drawing/2017/decorative" val="1"/>
              </a:ext>
            </a:extLst>
          </p:cNvPr>
          <p:cNvCxnSpPr>
            <a:cxnSpLocks/>
          </p:cNvCxnSpPr>
          <p:nvPr/>
        </p:nvCxnSpPr>
        <p:spPr>
          <a:xfrm>
            <a:off x="10038837" y="3067468"/>
            <a:ext cx="0" cy="1677770"/>
          </a:xfrm>
          <a:prstGeom prst="line">
            <a:avLst/>
          </a:prstGeom>
          <a:noFill/>
          <a:ln w="19050" cap="flat" cmpd="sng">
            <a:solidFill>
              <a:srgbClr val="9E1D70"/>
            </a:solidFill>
            <a:prstDash val="solid"/>
            <a:round/>
            <a:headEnd type="none" w="med" len="med"/>
            <a:tailEnd type="none" w="med" len="med"/>
          </a:ln>
        </p:spPr>
      </p:cxnSp>
      <p:cxnSp>
        <p:nvCxnSpPr>
          <p:cNvPr id="51" name="Straight Connector 50">
            <a:extLst>
              <a:ext uri="{FF2B5EF4-FFF2-40B4-BE49-F238E27FC236}">
                <a16:creationId xmlns:a16="http://schemas.microsoft.com/office/drawing/2014/main" id="{E7058378-3163-6275-23B4-BC778702C830}"/>
              </a:ext>
              <a:ext uri="{C183D7F6-B498-43B3-948B-1728B52AA6E4}">
                <adec:decorative xmlns:adec="http://schemas.microsoft.com/office/drawing/2017/decorative" val="1"/>
              </a:ext>
            </a:extLst>
          </p:cNvPr>
          <p:cNvCxnSpPr>
            <a:cxnSpLocks/>
          </p:cNvCxnSpPr>
          <p:nvPr/>
        </p:nvCxnSpPr>
        <p:spPr>
          <a:xfrm>
            <a:off x="4082012" y="3073978"/>
            <a:ext cx="0" cy="1677770"/>
          </a:xfrm>
          <a:prstGeom prst="line">
            <a:avLst/>
          </a:prstGeom>
          <a:noFill/>
          <a:ln w="19050" cap="flat" cmpd="sng">
            <a:solidFill>
              <a:srgbClr val="4560AD"/>
            </a:solidFill>
            <a:prstDash val="solid"/>
            <a:round/>
            <a:headEnd type="none" w="med" len="med"/>
            <a:tailEnd type="none" w="med" len="med"/>
          </a:ln>
        </p:spPr>
      </p:cxnSp>
      <p:cxnSp>
        <p:nvCxnSpPr>
          <p:cNvPr id="52" name="Straight Connector 51">
            <a:extLst>
              <a:ext uri="{FF2B5EF4-FFF2-40B4-BE49-F238E27FC236}">
                <a16:creationId xmlns:a16="http://schemas.microsoft.com/office/drawing/2014/main" id="{799951D6-C396-497D-17A7-EF7D59083970}"/>
              </a:ext>
              <a:ext uri="{C183D7F6-B498-43B3-948B-1728B52AA6E4}">
                <adec:decorative xmlns:adec="http://schemas.microsoft.com/office/drawing/2017/decorative" val="1"/>
              </a:ext>
            </a:extLst>
          </p:cNvPr>
          <p:cNvCxnSpPr>
            <a:cxnSpLocks/>
          </p:cNvCxnSpPr>
          <p:nvPr/>
        </p:nvCxnSpPr>
        <p:spPr>
          <a:xfrm>
            <a:off x="6067620" y="3064448"/>
            <a:ext cx="0" cy="1677770"/>
          </a:xfrm>
          <a:prstGeom prst="line">
            <a:avLst/>
          </a:prstGeom>
          <a:noFill/>
          <a:ln w="19050" cap="flat" cmpd="sng">
            <a:solidFill>
              <a:srgbClr val="6A37A2"/>
            </a:solidFill>
            <a:prstDash val="solid"/>
            <a:round/>
            <a:headEnd type="none" w="med" len="med"/>
            <a:tailEnd type="none" w="med" len="med"/>
          </a:ln>
        </p:spPr>
      </p:cxnSp>
      <p:cxnSp>
        <p:nvCxnSpPr>
          <p:cNvPr id="53" name="Straight Connector 52">
            <a:extLst>
              <a:ext uri="{FF2B5EF4-FFF2-40B4-BE49-F238E27FC236}">
                <a16:creationId xmlns:a16="http://schemas.microsoft.com/office/drawing/2014/main" id="{E5240C6D-C529-CFAC-E423-A1441290840E}"/>
              </a:ext>
              <a:ext uri="{C183D7F6-B498-43B3-948B-1728B52AA6E4}">
                <adec:decorative xmlns:adec="http://schemas.microsoft.com/office/drawing/2017/decorative" val="1"/>
              </a:ext>
            </a:extLst>
          </p:cNvPr>
          <p:cNvCxnSpPr>
            <a:cxnSpLocks/>
          </p:cNvCxnSpPr>
          <p:nvPr/>
        </p:nvCxnSpPr>
        <p:spPr>
          <a:xfrm>
            <a:off x="8053228" y="3073978"/>
            <a:ext cx="0" cy="1677770"/>
          </a:xfrm>
          <a:prstGeom prst="line">
            <a:avLst/>
          </a:prstGeom>
          <a:noFill/>
          <a:ln w="19050" cap="flat" cmpd="sng">
            <a:solidFill>
              <a:srgbClr val="85278A"/>
            </a:solidFill>
            <a:prstDash val="solid"/>
            <a:round/>
            <a:headEnd type="none" w="med" len="med"/>
            <a:tailEnd type="none" w="med" len="med"/>
          </a:ln>
        </p:spPr>
      </p:cxnSp>
      <p:sp>
        <p:nvSpPr>
          <p:cNvPr id="54" name="Google Shape;159;p17">
            <a:extLst>
              <a:ext uri="{FF2B5EF4-FFF2-40B4-BE49-F238E27FC236}">
                <a16:creationId xmlns:a16="http://schemas.microsoft.com/office/drawing/2014/main" id="{32D4B2C4-C319-BC2D-5FDC-EC18B2446EB0}"/>
              </a:ext>
            </a:extLst>
          </p:cNvPr>
          <p:cNvSpPr txBox="1"/>
          <p:nvPr/>
        </p:nvSpPr>
        <p:spPr>
          <a:xfrm>
            <a:off x="9733613" y="2570961"/>
            <a:ext cx="1609595" cy="416338"/>
          </a:xfrm>
          <a:prstGeom prst="rect">
            <a:avLst/>
          </a:prstGeom>
          <a:solidFill>
            <a:srgbClr val="FBDBE7"/>
          </a:solidFill>
          <a:ln w="19050" cap="flat" cmpd="sng">
            <a:noFill/>
            <a:prstDash val="solid"/>
            <a:miter lim="800000"/>
            <a:headEnd type="none" w="sm" len="sm"/>
            <a:tailEnd type="none" w="sm" len="sm"/>
          </a:ln>
          <a:effectLst/>
        </p:spPr>
        <p:txBody>
          <a:bodyPr spcFirstLastPara="1" wrap="square" lIns="79125" tIns="39550" rIns="79125" bIns="39550" anchor="ctr" anchorCtr="0">
            <a:noAutofit/>
          </a:bodyPr>
          <a:lstStyle>
            <a:defPPr>
              <a:defRPr lang="en-US"/>
            </a:defPPr>
            <a:lvl1pPr algn="ctr">
              <a:buClr>
                <a:srgbClr val="000000"/>
              </a:buClr>
              <a:buFont typeface="Arial"/>
              <a:defRPr sz="1800" b="1">
                <a:solidFill>
                  <a:srgbClr val="000000"/>
                </a:solidFill>
                <a:latin typeface="Arial" panose="020B0604020202020204" pitchFamily="34" charset="0"/>
                <a:cs typeface="Arial" panose="020B0604020202020204" pitchFamily="34" charset="0"/>
              </a:defRPr>
            </a:lvl1pPr>
          </a:lstStyle>
          <a:p>
            <a:r>
              <a:rPr lang="en-US">
                <a:latin typeface="+mj-lt"/>
                <a:sym typeface="Calibri"/>
              </a:rPr>
              <a:t>Concept 2</a:t>
            </a:r>
            <a:endParaRPr>
              <a:latin typeface="+mj-lt"/>
            </a:endParaRPr>
          </a:p>
        </p:txBody>
      </p:sp>
      <p:sp>
        <p:nvSpPr>
          <p:cNvPr id="2" name="Slide Number Placeholder 1">
            <a:extLst>
              <a:ext uri="{FF2B5EF4-FFF2-40B4-BE49-F238E27FC236}">
                <a16:creationId xmlns:a16="http://schemas.microsoft.com/office/drawing/2014/main" id="{DEEC3785-2D83-C31F-CCD2-1FEB61AE398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63</a:t>
            </a:fld>
            <a:endParaRPr lang="en-AU"/>
          </a:p>
        </p:txBody>
      </p:sp>
    </p:spTree>
    <p:extLst>
      <p:ext uri="{BB962C8B-B14F-4D97-AF65-F5344CB8AC3E}">
        <p14:creationId xmlns:p14="http://schemas.microsoft.com/office/powerpoint/2010/main" val="33688901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B602AB6-51FA-CA01-0AB7-6FA19E95AC04}"/>
              </a:ext>
            </a:extLst>
          </p:cNvPr>
          <p:cNvSpPr>
            <a:spLocks noGrp="1"/>
          </p:cNvSpPr>
          <p:nvPr>
            <p:ph type="title"/>
          </p:nvPr>
        </p:nvSpPr>
        <p:spPr/>
        <p:txBody>
          <a:bodyPr/>
          <a:lstStyle/>
          <a:p>
            <a:r>
              <a:rPr lang="en-AU">
                <a:latin typeface="+mj-lt"/>
              </a:rPr>
              <a:t>Compare and contrast</a:t>
            </a:r>
          </a:p>
        </p:txBody>
      </p:sp>
      <p:sp>
        <p:nvSpPr>
          <p:cNvPr id="4" name="Text Placeholder 3">
            <a:extLst>
              <a:ext uri="{FF2B5EF4-FFF2-40B4-BE49-F238E27FC236}">
                <a16:creationId xmlns:a16="http://schemas.microsoft.com/office/drawing/2014/main" id="{EB4C48A6-632A-10A7-9B85-40A6CEF59C26}"/>
              </a:ext>
            </a:extLst>
          </p:cNvPr>
          <p:cNvSpPr>
            <a:spLocks noGrp="1"/>
          </p:cNvSpPr>
          <p:nvPr>
            <p:ph type="body" sz="quarter" idx="18"/>
          </p:nvPr>
        </p:nvSpPr>
        <p:spPr/>
        <p:txBody>
          <a:bodyPr/>
          <a:lstStyle/>
          <a:p>
            <a:endParaRPr lang="en-AU">
              <a:latin typeface="+mj-lt"/>
            </a:endParaRPr>
          </a:p>
        </p:txBody>
      </p:sp>
      <p:sp>
        <p:nvSpPr>
          <p:cNvPr id="6" name="Graphic 5" descr="Button to go to the previous related slide">
            <a:hlinkClick r:id="rId3" action="ppaction://hlinksldjump"/>
            <a:extLst>
              <a:ext uri="{FF2B5EF4-FFF2-40B4-BE49-F238E27FC236}">
                <a16:creationId xmlns:a16="http://schemas.microsoft.com/office/drawing/2014/main" id="{168971B4-E59C-47FA-AAE6-BA93396F91A7}"/>
              </a:ext>
            </a:extLst>
          </p:cNvPr>
          <p:cNvSpPr/>
          <p:nvPr/>
        </p:nvSpPr>
        <p:spPr>
          <a:xfrm flipH="1">
            <a:off x="10164832" y="5786716"/>
            <a:ext cx="546734" cy="704850"/>
          </a:xfrm>
          <a:custGeom>
            <a:avLst/>
            <a:gdLst>
              <a:gd name="connsiteX0" fmla="*/ 0 w 546734"/>
              <a:gd name="connsiteY0" fmla="*/ 0 h 704850"/>
              <a:gd name="connsiteX1" fmla="*/ 546735 w 546734"/>
              <a:gd name="connsiteY1" fmla="*/ 352425 h 704850"/>
              <a:gd name="connsiteX2" fmla="*/ 0 w 546734"/>
              <a:gd name="connsiteY2" fmla="*/ 704850 h 704850"/>
            </a:gdLst>
            <a:ahLst/>
            <a:cxnLst>
              <a:cxn ang="0">
                <a:pos x="connsiteX0" y="connsiteY0"/>
              </a:cxn>
              <a:cxn ang="0">
                <a:pos x="connsiteX1" y="connsiteY1"/>
              </a:cxn>
              <a:cxn ang="0">
                <a:pos x="connsiteX2" y="connsiteY2"/>
              </a:cxn>
            </a:cxnLst>
            <a:rect l="l" t="t" r="r" b="b"/>
            <a:pathLst>
              <a:path w="546734" h="704850">
                <a:moveTo>
                  <a:pt x="0" y="0"/>
                </a:moveTo>
                <a:lnTo>
                  <a:pt x="546735" y="352425"/>
                </a:lnTo>
                <a:lnTo>
                  <a:pt x="0" y="704850"/>
                </a:lnTo>
                <a:close/>
              </a:path>
            </a:pathLst>
          </a:custGeom>
          <a:solidFill>
            <a:srgbClr val="000000"/>
          </a:solidFill>
          <a:ln w="9525" cap="flat">
            <a:noFill/>
            <a:prstDash val="solid"/>
            <a:miter/>
          </a:ln>
        </p:spPr>
        <p:txBody>
          <a:bodyPr rtlCol="0" anchor="ctr"/>
          <a:lstStyle/>
          <a:p>
            <a:endParaRPr lang="en-AU"/>
          </a:p>
        </p:txBody>
      </p:sp>
      <p:pic>
        <p:nvPicPr>
          <p:cNvPr id="5" name="Graphic 4" descr="Button to go to the next related slide">
            <a:hlinkClick r:id="rId4" action="ppaction://hlinksldjump"/>
            <a:extLst>
              <a:ext uri="{FF2B5EF4-FFF2-40B4-BE49-F238E27FC236}">
                <a16:creationId xmlns:a16="http://schemas.microsoft.com/office/drawing/2014/main" id="{B8B0DB6C-ED58-20DB-0EE1-4BC1C6B79DB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666800" y="5681941"/>
            <a:ext cx="914400" cy="914400"/>
          </a:xfrm>
          <a:prstGeom prst="rect">
            <a:avLst/>
          </a:prstGeom>
        </p:spPr>
      </p:pic>
      <p:sp>
        <p:nvSpPr>
          <p:cNvPr id="2" name="Slide Number Placeholder 1">
            <a:extLst>
              <a:ext uri="{FF2B5EF4-FFF2-40B4-BE49-F238E27FC236}">
                <a16:creationId xmlns:a16="http://schemas.microsoft.com/office/drawing/2014/main" id="{102B8C52-7ED1-A945-9861-F8D6B99B3D9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64</a:t>
            </a:fld>
            <a:endParaRPr lang="en-AU"/>
          </a:p>
        </p:txBody>
      </p:sp>
    </p:spTree>
    <p:extLst>
      <p:ext uri="{BB962C8B-B14F-4D97-AF65-F5344CB8AC3E}">
        <p14:creationId xmlns:p14="http://schemas.microsoft.com/office/powerpoint/2010/main" val="9592397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3EE9CE-D467-CF79-03E7-D0928BDD123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B0CABD8-EB9E-30C6-352A-9951178A7DB9}"/>
              </a:ext>
            </a:extLst>
          </p:cNvPr>
          <p:cNvSpPr>
            <a:spLocks noGrp="1"/>
          </p:cNvSpPr>
          <p:nvPr>
            <p:ph type="sldNum" sz="quarter" idx="12"/>
          </p:nvPr>
        </p:nvSpPr>
        <p:spPr/>
        <p:txBody>
          <a:bodyPr/>
          <a:lstStyle/>
          <a:p>
            <a:fld id="{10A01DC5-1685-4615-8240-15192985C6A2}" type="slidenum">
              <a:rPr lang="en-AU" smtClean="0"/>
              <a:t>65</a:t>
            </a:fld>
            <a:endParaRPr lang="en-AU"/>
          </a:p>
        </p:txBody>
      </p:sp>
      <p:sp>
        <p:nvSpPr>
          <p:cNvPr id="3" name="Title 2">
            <a:extLst>
              <a:ext uri="{FF2B5EF4-FFF2-40B4-BE49-F238E27FC236}">
                <a16:creationId xmlns:a16="http://schemas.microsoft.com/office/drawing/2014/main" id="{6F7B9B9F-1954-2BCA-9CE2-E9BF07F578A5}"/>
              </a:ext>
            </a:extLst>
          </p:cNvPr>
          <p:cNvSpPr>
            <a:spLocks noGrp="1"/>
          </p:cNvSpPr>
          <p:nvPr>
            <p:ph type="title"/>
          </p:nvPr>
        </p:nvSpPr>
        <p:spPr/>
        <p:txBody>
          <a:bodyPr/>
          <a:lstStyle/>
          <a:p>
            <a:r>
              <a:rPr lang="en-US" dirty="0"/>
              <a:t>Multiple choice </a:t>
            </a:r>
            <a:r>
              <a:rPr lang="en-US" dirty="0">
                <a:solidFill>
                  <a:schemeClr val="bg1"/>
                </a:solidFill>
              </a:rPr>
              <a:t>(5)</a:t>
            </a:r>
          </a:p>
        </p:txBody>
      </p:sp>
      <p:sp>
        <p:nvSpPr>
          <p:cNvPr id="13" name="Text Placeholder 12">
            <a:extLst>
              <a:ext uri="{FF2B5EF4-FFF2-40B4-BE49-F238E27FC236}">
                <a16:creationId xmlns:a16="http://schemas.microsoft.com/office/drawing/2014/main" id="{884A26B5-6F52-2F0A-8648-DEA4BF0E15B4}"/>
              </a:ext>
            </a:extLst>
          </p:cNvPr>
          <p:cNvSpPr>
            <a:spLocks noGrp="1"/>
          </p:cNvSpPr>
          <p:nvPr>
            <p:ph type="body" sz="quarter" idx="18"/>
          </p:nvPr>
        </p:nvSpPr>
        <p:spPr/>
        <p:txBody>
          <a:bodyPr/>
          <a:lstStyle/>
          <a:p>
            <a:endParaRPr lang="en-US"/>
          </a:p>
        </p:txBody>
      </p:sp>
      <p:sp>
        <p:nvSpPr>
          <p:cNvPr id="14" name="Text Placeholder 13">
            <a:extLst>
              <a:ext uri="{FF2B5EF4-FFF2-40B4-BE49-F238E27FC236}">
                <a16:creationId xmlns:a16="http://schemas.microsoft.com/office/drawing/2014/main" id="{2FAE27F9-31E0-BEE8-BFCB-40B14864DE84}"/>
              </a:ext>
            </a:extLst>
          </p:cNvPr>
          <p:cNvSpPr>
            <a:spLocks noGrp="1"/>
          </p:cNvSpPr>
          <p:nvPr>
            <p:ph type="body" sz="quarter" idx="27"/>
          </p:nvPr>
        </p:nvSpPr>
        <p:spPr>
          <a:xfrm>
            <a:off x="1345520" y="5425723"/>
            <a:ext cx="10175920" cy="641396"/>
          </a:xfrm>
        </p:spPr>
        <p:txBody>
          <a:bodyPr/>
          <a:lstStyle/>
          <a:p>
            <a:endParaRPr lang="en-US"/>
          </a:p>
        </p:txBody>
      </p:sp>
      <p:sp>
        <p:nvSpPr>
          <p:cNvPr id="15" name="Text Placeholder 14">
            <a:extLst>
              <a:ext uri="{FF2B5EF4-FFF2-40B4-BE49-F238E27FC236}">
                <a16:creationId xmlns:a16="http://schemas.microsoft.com/office/drawing/2014/main" id="{871424B5-AF1B-EBC1-192B-253358954B69}"/>
              </a:ext>
            </a:extLst>
          </p:cNvPr>
          <p:cNvSpPr>
            <a:spLocks noGrp="1"/>
          </p:cNvSpPr>
          <p:nvPr>
            <p:ph type="body" sz="quarter" idx="28"/>
          </p:nvPr>
        </p:nvSpPr>
        <p:spPr>
          <a:xfrm>
            <a:off x="360000" y="1625945"/>
            <a:ext cx="11243037" cy="754243"/>
          </a:xfrm>
        </p:spPr>
        <p:txBody>
          <a:bodyPr/>
          <a:lstStyle/>
          <a:p>
            <a:endParaRPr lang="en-US"/>
          </a:p>
        </p:txBody>
      </p:sp>
      <p:sp>
        <p:nvSpPr>
          <p:cNvPr id="16" name="Text Placeholder 15">
            <a:extLst>
              <a:ext uri="{FF2B5EF4-FFF2-40B4-BE49-F238E27FC236}">
                <a16:creationId xmlns:a16="http://schemas.microsoft.com/office/drawing/2014/main" id="{057F8B72-6486-DAFE-D378-A7E3F82B47C0}"/>
              </a:ext>
            </a:extLst>
          </p:cNvPr>
          <p:cNvSpPr>
            <a:spLocks noGrp="1"/>
          </p:cNvSpPr>
          <p:nvPr>
            <p:ph type="body" sz="quarter" idx="29"/>
          </p:nvPr>
        </p:nvSpPr>
        <p:spPr>
          <a:xfrm>
            <a:off x="1345520" y="4575670"/>
            <a:ext cx="10175920" cy="641396"/>
          </a:xfrm>
        </p:spPr>
        <p:txBody>
          <a:bodyPr/>
          <a:lstStyle/>
          <a:p>
            <a:endParaRPr lang="en-US"/>
          </a:p>
        </p:txBody>
      </p:sp>
      <p:sp>
        <p:nvSpPr>
          <p:cNvPr id="17" name="Text Placeholder 16">
            <a:extLst>
              <a:ext uri="{FF2B5EF4-FFF2-40B4-BE49-F238E27FC236}">
                <a16:creationId xmlns:a16="http://schemas.microsoft.com/office/drawing/2014/main" id="{586611D7-8B32-72EA-14FB-A57E82998441}"/>
              </a:ext>
            </a:extLst>
          </p:cNvPr>
          <p:cNvSpPr>
            <a:spLocks noGrp="1"/>
          </p:cNvSpPr>
          <p:nvPr>
            <p:ph type="body" sz="quarter" idx="30"/>
          </p:nvPr>
        </p:nvSpPr>
        <p:spPr>
          <a:xfrm>
            <a:off x="1345520" y="3725617"/>
            <a:ext cx="10175920" cy="641396"/>
          </a:xfrm>
        </p:spPr>
        <p:txBody>
          <a:bodyPr/>
          <a:lstStyle/>
          <a:p>
            <a:endParaRPr lang="en-US"/>
          </a:p>
        </p:txBody>
      </p:sp>
      <p:sp>
        <p:nvSpPr>
          <p:cNvPr id="18" name="Text Placeholder 17">
            <a:extLst>
              <a:ext uri="{FF2B5EF4-FFF2-40B4-BE49-F238E27FC236}">
                <a16:creationId xmlns:a16="http://schemas.microsoft.com/office/drawing/2014/main" id="{EA13EBFB-AE4F-2AC8-7064-60FC4C858E88}"/>
              </a:ext>
            </a:extLst>
          </p:cNvPr>
          <p:cNvSpPr>
            <a:spLocks noGrp="1"/>
          </p:cNvSpPr>
          <p:nvPr>
            <p:ph type="body" sz="quarter" idx="31"/>
          </p:nvPr>
        </p:nvSpPr>
        <p:spPr>
          <a:xfrm>
            <a:off x="1345520" y="2877704"/>
            <a:ext cx="10175920" cy="641396"/>
          </a:xfrm>
        </p:spPr>
        <p:txBody>
          <a:bodyPr/>
          <a:lstStyle/>
          <a:p>
            <a:endParaRPr lang="en-US"/>
          </a:p>
        </p:txBody>
      </p:sp>
      <p:sp>
        <p:nvSpPr>
          <p:cNvPr id="9" name="TextBox 8">
            <a:extLst>
              <a:ext uri="{FF2B5EF4-FFF2-40B4-BE49-F238E27FC236}">
                <a16:creationId xmlns:a16="http://schemas.microsoft.com/office/drawing/2014/main" id="{31E8794B-BDE8-037D-0CAF-AA0E5A7E8583}"/>
              </a:ext>
            </a:extLst>
          </p:cNvPr>
          <p:cNvSpPr txBox="1"/>
          <p:nvPr/>
        </p:nvSpPr>
        <p:spPr>
          <a:xfrm>
            <a:off x="670560" y="282907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0" name="TextBox 9">
            <a:extLst>
              <a:ext uri="{FF2B5EF4-FFF2-40B4-BE49-F238E27FC236}">
                <a16:creationId xmlns:a16="http://schemas.microsoft.com/office/drawing/2014/main" id="{68AE238C-3606-5F78-F03A-0E9E40F4FDA4}"/>
              </a:ext>
            </a:extLst>
          </p:cNvPr>
          <p:cNvSpPr txBox="1"/>
          <p:nvPr/>
        </p:nvSpPr>
        <p:spPr>
          <a:xfrm>
            <a:off x="670559" y="367698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1" name="TextBox 10">
            <a:extLst>
              <a:ext uri="{FF2B5EF4-FFF2-40B4-BE49-F238E27FC236}">
                <a16:creationId xmlns:a16="http://schemas.microsoft.com/office/drawing/2014/main" id="{6464E12C-842E-0AE5-19AB-798F6BC2845D}"/>
              </a:ext>
            </a:extLst>
          </p:cNvPr>
          <p:cNvSpPr txBox="1"/>
          <p:nvPr/>
        </p:nvSpPr>
        <p:spPr>
          <a:xfrm>
            <a:off x="670557" y="537708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2" name="TextBox 11">
            <a:extLst>
              <a:ext uri="{FF2B5EF4-FFF2-40B4-BE49-F238E27FC236}">
                <a16:creationId xmlns:a16="http://schemas.microsoft.com/office/drawing/2014/main" id="{E989C16C-1E4B-799F-ACDD-636F7693F2A6}"/>
              </a:ext>
            </a:extLst>
          </p:cNvPr>
          <p:cNvSpPr txBox="1"/>
          <p:nvPr/>
        </p:nvSpPr>
        <p:spPr>
          <a:xfrm>
            <a:off x="670558" y="452703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Tree>
    <p:extLst>
      <p:ext uri="{BB962C8B-B14F-4D97-AF65-F5344CB8AC3E}">
        <p14:creationId xmlns:p14="http://schemas.microsoft.com/office/powerpoint/2010/main" val="26437625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9E7187-0435-DC00-BB5D-2125BBCA438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E2BC893-9530-AC61-D7B3-3A452ECBB315}"/>
              </a:ext>
            </a:extLst>
          </p:cNvPr>
          <p:cNvSpPr>
            <a:spLocks noGrp="1"/>
          </p:cNvSpPr>
          <p:nvPr>
            <p:ph type="sldNum" sz="quarter" idx="12"/>
          </p:nvPr>
        </p:nvSpPr>
        <p:spPr/>
        <p:txBody>
          <a:bodyPr/>
          <a:lstStyle/>
          <a:p>
            <a:fld id="{10A01DC5-1685-4615-8240-15192985C6A2}" type="slidenum">
              <a:rPr lang="en-AU" smtClean="0"/>
              <a:t>66</a:t>
            </a:fld>
            <a:endParaRPr lang="en-AU"/>
          </a:p>
        </p:txBody>
      </p:sp>
      <p:sp>
        <p:nvSpPr>
          <p:cNvPr id="3" name="Title 2">
            <a:extLst>
              <a:ext uri="{FF2B5EF4-FFF2-40B4-BE49-F238E27FC236}">
                <a16:creationId xmlns:a16="http://schemas.microsoft.com/office/drawing/2014/main" id="{47BC9526-5863-A869-9375-A013AA9B1360}"/>
              </a:ext>
            </a:extLst>
          </p:cNvPr>
          <p:cNvSpPr>
            <a:spLocks noGrp="1"/>
          </p:cNvSpPr>
          <p:nvPr>
            <p:ph type="title"/>
          </p:nvPr>
        </p:nvSpPr>
        <p:spPr/>
        <p:txBody>
          <a:bodyPr/>
          <a:lstStyle/>
          <a:p>
            <a:r>
              <a:rPr lang="en-US" dirty="0"/>
              <a:t>Multiple choice </a:t>
            </a:r>
            <a:r>
              <a:rPr lang="en-US" dirty="0">
                <a:solidFill>
                  <a:schemeClr val="bg1"/>
                </a:solidFill>
              </a:rPr>
              <a:t>(6)</a:t>
            </a:r>
          </a:p>
        </p:txBody>
      </p:sp>
      <p:sp>
        <p:nvSpPr>
          <p:cNvPr id="14" name="Picture Placeholder 13">
            <a:extLst>
              <a:ext uri="{FF2B5EF4-FFF2-40B4-BE49-F238E27FC236}">
                <a16:creationId xmlns:a16="http://schemas.microsoft.com/office/drawing/2014/main" id="{29B9EC75-6577-E32D-99A2-E54978EE9438}"/>
              </a:ext>
            </a:extLst>
          </p:cNvPr>
          <p:cNvSpPr>
            <a:spLocks noGrp="1"/>
          </p:cNvSpPr>
          <p:nvPr>
            <p:ph type="pic" sz="quarter" idx="20"/>
          </p:nvPr>
        </p:nvSpPr>
        <p:spPr/>
        <p:txBody>
          <a:bodyPr/>
          <a:lstStyle/>
          <a:p>
            <a:pPr algn="ctr"/>
            <a:endParaRPr lang="en-AU" sz="4000"/>
          </a:p>
        </p:txBody>
      </p:sp>
      <p:sp>
        <p:nvSpPr>
          <p:cNvPr id="15" name="Picture Placeholder 14">
            <a:extLst>
              <a:ext uri="{FF2B5EF4-FFF2-40B4-BE49-F238E27FC236}">
                <a16:creationId xmlns:a16="http://schemas.microsoft.com/office/drawing/2014/main" id="{08C58CC8-E167-CE35-57C2-0AFB8730B7FA}"/>
              </a:ext>
            </a:extLst>
          </p:cNvPr>
          <p:cNvSpPr>
            <a:spLocks noGrp="1"/>
          </p:cNvSpPr>
          <p:nvPr>
            <p:ph type="pic" sz="quarter" idx="21"/>
          </p:nvPr>
        </p:nvSpPr>
        <p:spPr/>
        <p:txBody>
          <a:bodyPr/>
          <a:lstStyle/>
          <a:p>
            <a:endParaRPr lang="en-AU"/>
          </a:p>
        </p:txBody>
      </p:sp>
      <p:sp>
        <p:nvSpPr>
          <p:cNvPr id="16" name="Picture Placeholder 15">
            <a:extLst>
              <a:ext uri="{FF2B5EF4-FFF2-40B4-BE49-F238E27FC236}">
                <a16:creationId xmlns:a16="http://schemas.microsoft.com/office/drawing/2014/main" id="{4796CCA1-ED50-C4F4-B332-BD3BA3238549}"/>
              </a:ext>
            </a:extLst>
          </p:cNvPr>
          <p:cNvSpPr>
            <a:spLocks noGrp="1"/>
          </p:cNvSpPr>
          <p:nvPr>
            <p:ph type="pic" sz="quarter" idx="22"/>
          </p:nvPr>
        </p:nvSpPr>
        <p:spPr/>
        <p:txBody>
          <a:bodyPr/>
          <a:lstStyle/>
          <a:p>
            <a:endParaRPr lang="en-AU"/>
          </a:p>
        </p:txBody>
      </p:sp>
      <p:sp>
        <p:nvSpPr>
          <p:cNvPr id="17" name="Picture Placeholder 16">
            <a:extLst>
              <a:ext uri="{FF2B5EF4-FFF2-40B4-BE49-F238E27FC236}">
                <a16:creationId xmlns:a16="http://schemas.microsoft.com/office/drawing/2014/main" id="{86C354AA-6397-16D8-C4C4-474F76D4A1C7}"/>
              </a:ext>
            </a:extLst>
          </p:cNvPr>
          <p:cNvSpPr>
            <a:spLocks noGrp="1"/>
          </p:cNvSpPr>
          <p:nvPr>
            <p:ph type="pic" sz="quarter" idx="23"/>
          </p:nvPr>
        </p:nvSpPr>
        <p:spPr/>
        <p:txBody>
          <a:bodyPr/>
          <a:lstStyle/>
          <a:p>
            <a:endParaRPr lang="en-AU"/>
          </a:p>
        </p:txBody>
      </p:sp>
      <p:sp>
        <p:nvSpPr>
          <p:cNvPr id="18" name="Text Placeholder 17">
            <a:extLst>
              <a:ext uri="{FF2B5EF4-FFF2-40B4-BE49-F238E27FC236}">
                <a16:creationId xmlns:a16="http://schemas.microsoft.com/office/drawing/2014/main" id="{8B713342-A845-FC63-9421-B086E3AB3C41}"/>
              </a:ext>
            </a:extLst>
          </p:cNvPr>
          <p:cNvSpPr>
            <a:spLocks noGrp="1"/>
          </p:cNvSpPr>
          <p:nvPr>
            <p:ph type="body" sz="quarter" idx="24"/>
          </p:nvPr>
        </p:nvSpPr>
        <p:spPr>
          <a:xfrm>
            <a:off x="360000" y="1068785"/>
            <a:ext cx="11243037" cy="893226"/>
          </a:xfrm>
        </p:spPr>
        <p:txBody>
          <a:bodyPr vert="horz" lIns="0" tIns="0" rIns="0" bIns="0" rtlCol="0" anchor="t">
            <a:noAutofit/>
          </a:bodyPr>
          <a:lstStyle/>
          <a:p>
            <a:endParaRPr lang="en-US" sz="4000"/>
          </a:p>
        </p:txBody>
      </p:sp>
      <p:sp>
        <p:nvSpPr>
          <p:cNvPr id="9" name="TextBox 8">
            <a:extLst>
              <a:ext uri="{FF2B5EF4-FFF2-40B4-BE49-F238E27FC236}">
                <a16:creationId xmlns:a16="http://schemas.microsoft.com/office/drawing/2014/main" id="{277FD18C-1E47-9FBB-532B-0DE3C233677A}"/>
              </a:ext>
            </a:extLst>
          </p:cNvPr>
          <p:cNvSpPr txBox="1"/>
          <p:nvPr/>
        </p:nvSpPr>
        <p:spPr>
          <a:xfrm>
            <a:off x="121576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0" name="TextBox 9">
            <a:extLst>
              <a:ext uri="{FF2B5EF4-FFF2-40B4-BE49-F238E27FC236}">
                <a16:creationId xmlns:a16="http://schemas.microsoft.com/office/drawing/2014/main" id="{0EFC4CB8-AF3F-406B-99FC-2C281AD6990A}"/>
              </a:ext>
            </a:extLst>
          </p:cNvPr>
          <p:cNvSpPr txBox="1"/>
          <p:nvPr/>
        </p:nvSpPr>
        <p:spPr>
          <a:xfrm>
            <a:off x="4219739"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1" name="TextBox 10">
            <a:extLst>
              <a:ext uri="{FF2B5EF4-FFF2-40B4-BE49-F238E27FC236}">
                <a16:creationId xmlns:a16="http://schemas.microsoft.com/office/drawing/2014/main" id="{25B95680-E32C-1E10-95C3-D0583F057C8A}"/>
              </a:ext>
            </a:extLst>
          </p:cNvPr>
          <p:cNvSpPr txBox="1"/>
          <p:nvPr/>
        </p:nvSpPr>
        <p:spPr>
          <a:xfrm>
            <a:off x="1022768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2" name="TextBox 11">
            <a:extLst>
              <a:ext uri="{FF2B5EF4-FFF2-40B4-BE49-F238E27FC236}">
                <a16:creationId xmlns:a16="http://schemas.microsoft.com/office/drawing/2014/main" id="{5C468B22-5176-DF39-28C7-B9C61DEEF657}"/>
              </a:ext>
            </a:extLst>
          </p:cNvPr>
          <p:cNvSpPr txBox="1"/>
          <p:nvPr/>
        </p:nvSpPr>
        <p:spPr>
          <a:xfrm>
            <a:off x="7223712"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Tree>
    <p:extLst>
      <p:ext uri="{BB962C8B-B14F-4D97-AF65-F5344CB8AC3E}">
        <p14:creationId xmlns:p14="http://schemas.microsoft.com/office/powerpoint/2010/main" val="8840635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8223418-AC99-D403-B6BA-7F5E5111A87A}"/>
              </a:ext>
            </a:extLst>
          </p:cNvPr>
          <p:cNvSpPr>
            <a:spLocks noGrp="1"/>
          </p:cNvSpPr>
          <p:nvPr>
            <p:ph type="sldNum" sz="quarter" idx="10"/>
          </p:nvPr>
        </p:nvSpPr>
        <p:spPr/>
        <p:txBody>
          <a:bodyPr/>
          <a:lstStyle/>
          <a:p>
            <a:fld id="{10A01DC5-1685-4615-8240-15192985C6A2}" type="slidenum">
              <a:rPr lang="en-AU" smtClean="0"/>
              <a:pPr/>
              <a:t>67</a:t>
            </a:fld>
            <a:endParaRPr lang="en-AU"/>
          </a:p>
        </p:txBody>
      </p:sp>
      <p:sp>
        <p:nvSpPr>
          <p:cNvPr id="3" name="Title 2">
            <a:extLst>
              <a:ext uri="{FF2B5EF4-FFF2-40B4-BE49-F238E27FC236}">
                <a16:creationId xmlns:a16="http://schemas.microsoft.com/office/drawing/2014/main" id="{CA8966FD-9600-3EC7-EF10-06492353388E}"/>
              </a:ext>
            </a:extLst>
          </p:cNvPr>
          <p:cNvSpPr>
            <a:spLocks noGrp="1"/>
          </p:cNvSpPr>
          <p:nvPr>
            <p:ph type="title"/>
          </p:nvPr>
        </p:nvSpPr>
        <p:spPr/>
        <p:txBody>
          <a:bodyPr/>
          <a:lstStyle/>
          <a:p>
            <a:r>
              <a:rPr lang="en-AU" dirty="0"/>
              <a:t>References </a:t>
            </a:r>
            <a:r>
              <a:rPr lang="en-AU" dirty="0">
                <a:solidFill>
                  <a:schemeClr val="accent4"/>
                </a:solidFill>
              </a:rPr>
              <a:t>(1)</a:t>
            </a:r>
          </a:p>
        </p:txBody>
      </p:sp>
      <p:sp>
        <p:nvSpPr>
          <p:cNvPr id="4" name="Content Placeholder 3">
            <a:extLst>
              <a:ext uri="{FF2B5EF4-FFF2-40B4-BE49-F238E27FC236}">
                <a16:creationId xmlns:a16="http://schemas.microsoft.com/office/drawing/2014/main" id="{B7C07B50-96D9-2E35-E2CE-3139F6377F08}"/>
              </a:ext>
            </a:extLst>
          </p:cNvPr>
          <p:cNvSpPr>
            <a:spLocks noGrp="1" noRot="1" noMove="1" noResize="1" noEditPoints="1" noAdjustHandles="1" noChangeArrowheads="1" noChangeShapeType="1"/>
          </p:cNvSpPr>
          <p:nvPr>
            <p:ph idx="1"/>
          </p:nvPr>
        </p:nvSpPr>
        <p:spPr/>
        <p:txBody>
          <a:bodyPr vert="horz" lIns="0" tIns="0" rIns="0" bIns="0" rtlCol="0" anchor="t">
            <a:noAutofit/>
          </a:bodyPr>
          <a:lstStyle/>
          <a:p>
            <a:pPr fontAlgn="base"/>
            <a:r>
              <a:rPr lang="en-AU" u="sng" err="1">
                <a:hlinkClick r:id="rId3"/>
              </a:rPr>
              <a:t>athematics</a:t>
            </a:r>
            <a:r>
              <a:rPr lang="en-AU" u="sng">
                <a:hlinkClick r:id="rId3"/>
              </a:rPr>
              <a:t> K–10 Syllabus</a:t>
            </a:r>
            <a:r>
              <a:rPr lang="en-AU"/>
              <a:t> © NSW Education Standards Authority (NESA) for and on behalf of the Crown in right of the State of New South Wales, 2022.</a:t>
            </a:r>
            <a:r>
              <a:rPr lang="en-US"/>
              <a:t>​</a:t>
            </a:r>
          </a:p>
          <a:p>
            <a:pPr fontAlgn="base"/>
            <a:r>
              <a:rPr lang="en-AU" u="sng">
                <a:hlinkClick r:id="rId4"/>
              </a:rPr>
              <a:t>National literacy and numeracy progressions</a:t>
            </a:r>
            <a:r>
              <a:rPr lang="en-AU"/>
              <a:t> © Australian Curriculum, Assessment and Reporting Authority (ACARA) 2010 to present, unless otherwise indicated. This material was downloaded from the </a:t>
            </a:r>
            <a:r>
              <a:rPr lang="en-AU" u="sng">
                <a:hlinkClick r:id="rId5"/>
              </a:rPr>
              <a:t>Australian Curriculum</a:t>
            </a:r>
            <a:r>
              <a:rPr lang="en-AU"/>
              <a:t> website (National Numeracy Learning Progression) (accessed 23 May 2024) and was not modified.</a:t>
            </a:r>
            <a:r>
              <a:rPr lang="en-US"/>
              <a:t>​</a:t>
            </a:r>
          </a:p>
          <a:p>
            <a:pPr fontAlgn="base"/>
            <a:r>
              <a:rPr lang="en-AU"/>
              <a:t>Askew M (2016) </a:t>
            </a:r>
            <a:r>
              <a:rPr lang="en-AU" i="1"/>
              <a:t>A Practical Guide to Transforming Primary Mathematics: Activities and tasks that really work</a:t>
            </a:r>
            <a:r>
              <a:rPr lang="en-AU"/>
              <a:t>, 1st </a:t>
            </a:r>
            <a:r>
              <a:rPr lang="en-AU" err="1"/>
              <a:t>edn</a:t>
            </a:r>
            <a:r>
              <a:rPr lang="en-AU"/>
              <a:t>, Routledge, Oxon.</a:t>
            </a:r>
            <a:r>
              <a:rPr lang="en-US"/>
              <a:t>​</a:t>
            </a:r>
          </a:p>
          <a:p>
            <a:pPr fontAlgn="base"/>
            <a:r>
              <a:rPr lang="en-AU"/>
              <a:t>Francome T (2016) ‘</a:t>
            </a:r>
            <a:r>
              <a:rPr lang="en-AU" u="sng">
                <a:hlinkClick r:id="rId6"/>
              </a:rPr>
              <a:t>Empty protractor</a:t>
            </a:r>
            <a:r>
              <a:rPr lang="en-AU"/>
              <a:t>’, Mathematics Teaching, Association of Teachers of Mathematics, accessed 2 August 2024.</a:t>
            </a:r>
            <a:r>
              <a:rPr lang="en-US"/>
              <a:t>​</a:t>
            </a:r>
          </a:p>
          <a:p>
            <a:pPr fontAlgn="base"/>
            <a:r>
              <a:rPr lang="en-AU"/>
              <a:t>NESA (NSW Education Standards Authority) (2022) ‘</a:t>
            </a:r>
            <a:r>
              <a:rPr lang="en-AU" u="sng">
                <a:hlinkClick r:id="rId7"/>
              </a:rPr>
              <a:t>Stage 3 – Teaching advice for Two-dimensional spatial structure A: 2D shapes</a:t>
            </a:r>
            <a:r>
              <a:rPr lang="en-AU"/>
              <a:t>’, </a:t>
            </a:r>
            <a:r>
              <a:rPr lang="en-AU" i="1"/>
              <a:t>Mathematics K–10 Syllabus: Content</a:t>
            </a:r>
            <a:r>
              <a:rPr lang="en-AU"/>
              <a:t>, NESA website, accessed 7 August 2024.</a:t>
            </a:r>
            <a:r>
              <a:rPr lang="en-US"/>
              <a:t>​</a:t>
            </a:r>
          </a:p>
          <a:p>
            <a:pPr algn="l" rtl="0" fontAlgn="base"/>
            <a:endParaRPr lang="en-AU" b="0" i="0">
              <a:solidFill>
                <a:srgbClr val="000000"/>
              </a:solidFill>
              <a:effectLst/>
              <a:latin typeface="Arial" panose="020B0604020202020204" pitchFamily="34" charset="0"/>
            </a:endParaRPr>
          </a:p>
          <a:p>
            <a:pPr algn="l" rtl="0" fontAlgn="base"/>
            <a:endParaRPr lang="en-AU" b="0" i="0">
              <a:solidFill>
                <a:srgbClr val="000000"/>
              </a:solidFill>
              <a:effectLst/>
              <a:latin typeface="Arial" panose="020B0604020202020204" pitchFamily="34" charset="0"/>
            </a:endParaRPr>
          </a:p>
        </p:txBody>
      </p:sp>
      <p:sp>
        <p:nvSpPr>
          <p:cNvPr id="6" name="TextBox 5">
            <a:extLst>
              <a:ext uri="{FF2B5EF4-FFF2-40B4-BE49-F238E27FC236}">
                <a16:creationId xmlns:a16="http://schemas.microsoft.com/office/drawing/2014/main" id="{EABCE76F-41B1-7EE2-14F1-DC744150DE0C}"/>
              </a:ext>
            </a:extLst>
          </p:cNvPr>
          <p:cNvSpPr txBox="1"/>
          <p:nvPr/>
        </p:nvSpPr>
        <p:spPr>
          <a:xfrm>
            <a:off x="335826" y="1397263"/>
            <a:ext cx="11471999" cy="1597297"/>
          </a:xfrm>
          <a:prstGeom prst="rect">
            <a:avLst/>
          </a:prstGeom>
          <a:noFill/>
        </p:spPr>
        <p:txBody>
          <a:bodyPr wrap="square">
            <a:spAutoFit/>
          </a:bodyPr>
          <a:lstStyle/>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latin typeface="Public Sans Light"/>
                <a:ea typeface="+mn-ea"/>
                <a:cs typeface="+mn-cs"/>
              </a:rPr>
              <a:t>This presentation contains NSW Curriculum and syllabus content. The NSW Curriculum is developed by the NSW Education Standards Authority. This content is prepared by NESA for and on behalf of the Crown in the right of the State of New South Wales. The material is protected by Crown copyright.</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latin typeface="Public Sans Light"/>
                <a:ea typeface="+mn-ea"/>
                <a:cs typeface="+mn-cs"/>
              </a:rPr>
              <a:t>Please refer to the NESA Copyright Disclaimer for more information </a:t>
            </a:r>
            <a:r>
              <a:rPr kumimoji="0" lang="en-AU" sz="1200" b="0" i="0" u="none" strike="noStrike" kern="1200" cap="none" spc="0" normalizeH="0" baseline="0" noProof="0">
                <a:ln>
                  <a:noFill/>
                </a:ln>
                <a:solidFill>
                  <a:srgbClr val="CBEDFD"/>
                </a:solidFill>
                <a:effectLst/>
                <a:uLnTx/>
                <a:uFillTx/>
                <a:latin typeface="Public Sans Light"/>
                <a:ea typeface="+mn-ea"/>
                <a:cs typeface="+mn-cs"/>
                <a:hlinkClick r:id="rId8">
                  <a:extLst>
                    <a:ext uri="{A12FA001-AC4F-418D-AE19-62706E023703}">
                      <ahyp:hlinkClr xmlns:ahyp="http://schemas.microsoft.com/office/drawing/2018/hyperlinkcolor" val="tx"/>
                    </a:ext>
                  </a:extLst>
                </a:hlinkClick>
              </a:rPr>
              <a:t>https://educationstandards.nsw.edu.au/wps/portal/nesa/mini-footer/copyright</a:t>
            </a:r>
            <a:r>
              <a:rPr kumimoji="0" lang="en-AU" sz="1200" b="0" i="0" u="none" strike="noStrike" kern="1200" cap="none" spc="0" normalizeH="0" baseline="0" noProof="0">
                <a:ln>
                  <a:noFill/>
                </a:ln>
                <a:solidFill>
                  <a:srgbClr val="FFFFFF"/>
                </a:solidFill>
                <a:effectLst/>
                <a:uLnTx/>
                <a:uFillTx/>
                <a:latin typeface="Public Sans Light"/>
                <a:ea typeface="+mn-ea"/>
                <a:cs typeface="+mn-cs"/>
              </a:rPr>
              <a:t>. </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latin typeface="Public Sans Light"/>
                <a:ea typeface="+mn-ea"/>
                <a:cs typeface="+mn-cs"/>
              </a:rPr>
              <a:t>NESA holds the only official and up-to-date versions of the NSW Curriculum and syllabus documents. Please visit the NSW Education Standards Authority (NESA) website </a:t>
            </a:r>
            <a:r>
              <a:rPr kumimoji="0" lang="en-AU" sz="1200" b="0" i="0" u="none" strike="noStrike" kern="1200" cap="none" spc="0" normalizeH="0" baseline="0" noProof="0">
                <a:ln>
                  <a:noFill/>
                </a:ln>
                <a:solidFill>
                  <a:srgbClr val="CBEDFD"/>
                </a:solidFill>
                <a:effectLst/>
                <a:uLnTx/>
                <a:uFillTx/>
                <a:latin typeface="Public Sans Light"/>
                <a:ea typeface="+mn-ea"/>
                <a:cs typeface="+mn-cs"/>
                <a:hlinkClick r:id="rId9">
                  <a:extLst>
                    <a:ext uri="{A12FA001-AC4F-418D-AE19-62706E023703}">
                      <ahyp:hlinkClr xmlns:ahyp="http://schemas.microsoft.com/office/drawing/2018/hyperlinkcolor" val="tx"/>
                    </a:ext>
                  </a:extLst>
                </a:hlinkClick>
              </a:rPr>
              <a:t>https://educationstandards.nsw.edu.au/wps/portal/nesa/home</a:t>
            </a:r>
            <a:r>
              <a:rPr kumimoji="0" lang="en-AU" sz="1200" b="0" i="0" u="none" strike="noStrike" kern="1200" cap="none" spc="0" normalizeH="0" baseline="0" noProof="0">
                <a:ln>
                  <a:noFill/>
                </a:ln>
                <a:solidFill>
                  <a:srgbClr val="CBEDFD"/>
                </a:solidFill>
                <a:effectLst/>
                <a:uLnTx/>
                <a:uFillTx/>
                <a:latin typeface="Public Sans Light"/>
                <a:ea typeface="+mn-ea"/>
                <a:cs typeface="+mn-cs"/>
              </a:rPr>
              <a:t> </a:t>
            </a:r>
            <a:r>
              <a:rPr kumimoji="0" lang="en-AU" sz="1200" b="0" i="0" u="none" strike="noStrike" kern="1200" cap="none" spc="0" normalizeH="0" baseline="0" noProof="0">
                <a:ln>
                  <a:noFill/>
                </a:ln>
                <a:solidFill>
                  <a:srgbClr val="FFFFFF"/>
                </a:solidFill>
                <a:effectLst/>
                <a:uLnTx/>
                <a:uFillTx/>
                <a:latin typeface="Public Sans Light"/>
                <a:ea typeface="+mn-ea"/>
                <a:cs typeface="+mn-cs"/>
              </a:rPr>
              <a:t>and the NSW Curriculum website </a:t>
            </a:r>
            <a:r>
              <a:rPr kumimoji="0" lang="en-AU" sz="1200" b="0" i="0" u="none" strike="noStrike" kern="1200" cap="none" spc="0" normalizeH="0" baseline="0" noProof="0">
                <a:ln>
                  <a:noFill/>
                </a:ln>
                <a:solidFill>
                  <a:srgbClr val="CBEDFD"/>
                </a:solidFill>
                <a:effectLst/>
                <a:uLnTx/>
                <a:uFillTx/>
                <a:latin typeface="Public Sans Light"/>
                <a:ea typeface="+mn-ea"/>
                <a:cs typeface="+mn-cs"/>
                <a:hlinkClick r:id="rId10">
                  <a:extLst>
                    <a:ext uri="{A12FA001-AC4F-418D-AE19-62706E023703}">
                      <ahyp:hlinkClr xmlns:ahyp="http://schemas.microsoft.com/office/drawing/2018/hyperlinkcolor" val="tx"/>
                    </a:ext>
                  </a:extLst>
                </a:hlinkClick>
              </a:rPr>
              <a:t>https://curriculum.nsw.edu.au</a:t>
            </a:r>
            <a:r>
              <a:rPr kumimoji="0" lang="en-AU" sz="1200" b="0" i="0" u="none" strike="noStrike" kern="1200" cap="none" spc="0" normalizeH="0" baseline="0" noProof="0">
                <a:ln>
                  <a:noFill/>
                </a:ln>
                <a:solidFill>
                  <a:srgbClr val="FFFFFF"/>
                </a:solidFill>
                <a:effectLst/>
                <a:uLnTx/>
                <a:uFillTx/>
                <a:latin typeface="Public Sans Light"/>
                <a:ea typeface="+mn-ea"/>
                <a:cs typeface="+mn-cs"/>
              </a:rPr>
              <a:t>.</a:t>
            </a:r>
          </a:p>
        </p:txBody>
      </p:sp>
    </p:spTree>
    <p:extLst>
      <p:ext uri="{BB962C8B-B14F-4D97-AF65-F5344CB8AC3E}">
        <p14:creationId xmlns:p14="http://schemas.microsoft.com/office/powerpoint/2010/main" val="40997728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8223418-AC99-D403-B6BA-7F5E5111A87A}"/>
              </a:ext>
            </a:extLst>
          </p:cNvPr>
          <p:cNvSpPr>
            <a:spLocks noGrp="1"/>
          </p:cNvSpPr>
          <p:nvPr>
            <p:ph type="sldNum" sz="quarter" idx="10"/>
          </p:nvPr>
        </p:nvSpPr>
        <p:spPr/>
        <p:txBody>
          <a:bodyPr/>
          <a:lstStyle/>
          <a:p>
            <a:fld id="{10A01DC5-1685-4615-8240-15192985C6A2}" type="slidenum">
              <a:rPr lang="en-AU" smtClean="0"/>
              <a:pPr/>
              <a:t>68</a:t>
            </a:fld>
            <a:endParaRPr lang="en-AU"/>
          </a:p>
        </p:txBody>
      </p:sp>
      <p:sp>
        <p:nvSpPr>
          <p:cNvPr id="3" name="Title 2">
            <a:extLst>
              <a:ext uri="{FF2B5EF4-FFF2-40B4-BE49-F238E27FC236}">
                <a16:creationId xmlns:a16="http://schemas.microsoft.com/office/drawing/2014/main" id="{CA8966FD-9600-3EC7-EF10-06492353388E}"/>
              </a:ext>
            </a:extLst>
          </p:cNvPr>
          <p:cNvSpPr>
            <a:spLocks noGrp="1"/>
          </p:cNvSpPr>
          <p:nvPr>
            <p:ph type="title"/>
          </p:nvPr>
        </p:nvSpPr>
        <p:spPr/>
        <p:txBody>
          <a:bodyPr/>
          <a:lstStyle/>
          <a:p>
            <a:r>
              <a:rPr lang="en-AU" dirty="0"/>
              <a:t>References </a:t>
            </a:r>
            <a:r>
              <a:rPr lang="en-AU" dirty="0">
                <a:solidFill>
                  <a:schemeClr val="accent4"/>
                </a:solidFill>
              </a:rPr>
              <a:t>(2)</a:t>
            </a:r>
          </a:p>
        </p:txBody>
      </p:sp>
      <p:sp>
        <p:nvSpPr>
          <p:cNvPr id="4" name="Content Placeholder 3">
            <a:extLst>
              <a:ext uri="{FF2B5EF4-FFF2-40B4-BE49-F238E27FC236}">
                <a16:creationId xmlns:a16="http://schemas.microsoft.com/office/drawing/2014/main" id="{B7C07B50-96D9-2E35-E2CE-3139F6377F08}"/>
              </a:ext>
            </a:extLst>
          </p:cNvPr>
          <p:cNvSpPr>
            <a:spLocks noGrp="1" noRot="1" noMove="1" noResize="1" noEditPoints="1" noAdjustHandles="1" noChangeArrowheads="1" noChangeShapeType="1"/>
          </p:cNvSpPr>
          <p:nvPr>
            <p:ph idx="1"/>
          </p:nvPr>
        </p:nvSpPr>
        <p:spPr/>
        <p:txBody>
          <a:bodyPr/>
          <a:lstStyle/>
          <a:p>
            <a:pPr fontAlgn="base"/>
            <a:r>
              <a:rPr lang="en-AU"/>
              <a:t>State of New South Wales (Department of Education) (2024) ‘</a:t>
            </a:r>
            <a:r>
              <a:rPr lang="en-AU" u="sng">
                <a:hlinkClick r:id="rId3"/>
              </a:rPr>
              <a:t>Mastermind</a:t>
            </a:r>
            <a:r>
              <a:rPr lang="en-AU"/>
              <a:t>’, </a:t>
            </a:r>
            <a:r>
              <a:rPr lang="en-AU" i="1"/>
              <a:t>Thinking mathematically resources</a:t>
            </a:r>
            <a:r>
              <a:rPr lang="en-AU"/>
              <a:t>, NSW Department of Education website, accessed 23 May 2024.</a:t>
            </a:r>
            <a:r>
              <a:rPr lang="en-US"/>
              <a:t>​</a:t>
            </a:r>
          </a:p>
          <a:p>
            <a:pPr fontAlgn="base"/>
            <a:r>
              <a:rPr lang="en-AU"/>
              <a:t>Van de Walle J, Karp K, Bay-Williams JM, Brass A, Bentley B, Ferguson S, Goff W, Livy S, Marshman M, Martin D, Pearn C, </a:t>
            </a:r>
            <a:r>
              <a:rPr lang="en-AU" err="1"/>
              <a:t>Prodromou</a:t>
            </a:r>
            <a:r>
              <a:rPr lang="en-AU"/>
              <a:t> T, Symons D and Wilkie K (2019) </a:t>
            </a:r>
            <a:r>
              <a:rPr lang="en-AU" i="1"/>
              <a:t>Primary and Middle Years Mathematics: Teaching Developmentally</a:t>
            </a:r>
            <a:r>
              <a:rPr lang="en-AU"/>
              <a:t>, 1st Australian </a:t>
            </a:r>
            <a:r>
              <a:rPr lang="en-AU" err="1"/>
              <a:t>edn</a:t>
            </a:r>
            <a:r>
              <a:rPr lang="en-AU"/>
              <a:t>, Pearson Education Australia, Melbourne.</a:t>
            </a:r>
            <a:r>
              <a:rPr lang="en-US"/>
              <a:t>​</a:t>
            </a:r>
          </a:p>
          <a:p>
            <a:pPr fontAlgn="base"/>
            <a:r>
              <a:rPr lang="en-AU" err="1"/>
              <a:t>Worldometer</a:t>
            </a:r>
            <a:r>
              <a:rPr lang="en-AU"/>
              <a:t> (2023) ‘</a:t>
            </a:r>
            <a:r>
              <a:rPr lang="en-AU" u="sng">
                <a:hlinkClick r:id="rId4"/>
              </a:rPr>
              <a:t>Population by Country</a:t>
            </a:r>
            <a:r>
              <a:rPr lang="en-AU"/>
              <a:t>’, </a:t>
            </a:r>
            <a:r>
              <a:rPr lang="en-AU" i="1"/>
              <a:t>Population</a:t>
            </a:r>
            <a:r>
              <a:rPr lang="en-AU"/>
              <a:t>, </a:t>
            </a:r>
            <a:r>
              <a:rPr lang="en-AU" err="1"/>
              <a:t>Worldometer</a:t>
            </a:r>
            <a:r>
              <a:rPr lang="en-AU"/>
              <a:t> website, accessed 5 August 2024.</a:t>
            </a:r>
            <a:r>
              <a:rPr lang="en-US"/>
              <a:t>​</a:t>
            </a:r>
          </a:p>
          <a:p>
            <a:pPr algn="l" rtl="0" fontAlgn="base"/>
            <a:endParaRPr lang="en-AU" b="0" i="0">
              <a:solidFill>
                <a:srgbClr val="000000"/>
              </a:solidFill>
              <a:effectLst/>
              <a:latin typeface="Arial" panose="020B0604020202020204" pitchFamily="34" charset="0"/>
            </a:endParaRPr>
          </a:p>
          <a:p>
            <a:pPr algn="l" rtl="0" fontAlgn="base"/>
            <a:endParaRPr lang="en-AU" b="0" i="0">
              <a:solidFill>
                <a:srgbClr val="000000"/>
              </a:solidFill>
              <a:effectLst/>
              <a:latin typeface="Arial" panose="020B0604020202020204" pitchFamily="34" charset="0"/>
            </a:endParaRPr>
          </a:p>
        </p:txBody>
      </p:sp>
      <p:sp>
        <p:nvSpPr>
          <p:cNvPr id="6" name="TextBox 5">
            <a:extLst>
              <a:ext uri="{FF2B5EF4-FFF2-40B4-BE49-F238E27FC236}">
                <a16:creationId xmlns:a16="http://schemas.microsoft.com/office/drawing/2014/main" id="{EABCE76F-41B1-7EE2-14F1-DC744150DE0C}"/>
              </a:ext>
            </a:extLst>
          </p:cNvPr>
          <p:cNvSpPr txBox="1"/>
          <p:nvPr/>
        </p:nvSpPr>
        <p:spPr>
          <a:xfrm>
            <a:off x="335826" y="1397263"/>
            <a:ext cx="11471999" cy="1597297"/>
          </a:xfrm>
          <a:prstGeom prst="rect">
            <a:avLst/>
          </a:prstGeom>
          <a:noFill/>
        </p:spPr>
        <p:txBody>
          <a:bodyPr wrap="square">
            <a:spAutoFit/>
          </a:bodyPr>
          <a:lstStyle/>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latin typeface="Public Sans Light"/>
                <a:ea typeface="+mn-ea"/>
                <a:cs typeface="+mn-cs"/>
              </a:rPr>
              <a:t>This presentation contains NSW Curriculum and syllabus content. The NSW Curriculum is developed by the NSW Education Standards Authority. This content is prepared by NESA for and on behalf of the Crown in the right of the State of New South Wales. The material is protected by Crown copyright.</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latin typeface="Public Sans Light"/>
                <a:ea typeface="+mn-ea"/>
                <a:cs typeface="+mn-cs"/>
              </a:rPr>
              <a:t>Please refer to the NESA Copyright Disclaimer for more information </a:t>
            </a:r>
            <a:r>
              <a:rPr kumimoji="0" lang="en-AU" sz="1200" b="0" i="0" u="none" strike="noStrike" kern="1200" cap="none" spc="0" normalizeH="0" baseline="0" noProof="0">
                <a:ln>
                  <a:noFill/>
                </a:ln>
                <a:solidFill>
                  <a:srgbClr val="CBEDFD"/>
                </a:solidFill>
                <a:effectLst/>
                <a:uLnTx/>
                <a:uFillTx/>
                <a:latin typeface="Public Sans Light"/>
                <a:ea typeface="+mn-ea"/>
                <a:cs typeface="+mn-cs"/>
                <a:hlinkClick r:id="rId5">
                  <a:extLst>
                    <a:ext uri="{A12FA001-AC4F-418D-AE19-62706E023703}">
                      <ahyp:hlinkClr xmlns:ahyp="http://schemas.microsoft.com/office/drawing/2018/hyperlinkcolor" val="tx"/>
                    </a:ext>
                  </a:extLst>
                </a:hlinkClick>
              </a:rPr>
              <a:t>https://educationstandards.nsw.edu.au/wps/portal/nesa/mini-footer/copyright</a:t>
            </a:r>
            <a:r>
              <a:rPr kumimoji="0" lang="en-AU" sz="1200" b="0" i="0" u="none" strike="noStrike" kern="1200" cap="none" spc="0" normalizeH="0" baseline="0" noProof="0">
                <a:ln>
                  <a:noFill/>
                </a:ln>
                <a:solidFill>
                  <a:srgbClr val="FFFFFF"/>
                </a:solidFill>
                <a:effectLst/>
                <a:uLnTx/>
                <a:uFillTx/>
                <a:latin typeface="Public Sans Light"/>
                <a:ea typeface="+mn-ea"/>
                <a:cs typeface="+mn-cs"/>
              </a:rPr>
              <a:t>. </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latin typeface="Public Sans Light"/>
                <a:ea typeface="+mn-ea"/>
                <a:cs typeface="+mn-cs"/>
              </a:rPr>
              <a:t>NESA holds the only official and up-to-date versions of the NSW Curriculum and syllabus documents. Please visit the NSW Education Standards Authority (NESA) website </a:t>
            </a:r>
            <a:r>
              <a:rPr kumimoji="0" lang="en-AU" sz="1200" b="0" i="0" u="none" strike="noStrike" kern="1200" cap="none" spc="0" normalizeH="0" baseline="0" noProof="0">
                <a:ln>
                  <a:noFill/>
                </a:ln>
                <a:solidFill>
                  <a:srgbClr val="CBEDFD"/>
                </a:solidFill>
                <a:effectLst/>
                <a:uLnTx/>
                <a:uFillTx/>
                <a:latin typeface="Public Sans Light"/>
                <a:ea typeface="+mn-ea"/>
                <a:cs typeface="+mn-cs"/>
                <a:hlinkClick r:id="rId6">
                  <a:extLst>
                    <a:ext uri="{A12FA001-AC4F-418D-AE19-62706E023703}">
                      <ahyp:hlinkClr xmlns:ahyp="http://schemas.microsoft.com/office/drawing/2018/hyperlinkcolor" val="tx"/>
                    </a:ext>
                  </a:extLst>
                </a:hlinkClick>
              </a:rPr>
              <a:t>https://educationstandards.nsw.edu.au/wps/portal/nesa/home</a:t>
            </a:r>
            <a:r>
              <a:rPr kumimoji="0" lang="en-AU" sz="1200" b="0" i="0" u="none" strike="noStrike" kern="1200" cap="none" spc="0" normalizeH="0" baseline="0" noProof="0">
                <a:ln>
                  <a:noFill/>
                </a:ln>
                <a:solidFill>
                  <a:srgbClr val="CBEDFD"/>
                </a:solidFill>
                <a:effectLst/>
                <a:uLnTx/>
                <a:uFillTx/>
                <a:latin typeface="Public Sans Light"/>
                <a:ea typeface="+mn-ea"/>
                <a:cs typeface="+mn-cs"/>
              </a:rPr>
              <a:t> </a:t>
            </a:r>
            <a:r>
              <a:rPr kumimoji="0" lang="en-AU" sz="1200" b="0" i="0" u="none" strike="noStrike" kern="1200" cap="none" spc="0" normalizeH="0" baseline="0" noProof="0">
                <a:ln>
                  <a:noFill/>
                </a:ln>
                <a:solidFill>
                  <a:srgbClr val="FFFFFF"/>
                </a:solidFill>
                <a:effectLst/>
                <a:uLnTx/>
                <a:uFillTx/>
                <a:latin typeface="Public Sans Light"/>
                <a:ea typeface="+mn-ea"/>
                <a:cs typeface="+mn-cs"/>
              </a:rPr>
              <a:t>and the NSW Curriculum website </a:t>
            </a:r>
            <a:r>
              <a:rPr kumimoji="0" lang="en-AU" sz="1200" b="0" i="0" u="none" strike="noStrike" kern="1200" cap="none" spc="0" normalizeH="0" baseline="0" noProof="0">
                <a:ln>
                  <a:noFill/>
                </a:ln>
                <a:solidFill>
                  <a:srgbClr val="CBEDFD"/>
                </a:solidFill>
                <a:effectLst/>
                <a:uLnTx/>
                <a:uFillTx/>
                <a:latin typeface="Public Sans Light"/>
                <a:ea typeface="+mn-ea"/>
                <a:cs typeface="+mn-cs"/>
                <a:hlinkClick r:id="rId7">
                  <a:extLst>
                    <a:ext uri="{A12FA001-AC4F-418D-AE19-62706E023703}">
                      <ahyp:hlinkClr xmlns:ahyp="http://schemas.microsoft.com/office/drawing/2018/hyperlinkcolor" val="tx"/>
                    </a:ext>
                  </a:extLst>
                </a:hlinkClick>
              </a:rPr>
              <a:t>https://curriculum.nsw.edu.au</a:t>
            </a:r>
            <a:r>
              <a:rPr kumimoji="0" lang="en-AU" sz="1200" b="0" i="0" u="none" strike="noStrike" kern="1200" cap="none" spc="0" normalizeH="0" baseline="0" noProof="0">
                <a:ln>
                  <a:noFill/>
                </a:ln>
                <a:solidFill>
                  <a:srgbClr val="FFFFFF"/>
                </a:solidFill>
                <a:effectLst/>
                <a:uLnTx/>
                <a:uFillTx/>
                <a:latin typeface="Public Sans Light"/>
                <a:ea typeface="+mn-ea"/>
                <a:cs typeface="+mn-cs"/>
              </a:rPr>
              <a:t>.</a:t>
            </a:r>
          </a:p>
        </p:txBody>
      </p:sp>
    </p:spTree>
    <p:extLst>
      <p:ext uri="{BB962C8B-B14F-4D97-AF65-F5344CB8AC3E}">
        <p14:creationId xmlns:p14="http://schemas.microsoft.com/office/powerpoint/2010/main" val="12935367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146F84-0A22-2DEF-978C-013AB2B0CDA6}"/>
              </a:ext>
            </a:extLst>
          </p:cNvPr>
          <p:cNvSpPr>
            <a:spLocks noGrp="1"/>
          </p:cNvSpPr>
          <p:nvPr>
            <p:ph type="title"/>
          </p:nvPr>
        </p:nvSpPr>
        <p:spPr>
          <a:xfrm>
            <a:off x="360000" y="360000"/>
            <a:ext cx="10080000" cy="537467"/>
          </a:xfrm>
        </p:spPr>
        <p:txBody>
          <a:bodyPr/>
          <a:lstStyle/>
          <a:p>
            <a:r>
              <a:rPr lang="en-AU">
                <a:latin typeface="+mj-lt"/>
              </a:rPr>
              <a:t>Copyright</a:t>
            </a:r>
          </a:p>
        </p:txBody>
      </p:sp>
      <p:sp>
        <p:nvSpPr>
          <p:cNvPr id="7" name="Text Placeholder 6">
            <a:extLst>
              <a:ext uri="{FF2B5EF4-FFF2-40B4-BE49-F238E27FC236}">
                <a16:creationId xmlns:a16="http://schemas.microsoft.com/office/drawing/2014/main" id="{E762E711-B51D-9854-C2DD-A164FE59F882}"/>
              </a:ext>
            </a:extLst>
          </p:cNvPr>
          <p:cNvSpPr>
            <a:spLocks noGrp="1"/>
          </p:cNvSpPr>
          <p:nvPr>
            <p:ph type="body" sz="quarter" idx="18"/>
          </p:nvPr>
        </p:nvSpPr>
        <p:spPr/>
        <p:txBody>
          <a:bodyPr/>
          <a:lstStyle/>
          <a:p>
            <a:r>
              <a:rPr lang="en-AU">
                <a:latin typeface="+mj-lt"/>
              </a:rPr>
              <a:t>© State of New South Wales (Department of Education), 2025</a:t>
            </a:r>
          </a:p>
        </p:txBody>
      </p:sp>
      <p:sp>
        <p:nvSpPr>
          <p:cNvPr id="8" name="TextBox 7">
            <a:extLst>
              <a:ext uri="{FF2B5EF4-FFF2-40B4-BE49-F238E27FC236}">
                <a16:creationId xmlns:a16="http://schemas.microsoft.com/office/drawing/2014/main" id="{F70BB973-8437-BE43-4C71-6089E7F934FA}"/>
              </a:ext>
            </a:extLst>
          </p:cNvPr>
          <p:cNvSpPr txBox="1"/>
          <p:nvPr/>
        </p:nvSpPr>
        <p:spPr>
          <a:xfrm>
            <a:off x="360000" y="1453575"/>
            <a:ext cx="11484338" cy="5067724"/>
          </a:xfrm>
          <a:prstGeom prst="rect">
            <a:avLst/>
          </a:prstGeom>
          <a:noFill/>
        </p:spPr>
        <p:txBody>
          <a:bodyPr wrap="square" lIns="0" tIns="0" rIns="0" bIns="0" rtlCol="0">
            <a:noAutofit/>
          </a:bodyPr>
          <a:lstStyle/>
          <a:p>
            <a:pPr algn="l">
              <a:lnSpc>
                <a:spcPct val="150000"/>
              </a:lnSpc>
              <a:spcAft>
                <a:spcPts val="600"/>
              </a:spcAft>
            </a:pPr>
            <a:r>
              <a:rPr lang="en-AU" sz="1200">
                <a:solidFill>
                  <a:schemeClr val="bg1"/>
                </a:solidFill>
              </a:rPr>
              <a:t>The copyright material published in this resource is subject to the </a:t>
            </a:r>
            <a:r>
              <a:rPr lang="en-AU" sz="1200" i="1">
                <a:solidFill>
                  <a:schemeClr val="bg1"/>
                </a:solidFill>
              </a:rPr>
              <a:t>Copyright Act 1968</a:t>
            </a:r>
            <a:r>
              <a:rPr lang="en-AU" sz="1200">
                <a:solidFill>
                  <a:schemeClr val="bg1"/>
                </a:solidFill>
              </a:rPr>
              <a:t> (</a:t>
            </a:r>
            <a:r>
              <a:rPr lang="en-AU" sz="1200" err="1">
                <a:solidFill>
                  <a:schemeClr val="bg1"/>
                </a:solidFill>
              </a:rPr>
              <a:t>Cth</a:t>
            </a:r>
            <a:r>
              <a:rPr lang="en-AU" sz="1200">
                <a:solidFill>
                  <a:schemeClr val="bg1"/>
                </a:solidFill>
              </a:rPr>
              <a:t>) and is owned by the NSW Department of Education or, where indicated, by a party other than the NSW Department of Education (third-party material).</a:t>
            </a:r>
          </a:p>
          <a:p>
            <a:pPr algn="l">
              <a:lnSpc>
                <a:spcPct val="150000"/>
              </a:lnSpc>
              <a:spcAft>
                <a:spcPts val="600"/>
              </a:spcAft>
            </a:pPr>
            <a:r>
              <a:rPr lang="en-AU" sz="1200">
                <a:solidFill>
                  <a:schemeClr val="bg1"/>
                </a:solidFill>
              </a:rPr>
              <a:t>Copyright material available in this resource and owned by the NSW Department of Education is licensed under a </a:t>
            </a:r>
            <a:r>
              <a:rPr lang="en-AU" sz="1200">
                <a:solidFill>
                  <a:schemeClr val="accent4"/>
                </a:solidFill>
                <a:hlinkClick r:id="rId3">
                  <a:extLst>
                    <a:ext uri="{A12FA001-AC4F-418D-AE19-62706E023703}">
                      <ahyp:hlinkClr xmlns:ahyp="http://schemas.microsoft.com/office/drawing/2018/hyperlinkcolor" val="tx"/>
                    </a:ext>
                  </a:extLst>
                </a:hlinkClick>
              </a:rPr>
              <a:t>Creative Commons Attribution 4.0 International (CC BY 4.0) license</a:t>
            </a:r>
            <a:r>
              <a:rPr lang="en-AU" sz="1200">
                <a:solidFill>
                  <a:schemeClr val="bg1"/>
                </a:solidFill>
              </a:rPr>
              <a:t>.</a:t>
            </a:r>
          </a:p>
          <a:p>
            <a:pPr algn="l">
              <a:lnSpc>
                <a:spcPct val="150000"/>
              </a:lnSpc>
              <a:spcAft>
                <a:spcPts val="600"/>
              </a:spcAft>
            </a:pPr>
            <a:r>
              <a:rPr lang="en-AU" sz="1200">
                <a:solidFill>
                  <a:schemeClr val="bg1"/>
                </a:solidFill>
              </a:rPr>
              <a:t>This license allows you to share and adapt the material for any purpose, even commercially.</a:t>
            </a:r>
          </a:p>
          <a:p>
            <a:pPr algn="l">
              <a:lnSpc>
                <a:spcPct val="150000"/>
              </a:lnSpc>
              <a:spcAft>
                <a:spcPts val="600"/>
              </a:spcAft>
            </a:pPr>
            <a:r>
              <a:rPr lang="en-AU" sz="1200">
                <a:solidFill>
                  <a:schemeClr val="bg1"/>
                </a:solidFill>
              </a:rPr>
              <a:t>Attribution should be given to © State of New South Wales (Department of Education), 2025.</a:t>
            </a:r>
          </a:p>
          <a:p>
            <a:pPr algn="l">
              <a:lnSpc>
                <a:spcPct val="150000"/>
              </a:lnSpc>
            </a:pPr>
            <a:r>
              <a:rPr lang="en-AU" sz="1200">
                <a:solidFill>
                  <a:schemeClr val="bg1"/>
                </a:solidFill>
              </a:rPr>
              <a:t>Material in this resource not available under a Creative Commons license:</a:t>
            </a:r>
          </a:p>
          <a:p>
            <a:pPr marL="171450" indent="-171450" algn="l">
              <a:lnSpc>
                <a:spcPct val="150000"/>
              </a:lnSpc>
              <a:buFont typeface="Arial" panose="020B0604020202020204" pitchFamily="34" charset="0"/>
              <a:buChar char="•"/>
            </a:pPr>
            <a:r>
              <a:rPr lang="en-AU" sz="1200">
                <a:solidFill>
                  <a:schemeClr val="bg1"/>
                </a:solidFill>
              </a:rPr>
              <a:t>the NSW Department of Education logo, other logos and trademark-protected material</a:t>
            </a:r>
          </a:p>
          <a:p>
            <a:pPr marL="171450" indent="-171450" algn="l">
              <a:lnSpc>
                <a:spcPct val="150000"/>
              </a:lnSpc>
              <a:buFont typeface="Arial" panose="020B0604020202020204" pitchFamily="34" charset="0"/>
              <a:buChar char="•"/>
            </a:pPr>
            <a:r>
              <a:rPr lang="en-AU" sz="1200">
                <a:solidFill>
                  <a:schemeClr val="bg1"/>
                </a:solidFill>
              </a:rPr>
              <a:t>Material owned by a third party that has been reproduced with permission. You will need to obtain permission from the third party to reuse its material. </a:t>
            </a:r>
          </a:p>
          <a:p>
            <a:pPr algn="l">
              <a:lnSpc>
                <a:spcPct val="150000"/>
              </a:lnSpc>
              <a:spcBef>
                <a:spcPts val="1200"/>
              </a:spcBef>
              <a:spcAft>
                <a:spcPts val="600"/>
              </a:spcAft>
            </a:pPr>
            <a:r>
              <a:rPr lang="en-AU" sz="1200" b="1">
                <a:solidFill>
                  <a:schemeClr val="bg1"/>
                </a:solidFill>
                <a:latin typeface="+mj-lt"/>
              </a:rPr>
              <a:t>Links to third-party material and websites</a:t>
            </a:r>
          </a:p>
          <a:p>
            <a:pPr algn="l">
              <a:lnSpc>
                <a:spcPct val="150000"/>
              </a:lnSpc>
              <a:spcAft>
                <a:spcPts val="600"/>
              </a:spcAft>
            </a:pPr>
            <a:r>
              <a:rPr lang="en-AU" sz="1200">
                <a:solidFill>
                  <a:schemeClr val="bg1"/>
                </a:solidFill>
              </a:rPr>
              <a:t>Please note that the provided (reading/viewing material/list/links/texts) are a suggestion only and implies no endorsement, by the New South Wales Department of Education, of any author, publisher, or book title. School principals and teachers are best placed to assess the suitability of resources that would complement the curriculum and reflect the needs and interests of their students.</a:t>
            </a:r>
          </a:p>
          <a:p>
            <a:pPr algn="l">
              <a:lnSpc>
                <a:spcPct val="150000"/>
              </a:lnSpc>
              <a:spcAft>
                <a:spcPts val="600"/>
              </a:spcAft>
            </a:pPr>
            <a:r>
              <a:rPr lang="en-AU" sz="1200">
                <a:solidFill>
                  <a:schemeClr val="bg1"/>
                </a:solidFill>
              </a:rPr>
              <a:t>If you use the links provided in this document to access a third party’s website, you acknowledge that the terms of use, including licence terms set out on the third-party’s website apply to the use which may be made of the materials on that third-party website or where permitted by the </a:t>
            </a:r>
            <a:r>
              <a:rPr lang="en-AU" sz="1200" i="1">
                <a:solidFill>
                  <a:schemeClr val="bg1"/>
                </a:solidFill>
              </a:rPr>
              <a:t>Copyright Act 1968 </a:t>
            </a:r>
            <a:r>
              <a:rPr lang="en-AU" sz="1200">
                <a:solidFill>
                  <a:schemeClr val="bg1"/>
                </a:solidFill>
              </a:rPr>
              <a:t>(</a:t>
            </a:r>
            <a:r>
              <a:rPr lang="en-AU" sz="1200" err="1">
                <a:solidFill>
                  <a:schemeClr val="bg1"/>
                </a:solidFill>
              </a:rPr>
              <a:t>Cth</a:t>
            </a:r>
            <a:r>
              <a:rPr lang="en-AU" sz="1200">
                <a:solidFill>
                  <a:schemeClr val="bg1"/>
                </a:solidFill>
              </a:rPr>
              <a:t>). The department accepts no responsibility for content on third-party websites. </a:t>
            </a:r>
          </a:p>
        </p:txBody>
      </p:sp>
    </p:spTree>
    <p:extLst>
      <p:ext uri="{BB962C8B-B14F-4D97-AF65-F5344CB8AC3E}">
        <p14:creationId xmlns:p14="http://schemas.microsoft.com/office/powerpoint/2010/main" val="38204117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NSWG Corporate">
  <a:themeElements>
    <a:clrScheme name="Custom 14">
      <a:dk1>
        <a:srgbClr val="22272B"/>
      </a:dk1>
      <a:lt1>
        <a:srgbClr val="FFFFFF"/>
      </a:lt1>
      <a:dk2>
        <a:srgbClr val="D7153A"/>
      </a:dk2>
      <a:lt2>
        <a:srgbClr val="EBEBEB"/>
      </a:lt2>
      <a:accent1>
        <a:srgbClr val="002664"/>
      </a:accent1>
      <a:accent2>
        <a:srgbClr val="146CFD"/>
      </a:accent2>
      <a:accent3>
        <a:srgbClr val="8CE0FF"/>
      </a:accent3>
      <a:accent4>
        <a:srgbClr val="CBEDFD"/>
      </a:accent4>
      <a:accent5>
        <a:srgbClr val="495054"/>
      </a:accent5>
      <a:accent6>
        <a:srgbClr val="FFE6EA"/>
      </a:accent6>
      <a:hlink>
        <a:srgbClr val="146CFD"/>
      </a:hlink>
      <a:folHlink>
        <a:srgbClr val="146CF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bIns="0" rtlCol="0">
        <a:noAutofit/>
      </a:bodyPr>
      <a:lstStyle>
        <a:defPPr algn="l">
          <a:defRPr sz="1800" dirty="0"/>
        </a:defPPr>
      </a:lstStyle>
    </a:txDef>
  </a:objectDefaults>
  <a:extraClrSchemeLst/>
  <a:extLst>
    <a:ext uri="{05A4C25C-085E-4340-85A3-A5531E510DB2}">
      <thm15:themeFamily xmlns:thm15="http://schemas.microsoft.com/office/thememl/2012/main" name="student-facing-primary-template-2025-v1.5" id="{A9A19751-B500-3D41-BF6E-0C76E7DB2487}" vid="{D6BC33BF-2A14-9E48-959C-B41C5F1C3CB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60129b06-f64b-40a8-96e2-c5b2f86112b1" xsi:nil="true"/>
    <lcf76f155ced4ddcb4097134ff3c332f xmlns="7e763d47-3c66-4c58-9425-1477fd3ccd1e">
      <Terms xmlns="http://schemas.microsoft.com/office/infopath/2007/PartnerControls"/>
    </lcf76f155ced4ddcb4097134ff3c332f>
    <Projectleadreview xmlns="7e763d47-3c66-4c58-9425-1477fd3ccd1e" xsi:nil="true"/>
    <Workstreamleadendorsement xmlns="7e763d47-3c66-4c58-9425-1477fd3ccd1e" xsi:nil="true"/>
    <Digitalsupport xmlns="7e763d47-3c66-4c58-9425-1477fd3ccd1e" xsi:nil="true"/>
    <Addedtoexcel xmlns="7e763d47-3c66-4c58-9425-1477fd3ccd1e" xsi:nil="true"/>
    <Writingpod xmlns="7e763d47-3c66-4c58-9425-1477fd3ccd1e">
      <UserInfo>
        <DisplayName/>
        <AccountId xsi:nil="true"/>
        <AccountType/>
      </UserInfo>
    </Writingpod>
    <FeedbackfromNSWMS xmlns="7e763d47-3c66-4c58-9425-1477fd3ccd1e" xsi:nil="true"/>
    <Resourcedrop xmlns="7e763d47-3c66-4c58-9425-1477fd3ccd1e" xsi:nil="true"/>
    <Designanddevelopment xmlns="7e763d47-3c66-4c58-9425-1477fd3ccd1e" xsi:nil="true"/>
    <StoredinTRIM xmlns="7e763d47-3c66-4c58-9425-1477fd3ccd1e" xsi:nil="true"/>
    <Contentediting xmlns="7e763d47-3c66-4c58-9425-1477fd3ccd1e" xsi:nil="true"/>
    <Published xmlns="7e763d47-3c66-4c58-9425-1477fd3ccd1e"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28550904603AA64982DCAA86C5CFC06E" ma:contentTypeVersion="32" ma:contentTypeDescription="Create a new document." ma:contentTypeScope="" ma:versionID="05891fa245dabad90296fcda280daeb8">
  <xsd:schema xmlns:xsd="http://www.w3.org/2001/XMLSchema" xmlns:xs="http://www.w3.org/2001/XMLSchema" xmlns:p="http://schemas.microsoft.com/office/2006/metadata/properties" xmlns:ns2="7e763d47-3c66-4c58-9425-1477fd3ccd1e" xmlns:ns3="60129b06-f64b-40a8-96e2-c5b2f86112b1" targetNamespace="http://schemas.microsoft.com/office/2006/metadata/properties" ma:root="true" ma:fieldsID="3e7d40734bf85537985a675388facd7f" ns2:_="" ns3:_="">
    <xsd:import namespace="7e763d47-3c66-4c58-9425-1477fd3ccd1e"/>
    <xsd:import namespace="60129b06-f64b-40a8-96e2-c5b2f86112b1"/>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3:SharedWithUsers" minOccurs="0"/>
                <xsd:element ref="ns3:SharedWithDetails" minOccurs="0"/>
                <xsd:element ref="ns2:MediaServiceAutoTags" minOccurs="0"/>
                <xsd:element ref="ns2:MediaServiceGenerationTime" minOccurs="0"/>
                <xsd:element ref="ns2:MediaServiceEventHashCode" minOccurs="0"/>
                <xsd:element ref="ns2:MediaServiceOCR" minOccurs="0"/>
                <xsd:element ref="ns2:MediaLengthInSeconds" minOccurs="0"/>
                <xsd:element ref="ns2:Writingpod" minOccurs="0"/>
                <xsd:element ref="ns2:Designanddevelopment" minOccurs="0"/>
                <xsd:element ref="ns2:FeedbackfromNSWMS" minOccurs="0"/>
                <xsd:element ref="ns2:Contentediting" minOccurs="0"/>
                <xsd:element ref="ns2:Projectleadreview" minOccurs="0"/>
                <xsd:element ref="ns2:Workstreamleadendorsement" minOccurs="0"/>
                <xsd:element ref="ns2:Digitalsupport" minOccurs="0"/>
                <xsd:element ref="ns2:StoredinTRIM" minOccurs="0"/>
                <xsd:element ref="ns2:Published" minOccurs="0"/>
                <xsd:element ref="ns2:Resourcedrop" minOccurs="0"/>
                <xsd:element ref="ns2:lcf76f155ced4ddcb4097134ff3c332f" minOccurs="0"/>
                <xsd:element ref="ns3:TaxCatchAll" minOccurs="0"/>
                <xsd:element ref="ns2:MediaServiceObjectDetectorVersions" minOccurs="0"/>
                <xsd:element ref="ns2:MediaServiceLocation" minOccurs="0"/>
                <xsd:element ref="ns2:MediaServiceSearchProperties" minOccurs="0"/>
                <xsd:element ref="ns2:Addedtoexcel"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e763d47-3c66-4c58-9425-1477fd3ccd1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LengthInSeconds" ma:index="19" nillable="true" ma:displayName="MediaLengthInSeconds" ma:hidden="true" ma:internalName="MediaLengthInSeconds" ma:readOnly="true">
      <xsd:simpleType>
        <xsd:restriction base="dms:Unknown"/>
      </xsd:simpleType>
    </xsd:element>
    <xsd:element name="Writingpod" ma:index="20" nillable="true" ma:displayName="Writing pod" ma:format="Dropdown" ma:list="UserInfo" ma:SharePointGroup="0" ma:internalName="Writingpod">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esignanddevelopment" ma:index="21" nillable="true" ma:displayName="Design and development" ma:format="Dropdown" ma:internalName="Designanddevelopment">
      <xsd:simpleType>
        <xsd:restriction base="dms:Choice">
          <xsd:enumeration value="Not yet started"/>
          <xsd:enumeration value="In progress"/>
          <xsd:enumeration value="Complete"/>
        </xsd:restriction>
      </xsd:simpleType>
    </xsd:element>
    <xsd:element name="FeedbackfromNSWMS" ma:index="22" nillable="true" ma:displayName="Feedback from NSWMS" ma:description="Have leaders Michelle and Ayesha provided input?" ma:format="Dropdown" ma:internalName="FeedbackfromNSWMS">
      <xsd:simpleType>
        <xsd:restriction base="dms:Choice">
          <xsd:enumeration value="Not yet requested"/>
          <xsd:enumeration value="Request submitted"/>
          <xsd:enumeration value="Feedback received"/>
        </xsd:restriction>
      </xsd:simpleType>
    </xsd:element>
    <xsd:element name="Contentediting" ma:index="23" nillable="true" ma:displayName="Content editing" ma:description="Has unit content been edited by Senior Editor (R. Kilroy)?" ma:format="Dropdown" ma:internalName="Contentediting">
      <xsd:simpleType>
        <xsd:restriction base="dms:Choice">
          <xsd:enumeration value="Not yet requested"/>
          <xsd:enumeration value="Request submitted"/>
          <xsd:enumeration value="Editing complete"/>
        </xsd:restriction>
      </xsd:simpleType>
    </xsd:element>
    <xsd:element name="Projectleadreview" ma:index="24" nillable="true" ma:displayName="Project lead review" ma:description="Have project leads (H. Laverick and R. Cheal) reviewed the unit?" ma:format="Dropdown" ma:internalName="Projectleadreview">
      <xsd:simpleType>
        <xsd:restriction base="dms:Choice">
          <xsd:enumeration value="Not yet requested"/>
          <xsd:enumeration value="Request submitted"/>
          <xsd:enumeration value="Review complete"/>
        </xsd:restriction>
      </xsd:simpleType>
    </xsd:element>
    <xsd:element name="Workstreamleadendorsement" ma:index="25" nillable="true" ma:displayName="Workstream lead endorsement" ma:description="Has J. Hoffman endorsed the unit?" ma:format="Dropdown" ma:internalName="Workstreamleadendorsement">
      <xsd:simpleType>
        <xsd:restriction base="dms:Choice">
          <xsd:enumeration value="Not yet submitted"/>
          <xsd:enumeration value="Request submitted"/>
          <xsd:enumeration value="Endorsement complete"/>
        </xsd:restriction>
      </xsd:simpleType>
    </xsd:element>
    <xsd:element name="Digitalsupport" ma:index="26" nillable="true" ma:displayName="Digital support" ma:format="Dropdown" ma:internalName="Digitalsupport">
      <xsd:simpleType>
        <xsd:restriction base="dms:Choice">
          <xsd:enumeration value="Not yet submitted"/>
          <xsd:enumeration value="Request submitted (by project manager)"/>
          <xsd:enumeration value="Digital support complete"/>
        </xsd:restriction>
      </xsd:simpleType>
    </xsd:element>
    <xsd:element name="StoredinTRIM" ma:index="27" nillable="true" ma:displayName="Stored in TRIM" ma:format="Dropdown" ma:internalName="StoredinTRIM">
      <xsd:simpleType>
        <xsd:restriction base="dms:Choice">
          <xsd:enumeration value="Yes"/>
          <xsd:enumeration value="No"/>
        </xsd:restriction>
      </xsd:simpleType>
    </xsd:element>
    <xsd:element name="Published" ma:index="28" nillable="true" ma:displayName="Published" ma:format="Dropdown" ma:internalName="Published">
      <xsd:simpleType>
        <xsd:restriction base="dms:Choice">
          <xsd:enumeration value="Yes"/>
          <xsd:enumeration value="No"/>
        </xsd:restriction>
      </xsd:simpleType>
    </xsd:element>
    <xsd:element name="Resourcedrop" ma:index="29" nillable="true" ma:displayName="Drop week" ma:format="Dropdown" ma:internalName="Resourcedrop">
      <xsd:simpleType>
        <xsd:restriction base="dms:Choice">
          <xsd:enumeration value="T1, W1"/>
          <xsd:enumeration value="T1, W3"/>
          <xsd:enumeration value="T1, W7"/>
          <xsd:enumeration value="T1, W10"/>
          <xsd:enumeration value="T2, W1"/>
          <xsd:enumeration value="T2, W3"/>
          <xsd:enumeration value="T2, W7"/>
          <xsd:enumeration value="T2, W10"/>
          <xsd:enumeration value="T3, W1"/>
          <xsd:enumeration value="T3, W3"/>
          <xsd:enumeration value="T3, W7"/>
          <xsd:enumeration value="T3, W10"/>
          <xsd:enumeration value="T4, W1"/>
          <xsd:enumeration value="T4, W3"/>
          <xsd:enumeration value="T4, W7"/>
          <xsd:enumeration value="T4, W10"/>
        </xsd:restriction>
      </xsd:simpleType>
    </xsd:element>
    <xsd:element name="lcf76f155ced4ddcb4097134ff3c332f" ma:index="31" nillable="true" ma:taxonomy="true" ma:internalName="lcf76f155ced4ddcb4097134ff3c332f" ma:taxonomyFieldName="MediaServiceImageTags" ma:displayName="Image Tags" ma:readOnly="false" ma:fieldId="{5cf76f15-5ced-4ddc-b409-7134ff3c332f}" ma:taxonomyMulti="true" ma:sspId="51f47cd6-212f-4ea2-b6af-f1d1e47bdbaf"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33" nillable="true" ma:displayName="MediaServiceObjectDetectorVersions" ma:description="" ma:hidden="true" ma:indexed="true" ma:internalName="MediaServiceObjectDetectorVersions" ma:readOnly="true">
      <xsd:simpleType>
        <xsd:restriction base="dms:Text"/>
      </xsd:simpleType>
    </xsd:element>
    <xsd:element name="MediaServiceLocation" ma:index="34" nillable="true" ma:displayName="Location" ma:description="" ma:indexed="true" ma:internalName="MediaServiceLocation" ma:readOnly="true">
      <xsd:simpleType>
        <xsd:restriction base="dms:Text"/>
      </xsd:simpleType>
    </xsd:element>
    <xsd:element name="MediaServiceSearchProperties" ma:index="35" nillable="true" ma:displayName="MediaServiceSearchProperties" ma:hidden="true" ma:internalName="MediaServiceSearchProperties" ma:readOnly="true">
      <xsd:simpleType>
        <xsd:restriction base="dms:Note"/>
      </xsd:simpleType>
    </xsd:element>
    <xsd:element name="Addedtoexcel" ma:index="36" nillable="true" ma:displayName="Added to excel" ma:format="Dropdown" ma:internalName="Addedtoexcel">
      <xsd:simpleType>
        <xsd:restriction base="dms:Choice">
          <xsd:enumeration value="Yes"/>
        </xsd:restriction>
      </xsd:simpleType>
    </xsd:element>
    <xsd:element name="MediaServiceBillingMetadata" ma:index="37"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0129b06-f64b-40a8-96e2-c5b2f86112b1"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TaxCatchAll" ma:index="32" nillable="true" ma:displayName="Taxonomy Catch All Column" ma:hidden="true" ma:list="{d14652b1-c484-4c0c-a021-a754efd78e11}" ma:internalName="TaxCatchAll" ma:showField="CatchAllData" ma:web="60129b06-f64b-40a8-96e2-c5b2f86112b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524F4DA-5415-43D4-8474-C9BE68919175}">
  <ds:schemaRefs>
    <ds:schemaRef ds:uri="http://purl.org/dc/terms/"/>
    <ds:schemaRef ds:uri="http://schemas.openxmlformats.org/package/2006/metadata/core-properties"/>
    <ds:schemaRef ds:uri="60129b06-f64b-40a8-96e2-c5b2f86112b1"/>
    <ds:schemaRef ds:uri="http://www.w3.org/XML/1998/namespace"/>
    <ds:schemaRef ds:uri="7e763d47-3c66-4c58-9425-1477fd3ccd1e"/>
    <ds:schemaRef ds:uri="http://schemas.microsoft.com/office/2006/metadata/properties"/>
    <ds:schemaRef ds:uri="http://schemas.microsoft.com/office/2006/documentManagement/types"/>
    <ds:schemaRef ds:uri="http://purl.org/dc/elements/1.1/"/>
    <ds:schemaRef ds:uri="http://schemas.microsoft.com/office/infopath/2007/PartnerControls"/>
    <ds:schemaRef ds:uri="http://purl.org/dc/dcmitype/"/>
  </ds:schemaRefs>
</ds:datastoreItem>
</file>

<file path=customXml/itemProps2.xml><?xml version="1.0" encoding="utf-8"?>
<ds:datastoreItem xmlns:ds="http://schemas.openxmlformats.org/officeDocument/2006/customXml" ds:itemID="{B9C68242-C972-4815-B4EF-36DAD899F771}">
  <ds:schemaRefs>
    <ds:schemaRef ds:uri="http://schemas.microsoft.com/sharepoint/v3/contenttype/forms"/>
  </ds:schemaRefs>
</ds:datastoreItem>
</file>

<file path=customXml/itemProps3.xml><?xml version="1.0" encoding="utf-8"?>
<ds:datastoreItem xmlns:ds="http://schemas.openxmlformats.org/officeDocument/2006/customXml" ds:itemID="{5E1AC1CA-4A2E-4796-AD1C-BE2168FC6F64}">
  <ds:schemaRefs>
    <ds:schemaRef ds:uri="60129b06-f64b-40a8-96e2-c5b2f86112b1"/>
    <ds:schemaRef ds:uri="7e763d47-3c66-4c58-9425-1477fd3ccd1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student-facing-primary-template-2025-v1-5 (1)</Template>
  <TotalTime>151</TotalTime>
  <Words>6984</Words>
  <Application>Microsoft Office PowerPoint</Application>
  <PresentationFormat>Widescreen</PresentationFormat>
  <Paragraphs>841</Paragraphs>
  <Slides>69</Slides>
  <Notes>69</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69</vt:i4>
      </vt:variant>
    </vt:vector>
  </HeadingPairs>
  <TitlesOfParts>
    <vt:vector size="80" baseType="lpstr">
      <vt:lpstr>Edu NSW ACT Foundation</vt:lpstr>
      <vt:lpstr>Arial,Sans-Serif</vt:lpstr>
      <vt:lpstr>Calibri</vt:lpstr>
      <vt:lpstr>Arial</vt:lpstr>
      <vt:lpstr>Cambria Math</vt:lpstr>
      <vt:lpstr>Times New Roman</vt:lpstr>
      <vt:lpstr>Wingdings</vt:lpstr>
      <vt:lpstr>Public Sans Light</vt:lpstr>
      <vt:lpstr>Public Sans</vt:lpstr>
      <vt:lpstr>Montserrat</vt:lpstr>
      <vt:lpstr>NSWG Corporate</vt:lpstr>
      <vt:lpstr>Instructions for use</vt:lpstr>
      <vt:lpstr>Review of Learning </vt:lpstr>
      <vt:lpstr>Lessons</vt:lpstr>
      <vt:lpstr>Review of learning 1</vt:lpstr>
      <vt:lpstr>Multiple choice (1) </vt:lpstr>
      <vt:lpstr>Short response (1) </vt:lpstr>
      <vt:lpstr>Short response (2)</vt:lpstr>
      <vt:lpstr>Short response (3)</vt:lpstr>
      <vt:lpstr>Short response (4)</vt:lpstr>
      <vt:lpstr>Activity 1 – place value representations </vt:lpstr>
      <vt:lpstr>Review of learning  2</vt:lpstr>
      <vt:lpstr>True or false (1)</vt:lpstr>
      <vt:lpstr>Short response (5)</vt:lpstr>
      <vt:lpstr>Short response (6)</vt:lpstr>
      <vt:lpstr>Short response (7)</vt:lpstr>
      <vt:lpstr>Short response (8)</vt:lpstr>
      <vt:lpstr>Activity 2 – Mastermind 1</vt:lpstr>
      <vt:lpstr>Review of learning 3</vt:lpstr>
      <vt:lpstr>Multiple choice (2)</vt:lpstr>
      <vt:lpstr>Short response (9)</vt:lpstr>
      <vt:lpstr>Short response (10)</vt:lpstr>
      <vt:lpstr>Short response (11)</vt:lpstr>
      <vt:lpstr>Short response (12)</vt:lpstr>
      <vt:lpstr>Activity 3 – Mastermind 2</vt:lpstr>
      <vt:lpstr>Review of learning 4</vt:lpstr>
      <vt:lpstr>True or false (2)</vt:lpstr>
      <vt:lpstr>Short response (13)</vt:lpstr>
      <vt:lpstr>Short response (14)</vt:lpstr>
      <vt:lpstr>Short response (15)</vt:lpstr>
      <vt:lpstr>Short response (16)</vt:lpstr>
      <vt:lpstr>Activity 4 – partitioning numbers to 1 billion</vt:lpstr>
      <vt:lpstr>Review of learning 5</vt:lpstr>
      <vt:lpstr>Multiple choice (3)</vt:lpstr>
      <vt:lpstr>Short response (17)</vt:lpstr>
      <vt:lpstr>Short response (18)</vt:lpstr>
      <vt:lpstr>Short response (19)</vt:lpstr>
      <vt:lpstr>Short response (20)</vt:lpstr>
      <vt:lpstr>Activity 5 – same denominator word problems 1</vt:lpstr>
      <vt:lpstr>Review of learning 6</vt:lpstr>
      <vt:lpstr>True or false (3)</vt:lpstr>
      <vt:lpstr>Short response (21)</vt:lpstr>
      <vt:lpstr>Short response (22)</vt:lpstr>
      <vt:lpstr>Short response (23)</vt:lpstr>
      <vt:lpstr>Short response (24)</vt:lpstr>
      <vt:lpstr>Activity 6 – same denominator word problems 1</vt:lpstr>
      <vt:lpstr>Review of learning  7</vt:lpstr>
      <vt:lpstr>Multiple choice (4)</vt:lpstr>
      <vt:lpstr>Short response (25)</vt:lpstr>
      <vt:lpstr>Short response (26)</vt:lpstr>
      <vt:lpstr>Short response (27)</vt:lpstr>
      <vt:lpstr>Short response (28)</vt:lpstr>
      <vt:lpstr>Activity 7 – subtracting unit fractions 1</vt:lpstr>
      <vt:lpstr>Review of learning 8</vt:lpstr>
      <vt:lpstr>True or false (4)</vt:lpstr>
      <vt:lpstr>Short response (29)</vt:lpstr>
      <vt:lpstr>Short response (30)</vt:lpstr>
      <vt:lpstr>Short response (31)</vt:lpstr>
      <vt:lpstr>Short response (32)</vt:lpstr>
      <vt:lpstr>Activity 8 – subtracting unit fractions 2</vt:lpstr>
      <vt:lpstr>Double Venn diagram</vt:lpstr>
      <vt:lpstr>Frayer</vt:lpstr>
      <vt:lpstr>Spider map</vt:lpstr>
      <vt:lpstr>Cline</vt:lpstr>
      <vt:lpstr>Compare and contrast</vt:lpstr>
      <vt:lpstr>Multiple choice (5)</vt:lpstr>
      <vt:lpstr>Multiple choice (6)</vt:lpstr>
      <vt:lpstr>References (1)</vt:lpstr>
      <vt:lpstr>References (2)</vt:lpstr>
      <vt:lpstr>Copyright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Carolyn Matthews</dc:creator>
  <cp:keywords/>
  <dc:description/>
  <cp:lastModifiedBy>Daniel Archer</cp:lastModifiedBy>
  <cp:revision>2</cp:revision>
  <dcterms:created xsi:type="dcterms:W3CDTF">2025-07-07T07:05:15Z</dcterms:created>
  <dcterms:modified xsi:type="dcterms:W3CDTF">2025-09-14T23:45:38Z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b603dfd7-d93a-4381-a340-2995d8282205_Enabled">
    <vt:lpwstr>true</vt:lpwstr>
  </property>
  <property fmtid="{D5CDD505-2E9C-101B-9397-08002B2CF9AE}" pid="3" name="MSIP_Label_b603dfd7-d93a-4381-a340-2995d8282205_SetDate">
    <vt:lpwstr>2024-07-31T04:53:06Z</vt:lpwstr>
  </property>
  <property fmtid="{D5CDD505-2E9C-101B-9397-08002B2CF9AE}" pid="4" name="MSIP_Label_b603dfd7-d93a-4381-a340-2995d8282205_Method">
    <vt:lpwstr>Standard</vt:lpwstr>
  </property>
  <property fmtid="{D5CDD505-2E9C-101B-9397-08002B2CF9AE}" pid="5" name="MSIP_Label_b603dfd7-d93a-4381-a340-2995d8282205_Name">
    <vt:lpwstr>OFFICIAL</vt:lpwstr>
  </property>
  <property fmtid="{D5CDD505-2E9C-101B-9397-08002B2CF9AE}" pid="6" name="MSIP_Label_b603dfd7-d93a-4381-a340-2995d8282205_SiteId">
    <vt:lpwstr>05a0e69a-418a-47c1-9c25-9387261bf991</vt:lpwstr>
  </property>
  <property fmtid="{D5CDD505-2E9C-101B-9397-08002B2CF9AE}" pid="7" name="MSIP_Label_b603dfd7-d93a-4381-a340-2995d8282205_ActionId">
    <vt:lpwstr>52ebee92-659e-4fb8-a3b1-217e00faeb50</vt:lpwstr>
  </property>
  <property fmtid="{D5CDD505-2E9C-101B-9397-08002B2CF9AE}" pid="8" name="MSIP_Label_b603dfd7-d93a-4381-a340-2995d8282205_ContentBits">
    <vt:lpwstr>0</vt:lpwstr>
  </property>
  <property fmtid="{D5CDD505-2E9C-101B-9397-08002B2CF9AE}" pid="9" name="ContentTypeId">
    <vt:lpwstr>0x01010028550904603AA64982DCAA86C5CFC06E</vt:lpwstr>
  </property>
  <property fmtid="{D5CDD505-2E9C-101B-9397-08002B2CF9AE}" pid="10" name="MediaServiceImageTags">
    <vt:lpwstr/>
  </property>
</Properties>
</file>