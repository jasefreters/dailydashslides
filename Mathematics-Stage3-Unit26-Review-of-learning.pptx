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60" r:id="rId4"/>
  </p:sldMasterIdLst>
  <p:notesMasterIdLst>
    <p:notesMasterId r:id="rId74"/>
  </p:notesMasterIdLst>
  <p:handoutMasterIdLst>
    <p:handoutMasterId r:id="rId75"/>
  </p:handoutMasterIdLst>
  <p:sldIdLst>
    <p:sldId id="365" r:id="rId5"/>
    <p:sldId id="26579" r:id="rId6"/>
    <p:sldId id="26359" r:id="rId7"/>
    <p:sldId id="271" r:id="rId8"/>
    <p:sldId id="26652" r:id="rId9"/>
    <p:sldId id="358" r:id="rId10"/>
    <p:sldId id="26580" r:id="rId11"/>
    <p:sldId id="26581" r:id="rId12"/>
    <p:sldId id="26582" r:id="rId13"/>
    <p:sldId id="26576" r:id="rId14"/>
    <p:sldId id="26583" r:id="rId15"/>
    <p:sldId id="26586" r:id="rId16"/>
    <p:sldId id="26587" r:id="rId17"/>
    <p:sldId id="26588" r:id="rId18"/>
    <p:sldId id="26589" r:id="rId19"/>
    <p:sldId id="26590" r:id="rId20"/>
    <p:sldId id="26591" r:id="rId21"/>
    <p:sldId id="26592" r:id="rId22"/>
    <p:sldId id="26593" r:id="rId23"/>
    <p:sldId id="26596" r:id="rId24"/>
    <p:sldId id="26597" r:id="rId25"/>
    <p:sldId id="26598" r:id="rId26"/>
    <p:sldId id="26599" r:id="rId27"/>
    <p:sldId id="26600" r:id="rId28"/>
    <p:sldId id="26601" r:id="rId29"/>
    <p:sldId id="26604" r:id="rId30"/>
    <p:sldId id="26605" r:id="rId31"/>
    <p:sldId id="26606" r:id="rId32"/>
    <p:sldId id="26607" r:id="rId33"/>
    <p:sldId id="26608" r:id="rId34"/>
    <p:sldId id="26609" r:id="rId35"/>
    <p:sldId id="26610" r:id="rId36"/>
    <p:sldId id="26629" r:id="rId37"/>
    <p:sldId id="26614" r:id="rId38"/>
    <p:sldId id="26615" r:id="rId39"/>
    <p:sldId id="26616" r:id="rId40"/>
    <p:sldId id="26617" r:id="rId41"/>
    <p:sldId id="26618" r:id="rId42"/>
    <p:sldId id="26619" r:id="rId43"/>
    <p:sldId id="26622" r:id="rId44"/>
    <p:sldId id="26623" r:id="rId45"/>
    <p:sldId id="26624" r:id="rId46"/>
    <p:sldId id="26625" r:id="rId47"/>
    <p:sldId id="26626" r:id="rId48"/>
    <p:sldId id="26627" r:id="rId49"/>
    <p:sldId id="26628" r:id="rId50"/>
    <p:sldId id="26650" r:id="rId51"/>
    <p:sldId id="26632" r:id="rId52"/>
    <p:sldId id="26633" r:id="rId53"/>
    <p:sldId id="26634" r:id="rId54"/>
    <p:sldId id="26635" r:id="rId55"/>
    <p:sldId id="26636" r:id="rId56"/>
    <p:sldId id="26637" r:id="rId57"/>
    <p:sldId id="26640" r:id="rId58"/>
    <p:sldId id="26641" r:id="rId59"/>
    <p:sldId id="26642" r:id="rId60"/>
    <p:sldId id="26643" r:id="rId61"/>
    <p:sldId id="26644" r:id="rId62"/>
    <p:sldId id="26645" r:id="rId63"/>
    <p:sldId id="26393" r:id="rId64"/>
    <p:sldId id="26387" r:id="rId65"/>
    <p:sldId id="26395" r:id="rId66"/>
    <p:sldId id="26391" r:id="rId67"/>
    <p:sldId id="26402" r:id="rId68"/>
    <p:sldId id="26507" r:id="rId69"/>
    <p:sldId id="26649" r:id="rId70"/>
    <p:sldId id="360" r:id="rId71"/>
    <p:sldId id="26651" r:id="rId72"/>
    <p:sldId id="361" r:id="rId73"/>
  </p:sldIdLst>
  <p:sldSz cx="12192000" cy="6858000"/>
  <p:notesSz cx="6858000" cy="9144000"/>
  <p:embeddedFontLst>
    <p:embeddedFont>
      <p:font typeface="Cambria Math" panose="02040503050406030204" pitchFamily="18" charset="0"/>
      <p:regular r:id="rId76"/>
    </p:embeddedFont>
    <p:embeddedFont>
      <p:font typeface="Montserrat" panose="00000500000000000000" pitchFamily="2" charset="0"/>
      <p:regular r:id="rId77"/>
      <p:bold r:id="rId78"/>
      <p:italic r:id="rId79"/>
      <p:boldItalic r:id="rId80"/>
    </p:embeddedFont>
    <p:embeddedFont>
      <p:font typeface="Public Sans" pitchFamily="2" charset="0"/>
      <p:regular r:id="rId81"/>
      <p:bold r:id="rId82"/>
      <p:italic r:id="rId83"/>
      <p:boldItalic r:id="rId84"/>
    </p:embeddedFont>
    <p:embeddedFont>
      <p:font typeface="Public Sans Light" pitchFamily="2" charset="0"/>
      <p:regular r:id="rId85"/>
      <p:italic r:id="rId86"/>
    </p:embeddedFont>
    <p:embeddedFont>
      <p:font typeface="Roboto" panose="02000000000000000000" pitchFamily="2" charset="0"/>
      <p:regular r:id="rId87"/>
      <p:bold r:id="rId88"/>
      <p:italic r:id="rId89"/>
      <p:boldItalic r:id="rId90"/>
    </p:embeddedFont>
    <p:embeddedFont>
      <p:font typeface="Sniglet" panose="020B0604020202020204" charset="0"/>
      <p:regular r:id="rId91"/>
    </p:embeddedFont>
  </p:embeddedFontLst>
  <p:defaultTex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defaultTextStyle>
  <p:extLst>
    <p:ext uri="{521415D9-36F7-43E2-AB2F-B90AF26B5E84}">
      <p14:sectionLst xmlns:p14="http://schemas.microsoft.com/office/powerpoint/2010/main">
        <p14:section name="Instructions for teachers" id="{E2540145-C446-48E2-9140-9B215E91A42D}">
          <p14:sldIdLst>
            <p14:sldId id="365"/>
          </p14:sldIdLst>
        </p14:section>
        <p14:section name="Slide templates" id="{D5A8010D-981F-43AA-A0D6-182EC53CAA84}">
          <p14:sldIdLst>
            <p14:sldId id="26579"/>
            <p14:sldId id="26359"/>
          </p14:sldIdLst>
        </p14:section>
        <p14:section name="Review of learning 1" id="{4B1EDACC-5006-43DF-9D93-DE177A158796}">
          <p14:sldIdLst>
            <p14:sldId id="271"/>
            <p14:sldId id="26652"/>
            <p14:sldId id="358"/>
            <p14:sldId id="26580"/>
            <p14:sldId id="26581"/>
            <p14:sldId id="26582"/>
            <p14:sldId id="26576"/>
          </p14:sldIdLst>
        </p14:section>
        <p14:section name="Review of learning 2" id="{0AC6BBCB-7E49-46CE-B777-EFCDD4B60F91}">
          <p14:sldIdLst>
            <p14:sldId id="26583"/>
            <p14:sldId id="26586"/>
            <p14:sldId id="26587"/>
            <p14:sldId id="26588"/>
            <p14:sldId id="26589"/>
            <p14:sldId id="26590"/>
            <p14:sldId id="26591"/>
          </p14:sldIdLst>
        </p14:section>
        <p14:section name="Review of learning 3" id="{6F5E1C19-5255-4FF7-A3CD-4549F7EF69B2}">
          <p14:sldIdLst>
            <p14:sldId id="26592"/>
            <p14:sldId id="26593"/>
            <p14:sldId id="26596"/>
            <p14:sldId id="26597"/>
            <p14:sldId id="26598"/>
            <p14:sldId id="26599"/>
            <p14:sldId id="26600"/>
          </p14:sldIdLst>
        </p14:section>
        <p14:section name="Review of learning 4" id="{6EB8E1CE-ED7B-4635-88AB-9D1D052BB011}">
          <p14:sldIdLst>
            <p14:sldId id="26601"/>
            <p14:sldId id="26604"/>
            <p14:sldId id="26605"/>
            <p14:sldId id="26606"/>
            <p14:sldId id="26607"/>
            <p14:sldId id="26608"/>
            <p14:sldId id="26609"/>
          </p14:sldIdLst>
        </p14:section>
        <p14:section name="Review of learning 5" id="{E365C8CF-14E0-4F5A-BCE8-2E930DEEA864}">
          <p14:sldIdLst>
            <p14:sldId id="26610"/>
            <p14:sldId id="26629"/>
            <p14:sldId id="26614"/>
            <p14:sldId id="26615"/>
            <p14:sldId id="26616"/>
            <p14:sldId id="26617"/>
            <p14:sldId id="26618"/>
          </p14:sldIdLst>
        </p14:section>
        <p14:section name="Review of learning 6" id="{6721D3DC-F7BB-49CA-9E61-8454C104591D}">
          <p14:sldIdLst>
            <p14:sldId id="26619"/>
            <p14:sldId id="26622"/>
            <p14:sldId id="26623"/>
            <p14:sldId id="26624"/>
            <p14:sldId id="26625"/>
            <p14:sldId id="26626"/>
            <p14:sldId id="26627"/>
          </p14:sldIdLst>
        </p14:section>
        <p14:section name="Review of learning 7" id="{CF63834E-0BE9-495B-9761-037C836F185E}">
          <p14:sldIdLst>
            <p14:sldId id="26628"/>
            <p14:sldId id="26650"/>
            <p14:sldId id="26632"/>
            <p14:sldId id="26633"/>
            <p14:sldId id="26634"/>
            <p14:sldId id="26635"/>
            <p14:sldId id="26636"/>
          </p14:sldIdLst>
        </p14:section>
        <p14:section name="Review of learning 8" id="{6FF8F7EC-803E-4F84-BA41-6B3ED673D597}">
          <p14:sldIdLst>
            <p14:sldId id="26637"/>
            <p14:sldId id="26640"/>
            <p14:sldId id="26641"/>
            <p14:sldId id="26642"/>
            <p14:sldId id="26643"/>
            <p14:sldId id="26644"/>
            <p14:sldId id="26645"/>
          </p14:sldIdLst>
        </p14:section>
        <p14:section name="Assets" id="{ACCADEBA-79DB-4F18-8F19-E4DF86159DFB}">
          <p14:sldIdLst>
            <p14:sldId id="26393"/>
            <p14:sldId id="26387"/>
            <p14:sldId id="26395"/>
            <p14:sldId id="26391"/>
            <p14:sldId id="26402"/>
            <p14:sldId id="26507"/>
            <p14:sldId id="26649"/>
          </p14:sldIdLst>
        </p14:section>
        <p14:section name="References &amp; copyright" id="{DBC31484-F5F8-4CB1-8DB4-A562A9780899}">
          <p14:sldIdLst>
            <p14:sldId id="360"/>
            <p14:sldId id="26651"/>
            <p14:sldId id="361"/>
          </p14:sldIdLst>
        </p14:section>
      </p14:sectionLst>
    </p:ext>
    <p:ext uri="{EFAFB233-063F-42B5-8137-9DF3F51BA10A}">
      <p15:sldGuideLst xmlns:p15="http://schemas.microsoft.com/office/powerpoint/2012/main">
        <p15:guide id="1" orient="horz" pos="2160" userDrawn="1">
          <p15:clr>
            <a:srgbClr val="A4A3A4"/>
          </p15:clr>
        </p15:guide>
        <p15:guide id="2" pos="3863"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 id="{8A0F4A13-4186-FC7E-65CB-FC56583EDF72}" name="Nat Hawkins" initials="NH" userId="S::Natalie.Hawkins7@det.nsw.edu.au::91d64da8-8826-47c8-b06a-208beda74d22" providerId="AD"/>
  <p188:author id="{7177351D-0273-191D-F776-806FD0E72AD9}" name="Sundren Naicker" initials="SN" userId="S::Sundren.Naicker@det.nsw.edu.au::a553bd6d-fc4b-4438-a461-744bbb36d97b" providerId="AD"/>
  <p188:author id="{8EAAFC52-5D86-6FE7-9D47-1FD3C7D0804D}" name="Lisa Kew" initials="" userId="S::LISA.JONES13@det.nsw.edu.au::687d7c21-e1c8-437d-b64b-4b01e8e7487e" providerId="AD"/>
  <p188:author id="{95D16B7D-CADB-F2BF-AC29-D680545C75EE}" name="Carrie Webeck" initials="CW" userId="S::CARRIE-ANN.WEBECK@det.nsw.edu.au::e5c4b697-ca15-4f3a-a906-1289ddc2fc07" providerId="AD"/>
  <p188:author id="{FD7747EE-57F8-CAC5-7CAF-C637FBE93789}" name="Ayesha Ali Khan" initials="AA" userId="S::AYESHA.ALIKHAN@det.nsw.edu.au::e002143d-9eb5-42e8-a931-47414acce609"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26BC6"/>
    <a:srgbClr val="202E61"/>
    <a:srgbClr val="64051A"/>
    <a:srgbClr val="E8EBEF"/>
    <a:srgbClr val="FFFFFF"/>
    <a:srgbClr val="6D2B9E"/>
    <a:srgbClr val="00BF63"/>
    <a:srgbClr val="43B0F1"/>
    <a:srgbClr val="8C52FF"/>
    <a:srgbClr val="EE631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1C968A8-459D-4CA6-AFED-FE1B9BC7ADE5}" v="3" dt="2026-01-28T00:34:49.095"/>
  </p1510:revLst>
</p1510:revInfo>
</file>

<file path=ppt/tableStyles.xml><?xml version="1.0" encoding="utf-8"?>
<a:tblStyleLst xmlns:a="http://schemas.openxmlformats.org/drawingml/2006/main" def="{5A111915-BE36-4E01-A7E5-04B1672EAD32}">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6260" autoAdjust="0"/>
  </p:normalViewPr>
  <p:slideViewPr>
    <p:cSldViewPr snapToGrid="0">
      <p:cViewPr varScale="1">
        <p:scale>
          <a:sx n="84" d="100"/>
          <a:sy n="84" d="100"/>
        </p:scale>
        <p:origin x="548" y="64"/>
      </p:cViewPr>
      <p:guideLst>
        <p:guide orient="horz" pos="2160"/>
        <p:guide pos="3863"/>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font" Target="fonts/font9.fntdata"/><Relationship Id="rId89" Type="http://schemas.openxmlformats.org/officeDocument/2006/relationships/font" Target="fonts/font14.fntdata"/><Relationship Id="rId16" Type="http://schemas.openxmlformats.org/officeDocument/2006/relationships/slide" Target="slides/slide12.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notesMaster" Target="notesMasters/notesMaster1.xml"/><Relationship Id="rId79" Type="http://schemas.openxmlformats.org/officeDocument/2006/relationships/font" Target="fonts/font4.fntdata"/><Relationship Id="rId5" Type="http://schemas.openxmlformats.org/officeDocument/2006/relationships/slide" Target="slides/slide1.xml"/><Relationship Id="rId90" Type="http://schemas.openxmlformats.org/officeDocument/2006/relationships/font" Target="fonts/font15.fntdata"/><Relationship Id="rId95" Type="http://schemas.openxmlformats.org/officeDocument/2006/relationships/tableStyles" Target="tableStyles.xml"/><Relationship Id="rId22" Type="http://schemas.openxmlformats.org/officeDocument/2006/relationships/slide" Target="slides/slide18.xml"/><Relationship Id="rId27" Type="http://schemas.openxmlformats.org/officeDocument/2006/relationships/slide" Target="slides/slide23.xml"/><Relationship Id="rId43" Type="http://schemas.openxmlformats.org/officeDocument/2006/relationships/slide" Target="slides/slide39.xml"/><Relationship Id="rId48" Type="http://schemas.openxmlformats.org/officeDocument/2006/relationships/slide" Target="slides/slide44.xml"/><Relationship Id="rId64" Type="http://schemas.openxmlformats.org/officeDocument/2006/relationships/slide" Target="slides/slide60.xml"/><Relationship Id="rId69" Type="http://schemas.openxmlformats.org/officeDocument/2006/relationships/slide" Target="slides/slide65.xml"/><Relationship Id="rId80" Type="http://schemas.openxmlformats.org/officeDocument/2006/relationships/font" Target="fonts/font5.fntdata"/><Relationship Id="rId85" Type="http://schemas.openxmlformats.org/officeDocument/2006/relationships/font" Target="fonts/font10.fntdata"/><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handoutMaster" Target="handoutMasters/handoutMaster1.xml"/><Relationship Id="rId83" Type="http://schemas.openxmlformats.org/officeDocument/2006/relationships/font" Target="fonts/font8.fntdata"/><Relationship Id="rId88" Type="http://schemas.openxmlformats.org/officeDocument/2006/relationships/font" Target="fonts/font13.fntdata"/><Relationship Id="rId91" Type="http://schemas.openxmlformats.org/officeDocument/2006/relationships/font" Target="fonts/font16.fntdata"/><Relationship Id="rId96"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font" Target="fonts/font3.fntdata"/><Relationship Id="rId81" Type="http://schemas.openxmlformats.org/officeDocument/2006/relationships/font" Target="fonts/font6.fntdata"/><Relationship Id="rId86" Type="http://schemas.openxmlformats.org/officeDocument/2006/relationships/font" Target="fonts/font11.fntdata"/><Relationship Id="rId94"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font" Target="fonts/font1.fntdata"/><Relationship Id="rId97" Type="http://schemas.microsoft.com/office/2018/10/relationships/authors" Target="authors.xml"/><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presProps" Target="presProps.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font" Target="fonts/font12.fntdata"/><Relationship Id="rId61" Type="http://schemas.openxmlformats.org/officeDocument/2006/relationships/slide" Target="slides/slide57.xml"/><Relationship Id="rId82" Type="http://schemas.openxmlformats.org/officeDocument/2006/relationships/font" Target="fonts/font7.fntdata"/><Relationship Id="rId19" Type="http://schemas.openxmlformats.org/officeDocument/2006/relationships/slide" Target="slides/slide15.xml"/><Relationship Id="rId14" Type="http://schemas.openxmlformats.org/officeDocument/2006/relationships/slide" Target="slides/slide10.xml"/><Relationship Id="rId30" Type="http://schemas.openxmlformats.org/officeDocument/2006/relationships/slide" Target="slides/slide26.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font" Target="fonts/font2.fntdata"/><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93"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43F5A19-4E20-4EDB-9EC8-DF02AC748E78}"/>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latin typeface="Public Sans" pitchFamily="2" charset="0"/>
            </a:endParaRPr>
          </a:p>
        </p:txBody>
      </p:sp>
      <p:sp>
        <p:nvSpPr>
          <p:cNvPr id="3" name="Date Placeholder 2">
            <a:extLst>
              <a:ext uri="{FF2B5EF4-FFF2-40B4-BE49-F238E27FC236}">
                <a16:creationId xmlns:a16="http://schemas.microsoft.com/office/drawing/2014/main" id="{6F2B4FC2-E151-470D-9291-01D2A5A6D34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0BF4B7B-ADA4-42BE-A113-1D67CA67812F}" type="datetimeFigureOut">
              <a:rPr lang="en-AU" smtClean="0">
                <a:latin typeface="Public Sans" pitchFamily="2" charset="0"/>
              </a:rPr>
              <a:t>9/02/2026</a:t>
            </a:fld>
            <a:endParaRPr lang="en-AU">
              <a:latin typeface="Public Sans" pitchFamily="2" charset="0"/>
            </a:endParaRPr>
          </a:p>
        </p:txBody>
      </p:sp>
      <p:sp>
        <p:nvSpPr>
          <p:cNvPr id="4" name="Footer Placeholder 3">
            <a:extLst>
              <a:ext uri="{FF2B5EF4-FFF2-40B4-BE49-F238E27FC236}">
                <a16:creationId xmlns:a16="http://schemas.microsoft.com/office/drawing/2014/main" id="{2F07DE46-ED0B-49F3-8199-C129451A46B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latin typeface="Public Sans" pitchFamily="2" charset="0"/>
            </a:endParaRPr>
          </a:p>
        </p:txBody>
      </p:sp>
      <p:sp>
        <p:nvSpPr>
          <p:cNvPr id="5" name="Slide Number Placeholder 4">
            <a:extLst>
              <a:ext uri="{FF2B5EF4-FFF2-40B4-BE49-F238E27FC236}">
                <a16:creationId xmlns:a16="http://schemas.microsoft.com/office/drawing/2014/main" id="{56DA6684-5527-4DB9-88B5-C4F66FB5F78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AAF8501-5769-46EC-B8B9-363B75FA9999}" type="slidenum">
              <a:rPr lang="en-AU" smtClean="0">
                <a:latin typeface="Public Sans" pitchFamily="2" charset="0"/>
              </a:rPr>
              <a:t>‹#›</a:t>
            </a:fld>
            <a:endParaRPr lang="en-AU">
              <a:latin typeface="Public Sans" pitchFamily="2" charset="0"/>
            </a:endParaRPr>
          </a:p>
        </p:txBody>
      </p:sp>
    </p:spTree>
    <p:extLst>
      <p:ext uri="{BB962C8B-B14F-4D97-AF65-F5344CB8AC3E}">
        <p14:creationId xmlns:p14="http://schemas.microsoft.com/office/powerpoint/2010/main" val="414479380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Public Sans" pitchFamily="2" charset="0"/>
              </a:defRPr>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Public Sans" pitchFamily="2" charset="0"/>
              </a:defRPr>
            </a:lvl1pPr>
          </a:lstStyle>
          <a:p>
            <a:fld id="{EC6F825C-382E-4C1A-82AB-BCE4AFD21ABE}" type="datetimeFigureOut">
              <a:rPr lang="en-AU" smtClean="0"/>
              <a:pPr/>
              <a:t>9/02/2026</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Public Sans" pitchFamily="2" charset="0"/>
              </a:defRPr>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Public Sans" pitchFamily="2" charset="0"/>
              </a:defRPr>
            </a:lvl1pPr>
          </a:lstStyle>
          <a:p>
            <a:fld id="{B07158C4-A119-4B78-9DE8-A50001BC31DC}" type="slidenum">
              <a:rPr lang="en-AU" smtClean="0"/>
              <a:pPr/>
              <a:t>‹#›</a:t>
            </a:fld>
            <a:endParaRPr lang="en-AU"/>
          </a:p>
        </p:txBody>
      </p:sp>
    </p:spTree>
    <p:extLst>
      <p:ext uri="{BB962C8B-B14F-4D97-AF65-F5344CB8AC3E}">
        <p14:creationId xmlns:p14="http://schemas.microsoft.com/office/powerpoint/2010/main" val="3301092027"/>
      </p:ext>
    </p:extLst>
  </p:cSld>
  <p:clrMap bg1="lt1" tx1="dk1" bg2="lt2" tx2="dk2" accent1="accent1" accent2="accent2" accent3="accent3" accent4="accent4" accent5="accent5" accent6="accent6" hlink="hlink" folHlink="folHlink"/>
  <p:notesStyle>
    <a:lvl1pPr marL="0"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1pPr>
    <a:lvl2pPr marL="609585"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2pPr>
    <a:lvl3pPr marL="1219170"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3pPr>
    <a:lvl4pPr marL="1828754"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4pPr>
    <a:lvl5pPr marL="2438339"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5pPr>
    <a:lvl6pPr marL="3047924" algn="l" defTabSz="1219170" rtl="0" eaLnBrk="1" latinLnBrk="0" hangingPunct="1">
      <a:defRPr sz="1600" kern="1200">
        <a:solidFill>
          <a:schemeClr val="tx1"/>
        </a:solidFill>
        <a:latin typeface="+mn-lt"/>
        <a:ea typeface="+mn-ea"/>
        <a:cs typeface="+mn-cs"/>
      </a:defRPr>
    </a:lvl6pPr>
    <a:lvl7pPr marL="3657509" algn="l" defTabSz="1219170" rtl="0" eaLnBrk="1" latinLnBrk="0" hangingPunct="1">
      <a:defRPr sz="1600" kern="1200">
        <a:solidFill>
          <a:schemeClr val="tx1"/>
        </a:solidFill>
        <a:latin typeface="+mn-lt"/>
        <a:ea typeface="+mn-ea"/>
        <a:cs typeface="+mn-cs"/>
      </a:defRPr>
    </a:lvl7pPr>
    <a:lvl8pPr marL="4267093" algn="l" defTabSz="1219170" rtl="0" eaLnBrk="1" latinLnBrk="0" hangingPunct="1">
      <a:defRPr sz="1600" kern="1200">
        <a:solidFill>
          <a:schemeClr val="tx1"/>
        </a:solidFill>
        <a:latin typeface="+mn-lt"/>
        <a:ea typeface="+mn-ea"/>
        <a:cs typeface="+mn-cs"/>
      </a:defRPr>
    </a:lvl8pPr>
    <a:lvl9pPr marL="4876678" algn="l" defTabSz="1219170"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B07158C4-A119-4B78-9DE8-A50001BC31DC}" type="slidenum">
              <a:rPr lang="en-AU" smtClean="0"/>
              <a:pPr/>
              <a:t>1</a:t>
            </a:fld>
            <a:endParaRPr lang="en-AU"/>
          </a:p>
        </p:txBody>
      </p:sp>
    </p:spTree>
    <p:extLst>
      <p:ext uri="{BB962C8B-B14F-4D97-AF65-F5344CB8AC3E}">
        <p14:creationId xmlns:p14="http://schemas.microsoft.com/office/powerpoint/2010/main" val="19335899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FAF867-63A5-8257-BEB3-843826CE35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17174D-A127-D2D1-8FE8-6EBA54B31E8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3BCA833-D850-EA3F-9C4C-3C098CC50AFD}"/>
              </a:ext>
            </a:extLst>
          </p:cNvPr>
          <p:cNvSpPr>
            <a:spLocks noGrp="1"/>
          </p:cNvSpPr>
          <p:nvPr>
            <p:ph type="body" idx="1"/>
          </p:nvPr>
        </p:nvSpPr>
        <p:spPr/>
        <p:txBody>
          <a:bodyPr/>
          <a:lstStyle/>
          <a:p>
            <a:r>
              <a:rPr lang="en-AU"/>
              <a:t>Reviews may include a combination of question types, requiring students to recall facts and key ideas, as well as apply their knowledge to solve problems and answer questions. To support active engagement, a mix of techniques should be employed.” (AERO, 2024).</a:t>
            </a:r>
          </a:p>
          <a:p>
            <a:endParaRPr lang="en-AU"/>
          </a:p>
          <a:p>
            <a:r>
              <a:rPr lang="en-AU"/>
              <a:t>This Review of Learning slide deck revisits key concepts from the following units:</a:t>
            </a:r>
          </a:p>
          <a:p>
            <a:pPr marL="285750" indent="-285750">
              <a:buFont typeface="Arial" panose="020B0604020202020204" pitchFamily="34" charset="0"/>
              <a:buChar char="•"/>
            </a:pPr>
            <a:r>
              <a:rPr lang="en-AU"/>
              <a:t>Stage 3 Year B Unit 26</a:t>
            </a:r>
          </a:p>
          <a:p>
            <a:pPr marL="285750" indent="-285750">
              <a:buFont typeface="Arial" panose="020B0604020202020204" pitchFamily="34" charset="0"/>
              <a:buChar char="•"/>
            </a:pPr>
            <a:r>
              <a:rPr lang="en-AU"/>
              <a:t>Stage 3 Year B Unit 25</a:t>
            </a:r>
          </a:p>
          <a:p>
            <a:pPr marL="285750" indent="-285750">
              <a:buFont typeface="Arial" panose="020B0604020202020204" pitchFamily="34" charset="0"/>
              <a:buChar char="•"/>
            </a:pPr>
            <a:r>
              <a:rPr lang="en-AU"/>
              <a:t>Stage 3 Year B Unit 24</a:t>
            </a:r>
          </a:p>
          <a:p>
            <a:r>
              <a:rPr lang="en-AU"/>
              <a:t>It also includes opportunities to review prior learning in non-number content, supporting consolidation across focus areas.</a:t>
            </a:r>
          </a:p>
          <a:p>
            <a:endParaRPr lang="en-AU"/>
          </a:p>
          <a:p>
            <a:r>
              <a:rPr lang="en-AU"/>
              <a:t>The review of learning resources include three key task types that support the development of mathematical proficiency through retrieval, spaced practice, and active participation. These practices complement the review phase (activating prior knowledge) embedded within the beginning of each lesson.</a:t>
            </a:r>
          </a:p>
          <a:p>
            <a:endParaRPr lang="en-AU"/>
          </a:p>
          <a:p>
            <a:r>
              <a:rPr lang="en-AU" b="1"/>
              <a:t>1.</a:t>
            </a:r>
          </a:p>
          <a:p>
            <a:r>
              <a:rPr lang="en-AU" b="1"/>
              <a:t>Multiple-choice questions/True or false: </a:t>
            </a:r>
            <a:r>
              <a:rPr lang="en-AU"/>
              <a:t>Designed to promote active retrieval of key concepts and identify common misconceptions in number, supporting consolidation, understanding and fluency.</a:t>
            </a:r>
            <a:br>
              <a:rPr lang="en-AU"/>
            </a:br>
            <a:r>
              <a:rPr lang="en-AU"/>
              <a:t>These questions:</a:t>
            </a:r>
          </a:p>
          <a:p>
            <a:endParaRPr lang="en-AU"/>
          </a:p>
          <a:p>
            <a:pPr marL="285750" indent="-285750">
              <a:buFont typeface="Wingdings" panose="05000000000000000000" pitchFamily="2" charset="2"/>
              <a:buChar char="ü"/>
            </a:pPr>
            <a:r>
              <a:rPr lang="en-AU"/>
              <a:t>support spaced and interleaved practice</a:t>
            </a:r>
          </a:p>
          <a:p>
            <a:pPr marL="285750" indent="-285750">
              <a:buFont typeface="Wingdings" panose="05000000000000000000" pitchFamily="2" charset="2"/>
              <a:buChar char="ü"/>
            </a:pPr>
            <a:r>
              <a:rPr lang="en-AU"/>
              <a:t>help identify and address common misconceptions </a:t>
            </a:r>
          </a:p>
          <a:p>
            <a:pPr marL="285750" indent="-285750">
              <a:buFont typeface="Wingdings" panose="05000000000000000000" pitchFamily="2" charset="2"/>
              <a:buChar char="ü"/>
            </a:pPr>
            <a:r>
              <a:rPr lang="en-AU"/>
              <a:t>support active recall and immediate feedback</a:t>
            </a:r>
          </a:p>
          <a:p>
            <a:pPr marL="285750" indent="-285750">
              <a:buFont typeface="Wingdings" panose="05000000000000000000" pitchFamily="2" charset="2"/>
              <a:buChar char="ü"/>
            </a:pPr>
            <a:r>
              <a:rPr lang="en-AU"/>
              <a:t>support whole class participation</a:t>
            </a:r>
          </a:p>
          <a:p>
            <a:pPr marL="285750" indent="-285750">
              <a:buFont typeface="Wingdings" panose="05000000000000000000" pitchFamily="2" charset="2"/>
              <a:buChar char="ü"/>
            </a:pPr>
            <a:r>
              <a:rPr lang="en-AU"/>
              <a:t>identify areas requiring reteach</a:t>
            </a:r>
          </a:p>
          <a:p>
            <a:endParaRPr lang="en-AU"/>
          </a:p>
          <a:p>
            <a:r>
              <a:rPr lang="en-AU" b="1"/>
              <a:t>2.</a:t>
            </a:r>
            <a:br>
              <a:rPr lang="en-AU" b="1"/>
            </a:br>
            <a:r>
              <a:rPr lang="en-AU" b="1"/>
              <a:t>Short-response question sets: </a:t>
            </a:r>
            <a:r>
              <a:rPr lang="en-AU"/>
              <a:t>Carefully grouped questions that encourage spaced and interleaved practice across multiple focus areas, helping students revisit and apply knowledge from different points in time.</a:t>
            </a:r>
            <a:br>
              <a:rPr lang="en-AU"/>
            </a:br>
            <a:r>
              <a:rPr lang="en-AU"/>
              <a:t>These questions:</a:t>
            </a:r>
          </a:p>
          <a:p>
            <a:endParaRPr lang="en-AU"/>
          </a:p>
          <a:p>
            <a:pPr marL="285750" indent="-285750">
              <a:buFont typeface="Wingdings" panose="05000000000000000000" pitchFamily="2" charset="2"/>
              <a:buChar char="ü"/>
            </a:pPr>
            <a:r>
              <a:rPr lang="en-AU"/>
              <a:t>have a combination of question types </a:t>
            </a:r>
          </a:p>
          <a:p>
            <a:pPr marL="285750" indent="-285750">
              <a:buFont typeface="Wingdings" panose="05000000000000000000" pitchFamily="2" charset="2"/>
              <a:buChar char="ü"/>
            </a:pPr>
            <a:r>
              <a:rPr lang="en-AU"/>
              <a:t>address a range of focus areas</a:t>
            </a:r>
          </a:p>
          <a:p>
            <a:pPr marL="285750" indent="-285750">
              <a:buFont typeface="Wingdings" panose="05000000000000000000" pitchFamily="2" charset="2"/>
              <a:buChar char="ü"/>
            </a:pPr>
            <a:r>
              <a:rPr lang="en-AU"/>
              <a:t>build automaticity and fluency</a:t>
            </a:r>
          </a:p>
          <a:p>
            <a:pPr marL="285750" indent="-285750">
              <a:buFont typeface="Wingdings" panose="05000000000000000000" pitchFamily="2" charset="2"/>
              <a:buChar char="ü"/>
            </a:pPr>
            <a:r>
              <a:rPr lang="en-AU"/>
              <a:t>support active recall </a:t>
            </a:r>
          </a:p>
          <a:p>
            <a:pPr marL="285750" indent="-285750">
              <a:buFont typeface="Wingdings" panose="05000000000000000000" pitchFamily="2" charset="2"/>
              <a:buChar char="ü"/>
            </a:pPr>
            <a:r>
              <a:rPr lang="en-AU"/>
              <a:t>allow for immediate feedback</a:t>
            </a:r>
          </a:p>
          <a:p>
            <a:pPr marL="285750" indent="-285750">
              <a:buFont typeface="Wingdings" panose="05000000000000000000" pitchFamily="2" charset="2"/>
              <a:buChar char="ü"/>
            </a:pPr>
            <a:r>
              <a:rPr lang="en-AU"/>
              <a:t>identify content requiring reteach</a:t>
            </a:r>
          </a:p>
          <a:p>
            <a:endParaRPr lang="en-AU"/>
          </a:p>
          <a:p>
            <a:r>
              <a:rPr lang="en-AU" b="1"/>
              <a:t>3.</a:t>
            </a:r>
          </a:p>
          <a:p>
            <a:r>
              <a:rPr lang="en-AU" b="1"/>
              <a:t>Developing number sense activities: </a:t>
            </a:r>
            <a:r>
              <a:rPr lang="en-AU"/>
              <a:t>A variety of practical, purposeful tasks that reinforce current learning and build on prior knowledge. These activities promote reasoning, problem-solving and conceptual understanding.</a:t>
            </a:r>
            <a:br>
              <a:rPr lang="en-AU"/>
            </a:br>
            <a:br>
              <a:rPr lang="en-AU"/>
            </a:br>
            <a:endParaRPr lang="en-AU"/>
          </a:p>
          <a:p>
            <a:r>
              <a:rPr lang="en-AU"/>
              <a:t>The review of learning resources are designed to work support teaching and learning in mathematics. For the most effective implementation, use the resources flexibly, adapting to meet student learning needs and individual classroom contexts.</a:t>
            </a:r>
          </a:p>
        </p:txBody>
      </p:sp>
      <p:sp>
        <p:nvSpPr>
          <p:cNvPr id="4" name="Slide Number Placeholder 3">
            <a:extLst>
              <a:ext uri="{FF2B5EF4-FFF2-40B4-BE49-F238E27FC236}">
                <a16:creationId xmlns:a16="http://schemas.microsoft.com/office/drawing/2014/main" id="{1361D661-6FF4-E1A2-B877-7DA266521710}"/>
              </a:ext>
            </a:extLst>
          </p:cNvPr>
          <p:cNvSpPr>
            <a:spLocks noGrp="1"/>
          </p:cNvSpPr>
          <p:nvPr>
            <p:ph type="sldNum" sz="quarter" idx="5"/>
          </p:nvPr>
        </p:nvSpPr>
        <p:spPr/>
        <p:txBody>
          <a:bodyPr/>
          <a:lstStyle/>
          <a:p>
            <a:fld id="{B07158C4-A119-4B78-9DE8-A50001BC31DC}" type="slidenum">
              <a:rPr lang="en-AU" smtClean="0"/>
              <a:pPr/>
              <a:t>2</a:t>
            </a:fld>
            <a:endParaRPr lang="en-AU"/>
          </a:p>
        </p:txBody>
      </p:sp>
    </p:spTree>
    <p:extLst>
      <p:ext uri="{BB962C8B-B14F-4D97-AF65-F5344CB8AC3E}">
        <p14:creationId xmlns:p14="http://schemas.microsoft.com/office/powerpoint/2010/main" val="333142830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b="1"/>
              <a:t>Teacher notes:</a:t>
            </a:r>
            <a:endParaRPr lang="en-US"/>
          </a:p>
          <a:p>
            <a:pPr marL="171450" indent="-171450">
              <a:buFont typeface="Arial"/>
              <a:buChar char="•"/>
            </a:pPr>
            <a:r>
              <a:rPr lang="en-AU"/>
              <a:t>Click lesson numbers to go to specific lessons</a:t>
            </a:r>
          </a:p>
          <a:p>
            <a:pPr marL="171450" indent="-171450">
              <a:buFont typeface="Arial"/>
              <a:buChar char="•"/>
            </a:pPr>
            <a:r>
              <a:rPr lang="en-AU">
                <a:cs typeface="Calibri"/>
              </a:rPr>
              <a:t>Interactive features can be viewed in slide show</a:t>
            </a:r>
            <a:endParaRPr lang="en-US">
              <a:cs typeface="Calibri"/>
            </a:endParaRPr>
          </a:p>
          <a:p>
            <a:endParaRPr lang="en-US">
              <a:cs typeface="Calibri"/>
            </a:endParaRPr>
          </a:p>
        </p:txBody>
      </p:sp>
      <p:sp>
        <p:nvSpPr>
          <p:cNvPr id="4" name="Slide Number Placeholder 3"/>
          <p:cNvSpPr>
            <a:spLocks noGrp="1"/>
          </p:cNvSpPr>
          <p:nvPr>
            <p:ph type="sldNum" sz="quarter" idx="5"/>
          </p:nvPr>
        </p:nvSpPr>
        <p:spPr/>
        <p:txBody>
          <a:bodyPr/>
          <a:lstStyle/>
          <a:p>
            <a:fld id="{D09C5488-DD16-4714-9519-7BE21BA11D4E}" type="slidenum">
              <a:rPr lang="en-AU" smtClean="0"/>
              <a:t>3</a:t>
            </a:fld>
            <a:endParaRPr lang="en-AU"/>
          </a:p>
        </p:txBody>
      </p:sp>
    </p:spTree>
    <p:extLst>
      <p:ext uri="{BB962C8B-B14F-4D97-AF65-F5344CB8AC3E}">
        <p14:creationId xmlns:p14="http://schemas.microsoft.com/office/powerpoint/2010/main" val="32427642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4</a:t>
            </a:fld>
            <a:endParaRPr lang="en-AU"/>
          </a:p>
        </p:txBody>
      </p:sp>
    </p:spTree>
    <p:extLst>
      <p:ext uri="{BB962C8B-B14F-4D97-AF65-F5344CB8AC3E}">
        <p14:creationId xmlns:p14="http://schemas.microsoft.com/office/powerpoint/2010/main" val="2529614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6EB74E-CC21-2491-18C1-CB75F52B902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AAA04E0-1BBF-6DD2-E98E-606D6BD6517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9A8E4B5-B240-9BA4-2A9F-795D0EE67540}"/>
              </a:ext>
            </a:extLst>
          </p:cNvPr>
          <p:cNvSpPr>
            <a:spLocks noGrp="1"/>
          </p:cNvSpPr>
          <p:nvPr>
            <p:ph type="body" idx="1"/>
          </p:nvPr>
        </p:nvSpPr>
        <p:spPr/>
        <p:txBody>
          <a:bodyPr/>
          <a:lstStyle/>
          <a:p>
            <a:pPr marL="0" indent="0" algn="l">
              <a:buFont typeface="Wingdings" panose="05000000000000000000" pitchFamily="2" charset="2"/>
              <a:buNone/>
            </a:pPr>
            <a:r>
              <a:rPr lang="en-AU" sz="1600" b="0" i="0" dirty="0">
                <a:solidFill>
                  <a:schemeClr val="tx1"/>
                </a:solidFill>
                <a:latin typeface="Arial"/>
                <a:cs typeface="Arial"/>
              </a:rPr>
              <a:t>This question connects to the content in the developing number sense activity (Activity 1)</a:t>
            </a:r>
          </a:p>
          <a:p>
            <a:pPr>
              <a:buFont typeface="Wingdings" panose="05000000000000000000" pitchFamily="2" charset="2"/>
              <a:defRPr/>
            </a:pPr>
            <a:endParaRPr lang="en-AU" dirty="0">
              <a:latin typeface="Arial"/>
              <a:cs typeface="Arial"/>
            </a:endParaRPr>
          </a:p>
          <a:p>
            <a:pPr>
              <a:defRPr/>
            </a:pPr>
            <a:r>
              <a:rPr lang="en-AU" b="1" dirty="0">
                <a:latin typeface="Arial"/>
                <a:cs typeface="Arial"/>
              </a:rPr>
              <a:t>Syllabus focus area:</a:t>
            </a:r>
            <a:endParaRPr lang="en-US" dirty="0">
              <a:solidFill>
                <a:srgbClr val="444444"/>
              </a:solidFill>
              <a:latin typeface="Arial"/>
              <a:cs typeface="Arial"/>
            </a:endParaRPr>
          </a:p>
          <a:p>
            <a:pPr>
              <a:defRPr/>
            </a:pPr>
            <a:r>
              <a:rPr lang="en-AU" dirty="0">
                <a:latin typeface="Arial"/>
                <a:cs typeface="Arial"/>
              </a:rPr>
              <a:t>Additive relations B</a:t>
            </a:r>
          </a:p>
        </p:txBody>
      </p:sp>
      <p:sp>
        <p:nvSpPr>
          <p:cNvPr id="4" name="Slide Number Placeholder 3">
            <a:extLst>
              <a:ext uri="{FF2B5EF4-FFF2-40B4-BE49-F238E27FC236}">
                <a16:creationId xmlns:a16="http://schemas.microsoft.com/office/drawing/2014/main" id="{F81BE591-F823-FCE9-A85A-3088EF2406D2}"/>
              </a:ext>
            </a:extLst>
          </p:cNvPr>
          <p:cNvSpPr>
            <a:spLocks noGrp="1"/>
          </p:cNvSpPr>
          <p:nvPr>
            <p:ph type="sldNum" sz="quarter" idx="5"/>
          </p:nvPr>
        </p:nvSpPr>
        <p:spPr/>
        <p:txBody>
          <a:bodyPr/>
          <a:lstStyle/>
          <a:p>
            <a:fld id="{B07158C4-A119-4B78-9DE8-A50001BC31DC}" type="slidenum">
              <a:rPr lang="en-AU" smtClean="0"/>
              <a:pPr/>
              <a:t>5</a:t>
            </a:fld>
            <a:endParaRPr lang="en-AU"/>
          </a:p>
        </p:txBody>
      </p:sp>
    </p:spTree>
    <p:extLst>
      <p:ext uri="{BB962C8B-B14F-4D97-AF65-F5344CB8AC3E}">
        <p14:creationId xmlns:p14="http://schemas.microsoft.com/office/powerpoint/2010/main" val="60579271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b="0" i="0" kern="1200">
                <a:solidFill>
                  <a:schemeClr val="tx1"/>
                </a:solidFill>
                <a:effectLst/>
                <a:latin typeface="Arial" panose="020B0604020202020204" pitchFamily="34" charset="0"/>
                <a:ea typeface="+mn-ea"/>
                <a:cs typeface="Arial" panose="020B0604020202020204" pitchFamily="34" charset="0"/>
              </a:rPr>
              <a:t>Represents numbers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5"/>
          </p:nvPr>
        </p:nvSpPr>
        <p:spPr/>
        <p:txBody>
          <a:bodyPr/>
          <a:lstStyle/>
          <a:p>
            <a:fld id="{B07158C4-A119-4B78-9DE8-A50001BC31DC}" type="slidenum">
              <a:rPr lang="en-AU" smtClean="0"/>
              <a:pPr/>
              <a:t>6</a:t>
            </a:fld>
            <a:endParaRPr lang="en-AU"/>
          </a:p>
        </p:txBody>
      </p:sp>
    </p:spTree>
    <p:extLst>
      <p:ext uri="{BB962C8B-B14F-4D97-AF65-F5344CB8AC3E}">
        <p14:creationId xmlns:p14="http://schemas.microsoft.com/office/powerpoint/2010/main" val="201527160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367205-FD88-9B41-9EE9-8830B2F1847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94C7FD-3BC1-0278-CD44-841588DBB41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B976A2F-DE9F-F529-AF25-E322A627AE07}"/>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Data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0F3A522F-3628-AF3F-2E2F-85F08017A892}"/>
              </a:ext>
            </a:extLst>
          </p:cNvPr>
          <p:cNvSpPr>
            <a:spLocks noGrp="1"/>
          </p:cNvSpPr>
          <p:nvPr>
            <p:ph type="sldNum" sz="quarter" idx="5"/>
          </p:nvPr>
        </p:nvSpPr>
        <p:spPr/>
        <p:txBody>
          <a:bodyPr/>
          <a:lstStyle/>
          <a:p>
            <a:fld id="{B07158C4-A119-4B78-9DE8-A50001BC31DC}" type="slidenum">
              <a:rPr lang="en-AU" smtClean="0"/>
              <a:pPr/>
              <a:t>7</a:t>
            </a:fld>
            <a:endParaRPr lang="en-AU"/>
          </a:p>
        </p:txBody>
      </p:sp>
    </p:spTree>
    <p:extLst>
      <p:ext uri="{BB962C8B-B14F-4D97-AF65-F5344CB8AC3E}">
        <p14:creationId xmlns:p14="http://schemas.microsoft.com/office/powerpoint/2010/main" val="414477566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2AA5DC-5346-6496-E50A-627900C762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AF893E-77C8-9FE3-F2E1-569411DD28C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99FFFA4-D314-0D12-F2DB-A84ED5285E01}"/>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Representing quantity fractions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8C12CB1F-4BE7-7218-BE74-35A8BE7058F4}"/>
              </a:ext>
            </a:extLst>
          </p:cNvPr>
          <p:cNvSpPr>
            <a:spLocks noGrp="1"/>
          </p:cNvSpPr>
          <p:nvPr>
            <p:ph type="sldNum" sz="quarter" idx="5"/>
          </p:nvPr>
        </p:nvSpPr>
        <p:spPr/>
        <p:txBody>
          <a:bodyPr/>
          <a:lstStyle/>
          <a:p>
            <a:fld id="{B07158C4-A119-4B78-9DE8-A50001BC31DC}" type="slidenum">
              <a:rPr lang="en-AU" smtClean="0"/>
              <a:pPr/>
              <a:t>8</a:t>
            </a:fld>
            <a:endParaRPr lang="en-AU"/>
          </a:p>
        </p:txBody>
      </p:sp>
    </p:spTree>
    <p:extLst>
      <p:ext uri="{BB962C8B-B14F-4D97-AF65-F5344CB8AC3E}">
        <p14:creationId xmlns:p14="http://schemas.microsoft.com/office/powerpoint/2010/main" val="124344361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7EB86B-E4DE-73C3-F794-C15C0B9E1A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0B38E0-6D6D-6B33-AD6B-85EF6722A70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C9C22BD-B1C4-666B-422D-5FAF088CD36E}"/>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Data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EF7102AC-F76D-5520-FFA6-0732CFB27A0D}"/>
              </a:ext>
            </a:extLst>
          </p:cNvPr>
          <p:cNvSpPr>
            <a:spLocks noGrp="1"/>
          </p:cNvSpPr>
          <p:nvPr>
            <p:ph type="sldNum" sz="quarter" idx="5"/>
          </p:nvPr>
        </p:nvSpPr>
        <p:spPr/>
        <p:txBody>
          <a:bodyPr/>
          <a:lstStyle/>
          <a:p>
            <a:fld id="{B07158C4-A119-4B78-9DE8-A50001BC31DC}" type="slidenum">
              <a:rPr lang="en-AU" smtClean="0"/>
              <a:pPr/>
              <a:t>9</a:t>
            </a:fld>
            <a:endParaRPr lang="en-AU"/>
          </a:p>
        </p:txBody>
      </p:sp>
    </p:spTree>
    <p:extLst>
      <p:ext uri="{BB962C8B-B14F-4D97-AF65-F5344CB8AC3E}">
        <p14:creationId xmlns:p14="http://schemas.microsoft.com/office/powerpoint/2010/main" val="80523267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E1293A-ACA0-181C-3343-03B9753F50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1AA34DF-F40A-E614-1AB8-591BE945AE4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9D5BA51-EFD0-1051-0159-B701E597365D}"/>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t>Additive relations B</a:t>
            </a:r>
          </a:p>
          <a:p>
            <a:endParaRPr lang="en-AU"/>
          </a:p>
          <a:p>
            <a:r>
              <a:rPr lang="en-AU" b="1"/>
              <a:t>Four piles</a:t>
            </a:r>
          </a:p>
          <a:p>
            <a:pPr marL="0" marR="0" lvl="0" indent="0" algn="l" defTabSz="1219170" rtl="0" eaLnBrk="1" fontAlgn="auto" latinLnBrk="0" hangingPunct="1">
              <a:lnSpc>
                <a:spcPct val="100000"/>
              </a:lnSpc>
              <a:spcBef>
                <a:spcPts val="0"/>
              </a:spcBef>
              <a:spcAft>
                <a:spcPts val="0"/>
              </a:spcAft>
              <a:buClrTx/>
              <a:buSzTx/>
              <a:buFontTx/>
              <a:buNone/>
              <a:tabLst/>
              <a:defRPr/>
            </a:pPr>
            <a:r>
              <a:rPr lang="en-AU" sz="1600">
                <a:solidFill>
                  <a:srgbClr val="000000"/>
                </a:solidFill>
                <a:effectLst/>
                <a:latin typeface="Arial" panose="020B0604020202020204" pitchFamily="34" charset="0"/>
                <a:ea typeface="Arial" panose="020B0604020202020204" pitchFamily="34" charset="0"/>
              </a:rPr>
              <a:t>This activity is an adaptation of ‘Task 3 – Four Piles Problem’ from 3-6 – Remote Maths – Edition 9</a:t>
            </a:r>
            <a:r>
              <a:rPr lang="en-AU" sz="1600" i="0" u="none">
                <a:solidFill>
                  <a:schemeClr val="tx1"/>
                </a:solidFill>
                <a:effectLst/>
                <a:latin typeface="Arial" panose="020B0604020202020204" pitchFamily="34" charset="0"/>
                <a:ea typeface="Arial" panose="020B0604020202020204" pitchFamily="34" charset="0"/>
              </a:rPr>
              <a:t> </a:t>
            </a:r>
            <a:r>
              <a:rPr lang="en-AU" sz="1600">
                <a:solidFill>
                  <a:srgbClr val="000000"/>
                </a:solidFill>
                <a:effectLst/>
                <a:latin typeface="Arial" panose="020B0604020202020204" pitchFamily="34" charset="0"/>
                <a:ea typeface="Arial" panose="020B0604020202020204" pitchFamily="34" charset="0"/>
              </a:rPr>
              <a:t>by </a:t>
            </a:r>
            <a:r>
              <a:rPr lang="en-AU" sz="1600">
                <a:effectLst/>
                <a:latin typeface="Arial" panose="020B0604020202020204" pitchFamily="34" charset="0"/>
                <a:ea typeface="Arial" panose="020B0604020202020204" pitchFamily="34" charset="0"/>
              </a:rPr>
              <a:t>Mathematical Association of Victoria.</a:t>
            </a:r>
          </a:p>
          <a:p>
            <a:pPr marL="0" marR="0" lvl="0" indent="0" algn="l" defTabSz="1219170" rtl="0" eaLnBrk="1" fontAlgn="auto" latinLnBrk="0" hangingPunct="1">
              <a:lnSpc>
                <a:spcPct val="100000"/>
              </a:lnSpc>
              <a:spcBef>
                <a:spcPts val="0"/>
              </a:spcBef>
              <a:spcAft>
                <a:spcPts val="0"/>
              </a:spcAft>
              <a:buClrTx/>
              <a:buSzTx/>
              <a:buFontTx/>
              <a:buNone/>
              <a:tabLst/>
              <a:defRPr/>
            </a:pPr>
            <a:endParaRPr lang="en-AU" sz="1600">
              <a:effectLst/>
              <a:latin typeface="Arial" panose="020B0604020202020204" pitchFamily="34" charset="0"/>
              <a:ea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Tx/>
              <a:buNone/>
              <a:tabLst/>
              <a:defRPr/>
            </a:pPr>
            <a:r>
              <a:rPr lang="en-AU" b="0"/>
              <a:t>This resource corresponds to Resource 30 – four piles in Stage 3 Year B Unit 26. </a:t>
            </a:r>
          </a:p>
          <a:p>
            <a:pPr marL="0" marR="0" lvl="0" indent="0" algn="l" defTabSz="1219170" rtl="0" eaLnBrk="1" fontAlgn="auto" latinLnBrk="0" hangingPunct="1">
              <a:lnSpc>
                <a:spcPct val="100000"/>
              </a:lnSpc>
              <a:spcBef>
                <a:spcPts val="0"/>
              </a:spcBef>
              <a:spcAft>
                <a:spcPts val="0"/>
              </a:spcAft>
              <a:buClrTx/>
              <a:buSzTx/>
              <a:buFontTx/>
              <a:buNone/>
              <a:tabLst/>
              <a:defRPr/>
            </a:pPr>
            <a:endParaRPr lang="en-AU"/>
          </a:p>
          <a:p>
            <a:pPr marL="342900" lvl="0" indent="-34290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Students work independently or in pairs, using one set of 100 objects.</a:t>
            </a:r>
          </a:p>
          <a:p>
            <a:pPr marL="342900" lvl="0" indent="-34290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Students distribute the 100 objects by following the instructions on Resource 27 – four piles, recording their working on a whiteboard.</a:t>
            </a:r>
          </a:p>
          <a:p>
            <a:pPr marL="342900" lvl="0" indent="-34290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When they have solved the problem, students share their ideas with another student or group, justifying their reasoning.</a:t>
            </a:r>
          </a:p>
          <a:p>
            <a:pPr marL="342900" lvl="0" indent="-34290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Ask students to make their own problem for a partner to solve.</a:t>
            </a:r>
          </a:p>
          <a:p>
            <a:pPr marL="0" marR="0" lvl="0" indent="0" algn="l" defTabSz="1219170" rtl="0" eaLnBrk="1" fontAlgn="auto" latinLnBrk="0" hangingPunct="1">
              <a:lnSpc>
                <a:spcPct val="100000"/>
              </a:lnSpc>
              <a:spcBef>
                <a:spcPts val="0"/>
              </a:spcBef>
              <a:spcAft>
                <a:spcPts val="0"/>
              </a:spcAft>
              <a:buClrTx/>
              <a:buSzTx/>
              <a:buFontTx/>
              <a:buNone/>
              <a:tabLst/>
              <a:defRPr/>
            </a:pPr>
            <a:endParaRPr lang="en-AU"/>
          </a:p>
          <a:p>
            <a:pPr marL="0" marR="0" lvl="0" indent="0" algn="l" defTabSz="1219170" rtl="0" eaLnBrk="1" fontAlgn="auto" latinLnBrk="0" hangingPunct="1">
              <a:lnSpc>
                <a:spcPct val="100000"/>
              </a:lnSpc>
              <a:spcBef>
                <a:spcPts val="0"/>
              </a:spcBef>
              <a:spcAft>
                <a:spcPts val="0"/>
              </a:spcAft>
              <a:buClrTx/>
              <a:buSzTx/>
              <a:buFontTx/>
              <a:buNone/>
              <a:tabLst/>
              <a:defRPr/>
            </a:pPr>
            <a:endParaRPr lang="en-AU"/>
          </a:p>
          <a:p>
            <a:endParaRPr lang="en-AU" b="1"/>
          </a:p>
          <a:p>
            <a:pPr marL="342900" indent="-342900">
              <a:buFont typeface="+mj-lt"/>
              <a:buAutoNum type="arabicPeriod"/>
            </a:pPr>
            <a:endParaRPr lang="en-AU" b="0"/>
          </a:p>
          <a:p>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366CB7F3-C8D4-58F8-3AEE-E8514DAE136E}"/>
              </a:ext>
            </a:extLst>
          </p:cNvPr>
          <p:cNvSpPr>
            <a:spLocks noGrp="1"/>
          </p:cNvSpPr>
          <p:nvPr>
            <p:ph type="sldNum" sz="quarter" idx="5"/>
          </p:nvPr>
        </p:nvSpPr>
        <p:spPr/>
        <p:txBody>
          <a:bodyPr/>
          <a:lstStyle/>
          <a:p>
            <a:fld id="{B07158C4-A119-4B78-9DE8-A50001BC31DC}" type="slidenum">
              <a:rPr lang="en-AU" smtClean="0"/>
              <a:pPr/>
              <a:t>10</a:t>
            </a:fld>
            <a:endParaRPr lang="en-AU"/>
          </a:p>
        </p:txBody>
      </p:sp>
    </p:spTree>
    <p:extLst>
      <p:ext uri="{BB962C8B-B14F-4D97-AF65-F5344CB8AC3E}">
        <p14:creationId xmlns:p14="http://schemas.microsoft.com/office/powerpoint/2010/main" val="291559654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17E144-6368-170B-8DA4-670B1C3D06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0DE9757-8C6B-F81D-9C0D-C6268C96901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737F240-21FF-8986-C44B-3C887372C581}"/>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AC2BA03A-216B-16E6-14C0-97AFF5EB3638}"/>
              </a:ext>
            </a:extLst>
          </p:cNvPr>
          <p:cNvSpPr>
            <a:spLocks noGrp="1"/>
          </p:cNvSpPr>
          <p:nvPr>
            <p:ph type="sldNum" sz="quarter" idx="5"/>
          </p:nvPr>
        </p:nvSpPr>
        <p:spPr/>
        <p:txBody>
          <a:bodyPr/>
          <a:lstStyle/>
          <a:p>
            <a:fld id="{B07158C4-A119-4B78-9DE8-A50001BC31DC}" type="slidenum">
              <a:rPr lang="en-AU" smtClean="0"/>
              <a:pPr/>
              <a:t>11</a:t>
            </a:fld>
            <a:endParaRPr lang="en-AU"/>
          </a:p>
        </p:txBody>
      </p:sp>
    </p:spTree>
    <p:extLst>
      <p:ext uri="{BB962C8B-B14F-4D97-AF65-F5344CB8AC3E}">
        <p14:creationId xmlns:p14="http://schemas.microsoft.com/office/powerpoint/2010/main" val="218728388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4B1C04-6FEB-250D-63C2-3673470742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81FEE9-C351-590B-FAE2-EAE2B6B9A4C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DA466A9-D491-FA43-72DA-90EF16FC513B}"/>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The question on this slide connects to the content being explored in the developing number sense activity (Activity 2)</a:t>
            </a:r>
          </a:p>
          <a:p>
            <a:pPr>
              <a:defRPr/>
            </a:pPr>
            <a:endParaRPr lang="en-AU" b="1">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latin typeface="Arial"/>
                <a:cs typeface="Arial"/>
              </a:rPr>
              <a:t>Additive relations B</a:t>
            </a:r>
          </a:p>
        </p:txBody>
      </p:sp>
      <p:sp>
        <p:nvSpPr>
          <p:cNvPr id="4" name="Slide Number Placeholder 3">
            <a:extLst>
              <a:ext uri="{FF2B5EF4-FFF2-40B4-BE49-F238E27FC236}">
                <a16:creationId xmlns:a16="http://schemas.microsoft.com/office/drawing/2014/main" id="{335C0D79-4D8F-FF5C-70C7-6DF8F997051A}"/>
              </a:ext>
            </a:extLst>
          </p:cNvPr>
          <p:cNvSpPr>
            <a:spLocks noGrp="1"/>
          </p:cNvSpPr>
          <p:nvPr>
            <p:ph type="sldNum" sz="quarter" idx="5"/>
          </p:nvPr>
        </p:nvSpPr>
        <p:spPr/>
        <p:txBody>
          <a:bodyPr/>
          <a:lstStyle/>
          <a:p>
            <a:fld id="{B07158C4-A119-4B78-9DE8-A50001BC31DC}" type="slidenum">
              <a:rPr lang="en-AU" smtClean="0"/>
              <a:pPr/>
              <a:t>12</a:t>
            </a:fld>
            <a:endParaRPr lang="en-AU"/>
          </a:p>
        </p:txBody>
      </p:sp>
    </p:spTree>
    <p:extLst>
      <p:ext uri="{BB962C8B-B14F-4D97-AF65-F5344CB8AC3E}">
        <p14:creationId xmlns:p14="http://schemas.microsoft.com/office/powerpoint/2010/main" val="205208470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6D7B5D-03CC-5CEC-A3EB-1E59D8CAF6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0B7E80-EABB-1C39-5313-B4A3AD15F46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7D537F6-925D-5584-F18D-3EDE7D241D67}"/>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b="0" i="0" kern="1200">
                <a:solidFill>
                  <a:schemeClr val="tx1"/>
                </a:solidFill>
                <a:effectLst/>
                <a:latin typeface="Arial" panose="020B0604020202020204" pitchFamily="34" charset="0"/>
                <a:ea typeface="+mn-ea"/>
                <a:cs typeface="Arial" panose="020B0604020202020204" pitchFamily="34" charset="0"/>
              </a:rPr>
              <a:t>Represents numbers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598F3768-A034-3C0D-6695-0FF8CE8DCC83}"/>
              </a:ext>
            </a:extLst>
          </p:cNvPr>
          <p:cNvSpPr>
            <a:spLocks noGrp="1"/>
          </p:cNvSpPr>
          <p:nvPr>
            <p:ph type="sldNum" sz="quarter" idx="5"/>
          </p:nvPr>
        </p:nvSpPr>
        <p:spPr/>
        <p:txBody>
          <a:bodyPr/>
          <a:lstStyle/>
          <a:p>
            <a:fld id="{B07158C4-A119-4B78-9DE8-A50001BC31DC}" type="slidenum">
              <a:rPr lang="en-AU" smtClean="0"/>
              <a:pPr/>
              <a:t>13</a:t>
            </a:fld>
            <a:endParaRPr lang="en-AU"/>
          </a:p>
        </p:txBody>
      </p:sp>
    </p:spTree>
    <p:extLst>
      <p:ext uri="{BB962C8B-B14F-4D97-AF65-F5344CB8AC3E}">
        <p14:creationId xmlns:p14="http://schemas.microsoft.com/office/powerpoint/2010/main" val="127571776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371957-37CB-22ED-655F-1FF375858D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604F12-B5F3-C3DD-399D-DA978ACD2A2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00D5BBD-B48A-DBF2-DD77-C00A65220957}"/>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Data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91AF8CE9-E4A5-A7C2-D2A0-31891536A971}"/>
              </a:ext>
            </a:extLst>
          </p:cNvPr>
          <p:cNvSpPr>
            <a:spLocks noGrp="1"/>
          </p:cNvSpPr>
          <p:nvPr>
            <p:ph type="sldNum" sz="quarter" idx="5"/>
          </p:nvPr>
        </p:nvSpPr>
        <p:spPr/>
        <p:txBody>
          <a:bodyPr/>
          <a:lstStyle/>
          <a:p>
            <a:fld id="{B07158C4-A119-4B78-9DE8-A50001BC31DC}" type="slidenum">
              <a:rPr lang="en-AU" smtClean="0"/>
              <a:pPr/>
              <a:t>14</a:t>
            </a:fld>
            <a:endParaRPr lang="en-AU"/>
          </a:p>
        </p:txBody>
      </p:sp>
    </p:spTree>
    <p:extLst>
      <p:ext uri="{BB962C8B-B14F-4D97-AF65-F5344CB8AC3E}">
        <p14:creationId xmlns:p14="http://schemas.microsoft.com/office/powerpoint/2010/main" val="162203905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8D4C57-6045-AB0E-671E-EC0E14C02F3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F81149-5C94-1283-6077-F0E5B1CF7B6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5DB8C4D-555B-E702-8712-5039987854CC}"/>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Representing quantity fractions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C66A0B8C-6089-7AFA-24BA-C5DA3F260D41}"/>
              </a:ext>
            </a:extLst>
          </p:cNvPr>
          <p:cNvSpPr>
            <a:spLocks noGrp="1"/>
          </p:cNvSpPr>
          <p:nvPr>
            <p:ph type="sldNum" sz="quarter" idx="5"/>
          </p:nvPr>
        </p:nvSpPr>
        <p:spPr/>
        <p:txBody>
          <a:bodyPr/>
          <a:lstStyle/>
          <a:p>
            <a:fld id="{B07158C4-A119-4B78-9DE8-A50001BC31DC}" type="slidenum">
              <a:rPr lang="en-AU" smtClean="0"/>
              <a:pPr/>
              <a:t>15</a:t>
            </a:fld>
            <a:endParaRPr lang="en-AU"/>
          </a:p>
        </p:txBody>
      </p:sp>
    </p:spTree>
    <p:extLst>
      <p:ext uri="{BB962C8B-B14F-4D97-AF65-F5344CB8AC3E}">
        <p14:creationId xmlns:p14="http://schemas.microsoft.com/office/powerpoint/2010/main" val="106361203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6F1762-6B1B-7910-D7E9-05CB9F1F02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1790E7-BF47-798B-48D4-65DCA6CF971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3D8BDD6-6756-877A-0B16-706287D5F17B}"/>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Two-dimensional spatial structure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84410BE7-9EE3-D2B2-AB59-C7EC71A23A65}"/>
              </a:ext>
            </a:extLst>
          </p:cNvPr>
          <p:cNvSpPr>
            <a:spLocks noGrp="1"/>
          </p:cNvSpPr>
          <p:nvPr>
            <p:ph type="sldNum" sz="quarter" idx="5"/>
          </p:nvPr>
        </p:nvSpPr>
        <p:spPr/>
        <p:txBody>
          <a:bodyPr/>
          <a:lstStyle/>
          <a:p>
            <a:fld id="{B07158C4-A119-4B78-9DE8-A50001BC31DC}" type="slidenum">
              <a:rPr lang="en-AU" smtClean="0"/>
              <a:pPr/>
              <a:t>16</a:t>
            </a:fld>
            <a:endParaRPr lang="en-AU"/>
          </a:p>
        </p:txBody>
      </p:sp>
    </p:spTree>
    <p:extLst>
      <p:ext uri="{BB962C8B-B14F-4D97-AF65-F5344CB8AC3E}">
        <p14:creationId xmlns:p14="http://schemas.microsoft.com/office/powerpoint/2010/main" val="93448927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667566-822C-331E-5FDF-63BF85923E4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2C742F-F5FE-204E-3BB9-AF03DC4DD4B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C1210D7-4F5C-F395-88C9-169EC0C2B6DB}"/>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t>Additive relations B</a:t>
            </a:r>
          </a:p>
          <a:p>
            <a:endParaRPr lang="en-AU"/>
          </a:p>
          <a:p>
            <a:r>
              <a:rPr lang="en-AU" b="1"/>
              <a:t>Show us how</a:t>
            </a:r>
          </a:p>
          <a:p>
            <a:r>
              <a:rPr lang="en-AU">
                <a:latin typeface="Arial"/>
                <a:cs typeface="Arial"/>
              </a:rPr>
              <a:t>This activity is an adaptation of ‘Task 3 – Addition’ from 3-6 – Remote Maths – Edition 2 by Mathematical Association of Victoria.</a:t>
            </a:r>
          </a:p>
          <a:p>
            <a:endParaRPr lang="en-AU"/>
          </a:p>
          <a:p>
            <a:pPr marL="0" marR="0" lvl="0" indent="0" algn="l" defTabSz="1219170" rtl="0" eaLnBrk="1" fontAlgn="auto" latinLnBrk="0" hangingPunct="1">
              <a:lnSpc>
                <a:spcPct val="100000"/>
              </a:lnSpc>
              <a:spcBef>
                <a:spcPts val="0"/>
              </a:spcBef>
              <a:spcAft>
                <a:spcPts val="0"/>
              </a:spcAft>
              <a:buClrTx/>
              <a:buSzTx/>
              <a:buFontTx/>
              <a:buNone/>
              <a:tabLst/>
              <a:defRPr/>
            </a:pPr>
            <a:r>
              <a:rPr lang="en-AU" b="0"/>
              <a:t>This resource corresponds to Resource 31 – representing addition in Stage 3 Year B Unit 26. </a:t>
            </a:r>
          </a:p>
          <a:p>
            <a:endParaRPr lang="en-AU"/>
          </a:p>
          <a:p>
            <a:pPr marL="342900" lvl="0" indent="-34290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As a class, discuss the various ways addition problems can be represented and solved.</a:t>
            </a:r>
          </a:p>
          <a:p>
            <a:pPr marL="342900" lvl="0" indent="-34290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Explain that students must choose one of the equations from the table and then use it to complete each of the 4 tasks.</a:t>
            </a:r>
          </a:p>
          <a:p>
            <a:pPr marL="342900" lvl="0" indent="-34290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When they have completed the tasks, students choose another student who completed the same equation to compare representations and solutions.</a:t>
            </a:r>
          </a:p>
          <a:p>
            <a:endParaRPr lang="en-AU" b="0"/>
          </a:p>
          <a:p>
            <a:endParaRPr lang="en-AU" b="1"/>
          </a:p>
          <a:p>
            <a:pPr marL="342900" indent="-342900">
              <a:buFont typeface="+mj-lt"/>
              <a:buAutoNum type="arabicPeriod"/>
            </a:pPr>
            <a:endParaRPr lang="en-AU" b="0"/>
          </a:p>
          <a:p>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889ECE03-A21E-964D-516E-668B074B3F60}"/>
              </a:ext>
            </a:extLst>
          </p:cNvPr>
          <p:cNvSpPr>
            <a:spLocks noGrp="1"/>
          </p:cNvSpPr>
          <p:nvPr>
            <p:ph type="sldNum" sz="quarter" idx="5"/>
          </p:nvPr>
        </p:nvSpPr>
        <p:spPr/>
        <p:txBody>
          <a:bodyPr/>
          <a:lstStyle/>
          <a:p>
            <a:fld id="{B07158C4-A119-4B78-9DE8-A50001BC31DC}" type="slidenum">
              <a:rPr lang="en-AU" smtClean="0"/>
              <a:pPr/>
              <a:t>17</a:t>
            </a:fld>
            <a:endParaRPr lang="en-AU"/>
          </a:p>
        </p:txBody>
      </p:sp>
    </p:spTree>
    <p:extLst>
      <p:ext uri="{BB962C8B-B14F-4D97-AF65-F5344CB8AC3E}">
        <p14:creationId xmlns:p14="http://schemas.microsoft.com/office/powerpoint/2010/main" val="332401114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0B0071-6D83-491B-87D9-D91F9F5107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8847847-8441-5351-352B-27E3A1C0964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BBE9331-0D17-BC5D-F23B-6C96CFA74E4B}"/>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5880D4E9-0C6D-F114-415D-92C511B7277D}"/>
              </a:ext>
            </a:extLst>
          </p:cNvPr>
          <p:cNvSpPr>
            <a:spLocks noGrp="1"/>
          </p:cNvSpPr>
          <p:nvPr>
            <p:ph type="sldNum" sz="quarter" idx="5"/>
          </p:nvPr>
        </p:nvSpPr>
        <p:spPr/>
        <p:txBody>
          <a:bodyPr/>
          <a:lstStyle/>
          <a:p>
            <a:fld id="{B07158C4-A119-4B78-9DE8-A50001BC31DC}" type="slidenum">
              <a:rPr lang="en-AU" smtClean="0"/>
              <a:pPr/>
              <a:t>18</a:t>
            </a:fld>
            <a:endParaRPr lang="en-AU"/>
          </a:p>
        </p:txBody>
      </p:sp>
    </p:spTree>
    <p:extLst>
      <p:ext uri="{BB962C8B-B14F-4D97-AF65-F5344CB8AC3E}">
        <p14:creationId xmlns:p14="http://schemas.microsoft.com/office/powerpoint/2010/main" val="258004847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780149-0CB0-EDDD-5B08-8F680C7A71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DC2F04F-A596-FC76-5186-7631AA37EF0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50421AD-6A32-B849-3496-F3785A5CCA51}"/>
              </a:ext>
            </a:extLst>
          </p:cNvPr>
          <p:cNvSpPr>
            <a:spLocks noGrp="1"/>
          </p:cNvSpPr>
          <p:nvPr>
            <p:ph type="body" idx="1"/>
          </p:nvPr>
        </p:nvSpPr>
        <p:spPr/>
        <p:txBody>
          <a:bodyPr/>
          <a:lstStyle/>
          <a:p>
            <a:pPr marL="0" indent="0" algn="l">
              <a:buFont typeface="Wingdings" panose="05000000000000000000" pitchFamily="2" charset="2"/>
              <a:buNone/>
            </a:pPr>
            <a:r>
              <a:rPr lang="en-AU" sz="1600" b="0" i="0" dirty="0">
                <a:solidFill>
                  <a:schemeClr val="tx1"/>
                </a:solidFill>
                <a:latin typeface="Arial"/>
                <a:cs typeface="Arial"/>
              </a:rPr>
              <a:t>This question connects to the content in the developing number sense activity (Activity 3)</a:t>
            </a:r>
          </a:p>
          <a:p>
            <a:pPr>
              <a:buFont typeface="Wingdings" panose="05000000000000000000" pitchFamily="2" charset="2"/>
              <a:defRPr/>
            </a:pPr>
            <a:endParaRPr lang="en-AU" dirty="0">
              <a:latin typeface="Arial"/>
              <a:cs typeface="Arial"/>
            </a:endParaRPr>
          </a:p>
          <a:p>
            <a:pPr>
              <a:defRPr/>
            </a:pPr>
            <a:r>
              <a:rPr lang="en-AU" b="1" dirty="0">
                <a:latin typeface="Arial"/>
                <a:cs typeface="Arial"/>
              </a:rPr>
              <a:t>Syllabus focus area:</a:t>
            </a:r>
            <a:endParaRPr lang="en-US" dirty="0">
              <a:solidFill>
                <a:srgbClr val="444444"/>
              </a:solidFill>
              <a:latin typeface="Arial"/>
              <a:cs typeface="Arial"/>
            </a:endParaRPr>
          </a:p>
          <a:p>
            <a:pPr>
              <a:defRPr/>
            </a:pPr>
            <a:r>
              <a:rPr lang="en-AU" dirty="0">
                <a:latin typeface="Arial"/>
                <a:cs typeface="Arial"/>
              </a:rPr>
              <a:t>Additive relations B</a:t>
            </a:r>
          </a:p>
          <a:p>
            <a:pPr>
              <a:defRPr/>
            </a:pPr>
            <a:endParaRPr lang="en-AU" dirty="0">
              <a:latin typeface="Arial"/>
              <a:cs typeface="Arial"/>
            </a:endParaRPr>
          </a:p>
          <a:p>
            <a:pPr marL="0" marR="0" lvl="0" indent="0" algn="l" defTabSz="1219170" rtl="0" eaLnBrk="1" fontAlgn="auto" latinLnBrk="0" hangingPunct="1">
              <a:lnSpc>
                <a:spcPct val="100000"/>
              </a:lnSpc>
              <a:spcBef>
                <a:spcPts val="0"/>
              </a:spcBef>
              <a:spcAft>
                <a:spcPts val="0"/>
              </a:spcAft>
              <a:buClrTx/>
              <a:buSzTx/>
              <a:buFontTx/>
              <a:buNone/>
              <a:tabLst/>
              <a:defRPr/>
            </a:pPr>
            <a:r>
              <a:rPr lang="en-AU" sz="1600" kern="1200" dirty="0">
                <a:solidFill>
                  <a:schemeClr val="tx1"/>
                </a:solidFill>
                <a:effectLst/>
                <a:latin typeface="Arial" panose="020B0604020202020204" pitchFamily="34" charset="0"/>
                <a:ea typeface="+mn-ea"/>
                <a:cs typeface="Arial" panose="020B0604020202020204" pitchFamily="34" charset="0"/>
              </a:rPr>
              <a:t>This activity is an adaptation of ‘Which one doesn’t belong?’ from Thinking mathematically resources by State of New South Wales (Department of Education).</a:t>
            </a:r>
          </a:p>
          <a:p>
            <a:pPr>
              <a:defRPr/>
            </a:pPr>
            <a:endParaRPr lang="en-AU" dirty="0">
              <a:latin typeface="Arial"/>
              <a:cs typeface="Arial"/>
            </a:endParaRPr>
          </a:p>
        </p:txBody>
      </p:sp>
      <p:sp>
        <p:nvSpPr>
          <p:cNvPr id="4" name="Slide Number Placeholder 3">
            <a:extLst>
              <a:ext uri="{FF2B5EF4-FFF2-40B4-BE49-F238E27FC236}">
                <a16:creationId xmlns:a16="http://schemas.microsoft.com/office/drawing/2014/main" id="{AA748202-3E97-0613-B01D-37F69F9E7D13}"/>
              </a:ext>
            </a:extLst>
          </p:cNvPr>
          <p:cNvSpPr>
            <a:spLocks noGrp="1"/>
          </p:cNvSpPr>
          <p:nvPr>
            <p:ph type="sldNum" sz="quarter" idx="5"/>
          </p:nvPr>
        </p:nvSpPr>
        <p:spPr/>
        <p:txBody>
          <a:bodyPr/>
          <a:lstStyle/>
          <a:p>
            <a:fld id="{B07158C4-A119-4B78-9DE8-A50001BC31DC}" type="slidenum">
              <a:rPr lang="en-AU" smtClean="0"/>
              <a:pPr/>
              <a:t>19</a:t>
            </a:fld>
            <a:endParaRPr lang="en-AU"/>
          </a:p>
        </p:txBody>
      </p:sp>
    </p:spTree>
    <p:extLst>
      <p:ext uri="{BB962C8B-B14F-4D97-AF65-F5344CB8AC3E}">
        <p14:creationId xmlns:p14="http://schemas.microsoft.com/office/powerpoint/2010/main" val="225270515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3FED08-B5FE-FC1F-FD00-5453D9B6A86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065B7C-7F80-5109-C77F-F3696C07A09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69F1AA4-F995-0002-8AAE-1D902ABEA693}"/>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b="0" i="0" kern="1200">
                <a:solidFill>
                  <a:schemeClr val="tx1"/>
                </a:solidFill>
                <a:effectLst/>
                <a:latin typeface="Arial" panose="020B0604020202020204" pitchFamily="34" charset="0"/>
                <a:ea typeface="+mn-ea"/>
                <a:cs typeface="Arial" panose="020B0604020202020204" pitchFamily="34" charset="0"/>
              </a:rPr>
              <a:t>Represents numbers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A29EA8C-3E94-B009-565F-7C0388062C7E}"/>
              </a:ext>
            </a:extLst>
          </p:cNvPr>
          <p:cNvSpPr>
            <a:spLocks noGrp="1"/>
          </p:cNvSpPr>
          <p:nvPr>
            <p:ph type="sldNum" sz="quarter" idx="5"/>
          </p:nvPr>
        </p:nvSpPr>
        <p:spPr/>
        <p:txBody>
          <a:bodyPr/>
          <a:lstStyle/>
          <a:p>
            <a:fld id="{B07158C4-A119-4B78-9DE8-A50001BC31DC}" type="slidenum">
              <a:rPr lang="en-AU" smtClean="0"/>
              <a:pPr/>
              <a:t>20</a:t>
            </a:fld>
            <a:endParaRPr lang="en-AU"/>
          </a:p>
        </p:txBody>
      </p:sp>
    </p:spTree>
    <p:extLst>
      <p:ext uri="{BB962C8B-B14F-4D97-AF65-F5344CB8AC3E}">
        <p14:creationId xmlns:p14="http://schemas.microsoft.com/office/powerpoint/2010/main" val="372214275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60DAD2-BC75-474C-281B-03B15440DD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53558A-0F49-BFA8-C859-8BA0CFF6992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E8B09B3-BD05-50CB-7CE8-E8F3F11C8930}"/>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Data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4F38D5F0-35F9-4ED4-9973-07488D5155D9}"/>
              </a:ext>
            </a:extLst>
          </p:cNvPr>
          <p:cNvSpPr>
            <a:spLocks noGrp="1"/>
          </p:cNvSpPr>
          <p:nvPr>
            <p:ph type="sldNum" sz="quarter" idx="5"/>
          </p:nvPr>
        </p:nvSpPr>
        <p:spPr/>
        <p:txBody>
          <a:bodyPr/>
          <a:lstStyle/>
          <a:p>
            <a:fld id="{B07158C4-A119-4B78-9DE8-A50001BC31DC}" type="slidenum">
              <a:rPr lang="en-AU" smtClean="0"/>
              <a:pPr/>
              <a:t>21</a:t>
            </a:fld>
            <a:endParaRPr lang="en-AU"/>
          </a:p>
        </p:txBody>
      </p:sp>
    </p:spTree>
    <p:extLst>
      <p:ext uri="{BB962C8B-B14F-4D97-AF65-F5344CB8AC3E}">
        <p14:creationId xmlns:p14="http://schemas.microsoft.com/office/powerpoint/2010/main" val="63697827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EF8757-48C8-BC0B-A2EC-4B071C000E9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85F7F6-7049-41AD-27D4-DE9D4296494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FD76780-9CD4-51EA-5782-75AFC89B09CD}"/>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dirty="0">
                <a:latin typeface="Arial"/>
                <a:cs typeface="Arial"/>
              </a:rPr>
              <a:t>Representing quantity fractions A</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DB062400-1A0E-9153-7D29-B2EECE2ADA1F}"/>
              </a:ext>
            </a:extLst>
          </p:cNvPr>
          <p:cNvSpPr>
            <a:spLocks noGrp="1"/>
          </p:cNvSpPr>
          <p:nvPr>
            <p:ph type="sldNum" sz="quarter" idx="5"/>
          </p:nvPr>
        </p:nvSpPr>
        <p:spPr/>
        <p:txBody>
          <a:bodyPr/>
          <a:lstStyle/>
          <a:p>
            <a:fld id="{B07158C4-A119-4B78-9DE8-A50001BC31DC}" type="slidenum">
              <a:rPr lang="en-AU" smtClean="0"/>
              <a:pPr/>
              <a:t>22</a:t>
            </a:fld>
            <a:endParaRPr lang="en-AU"/>
          </a:p>
        </p:txBody>
      </p:sp>
    </p:spTree>
    <p:extLst>
      <p:ext uri="{BB962C8B-B14F-4D97-AF65-F5344CB8AC3E}">
        <p14:creationId xmlns:p14="http://schemas.microsoft.com/office/powerpoint/2010/main" val="320810053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2846E4-A4D3-ACCA-68D8-9C73C11B22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565AF9E-4B5E-989D-9866-2AD0A9C8206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D847B3-D2E9-3BD6-B10A-D87BD6414E5B}"/>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Data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791E6D43-E1C2-968D-25C5-69AF215362A9}"/>
              </a:ext>
            </a:extLst>
          </p:cNvPr>
          <p:cNvSpPr>
            <a:spLocks noGrp="1"/>
          </p:cNvSpPr>
          <p:nvPr>
            <p:ph type="sldNum" sz="quarter" idx="5"/>
          </p:nvPr>
        </p:nvSpPr>
        <p:spPr/>
        <p:txBody>
          <a:bodyPr/>
          <a:lstStyle/>
          <a:p>
            <a:fld id="{B07158C4-A119-4B78-9DE8-A50001BC31DC}" type="slidenum">
              <a:rPr lang="en-AU" smtClean="0"/>
              <a:pPr/>
              <a:t>23</a:t>
            </a:fld>
            <a:endParaRPr lang="en-AU"/>
          </a:p>
        </p:txBody>
      </p:sp>
    </p:spTree>
    <p:extLst>
      <p:ext uri="{BB962C8B-B14F-4D97-AF65-F5344CB8AC3E}">
        <p14:creationId xmlns:p14="http://schemas.microsoft.com/office/powerpoint/2010/main" val="266384207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16D09E-2538-67C5-A171-741A0407E9C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0294EF9-C5FF-6A99-B06D-E60D2E2A99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21EA6DF-BECC-03F2-F321-ADAC2B4C90F5}"/>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t>Additive relations B</a:t>
            </a:r>
          </a:p>
          <a:p>
            <a:endParaRPr lang="en-AU"/>
          </a:p>
          <a:p>
            <a:r>
              <a:rPr lang="en-AU" b="1"/>
              <a:t>Which doesn’t belong?</a:t>
            </a:r>
          </a:p>
          <a:p>
            <a:r>
              <a:rPr lang="en-AU"/>
              <a:t>This activity is an adaptation of Which one number doesn’t belong? from Mathematics K-6 Resources by State of New South Wales (Department of Education).</a:t>
            </a:r>
          </a:p>
          <a:p>
            <a:endParaRPr lang="en-AU"/>
          </a:p>
          <a:p>
            <a:pPr marL="342900" lvl="0" indent="-34290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In pairs, students must decide which number doesn’t belong using addition or subtraction thinking and why. For example, the number 9 is the only number whose digits don’t add up to 7.</a:t>
            </a:r>
          </a:p>
          <a:p>
            <a:pPr marL="342900" lvl="0" indent="-34290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Students record their ideas on a whiteboard.</a:t>
            </a:r>
          </a:p>
          <a:p>
            <a:pPr marL="342900" lvl="0" indent="-34290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Challenge students who finish quickly to make a case for why each of the numbers does not belong.</a:t>
            </a:r>
          </a:p>
          <a:p>
            <a:pPr marL="342900" lvl="0" indent="-34290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When all pairs have a solution, students report back to the class, explaining which number they decided didn’t belong and why. Discuss.</a:t>
            </a:r>
          </a:p>
          <a:p>
            <a:endParaRPr lang="en-AU" b="1"/>
          </a:p>
          <a:p>
            <a:pPr marL="342900" indent="-342900">
              <a:buFont typeface="+mj-lt"/>
              <a:buAutoNum type="arabicPeriod"/>
            </a:pPr>
            <a:endParaRPr lang="en-AU" b="0"/>
          </a:p>
          <a:p>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3A047C17-2D96-3866-B8F9-D9D688EC56F9}"/>
              </a:ext>
            </a:extLst>
          </p:cNvPr>
          <p:cNvSpPr>
            <a:spLocks noGrp="1"/>
          </p:cNvSpPr>
          <p:nvPr>
            <p:ph type="sldNum" sz="quarter" idx="5"/>
          </p:nvPr>
        </p:nvSpPr>
        <p:spPr/>
        <p:txBody>
          <a:bodyPr/>
          <a:lstStyle/>
          <a:p>
            <a:fld id="{B07158C4-A119-4B78-9DE8-A50001BC31DC}" type="slidenum">
              <a:rPr lang="en-AU" smtClean="0"/>
              <a:pPr/>
              <a:t>24</a:t>
            </a:fld>
            <a:endParaRPr lang="en-AU"/>
          </a:p>
        </p:txBody>
      </p:sp>
    </p:spTree>
    <p:extLst>
      <p:ext uri="{BB962C8B-B14F-4D97-AF65-F5344CB8AC3E}">
        <p14:creationId xmlns:p14="http://schemas.microsoft.com/office/powerpoint/2010/main" val="323669789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725BD7-182E-E445-4BEE-0EFBDDE2E1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3F9A88-E143-58E6-5E6C-5EBE54E7761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A853F96-1837-F922-637D-37721278423F}"/>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E4073A49-16BC-F75B-0843-031DD5844E53}"/>
              </a:ext>
            </a:extLst>
          </p:cNvPr>
          <p:cNvSpPr>
            <a:spLocks noGrp="1"/>
          </p:cNvSpPr>
          <p:nvPr>
            <p:ph type="sldNum" sz="quarter" idx="5"/>
          </p:nvPr>
        </p:nvSpPr>
        <p:spPr/>
        <p:txBody>
          <a:bodyPr/>
          <a:lstStyle/>
          <a:p>
            <a:fld id="{B07158C4-A119-4B78-9DE8-A50001BC31DC}" type="slidenum">
              <a:rPr lang="en-AU" smtClean="0"/>
              <a:pPr/>
              <a:t>25</a:t>
            </a:fld>
            <a:endParaRPr lang="en-AU"/>
          </a:p>
        </p:txBody>
      </p:sp>
    </p:spTree>
    <p:extLst>
      <p:ext uri="{BB962C8B-B14F-4D97-AF65-F5344CB8AC3E}">
        <p14:creationId xmlns:p14="http://schemas.microsoft.com/office/powerpoint/2010/main" val="265589213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D1129A-A241-1227-E39D-803C0BABD01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45E368-EE69-7F77-469C-BEC25AF77C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271666F-DCE5-6E5D-81AA-653595088B03}"/>
              </a:ext>
            </a:extLst>
          </p:cNvPr>
          <p:cNvSpPr>
            <a:spLocks noGrp="1"/>
          </p:cNvSpPr>
          <p:nvPr>
            <p:ph type="body" idx="1"/>
          </p:nvPr>
        </p:nvSpPr>
        <p:spPr/>
        <p:txBody>
          <a:bodyPr/>
          <a:lstStyle/>
          <a:p>
            <a:pPr marL="0" indent="0" algn="l">
              <a:buFont typeface="Wingdings" panose="05000000000000000000" pitchFamily="2" charset="2"/>
              <a:buNone/>
            </a:pPr>
            <a:r>
              <a:rPr lang="en-AU" sz="1600" b="0" i="0" dirty="0">
                <a:solidFill>
                  <a:schemeClr val="tx1"/>
                </a:solidFill>
                <a:latin typeface="Arial"/>
                <a:cs typeface="Arial"/>
              </a:rPr>
              <a:t>The question on this slide connects to the content being explored in the developing number sense activity (Activity 4)</a:t>
            </a:r>
          </a:p>
          <a:p>
            <a:pPr>
              <a:defRPr/>
            </a:pPr>
            <a:endParaRPr lang="en-AU" b="1" dirty="0">
              <a:latin typeface="Arial"/>
              <a:cs typeface="Arial"/>
            </a:endParaRPr>
          </a:p>
          <a:p>
            <a:pPr>
              <a:defRPr/>
            </a:pPr>
            <a:r>
              <a:rPr lang="en-AU" b="1" dirty="0">
                <a:latin typeface="Arial"/>
                <a:cs typeface="Arial"/>
              </a:rPr>
              <a:t>Syllabus focus area:</a:t>
            </a:r>
            <a:endParaRPr lang="en-US" dirty="0">
              <a:solidFill>
                <a:srgbClr val="444444"/>
              </a:solidFill>
              <a:latin typeface="Arial"/>
              <a:cs typeface="Arial"/>
            </a:endParaRPr>
          </a:p>
          <a:p>
            <a:pPr>
              <a:defRPr/>
            </a:pPr>
            <a:r>
              <a:rPr lang="en-AU" dirty="0">
                <a:latin typeface="Arial"/>
                <a:cs typeface="Arial"/>
              </a:rPr>
              <a:t>Additive relations B</a:t>
            </a:r>
          </a:p>
        </p:txBody>
      </p:sp>
      <p:sp>
        <p:nvSpPr>
          <p:cNvPr id="4" name="Slide Number Placeholder 3">
            <a:extLst>
              <a:ext uri="{FF2B5EF4-FFF2-40B4-BE49-F238E27FC236}">
                <a16:creationId xmlns:a16="http://schemas.microsoft.com/office/drawing/2014/main" id="{919100AA-9F2D-B3DF-BA29-892C09F36338}"/>
              </a:ext>
            </a:extLst>
          </p:cNvPr>
          <p:cNvSpPr>
            <a:spLocks noGrp="1"/>
          </p:cNvSpPr>
          <p:nvPr>
            <p:ph type="sldNum" sz="quarter" idx="5"/>
          </p:nvPr>
        </p:nvSpPr>
        <p:spPr/>
        <p:txBody>
          <a:bodyPr/>
          <a:lstStyle/>
          <a:p>
            <a:fld id="{B07158C4-A119-4B78-9DE8-A50001BC31DC}" type="slidenum">
              <a:rPr lang="en-AU" smtClean="0"/>
              <a:pPr/>
              <a:t>26</a:t>
            </a:fld>
            <a:endParaRPr lang="en-AU"/>
          </a:p>
        </p:txBody>
      </p:sp>
    </p:spTree>
    <p:extLst>
      <p:ext uri="{BB962C8B-B14F-4D97-AF65-F5344CB8AC3E}">
        <p14:creationId xmlns:p14="http://schemas.microsoft.com/office/powerpoint/2010/main" val="36788492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E26DE5-F70E-020E-83A9-F7EE03174B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CA4F2CF-BF1B-0DAE-6858-6D1EC839F30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90E4536-36A2-46E0-BC68-CAECC1DE1CE6}"/>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b="0" i="0" kern="1200">
                <a:solidFill>
                  <a:schemeClr val="tx1"/>
                </a:solidFill>
                <a:effectLst/>
                <a:latin typeface="Arial" panose="020B0604020202020204" pitchFamily="34" charset="0"/>
                <a:ea typeface="+mn-ea"/>
                <a:cs typeface="Arial" panose="020B0604020202020204" pitchFamily="34" charset="0"/>
              </a:rPr>
              <a:t>Represents numbers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37214E7-26D1-36C4-1617-C202790A45B6}"/>
              </a:ext>
            </a:extLst>
          </p:cNvPr>
          <p:cNvSpPr>
            <a:spLocks noGrp="1"/>
          </p:cNvSpPr>
          <p:nvPr>
            <p:ph type="sldNum" sz="quarter" idx="5"/>
          </p:nvPr>
        </p:nvSpPr>
        <p:spPr/>
        <p:txBody>
          <a:bodyPr/>
          <a:lstStyle/>
          <a:p>
            <a:fld id="{B07158C4-A119-4B78-9DE8-A50001BC31DC}" type="slidenum">
              <a:rPr lang="en-AU" smtClean="0"/>
              <a:pPr/>
              <a:t>27</a:t>
            </a:fld>
            <a:endParaRPr lang="en-AU"/>
          </a:p>
        </p:txBody>
      </p:sp>
    </p:spTree>
    <p:extLst>
      <p:ext uri="{BB962C8B-B14F-4D97-AF65-F5344CB8AC3E}">
        <p14:creationId xmlns:p14="http://schemas.microsoft.com/office/powerpoint/2010/main" val="361644052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8AD824-640F-D2F4-5977-6163AE9B71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B2584F1-7BDB-7461-AFFD-782DDDAA29D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8FD904F-4D98-0993-FF07-278E7D946DB0}"/>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Data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2D8A84B2-3EF5-AC61-A21F-AE35F3F9D9FD}"/>
              </a:ext>
            </a:extLst>
          </p:cNvPr>
          <p:cNvSpPr>
            <a:spLocks noGrp="1"/>
          </p:cNvSpPr>
          <p:nvPr>
            <p:ph type="sldNum" sz="quarter" idx="5"/>
          </p:nvPr>
        </p:nvSpPr>
        <p:spPr/>
        <p:txBody>
          <a:bodyPr/>
          <a:lstStyle/>
          <a:p>
            <a:fld id="{B07158C4-A119-4B78-9DE8-A50001BC31DC}" type="slidenum">
              <a:rPr lang="en-AU" smtClean="0"/>
              <a:pPr/>
              <a:t>28</a:t>
            </a:fld>
            <a:endParaRPr lang="en-AU"/>
          </a:p>
        </p:txBody>
      </p:sp>
    </p:spTree>
    <p:extLst>
      <p:ext uri="{BB962C8B-B14F-4D97-AF65-F5344CB8AC3E}">
        <p14:creationId xmlns:p14="http://schemas.microsoft.com/office/powerpoint/2010/main" val="422936684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F2B8D8-AFD2-EFEC-E3BD-B83D8A6E7E1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74C4EF-68CA-016A-6199-289D7E5DB28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D5B0011-6439-4EA5-2F3D-EE8A8C78B022}"/>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Representing quantity fractions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615CD9B8-FC69-AA44-875E-5F3A0B6DE9C6}"/>
              </a:ext>
            </a:extLst>
          </p:cNvPr>
          <p:cNvSpPr>
            <a:spLocks noGrp="1"/>
          </p:cNvSpPr>
          <p:nvPr>
            <p:ph type="sldNum" sz="quarter" idx="5"/>
          </p:nvPr>
        </p:nvSpPr>
        <p:spPr/>
        <p:txBody>
          <a:bodyPr/>
          <a:lstStyle/>
          <a:p>
            <a:fld id="{B07158C4-A119-4B78-9DE8-A50001BC31DC}" type="slidenum">
              <a:rPr lang="en-AU" smtClean="0"/>
              <a:pPr/>
              <a:t>29</a:t>
            </a:fld>
            <a:endParaRPr lang="en-AU"/>
          </a:p>
        </p:txBody>
      </p:sp>
    </p:spTree>
    <p:extLst>
      <p:ext uri="{BB962C8B-B14F-4D97-AF65-F5344CB8AC3E}">
        <p14:creationId xmlns:p14="http://schemas.microsoft.com/office/powerpoint/2010/main" val="202718813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7C9758-6224-611D-EC30-D43D9D0B647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3B89BFD-4C3F-E5EC-27C6-E95DBF2DD59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739EB86-4DE6-C4D9-92DC-3B53ACA8C2D2}"/>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dirty="0">
                <a:latin typeface="Arial"/>
                <a:cs typeface="Arial"/>
              </a:rPr>
              <a:t>Geometric measure A</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B3B8A801-CA5F-28C2-0A5B-F0EA9FAA4A59}"/>
              </a:ext>
            </a:extLst>
          </p:cNvPr>
          <p:cNvSpPr>
            <a:spLocks noGrp="1"/>
          </p:cNvSpPr>
          <p:nvPr>
            <p:ph type="sldNum" sz="quarter" idx="5"/>
          </p:nvPr>
        </p:nvSpPr>
        <p:spPr/>
        <p:txBody>
          <a:bodyPr/>
          <a:lstStyle/>
          <a:p>
            <a:fld id="{B07158C4-A119-4B78-9DE8-A50001BC31DC}" type="slidenum">
              <a:rPr lang="en-AU" smtClean="0"/>
              <a:pPr/>
              <a:t>30</a:t>
            </a:fld>
            <a:endParaRPr lang="en-AU"/>
          </a:p>
        </p:txBody>
      </p:sp>
    </p:spTree>
    <p:extLst>
      <p:ext uri="{BB962C8B-B14F-4D97-AF65-F5344CB8AC3E}">
        <p14:creationId xmlns:p14="http://schemas.microsoft.com/office/powerpoint/2010/main" val="294990773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0676F3-8AAD-12F7-FDFB-4406471D514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83C158-04F4-B169-237F-2EDC1D8456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A2A1832-7052-DC2A-CF30-4DC6FD0D8185}"/>
              </a:ext>
            </a:extLst>
          </p:cNvPr>
          <p:cNvSpPr>
            <a:spLocks noGrp="1"/>
          </p:cNvSpPr>
          <p:nvPr>
            <p:ph type="body" idx="1"/>
          </p:nvPr>
        </p:nvSpPr>
        <p:spPr/>
        <p:txBody>
          <a:bodyPr/>
          <a:lstStyle/>
          <a:p>
            <a:r>
              <a:rPr lang="en-AU" dirty="0"/>
              <a:t>This is a developing number sense activity. </a:t>
            </a:r>
          </a:p>
          <a:p>
            <a:endParaRPr lang="en-AU" dirty="0"/>
          </a:p>
          <a:p>
            <a:r>
              <a:rPr lang="en-AU" dirty="0"/>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dirty="0"/>
          </a:p>
          <a:p>
            <a:r>
              <a:rPr lang="en-AU" b="1" dirty="0"/>
              <a:t>Syllabus focus area:</a:t>
            </a:r>
          </a:p>
          <a:p>
            <a:r>
              <a:rPr lang="en-AU" dirty="0"/>
              <a:t>Additive relations B</a:t>
            </a:r>
          </a:p>
          <a:p>
            <a:endParaRPr lang="en-AU" dirty="0"/>
          </a:p>
          <a:p>
            <a:r>
              <a:rPr lang="en-AU" b="1" dirty="0"/>
              <a:t>20 dice</a:t>
            </a:r>
          </a:p>
          <a:p>
            <a:pPr marL="0" marR="0" lvl="0" indent="0" algn="l" defTabSz="1219170" rtl="0" eaLnBrk="1" fontAlgn="auto" latinLnBrk="0" hangingPunct="1">
              <a:lnSpc>
                <a:spcPct val="100000"/>
              </a:lnSpc>
              <a:spcBef>
                <a:spcPts val="0"/>
              </a:spcBef>
              <a:spcAft>
                <a:spcPts val="0"/>
              </a:spcAft>
              <a:buClrTx/>
              <a:buSzTx/>
              <a:buFontTx/>
              <a:buNone/>
              <a:tabLst/>
              <a:defRPr/>
            </a:pPr>
            <a:r>
              <a:rPr lang="en-AU" sz="1600" kern="1200" dirty="0">
                <a:solidFill>
                  <a:schemeClr val="tx1"/>
                </a:solidFill>
                <a:effectLst/>
                <a:latin typeface="Arial" panose="020B0604020202020204" pitchFamily="34" charset="0"/>
                <a:ea typeface="+mn-ea"/>
                <a:cs typeface="Arial" panose="020B0604020202020204" pitchFamily="34" charset="0"/>
              </a:rPr>
              <a:t>This activity is an adaptation of ‘Reach 100’ from NRICH by University of Cambridge.</a:t>
            </a:r>
          </a:p>
          <a:p>
            <a:pPr marL="0" marR="0" lvl="0" indent="0" algn="l" defTabSz="1219170" rtl="0" eaLnBrk="1" fontAlgn="auto" latinLnBrk="0" hangingPunct="1">
              <a:lnSpc>
                <a:spcPct val="100000"/>
              </a:lnSpc>
              <a:spcBef>
                <a:spcPts val="0"/>
              </a:spcBef>
              <a:spcAft>
                <a:spcPts val="0"/>
              </a:spcAft>
              <a:buClrTx/>
              <a:buSzTx/>
              <a:buFontTx/>
              <a:buNone/>
              <a:tabLst/>
              <a:defRPr/>
            </a:pPr>
            <a:endParaRPr lang="en-AU" b="0" dirty="0"/>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Choose 4 different digits from 1–9 and record one in each box </a:t>
            </a:r>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Demonstrate how reading the grid vertically and horizontally gives four 2-digit numbers: 52, 19, 51 and 29.</a:t>
            </a:r>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Ask students to turn and talk and discuss what strategies they could use to find the sum of the 4 digits.</a:t>
            </a:r>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Students share and communicate their strategies with the class. For example, one student levels the numbers to make the algorithm 50 + 50 + 3 + 40 + 8. The sum of the numbers is 151.</a:t>
            </a:r>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Explain that the challenge is to find 4 different digits within the grid that create four 2-digit numbers that add up to exactly 150.</a:t>
            </a:r>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Provide small groups with whiteboards to draw their grid and compare the strategies shared to solve the problem.</a:t>
            </a:r>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Select groups to share the strategies they used to solve the problem.</a:t>
            </a:r>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Seek student input to compare and evaluate different strategies selected.</a:t>
            </a:r>
          </a:p>
          <a:p>
            <a:endParaRPr lang="en-AU" b="1" dirty="0"/>
          </a:p>
          <a:p>
            <a:pPr marL="342900" indent="-342900">
              <a:buFont typeface="+mj-lt"/>
              <a:buAutoNum type="arabicPeriod"/>
            </a:pPr>
            <a:endParaRPr lang="en-AU" b="0" dirty="0"/>
          </a:p>
          <a:p>
            <a:endParaRPr lang="en-AU" b="1" dirty="0"/>
          </a:p>
          <a:p>
            <a:pPr marL="342900" indent="-342900">
              <a:buFont typeface="+mj-lt"/>
              <a:buAutoNum type="arabicPeriod"/>
            </a:pPr>
            <a:endParaRPr lang="en-AU" dirty="0"/>
          </a:p>
          <a:p>
            <a:endParaRPr lang="en-AU" dirty="0"/>
          </a:p>
        </p:txBody>
      </p:sp>
      <p:sp>
        <p:nvSpPr>
          <p:cNvPr id="4" name="Slide Number Placeholder 3">
            <a:extLst>
              <a:ext uri="{FF2B5EF4-FFF2-40B4-BE49-F238E27FC236}">
                <a16:creationId xmlns:a16="http://schemas.microsoft.com/office/drawing/2014/main" id="{D981557F-9334-0A62-59BD-5F2ABA9538F7}"/>
              </a:ext>
            </a:extLst>
          </p:cNvPr>
          <p:cNvSpPr>
            <a:spLocks noGrp="1"/>
          </p:cNvSpPr>
          <p:nvPr>
            <p:ph type="sldNum" sz="quarter" idx="5"/>
          </p:nvPr>
        </p:nvSpPr>
        <p:spPr/>
        <p:txBody>
          <a:bodyPr/>
          <a:lstStyle/>
          <a:p>
            <a:fld id="{B07158C4-A119-4B78-9DE8-A50001BC31DC}" type="slidenum">
              <a:rPr lang="en-AU" smtClean="0"/>
              <a:pPr/>
              <a:t>31</a:t>
            </a:fld>
            <a:endParaRPr lang="en-AU"/>
          </a:p>
        </p:txBody>
      </p:sp>
    </p:spTree>
    <p:extLst>
      <p:ext uri="{BB962C8B-B14F-4D97-AF65-F5344CB8AC3E}">
        <p14:creationId xmlns:p14="http://schemas.microsoft.com/office/powerpoint/2010/main" val="214506733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143710-FB2F-FB00-243F-B91970B560C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5B868A8-8D98-D4B0-033B-3856896AA3E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7BAEDE1-4304-3A6D-6C4F-3D965617786B}"/>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DE233C5D-85DC-0BB6-32A7-310B7FAD1F4A}"/>
              </a:ext>
            </a:extLst>
          </p:cNvPr>
          <p:cNvSpPr>
            <a:spLocks noGrp="1"/>
          </p:cNvSpPr>
          <p:nvPr>
            <p:ph type="sldNum" sz="quarter" idx="5"/>
          </p:nvPr>
        </p:nvSpPr>
        <p:spPr/>
        <p:txBody>
          <a:bodyPr/>
          <a:lstStyle/>
          <a:p>
            <a:fld id="{B07158C4-A119-4B78-9DE8-A50001BC31DC}" type="slidenum">
              <a:rPr lang="en-AU" smtClean="0"/>
              <a:pPr/>
              <a:t>32</a:t>
            </a:fld>
            <a:endParaRPr lang="en-AU"/>
          </a:p>
        </p:txBody>
      </p:sp>
    </p:spTree>
    <p:extLst>
      <p:ext uri="{BB962C8B-B14F-4D97-AF65-F5344CB8AC3E}">
        <p14:creationId xmlns:p14="http://schemas.microsoft.com/office/powerpoint/2010/main" val="100048159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6484B3-723C-5CDC-7F5D-72CC6FDB0C6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423710-6713-4F46-6DD4-00164B0B402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29BBF5B-C384-F7FB-63B0-B257445B7F9A}"/>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This question connects to the content in the developing number sense activity (Activity 7)</a:t>
            </a:r>
          </a:p>
          <a:p>
            <a:pPr>
              <a:buFont typeface="Wingdings" panose="05000000000000000000" pitchFamily="2" charset="2"/>
              <a:defRPr/>
            </a:pPr>
            <a:endParaRPr lang="en-AU">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latin typeface="Arial"/>
                <a:cs typeface="Arial"/>
              </a:rPr>
              <a:t>Additive relations A</a:t>
            </a:r>
          </a:p>
        </p:txBody>
      </p:sp>
      <p:sp>
        <p:nvSpPr>
          <p:cNvPr id="4" name="Slide Number Placeholder 3">
            <a:extLst>
              <a:ext uri="{FF2B5EF4-FFF2-40B4-BE49-F238E27FC236}">
                <a16:creationId xmlns:a16="http://schemas.microsoft.com/office/drawing/2014/main" id="{03A575D5-93F5-6245-6E0E-4824DF33EFBA}"/>
              </a:ext>
            </a:extLst>
          </p:cNvPr>
          <p:cNvSpPr>
            <a:spLocks noGrp="1"/>
          </p:cNvSpPr>
          <p:nvPr>
            <p:ph type="sldNum" sz="quarter" idx="5"/>
          </p:nvPr>
        </p:nvSpPr>
        <p:spPr/>
        <p:txBody>
          <a:bodyPr/>
          <a:lstStyle/>
          <a:p>
            <a:fld id="{B07158C4-A119-4B78-9DE8-A50001BC31DC}" type="slidenum">
              <a:rPr lang="en-AU" smtClean="0"/>
              <a:pPr/>
              <a:t>33</a:t>
            </a:fld>
            <a:endParaRPr lang="en-AU"/>
          </a:p>
        </p:txBody>
      </p:sp>
    </p:spTree>
    <p:extLst>
      <p:ext uri="{BB962C8B-B14F-4D97-AF65-F5344CB8AC3E}">
        <p14:creationId xmlns:p14="http://schemas.microsoft.com/office/powerpoint/2010/main" val="247198908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524DD3-5721-14F5-EDD2-E30B6126D1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5F02D0-E214-A760-36A9-3FB3B4F9AAA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992B00-F70A-F579-2146-5C8C6E8A4993}"/>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dirty="0">
                <a:latin typeface="Arial"/>
                <a:cs typeface="Arial"/>
              </a:rPr>
              <a:t>Geometric measure B</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929B697-56AA-87E8-FCD6-8EB978298970}"/>
              </a:ext>
            </a:extLst>
          </p:cNvPr>
          <p:cNvSpPr>
            <a:spLocks noGrp="1"/>
          </p:cNvSpPr>
          <p:nvPr>
            <p:ph type="sldNum" sz="quarter" idx="5"/>
          </p:nvPr>
        </p:nvSpPr>
        <p:spPr/>
        <p:txBody>
          <a:bodyPr/>
          <a:lstStyle/>
          <a:p>
            <a:fld id="{B07158C4-A119-4B78-9DE8-A50001BC31DC}" type="slidenum">
              <a:rPr lang="en-AU" smtClean="0"/>
              <a:pPr/>
              <a:t>34</a:t>
            </a:fld>
            <a:endParaRPr lang="en-AU"/>
          </a:p>
        </p:txBody>
      </p:sp>
    </p:spTree>
    <p:extLst>
      <p:ext uri="{BB962C8B-B14F-4D97-AF65-F5344CB8AC3E}">
        <p14:creationId xmlns:p14="http://schemas.microsoft.com/office/powerpoint/2010/main" val="112284894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49FD1E-52E6-C1FC-15B4-19971F89121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BD7B59-84DD-0587-09E6-630DBC0C735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8A1635F-F80B-95B6-C888-A9F51291AFFC}"/>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Represents numbers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E2095171-3401-20DE-1F94-F14D43F4E62A}"/>
              </a:ext>
            </a:extLst>
          </p:cNvPr>
          <p:cNvSpPr>
            <a:spLocks noGrp="1"/>
          </p:cNvSpPr>
          <p:nvPr>
            <p:ph type="sldNum" sz="quarter" idx="5"/>
          </p:nvPr>
        </p:nvSpPr>
        <p:spPr/>
        <p:txBody>
          <a:bodyPr/>
          <a:lstStyle/>
          <a:p>
            <a:fld id="{B07158C4-A119-4B78-9DE8-A50001BC31DC}" type="slidenum">
              <a:rPr lang="en-AU" smtClean="0"/>
              <a:pPr/>
              <a:t>35</a:t>
            </a:fld>
            <a:endParaRPr lang="en-AU"/>
          </a:p>
        </p:txBody>
      </p:sp>
    </p:spTree>
    <p:extLst>
      <p:ext uri="{BB962C8B-B14F-4D97-AF65-F5344CB8AC3E}">
        <p14:creationId xmlns:p14="http://schemas.microsoft.com/office/powerpoint/2010/main" val="263333466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4A660-2C9E-41E2-C1B0-CFD6816984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5759E8-2964-387A-B4FB-89B79D97B31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4195F0F-A841-FDA0-2381-E9895B7E30FC}"/>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Representing quantity fractions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2290EF94-C4D7-1238-EA14-ACE66F50C157}"/>
              </a:ext>
            </a:extLst>
          </p:cNvPr>
          <p:cNvSpPr>
            <a:spLocks noGrp="1"/>
          </p:cNvSpPr>
          <p:nvPr>
            <p:ph type="sldNum" sz="quarter" idx="5"/>
          </p:nvPr>
        </p:nvSpPr>
        <p:spPr/>
        <p:txBody>
          <a:bodyPr/>
          <a:lstStyle/>
          <a:p>
            <a:fld id="{B07158C4-A119-4B78-9DE8-A50001BC31DC}" type="slidenum">
              <a:rPr lang="en-AU" smtClean="0"/>
              <a:pPr/>
              <a:t>36</a:t>
            </a:fld>
            <a:endParaRPr lang="en-AU"/>
          </a:p>
        </p:txBody>
      </p:sp>
    </p:spTree>
    <p:extLst>
      <p:ext uri="{BB962C8B-B14F-4D97-AF65-F5344CB8AC3E}">
        <p14:creationId xmlns:p14="http://schemas.microsoft.com/office/powerpoint/2010/main" val="14757977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FEADE3-0A66-DDC8-F848-D4D6A324880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81B31F-81E8-DBCD-6376-E8C3323BEAB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158DDBC-F9E2-477F-9199-D93FB956E519}"/>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Geometric measure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ACAC6B19-DCCE-9D5D-6371-30B15F03922A}"/>
              </a:ext>
            </a:extLst>
          </p:cNvPr>
          <p:cNvSpPr>
            <a:spLocks noGrp="1"/>
          </p:cNvSpPr>
          <p:nvPr>
            <p:ph type="sldNum" sz="quarter" idx="5"/>
          </p:nvPr>
        </p:nvSpPr>
        <p:spPr/>
        <p:txBody>
          <a:bodyPr/>
          <a:lstStyle/>
          <a:p>
            <a:fld id="{B07158C4-A119-4B78-9DE8-A50001BC31DC}" type="slidenum">
              <a:rPr lang="en-AU" smtClean="0"/>
              <a:pPr/>
              <a:t>37</a:t>
            </a:fld>
            <a:endParaRPr lang="en-AU"/>
          </a:p>
        </p:txBody>
      </p:sp>
    </p:spTree>
    <p:extLst>
      <p:ext uri="{BB962C8B-B14F-4D97-AF65-F5344CB8AC3E}">
        <p14:creationId xmlns:p14="http://schemas.microsoft.com/office/powerpoint/2010/main" val="326676227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17A62D-A6C8-A936-3396-403B2DD48B8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BBE3FA-FB8B-EBAC-E399-A757856431E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6E67F65-9BAE-6E80-4AA0-AD3FDCDCC8EB}"/>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t>Additive relations A</a:t>
            </a:r>
          </a:p>
          <a:p>
            <a:endParaRPr lang="en-AU"/>
          </a:p>
          <a:p>
            <a:r>
              <a:rPr lang="en-AU" b="1"/>
              <a:t>Dicey operations</a:t>
            </a:r>
          </a:p>
          <a:p>
            <a:pPr marL="342900" marR="0" lvl="0" indent="-34290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AU" b="0"/>
              <a:t>This resource corresponds to F</a:t>
            </a:r>
            <a:r>
              <a:rPr lang="en-AU" sz="1600" kern="1200">
                <a:solidFill>
                  <a:schemeClr val="tx1"/>
                </a:solidFill>
                <a:effectLst/>
                <a:latin typeface="Arial" panose="020B0604020202020204" pitchFamily="34" charset="0"/>
                <a:ea typeface="+mn-ea"/>
                <a:cs typeface="Arial" panose="020B0604020202020204" pitchFamily="34" charset="0"/>
              </a:rPr>
              <a:t>igure 10 </a:t>
            </a:r>
            <a:r>
              <a:rPr lang="en-AU" b="0"/>
              <a:t>in Stage 3 Year B Unit 26. </a:t>
            </a:r>
          </a:p>
          <a:p>
            <a:pPr marL="342900" lvl="0" indent="-34290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Working in pairs, students draw a 3 by 3 grid on their whiteboard.</a:t>
            </a:r>
          </a:p>
          <a:p>
            <a:pPr marL="342900" lvl="0" indent="-34290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Students take it in turns to roll a 9-sided dice and place their number in one of the squares of their grid.</a:t>
            </a:r>
          </a:p>
          <a:p>
            <a:pPr marL="342900" lvl="0" indent="-34290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When all squares are full, students estimate what they think their total will be and record this number on their whiteboard.</a:t>
            </a:r>
          </a:p>
          <a:p>
            <a:pPr marL="342900" lvl="0" indent="-34290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Using their knowledge of place value, students add their numbers to come up with a total.</a:t>
            </a:r>
          </a:p>
          <a:p>
            <a:pPr marL="342900" lvl="0" indent="-34290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The student in each pair who got closest to their estimated total gets a point.</a:t>
            </a:r>
            <a:endParaRPr lang="en-AU" b="1"/>
          </a:p>
          <a:p>
            <a:pPr marL="342900" indent="-342900">
              <a:buFont typeface="+mj-lt"/>
              <a:buAutoNum type="arabicPeriod"/>
            </a:pPr>
            <a:endParaRPr lang="en-AU" b="0"/>
          </a:p>
          <a:p>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43302DC7-71EB-F55D-06D0-906EA93562E1}"/>
              </a:ext>
            </a:extLst>
          </p:cNvPr>
          <p:cNvSpPr>
            <a:spLocks noGrp="1"/>
          </p:cNvSpPr>
          <p:nvPr>
            <p:ph type="sldNum" sz="quarter" idx="5"/>
          </p:nvPr>
        </p:nvSpPr>
        <p:spPr/>
        <p:txBody>
          <a:bodyPr/>
          <a:lstStyle/>
          <a:p>
            <a:fld id="{B07158C4-A119-4B78-9DE8-A50001BC31DC}" type="slidenum">
              <a:rPr lang="en-AU" smtClean="0"/>
              <a:pPr/>
              <a:t>38</a:t>
            </a:fld>
            <a:endParaRPr lang="en-AU"/>
          </a:p>
        </p:txBody>
      </p:sp>
    </p:spTree>
    <p:extLst>
      <p:ext uri="{BB962C8B-B14F-4D97-AF65-F5344CB8AC3E}">
        <p14:creationId xmlns:p14="http://schemas.microsoft.com/office/powerpoint/2010/main" val="40273956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C9905A-2EC2-DC72-9C47-14B15A1A4E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E48A9B-C10A-348F-52A1-8EA508CD0AE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7002976-C4DE-57E6-A9ED-B6E094CF8255}"/>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57A335D8-90A0-A351-0754-DD4ACAAF1287}"/>
              </a:ext>
            </a:extLst>
          </p:cNvPr>
          <p:cNvSpPr>
            <a:spLocks noGrp="1"/>
          </p:cNvSpPr>
          <p:nvPr>
            <p:ph type="sldNum" sz="quarter" idx="5"/>
          </p:nvPr>
        </p:nvSpPr>
        <p:spPr/>
        <p:txBody>
          <a:bodyPr/>
          <a:lstStyle/>
          <a:p>
            <a:fld id="{B07158C4-A119-4B78-9DE8-A50001BC31DC}" type="slidenum">
              <a:rPr lang="en-AU" smtClean="0"/>
              <a:pPr/>
              <a:t>39</a:t>
            </a:fld>
            <a:endParaRPr lang="en-AU"/>
          </a:p>
        </p:txBody>
      </p:sp>
    </p:spTree>
    <p:extLst>
      <p:ext uri="{BB962C8B-B14F-4D97-AF65-F5344CB8AC3E}">
        <p14:creationId xmlns:p14="http://schemas.microsoft.com/office/powerpoint/2010/main" val="317624344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888966-B098-4FE4-D07C-7D3AB05F54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7881B3-B9F6-08FC-4960-D3C1CDF7224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29F3500-7454-FC1A-323C-21B7E06BF8A6}"/>
              </a:ext>
            </a:extLst>
          </p:cNvPr>
          <p:cNvSpPr>
            <a:spLocks noGrp="1"/>
          </p:cNvSpPr>
          <p:nvPr>
            <p:ph type="body" idx="1"/>
          </p:nvPr>
        </p:nvSpPr>
        <p:spPr/>
        <p:txBody>
          <a:bodyPr/>
          <a:lstStyle/>
          <a:p>
            <a:pPr marL="0" indent="0" algn="l">
              <a:buFont typeface="Wingdings" panose="05000000000000000000" pitchFamily="2" charset="2"/>
              <a:buNone/>
            </a:pPr>
            <a:r>
              <a:rPr lang="en-AU" sz="1600" b="0" i="0" dirty="0">
                <a:solidFill>
                  <a:schemeClr val="tx1"/>
                </a:solidFill>
                <a:latin typeface="Arial"/>
                <a:cs typeface="Arial"/>
              </a:rPr>
              <a:t>The question on this slide connects to the content being explored in the developing number sense activity (Activity 6)</a:t>
            </a:r>
          </a:p>
          <a:p>
            <a:pPr>
              <a:defRPr/>
            </a:pPr>
            <a:endParaRPr lang="en-AU" b="1" dirty="0">
              <a:latin typeface="Arial"/>
              <a:cs typeface="Arial"/>
            </a:endParaRPr>
          </a:p>
          <a:p>
            <a:pPr>
              <a:defRPr/>
            </a:pPr>
            <a:r>
              <a:rPr lang="en-AU" b="1" dirty="0">
                <a:latin typeface="Arial"/>
                <a:cs typeface="Arial"/>
              </a:rPr>
              <a:t>Syllabus focus area:</a:t>
            </a:r>
            <a:endParaRPr lang="en-US" dirty="0">
              <a:solidFill>
                <a:srgbClr val="444444"/>
              </a:solidFill>
              <a:latin typeface="Arial"/>
              <a:cs typeface="Arial"/>
            </a:endParaRPr>
          </a:p>
          <a:p>
            <a:pPr>
              <a:defRPr/>
            </a:pPr>
            <a:r>
              <a:rPr lang="en-AU" dirty="0">
                <a:latin typeface="Arial"/>
                <a:cs typeface="Arial"/>
              </a:rPr>
              <a:t>Additive relations A</a:t>
            </a:r>
          </a:p>
        </p:txBody>
      </p:sp>
      <p:sp>
        <p:nvSpPr>
          <p:cNvPr id="4" name="Slide Number Placeholder 3">
            <a:extLst>
              <a:ext uri="{FF2B5EF4-FFF2-40B4-BE49-F238E27FC236}">
                <a16:creationId xmlns:a16="http://schemas.microsoft.com/office/drawing/2014/main" id="{5871BA68-1842-8899-7220-9C736B5675D4}"/>
              </a:ext>
            </a:extLst>
          </p:cNvPr>
          <p:cNvSpPr>
            <a:spLocks noGrp="1"/>
          </p:cNvSpPr>
          <p:nvPr>
            <p:ph type="sldNum" sz="quarter" idx="5"/>
          </p:nvPr>
        </p:nvSpPr>
        <p:spPr/>
        <p:txBody>
          <a:bodyPr/>
          <a:lstStyle/>
          <a:p>
            <a:fld id="{B07158C4-A119-4B78-9DE8-A50001BC31DC}" type="slidenum">
              <a:rPr lang="en-AU" smtClean="0"/>
              <a:pPr/>
              <a:t>40</a:t>
            </a:fld>
            <a:endParaRPr lang="en-AU"/>
          </a:p>
        </p:txBody>
      </p:sp>
    </p:spTree>
    <p:extLst>
      <p:ext uri="{BB962C8B-B14F-4D97-AF65-F5344CB8AC3E}">
        <p14:creationId xmlns:p14="http://schemas.microsoft.com/office/powerpoint/2010/main" val="192390997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31894F-CD5A-1A5B-E0D4-52B59932D6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BC736A-77DC-E3C8-9B14-1C7BB5F1C6C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D04085F-7886-1B1C-BE0D-0329AB222B5A}"/>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Non-spatial measure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9499D83A-49FB-1D76-1A06-BD94441FE3F8}"/>
              </a:ext>
            </a:extLst>
          </p:cNvPr>
          <p:cNvSpPr>
            <a:spLocks noGrp="1"/>
          </p:cNvSpPr>
          <p:nvPr>
            <p:ph type="sldNum" sz="quarter" idx="5"/>
          </p:nvPr>
        </p:nvSpPr>
        <p:spPr/>
        <p:txBody>
          <a:bodyPr/>
          <a:lstStyle/>
          <a:p>
            <a:fld id="{B07158C4-A119-4B78-9DE8-A50001BC31DC}" type="slidenum">
              <a:rPr lang="en-AU" smtClean="0"/>
              <a:pPr/>
              <a:t>41</a:t>
            </a:fld>
            <a:endParaRPr lang="en-AU"/>
          </a:p>
        </p:txBody>
      </p:sp>
    </p:spTree>
    <p:extLst>
      <p:ext uri="{BB962C8B-B14F-4D97-AF65-F5344CB8AC3E}">
        <p14:creationId xmlns:p14="http://schemas.microsoft.com/office/powerpoint/2010/main" val="373792240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324D60-6C55-F1DC-1147-C0034AAE60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BE5A0D5-48C3-DB82-36E2-EB26917E8B4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26A875-4296-FC05-CA13-99A666F902D3}"/>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Represents numbers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6CDB7087-7973-1B44-E804-72FF5E9F33A7}"/>
              </a:ext>
            </a:extLst>
          </p:cNvPr>
          <p:cNvSpPr>
            <a:spLocks noGrp="1"/>
          </p:cNvSpPr>
          <p:nvPr>
            <p:ph type="sldNum" sz="quarter" idx="5"/>
          </p:nvPr>
        </p:nvSpPr>
        <p:spPr/>
        <p:txBody>
          <a:bodyPr/>
          <a:lstStyle/>
          <a:p>
            <a:fld id="{B07158C4-A119-4B78-9DE8-A50001BC31DC}" type="slidenum">
              <a:rPr lang="en-AU" smtClean="0"/>
              <a:pPr/>
              <a:t>42</a:t>
            </a:fld>
            <a:endParaRPr lang="en-AU"/>
          </a:p>
        </p:txBody>
      </p:sp>
    </p:spTree>
    <p:extLst>
      <p:ext uri="{BB962C8B-B14F-4D97-AF65-F5344CB8AC3E}">
        <p14:creationId xmlns:p14="http://schemas.microsoft.com/office/powerpoint/2010/main" val="135309701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6B8064-5153-D494-16C2-0978F1A86D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289123-0D0C-8292-6DB6-B68F79520CC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10AA3FF-3110-B3E0-9AA8-F1E405508B00}"/>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Representing quantity fractions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A56274FD-50CF-5B73-6D8E-B6E8124D6C29}"/>
              </a:ext>
            </a:extLst>
          </p:cNvPr>
          <p:cNvSpPr>
            <a:spLocks noGrp="1"/>
          </p:cNvSpPr>
          <p:nvPr>
            <p:ph type="sldNum" sz="quarter" idx="5"/>
          </p:nvPr>
        </p:nvSpPr>
        <p:spPr/>
        <p:txBody>
          <a:bodyPr/>
          <a:lstStyle/>
          <a:p>
            <a:fld id="{B07158C4-A119-4B78-9DE8-A50001BC31DC}" type="slidenum">
              <a:rPr lang="en-AU" smtClean="0"/>
              <a:pPr/>
              <a:t>43</a:t>
            </a:fld>
            <a:endParaRPr lang="en-AU"/>
          </a:p>
        </p:txBody>
      </p:sp>
    </p:spTree>
    <p:extLst>
      <p:ext uri="{BB962C8B-B14F-4D97-AF65-F5344CB8AC3E}">
        <p14:creationId xmlns:p14="http://schemas.microsoft.com/office/powerpoint/2010/main" val="3697034336"/>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9E7677-F12C-A1FF-304A-2976B662D46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388EDB-8B5A-F6CC-7B46-A0C946BED6A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BDFBA5-5516-556D-0CE9-9866C25700BD}"/>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Geometric measure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707057D8-5CAF-CBB6-0299-BBF0B3225D3C}"/>
              </a:ext>
            </a:extLst>
          </p:cNvPr>
          <p:cNvSpPr>
            <a:spLocks noGrp="1"/>
          </p:cNvSpPr>
          <p:nvPr>
            <p:ph type="sldNum" sz="quarter" idx="5"/>
          </p:nvPr>
        </p:nvSpPr>
        <p:spPr/>
        <p:txBody>
          <a:bodyPr/>
          <a:lstStyle/>
          <a:p>
            <a:fld id="{B07158C4-A119-4B78-9DE8-A50001BC31DC}" type="slidenum">
              <a:rPr lang="en-AU" smtClean="0"/>
              <a:pPr/>
              <a:t>44</a:t>
            </a:fld>
            <a:endParaRPr lang="en-AU"/>
          </a:p>
        </p:txBody>
      </p:sp>
    </p:spTree>
    <p:extLst>
      <p:ext uri="{BB962C8B-B14F-4D97-AF65-F5344CB8AC3E}">
        <p14:creationId xmlns:p14="http://schemas.microsoft.com/office/powerpoint/2010/main" val="110266619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9E7CE0-932C-F4C0-78ED-51F01146D7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4956BBB-67C8-BA20-D221-7A68FDD19F2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B423513-ADF1-902E-116A-54778B585618}"/>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t>Additive relations A</a:t>
            </a:r>
          </a:p>
          <a:p>
            <a:endParaRPr lang="en-AU"/>
          </a:p>
          <a:p>
            <a:r>
              <a:rPr lang="en-AU" b="1"/>
              <a:t>Prove it</a:t>
            </a:r>
          </a:p>
          <a:p>
            <a:pPr marL="0" marR="0" lvl="0" indent="0" algn="l" defTabSz="1219170" rtl="0" eaLnBrk="1" fontAlgn="auto" latinLnBrk="0" hangingPunct="1">
              <a:lnSpc>
                <a:spcPct val="100000"/>
              </a:lnSpc>
              <a:spcBef>
                <a:spcPts val="0"/>
              </a:spcBef>
              <a:spcAft>
                <a:spcPts val="0"/>
              </a:spcAft>
              <a:buClrTx/>
              <a:buSzTx/>
              <a:buFontTx/>
              <a:buNone/>
              <a:tabLst/>
              <a:defRPr/>
            </a:pPr>
            <a:r>
              <a:rPr lang="en-AU" b="0"/>
              <a:t>This resource corresponds to Resource 32 – prove it in Stage 3 Year B Unit 26. </a:t>
            </a:r>
          </a:p>
          <a:p>
            <a:pPr lvl="0"/>
            <a:endParaRPr lang="en-AU" sz="1600" kern="1200">
              <a:solidFill>
                <a:schemeClr val="tx1"/>
              </a:solidFill>
              <a:effectLst/>
              <a:latin typeface="Arial" panose="020B0604020202020204" pitchFamily="34" charset="0"/>
              <a:ea typeface="+mn-ea"/>
              <a:cs typeface="Arial" panose="020B0604020202020204" pitchFamily="34" charset="0"/>
            </a:endParaRP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Read the scenario to the students.</a:t>
            </a: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Students estimate the answer themselves and then explain their thinking to a partner. They must be able to provide evidence to support their answers. For example, John’s answer could not be correct because it is an addition problem however the answer is less than the number he started with. Students then work on whiteboards to check if John’s answer is correct.</a:t>
            </a: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Discuss student answers as a class.</a:t>
            </a:r>
          </a:p>
          <a:p>
            <a:pPr marL="342900" lvl="0" indent="-342900">
              <a:buFont typeface="+mj-lt"/>
              <a:buAutoNum type="arabicPeriod"/>
            </a:pPr>
            <a:r>
              <a:rPr lang="en-AU" sz="1600" kern="1200">
                <a:solidFill>
                  <a:schemeClr val="tx1"/>
                </a:solidFill>
                <a:effectLst/>
                <a:latin typeface="Arial"/>
                <a:cs typeface="Arial"/>
              </a:rPr>
              <a:t>Ask students:</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How did you determine if the answer was correct?</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Was there a way to determine if the answer was correct without working out the correct answer? How?</a:t>
            </a:r>
          </a:p>
          <a:p>
            <a:endParaRPr lang="en-AU" b="1"/>
          </a:p>
          <a:p>
            <a:endParaRPr lang="en-AU" b="1"/>
          </a:p>
          <a:p>
            <a:pPr marL="342900" indent="-342900">
              <a:buFont typeface="+mj-lt"/>
              <a:buAutoNum type="arabicPeriod"/>
            </a:pPr>
            <a:endParaRPr lang="en-AU" b="0"/>
          </a:p>
          <a:p>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122EB8A0-FCBF-889F-A186-13976AE53D97}"/>
              </a:ext>
            </a:extLst>
          </p:cNvPr>
          <p:cNvSpPr>
            <a:spLocks noGrp="1"/>
          </p:cNvSpPr>
          <p:nvPr>
            <p:ph type="sldNum" sz="quarter" idx="5"/>
          </p:nvPr>
        </p:nvSpPr>
        <p:spPr/>
        <p:txBody>
          <a:bodyPr/>
          <a:lstStyle/>
          <a:p>
            <a:fld id="{B07158C4-A119-4B78-9DE8-A50001BC31DC}" type="slidenum">
              <a:rPr lang="en-AU" smtClean="0"/>
              <a:pPr/>
              <a:t>45</a:t>
            </a:fld>
            <a:endParaRPr lang="en-AU"/>
          </a:p>
        </p:txBody>
      </p:sp>
    </p:spTree>
    <p:extLst>
      <p:ext uri="{BB962C8B-B14F-4D97-AF65-F5344CB8AC3E}">
        <p14:creationId xmlns:p14="http://schemas.microsoft.com/office/powerpoint/2010/main" val="108033779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AAF04B-1E1F-DCFF-DFA5-FCAA7E29B4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8BDD47-36A4-A286-C2FE-AF7871D1B79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84AAC7E-965A-2B42-BE0E-7B66A92D345B}"/>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AED1CBCA-4579-C266-1407-210ADF104C98}"/>
              </a:ext>
            </a:extLst>
          </p:cNvPr>
          <p:cNvSpPr>
            <a:spLocks noGrp="1"/>
          </p:cNvSpPr>
          <p:nvPr>
            <p:ph type="sldNum" sz="quarter" idx="5"/>
          </p:nvPr>
        </p:nvSpPr>
        <p:spPr/>
        <p:txBody>
          <a:bodyPr/>
          <a:lstStyle/>
          <a:p>
            <a:fld id="{B07158C4-A119-4B78-9DE8-A50001BC31DC}" type="slidenum">
              <a:rPr lang="en-AU" smtClean="0"/>
              <a:pPr/>
              <a:t>46</a:t>
            </a:fld>
            <a:endParaRPr lang="en-AU"/>
          </a:p>
        </p:txBody>
      </p:sp>
    </p:spTree>
    <p:extLst>
      <p:ext uri="{BB962C8B-B14F-4D97-AF65-F5344CB8AC3E}">
        <p14:creationId xmlns:p14="http://schemas.microsoft.com/office/powerpoint/2010/main" val="1618146565"/>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00CD10-1B3F-6728-64F2-25617FE426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1BBFFDC-755C-4A81-ED1E-701E160B6EC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A2BCCE2-1E89-CCCC-C441-08429DAE3253}"/>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This question connects to the content in the developing number sense activity (Activity 5)</a:t>
            </a:r>
          </a:p>
          <a:p>
            <a:pPr>
              <a:buFont typeface="Wingdings" panose="05000000000000000000" pitchFamily="2" charset="2"/>
              <a:defRPr/>
            </a:pPr>
            <a:endParaRPr lang="en-AU">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latin typeface="Arial"/>
                <a:cs typeface="Arial"/>
              </a:rPr>
              <a:t>Additive relations A</a:t>
            </a:r>
          </a:p>
        </p:txBody>
      </p:sp>
      <p:sp>
        <p:nvSpPr>
          <p:cNvPr id="4" name="Slide Number Placeholder 3">
            <a:extLst>
              <a:ext uri="{FF2B5EF4-FFF2-40B4-BE49-F238E27FC236}">
                <a16:creationId xmlns:a16="http://schemas.microsoft.com/office/drawing/2014/main" id="{C7081DD5-0EF3-AC6B-3FC1-41CB70E10D84}"/>
              </a:ext>
            </a:extLst>
          </p:cNvPr>
          <p:cNvSpPr>
            <a:spLocks noGrp="1"/>
          </p:cNvSpPr>
          <p:nvPr>
            <p:ph type="sldNum" sz="quarter" idx="5"/>
          </p:nvPr>
        </p:nvSpPr>
        <p:spPr/>
        <p:txBody>
          <a:bodyPr/>
          <a:lstStyle/>
          <a:p>
            <a:fld id="{B07158C4-A119-4B78-9DE8-A50001BC31DC}" type="slidenum">
              <a:rPr lang="en-AU" smtClean="0"/>
              <a:pPr/>
              <a:t>47</a:t>
            </a:fld>
            <a:endParaRPr lang="en-AU"/>
          </a:p>
        </p:txBody>
      </p:sp>
    </p:spTree>
    <p:extLst>
      <p:ext uri="{BB962C8B-B14F-4D97-AF65-F5344CB8AC3E}">
        <p14:creationId xmlns:p14="http://schemas.microsoft.com/office/powerpoint/2010/main" val="3675256747"/>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33A993-1E03-2D88-D68D-39CA409296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F750E1-10B7-126F-B5BF-F813FF345CA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561C2FE-11E8-16C7-B7AD-CCC8AE9AA06C}"/>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Additive relations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42C553AD-A391-D2C3-151E-CF15794588DC}"/>
              </a:ext>
            </a:extLst>
          </p:cNvPr>
          <p:cNvSpPr>
            <a:spLocks noGrp="1"/>
          </p:cNvSpPr>
          <p:nvPr>
            <p:ph type="sldNum" sz="quarter" idx="5"/>
          </p:nvPr>
        </p:nvSpPr>
        <p:spPr/>
        <p:txBody>
          <a:bodyPr/>
          <a:lstStyle/>
          <a:p>
            <a:fld id="{B07158C4-A119-4B78-9DE8-A50001BC31DC}" type="slidenum">
              <a:rPr lang="en-AU" smtClean="0"/>
              <a:pPr/>
              <a:t>48</a:t>
            </a:fld>
            <a:endParaRPr lang="en-AU"/>
          </a:p>
        </p:txBody>
      </p:sp>
    </p:spTree>
    <p:extLst>
      <p:ext uri="{BB962C8B-B14F-4D97-AF65-F5344CB8AC3E}">
        <p14:creationId xmlns:p14="http://schemas.microsoft.com/office/powerpoint/2010/main" val="1153520715"/>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4267C6-6600-129D-9A15-8C378BA602C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A4C7E7-0661-46C6-F4A0-5CA82DE96F1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3F94BCB-7BF6-AF2A-5134-EEE9763A7925}"/>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Represents numbers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D2CAC20D-565A-DC93-F58C-5FDC1FE4EA5F}"/>
              </a:ext>
            </a:extLst>
          </p:cNvPr>
          <p:cNvSpPr>
            <a:spLocks noGrp="1"/>
          </p:cNvSpPr>
          <p:nvPr>
            <p:ph type="sldNum" sz="quarter" idx="5"/>
          </p:nvPr>
        </p:nvSpPr>
        <p:spPr/>
        <p:txBody>
          <a:bodyPr/>
          <a:lstStyle/>
          <a:p>
            <a:fld id="{B07158C4-A119-4B78-9DE8-A50001BC31DC}" type="slidenum">
              <a:rPr lang="en-AU" smtClean="0"/>
              <a:pPr/>
              <a:t>49</a:t>
            </a:fld>
            <a:endParaRPr lang="en-AU"/>
          </a:p>
        </p:txBody>
      </p:sp>
    </p:spTree>
    <p:extLst>
      <p:ext uri="{BB962C8B-B14F-4D97-AF65-F5344CB8AC3E}">
        <p14:creationId xmlns:p14="http://schemas.microsoft.com/office/powerpoint/2010/main" val="2080479604"/>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15F7D5-67F0-D6BC-4DF2-A9E6C7E586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815A4D-B93C-9B57-4221-C31FFE7EE1F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1195F2E-EBA7-A8F1-54D9-F5BC7C7D59FB}"/>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Representing quantity fractions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5B70F96-4D2B-837C-B26B-E0E8158C2AD0}"/>
              </a:ext>
            </a:extLst>
          </p:cNvPr>
          <p:cNvSpPr>
            <a:spLocks noGrp="1"/>
          </p:cNvSpPr>
          <p:nvPr>
            <p:ph type="sldNum" sz="quarter" idx="5"/>
          </p:nvPr>
        </p:nvSpPr>
        <p:spPr/>
        <p:txBody>
          <a:bodyPr/>
          <a:lstStyle/>
          <a:p>
            <a:fld id="{B07158C4-A119-4B78-9DE8-A50001BC31DC}" type="slidenum">
              <a:rPr lang="en-AU" smtClean="0"/>
              <a:pPr/>
              <a:t>50</a:t>
            </a:fld>
            <a:endParaRPr lang="en-AU"/>
          </a:p>
        </p:txBody>
      </p:sp>
    </p:spTree>
    <p:extLst>
      <p:ext uri="{BB962C8B-B14F-4D97-AF65-F5344CB8AC3E}">
        <p14:creationId xmlns:p14="http://schemas.microsoft.com/office/powerpoint/2010/main" val="909892109"/>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7625F9-0FB4-1EDC-1758-FA2D84C069C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9D6E23D-8324-27B8-39AC-97FBE8567EB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190E2A5-C32B-F405-8BDD-E6F16211E2ED}"/>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dirty="0">
                <a:latin typeface="Arial"/>
                <a:cs typeface="Arial"/>
              </a:rPr>
              <a:t>Geometric measure A</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79E08614-54B2-63B3-D9B4-7D7A56651530}"/>
              </a:ext>
            </a:extLst>
          </p:cNvPr>
          <p:cNvSpPr>
            <a:spLocks noGrp="1"/>
          </p:cNvSpPr>
          <p:nvPr>
            <p:ph type="sldNum" sz="quarter" idx="5"/>
          </p:nvPr>
        </p:nvSpPr>
        <p:spPr/>
        <p:txBody>
          <a:bodyPr/>
          <a:lstStyle/>
          <a:p>
            <a:fld id="{B07158C4-A119-4B78-9DE8-A50001BC31DC}" type="slidenum">
              <a:rPr lang="en-AU" smtClean="0"/>
              <a:pPr/>
              <a:t>51</a:t>
            </a:fld>
            <a:endParaRPr lang="en-AU"/>
          </a:p>
        </p:txBody>
      </p:sp>
    </p:spTree>
    <p:extLst>
      <p:ext uri="{BB962C8B-B14F-4D97-AF65-F5344CB8AC3E}">
        <p14:creationId xmlns:p14="http://schemas.microsoft.com/office/powerpoint/2010/main" val="3775172507"/>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01357B-A944-5573-7E80-6FBE513354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DA7C31-6BC3-5464-5C99-5E100141D1B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7D5C401-C069-0E6A-B54F-9F060D925B5F}"/>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t>Additive relations A</a:t>
            </a:r>
          </a:p>
          <a:p>
            <a:endParaRPr lang="en-AU"/>
          </a:p>
          <a:p>
            <a:r>
              <a:rPr lang="en-AU" b="1"/>
              <a:t>How many trucks?</a:t>
            </a:r>
          </a:p>
          <a:p>
            <a:r>
              <a:rPr lang="en-AU" b="0"/>
              <a:t>This resource corresponds to Resource 33 – estimation in Stage 3 Year B Unit 26. </a:t>
            </a:r>
          </a:p>
          <a:p>
            <a:endParaRPr lang="en-AU"/>
          </a:p>
          <a:p>
            <a:pPr marL="342900" lvl="0" indent="-34290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Provide each student with a copy of the Resource 33 – estimation</a:t>
            </a:r>
          </a:p>
          <a:p>
            <a:pPr marL="342900" lvl="0" indent="-342900">
              <a:buFont typeface="Arial" panose="020B0604020202020204" pitchFamily="34" charset="0"/>
              <a:buChar char="•"/>
            </a:pPr>
            <a:r>
              <a:rPr lang="en-AU" sz="1600" b="0" kern="1200">
                <a:solidFill>
                  <a:schemeClr val="tx1"/>
                </a:solidFill>
                <a:effectLst/>
                <a:latin typeface="Arial" panose="020B0604020202020204" pitchFamily="34" charset="0"/>
                <a:ea typeface="+mn-ea"/>
                <a:cs typeface="Arial" panose="020B0604020202020204" pitchFamily="34" charset="0"/>
              </a:rPr>
              <a:t>Ask students to estimate how many trucks can be seen in the collection.</a:t>
            </a:r>
          </a:p>
          <a:p>
            <a:pPr marL="342900" lvl="0" indent="-342900">
              <a:buFont typeface="Arial" panose="020B0604020202020204" pitchFamily="34" charset="0"/>
              <a:buChar char="•"/>
            </a:pPr>
            <a:r>
              <a:rPr lang="en-AU" sz="1600" b="0" kern="1200">
                <a:solidFill>
                  <a:schemeClr val="tx1"/>
                </a:solidFill>
                <a:effectLst/>
                <a:latin typeface="Arial" panose="020B0604020202020204" pitchFamily="34" charset="0"/>
                <a:ea typeface="+mn-ea"/>
                <a:cs typeface="Arial" panose="020B0604020202020204" pitchFamily="34" charset="0"/>
              </a:rPr>
              <a:t>Students work independently or in pairs to organise the collection to support efficient counting.</a:t>
            </a:r>
          </a:p>
          <a:p>
            <a:pPr marL="342900" lvl="0" indent="-342900">
              <a:buFont typeface="Arial" panose="020B0604020202020204" pitchFamily="34" charset="0"/>
              <a:buChar char="•"/>
            </a:pPr>
            <a:r>
              <a:rPr lang="en-AU" sz="1600" b="0" kern="1200">
                <a:solidFill>
                  <a:schemeClr val="tx1"/>
                </a:solidFill>
                <a:effectLst/>
                <a:latin typeface="Arial" panose="020B0604020202020204" pitchFamily="34" charset="0"/>
                <a:ea typeface="+mn-ea"/>
                <a:cs typeface="Arial" panose="020B0604020202020204" pitchFamily="34" charset="0"/>
              </a:rPr>
              <a:t>Choose students to share how they organised their collection and what the total is.</a:t>
            </a:r>
          </a:p>
          <a:p>
            <a:pPr marL="342900" lvl="0" indent="-342900">
              <a:buFont typeface="Arial" panose="020B0604020202020204" pitchFamily="34" charset="0"/>
              <a:buChar char="•"/>
            </a:pPr>
            <a:r>
              <a:rPr lang="en-AU" sz="1600" b="0" kern="1200">
                <a:solidFill>
                  <a:schemeClr val="tx1"/>
                </a:solidFill>
                <a:effectLst/>
                <a:latin typeface="Arial" panose="020B0604020202020204" pitchFamily="34" charset="0"/>
                <a:ea typeface="+mn-ea"/>
                <a:cs typeface="Arial" panose="020B0604020202020204" pitchFamily="34" charset="0"/>
              </a:rPr>
              <a:t>Ask </a:t>
            </a:r>
            <a:r>
              <a:rPr lang="en-AU" sz="1600" kern="1200">
                <a:solidFill>
                  <a:schemeClr val="tx1"/>
                </a:solidFill>
                <a:effectLst/>
                <a:latin typeface="Arial" panose="020B0604020202020204" pitchFamily="34" charset="0"/>
                <a:ea typeface="+mn-ea"/>
                <a:cs typeface="Arial" panose="020B0604020202020204" pitchFamily="34" charset="0"/>
              </a:rPr>
              <a:t>students:</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How close was your estimation to the actual total number of trucks in the collection?</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Did your estimation help or hinder your ability to determine how many trucks were in the collection?</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What strategy did you use to determine how many trucks were in this collection?</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Was your strategy efficient? Why or why not?</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Were there any other strategies to determine the size of the truck collection that you think would have been more efficient?</a:t>
            </a:r>
          </a:p>
          <a:p>
            <a:endParaRPr lang="en-AU"/>
          </a:p>
        </p:txBody>
      </p:sp>
      <p:sp>
        <p:nvSpPr>
          <p:cNvPr id="4" name="Slide Number Placeholder 3">
            <a:extLst>
              <a:ext uri="{FF2B5EF4-FFF2-40B4-BE49-F238E27FC236}">
                <a16:creationId xmlns:a16="http://schemas.microsoft.com/office/drawing/2014/main" id="{DCB68029-1079-7750-C066-A2D83C7716ED}"/>
              </a:ext>
            </a:extLst>
          </p:cNvPr>
          <p:cNvSpPr>
            <a:spLocks noGrp="1"/>
          </p:cNvSpPr>
          <p:nvPr>
            <p:ph type="sldNum" sz="quarter" idx="5"/>
          </p:nvPr>
        </p:nvSpPr>
        <p:spPr/>
        <p:txBody>
          <a:bodyPr/>
          <a:lstStyle/>
          <a:p>
            <a:fld id="{B07158C4-A119-4B78-9DE8-A50001BC31DC}" type="slidenum">
              <a:rPr lang="en-AU" smtClean="0"/>
              <a:pPr/>
              <a:t>52</a:t>
            </a:fld>
            <a:endParaRPr lang="en-AU"/>
          </a:p>
        </p:txBody>
      </p:sp>
    </p:spTree>
    <p:extLst>
      <p:ext uri="{BB962C8B-B14F-4D97-AF65-F5344CB8AC3E}">
        <p14:creationId xmlns:p14="http://schemas.microsoft.com/office/powerpoint/2010/main" val="189733854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42F317-3364-6231-8AEE-C5FF33E1204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72BBFEF-D03E-AA3B-A2A8-43611460165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EB33587-4268-C522-FE25-34BEE041EE4A}"/>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9946D6C7-77F1-CF1E-B9CE-772F33F99BCA}"/>
              </a:ext>
            </a:extLst>
          </p:cNvPr>
          <p:cNvSpPr>
            <a:spLocks noGrp="1"/>
          </p:cNvSpPr>
          <p:nvPr>
            <p:ph type="sldNum" sz="quarter" idx="5"/>
          </p:nvPr>
        </p:nvSpPr>
        <p:spPr/>
        <p:txBody>
          <a:bodyPr/>
          <a:lstStyle/>
          <a:p>
            <a:fld id="{B07158C4-A119-4B78-9DE8-A50001BC31DC}" type="slidenum">
              <a:rPr lang="en-AU" smtClean="0"/>
              <a:pPr/>
              <a:t>53</a:t>
            </a:fld>
            <a:endParaRPr lang="en-AU"/>
          </a:p>
        </p:txBody>
      </p:sp>
    </p:spTree>
    <p:extLst>
      <p:ext uri="{BB962C8B-B14F-4D97-AF65-F5344CB8AC3E}">
        <p14:creationId xmlns:p14="http://schemas.microsoft.com/office/powerpoint/2010/main" val="255393042"/>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AF09C7-9EF0-30BA-87E1-D6AF0E164A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339073-7E68-EC8A-8A3D-D71BD9D9DCF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A9013DB-9260-43A5-1F20-1F554DE03BF4}"/>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The question on this slide connects to the content being explored in the developing number sense activity (Activity 8)</a:t>
            </a:r>
          </a:p>
          <a:p>
            <a:pPr>
              <a:defRPr/>
            </a:pPr>
            <a:endParaRPr lang="en-AU" b="1">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latin typeface="Arial"/>
                <a:cs typeface="Arial"/>
              </a:rPr>
              <a:t>Additive relations A</a:t>
            </a:r>
          </a:p>
        </p:txBody>
      </p:sp>
      <p:sp>
        <p:nvSpPr>
          <p:cNvPr id="4" name="Slide Number Placeholder 3">
            <a:extLst>
              <a:ext uri="{FF2B5EF4-FFF2-40B4-BE49-F238E27FC236}">
                <a16:creationId xmlns:a16="http://schemas.microsoft.com/office/drawing/2014/main" id="{563542BF-7873-12F2-CA52-467C64AD3406}"/>
              </a:ext>
            </a:extLst>
          </p:cNvPr>
          <p:cNvSpPr>
            <a:spLocks noGrp="1"/>
          </p:cNvSpPr>
          <p:nvPr>
            <p:ph type="sldNum" sz="quarter" idx="5"/>
          </p:nvPr>
        </p:nvSpPr>
        <p:spPr/>
        <p:txBody>
          <a:bodyPr/>
          <a:lstStyle/>
          <a:p>
            <a:fld id="{B07158C4-A119-4B78-9DE8-A50001BC31DC}" type="slidenum">
              <a:rPr lang="en-AU" smtClean="0"/>
              <a:pPr/>
              <a:t>54</a:t>
            </a:fld>
            <a:endParaRPr lang="en-AU"/>
          </a:p>
        </p:txBody>
      </p:sp>
    </p:spTree>
    <p:extLst>
      <p:ext uri="{BB962C8B-B14F-4D97-AF65-F5344CB8AC3E}">
        <p14:creationId xmlns:p14="http://schemas.microsoft.com/office/powerpoint/2010/main" val="1182346736"/>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F44BF0-4FF1-036E-4A2B-1C3E4099EC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BE256E-6846-CC17-BB34-FA4EF65FF34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E944099-A3F4-08E3-E889-DE3740D7F876}"/>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b="0" i="0" kern="1200">
                <a:solidFill>
                  <a:schemeClr val="tx1"/>
                </a:solidFill>
                <a:effectLst/>
                <a:latin typeface="Arial" panose="020B0604020202020204" pitchFamily="34" charset="0"/>
                <a:ea typeface="+mn-ea"/>
                <a:cs typeface="Arial" panose="020B0604020202020204" pitchFamily="34" charset="0"/>
              </a:rPr>
              <a:t>Represents numbers B</a:t>
            </a:r>
            <a:endParaRPr lang="en-AU" sz="1600" b="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26D057D0-815E-46FE-671F-96E8CA565CEB}"/>
              </a:ext>
            </a:extLst>
          </p:cNvPr>
          <p:cNvSpPr>
            <a:spLocks noGrp="1"/>
          </p:cNvSpPr>
          <p:nvPr>
            <p:ph type="sldNum" sz="quarter" idx="5"/>
          </p:nvPr>
        </p:nvSpPr>
        <p:spPr/>
        <p:txBody>
          <a:bodyPr/>
          <a:lstStyle/>
          <a:p>
            <a:fld id="{B07158C4-A119-4B78-9DE8-A50001BC31DC}" type="slidenum">
              <a:rPr lang="en-AU" smtClean="0"/>
              <a:pPr/>
              <a:t>55</a:t>
            </a:fld>
            <a:endParaRPr lang="en-AU"/>
          </a:p>
        </p:txBody>
      </p:sp>
    </p:spTree>
    <p:extLst>
      <p:ext uri="{BB962C8B-B14F-4D97-AF65-F5344CB8AC3E}">
        <p14:creationId xmlns:p14="http://schemas.microsoft.com/office/powerpoint/2010/main" val="1460112192"/>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399A7E-601D-B217-99C4-FE98372AE4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18F7CC-0813-1EB4-3899-00043B698E3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6173D81-8131-41F7-E5D2-A718743F0216}"/>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Data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48526F28-86A3-8899-A53B-8E710CE7D4E7}"/>
              </a:ext>
            </a:extLst>
          </p:cNvPr>
          <p:cNvSpPr>
            <a:spLocks noGrp="1"/>
          </p:cNvSpPr>
          <p:nvPr>
            <p:ph type="sldNum" sz="quarter" idx="5"/>
          </p:nvPr>
        </p:nvSpPr>
        <p:spPr/>
        <p:txBody>
          <a:bodyPr/>
          <a:lstStyle/>
          <a:p>
            <a:fld id="{B07158C4-A119-4B78-9DE8-A50001BC31DC}" type="slidenum">
              <a:rPr lang="en-AU" smtClean="0"/>
              <a:pPr/>
              <a:t>56</a:t>
            </a:fld>
            <a:endParaRPr lang="en-AU"/>
          </a:p>
        </p:txBody>
      </p:sp>
    </p:spTree>
    <p:extLst>
      <p:ext uri="{BB962C8B-B14F-4D97-AF65-F5344CB8AC3E}">
        <p14:creationId xmlns:p14="http://schemas.microsoft.com/office/powerpoint/2010/main" val="1581145400"/>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939377-2907-3BBD-108B-DD487534AA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06FD2F-B33D-7099-B438-B12BAD22928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E0F68AC-1A84-3F75-4358-F96C471F3AE9}"/>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Representing quantity fractions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27B35F9B-B1C6-0A98-E12E-C2968DF42BFC}"/>
              </a:ext>
            </a:extLst>
          </p:cNvPr>
          <p:cNvSpPr>
            <a:spLocks noGrp="1"/>
          </p:cNvSpPr>
          <p:nvPr>
            <p:ph type="sldNum" sz="quarter" idx="5"/>
          </p:nvPr>
        </p:nvSpPr>
        <p:spPr/>
        <p:txBody>
          <a:bodyPr/>
          <a:lstStyle/>
          <a:p>
            <a:fld id="{B07158C4-A119-4B78-9DE8-A50001BC31DC}" type="slidenum">
              <a:rPr lang="en-AU" smtClean="0"/>
              <a:pPr/>
              <a:t>57</a:t>
            </a:fld>
            <a:endParaRPr lang="en-AU"/>
          </a:p>
        </p:txBody>
      </p:sp>
    </p:spTree>
    <p:extLst>
      <p:ext uri="{BB962C8B-B14F-4D97-AF65-F5344CB8AC3E}">
        <p14:creationId xmlns:p14="http://schemas.microsoft.com/office/powerpoint/2010/main" val="327813774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8DD36A-CE7B-347E-7CEE-779F36A558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8E6A57-CAC2-8726-654E-4A9B76F585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D745F70-34F1-B28B-2FD7-63AFA2193B42}"/>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dirty="0">
                <a:latin typeface="Arial"/>
                <a:cs typeface="Arial"/>
              </a:rPr>
              <a:t>Non-spatial measure A</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D7D4E9E5-FBA0-8012-41E7-84518A8FA12F}"/>
              </a:ext>
            </a:extLst>
          </p:cNvPr>
          <p:cNvSpPr>
            <a:spLocks noGrp="1"/>
          </p:cNvSpPr>
          <p:nvPr>
            <p:ph type="sldNum" sz="quarter" idx="5"/>
          </p:nvPr>
        </p:nvSpPr>
        <p:spPr/>
        <p:txBody>
          <a:bodyPr/>
          <a:lstStyle/>
          <a:p>
            <a:fld id="{B07158C4-A119-4B78-9DE8-A50001BC31DC}" type="slidenum">
              <a:rPr lang="en-AU" smtClean="0"/>
              <a:pPr/>
              <a:t>58</a:t>
            </a:fld>
            <a:endParaRPr lang="en-AU"/>
          </a:p>
        </p:txBody>
      </p:sp>
    </p:spTree>
    <p:extLst>
      <p:ext uri="{BB962C8B-B14F-4D97-AF65-F5344CB8AC3E}">
        <p14:creationId xmlns:p14="http://schemas.microsoft.com/office/powerpoint/2010/main" val="3961200548"/>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FA89CE-950F-1265-1510-ABEA6198634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708BC2A-CE18-88CF-8C8A-8964058F190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B32D6F4-AE56-63AB-5986-7D394322BF33}"/>
              </a:ext>
            </a:extLst>
          </p:cNvPr>
          <p:cNvSpPr>
            <a:spLocks noGrp="1"/>
          </p:cNvSpPr>
          <p:nvPr>
            <p:ph type="body" idx="1"/>
          </p:nvPr>
        </p:nvSpPr>
        <p:spPr/>
        <p:txBody>
          <a:bodyPr/>
          <a:lstStyle/>
          <a:p>
            <a:r>
              <a:rPr lang="en-AU" dirty="0"/>
              <a:t>This is a developing number sense activity. </a:t>
            </a:r>
          </a:p>
          <a:p>
            <a:endParaRPr lang="en-AU" dirty="0"/>
          </a:p>
          <a:p>
            <a:r>
              <a:rPr lang="en-AU" dirty="0"/>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dirty="0"/>
          </a:p>
          <a:p>
            <a:r>
              <a:rPr lang="en-AU" b="1" dirty="0"/>
              <a:t>Syllabus focus area:</a:t>
            </a:r>
          </a:p>
          <a:p>
            <a:r>
              <a:rPr lang="en-AU" dirty="0"/>
              <a:t>Additive relations A</a:t>
            </a:r>
          </a:p>
          <a:p>
            <a:endParaRPr lang="en-AU" dirty="0"/>
          </a:p>
          <a:p>
            <a:r>
              <a:rPr lang="en-AU" b="1" dirty="0"/>
              <a:t>Is this reasonable?</a:t>
            </a:r>
          </a:p>
          <a:p>
            <a:pPr marL="0" marR="0" lvl="0" indent="0" algn="l" defTabSz="1219170" rtl="0" eaLnBrk="1" fontAlgn="auto" latinLnBrk="0" hangingPunct="1">
              <a:lnSpc>
                <a:spcPct val="100000"/>
              </a:lnSpc>
              <a:spcBef>
                <a:spcPts val="0"/>
              </a:spcBef>
              <a:spcAft>
                <a:spcPts val="0"/>
              </a:spcAft>
              <a:buClrTx/>
              <a:buSzTx/>
              <a:buFontTx/>
              <a:buNone/>
              <a:tabLst/>
              <a:defRPr/>
            </a:pPr>
            <a:r>
              <a:rPr lang="en-AU" b="0" dirty="0"/>
              <a:t>This resource corresponds to Resource 34 – Is this reasonable? in Stage 3 Year B Unit 26. </a:t>
            </a:r>
          </a:p>
          <a:p>
            <a:pPr lvl="0"/>
            <a:endParaRPr lang="en-AU" sz="1600" kern="1200" dirty="0">
              <a:solidFill>
                <a:schemeClr val="tx1"/>
              </a:solidFill>
              <a:effectLst/>
              <a:latin typeface="Arial" panose="020B0604020202020204" pitchFamily="34" charset="0"/>
              <a:ea typeface="+mn-ea"/>
              <a:cs typeface="Arial" panose="020B0604020202020204" pitchFamily="34" charset="0"/>
            </a:endParaRPr>
          </a:p>
          <a:p>
            <a:pPr marL="342900" lvl="0" indent="-34290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Provide each student with a copy of Resource 34 – Is this reasonable? </a:t>
            </a:r>
          </a:p>
          <a:p>
            <a:pPr marL="342900" lvl="0" indent="-34290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Students to work in pairs to collaboratively complete Resource 32 – Is this reasonable? </a:t>
            </a:r>
          </a:p>
          <a:p>
            <a:pPr marL="342900" lvl="0" indent="-34290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Students discuss whether the answers to the questions are reasonable and give reasons for their answer. </a:t>
            </a:r>
          </a:p>
          <a:p>
            <a:pPr marL="342900" lvl="0" indent="-34290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Regroup to discuss class answers and reasons for their choices.</a:t>
            </a:r>
          </a:p>
          <a:p>
            <a:endParaRPr lang="en-AU" b="1" dirty="0"/>
          </a:p>
          <a:p>
            <a:endParaRPr lang="en-AU" b="1" dirty="0"/>
          </a:p>
          <a:p>
            <a:pPr marL="342900" indent="-342900">
              <a:buFont typeface="+mj-lt"/>
              <a:buAutoNum type="arabicPeriod"/>
            </a:pPr>
            <a:endParaRPr lang="en-AU" b="0" dirty="0"/>
          </a:p>
          <a:p>
            <a:endParaRPr lang="en-AU" b="1" dirty="0"/>
          </a:p>
          <a:p>
            <a:pPr marL="342900" indent="-342900">
              <a:buFont typeface="+mj-lt"/>
              <a:buAutoNum type="arabicPeriod"/>
            </a:pPr>
            <a:endParaRPr lang="en-AU" dirty="0"/>
          </a:p>
          <a:p>
            <a:endParaRPr lang="en-AU" dirty="0"/>
          </a:p>
        </p:txBody>
      </p:sp>
      <p:sp>
        <p:nvSpPr>
          <p:cNvPr id="4" name="Slide Number Placeholder 3">
            <a:extLst>
              <a:ext uri="{FF2B5EF4-FFF2-40B4-BE49-F238E27FC236}">
                <a16:creationId xmlns:a16="http://schemas.microsoft.com/office/drawing/2014/main" id="{E60FA97F-9E70-99B7-AAAC-955F14E790F4}"/>
              </a:ext>
            </a:extLst>
          </p:cNvPr>
          <p:cNvSpPr>
            <a:spLocks noGrp="1"/>
          </p:cNvSpPr>
          <p:nvPr>
            <p:ph type="sldNum" sz="quarter" idx="5"/>
          </p:nvPr>
        </p:nvSpPr>
        <p:spPr/>
        <p:txBody>
          <a:bodyPr/>
          <a:lstStyle/>
          <a:p>
            <a:fld id="{B07158C4-A119-4B78-9DE8-A50001BC31DC}" type="slidenum">
              <a:rPr lang="en-AU" smtClean="0"/>
              <a:pPr/>
              <a:t>59</a:t>
            </a:fld>
            <a:endParaRPr lang="en-AU"/>
          </a:p>
        </p:txBody>
      </p:sp>
    </p:spTree>
    <p:extLst>
      <p:ext uri="{BB962C8B-B14F-4D97-AF65-F5344CB8AC3E}">
        <p14:creationId xmlns:p14="http://schemas.microsoft.com/office/powerpoint/2010/main" val="452142308"/>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60</a:t>
            </a:fld>
            <a:endParaRPr lang="en-AU"/>
          </a:p>
        </p:txBody>
      </p:sp>
    </p:spTree>
    <p:extLst>
      <p:ext uri="{BB962C8B-B14F-4D97-AF65-F5344CB8AC3E}">
        <p14:creationId xmlns:p14="http://schemas.microsoft.com/office/powerpoint/2010/main" val="2707158165"/>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61</a:t>
            </a:fld>
            <a:endParaRPr lang="en-AU"/>
          </a:p>
        </p:txBody>
      </p:sp>
    </p:spTree>
    <p:extLst>
      <p:ext uri="{BB962C8B-B14F-4D97-AF65-F5344CB8AC3E}">
        <p14:creationId xmlns:p14="http://schemas.microsoft.com/office/powerpoint/2010/main" val="1688771064"/>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62</a:t>
            </a:fld>
            <a:endParaRPr lang="en-AU"/>
          </a:p>
        </p:txBody>
      </p:sp>
    </p:spTree>
    <p:extLst>
      <p:ext uri="{BB962C8B-B14F-4D97-AF65-F5344CB8AC3E}">
        <p14:creationId xmlns:p14="http://schemas.microsoft.com/office/powerpoint/2010/main" val="3711727428"/>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63</a:t>
            </a:fld>
            <a:endParaRPr lang="en-AU"/>
          </a:p>
        </p:txBody>
      </p:sp>
    </p:spTree>
    <p:extLst>
      <p:ext uri="{BB962C8B-B14F-4D97-AF65-F5344CB8AC3E}">
        <p14:creationId xmlns:p14="http://schemas.microsoft.com/office/powerpoint/2010/main" val="233346748"/>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64</a:t>
            </a:fld>
            <a:endParaRPr lang="en-AU"/>
          </a:p>
        </p:txBody>
      </p:sp>
    </p:spTree>
    <p:extLst>
      <p:ext uri="{BB962C8B-B14F-4D97-AF65-F5344CB8AC3E}">
        <p14:creationId xmlns:p14="http://schemas.microsoft.com/office/powerpoint/2010/main" val="1474584797"/>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07158C4-A119-4B78-9DE8-A50001BC31DC}" type="slidenum">
              <a:rPr lang="en-AU" smtClean="0"/>
              <a:pPr/>
              <a:t>65</a:t>
            </a:fld>
            <a:endParaRPr lang="en-AU"/>
          </a:p>
        </p:txBody>
      </p:sp>
    </p:spTree>
    <p:extLst>
      <p:ext uri="{BB962C8B-B14F-4D97-AF65-F5344CB8AC3E}">
        <p14:creationId xmlns:p14="http://schemas.microsoft.com/office/powerpoint/2010/main" val="4176992099"/>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FD1DFF-1757-40E7-9609-EE66A92DDC6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E6A7D61-A142-CC5B-AD36-03DE7BC3B51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CD16482-D121-8A8E-5C1D-D72018CCF16B}"/>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This question connects to the content in the developing number sense activity (Activity 3)</a:t>
            </a:r>
          </a:p>
          <a:p>
            <a:pPr>
              <a:buFont typeface="Wingdings" panose="05000000000000000000" pitchFamily="2" charset="2"/>
              <a:defRPr/>
            </a:pPr>
            <a:endParaRPr lang="en-AU">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highlight>
                  <a:srgbClr val="FFFF00"/>
                </a:highlight>
                <a:latin typeface="Arial"/>
                <a:cs typeface="Arial"/>
              </a:rPr>
              <a:t>[Focus area A/B]</a:t>
            </a:r>
          </a:p>
        </p:txBody>
      </p:sp>
      <p:sp>
        <p:nvSpPr>
          <p:cNvPr id="4" name="Slide Number Placeholder 3">
            <a:extLst>
              <a:ext uri="{FF2B5EF4-FFF2-40B4-BE49-F238E27FC236}">
                <a16:creationId xmlns:a16="http://schemas.microsoft.com/office/drawing/2014/main" id="{43AA7DAA-37B4-0D95-9755-B59CC60212E6}"/>
              </a:ext>
            </a:extLst>
          </p:cNvPr>
          <p:cNvSpPr>
            <a:spLocks noGrp="1"/>
          </p:cNvSpPr>
          <p:nvPr>
            <p:ph type="sldNum" sz="quarter" idx="5"/>
          </p:nvPr>
        </p:nvSpPr>
        <p:spPr/>
        <p:txBody>
          <a:bodyPr/>
          <a:lstStyle/>
          <a:p>
            <a:fld id="{B07158C4-A119-4B78-9DE8-A50001BC31DC}" type="slidenum">
              <a:rPr lang="en-AU" smtClean="0"/>
              <a:pPr/>
              <a:t>66</a:t>
            </a:fld>
            <a:endParaRPr lang="en-AU"/>
          </a:p>
        </p:txBody>
      </p:sp>
    </p:spTree>
    <p:extLst>
      <p:ext uri="{BB962C8B-B14F-4D97-AF65-F5344CB8AC3E}">
        <p14:creationId xmlns:p14="http://schemas.microsoft.com/office/powerpoint/2010/main" val="3235041704"/>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67</a:t>
            </a:fld>
            <a:endParaRPr lang="en-AU"/>
          </a:p>
        </p:txBody>
      </p:sp>
    </p:spTree>
    <p:extLst>
      <p:ext uri="{BB962C8B-B14F-4D97-AF65-F5344CB8AC3E}">
        <p14:creationId xmlns:p14="http://schemas.microsoft.com/office/powerpoint/2010/main" val="4132485400"/>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2CBD05-1982-7376-4F48-6E2B04DF9F4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4A15DF-9DD4-6911-3517-9140917F25E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86EE47A-AA85-11CF-3D81-069AC6C23D15}"/>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6F82F108-0811-4D6A-B868-89746CCFEE53}"/>
              </a:ext>
            </a:extLst>
          </p:cNvPr>
          <p:cNvSpPr>
            <a:spLocks noGrp="1"/>
          </p:cNvSpPr>
          <p:nvPr>
            <p:ph type="sldNum" sz="quarter" idx="5"/>
          </p:nvPr>
        </p:nvSpPr>
        <p:spPr/>
        <p:txBody>
          <a:bodyPr/>
          <a:lstStyle/>
          <a:p>
            <a:fld id="{B07158C4-A119-4B78-9DE8-A50001BC31DC}" type="slidenum">
              <a:rPr lang="en-AU" smtClean="0"/>
              <a:pPr/>
              <a:t>68</a:t>
            </a:fld>
            <a:endParaRPr lang="en-AU"/>
          </a:p>
        </p:txBody>
      </p:sp>
    </p:spTree>
    <p:extLst>
      <p:ext uri="{BB962C8B-B14F-4D97-AF65-F5344CB8AC3E}">
        <p14:creationId xmlns:p14="http://schemas.microsoft.com/office/powerpoint/2010/main" val="2390436294"/>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69</a:t>
            </a:fld>
            <a:endParaRPr lang="en-AU"/>
          </a:p>
        </p:txBody>
      </p:sp>
    </p:spTree>
    <p:extLst>
      <p:ext uri="{BB962C8B-B14F-4D97-AF65-F5344CB8AC3E}">
        <p14:creationId xmlns:p14="http://schemas.microsoft.com/office/powerpoint/2010/main" val="308464352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EA17B1F9-1883-FB0F-19DA-8B4A4053535B}"/>
              </a:ext>
            </a:extLst>
          </p:cNvPr>
          <p:cNvSpPr/>
          <p:nvPr userDrawn="1"/>
        </p:nvSpPr>
        <p:spPr>
          <a:xfrm>
            <a:off x="7128000" y="0"/>
            <a:ext cx="5064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6" name="Rectangle 5">
            <a:extLst>
              <a:ext uri="{FF2B5EF4-FFF2-40B4-BE49-F238E27FC236}">
                <a16:creationId xmlns:a16="http://schemas.microsoft.com/office/drawing/2014/main" id="{6E6ACE4A-E374-4533-BE29-9C2AA078581F}"/>
              </a:ext>
              <a:ext uri="{C183D7F6-B498-43B3-948B-1728B52AA6E4}">
                <adec:decorative xmlns:adec="http://schemas.microsoft.com/office/drawing/2017/decorative" val="1"/>
              </a:ext>
            </a:extLst>
          </p:cNvPr>
          <p:cNvSpPr/>
          <p:nvPr userDrawn="1"/>
        </p:nvSpPr>
        <p:spPr>
          <a:xfrm>
            <a:off x="0" y="0"/>
            <a:ext cx="7128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solidFill>
                <a:schemeClr val="bg1"/>
              </a:solidFill>
              <a:latin typeface="Public Sans" pitchFamily="2" charset="0"/>
            </a:endParaRPr>
          </a:p>
        </p:txBody>
      </p:sp>
      <p:cxnSp>
        <p:nvCxnSpPr>
          <p:cNvPr id="8" name="Straight Connector 7">
            <a:extLst>
              <a:ext uri="{FF2B5EF4-FFF2-40B4-BE49-F238E27FC236}">
                <a16:creationId xmlns:a16="http://schemas.microsoft.com/office/drawing/2014/main" id="{1379E5D7-4594-7BEA-DCDE-7C07259A2A00}"/>
              </a:ext>
              <a:ext uri="{C183D7F6-B498-43B3-948B-1728B52AA6E4}">
                <adec:decorative xmlns:adec="http://schemas.microsoft.com/office/drawing/2017/decorative" val="1"/>
              </a:ext>
            </a:extLst>
          </p:cNvPr>
          <p:cNvCxnSpPr>
            <a:cxnSpLocks/>
          </p:cNvCxnSpPr>
          <p:nvPr userDrawn="1"/>
        </p:nvCxnSpPr>
        <p:spPr>
          <a:xfrm>
            <a:off x="360000" y="360000"/>
            <a:ext cx="0" cy="6192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Title 1">
            <a:extLst>
              <a:ext uri="{FF2B5EF4-FFF2-40B4-BE49-F238E27FC236}">
                <a16:creationId xmlns:a16="http://schemas.microsoft.com/office/drawing/2014/main" id="{06313123-38FC-0AA8-8313-B587FAEA9FAB}"/>
              </a:ext>
            </a:extLst>
          </p:cNvPr>
          <p:cNvSpPr>
            <a:spLocks noGrp="1"/>
          </p:cNvSpPr>
          <p:nvPr>
            <p:ph type="ctrTitle" hasCustomPrompt="1"/>
          </p:nvPr>
        </p:nvSpPr>
        <p:spPr>
          <a:xfrm>
            <a:off x="539999" y="1530002"/>
            <a:ext cx="6255979" cy="2033997"/>
          </a:xfrm>
          <a:ln>
            <a:noFill/>
          </a:ln>
        </p:spPr>
        <p:txBody>
          <a:bodyPr anchor="b">
            <a:noAutofit/>
          </a:bodyPr>
          <a:lstStyle>
            <a:lvl1pPr algn="l">
              <a:lnSpc>
                <a:spcPct val="100000"/>
              </a:lnSpc>
              <a:defRPr sz="4800">
                <a:solidFill>
                  <a:schemeClr val="bg1"/>
                </a:solidFill>
                <a:latin typeface="Arial" panose="020B0604020202020204" pitchFamily="34" charset="0"/>
                <a:cs typeface="Arial" panose="020B0604020202020204" pitchFamily="34" charset="0"/>
              </a:defRPr>
            </a:lvl1pPr>
          </a:lstStyle>
          <a:p>
            <a:r>
              <a:rPr lang="en-US"/>
              <a:t>Unit title</a:t>
            </a:r>
          </a:p>
        </p:txBody>
      </p:sp>
      <p:sp>
        <p:nvSpPr>
          <p:cNvPr id="11" name="Text Placeholder 10">
            <a:extLst>
              <a:ext uri="{FF2B5EF4-FFF2-40B4-BE49-F238E27FC236}">
                <a16:creationId xmlns:a16="http://schemas.microsoft.com/office/drawing/2014/main" id="{1ECD7A7F-13F8-9E9F-94FF-03D42EEEF0A8}"/>
              </a:ext>
            </a:extLst>
          </p:cNvPr>
          <p:cNvSpPr>
            <a:spLocks noGrp="1"/>
          </p:cNvSpPr>
          <p:nvPr>
            <p:ph type="body" sz="quarter" idx="10" hasCustomPrompt="1"/>
          </p:nvPr>
        </p:nvSpPr>
        <p:spPr>
          <a:xfrm>
            <a:off x="539999" y="3624180"/>
            <a:ext cx="6255977" cy="1188000"/>
          </a:xfrm>
        </p:spPr>
        <p:txBody>
          <a:bodyPr anchor="t">
            <a:noAutofit/>
          </a:bodyPr>
          <a:lstStyle>
            <a:lvl1pPr>
              <a:defRPr sz="2000">
                <a:solidFill>
                  <a:schemeClr val="accent4"/>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Stage</a:t>
            </a:r>
          </a:p>
        </p:txBody>
      </p:sp>
      <p:sp>
        <p:nvSpPr>
          <p:cNvPr id="12" name="Text Placeholder 14">
            <a:extLst>
              <a:ext uri="{FF2B5EF4-FFF2-40B4-BE49-F238E27FC236}">
                <a16:creationId xmlns:a16="http://schemas.microsoft.com/office/drawing/2014/main" id="{1F1B4A2E-693D-413E-6506-E51D3453E154}"/>
              </a:ext>
            </a:extLst>
          </p:cNvPr>
          <p:cNvSpPr>
            <a:spLocks noGrp="1"/>
          </p:cNvSpPr>
          <p:nvPr>
            <p:ph type="body" sz="quarter" idx="16" hasCustomPrompt="1"/>
          </p:nvPr>
        </p:nvSpPr>
        <p:spPr>
          <a:xfrm>
            <a:off x="540000" y="4925698"/>
            <a:ext cx="6255975" cy="360000"/>
          </a:xfrm>
        </p:spPr>
        <p:txBody>
          <a:bodyPr>
            <a:noAutofit/>
          </a:bodyPr>
          <a:lstStyle>
            <a:lvl1pPr>
              <a:spcAft>
                <a:spcPts val="0"/>
              </a:spcAft>
              <a:defRPr sz="1800" b="1">
                <a:solidFill>
                  <a:schemeClr val="bg1"/>
                </a:solidFill>
                <a:latin typeface="Arial" panose="020B0604020202020204" pitchFamily="34" charset="0"/>
                <a:cs typeface="Arial" panose="020B0604020202020204" pitchFamily="34" charset="0"/>
              </a:defRPr>
            </a:lvl1pPr>
            <a:lvl2pPr>
              <a:spcAft>
                <a:spcPts val="0"/>
              </a:spcAft>
              <a:defRPr sz="1800" b="0">
                <a:solidFill>
                  <a:schemeClr val="bg1"/>
                </a:solidFill>
                <a:latin typeface="+mj-lt"/>
              </a:defRPr>
            </a:lvl2pPr>
            <a:lvl3pPr marL="0" indent="0">
              <a:buNone/>
              <a:defRPr sz="2000">
                <a:solidFill>
                  <a:schemeClr val="bg1"/>
                </a:solidFill>
              </a:defRPr>
            </a:lvl3pPr>
            <a:lvl4pPr>
              <a:defRPr sz="2000">
                <a:solidFill>
                  <a:schemeClr val="bg1"/>
                </a:solidFill>
              </a:defRPr>
            </a:lvl4pPr>
            <a:lvl5pPr>
              <a:defRPr sz="2000">
                <a:solidFill>
                  <a:schemeClr val="bg1"/>
                </a:solidFill>
              </a:defRPr>
            </a:lvl5pPr>
          </a:lstStyle>
          <a:p>
            <a:pPr lvl="0"/>
            <a:r>
              <a:rPr lang="en-US"/>
              <a:t>Module</a:t>
            </a:r>
          </a:p>
        </p:txBody>
      </p:sp>
      <p:sp>
        <p:nvSpPr>
          <p:cNvPr id="13" name="Text Placeholder 7">
            <a:extLst>
              <a:ext uri="{FF2B5EF4-FFF2-40B4-BE49-F238E27FC236}">
                <a16:creationId xmlns:a16="http://schemas.microsoft.com/office/drawing/2014/main" id="{0C245AE8-A9B0-AE21-616C-11D22901313C}"/>
              </a:ext>
            </a:extLst>
          </p:cNvPr>
          <p:cNvSpPr>
            <a:spLocks noGrp="1"/>
          </p:cNvSpPr>
          <p:nvPr>
            <p:ph type="body" sz="quarter" idx="14" hasCustomPrompt="1"/>
          </p:nvPr>
        </p:nvSpPr>
        <p:spPr>
          <a:xfrm>
            <a:off x="540000" y="5327998"/>
            <a:ext cx="6255971" cy="792000"/>
          </a:xfrm>
        </p:spPr>
        <p:txBody>
          <a:bodyPr/>
          <a:lstStyle>
            <a:lvl1pPr>
              <a:defRPr sz="1800">
                <a:solidFill>
                  <a:schemeClr val="bg1"/>
                </a:solidFill>
                <a:latin typeface="Arial" panose="020B0604020202020204" pitchFamily="34" charset="0"/>
                <a:cs typeface="Arial" panose="020B0604020202020204" pitchFamily="34" charset="0"/>
              </a:defRPr>
            </a:lvl1pPr>
          </a:lstStyle>
          <a:p>
            <a:pPr lvl="0"/>
            <a:r>
              <a:rPr lang="en-US"/>
              <a:t>Presenter name</a:t>
            </a:r>
            <a:endParaRPr lang="en-AU"/>
          </a:p>
        </p:txBody>
      </p:sp>
      <p:sp>
        <p:nvSpPr>
          <p:cNvPr id="15" name="Text Placeholder 14">
            <a:extLst>
              <a:ext uri="{FF2B5EF4-FFF2-40B4-BE49-F238E27FC236}">
                <a16:creationId xmlns:a16="http://schemas.microsoft.com/office/drawing/2014/main" id="{5C2AC99F-F6FA-4B77-DD09-207FFF07B242}"/>
              </a:ext>
            </a:extLst>
          </p:cNvPr>
          <p:cNvSpPr>
            <a:spLocks noGrp="1"/>
          </p:cNvSpPr>
          <p:nvPr>
            <p:ph type="body" sz="quarter" idx="15" hasCustomPrompt="1"/>
          </p:nvPr>
        </p:nvSpPr>
        <p:spPr>
          <a:xfrm>
            <a:off x="540000" y="6192000"/>
            <a:ext cx="6255975" cy="360000"/>
          </a:xfrm>
        </p:spPr>
        <p:txBody>
          <a:bodyPr anchor="b" anchorCtr="0">
            <a:noAutofit/>
          </a:bodyPr>
          <a:lstStyle>
            <a:lvl1pPr algn="l">
              <a:defRPr sz="1800" b="0">
                <a:solidFill>
                  <a:schemeClr val="bg1"/>
                </a:solidFill>
                <a:latin typeface="Arial" panose="020B0604020202020204" pitchFamily="34" charset="0"/>
                <a:cs typeface="Arial" panose="020B0604020202020204" pitchFamily="34" charset="0"/>
              </a:defRPr>
            </a:lvl1pPr>
            <a:lvl2pPr>
              <a:defRPr sz="1600">
                <a:solidFill>
                  <a:schemeClr val="bg1"/>
                </a:solidFill>
              </a:defRPr>
            </a:lvl2pPr>
            <a:lvl3pPr marL="0" indent="0">
              <a:buNone/>
              <a:defRPr sz="2000">
                <a:solidFill>
                  <a:schemeClr val="bg1"/>
                </a:solidFill>
              </a:defRPr>
            </a:lvl3pPr>
            <a:lvl4pPr>
              <a:defRPr sz="2000">
                <a:solidFill>
                  <a:schemeClr val="bg1"/>
                </a:solidFill>
              </a:defRPr>
            </a:lvl4pPr>
            <a:lvl5pPr>
              <a:defRPr sz="2000">
                <a:solidFill>
                  <a:schemeClr val="bg1"/>
                </a:solidFill>
              </a:defRPr>
            </a:lvl5pPr>
          </a:lstStyle>
          <a:p>
            <a:pPr lvl="0"/>
            <a:r>
              <a:rPr lang="en-US"/>
              <a:t>00 Month YYYY</a:t>
            </a:r>
          </a:p>
        </p:txBody>
      </p:sp>
      <p:pic>
        <p:nvPicPr>
          <p:cNvPr id="17" name="Picture 16">
            <a:extLst>
              <a:ext uri="{FF2B5EF4-FFF2-40B4-BE49-F238E27FC236}">
                <a16:creationId xmlns:a16="http://schemas.microsoft.com/office/drawing/2014/main" id="{1B2918F2-2A15-B218-B84D-C469AD3B60DA}"/>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135329" y="360000"/>
            <a:ext cx="660650" cy="715199"/>
          </a:xfrm>
          <a:prstGeom prst="rect">
            <a:avLst/>
          </a:prstGeom>
        </p:spPr>
      </p:pic>
      <p:sp>
        <p:nvSpPr>
          <p:cNvPr id="2" name="Picture Placeholder 4">
            <a:extLst>
              <a:ext uri="{FF2B5EF4-FFF2-40B4-BE49-F238E27FC236}">
                <a16:creationId xmlns:a16="http://schemas.microsoft.com/office/drawing/2014/main" id="{206B55C3-1914-D3B1-73B3-69F5509A4B69}"/>
              </a:ext>
              <a:ext uri="{C183D7F6-B498-43B3-948B-1728B52AA6E4}">
                <adec:decorative xmlns:adec="http://schemas.microsoft.com/office/drawing/2017/decorative" val="1"/>
              </a:ext>
            </a:extLst>
          </p:cNvPr>
          <p:cNvSpPr>
            <a:spLocks noGrp="1"/>
          </p:cNvSpPr>
          <p:nvPr>
            <p:ph type="pic" sz="quarter" idx="13"/>
          </p:nvPr>
        </p:nvSpPr>
        <p:spPr>
          <a:xfrm>
            <a:off x="7128000" y="0"/>
            <a:ext cx="5064000" cy="6858000"/>
          </a:xfrm>
        </p:spPr>
        <p:txBody>
          <a:bodyPr/>
          <a:lstStyle/>
          <a:p>
            <a:r>
              <a:rPr lang="en-US"/>
              <a:t>Click icon to add picture</a:t>
            </a:r>
            <a:endParaRPr lang="en-AU"/>
          </a:p>
        </p:txBody>
      </p:sp>
    </p:spTree>
    <p:extLst>
      <p:ext uri="{BB962C8B-B14F-4D97-AF65-F5344CB8AC3E}">
        <p14:creationId xmlns:p14="http://schemas.microsoft.com/office/powerpoint/2010/main" val="15784084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11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Divider">
    <p:bg>
      <p:bgPr>
        <a:solidFill>
          <a:schemeClr val="accent1"/>
        </a:solidFill>
        <a:effectLst/>
      </p:bgPr>
    </p:bg>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5C261660-AF47-818D-7C30-D254D989CACE}"/>
              </a:ext>
              <a:ext uri="{C183D7F6-B498-43B3-948B-1728B52AA6E4}">
                <adec:decorative xmlns:adec="http://schemas.microsoft.com/office/drawing/2017/decorative" val="1"/>
              </a:ext>
            </a:extLst>
          </p:cNvPr>
          <p:cNvCxnSpPr>
            <a:cxnSpLocks/>
          </p:cNvCxnSpPr>
          <p:nvPr userDrawn="1"/>
        </p:nvCxnSpPr>
        <p:spPr>
          <a:xfrm>
            <a:off x="360000" y="360000"/>
            <a:ext cx="0" cy="6192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3" name="Title 1">
            <a:extLst>
              <a:ext uri="{FF2B5EF4-FFF2-40B4-BE49-F238E27FC236}">
                <a16:creationId xmlns:a16="http://schemas.microsoft.com/office/drawing/2014/main" id="{8AD8A72A-7327-BEF4-2507-0522B8614AE9}"/>
              </a:ext>
            </a:extLst>
          </p:cNvPr>
          <p:cNvSpPr>
            <a:spLocks noGrp="1"/>
          </p:cNvSpPr>
          <p:nvPr>
            <p:ph type="ctrTitle" hasCustomPrompt="1"/>
          </p:nvPr>
        </p:nvSpPr>
        <p:spPr>
          <a:xfrm>
            <a:off x="540000" y="4067881"/>
            <a:ext cx="11291998" cy="800681"/>
          </a:xfrm>
          <a:ln>
            <a:noFill/>
          </a:ln>
        </p:spPr>
        <p:txBody>
          <a:bodyPr anchor="t">
            <a:noAutofit/>
          </a:bodyPr>
          <a:lstStyle>
            <a:lvl1pPr algn="l">
              <a:lnSpc>
                <a:spcPct val="110000"/>
              </a:lnSpc>
              <a:defRPr sz="4800">
                <a:solidFill>
                  <a:schemeClr val="bg1"/>
                </a:solidFill>
                <a:latin typeface="Arial" panose="020B0604020202020204" pitchFamily="34" charset="0"/>
                <a:cs typeface="Arial" panose="020B0604020202020204" pitchFamily="34" charset="0"/>
              </a:defRPr>
            </a:lvl1pPr>
          </a:lstStyle>
          <a:p>
            <a:pPr>
              <a:lnSpc>
                <a:spcPct val="100000"/>
              </a:lnSpc>
            </a:pPr>
            <a:r>
              <a:rPr lang="en-AU"/>
              <a:t>Lesson title</a:t>
            </a:r>
          </a:p>
        </p:txBody>
      </p:sp>
      <p:sp>
        <p:nvSpPr>
          <p:cNvPr id="6" name="Oval 5">
            <a:extLst>
              <a:ext uri="{FF2B5EF4-FFF2-40B4-BE49-F238E27FC236}">
                <a16:creationId xmlns:a16="http://schemas.microsoft.com/office/drawing/2014/main" id="{5EBAE78F-1A35-0A2C-DBF4-48477CA8F3A7}"/>
              </a:ext>
            </a:extLst>
          </p:cNvPr>
          <p:cNvSpPr>
            <a:spLocks noGrp="1" noRot="1" noMove="1" noResize="1" noEditPoints="1" noAdjustHandles="1" noChangeArrowheads="1" noChangeShapeType="1"/>
          </p:cNvSpPr>
          <p:nvPr userDrawn="1"/>
        </p:nvSpPr>
        <p:spPr>
          <a:xfrm>
            <a:off x="11056620" y="289560"/>
            <a:ext cx="906780" cy="800681"/>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2" name="Picture 1">
            <a:extLst>
              <a:ext uri="{FF2B5EF4-FFF2-40B4-BE49-F238E27FC236}">
                <a16:creationId xmlns:a16="http://schemas.microsoft.com/office/drawing/2014/main" id="{1DE675F6-B3E6-7651-8B0E-50E39CE29B9F}"/>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1171348" y="360000"/>
            <a:ext cx="660650" cy="715199"/>
          </a:xfrm>
          <a:prstGeom prst="rect">
            <a:avLst/>
          </a:prstGeom>
        </p:spPr>
      </p:pic>
    </p:spTree>
    <p:extLst>
      <p:ext uri="{BB962C8B-B14F-4D97-AF65-F5344CB8AC3E}">
        <p14:creationId xmlns:p14="http://schemas.microsoft.com/office/powerpoint/2010/main" val="28646721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LISC">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165CECD-C00D-4560-9C97-AE28A8535867}"/>
              </a:ext>
              <a:ext uri="{C183D7F6-B498-43B3-948B-1728B52AA6E4}">
                <adec:decorative xmlns:adec="http://schemas.microsoft.com/office/drawing/2017/decorative" val="1"/>
              </a:ext>
            </a:extLst>
          </p:cNvPr>
          <p:cNvSpPr/>
          <p:nvPr userDrawn="1"/>
        </p:nvSpPr>
        <p:spPr>
          <a:xfrm>
            <a:off x="0" y="1620000"/>
            <a:ext cx="12192000" cy="523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 name="Picture Placeholder 4">
            <a:extLst>
              <a:ext uri="{FF2B5EF4-FFF2-40B4-BE49-F238E27FC236}">
                <a16:creationId xmlns:a16="http://schemas.microsoft.com/office/drawing/2014/main" id="{8AB6FE45-2247-43AE-AFB0-3C1EC574D8FA}"/>
              </a:ext>
              <a:ext uri="{C183D7F6-B498-43B3-948B-1728B52AA6E4}">
                <adec:decorative xmlns:adec="http://schemas.microsoft.com/office/drawing/2017/decorative" val="1"/>
              </a:ext>
            </a:extLst>
          </p:cNvPr>
          <p:cNvSpPr>
            <a:spLocks noGrp="1"/>
          </p:cNvSpPr>
          <p:nvPr>
            <p:ph type="pic" sz="quarter" idx="13"/>
          </p:nvPr>
        </p:nvSpPr>
        <p:spPr>
          <a:xfrm>
            <a:off x="359998" y="1909282"/>
            <a:ext cx="11483999" cy="4210718"/>
          </a:xfrm>
        </p:spPr>
        <p:txBody>
          <a:bodyPr/>
          <a:lstStyle/>
          <a:p>
            <a:r>
              <a:rPr lang="en-US"/>
              <a:t>Click icon to add picture</a:t>
            </a:r>
            <a:endParaRPr lang="en-AU"/>
          </a:p>
        </p:txBody>
      </p:sp>
      <p:sp>
        <p:nvSpPr>
          <p:cNvPr id="7" name="Slide Number Placeholder 6"/>
          <p:cNvSpPr>
            <a:spLocks noGrp="1"/>
          </p:cNvSpPr>
          <p:nvPr>
            <p:ph type="sldNum" sz="quarter" idx="12"/>
          </p:nvPr>
        </p:nvSpPr>
        <p:spPr/>
        <p:txBody>
          <a:bodyPr/>
          <a:lstStyle/>
          <a:p>
            <a:fld id="{10A01DC5-1685-4615-8240-15192985C6A2}" type="slidenum">
              <a:rPr lang="en-AU" smtClean="0"/>
              <a:t>‹#›</a:t>
            </a:fld>
            <a:endParaRPr lang="en-AU"/>
          </a:p>
        </p:txBody>
      </p:sp>
      <p:sp>
        <p:nvSpPr>
          <p:cNvPr id="10" name="Title 4">
            <a:extLst>
              <a:ext uri="{FF2B5EF4-FFF2-40B4-BE49-F238E27FC236}">
                <a16:creationId xmlns:a16="http://schemas.microsoft.com/office/drawing/2014/main" id="{4B69FB63-5913-44B0-9BCA-4B6E66CE48BF}"/>
              </a:ext>
            </a:extLst>
          </p:cNvPr>
          <p:cNvSpPr>
            <a:spLocks noGrp="1"/>
          </p:cNvSpPr>
          <p:nvPr>
            <p:ph type="title"/>
          </p:nvPr>
        </p:nvSpPr>
        <p:spPr>
          <a:xfrm>
            <a:off x="359997" y="360000"/>
            <a:ext cx="11483999" cy="522000"/>
          </a:xfrm>
        </p:spPr>
        <p:txBody>
          <a:bodyPr/>
          <a:lstStyle>
            <a:lvl1pPr>
              <a:defRPr>
                <a:solidFill>
                  <a:schemeClr val="accent1"/>
                </a:solidFill>
              </a:defRPr>
            </a:lvl1pPr>
          </a:lstStyle>
          <a:p>
            <a:r>
              <a:rPr lang="en-US"/>
              <a:t>Click to edit Master title style</a:t>
            </a:r>
            <a:endParaRPr lang="en-AU"/>
          </a:p>
        </p:txBody>
      </p:sp>
      <p:sp>
        <p:nvSpPr>
          <p:cNvPr id="11" name="Text Placeholder 10">
            <a:extLst>
              <a:ext uri="{FF2B5EF4-FFF2-40B4-BE49-F238E27FC236}">
                <a16:creationId xmlns:a16="http://schemas.microsoft.com/office/drawing/2014/main" id="{4A905C52-CF4B-447B-B93D-A86FD209402A}"/>
              </a:ext>
            </a:extLst>
          </p:cNvPr>
          <p:cNvSpPr>
            <a:spLocks noGrp="1"/>
          </p:cNvSpPr>
          <p:nvPr>
            <p:ph type="body" sz="quarter" idx="18" hasCustomPrompt="1"/>
          </p:nvPr>
        </p:nvSpPr>
        <p:spPr>
          <a:xfrm>
            <a:off x="360000" y="1016704"/>
            <a:ext cx="11483996"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22972229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ntent slid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59999" y="360000"/>
            <a:ext cx="11483999"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48399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2" name="Text Placeholder 3">
            <a:extLst>
              <a:ext uri="{FF2B5EF4-FFF2-40B4-BE49-F238E27FC236}">
                <a16:creationId xmlns:a16="http://schemas.microsoft.com/office/drawing/2014/main" id="{7A679F83-4A45-8E00-A9A4-2E8DE35C1BB0}"/>
              </a:ext>
            </a:extLst>
          </p:cNvPr>
          <p:cNvSpPr>
            <a:spLocks noGrp="1"/>
          </p:cNvSpPr>
          <p:nvPr>
            <p:ph type="body" sz="quarter" idx="17" hasCustomPrompt="1"/>
          </p:nvPr>
        </p:nvSpPr>
        <p:spPr>
          <a:xfrm>
            <a:off x="360000" y="1567086"/>
            <a:ext cx="11484000" cy="4807835"/>
          </a:xfrm>
        </p:spPr>
        <p:txBody>
          <a:bodyPr/>
          <a:lstStyle>
            <a:lvl1pPr>
              <a:defRPr/>
            </a:lvl1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9094725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Multiple choic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8" name="Picture Placeholder 7">
            <a:extLst>
              <a:ext uri="{FF2B5EF4-FFF2-40B4-BE49-F238E27FC236}">
                <a16:creationId xmlns:a16="http://schemas.microsoft.com/office/drawing/2014/main" id="{F0C3D212-D9E6-5651-0336-B3898E36FBA5}"/>
              </a:ext>
            </a:extLst>
          </p:cNvPr>
          <p:cNvSpPr>
            <a:spLocks noGrp="1"/>
          </p:cNvSpPr>
          <p:nvPr>
            <p:ph type="pic" sz="quarter" idx="20"/>
          </p:nvPr>
        </p:nvSpPr>
        <p:spPr>
          <a:xfrm>
            <a:off x="360000" y="2765028"/>
            <a:ext cx="2240960" cy="2649349"/>
          </a:xfrm>
        </p:spPr>
        <p:txBody>
          <a:bodyPr/>
          <a:lstStyle>
            <a:lvl1pPr>
              <a:defRPr sz="1600"/>
            </a:lvl1pPr>
          </a:lstStyle>
          <a:p>
            <a:r>
              <a:rPr lang="en-US"/>
              <a:t>Click icon to add picture</a:t>
            </a:r>
            <a:endParaRPr lang="en-AU"/>
          </a:p>
        </p:txBody>
      </p:sp>
      <p:sp>
        <p:nvSpPr>
          <p:cNvPr id="13" name="Picture Placeholder 7">
            <a:extLst>
              <a:ext uri="{FF2B5EF4-FFF2-40B4-BE49-F238E27FC236}">
                <a16:creationId xmlns:a16="http://schemas.microsoft.com/office/drawing/2014/main" id="{B4B450DC-5728-768F-26C0-12B026741DA4}"/>
              </a:ext>
            </a:extLst>
          </p:cNvPr>
          <p:cNvSpPr>
            <a:spLocks noGrp="1"/>
          </p:cNvSpPr>
          <p:nvPr>
            <p:ph type="pic" sz="quarter" idx="21"/>
          </p:nvPr>
        </p:nvSpPr>
        <p:spPr>
          <a:xfrm>
            <a:off x="3363973" y="2765028"/>
            <a:ext cx="2240960" cy="2649349"/>
          </a:xfrm>
        </p:spPr>
        <p:txBody>
          <a:bodyPr/>
          <a:lstStyle>
            <a:lvl1pPr>
              <a:defRPr sz="1600"/>
            </a:lvl1pPr>
          </a:lstStyle>
          <a:p>
            <a:r>
              <a:rPr lang="en-US"/>
              <a:t>Click icon to add picture</a:t>
            </a:r>
            <a:endParaRPr lang="en-AU"/>
          </a:p>
        </p:txBody>
      </p:sp>
      <p:sp>
        <p:nvSpPr>
          <p:cNvPr id="15" name="Picture Placeholder 7">
            <a:extLst>
              <a:ext uri="{FF2B5EF4-FFF2-40B4-BE49-F238E27FC236}">
                <a16:creationId xmlns:a16="http://schemas.microsoft.com/office/drawing/2014/main" id="{6C3CDCFB-025E-3885-F074-73ADECE44C9E}"/>
              </a:ext>
            </a:extLst>
          </p:cNvPr>
          <p:cNvSpPr>
            <a:spLocks noGrp="1"/>
          </p:cNvSpPr>
          <p:nvPr>
            <p:ph type="pic" sz="quarter" idx="22"/>
          </p:nvPr>
        </p:nvSpPr>
        <p:spPr>
          <a:xfrm>
            <a:off x="9371920" y="2765028"/>
            <a:ext cx="2240960" cy="2649349"/>
          </a:xfrm>
        </p:spPr>
        <p:txBody>
          <a:bodyPr/>
          <a:lstStyle>
            <a:lvl1pPr>
              <a:defRPr sz="1600"/>
            </a:lvl1pPr>
          </a:lstStyle>
          <a:p>
            <a:r>
              <a:rPr lang="en-US"/>
              <a:t>Click icon to add picture</a:t>
            </a:r>
            <a:endParaRPr lang="en-AU"/>
          </a:p>
        </p:txBody>
      </p:sp>
      <p:sp>
        <p:nvSpPr>
          <p:cNvPr id="17" name="Picture Placeholder 7">
            <a:extLst>
              <a:ext uri="{FF2B5EF4-FFF2-40B4-BE49-F238E27FC236}">
                <a16:creationId xmlns:a16="http://schemas.microsoft.com/office/drawing/2014/main" id="{CCABCD24-7B7B-0554-1934-9DC04D3EBBF4}"/>
              </a:ext>
            </a:extLst>
          </p:cNvPr>
          <p:cNvSpPr>
            <a:spLocks noGrp="1"/>
          </p:cNvSpPr>
          <p:nvPr>
            <p:ph type="pic" sz="quarter" idx="23"/>
          </p:nvPr>
        </p:nvSpPr>
        <p:spPr>
          <a:xfrm>
            <a:off x="6367946" y="2765028"/>
            <a:ext cx="2240960" cy="2649349"/>
          </a:xfrm>
        </p:spPr>
        <p:txBody>
          <a:bodyPr/>
          <a:lstStyle>
            <a:lvl1pPr>
              <a:defRPr sz="1600"/>
            </a:lvl1pPr>
          </a:lstStyle>
          <a:p>
            <a:r>
              <a:rPr lang="en-US"/>
              <a:t>Click icon to add picture</a:t>
            </a:r>
            <a:endParaRPr lang="en-AU"/>
          </a:p>
        </p:txBody>
      </p:sp>
      <p:sp>
        <p:nvSpPr>
          <p:cNvPr id="2" name="Text Placeholder 5">
            <a:extLst>
              <a:ext uri="{FF2B5EF4-FFF2-40B4-BE49-F238E27FC236}">
                <a16:creationId xmlns:a16="http://schemas.microsoft.com/office/drawing/2014/main" id="{1DFCC6A7-827F-6E36-F159-837EA4EBC3D3}"/>
              </a:ext>
            </a:extLst>
          </p:cNvPr>
          <p:cNvSpPr>
            <a:spLocks noGrp="1"/>
          </p:cNvSpPr>
          <p:nvPr>
            <p:ph type="body" sz="quarter" idx="24" hasCustomPrompt="1"/>
          </p:nvPr>
        </p:nvSpPr>
        <p:spPr>
          <a:xfrm>
            <a:off x="360000" y="1625946"/>
            <a:ext cx="11243037" cy="893226"/>
          </a:xfrm>
        </p:spPr>
        <p:txBody>
          <a:bodyPr/>
          <a:lstStyle>
            <a:lvl1pPr>
              <a:spcAft>
                <a:spcPts val="600"/>
              </a:spcAft>
              <a:defRPr sz="1800"/>
            </a:lvl1pPr>
          </a:lstStyle>
          <a:p>
            <a:pPr lvl="0"/>
            <a:r>
              <a:rPr lang="en-GB"/>
              <a:t>Insert text</a:t>
            </a:r>
          </a:p>
        </p:txBody>
      </p:sp>
    </p:spTree>
    <p:extLst>
      <p:ext uri="{BB962C8B-B14F-4D97-AF65-F5344CB8AC3E}">
        <p14:creationId xmlns:p14="http://schemas.microsoft.com/office/powerpoint/2010/main" val="25008929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Multiple choic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11" name="Text Placeholder 2">
            <a:extLst>
              <a:ext uri="{FF2B5EF4-FFF2-40B4-BE49-F238E27FC236}">
                <a16:creationId xmlns:a16="http://schemas.microsoft.com/office/drawing/2014/main" id="{09AE21FE-7E6F-A034-F036-612FA37CA8BC}"/>
              </a:ext>
            </a:extLst>
          </p:cNvPr>
          <p:cNvSpPr>
            <a:spLocks noGrp="1"/>
          </p:cNvSpPr>
          <p:nvPr>
            <p:ph type="body" sz="quarter" idx="27" hasCustomPrompt="1"/>
          </p:nvPr>
        </p:nvSpPr>
        <p:spPr>
          <a:xfrm>
            <a:off x="1345520" y="5474358"/>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
        <p:nvSpPr>
          <p:cNvPr id="12" name="Text Placeholder 5">
            <a:extLst>
              <a:ext uri="{FF2B5EF4-FFF2-40B4-BE49-F238E27FC236}">
                <a16:creationId xmlns:a16="http://schemas.microsoft.com/office/drawing/2014/main" id="{0C45F7D3-A319-C117-165D-6FAF332E7124}"/>
              </a:ext>
            </a:extLst>
          </p:cNvPr>
          <p:cNvSpPr>
            <a:spLocks noGrp="1"/>
          </p:cNvSpPr>
          <p:nvPr>
            <p:ph type="body" sz="quarter" idx="28" hasCustomPrompt="1"/>
          </p:nvPr>
        </p:nvSpPr>
        <p:spPr>
          <a:xfrm>
            <a:off x="360000" y="1625946"/>
            <a:ext cx="11243037" cy="527974"/>
          </a:xfrm>
        </p:spPr>
        <p:txBody>
          <a:bodyPr/>
          <a:lstStyle>
            <a:lvl1pPr>
              <a:spcAft>
                <a:spcPts val="600"/>
              </a:spcAft>
              <a:defRPr sz="1800"/>
            </a:lvl1pPr>
          </a:lstStyle>
          <a:p>
            <a:pPr lvl="0"/>
            <a:r>
              <a:rPr lang="en-GB"/>
              <a:t>Insert text</a:t>
            </a:r>
          </a:p>
        </p:txBody>
      </p:sp>
      <p:sp>
        <p:nvSpPr>
          <p:cNvPr id="13" name="Text Placeholder 2">
            <a:extLst>
              <a:ext uri="{FF2B5EF4-FFF2-40B4-BE49-F238E27FC236}">
                <a16:creationId xmlns:a16="http://schemas.microsoft.com/office/drawing/2014/main" id="{5F81E50E-5FDF-87FB-F284-468C0D7FADB8}"/>
              </a:ext>
            </a:extLst>
          </p:cNvPr>
          <p:cNvSpPr>
            <a:spLocks noGrp="1"/>
          </p:cNvSpPr>
          <p:nvPr>
            <p:ph type="body" sz="quarter" idx="29" hasCustomPrompt="1"/>
          </p:nvPr>
        </p:nvSpPr>
        <p:spPr>
          <a:xfrm>
            <a:off x="1345520" y="4624304"/>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
        <p:nvSpPr>
          <p:cNvPr id="14" name="Text Placeholder 2">
            <a:extLst>
              <a:ext uri="{FF2B5EF4-FFF2-40B4-BE49-F238E27FC236}">
                <a16:creationId xmlns:a16="http://schemas.microsoft.com/office/drawing/2014/main" id="{9A44A122-DD69-F174-2E08-3A0257CA52FB}"/>
              </a:ext>
            </a:extLst>
          </p:cNvPr>
          <p:cNvSpPr>
            <a:spLocks noGrp="1"/>
          </p:cNvSpPr>
          <p:nvPr>
            <p:ph type="body" sz="quarter" idx="30" hasCustomPrompt="1"/>
          </p:nvPr>
        </p:nvSpPr>
        <p:spPr>
          <a:xfrm>
            <a:off x="1345520" y="3774251"/>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
        <p:nvSpPr>
          <p:cNvPr id="15" name="Text Placeholder 2">
            <a:extLst>
              <a:ext uri="{FF2B5EF4-FFF2-40B4-BE49-F238E27FC236}">
                <a16:creationId xmlns:a16="http://schemas.microsoft.com/office/drawing/2014/main" id="{FC304F2C-9B61-A905-CA27-E6F31881426D}"/>
              </a:ext>
            </a:extLst>
          </p:cNvPr>
          <p:cNvSpPr>
            <a:spLocks noGrp="1"/>
          </p:cNvSpPr>
          <p:nvPr>
            <p:ph type="body" sz="quarter" idx="31" hasCustomPrompt="1"/>
          </p:nvPr>
        </p:nvSpPr>
        <p:spPr>
          <a:xfrm>
            <a:off x="1345520" y="2924198"/>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Tree>
    <p:extLst>
      <p:ext uri="{BB962C8B-B14F-4D97-AF65-F5344CB8AC3E}">
        <p14:creationId xmlns:p14="http://schemas.microsoft.com/office/powerpoint/2010/main" val="25604219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Picture and content">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2" name="Picture Placeholder 5">
            <a:extLst>
              <a:ext uri="{FF2B5EF4-FFF2-40B4-BE49-F238E27FC236}">
                <a16:creationId xmlns:a16="http://schemas.microsoft.com/office/drawing/2014/main" id="{AB74AD91-1458-4106-CAEE-62E884E33298}"/>
              </a:ext>
            </a:extLst>
          </p:cNvPr>
          <p:cNvSpPr>
            <a:spLocks noGrp="1"/>
          </p:cNvSpPr>
          <p:nvPr>
            <p:ph type="pic" sz="quarter" idx="21" hasCustomPrompt="1"/>
          </p:nvPr>
        </p:nvSpPr>
        <p:spPr>
          <a:xfrm>
            <a:off x="359999" y="1677281"/>
            <a:ext cx="11243037" cy="3056398"/>
          </a:xfrm>
        </p:spPr>
        <p:txBody>
          <a:bodyPr/>
          <a:lstStyle>
            <a:lvl1pPr>
              <a:defRPr sz="1800"/>
            </a:lvl1pPr>
          </a:lstStyle>
          <a:p>
            <a:r>
              <a:rPr lang="en-US"/>
              <a:t>Insert picture</a:t>
            </a:r>
          </a:p>
        </p:txBody>
      </p:sp>
      <p:sp>
        <p:nvSpPr>
          <p:cNvPr id="6" name="Text Placeholder 5">
            <a:extLst>
              <a:ext uri="{FF2B5EF4-FFF2-40B4-BE49-F238E27FC236}">
                <a16:creationId xmlns:a16="http://schemas.microsoft.com/office/drawing/2014/main" id="{3A20CE62-5C28-8298-BB9C-49E4007BACAB}"/>
              </a:ext>
            </a:extLst>
          </p:cNvPr>
          <p:cNvSpPr>
            <a:spLocks noGrp="1"/>
          </p:cNvSpPr>
          <p:nvPr>
            <p:ph type="body" sz="quarter" idx="22" hasCustomPrompt="1"/>
          </p:nvPr>
        </p:nvSpPr>
        <p:spPr>
          <a:xfrm>
            <a:off x="1381125" y="5049838"/>
            <a:ext cx="8901113" cy="1341437"/>
          </a:xfrm>
        </p:spPr>
        <p:txBody>
          <a:bodyPr/>
          <a:lstStyle>
            <a:lvl1pPr>
              <a:spcAft>
                <a:spcPts val="600"/>
              </a:spcAft>
              <a:defRPr sz="1800"/>
            </a:lvl1pPr>
          </a:lstStyle>
          <a:p>
            <a:pPr lvl="0"/>
            <a:r>
              <a:rPr lang="en-GB"/>
              <a:t>Insert text</a:t>
            </a:r>
          </a:p>
        </p:txBody>
      </p:sp>
    </p:spTree>
    <p:extLst>
      <p:ext uri="{BB962C8B-B14F-4D97-AF65-F5344CB8AC3E}">
        <p14:creationId xmlns:p14="http://schemas.microsoft.com/office/powerpoint/2010/main" val="22995502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rue or Fals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2" name="Picture Placeholder 5">
            <a:extLst>
              <a:ext uri="{FF2B5EF4-FFF2-40B4-BE49-F238E27FC236}">
                <a16:creationId xmlns:a16="http://schemas.microsoft.com/office/drawing/2014/main" id="{AB74AD91-1458-4106-CAEE-62E884E33298}"/>
              </a:ext>
            </a:extLst>
          </p:cNvPr>
          <p:cNvSpPr>
            <a:spLocks noGrp="1"/>
          </p:cNvSpPr>
          <p:nvPr>
            <p:ph type="pic" sz="quarter" idx="21" hasCustomPrompt="1"/>
          </p:nvPr>
        </p:nvSpPr>
        <p:spPr>
          <a:xfrm>
            <a:off x="349840" y="2726105"/>
            <a:ext cx="11243037" cy="3056398"/>
          </a:xfrm>
        </p:spPr>
        <p:txBody>
          <a:bodyPr/>
          <a:lstStyle>
            <a:lvl1pPr>
              <a:defRPr sz="1800"/>
            </a:lvl1pPr>
          </a:lstStyle>
          <a:p>
            <a:r>
              <a:rPr lang="en-US"/>
              <a:t>Insert picture</a:t>
            </a:r>
          </a:p>
        </p:txBody>
      </p:sp>
      <p:sp>
        <p:nvSpPr>
          <p:cNvPr id="6" name="Text Placeholder 5">
            <a:extLst>
              <a:ext uri="{FF2B5EF4-FFF2-40B4-BE49-F238E27FC236}">
                <a16:creationId xmlns:a16="http://schemas.microsoft.com/office/drawing/2014/main" id="{3A20CE62-5C28-8298-BB9C-49E4007BACAB}"/>
              </a:ext>
            </a:extLst>
          </p:cNvPr>
          <p:cNvSpPr>
            <a:spLocks noGrp="1"/>
          </p:cNvSpPr>
          <p:nvPr>
            <p:ph type="body" sz="quarter" idx="22" hasCustomPrompt="1"/>
          </p:nvPr>
        </p:nvSpPr>
        <p:spPr>
          <a:xfrm>
            <a:off x="360000" y="1625946"/>
            <a:ext cx="11243037" cy="893226"/>
          </a:xfrm>
        </p:spPr>
        <p:txBody>
          <a:bodyPr/>
          <a:lstStyle>
            <a:lvl1pPr>
              <a:spcAft>
                <a:spcPts val="600"/>
              </a:spcAft>
              <a:defRPr sz="1800"/>
            </a:lvl1pPr>
          </a:lstStyle>
          <a:p>
            <a:pPr lvl="0"/>
            <a:r>
              <a:rPr lang="en-GB"/>
              <a:t>Insert text</a:t>
            </a:r>
          </a:p>
        </p:txBody>
      </p:sp>
      <p:sp>
        <p:nvSpPr>
          <p:cNvPr id="3" name="Text Placeholder 5">
            <a:extLst>
              <a:ext uri="{FF2B5EF4-FFF2-40B4-BE49-F238E27FC236}">
                <a16:creationId xmlns:a16="http://schemas.microsoft.com/office/drawing/2014/main" id="{4AD4AB7C-8A21-E4EB-AA93-807A148152FD}"/>
              </a:ext>
            </a:extLst>
          </p:cNvPr>
          <p:cNvSpPr>
            <a:spLocks noGrp="1"/>
          </p:cNvSpPr>
          <p:nvPr>
            <p:ph type="body" sz="quarter" idx="23" hasCustomPrompt="1"/>
          </p:nvPr>
        </p:nvSpPr>
        <p:spPr>
          <a:xfrm>
            <a:off x="1973601" y="5964774"/>
            <a:ext cx="2567920" cy="731226"/>
          </a:xfrm>
        </p:spPr>
        <p:txBody>
          <a:bodyPr/>
          <a:lstStyle>
            <a:lvl1pPr>
              <a:spcAft>
                <a:spcPts val="600"/>
              </a:spcAft>
              <a:defRPr sz="1800"/>
            </a:lvl1pPr>
          </a:lstStyle>
          <a:p>
            <a:pPr lvl="0"/>
            <a:r>
              <a:rPr lang="en-GB"/>
              <a:t>Insert text</a:t>
            </a:r>
          </a:p>
        </p:txBody>
      </p:sp>
      <p:sp>
        <p:nvSpPr>
          <p:cNvPr id="8" name="Text Placeholder 5">
            <a:extLst>
              <a:ext uri="{FF2B5EF4-FFF2-40B4-BE49-F238E27FC236}">
                <a16:creationId xmlns:a16="http://schemas.microsoft.com/office/drawing/2014/main" id="{6FF1592D-1B12-201B-A9BD-5B5B908ECC65}"/>
              </a:ext>
            </a:extLst>
          </p:cNvPr>
          <p:cNvSpPr>
            <a:spLocks noGrp="1"/>
          </p:cNvSpPr>
          <p:nvPr>
            <p:ph type="body" sz="quarter" idx="24" hasCustomPrompt="1"/>
          </p:nvPr>
        </p:nvSpPr>
        <p:spPr>
          <a:xfrm>
            <a:off x="8161041" y="5964774"/>
            <a:ext cx="2567920" cy="731226"/>
          </a:xfrm>
        </p:spPr>
        <p:txBody>
          <a:bodyPr/>
          <a:lstStyle>
            <a:lvl1pPr>
              <a:spcAft>
                <a:spcPts val="600"/>
              </a:spcAft>
              <a:defRPr sz="1800"/>
            </a:lvl1pPr>
          </a:lstStyle>
          <a:p>
            <a:pPr lvl="0"/>
            <a:r>
              <a:rPr lang="en-GB"/>
              <a:t>Insert text</a:t>
            </a:r>
          </a:p>
        </p:txBody>
      </p:sp>
    </p:spTree>
    <p:extLst>
      <p:ext uri="{BB962C8B-B14F-4D97-AF65-F5344CB8AC3E}">
        <p14:creationId xmlns:p14="http://schemas.microsoft.com/office/powerpoint/2010/main" val="37981475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Feature image">
    <p:spTree>
      <p:nvGrpSpPr>
        <p:cNvPr id="1" name=""/>
        <p:cNvGrpSpPr/>
        <p:nvPr/>
      </p:nvGrpSpPr>
      <p:grpSpPr>
        <a:xfrm>
          <a:off x="0" y="0"/>
          <a:ext cx="0" cy="0"/>
          <a:chOff x="0" y="0"/>
          <a:chExt cx="0" cy="0"/>
        </a:xfrm>
      </p:grpSpPr>
      <p:sp>
        <p:nvSpPr>
          <p:cNvPr id="2" name="Picture Placeholder 8">
            <a:extLst>
              <a:ext uri="{FF2B5EF4-FFF2-40B4-BE49-F238E27FC236}">
                <a16:creationId xmlns:a16="http://schemas.microsoft.com/office/drawing/2014/main" id="{91FCC384-7450-516C-24D0-7D029ED3855A}"/>
              </a:ext>
              <a:ext uri="{C183D7F6-B498-43B3-948B-1728B52AA6E4}">
                <adec:decorative xmlns:adec="http://schemas.microsoft.com/office/drawing/2017/decorative" val="1"/>
              </a:ext>
            </a:extLst>
          </p:cNvPr>
          <p:cNvSpPr>
            <a:spLocks noGrp="1"/>
          </p:cNvSpPr>
          <p:nvPr>
            <p:ph type="pic" sz="quarter" idx="13"/>
          </p:nvPr>
        </p:nvSpPr>
        <p:spPr>
          <a:xfrm>
            <a:off x="0" y="0"/>
            <a:ext cx="5040000" cy="6858000"/>
          </a:xfrm>
        </p:spPr>
        <p:txBody>
          <a:bodyPr/>
          <a:lstStyle/>
          <a:p>
            <a:r>
              <a:rPr lang="en-US"/>
              <a:t>Click icon to add picture</a:t>
            </a:r>
            <a:endParaRPr lang="en-AU"/>
          </a:p>
        </p:txBody>
      </p:sp>
      <p:sp>
        <p:nvSpPr>
          <p:cNvPr id="4" name="Title 1">
            <a:extLst>
              <a:ext uri="{FF2B5EF4-FFF2-40B4-BE49-F238E27FC236}">
                <a16:creationId xmlns:a16="http://schemas.microsoft.com/office/drawing/2014/main" id="{46E61F09-1856-72E7-5C79-31B4A856E7AD}"/>
              </a:ext>
            </a:extLst>
          </p:cNvPr>
          <p:cNvSpPr>
            <a:spLocks noGrp="1"/>
          </p:cNvSpPr>
          <p:nvPr>
            <p:ph type="title" hasCustomPrompt="1"/>
          </p:nvPr>
        </p:nvSpPr>
        <p:spPr>
          <a:xfrm>
            <a:off x="5400000" y="360000"/>
            <a:ext cx="6407148" cy="554400"/>
          </a:xfrm>
        </p:spPr>
        <p:txBody>
          <a:bodyPr/>
          <a:lstStyle>
            <a:lvl1pPr>
              <a:defRPr>
                <a:solidFill>
                  <a:schemeClr val="accent1"/>
                </a:solidFill>
              </a:defRPr>
            </a:lvl1pPr>
          </a:lstStyle>
          <a:p>
            <a:r>
              <a:rPr lang="en-US"/>
              <a:t>Title</a:t>
            </a:r>
          </a:p>
        </p:txBody>
      </p:sp>
      <p:cxnSp>
        <p:nvCxnSpPr>
          <p:cNvPr id="6" name="Straight Connector 5">
            <a:extLst>
              <a:ext uri="{FF2B5EF4-FFF2-40B4-BE49-F238E27FC236}">
                <a16:creationId xmlns:a16="http://schemas.microsoft.com/office/drawing/2014/main" id="{52576981-5B08-29E1-CBD0-60B20605F583}"/>
              </a:ext>
              <a:ext uri="{C183D7F6-B498-43B3-948B-1728B52AA6E4}">
                <adec:decorative xmlns:adec="http://schemas.microsoft.com/office/drawing/2017/decorative" val="1"/>
              </a:ext>
            </a:extLst>
          </p:cNvPr>
          <p:cNvCxnSpPr>
            <a:cxnSpLocks/>
          </p:cNvCxnSpPr>
          <p:nvPr userDrawn="1"/>
        </p:nvCxnSpPr>
        <p:spPr>
          <a:xfrm>
            <a:off x="5220000" y="1800000"/>
            <a:ext cx="0" cy="4536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 name="Slide Number Placeholder 1">
            <a:extLst>
              <a:ext uri="{FF2B5EF4-FFF2-40B4-BE49-F238E27FC236}">
                <a16:creationId xmlns:a16="http://schemas.microsoft.com/office/drawing/2014/main" id="{AC754ADD-23A8-B626-EF2D-A89E9897C22E}"/>
              </a:ext>
            </a:extLst>
          </p:cNvPr>
          <p:cNvSpPr>
            <a:spLocks noGrp="1"/>
          </p:cNvSpPr>
          <p:nvPr>
            <p:ph type="sldNum" sz="quarter" idx="16"/>
          </p:nvPr>
        </p:nvSpPr>
        <p:spPr>
          <a:xfrm>
            <a:off x="11124000" y="6516000"/>
            <a:ext cx="720000" cy="180000"/>
          </a:xfrm>
        </p:spPr>
        <p:txBody>
          <a:bodyPr/>
          <a:lstStyle/>
          <a:p>
            <a:fld id="{10A01DC5-1685-4615-8240-15192985C6A2}" type="slidenum">
              <a:rPr lang="en-AU" smtClean="0"/>
              <a:pPr/>
              <a:t>‹#›</a:t>
            </a:fld>
            <a:endParaRPr lang="en-AU"/>
          </a:p>
        </p:txBody>
      </p:sp>
      <p:sp>
        <p:nvSpPr>
          <p:cNvPr id="10" name="Text Placeholder 3">
            <a:extLst>
              <a:ext uri="{FF2B5EF4-FFF2-40B4-BE49-F238E27FC236}">
                <a16:creationId xmlns:a16="http://schemas.microsoft.com/office/drawing/2014/main" id="{DE31FF8A-F945-2755-C01F-A984129CCFE4}"/>
              </a:ext>
            </a:extLst>
          </p:cNvPr>
          <p:cNvSpPr>
            <a:spLocks noGrp="1"/>
          </p:cNvSpPr>
          <p:nvPr>
            <p:ph type="body" sz="quarter" idx="17" hasCustomPrompt="1"/>
          </p:nvPr>
        </p:nvSpPr>
        <p:spPr>
          <a:xfrm>
            <a:off x="5400675" y="1800000"/>
            <a:ext cx="6407150" cy="4536000"/>
          </a:xfrm>
        </p:spPr>
        <p:txBody>
          <a:bodyPr/>
          <a:lstStyle>
            <a:lvl1pPr>
              <a:defRPr/>
            </a:lvl1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
        <p:nvSpPr>
          <p:cNvPr id="13" name="Text Placeholder 10">
            <a:extLst>
              <a:ext uri="{FF2B5EF4-FFF2-40B4-BE49-F238E27FC236}">
                <a16:creationId xmlns:a16="http://schemas.microsoft.com/office/drawing/2014/main" id="{5222D209-0CF8-F581-20B2-402482319282}"/>
              </a:ext>
            </a:extLst>
          </p:cNvPr>
          <p:cNvSpPr>
            <a:spLocks noGrp="1"/>
          </p:cNvSpPr>
          <p:nvPr>
            <p:ph type="body" sz="quarter" idx="18" hasCustomPrompt="1"/>
          </p:nvPr>
        </p:nvSpPr>
        <p:spPr>
          <a:xfrm>
            <a:off x="5399998" y="982520"/>
            <a:ext cx="6407150" cy="294189"/>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17219981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224">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tudent devised exam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E8F6E96-99E3-4F1D-3A20-E08B77215476}"/>
              </a:ext>
            </a:extLst>
          </p:cNvPr>
          <p:cNvSpPr/>
          <p:nvPr userDrawn="1"/>
        </p:nvSpPr>
        <p:spPr>
          <a:xfrm>
            <a:off x="0" y="0"/>
            <a:ext cx="12192000" cy="1616364"/>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535382"/>
            <a:ext cx="9920073"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1743837"/>
            <a:ext cx="9920073" cy="471554"/>
          </a:xfrm>
        </p:spPr>
        <p:txBody>
          <a:bodyPr anchor="b">
            <a:noAutofit/>
          </a:bodyPr>
          <a:lstStyle>
            <a:lvl1pPr>
              <a:defRPr sz="28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pic>
        <p:nvPicPr>
          <p:cNvPr id="3" name="Picture 2" descr="A blue circle with a piece of a puzzle&#10;&#10;Description automatically generated">
            <a:extLst>
              <a:ext uri="{FF2B5EF4-FFF2-40B4-BE49-F238E27FC236}">
                <a16:creationId xmlns:a16="http://schemas.microsoft.com/office/drawing/2014/main" id="{F96725C5-9C99-B330-D0AA-938DE6B59F4D}"/>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682417" y="134354"/>
            <a:ext cx="1347657" cy="1347657"/>
          </a:xfrm>
          <a:prstGeom prst="rect">
            <a:avLst/>
          </a:prstGeom>
          <a:noFill/>
          <a:extLst>
            <a:ext uri="{909E8E84-426E-40DD-AFC4-6F175D3DCCD1}">
              <a14:hiddenFill xmlns:a14="http://schemas.microsoft.com/office/drawing/2010/main">
                <a:solidFill>
                  <a:srgbClr val="FFFFFF"/>
                </a:solidFill>
              </a14:hiddenFill>
            </a:ext>
          </a:extLst>
        </p:spPr>
      </p:pic>
      <p:sp>
        <p:nvSpPr>
          <p:cNvPr id="8" name="Picture Placeholder 7">
            <a:extLst>
              <a:ext uri="{FF2B5EF4-FFF2-40B4-BE49-F238E27FC236}">
                <a16:creationId xmlns:a16="http://schemas.microsoft.com/office/drawing/2014/main" id="{0A1CAFC3-176E-0DAD-ACB1-AD56FA16962A}"/>
              </a:ext>
            </a:extLst>
          </p:cNvPr>
          <p:cNvSpPr>
            <a:spLocks noGrp="1"/>
          </p:cNvSpPr>
          <p:nvPr>
            <p:ph type="pic" sz="quarter" idx="19"/>
          </p:nvPr>
        </p:nvSpPr>
        <p:spPr>
          <a:xfrm>
            <a:off x="360363" y="2317750"/>
            <a:ext cx="11483637" cy="2060575"/>
          </a:xfrm>
        </p:spPr>
        <p:txBody>
          <a:bodyPr/>
          <a:lstStyle/>
          <a:p>
            <a:r>
              <a:rPr lang="en-US"/>
              <a:t>Click icon to add picture</a:t>
            </a:r>
            <a:endParaRPr lang="en-AU"/>
          </a:p>
        </p:txBody>
      </p:sp>
      <p:sp>
        <p:nvSpPr>
          <p:cNvPr id="10" name="Text Placeholder 9">
            <a:extLst>
              <a:ext uri="{FF2B5EF4-FFF2-40B4-BE49-F238E27FC236}">
                <a16:creationId xmlns:a16="http://schemas.microsoft.com/office/drawing/2014/main" id="{3C17158F-8305-9FAD-5D27-F260E3A45E51}"/>
              </a:ext>
            </a:extLst>
          </p:cNvPr>
          <p:cNvSpPr>
            <a:spLocks noGrp="1"/>
          </p:cNvSpPr>
          <p:nvPr>
            <p:ph type="body" sz="quarter" idx="20"/>
          </p:nvPr>
        </p:nvSpPr>
        <p:spPr>
          <a:xfrm>
            <a:off x="360363" y="4579938"/>
            <a:ext cx="11483975" cy="1743075"/>
          </a:xfrm>
        </p:spPr>
        <p:txBody>
          <a:bodyPr/>
          <a:lstStyle>
            <a:lvl1pPr>
              <a:spcAft>
                <a:spcPts val="1200"/>
              </a:spcAft>
              <a:defRPr sz="1800"/>
            </a:lvl1pPr>
            <a:lvl2pPr>
              <a:spcAft>
                <a:spcPts val="1200"/>
              </a:spcAft>
              <a:defRPr sz="1800"/>
            </a:lvl2pPr>
            <a:lvl3pPr>
              <a:spcAft>
                <a:spcPts val="1200"/>
              </a:spcAft>
              <a:defRPr sz="1800"/>
            </a:lvl3pPr>
            <a:lvl4pPr>
              <a:spcAft>
                <a:spcPts val="1200"/>
              </a:spcAft>
              <a:defRPr sz="1800"/>
            </a:lvl4pPr>
            <a:lvl5pPr>
              <a:spcAft>
                <a:spcPts val="1200"/>
              </a:spcAft>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Tree>
    <p:extLst>
      <p:ext uri="{BB962C8B-B14F-4D97-AF65-F5344CB8AC3E}">
        <p14:creationId xmlns:p14="http://schemas.microsoft.com/office/powerpoint/2010/main" val="32955261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484000"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484000"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37814771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10A01DC5-1685-4615-8240-15192985C6A2}" type="slidenum">
              <a:rPr lang="en-AU" smtClean="0"/>
              <a:t>‹#›</a:t>
            </a:fld>
            <a:endParaRPr lang="en-AU"/>
          </a:p>
        </p:txBody>
      </p:sp>
    </p:spTree>
    <p:extLst>
      <p:ext uri="{BB962C8B-B14F-4D97-AF65-F5344CB8AC3E}">
        <p14:creationId xmlns:p14="http://schemas.microsoft.com/office/powerpoint/2010/main" val="25868077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References">
    <p:bg>
      <p:bgPr>
        <a:solidFill>
          <a:schemeClr val="accent4"/>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3C69E21-27A4-4448-A8A5-3DF6A41F3B28}"/>
              </a:ext>
            </a:extLst>
          </p:cNvPr>
          <p:cNvSpPr/>
          <p:nvPr userDrawn="1"/>
        </p:nvSpPr>
        <p:spPr>
          <a:xfrm>
            <a:off x="0" y="1265616"/>
            <a:ext cx="12192000" cy="19011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7" name="Straight Connector 6">
            <a:extLst>
              <a:ext uri="{FF2B5EF4-FFF2-40B4-BE49-F238E27FC236}">
                <a16:creationId xmlns:a16="http://schemas.microsoft.com/office/drawing/2014/main" id="{FDEA8E5D-F9A7-48AC-AF91-6754515E9D1B}"/>
              </a:ext>
              <a:ext uri="{C183D7F6-B498-43B3-948B-1728B52AA6E4}">
                <adec:decorative xmlns:adec="http://schemas.microsoft.com/office/drawing/2017/decorative" val="1"/>
              </a:ext>
            </a:extLst>
          </p:cNvPr>
          <p:cNvCxnSpPr>
            <a:cxnSpLocks/>
          </p:cNvCxnSpPr>
          <p:nvPr userDrawn="1"/>
        </p:nvCxnSpPr>
        <p:spPr>
          <a:xfrm>
            <a:off x="0" y="1265616"/>
            <a:ext cx="1219200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5" name="Slide Number Placeholder 4">
            <a:extLst>
              <a:ext uri="{FF2B5EF4-FFF2-40B4-BE49-F238E27FC236}">
                <a16:creationId xmlns:a16="http://schemas.microsoft.com/office/drawing/2014/main" id="{81B646BC-5BB3-E31B-1A9E-AD82558D7FE8}"/>
              </a:ext>
            </a:extLst>
          </p:cNvPr>
          <p:cNvSpPr>
            <a:spLocks noGrp="1"/>
          </p:cNvSpPr>
          <p:nvPr>
            <p:ph type="sldNum" sz="quarter" idx="10"/>
          </p:nvPr>
        </p:nvSpPr>
        <p:spPr/>
        <p:txBody>
          <a:bodyPr/>
          <a:lstStyle/>
          <a:p>
            <a:fld id="{10A01DC5-1685-4615-8240-15192985C6A2}" type="slidenum">
              <a:rPr lang="en-AU" smtClean="0"/>
              <a:pPr/>
              <a:t>‹#›</a:t>
            </a:fld>
            <a:endParaRPr lang="en-AU"/>
          </a:p>
        </p:txBody>
      </p:sp>
      <p:sp>
        <p:nvSpPr>
          <p:cNvPr id="8" name="Title 3">
            <a:extLst>
              <a:ext uri="{FF2B5EF4-FFF2-40B4-BE49-F238E27FC236}">
                <a16:creationId xmlns:a16="http://schemas.microsoft.com/office/drawing/2014/main" id="{2245FC77-E959-4B3D-936D-71858DF4D065}"/>
              </a:ext>
            </a:extLst>
          </p:cNvPr>
          <p:cNvSpPr>
            <a:spLocks noGrp="1"/>
          </p:cNvSpPr>
          <p:nvPr>
            <p:ph type="title" hasCustomPrompt="1"/>
          </p:nvPr>
        </p:nvSpPr>
        <p:spPr>
          <a:xfrm>
            <a:off x="360000" y="360001"/>
            <a:ext cx="10080000" cy="521412"/>
          </a:xfrm>
        </p:spPr>
        <p:txBody>
          <a:bodyPr/>
          <a:lstStyle>
            <a:lvl1pPr>
              <a:defRPr>
                <a:solidFill>
                  <a:schemeClr val="accent1"/>
                </a:solidFill>
              </a:defRPr>
            </a:lvl1pPr>
          </a:lstStyle>
          <a:p>
            <a:r>
              <a:rPr lang="en-US"/>
              <a:t>References</a:t>
            </a:r>
            <a:endParaRPr lang="en-AU"/>
          </a:p>
        </p:txBody>
      </p:sp>
      <p:sp>
        <p:nvSpPr>
          <p:cNvPr id="2" name="Content Placeholder 2">
            <a:extLst>
              <a:ext uri="{FF2B5EF4-FFF2-40B4-BE49-F238E27FC236}">
                <a16:creationId xmlns:a16="http://schemas.microsoft.com/office/drawing/2014/main" id="{27905181-B8A1-3C65-36D9-EB3FF362FF6C}"/>
              </a:ext>
            </a:extLst>
          </p:cNvPr>
          <p:cNvSpPr>
            <a:spLocks noGrp="1"/>
          </p:cNvSpPr>
          <p:nvPr>
            <p:ph idx="1" hasCustomPrompt="1"/>
          </p:nvPr>
        </p:nvSpPr>
        <p:spPr>
          <a:xfrm>
            <a:off x="360000" y="3428999"/>
            <a:ext cx="11484000" cy="2927351"/>
          </a:xfrm>
        </p:spPr>
        <p:txBody>
          <a:bodyPr/>
          <a:lstStyle>
            <a:lvl1pPr>
              <a:lnSpc>
                <a:spcPct val="150000"/>
              </a:lnSpc>
              <a:defRPr sz="1200">
                <a:latin typeface="+mn-lt"/>
              </a:defRPr>
            </a:lvl1pPr>
            <a:lvl2pPr>
              <a:lnSpc>
                <a:spcPct val="150000"/>
              </a:lnSpc>
              <a:defRPr sz="1200"/>
            </a:lvl2pPr>
            <a:lvl3pPr>
              <a:lnSpc>
                <a:spcPct val="150000"/>
              </a:lnSpc>
              <a:defRPr/>
            </a:lvl3pPr>
            <a:lvl4pPr>
              <a:lnSpc>
                <a:spcPct val="150000"/>
              </a:lnSpc>
              <a:defRPr sz="1200"/>
            </a:lvl4pPr>
            <a:lvl5pPr>
              <a:lnSpc>
                <a:spcPct val="150000"/>
              </a:lnSpc>
              <a:defRPr sz="1200"/>
            </a:lvl5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05930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224">
          <p15:clr>
            <a:srgbClr val="FBAE40"/>
          </p15:clr>
        </p15:guide>
        <p15:guide id="2" pos="384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_References con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165CECD-C00D-4560-9C97-AE28A8535867}"/>
              </a:ext>
              <a:ext uri="{C183D7F6-B498-43B3-948B-1728B52AA6E4}">
                <adec:decorative xmlns:adec="http://schemas.microsoft.com/office/drawing/2017/decorative" val="1"/>
              </a:ext>
            </a:extLst>
          </p:cNvPr>
          <p:cNvSpPr/>
          <p:nvPr userDrawn="1"/>
        </p:nvSpPr>
        <p:spPr>
          <a:xfrm>
            <a:off x="0" y="1620000"/>
            <a:ext cx="12192000" cy="523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7" name="Slide Number Placeholder 6"/>
          <p:cNvSpPr>
            <a:spLocks noGrp="1"/>
          </p:cNvSpPr>
          <p:nvPr>
            <p:ph type="sldNum" sz="quarter" idx="12"/>
          </p:nvPr>
        </p:nvSpPr>
        <p:spPr/>
        <p:txBody>
          <a:bodyPr/>
          <a:lstStyle/>
          <a:p>
            <a:fld id="{10A01DC5-1685-4615-8240-15192985C6A2}" type="slidenum">
              <a:rPr lang="en-AU" smtClean="0"/>
              <a:t>‹#›</a:t>
            </a:fld>
            <a:endParaRPr lang="en-AU"/>
          </a:p>
        </p:txBody>
      </p:sp>
      <p:sp>
        <p:nvSpPr>
          <p:cNvPr id="10" name="Title 4">
            <a:extLst>
              <a:ext uri="{FF2B5EF4-FFF2-40B4-BE49-F238E27FC236}">
                <a16:creationId xmlns:a16="http://schemas.microsoft.com/office/drawing/2014/main" id="{4B69FB63-5913-44B0-9BCA-4B6E66CE48BF}"/>
              </a:ext>
            </a:extLst>
          </p:cNvPr>
          <p:cNvSpPr>
            <a:spLocks noGrp="1"/>
          </p:cNvSpPr>
          <p:nvPr>
            <p:ph type="title" hasCustomPrompt="1"/>
          </p:nvPr>
        </p:nvSpPr>
        <p:spPr>
          <a:xfrm>
            <a:off x="359997" y="360000"/>
            <a:ext cx="11483999" cy="522000"/>
          </a:xfrm>
        </p:spPr>
        <p:txBody>
          <a:bodyPr/>
          <a:lstStyle>
            <a:lvl1pPr>
              <a:defRPr>
                <a:solidFill>
                  <a:schemeClr val="accent1"/>
                </a:solidFill>
              </a:defRPr>
            </a:lvl1pPr>
          </a:lstStyle>
          <a:p>
            <a:r>
              <a:rPr lang="en-GB"/>
              <a:t>References (x)</a:t>
            </a:r>
            <a:endParaRPr lang="en-AU"/>
          </a:p>
        </p:txBody>
      </p:sp>
      <p:sp>
        <p:nvSpPr>
          <p:cNvPr id="2" name="Content Placeholder 2">
            <a:extLst>
              <a:ext uri="{FF2B5EF4-FFF2-40B4-BE49-F238E27FC236}">
                <a16:creationId xmlns:a16="http://schemas.microsoft.com/office/drawing/2014/main" id="{75109CEB-FEE9-3C82-2F10-45F8173A4BD3}"/>
              </a:ext>
            </a:extLst>
          </p:cNvPr>
          <p:cNvSpPr>
            <a:spLocks noGrp="1"/>
          </p:cNvSpPr>
          <p:nvPr>
            <p:ph idx="1" hasCustomPrompt="1"/>
          </p:nvPr>
        </p:nvSpPr>
        <p:spPr>
          <a:xfrm>
            <a:off x="360000" y="1971041"/>
            <a:ext cx="11484000" cy="4385310"/>
          </a:xfrm>
        </p:spPr>
        <p:txBody>
          <a:bodyPr/>
          <a:lstStyle>
            <a:lvl1pPr>
              <a:lnSpc>
                <a:spcPct val="150000"/>
              </a:lnSpc>
              <a:defRPr sz="1200">
                <a:latin typeface="+mn-lt"/>
              </a:defRPr>
            </a:lvl1pPr>
            <a:lvl2pPr>
              <a:lnSpc>
                <a:spcPct val="150000"/>
              </a:lnSpc>
              <a:defRPr sz="1200"/>
            </a:lvl2pPr>
            <a:lvl3pPr>
              <a:lnSpc>
                <a:spcPct val="150000"/>
              </a:lnSpc>
              <a:defRPr/>
            </a:lvl3pPr>
            <a:lvl4pPr>
              <a:lnSpc>
                <a:spcPct val="150000"/>
              </a:lnSpc>
              <a:defRPr sz="1200"/>
            </a:lvl4pPr>
            <a:lvl5pPr>
              <a:lnSpc>
                <a:spcPct val="150000"/>
              </a:lnSpc>
              <a:defRPr sz="1200"/>
            </a:lvl5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5205340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Copyright">
    <p:bg>
      <p:bgPr>
        <a:solidFill>
          <a:schemeClr val="accent1"/>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lvl1pPr>
              <a:defRPr>
                <a:solidFill>
                  <a:schemeClr val="bg1"/>
                </a:solidFill>
              </a:defRPr>
            </a:lvl1pPr>
          </a:lstStyle>
          <a:p>
            <a:fld id="{10A01DC5-1685-4615-8240-15192985C6A2}" type="slidenum">
              <a:rPr lang="en-AU" smtClean="0"/>
              <a:pPr/>
              <a:t>‹#›</a:t>
            </a:fld>
            <a:endParaRPr lang="en-AU"/>
          </a:p>
        </p:txBody>
      </p:sp>
      <p:sp>
        <p:nvSpPr>
          <p:cNvPr id="2" name="Title 1">
            <a:extLst>
              <a:ext uri="{FF2B5EF4-FFF2-40B4-BE49-F238E27FC236}">
                <a16:creationId xmlns:a16="http://schemas.microsoft.com/office/drawing/2014/main" id="{34BE5FFA-C863-5F63-2574-4F650BA4588D}"/>
              </a:ext>
            </a:extLst>
          </p:cNvPr>
          <p:cNvSpPr>
            <a:spLocks noGrp="1"/>
          </p:cNvSpPr>
          <p:nvPr>
            <p:ph type="title" hasCustomPrompt="1"/>
          </p:nvPr>
        </p:nvSpPr>
        <p:spPr>
          <a:xfrm>
            <a:off x="360000" y="360000"/>
            <a:ext cx="10080000" cy="537467"/>
          </a:xfrm>
        </p:spPr>
        <p:txBody>
          <a:bodyPr/>
          <a:lstStyle>
            <a:lvl1pPr>
              <a:defRPr>
                <a:solidFill>
                  <a:schemeClr val="bg1"/>
                </a:solidFill>
              </a:defRPr>
            </a:lvl1pPr>
          </a:lstStyle>
          <a:p>
            <a:r>
              <a:rPr lang="en-US"/>
              <a:t>Copyright</a:t>
            </a:r>
          </a:p>
        </p:txBody>
      </p:sp>
      <p:sp>
        <p:nvSpPr>
          <p:cNvPr id="3" name="Slide Number Placeholder 4">
            <a:extLst>
              <a:ext uri="{FF2B5EF4-FFF2-40B4-BE49-F238E27FC236}">
                <a16:creationId xmlns:a16="http://schemas.microsoft.com/office/drawing/2014/main" id="{CAF241D3-718F-F3B9-95BA-7ED78B1B5BDD}"/>
              </a:ext>
            </a:extLst>
          </p:cNvPr>
          <p:cNvSpPr txBox="1">
            <a:spLocks/>
          </p:cNvSpPr>
          <p:nvPr userDrawn="1"/>
        </p:nvSpPr>
        <p:spPr>
          <a:xfrm>
            <a:off x="11124000" y="6516000"/>
            <a:ext cx="720000" cy="180000"/>
          </a:xfrm>
          <a:prstGeom prst="rect">
            <a:avLst/>
          </a:prstGeom>
        </p:spPr>
        <p:txBody>
          <a:bodyPr vert="horz" lIns="0" tIns="0" rIns="0" bIns="0" rtlCol="0" anchor="t"/>
          <a:lstStyle>
            <a:defPPr>
              <a:defRPr lang="en-US"/>
            </a:defPPr>
            <a:lvl1pPr marL="0" algn="r" defTabSz="609585" rtl="0" eaLnBrk="1" latinLnBrk="0" hangingPunct="1">
              <a:defRPr sz="1200" kern="1200">
                <a:solidFill>
                  <a:schemeClr val="bg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fld id="{10A01DC5-1685-4615-8240-15192985C6A2}" type="slidenum">
              <a:rPr lang="en-AU" smtClean="0"/>
              <a:pPr/>
              <a:t>‹#›</a:t>
            </a:fld>
            <a:endParaRPr lang="en-AU"/>
          </a:p>
        </p:txBody>
      </p:sp>
      <p:sp>
        <p:nvSpPr>
          <p:cNvPr id="5" name="Rectangle 4">
            <a:extLst>
              <a:ext uri="{FF2B5EF4-FFF2-40B4-BE49-F238E27FC236}">
                <a16:creationId xmlns:a16="http://schemas.microsoft.com/office/drawing/2014/main" id="{147A10EB-69B5-E036-369C-033BAFE6DB18}"/>
              </a:ext>
            </a:extLst>
          </p:cNvPr>
          <p:cNvSpPr/>
          <p:nvPr userDrawn="1"/>
        </p:nvSpPr>
        <p:spPr>
          <a:xfrm>
            <a:off x="10915048" y="231006"/>
            <a:ext cx="1039529" cy="1100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6" name="Picture 5" descr="A red flower with white text&#10;&#10;Description automatically generated with low confidence">
            <a:extLst>
              <a:ext uri="{FF2B5EF4-FFF2-40B4-BE49-F238E27FC236}">
                <a16:creationId xmlns:a16="http://schemas.microsoft.com/office/drawing/2014/main" id="{F5F3CD7E-F06C-6B47-6A3E-198A7C0DC31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195216" y="360000"/>
            <a:ext cx="660785" cy="717587"/>
          </a:xfrm>
          <a:prstGeom prst="rect">
            <a:avLst/>
          </a:prstGeom>
        </p:spPr>
      </p:pic>
      <p:pic>
        <p:nvPicPr>
          <p:cNvPr id="7" name="Picture 12" descr="Creative Commons Attribution licence logo">
            <a:extLst>
              <a:ext uri="{FF2B5EF4-FFF2-40B4-BE49-F238E27FC236}">
                <a16:creationId xmlns:a16="http://schemas.microsoft.com/office/drawing/2014/main" id="{7948A98C-F758-2F9B-44F6-E4FEA77CAA7A}"/>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0244972" y="2967486"/>
            <a:ext cx="1406523" cy="489432"/>
          </a:xfrm>
          <a:prstGeom prst="rect">
            <a:avLst/>
          </a:prstGeom>
          <a:noFill/>
          <a:extLst>
            <a:ext uri="{909E8E84-426E-40DD-AFC4-6F175D3DCCD1}">
              <a14:hiddenFill xmlns:a14="http://schemas.microsoft.com/office/drawing/2010/main">
                <a:solidFill>
                  <a:srgbClr val="FFFFFF"/>
                </a:solidFill>
              </a14:hiddenFill>
            </a:ext>
          </a:extLst>
        </p:spPr>
      </p:pic>
      <p:sp>
        <p:nvSpPr>
          <p:cNvPr id="8" name="Text Placeholder 10">
            <a:extLst>
              <a:ext uri="{FF2B5EF4-FFF2-40B4-BE49-F238E27FC236}">
                <a16:creationId xmlns:a16="http://schemas.microsoft.com/office/drawing/2014/main" id="{CD8E711E-20C4-EB65-95D8-4E4BB3686546}"/>
              </a:ext>
            </a:extLst>
          </p:cNvPr>
          <p:cNvSpPr>
            <a:spLocks noGrp="1"/>
          </p:cNvSpPr>
          <p:nvPr>
            <p:ph type="body" sz="quarter" idx="18" hasCustomPrompt="1"/>
          </p:nvPr>
        </p:nvSpPr>
        <p:spPr>
          <a:xfrm>
            <a:off x="360000" y="981264"/>
            <a:ext cx="10080000" cy="310015"/>
          </a:xfrm>
        </p:spPr>
        <p:txBody>
          <a:bodyPr anchor="b">
            <a:noAutofit/>
          </a:bodyPr>
          <a:lstStyle>
            <a:lvl1pPr>
              <a:defRPr sz="2000">
                <a:solidFill>
                  <a:schemeClr val="accent4"/>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30760375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60000" y="360000"/>
            <a:ext cx="10080000" cy="1008000"/>
          </a:xfrm>
          <a:prstGeom prst="rect">
            <a:avLst/>
          </a:prstGeom>
        </p:spPr>
        <p:txBody>
          <a:bodyPr vert="horz" lIns="0" tIns="0" rIns="0" bIns="0" rtlCol="0" anchor="t">
            <a:noAutofit/>
          </a:bodyPr>
          <a:lstStyle/>
          <a:p>
            <a:r>
              <a:rPr lang="en-US"/>
              <a:t>Click to edit Master title style</a:t>
            </a:r>
          </a:p>
        </p:txBody>
      </p:sp>
      <p:sp>
        <p:nvSpPr>
          <p:cNvPr id="3" name="Text Placeholder 2"/>
          <p:cNvSpPr>
            <a:spLocks noGrp="1"/>
          </p:cNvSpPr>
          <p:nvPr>
            <p:ph type="body" idx="1"/>
          </p:nvPr>
        </p:nvSpPr>
        <p:spPr>
          <a:xfrm>
            <a:off x="360000" y="1620000"/>
            <a:ext cx="11484000" cy="4536000"/>
          </a:xfrm>
          <a:prstGeom prst="rect">
            <a:avLst/>
          </a:prstGeom>
        </p:spPr>
        <p:txBody>
          <a:bodyPr vert="horz" lIns="0" tIns="0" rIns="0" bIns="0" rtlCol="0">
            <a:noAutofit/>
          </a:bodyPr>
          <a:lstStyle/>
          <a:p>
            <a:pPr marL="0" marR="0" lvl="0"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Click to edit Master text styles</a:t>
            </a:r>
          </a:p>
          <a:p>
            <a:pPr marL="0" marR="0" lvl="1"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Second level</a:t>
            </a:r>
          </a:p>
          <a:p>
            <a:pPr marL="0" marR="0" lvl="2"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Third level</a:t>
            </a:r>
          </a:p>
          <a:p>
            <a:pPr marL="0" marR="0" lvl="3"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Fourth level</a:t>
            </a:r>
          </a:p>
          <a:p>
            <a:pPr marL="0" marR="0" lvl="4"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Fifth level</a:t>
            </a:r>
          </a:p>
        </p:txBody>
      </p:sp>
      <p:sp>
        <p:nvSpPr>
          <p:cNvPr id="6" name="Slide Number Placeholder 5"/>
          <p:cNvSpPr>
            <a:spLocks noGrp="1"/>
          </p:cNvSpPr>
          <p:nvPr>
            <p:ph type="sldNum" sz="quarter" idx="4"/>
          </p:nvPr>
        </p:nvSpPr>
        <p:spPr>
          <a:xfrm>
            <a:off x="11124000" y="6516000"/>
            <a:ext cx="720000" cy="180000"/>
          </a:xfrm>
          <a:prstGeom prst="rect">
            <a:avLst/>
          </a:prstGeom>
        </p:spPr>
        <p:txBody>
          <a:bodyPr vert="horz" lIns="0" tIns="0" rIns="0" bIns="0" rtlCol="0" anchor="t"/>
          <a:lstStyle>
            <a:lvl1pPr algn="r">
              <a:defRPr sz="1200">
                <a:solidFill>
                  <a:schemeClr val="tx1"/>
                </a:solidFill>
                <a:latin typeface="+mn-lt"/>
              </a:defRPr>
            </a:lvl1pPr>
          </a:lstStyle>
          <a:p>
            <a:fld id="{10A01DC5-1685-4615-8240-15192985C6A2}" type="slidenum">
              <a:rPr lang="en-AU" smtClean="0"/>
              <a:pPr/>
              <a:t>‹#›</a:t>
            </a:fld>
            <a:endParaRPr lang="en-AU"/>
          </a:p>
        </p:txBody>
      </p:sp>
    </p:spTree>
    <p:extLst>
      <p:ext uri="{BB962C8B-B14F-4D97-AF65-F5344CB8AC3E}">
        <p14:creationId xmlns:p14="http://schemas.microsoft.com/office/powerpoint/2010/main" val="4123316428"/>
      </p:ext>
    </p:extLst>
  </p:cSld>
  <p:clrMap bg1="lt1" tx1="dk1" bg2="lt2" tx2="dk2" accent1="accent1" accent2="accent2" accent3="accent3" accent4="accent4" accent5="accent5" accent6="accent6" hlink="hlink" folHlink="folHlink"/>
  <p:sldLayoutIdLst>
    <p:sldLayoutId id="2147483728" r:id="rId1"/>
    <p:sldLayoutId id="2147483731" r:id="rId2"/>
    <p:sldLayoutId id="2147483747" r:id="rId3"/>
    <p:sldLayoutId id="2147483724" r:id="rId4"/>
    <p:sldLayoutId id="2147483751" r:id="rId5"/>
    <p:sldLayoutId id="2147483754" r:id="rId6"/>
    <p:sldLayoutId id="2147483752" r:id="rId7"/>
    <p:sldLayoutId id="2147483753" r:id="rId8"/>
    <p:sldLayoutId id="2147483723" r:id="rId9"/>
    <p:sldLayoutId id="2147483749" r:id="rId10"/>
    <p:sldLayoutId id="2147483746" r:id="rId11"/>
    <p:sldLayoutId id="2147483725" r:id="rId12"/>
    <p:sldLayoutId id="2147483743" r:id="rId13"/>
    <p:sldLayoutId id="2147483750" r:id="rId14"/>
    <p:sldLayoutId id="2147483744" r:id="rId15"/>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txStyles>
    <p:titleStyle>
      <a:lvl1pPr algn="l" defTabSz="914377" rtl="0" eaLnBrk="1" latinLnBrk="0" hangingPunct="1">
        <a:lnSpc>
          <a:spcPct val="90000"/>
        </a:lnSpc>
        <a:spcBef>
          <a:spcPct val="0"/>
        </a:spcBef>
        <a:buNone/>
        <a:defRPr sz="3600" kern="1200">
          <a:solidFill>
            <a:schemeClr val="tx1"/>
          </a:solidFill>
          <a:latin typeface="Arial" panose="020B0604020202020204" pitchFamily="34" charset="0"/>
          <a:ea typeface="+mj-ea"/>
          <a:cs typeface="Arial" panose="020B0604020202020204" pitchFamily="34" charset="0"/>
        </a:defRPr>
      </a:lvl1pPr>
    </p:titleStyle>
    <p:body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8" Type="http://schemas.openxmlformats.org/officeDocument/2006/relationships/slide" Target="slide39.xml"/><Relationship Id="rId3" Type="http://schemas.openxmlformats.org/officeDocument/2006/relationships/slide" Target="slide4.xml"/><Relationship Id="rId7" Type="http://schemas.openxmlformats.org/officeDocument/2006/relationships/slide" Target="slide32.xml"/><Relationship Id="rId2" Type="http://schemas.openxmlformats.org/officeDocument/2006/relationships/notesSlide" Target="../notesSlides/notesSlide3.xml"/><Relationship Id="rId1" Type="http://schemas.openxmlformats.org/officeDocument/2006/relationships/slideLayout" Target="../slideLayouts/slideLayout11.xml"/><Relationship Id="rId6" Type="http://schemas.openxmlformats.org/officeDocument/2006/relationships/slide" Target="slide25.xml"/><Relationship Id="rId5" Type="http://schemas.openxmlformats.org/officeDocument/2006/relationships/slide" Target="slide18.xml"/><Relationship Id="rId10" Type="http://schemas.openxmlformats.org/officeDocument/2006/relationships/slide" Target="slide53.xml"/><Relationship Id="rId4" Type="http://schemas.openxmlformats.org/officeDocument/2006/relationships/slide" Target="slide11.xml"/><Relationship Id="rId9" Type="http://schemas.openxmlformats.org/officeDocument/2006/relationships/slide" Target="slide4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6.xm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4.xml"/><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4.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8.png"/><Relationship Id="rId7"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4.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4.xml"/><Relationship Id="rId4" Type="http://schemas.openxmlformats.org/officeDocument/2006/relationships/image" Target="../media/image16.png"/></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0.xml"/><Relationship Id="rId1" Type="http://schemas.openxmlformats.org/officeDocument/2006/relationships/slideLayout" Target="../slideLayouts/slideLayout4.xml"/><Relationship Id="rId4" Type="http://schemas.openxmlformats.org/officeDocument/2006/relationships/image" Target="../media/image18.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4.xml"/><Relationship Id="rId4" Type="http://schemas.openxmlformats.org/officeDocument/2006/relationships/image" Target="../media/image19.png"/></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5.xml"/><Relationship Id="rId1" Type="http://schemas.openxmlformats.org/officeDocument/2006/relationships/slideLayout" Target="../slideLayouts/slideLayout4.xml"/><Relationship Id="rId4" Type="http://schemas.openxmlformats.org/officeDocument/2006/relationships/image" Target="../media/image20.png"/></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6.xml"/><Relationship Id="rId1" Type="http://schemas.openxmlformats.org/officeDocument/2006/relationships/slideLayout" Target="../slideLayouts/slideLayout4.xml"/><Relationship Id="rId5" Type="http://schemas.openxmlformats.org/officeDocument/2006/relationships/image" Target="../media/image22.svg"/><Relationship Id="rId4" Type="http://schemas.openxmlformats.org/officeDocument/2006/relationships/image" Target="../media/image21.png"/></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7.xml"/><Relationship Id="rId1" Type="http://schemas.openxmlformats.org/officeDocument/2006/relationships/slideLayout" Target="../slideLayouts/slideLayout4.xml"/><Relationship Id="rId5" Type="http://schemas.openxmlformats.org/officeDocument/2006/relationships/image" Target="../media/image24.png"/><Relationship Id="rId4" Type="http://schemas.openxmlformats.org/officeDocument/2006/relationships/image" Target="../media/image23.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9.xml"/><Relationship Id="rId1" Type="http://schemas.openxmlformats.org/officeDocument/2006/relationships/slideLayout" Target="../slideLayouts/slideLayout5.xml"/><Relationship Id="rId4" Type="http://schemas.openxmlformats.org/officeDocument/2006/relationships/image" Target="../media/image25.png"/></Relationships>
</file>

<file path=ppt/slides/_rels/slide2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1.xml"/><Relationship Id="rId1" Type="http://schemas.openxmlformats.org/officeDocument/2006/relationships/slideLayout" Target="../slideLayouts/slideLayout4.xml"/><Relationship Id="rId4" Type="http://schemas.openxmlformats.org/officeDocument/2006/relationships/image" Target="../media/image26.png"/></Relationships>
</file>

<file path=ppt/slides/_rels/slide2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2.xml"/><Relationship Id="rId1" Type="http://schemas.openxmlformats.org/officeDocument/2006/relationships/slideLayout" Target="../slideLayouts/slideLayout4.xml"/><Relationship Id="rId4" Type="http://schemas.openxmlformats.org/officeDocument/2006/relationships/image" Target="../media/image260.png"/></Relationships>
</file>

<file path=ppt/slides/_rels/slide2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6.xml"/><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7.xml"/><Relationship Id="rId1" Type="http://schemas.openxmlformats.org/officeDocument/2006/relationships/slideLayout" Target="../slideLayouts/slideLayout4.xml"/><Relationship Id="rId4" Type="http://schemas.openxmlformats.org/officeDocument/2006/relationships/image" Target="../media/image15.png"/></Relationships>
</file>

<file path=ppt/slides/_rels/slide2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8.xml"/><Relationship Id="rId1" Type="http://schemas.openxmlformats.org/officeDocument/2006/relationships/slideLayout" Target="../slideLayouts/slideLayout4.xml"/><Relationship Id="rId4" Type="http://schemas.openxmlformats.org/officeDocument/2006/relationships/image" Target="../media/image27.png"/></Relationships>
</file>

<file path=ppt/slides/_rels/slide2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9.xml"/><Relationship Id="rId1" Type="http://schemas.openxmlformats.org/officeDocument/2006/relationships/slideLayout" Target="../slideLayouts/slideLayout4.xml"/><Relationship Id="rId4" Type="http://schemas.openxmlformats.org/officeDocument/2006/relationships/image" Target="../media/image28.png"/></Relationships>
</file>

<file path=ppt/slides/_rels/slide3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0.xml"/><Relationship Id="rId1" Type="http://schemas.openxmlformats.org/officeDocument/2006/relationships/slideLayout" Target="../slideLayouts/slideLayout4.xml"/><Relationship Id="rId4" Type="http://schemas.openxmlformats.org/officeDocument/2006/relationships/image" Target="../media/image29.png"/></Relationships>
</file>

<file path=ppt/slides/_rels/slide3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1.xml"/><Relationship Id="rId1" Type="http://schemas.openxmlformats.org/officeDocument/2006/relationships/slideLayout" Target="../slideLayouts/slideLayout4.xml"/><Relationship Id="rId4" Type="http://schemas.openxmlformats.org/officeDocument/2006/relationships/image" Target="../media/image30.pn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3.xml"/><Relationship Id="rId1" Type="http://schemas.openxmlformats.org/officeDocument/2006/relationships/slideLayout" Target="../slideLayouts/slideLayout5.xml"/><Relationship Id="rId4" Type="http://schemas.openxmlformats.org/officeDocument/2006/relationships/image" Target="../media/image31.png"/></Relationships>
</file>

<file path=ppt/slides/_rels/slide3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4.xml"/><Relationship Id="rId1" Type="http://schemas.openxmlformats.org/officeDocument/2006/relationships/slideLayout" Target="../slideLayouts/slideLayout4.xml"/><Relationship Id="rId4" Type="http://schemas.openxmlformats.org/officeDocument/2006/relationships/image" Target="../media/image32.png"/></Relationships>
</file>

<file path=ppt/slides/_rels/slide3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5.xml"/><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6.xml"/><Relationship Id="rId1" Type="http://schemas.openxmlformats.org/officeDocument/2006/relationships/slideLayout" Target="../slideLayouts/slideLayout4.xml"/><Relationship Id="rId5" Type="http://schemas.openxmlformats.org/officeDocument/2006/relationships/image" Target="../media/image34.png"/><Relationship Id="rId4" Type="http://schemas.openxmlformats.org/officeDocument/2006/relationships/image" Target="../media/image33.png"/></Relationships>
</file>

<file path=ppt/slides/_rels/slide3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7.xml"/><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8.xml"/><Relationship Id="rId1" Type="http://schemas.openxmlformats.org/officeDocument/2006/relationships/slideLayout" Target="../slideLayouts/slideLayout4.xml"/><Relationship Id="rId5" Type="http://schemas.openxmlformats.org/officeDocument/2006/relationships/image" Target="../media/image36.png"/><Relationship Id="rId4" Type="http://schemas.openxmlformats.org/officeDocument/2006/relationships/image" Target="../media/image35.png"/></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0.xml"/><Relationship Id="rId1" Type="http://schemas.openxmlformats.org/officeDocument/2006/relationships/slideLayout" Target="../slideLayouts/slideLayout8.xml"/></Relationships>
</file>

<file path=ppt/slides/_rels/slide4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1.xml"/><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2.xml"/><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3.xml"/><Relationship Id="rId1" Type="http://schemas.openxmlformats.org/officeDocument/2006/relationships/slideLayout" Target="../slideLayouts/slideLayout4.xml"/><Relationship Id="rId5" Type="http://schemas.openxmlformats.org/officeDocument/2006/relationships/image" Target="../media/image38.png"/><Relationship Id="rId4" Type="http://schemas.openxmlformats.org/officeDocument/2006/relationships/image" Target="../media/image37.png"/></Relationships>
</file>

<file path=ppt/slides/_rels/slide4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4.xml"/><Relationship Id="rId1" Type="http://schemas.openxmlformats.org/officeDocument/2006/relationships/slideLayout" Target="../slideLayouts/slideLayout4.xml"/><Relationship Id="rId4" Type="http://schemas.openxmlformats.org/officeDocument/2006/relationships/image" Target="../media/image39.png"/></Relationships>
</file>

<file path=ppt/slides/_rels/slide4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45.xml"/><Relationship Id="rId1" Type="http://schemas.openxmlformats.org/officeDocument/2006/relationships/slideLayout" Target="../slideLayouts/slideLayout4.xml"/><Relationship Id="rId6" Type="http://schemas.openxmlformats.org/officeDocument/2006/relationships/image" Target="../media/image42.svg"/><Relationship Id="rId5" Type="http://schemas.openxmlformats.org/officeDocument/2006/relationships/image" Target="../media/image41.png"/><Relationship Id="rId4" Type="http://schemas.openxmlformats.org/officeDocument/2006/relationships/image" Target="../media/image40.png"/></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7.xml"/><Relationship Id="rId1" Type="http://schemas.openxmlformats.org/officeDocument/2006/relationships/slideLayout" Target="../slideLayouts/slideLayout6.xml"/><Relationship Id="rId4" Type="http://schemas.openxmlformats.org/officeDocument/2006/relationships/image" Target="../media/image43.jpeg"/></Relationships>
</file>

<file path=ppt/slides/_rels/slide4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8.xml"/><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9.xml"/><Relationship Id="rId1" Type="http://schemas.openxmlformats.org/officeDocument/2006/relationships/slideLayout" Target="../slideLayouts/slideLayout4.xml"/><Relationship Id="rId4" Type="http://schemas.openxmlformats.org/officeDocument/2006/relationships/image" Target="../media/image15.png"/></Relationships>
</file>

<file path=ppt/slides/_rels/slide5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0.xml"/><Relationship Id="rId1" Type="http://schemas.openxmlformats.org/officeDocument/2006/relationships/slideLayout" Target="../slideLayouts/slideLayout4.xml"/><Relationship Id="rId4" Type="http://schemas.openxmlformats.org/officeDocument/2006/relationships/image" Target="../media/image44.png"/></Relationships>
</file>

<file path=ppt/slides/_rels/slide5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1.xml"/><Relationship Id="rId1" Type="http://schemas.openxmlformats.org/officeDocument/2006/relationships/slideLayout" Target="../slideLayouts/slideLayout4.xml"/><Relationship Id="rId5" Type="http://schemas.openxmlformats.org/officeDocument/2006/relationships/image" Target="../media/image46.svg"/><Relationship Id="rId4" Type="http://schemas.openxmlformats.org/officeDocument/2006/relationships/image" Target="../media/image45.png"/></Relationships>
</file>

<file path=ppt/slides/_rels/slide5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52.xml"/><Relationship Id="rId1" Type="http://schemas.openxmlformats.org/officeDocument/2006/relationships/slideLayout" Target="../slideLayouts/slideLayout4.xml"/><Relationship Id="rId4" Type="http://schemas.openxmlformats.org/officeDocument/2006/relationships/image" Target="../media/image47.png"/></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4.xml"/><Relationship Id="rId1" Type="http://schemas.openxmlformats.org/officeDocument/2006/relationships/slideLayout" Target="../slideLayouts/slideLayout8.xml"/></Relationships>
</file>

<file path=ppt/slides/_rels/slide5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5.xml"/><Relationship Id="rId1" Type="http://schemas.openxmlformats.org/officeDocument/2006/relationships/slideLayout" Target="../slideLayouts/slideLayout4.xml"/></Relationships>
</file>

<file path=ppt/slides/_rels/slide5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6.xml"/><Relationship Id="rId1" Type="http://schemas.openxmlformats.org/officeDocument/2006/relationships/slideLayout" Target="../slideLayouts/slideLayout4.xml"/><Relationship Id="rId4" Type="http://schemas.openxmlformats.org/officeDocument/2006/relationships/image" Target="../media/image48.png"/></Relationships>
</file>

<file path=ppt/slides/_rels/slide5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7.xml"/><Relationship Id="rId1" Type="http://schemas.openxmlformats.org/officeDocument/2006/relationships/slideLayout" Target="../slideLayouts/slideLayout4.xml"/><Relationship Id="rId4" Type="http://schemas.openxmlformats.org/officeDocument/2006/relationships/image" Target="../media/image49.png"/></Relationships>
</file>

<file path=ppt/slides/_rels/slide5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8.xml"/><Relationship Id="rId1" Type="http://schemas.openxmlformats.org/officeDocument/2006/relationships/slideLayout" Target="../slideLayouts/slideLayout4.xml"/></Relationships>
</file>

<file path=ppt/slides/_rels/slide5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59.xml"/><Relationship Id="rId1" Type="http://schemas.openxmlformats.org/officeDocument/2006/relationships/slideLayout" Target="../slideLayouts/slideLayout4.xml"/><Relationship Id="rId4" Type="http://schemas.openxmlformats.org/officeDocument/2006/relationships/image" Target="../media/image50.png"/></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1.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1.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1.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1.xml"/></Relationships>
</file>

<file path=ppt/slides/_rels/slide64.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64.xml"/><Relationship Id="rId1" Type="http://schemas.openxmlformats.org/officeDocument/2006/relationships/slideLayout" Target="../slideLayouts/slideLayout11.xml"/><Relationship Id="rId6" Type="http://schemas.openxmlformats.org/officeDocument/2006/relationships/image" Target="../media/image52.svg"/><Relationship Id="rId5" Type="http://schemas.openxmlformats.org/officeDocument/2006/relationships/image" Target="../media/image51.png"/><Relationship Id="rId4" Type="http://schemas.openxmlformats.org/officeDocument/2006/relationships/slide" Target="slide13.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5.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6.xml"/></Relationships>
</file>

<file path=ppt/slides/_rels/slide67.xml.rels><?xml version="1.0" encoding="UTF-8" standalone="yes"?>
<Relationships xmlns="http://schemas.openxmlformats.org/package/2006/relationships"><Relationship Id="rId8" Type="http://schemas.openxmlformats.org/officeDocument/2006/relationships/hyperlink" Target="http://www.australiancurriculum.edu.au/" TargetMode="External"/><Relationship Id="rId3" Type="http://schemas.openxmlformats.org/officeDocument/2006/relationships/hyperlink" Target="https://educationstandards.nsw.edu.au/wps/portal/nesa/mini-footer/copyright" TargetMode="External"/><Relationship Id="rId7" Type="http://schemas.openxmlformats.org/officeDocument/2006/relationships/hyperlink" Target="https://education.nsw.gov.au/teaching-and-learning/curriculum/literacy-and-numeracy/resources-for-schools/learning-progressions" TargetMode="External"/><Relationship Id="rId12" Type="http://schemas.openxmlformats.org/officeDocument/2006/relationships/hyperlink" Target="https://www.mav.vic.edu.au/Tenant/C0000019/00000001/downloads/Resources/remote-learning-support/home-learning-tasks/edition-08/2020-3-6_EDITION-8.pdf" TargetMode="External"/><Relationship Id="rId2" Type="http://schemas.openxmlformats.org/officeDocument/2006/relationships/notesSlide" Target="../notesSlides/notesSlide67.xml"/><Relationship Id="rId1" Type="http://schemas.openxmlformats.org/officeDocument/2006/relationships/slideLayout" Target="../slideLayouts/slideLayout13.xml"/><Relationship Id="rId6" Type="http://schemas.openxmlformats.org/officeDocument/2006/relationships/hyperlink" Target="https://curriculum.nsw.edu.au/learning-areas/mathematics/mathematics-k-10-2022/overview" TargetMode="External"/><Relationship Id="rId11" Type="http://schemas.openxmlformats.org/officeDocument/2006/relationships/hyperlink" Target="https://nrich.maths.org/1130" TargetMode="External"/><Relationship Id="rId5" Type="http://schemas.openxmlformats.org/officeDocument/2006/relationships/hyperlink" Target="https://curriculum.nsw.edu.au/" TargetMode="External"/><Relationship Id="rId10" Type="http://schemas.openxmlformats.org/officeDocument/2006/relationships/hyperlink" Target="https://www.mathlearningcenter.org/sites/default/files/pdfs/LTM_Numberline.pdf" TargetMode="External"/><Relationship Id="rId4" Type="http://schemas.openxmlformats.org/officeDocument/2006/relationships/hyperlink" Target="https://educationstandards.nsw.edu.au/wps/portal/nesa/home" TargetMode="External"/><Relationship Id="rId9" Type="http://schemas.openxmlformats.org/officeDocument/2006/relationships/hyperlink" Target="https://anitachinmaths.com.au/wp-content/uploads/2021/07/ChinPENCILTEACH-Make100-1000-10-1-AnitaChinMaths-v3.1.pdf" TargetMode="External"/></Relationships>
</file>

<file path=ppt/slides/_rels/slide68.xml.rels><?xml version="1.0" encoding="UTF-8" standalone="yes"?>
<Relationships xmlns="http://schemas.openxmlformats.org/package/2006/relationships"><Relationship Id="rId8" Type="http://schemas.openxmlformats.org/officeDocument/2006/relationships/hyperlink" Target="https://curriculum.nsw.edu.au/learning-areas/mathematics/mathematics-k-10-2022/content/stage-3/fa87632ef7?show=advice" TargetMode="External"/><Relationship Id="rId3" Type="http://schemas.openxmlformats.org/officeDocument/2006/relationships/hyperlink" Target="https://educationstandards.nsw.edu.au/wps/portal/nesa/mini-footer/copyright" TargetMode="External"/><Relationship Id="rId7" Type="http://schemas.openxmlformats.org/officeDocument/2006/relationships/hyperlink" Target="https://view.officeapps.live.com/op/view.aspx?src=https%3A%2F%2Fresources.education.nsw.gov.au%2Fapi%2Fv1%2Fblob-store%2FdXJoX3JlYWRpbmdhbmRudW1lcmFjeV9OUFYtNDQ%3D%3D%2FSWRlbnRpZmllcyByZXByZXNlbnRzIGFuZCBjb21wYXJlcyBkZWNpbWFscy5kb2N4%3D%3Fversionid%3D&amp;wdOrigin=BROWSELINK" TargetMode="External"/><Relationship Id="rId2" Type="http://schemas.openxmlformats.org/officeDocument/2006/relationships/notesSlide" Target="../notesSlides/notesSlide68.xml"/><Relationship Id="rId1" Type="http://schemas.openxmlformats.org/officeDocument/2006/relationships/slideLayout" Target="../slideLayouts/slideLayout13.xml"/><Relationship Id="rId6" Type="http://schemas.openxmlformats.org/officeDocument/2006/relationships/hyperlink" Target="https://sites.google.com/education.nsw.gov.au/get-mathematical-stage-3/targeted-teaching/decimats?authuser=0" TargetMode="External"/><Relationship Id="rId5" Type="http://schemas.openxmlformats.org/officeDocument/2006/relationships/hyperlink" Target="https://curriculum.nsw.edu.au/" TargetMode="External"/><Relationship Id="rId10" Type="http://schemas.openxmlformats.org/officeDocument/2006/relationships/hyperlink" Target="https://curriculum.nsw.edu.au/learning-areas/mathematics/mathematics-k-10-2022/content/stage-2/fa1dbb9271?show=advice" TargetMode="External"/><Relationship Id="rId4" Type="http://schemas.openxmlformats.org/officeDocument/2006/relationships/hyperlink" Target="https://educationstandards.nsw.edu.au/wps/portal/nesa/home" TargetMode="External"/><Relationship Id="rId9" Type="http://schemas.openxmlformats.org/officeDocument/2006/relationships/hyperlink" Target="https://curriculum.nsw.edu.au/learning-areas/mathematics/mathematics-k-10-2022/content/stage-3/fa0a18f458?show=advice" TargetMode="External"/></Relationships>
</file>

<file path=ppt/slides/_rels/slide69.xml.rels><?xml version="1.0" encoding="UTF-8" standalone="yes"?>
<Relationships xmlns="http://schemas.openxmlformats.org/package/2006/relationships"><Relationship Id="rId3" Type="http://schemas.openxmlformats.org/officeDocument/2006/relationships/hyperlink" Target="https://creativecommons.org/licenses/by/4.0/" TargetMode="External"/><Relationship Id="rId2" Type="http://schemas.openxmlformats.org/officeDocument/2006/relationships/notesSlide" Target="../notesSlides/notesSlide69.xml"/><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D998069-8808-F7B7-147A-0D45AF051C4E}"/>
              </a:ext>
            </a:extLst>
          </p:cNvPr>
          <p:cNvSpPr>
            <a:spLocks noGrp="1"/>
          </p:cNvSpPr>
          <p:nvPr>
            <p:ph type="title"/>
          </p:nvPr>
        </p:nvSpPr>
        <p:spPr/>
        <p:txBody>
          <a:bodyPr/>
          <a:lstStyle/>
          <a:p>
            <a:r>
              <a:rPr lang="en-AU">
                <a:latin typeface="+mj-lt"/>
              </a:rPr>
              <a:t>Instructions for use</a:t>
            </a:r>
          </a:p>
        </p:txBody>
      </p:sp>
      <p:sp>
        <p:nvSpPr>
          <p:cNvPr id="7" name="Picture Placeholder 6">
            <a:extLst>
              <a:ext uri="{FF2B5EF4-FFF2-40B4-BE49-F238E27FC236}">
                <a16:creationId xmlns:a16="http://schemas.microsoft.com/office/drawing/2014/main" id="{41E659CE-3503-CAAB-868D-643BC7328B29}"/>
              </a:ext>
            </a:extLst>
          </p:cNvPr>
          <p:cNvSpPr>
            <a:spLocks noGrp="1"/>
          </p:cNvSpPr>
          <p:nvPr>
            <p:ph type="pic" sz="quarter" idx="13"/>
          </p:nvPr>
        </p:nvSpPr>
        <p:spPr>
          <a:xfrm>
            <a:off x="354000" y="1931625"/>
            <a:ext cx="11483999" cy="4498641"/>
          </a:xfrm>
        </p:spPr>
        <p:txBody>
          <a:bodyPr/>
          <a:lstStyle/>
          <a:p>
            <a:pPr marL="342900" indent="-342900">
              <a:lnSpc>
                <a:spcPct val="150000"/>
              </a:lnSpc>
              <a:buFont typeface="Arial"/>
              <a:buChar char="•"/>
            </a:pPr>
            <a:r>
              <a:rPr lang="en-AU" sz="1800">
                <a:latin typeface="+mn-lt"/>
                <a:ea typeface="+mn-lt"/>
                <a:cs typeface="+mn-lt"/>
              </a:rPr>
              <a:t>This resource is not a teaching and learning program. It should be used in conjunction with Stage 3 Year B Unit 26.</a:t>
            </a:r>
            <a:endParaRPr lang="en-AU" sz="1800">
              <a:solidFill>
                <a:srgbClr val="22272B"/>
              </a:solidFill>
              <a:latin typeface="+mn-lt"/>
            </a:endParaRPr>
          </a:p>
          <a:p>
            <a:pPr marL="342900" indent="-342900">
              <a:lnSpc>
                <a:spcPct val="150000"/>
              </a:lnSpc>
              <a:buFont typeface="Arial"/>
              <a:buChar char="•"/>
            </a:pPr>
            <a:r>
              <a:rPr lang="en-AU" sz="1800">
                <a:solidFill>
                  <a:srgbClr val="22272B"/>
                </a:solidFill>
                <a:latin typeface="+mn-lt"/>
              </a:rPr>
              <a:t>Classroom teachers are encouraged to </a:t>
            </a:r>
            <a:r>
              <a:rPr lang="en-AU" sz="1800" b="1">
                <a:solidFill>
                  <a:srgbClr val="22272B"/>
                </a:solidFill>
                <a:latin typeface="+mn-lt"/>
              </a:rPr>
              <a:t>add and adapt</a:t>
            </a:r>
            <a:r>
              <a:rPr lang="en-AU" sz="1800">
                <a:solidFill>
                  <a:srgbClr val="22272B"/>
                </a:solidFill>
                <a:latin typeface="+mn-lt"/>
              </a:rPr>
              <a:t> slides as required to meet the needs of their students.</a:t>
            </a:r>
          </a:p>
          <a:p>
            <a:pPr marL="342900" indent="-342900">
              <a:lnSpc>
                <a:spcPct val="150000"/>
              </a:lnSpc>
              <a:buFont typeface="Arial"/>
              <a:buChar char="•"/>
            </a:pPr>
            <a:r>
              <a:rPr lang="en-AU" sz="1800">
                <a:solidFill>
                  <a:srgbClr val="22272B"/>
                </a:solidFill>
                <a:latin typeface="+mn-lt"/>
              </a:rPr>
              <a:t>Save a copy of the file to make changes to the slide deck. Go to File &gt; Download a Copy (this downloads a copy to the computer to edit in the PowerPoint app).</a:t>
            </a:r>
          </a:p>
          <a:p>
            <a:pPr marL="342900" indent="-342900">
              <a:lnSpc>
                <a:spcPct val="150000"/>
              </a:lnSpc>
              <a:buFont typeface="Arial"/>
              <a:buChar char="•"/>
            </a:pPr>
            <a:r>
              <a:rPr lang="en-AU" sz="1800">
                <a:solidFill>
                  <a:srgbClr val="22272B"/>
                </a:solidFill>
                <a:latin typeface="+mn-lt"/>
              </a:rPr>
              <a:t>To convert the PowerPoint to Google Slides:</a:t>
            </a:r>
          </a:p>
          <a:p>
            <a:pPr marL="913765" lvl="1" indent="-457200">
              <a:lnSpc>
                <a:spcPct val="150000"/>
              </a:lnSpc>
              <a:buFont typeface="+mj-lt"/>
              <a:buAutoNum type="arabicPeriod"/>
            </a:pPr>
            <a:r>
              <a:rPr lang="en-AU">
                <a:solidFill>
                  <a:srgbClr val="22272B"/>
                </a:solidFill>
                <a:latin typeface="+mn-lt"/>
              </a:rPr>
              <a:t>Upload the file into Google Drive and open it.</a:t>
            </a:r>
          </a:p>
          <a:p>
            <a:pPr marL="913765" lvl="1" indent="-457200">
              <a:lnSpc>
                <a:spcPct val="150000"/>
              </a:lnSpc>
              <a:buFont typeface="+mj-lt"/>
              <a:buAutoNum type="arabicPeriod"/>
            </a:pPr>
            <a:r>
              <a:rPr lang="en-AU">
                <a:solidFill>
                  <a:srgbClr val="22272B"/>
                </a:solidFill>
                <a:latin typeface="+mn-lt"/>
              </a:rPr>
              <a:t>Go to File &gt; Save as Google Slides.</a:t>
            </a:r>
          </a:p>
          <a:p>
            <a:pPr marL="456565" lvl="1">
              <a:lnSpc>
                <a:spcPct val="150000"/>
              </a:lnSpc>
            </a:pPr>
            <a:r>
              <a:rPr lang="en-AU">
                <a:solidFill>
                  <a:srgbClr val="22272B"/>
                </a:solidFill>
                <a:latin typeface="+mn-lt"/>
              </a:rPr>
              <a:t>(Note – conversion may cause formatting changes in the slides.)</a:t>
            </a:r>
          </a:p>
        </p:txBody>
      </p:sp>
      <p:sp>
        <p:nvSpPr>
          <p:cNvPr id="2" name="Slide Number Placeholder 1">
            <a:extLst>
              <a:ext uri="{FF2B5EF4-FFF2-40B4-BE49-F238E27FC236}">
                <a16:creationId xmlns:a16="http://schemas.microsoft.com/office/drawing/2014/main" id="{CD087911-6789-4356-F538-4C4ABF1219E6}"/>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a:t>
            </a:fld>
            <a:endParaRPr lang="en-AU"/>
          </a:p>
        </p:txBody>
      </p:sp>
    </p:spTree>
    <p:extLst>
      <p:ext uri="{BB962C8B-B14F-4D97-AF65-F5344CB8AC3E}">
        <p14:creationId xmlns:p14="http://schemas.microsoft.com/office/powerpoint/2010/main" val="20285686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E953DE-EA46-2AA4-25B9-BD50F0AA5125}"/>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60925BC9-FED8-C057-602D-063585908756}"/>
              </a:ext>
            </a:extLst>
          </p:cNvPr>
          <p:cNvSpPr>
            <a:spLocks noGrp="1"/>
          </p:cNvSpPr>
          <p:nvPr>
            <p:ph type="ctrTitle"/>
          </p:nvPr>
        </p:nvSpPr>
        <p:spPr/>
        <p:txBody>
          <a:bodyPr/>
          <a:lstStyle/>
          <a:p>
            <a:r>
              <a:rPr lang="en-AU">
                <a:effectLst/>
                <a:latin typeface="+mj-lt"/>
                <a:ea typeface="Times New Roman" panose="02020603050405020304" pitchFamily="18" charset="0"/>
              </a:rPr>
              <a:t>Review of Learning</a:t>
            </a:r>
            <a:endParaRPr lang="en-AU">
              <a:latin typeface="+mj-lt"/>
            </a:endParaRPr>
          </a:p>
        </p:txBody>
      </p:sp>
      <p:sp>
        <p:nvSpPr>
          <p:cNvPr id="11" name="Text Placeholder 10">
            <a:extLst>
              <a:ext uri="{FF2B5EF4-FFF2-40B4-BE49-F238E27FC236}">
                <a16:creationId xmlns:a16="http://schemas.microsoft.com/office/drawing/2014/main" id="{B722FDAB-21E7-04BA-D615-8E6A0F5C1AFB}"/>
              </a:ext>
            </a:extLst>
          </p:cNvPr>
          <p:cNvSpPr>
            <a:spLocks noGrp="1"/>
          </p:cNvSpPr>
          <p:nvPr>
            <p:ph type="body" sz="quarter" idx="10"/>
          </p:nvPr>
        </p:nvSpPr>
        <p:spPr/>
        <p:txBody>
          <a:bodyPr/>
          <a:lstStyle/>
          <a:p>
            <a:r>
              <a:rPr lang="en-AU">
                <a:latin typeface="+mj-lt"/>
              </a:rPr>
              <a:t>Mathematics Stage 3 – Unit 26</a:t>
            </a:r>
          </a:p>
        </p:txBody>
      </p:sp>
      <p:pic>
        <p:nvPicPr>
          <p:cNvPr id="5" name="Picture Placeholder 4">
            <a:extLst>
              <a:ext uri="{FF2B5EF4-FFF2-40B4-BE49-F238E27FC236}">
                <a16:creationId xmlns:a16="http://schemas.microsoft.com/office/drawing/2014/main" id="{3492ED26-EFFD-ABC0-5FC2-50C21A88E5D9}"/>
              </a:ext>
              <a:ext uri="{C183D7F6-B498-43B3-948B-1728B52AA6E4}">
                <adec:decorative xmlns:adec="http://schemas.microsoft.com/office/drawing/2017/decorative" val="1"/>
              </a:ext>
            </a:extLst>
          </p:cNvPr>
          <p:cNvPicPr>
            <a:picLocks noGrp="1" noChangeAspect="1"/>
          </p:cNvPicPr>
          <p:nvPr>
            <p:ph type="pic" sz="quarter" idx="13"/>
          </p:nvPr>
        </p:nvPicPr>
        <p:blipFill>
          <a:blip r:embed="rId3">
            <a:extLst>
              <a:ext uri="{28A0092B-C50C-407E-A947-70E740481C1C}">
                <a14:useLocalDpi xmlns:a14="http://schemas.microsoft.com/office/drawing/2010/main" val="0"/>
              </a:ext>
            </a:extLst>
          </a:blip>
          <a:srcRect l="444" r="444"/>
          <a:stretch>
            <a:fillRect/>
          </a:stretch>
        </p:blipFill>
        <p:spPr/>
      </p:pic>
    </p:spTree>
    <p:extLst>
      <p:ext uri="{BB962C8B-B14F-4D97-AF65-F5344CB8AC3E}">
        <p14:creationId xmlns:p14="http://schemas.microsoft.com/office/powerpoint/2010/main" val="13501107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346830-A0C7-9D95-31DC-A77B445F770B}"/>
              </a:ext>
            </a:extLst>
          </p:cNvPr>
          <p:cNvSpPr>
            <a:spLocks noGrp="1"/>
          </p:cNvSpPr>
          <p:nvPr>
            <p:ph type="title"/>
          </p:nvPr>
        </p:nvSpPr>
        <p:spPr>
          <a:xfrm>
            <a:off x="360000" y="360000"/>
            <a:ext cx="11484000" cy="545601"/>
          </a:xfrm>
        </p:spPr>
        <p:txBody>
          <a:bodyPr/>
          <a:lstStyle/>
          <a:p>
            <a:r>
              <a:rPr lang="en-GB">
                <a:latin typeface="+mj-lt"/>
              </a:rPr>
              <a:t>Lessons</a:t>
            </a:r>
          </a:p>
        </p:txBody>
      </p:sp>
      <p:grpSp>
        <p:nvGrpSpPr>
          <p:cNvPr id="6" name="RoL1">
            <a:extLst>
              <a:ext uri="{FF2B5EF4-FFF2-40B4-BE49-F238E27FC236}">
                <a16:creationId xmlns:a16="http://schemas.microsoft.com/office/drawing/2014/main" id="{1B4FCA10-C38C-7EB1-6B3D-6210A414C65B}"/>
              </a:ext>
              <a:ext uri="{C183D7F6-B498-43B3-948B-1728B52AA6E4}">
                <adec:decorative xmlns:adec="http://schemas.microsoft.com/office/drawing/2017/decorative" val="1"/>
              </a:ext>
            </a:extLst>
          </p:cNvPr>
          <p:cNvGrpSpPr/>
          <p:nvPr/>
        </p:nvGrpSpPr>
        <p:grpSpPr>
          <a:xfrm>
            <a:off x="360000" y="1266959"/>
            <a:ext cx="4775638" cy="1045440"/>
            <a:chOff x="360000" y="1266959"/>
            <a:chExt cx="4775638" cy="1045440"/>
          </a:xfrm>
        </p:grpSpPr>
        <p:sp>
          <p:nvSpPr>
            <p:cNvPr id="2" name="Rectangle: Rounded Corners 1">
              <a:extLst>
                <a:ext uri="{FF2B5EF4-FFF2-40B4-BE49-F238E27FC236}">
                  <a16:creationId xmlns:a16="http://schemas.microsoft.com/office/drawing/2014/main" id="{935D5059-5790-C707-5987-84856AF04ADB}"/>
                </a:ext>
                <a:ext uri="{C183D7F6-B498-43B3-948B-1728B52AA6E4}">
                  <adec:decorative xmlns:adec="http://schemas.microsoft.com/office/drawing/2017/decorative" val="1"/>
                </a:ext>
              </a:extLst>
            </p:cNvPr>
            <p:cNvSpPr/>
            <p:nvPr/>
          </p:nvSpPr>
          <p:spPr>
            <a:xfrm>
              <a:off x="1037782" y="13309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rPr>
                <a:t>Review of learning </a:t>
              </a:r>
              <a:r>
                <a:rPr lang="en-AU">
                  <a:solidFill>
                    <a:schemeClr val="accent1"/>
                  </a:solidFill>
                  <a:latin typeface="+mj-lt"/>
                </a:rPr>
                <a:t>1</a:t>
              </a:r>
              <a:endParaRPr lang="en-AU">
                <a:solidFill>
                  <a:schemeClr val="accent1"/>
                </a:solidFill>
              </a:endParaRPr>
            </a:p>
          </p:txBody>
        </p:sp>
        <p:sp>
          <p:nvSpPr>
            <p:cNvPr id="5" name="Oval 4">
              <a:hlinkClick r:id="rId3" action="ppaction://hlinksldjump"/>
              <a:extLst>
                <a:ext uri="{FF2B5EF4-FFF2-40B4-BE49-F238E27FC236}">
                  <a16:creationId xmlns:a16="http://schemas.microsoft.com/office/drawing/2014/main" id="{56ACB92F-8289-CC4B-BE5A-A661A0C94E17}"/>
                </a:ext>
              </a:extLst>
            </p:cNvPr>
            <p:cNvSpPr/>
            <p:nvPr/>
          </p:nvSpPr>
          <p:spPr>
            <a:xfrm>
              <a:off x="360000" y="12669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1</a:t>
              </a:r>
            </a:p>
          </p:txBody>
        </p:sp>
      </p:grpSp>
      <p:grpSp>
        <p:nvGrpSpPr>
          <p:cNvPr id="7" name="RoL2">
            <a:extLst>
              <a:ext uri="{FF2B5EF4-FFF2-40B4-BE49-F238E27FC236}">
                <a16:creationId xmlns:a16="http://schemas.microsoft.com/office/drawing/2014/main" id="{AF7A23A4-F1DB-31F7-E62C-F1BFA9349F64}"/>
              </a:ext>
              <a:ext uri="{C183D7F6-B498-43B3-948B-1728B52AA6E4}">
                <adec:decorative xmlns:adec="http://schemas.microsoft.com/office/drawing/2017/decorative" val="1"/>
              </a:ext>
            </a:extLst>
          </p:cNvPr>
          <p:cNvGrpSpPr/>
          <p:nvPr/>
        </p:nvGrpSpPr>
        <p:grpSpPr>
          <a:xfrm>
            <a:off x="360000" y="2362859"/>
            <a:ext cx="4775638" cy="1045440"/>
            <a:chOff x="360000" y="2362859"/>
            <a:chExt cx="4775638" cy="1045440"/>
          </a:xfrm>
        </p:grpSpPr>
        <p:sp>
          <p:nvSpPr>
            <p:cNvPr id="20" name="Rectangle: Rounded Corners 19">
              <a:extLst>
                <a:ext uri="{FF2B5EF4-FFF2-40B4-BE49-F238E27FC236}">
                  <a16:creationId xmlns:a16="http://schemas.microsoft.com/office/drawing/2014/main" id="{C3D97F66-221B-C853-0EA8-66E5F684D86A}"/>
                </a:ext>
                <a:ext uri="{C183D7F6-B498-43B3-948B-1728B52AA6E4}">
                  <adec:decorative xmlns:adec="http://schemas.microsoft.com/office/drawing/2017/decorative" val="1"/>
                </a:ext>
              </a:extLst>
            </p:cNvPr>
            <p:cNvSpPr/>
            <p:nvPr/>
          </p:nvSpPr>
          <p:spPr>
            <a:xfrm>
              <a:off x="1037782" y="24268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rPr>
                <a:t>Review of learning </a:t>
              </a:r>
              <a:r>
                <a:rPr lang="en-AU">
                  <a:solidFill>
                    <a:schemeClr val="accent1"/>
                  </a:solidFill>
                  <a:latin typeface="+mj-lt"/>
                </a:rPr>
                <a:t>2</a:t>
              </a:r>
              <a:endParaRPr lang="en-AU">
                <a:solidFill>
                  <a:schemeClr val="accent1"/>
                </a:solidFill>
              </a:endParaRPr>
            </a:p>
          </p:txBody>
        </p:sp>
        <p:sp>
          <p:nvSpPr>
            <p:cNvPr id="21" name="Oval 20">
              <a:hlinkClick r:id="rId4" action="ppaction://hlinksldjump"/>
              <a:extLst>
                <a:ext uri="{FF2B5EF4-FFF2-40B4-BE49-F238E27FC236}">
                  <a16:creationId xmlns:a16="http://schemas.microsoft.com/office/drawing/2014/main" id="{D0A190BE-2B0B-2729-4549-D63712793CC2}"/>
                </a:ext>
              </a:extLst>
            </p:cNvPr>
            <p:cNvSpPr/>
            <p:nvPr/>
          </p:nvSpPr>
          <p:spPr>
            <a:xfrm>
              <a:off x="360000" y="23628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2</a:t>
              </a:r>
            </a:p>
          </p:txBody>
        </p:sp>
      </p:grpSp>
      <p:grpSp>
        <p:nvGrpSpPr>
          <p:cNvPr id="8" name="RoL3">
            <a:extLst>
              <a:ext uri="{FF2B5EF4-FFF2-40B4-BE49-F238E27FC236}">
                <a16:creationId xmlns:a16="http://schemas.microsoft.com/office/drawing/2014/main" id="{DF37B4A1-413C-FC0F-E0B4-307A5BFA5855}"/>
              </a:ext>
              <a:ext uri="{C183D7F6-B498-43B3-948B-1728B52AA6E4}">
                <adec:decorative xmlns:adec="http://schemas.microsoft.com/office/drawing/2017/decorative" val="1"/>
              </a:ext>
            </a:extLst>
          </p:cNvPr>
          <p:cNvGrpSpPr/>
          <p:nvPr/>
        </p:nvGrpSpPr>
        <p:grpSpPr>
          <a:xfrm>
            <a:off x="360000" y="3458759"/>
            <a:ext cx="4775638" cy="1045440"/>
            <a:chOff x="360000" y="3458759"/>
            <a:chExt cx="4775638" cy="1045440"/>
          </a:xfrm>
        </p:grpSpPr>
        <p:sp>
          <p:nvSpPr>
            <p:cNvPr id="23" name="Rectangle: Rounded Corners 22">
              <a:extLst>
                <a:ext uri="{FF2B5EF4-FFF2-40B4-BE49-F238E27FC236}">
                  <a16:creationId xmlns:a16="http://schemas.microsoft.com/office/drawing/2014/main" id="{8EDEF762-D4E6-C43E-E98A-95D6A0AE4FC9}"/>
                </a:ext>
                <a:ext uri="{C183D7F6-B498-43B3-948B-1728B52AA6E4}">
                  <adec:decorative xmlns:adec="http://schemas.microsoft.com/office/drawing/2017/decorative" val="1"/>
                </a:ext>
              </a:extLst>
            </p:cNvPr>
            <p:cNvSpPr/>
            <p:nvPr/>
          </p:nvSpPr>
          <p:spPr>
            <a:xfrm>
              <a:off x="1037782" y="35227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rPr>
                <a:t>Review of learning </a:t>
              </a:r>
              <a:r>
                <a:rPr lang="en-AU">
                  <a:solidFill>
                    <a:schemeClr val="accent1"/>
                  </a:solidFill>
                  <a:latin typeface="+mj-lt"/>
                </a:rPr>
                <a:t>3</a:t>
              </a:r>
              <a:endParaRPr lang="en-AU">
                <a:solidFill>
                  <a:schemeClr val="accent1"/>
                </a:solidFill>
              </a:endParaRPr>
            </a:p>
          </p:txBody>
        </p:sp>
        <p:sp>
          <p:nvSpPr>
            <p:cNvPr id="24" name="Oval 23">
              <a:hlinkClick r:id="rId5" action="ppaction://hlinksldjump"/>
              <a:extLst>
                <a:ext uri="{FF2B5EF4-FFF2-40B4-BE49-F238E27FC236}">
                  <a16:creationId xmlns:a16="http://schemas.microsoft.com/office/drawing/2014/main" id="{A6DDAD40-805E-049F-39FC-55094C6BA103}"/>
                </a:ext>
              </a:extLst>
            </p:cNvPr>
            <p:cNvSpPr/>
            <p:nvPr/>
          </p:nvSpPr>
          <p:spPr>
            <a:xfrm>
              <a:off x="360000" y="34587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3</a:t>
              </a:r>
            </a:p>
          </p:txBody>
        </p:sp>
      </p:grpSp>
      <p:grpSp>
        <p:nvGrpSpPr>
          <p:cNvPr id="9" name="RoL4">
            <a:extLst>
              <a:ext uri="{FF2B5EF4-FFF2-40B4-BE49-F238E27FC236}">
                <a16:creationId xmlns:a16="http://schemas.microsoft.com/office/drawing/2014/main" id="{C989DA6E-4839-1BBD-77AB-6F9CC520B670}"/>
              </a:ext>
              <a:ext uri="{C183D7F6-B498-43B3-948B-1728B52AA6E4}">
                <adec:decorative xmlns:adec="http://schemas.microsoft.com/office/drawing/2017/decorative" val="1"/>
              </a:ext>
            </a:extLst>
          </p:cNvPr>
          <p:cNvGrpSpPr/>
          <p:nvPr/>
        </p:nvGrpSpPr>
        <p:grpSpPr>
          <a:xfrm>
            <a:off x="360000" y="4554659"/>
            <a:ext cx="4775638" cy="1045440"/>
            <a:chOff x="360000" y="4554659"/>
            <a:chExt cx="4775638" cy="1045440"/>
          </a:xfrm>
        </p:grpSpPr>
        <p:sp>
          <p:nvSpPr>
            <p:cNvPr id="26" name="Rectangle: Rounded Corners 25">
              <a:extLst>
                <a:ext uri="{FF2B5EF4-FFF2-40B4-BE49-F238E27FC236}">
                  <a16:creationId xmlns:a16="http://schemas.microsoft.com/office/drawing/2014/main" id="{B1BC8FAB-0C07-84FE-204A-47391BBEAF64}"/>
                </a:ext>
                <a:ext uri="{C183D7F6-B498-43B3-948B-1728B52AA6E4}">
                  <adec:decorative xmlns:adec="http://schemas.microsoft.com/office/drawing/2017/decorative" val="1"/>
                </a:ext>
              </a:extLst>
            </p:cNvPr>
            <p:cNvSpPr/>
            <p:nvPr/>
          </p:nvSpPr>
          <p:spPr>
            <a:xfrm>
              <a:off x="1037782" y="46186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rPr>
                <a:t>Review of learning </a:t>
              </a:r>
              <a:r>
                <a:rPr lang="en-AU">
                  <a:solidFill>
                    <a:schemeClr val="accent1"/>
                  </a:solidFill>
                  <a:latin typeface="+mj-lt"/>
                </a:rPr>
                <a:t>4</a:t>
              </a:r>
              <a:endParaRPr lang="en-AU">
                <a:solidFill>
                  <a:schemeClr val="accent1"/>
                </a:solidFill>
              </a:endParaRPr>
            </a:p>
          </p:txBody>
        </p:sp>
        <p:sp>
          <p:nvSpPr>
            <p:cNvPr id="27" name="Oval 26">
              <a:hlinkClick r:id="rId6" action="ppaction://hlinksldjump"/>
              <a:extLst>
                <a:ext uri="{FF2B5EF4-FFF2-40B4-BE49-F238E27FC236}">
                  <a16:creationId xmlns:a16="http://schemas.microsoft.com/office/drawing/2014/main" id="{30E4BF03-C9A7-EAE3-FC01-51CE829A6E7A}"/>
                </a:ext>
              </a:extLst>
            </p:cNvPr>
            <p:cNvSpPr/>
            <p:nvPr/>
          </p:nvSpPr>
          <p:spPr>
            <a:xfrm>
              <a:off x="360000" y="45546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4</a:t>
              </a:r>
            </a:p>
          </p:txBody>
        </p:sp>
      </p:grpSp>
      <p:grpSp>
        <p:nvGrpSpPr>
          <p:cNvPr id="17" name="RoL5">
            <a:extLst>
              <a:ext uri="{FF2B5EF4-FFF2-40B4-BE49-F238E27FC236}">
                <a16:creationId xmlns:a16="http://schemas.microsoft.com/office/drawing/2014/main" id="{5CA7685F-33D7-262A-AE71-7F572C4FD60A}"/>
              </a:ext>
              <a:ext uri="{C183D7F6-B498-43B3-948B-1728B52AA6E4}">
                <adec:decorative xmlns:adec="http://schemas.microsoft.com/office/drawing/2017/decorative" val="1"/>
              </a:ext>
            </a:extLst>
          </p:cNvPr>
          <p:cNvGrpSpPr/>
          <p:nvPr/>
        </p:nvGrpSpPr>
        <p:grpSpPr>
          <a:xfrm>
            <a:off x="6096000" y="1200486"/>
            <a:ext cx="4775638" cy="1045440"/>
            <a:chOff x="6096000" y="1266959"/>
            <a:chExt cx="4775638" cy="1045440"/>
          </a:xfrm>
        </p:grpSpPr>
        <p:sp>
          <p:nvSpPr>
            <p:cNvPr id="18" name="Rectangle: Rounded Corners 43">
              <a:extLst>
                <a:ext uri="{FF2B5EF4-FFF2-40B4-BE49-F238E27FC236}">
                  <a16:creationId xmlns:a16="http://schemas.microsoft.com/office/drawing/2014/main" id="{3DAA1A61-85C8-F828-1EC5-45BA7CAB872F}"/>
                </a:ext>
                <a:ext uri="{C183D7F6-B498-43B3-948B-1728B52AA6E4}">
                  <adec:decorative xmlns:adec="http://schemas.microsoft.com/office/drawing/2017/decorative" val="1"/>
                </a:ext>
              </a:extLst>
            </p:cNvPr>
            <p:cNvSpPr/>
            <p:nvPr/>
          </p:nvSpPr>
          <p:spPr>
            <a:xfrm>
              <a:off x="6773782" y="1330679"/>
              <a:ext cx="4097856" cy="918000"/>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rPr>
                <a:t>Review of learning </a:t>
              </a:r>
              <a:r>
                <a:rPr lang="en-AU">
                  <a:solidFill>
                    <a:schemeClr val="accent1"/>
                  </a:solidFill>
                  <a:latin typeface="+mj-lt"/>
                </a:rPr>
                <a:t>5</a:t>
              </a:r>
              <a:endParaRPr lang="en-AU">
                <a:solidFill>
                  <a:schemeClr val="accent1"/>
                </a:solidFill>
              </a:endParaRPr>
            </a:p>
          </p:txBody>
        </p:sp>
        <p:sp>
          <p:nvSpPr>
            <p:cNvPr id="19" name="Oval 18">
              <a:hlinkClick r:id="rId7" action="ppaction://hlinksldjump"/>
              <a:extLst>
                <a:ext uri="{FF2B5EF4-FFF2-40B4-BE49-F238E27FC236}">
                  <a16:creationId xmlns:a16="http://schemas.microsoft.com/office/drawing/2014/main" id="{C7441057-962E-1AEF-726B-DFC965D5E0B5}"/>
                </a:ext>
              </a:extLst>
            </p:cNvPr>
            <p:cNvSpPr/>
            <p:nvPr/>
          </p:nvSpPr>
          <p:spPr>
            <a:xfrm>
              <a:off x="6096000" y="12669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5</a:t>
              </a:r>
            </a:p>
          </p:txBody>
        </p:sp>
      </p:grpSp>
      <p:grpSp>
        <p:nvGrpSpPr>
          <p:cNvPr id="11" name="RoL6">
            <a:extLst>
              <a:ext uri="{FF2B5EF4-FFF2-40B4-BE49-F238E27FC236}">
                <a16:creationId xmlns:a16="http://schemas.microsoft.com/office/drawing/2014/main" id="{98348D52-CA50-F15C-B472-B152337D805F}"/>
              </a:ext>
              <a:ext uri="{C183D7F6-B498-43B3-948B-1728B52AA6E4}">
                <adec:decorative xmlns:adec="http://schemas.microsoft.com/office/drawing/2017/decorative" val="1"/>
              </a:ext>
            </a:extLst>
          </p:cNvPr>
          <p:cNvGrpSpPr/>
          <p:nvPr/>
        </p:nvGrpSpPr>
        <p:grpSpPr>
          <a:xfrm>
            <a:off x="6096000" y="2362859"/>
            <a:ext cx="4775638" cy="1045440"/>
            <a:chOff x="6096000" y="1266959"/>
            <a:chExt cx="4775638" cy="1045440"/>
          </a:xfrm>
        </p:grpSpPr>
        <p:sp>
          <p:nvSpPr>
            <p:cNvPr id="44" name="Rectangle: Rounded Corners 43">
              <a:extLst>
                <a:ext uri="{FF2B5EF4-FFF2-40B4-BE49-F238E27FC236}">
                  <a16:creationId xmlns:a16="http://schemas.microsoft.com/office/drawing/2014/main" id="{872B6A74-D5FE-A9C3-5036-DA39A3F3AAA9}"/>
                </a:ext>
                <a:ext uri="{C183D7F6-B498-43B3-948B-1728B52AA6E4}">
                  <adec:decorative xmlns:adec="http://schemas.microsoft.com/office/drawing/2017/decorative" val="1"/>
                </a:ext>
              </a:extLst>
            </p:cNvPr>
            <p:cNvSpPr/>
            <p:nvPr/>
          </p:nvSpPr>
          <p:spPr>
            <a:xfrm>
              <a:off x="6773782" y="1330679"/>
              <a:ext cx="4097856" cy="918000"/>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rPr>
                <a:t>Review of learning </a:t>
              </a:r>
              <a:r>
                <a:rPr lang="en-AU">
                  <a:solidFill>
                    <a:schemeClr val="accent1"/>
                  </a:solidFill>
                  <a:latin typeface="+mj-lt"/>
                </a:rPr>
                <a:t>6</a:t>
              </a:r>
              <a:endParaRPr lang="en-AU">
                <a:solidFill>
                  <a:schemeClr val="accent1"/>
                </a:solidFill>
              </a:endParaRPr>
            </a:p>
          </p:txBody>
        </p:sp>
        <p:sp>
          <p:nvSpPr>
            <p:cNvPr id="45" name="Oval 44">
              <a:hlinkClick r:id="rId8" action="ppaction://hlinksldjump"/>
              <a:extLst>
                <a:ext uri="{FF2B5EF4-FFF2-40B4-BE49-F238E27FC236}">
                  <a16:creationId xmlns:a16="http://schemas.microsoft.com/office/drawing/2014/main" id="{440E2C2A-513E-2146-E110-A5C05774C27F}"/>
                </a:ext>
              </a:extLst>
            </p:cNvPr>
            <p:cNvSpPr/>
            <p:nvPr/>
          </p:nvSpPr>
          <p:spPr>
            <a:xfrm>
              <a:off x="6096000" y="12669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6</a:t>
              </a:r>
            </a:p>
          </p:txBody>
        </p:sp>
      </p:grpSp>
      <p:grpSp>
        <p:nvGrpSpPr>
          <p:cNvPr id="12" name="RoL7">
            <a:extLst>
              <a:ext uri="{FF2B5EF4-FFF2-40B4-BE49-F238E27FC236}">
                <a16:creationId xmlns:a16="http://schemas.microsoft.com/office/drawing/2014/main" id="{E73741F1-615E-A4A4-088D-E0A9187F983E}"/>
              </a:ext>
              <a:ext uri="{C183D7F6-B498-43B3-948B-1728B52AA6E4}">
                <adec:decorative xmlns:adec="http://schemas.microsoft.com/office/drawing/2017/decorative" val="1"/>
              </a:ext>
            </a:extLst>
          </p:cNvPr>
          <p:cNvGrpSpPr/>
          <p:nvPr/>
        </p:nvGrpSpPr>
        <p:grpSpPr>
          <a:xfrm>
            <a:off x="6096000" y="3458759"/>
            <a:ext cx="4775638" cy="1045440"/>
            <a:chOff x="6096000" y="2362859"/>
            <a:chExt cx="4775638" cy="1045440"/>
          </a:xfrm>
        </p:grpSpPr>
        <p:sp>
          <p:nvSpPr>
            <p:cNvPr id="41" name="Rectangle: Rounded Corners 40">
              <a:extLst>
                <a:ext uri="{FF2B5EF4-FFF2-40B4-BE49-F238E27FC236}">
                  <a16:creationId xmlns:a16="http://schemas.microsoft.com/office/drawing/2014/main" id="{D868B1C9-B182-2727-4865-6D5AC1780BED}"/>
                </a:ext>
                <a:ext uri="{C183D7F6-B498-43B3-948B-1728B52AA6E4}">
                  <adec:decorative xmlns:adec="http://schemas.microsoft.com/office/drawing/2017/decorative" val="1"/>
                </a:ext>
              </a:extLst>
            </p:cNvPr>
            <p:cNvSpPr/>
            <p:nvPr/>
          </p:nvSpPr>
          <p:spPr>
            <a:xfrm>
              <a:off x="6773782" y="24268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rPr>
                <a:t>Review of learning </a:t>
              </a:r>
              <a:r>
                <a:rPr lang="en-AU">
                  <a:solidFill>
                    <a:schemeClr val="accent1"/>
                  </a:solidFill>
                  <a:latin typeface="+mj-lt"/>
                </a:rPr>
                <a:t>7</a:t>
              </a:r>
              <a:endParaRPr lang="en-AU">
                <a:solidFill>
                  <a:schemeClr val="accent1"/>
                </a:solidFill>
              </a:endParaRPr>
            </a:p>
          </p:txBody>
        </p:sp>
        <p:sp>
          <p:nvSpPr>
            <p:cNvPr id="42" name="Oval 41">
              <a:hlinkClick r:id="rId9" action="ppaction://hlinksldjump"/>
              <a:extLst>
                <a:ext uri="{FF2B5EF4-FFF2-40B4-BE49-F238E27FC236}">
                  <a16:creationId xmlns:a16="http://schemas.microsoft.com/office/drawing/2014/main" id="{193FCBC3-0E7A-2B7F-C738-F5F9ECEE27FE}"/>
                </a:ext>
              </a:extLst>
            </p:cNvPr>
            <p:cNvSpPr/>
            <p:nvPr/>
          </p:nvSpPr>
          <p:spPr>
            <a:xfrm>
              <a:off x="6096000" y="23628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7</a:t>
              </a:r>
            </a:p>
          </p:txBody>
        </p:sp>
      </p:grpSp>
      <p:grpSp>
        <p:nvGrpSpPr>
          <p:cNvPr id="13" name="RoL8">
            <a:extLst>
              <a:ext uri="{FF2B5EF4-FFF2-40B4-BE49-F238E27FC236}">
                <a16:creationId xmlns:a16="http://schemas.microsoft.com/office/drawing/2014/main" id="{8E45D1B3-369A-D013-FFE7-B91D37B811F7}"/>
              </a:ext>
              <a:ext uri="{C183D7F6-B498-43B3-948B-1728B52AA6E4}">
                <adec:decorative xmlns:adec="http://schemas.microsoft.com/office/drawing/2017/decorative" val="1"/>
              </a:ext>
            </a:extLst>
          </p:cNvPr>
          <p:cNvGrpSpPr/>
          <p:nvPr/>
        </p:nvGrpSpPr>
        <p:grpSpPr>
          <a:xfrm>
            <a:off x="6096000" y="4554659"/>
            <a:ext cx="4775638" cy="1045440"/>
            <a:chOff x="6096000" y="3458759"/>
            <a:chExt cx="4775638" cy="1045440"/>
          </a:xfrm>
        </p:grpSpPr>
        <p:sp>
          <p:nvSpPr>
            <p:cNvPr id="38" name="Rectangle: Rounded Corners 37">
              <a:extLst>
                <a:ext uri="{FF2B5EF4-FFF2-40B4-BE49-F238E27FC236}">
                  <a16:creationId xmlns:a16="http://schemas.microsoft.com/office/drawing/2014/main" id="{22AE8CE5-94FD-CF39-4100-9EA79119BE34}"/>
                </a:ext>
                <a:ext uri="{C183D7F6-B498-43B3-948B-1728B52AA6E4}">
                  <adec:decorative xmlns:adec="http://schemas.microsoft.com/office/drawing/2017/decorative" val="1"/>
                </a:ext>
              </a:extLst>
            </p:cNvPr>
            <p:cNvSpPr/>
            <p:nvPr/>
          </p:nvSpPr>
          <p:spPr>
            <a:xfrm>
              <a:off x="6773782" y="35227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rPr>
                <a:t>Review of learning </a:t>
              </a:r>
              <a:r>
                <a:rPr lang="en-AU">
                  <a:solidFill>
                    <a:schemeClr val="accent1"/>
                  </a:solidFill>
                  <a:latin typeface="+mj-lt"/>
                </a:rPr>
                <a:t>8</a:t>
              </a:r>
              <a:endParaRPr lang="en-AU">
                <a:solidFill>
                  <a:schemeClr val="accent1"/>
                </a:solidFill>
              </a:endParaRPr>
            </a:p>
          </p:txBody>
        </p:sp>
        <p:sp>
          <p:nvSpPr>
            <p:cNvPr id="39" name="Oval 38">
              <a:hlinkClick r:id="rId10" action="ppaction://hlinksldjump"/>
              <a:extLst>
                <a:ext uri="{FF2B5EF4-FFF2-40B4-BE49-F238E27FC236}">
                  <a16:creationId xmlns:a16="http://schemas.microsoft.com/office/drawing/2014/main" id="{EF49910F-1BBC-C179-B3E7-5FA3AE36CDDD}"/>
                </a:ext>
              </a:extLst>
            </p:cNvPr>
            <p:cNvSpPr/>
            <p:nvPr/>
          </p:nvSpPr>
          <p:spPr>
            <a:xfrm>
              <a:off x="6096000" y="34587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8</a:t>
              </a:r>
            </a:p>
          </p:txBody>
        </p:sp>
      </p:grpSp>
      <p:sp>
        <p:nvSpPr>
          <p:cNvPr id="3" name="Slide Number Placeholder 2">
            <a:extLst>
              <a:ext uri="{FF2B5EF4-FFF2-40B4-BE49-F238E27FC236}">
                <a16:creationId xmlns:a16="http://schemas.microsoft.com/office/drawing/2014/main" id="{ECB95D0D-4DB2-95D7-03B3-689505E4E1BC}"/>
              </a:ext>
              <a:ext uri="{C183D7F6-B498-43B3-948B-1728B52AA6E4}">
                <adec:decorative xmlns:adec="http://schemas.microsoft.com/office/drawing/2017/decorative" val="1"/>
              </a:ext>
            </a:extLst>
          </p:cNvPr>
          <p:cNvSpPr>
            <a:spLocks noGrp="1"/>
          </p:cNvSpPr>
          <p:nvPr>
            <p:ph type="sldNum" sz="quarter" idx="12"/>
          </p:nvPr>
        </p:nvSpPr>
        <p:spPr>
          <a:xfrm>
            <a:off x="11124000" y="6516000"/>
            <a:ext cx="720000" cy="180000"/>
          </a:xfrm>
        </p:spPr>
        <p:txBody>
          <a:bodyPr/>
          <a:lstStyle/>
          <a:p>
            <a:fld id="{10A01DC5-1685-4615-8240-15192985C6A2}" type="slidenum">
              <a:rPr lang="en-AU" smtClean="0"/>
              <a:pPr/>
              <a:t>3</a:t>
            </a:fld>
            <a:endParaRPr lang="en-AU"/>
          </a:p>
        </p:txBody>
      </p:sp>
    </p:spTree>
    <p:extLst>
      <p:ext uri="{BB962C8B-B14F-4D97-AF65-F5344CB8AC3E}">
        <p14:creationId xmlns:p14="http://schemas.microsoft.com/office/powerpoint/2010/main" val="8861623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49800255-62C7-52FC-7626-3B3FEBADF4CA}"/>
              </a:ext>
            </a:extLst>
          </p:cNvPr>
          <p:cNvSpPr>
            <a:spLocks noGrp="1"/>
          </p:cNvSpPr>
          <p:nvPr>
            <p:ph type="ctrTitle"/>
          </p:nvPr>
        </p:nvSpPr>
        <p:spPr/>
        <p:txBody>
          <a:bodyPr/>
          <a:lstStyle/>
          <a:p>
            <a:r>
              <a:rPr lang="en-AU">
                <a:latin typeface="+mj-lt"/>
              </a:rPr>
              <a:t>Review of learning 1</a:t>
            </a:r>
          </a:p>
        </p:txBody>
      </p:sp>
    </p:spTree>
    <p:extLst>
      <p:ext uri="{BB962C8B-B14F-4D97-AF65-F5344CB8AC3E}">
        <p14:creationId xmlns:p14="http://schemas.microsoft.com/office/powerpoint/2010/main" val="20281939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47170F-E91E-82DF-A5CD-1A0D434A55F1}"/>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E90AA7DF-D516-BBA3-88D4-A39C02498E61}"/>
              </a:ext>
            </a:extLst>
          </p:cNvPr>
          <p:cNvSpPr>
            <a:spLocks noGrp="1"/>
          </p:cNvSpPr>
          <p:nvPr>
            <p:ph type="title"/>
          </p:nvPr>
        </p:nvSpPr>
        <p:spPr>
          <a:xfrm>
            <a:off x="360000" y="360000"/>
            <a:ext cx="9901600" cy="545601"/>
          </a:xfrm>
        </p:spPr>
        <p:txBody>
          <a:bodyPr/>
          <a:lstStyle/>
          <a:p>
            <a:r>
              <a:rPr lang="en-US"/>
              <a:t>Multiple choice </a:t>
            </a:r>
            <a:r>
              <a:rPr lang="en-US">
                <a:solidFill>
                  <a:schemeClr val="bg1"/>
                </a:solidFill>
              </a:rPr>
              <a:t>(1)</a:t>
            </a:r>
          </a:p>
        </p:txBody>
      </p:sp>
      <p:pic>
        <p:nvPicPr>
          <p:cNvPr id="4" name="Picture 3" descr="image of a finger selecting an option for a multiple choice or true and false">
            <a:extLst>
              <a:ext uri="{FF2B5EF4-FFF2-40B4-BE49-F238E27FC236}">
                <a16:creationId xmlns:a16="http://schemas.microsoft.com/office/drawing/2014/main" id="{F271001F-9723-691B-FED5-1BC5076A00A3}"/>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15" name="Text Placeholder">
            <a:extLst>
              <a:ext uri="{FF2B5EF4-FFF2-40B4-BE49-F238E27FC236}">
                <a16:creationId xmlns:a16="http://schemas.microsoft.com/office/drawing/2014/main" id="{CF7654FA-F1E6-34F2-376F-2C9861E85780}"/>
              </a:ext>
            </a:extLst>
          </p:cNvPr>
          <p:cNvSpPr>
            <a:spLocks noGrp="1"/>
          </p:cNvSpPr>
          <p:nvPr>
            <p:ph type="body" sz="quarter" idx="28"/>
          </p:nvPr>
        </p:nvSpPr>
        <p:spPr>
          <a:xfrm>
            <a:off x="322560" y="1016990"/>
            <a:ext cx="11161439" cy="754243"/>
          </a:xfrm>
        </p:spPr>
        <p:txBody>
          <a:bodyPr/>
          <a:lstStyle/>
          <a:p>
            <a:pPr algn="ctr"/>
            <a:r>
              <a:rPr lang="en-AU" sz="3200"/>
              <a:t>I am sorting 75 toy cars into 4 coloured boxes. The </a:t>
            </a:r>
            <a:r>
              <a:rPr lang="en-AU" sz="3200">
                <a:solidFill>
                  <a:srgbClr val="8C52FF"/>
                </a:solidFill>
              </a:rPr>
              <a:t>purple box </a:t>
            </a:r>
            <a:r>
              <a:rPr lang="en-AU" sz="3200"/>
              <a:t>has </a:t>
            </a:r>
            <a:r>
              <a:rPr lang="en-AU" sz="3200" b="1"/>
              <a:t>twice as many</a:t>
            </a:r>
            <a:r>
              <a:rPr lang="en-AU" sz="3200"/>
              <a:t> as the </a:t>
            </a:r>
            <a:r>
              <a:rPr lang="en-AU" sz="3200">
                <a:solidFill>
                  <a:srgbClr val="43B0F1"/>
                </a:solidFill>
              </a:rPr>
              <a:t>blue box</a:t>
            </a:r>
            <a:r>
              <a:rPr lang="en-AU" sz="3200"/>
              <a:t>. Which of the following could be correct?  You may select </a:t>
            </a:r>
            <a:r>
              <a:rPr lang="en-AU" sz="3200" b="1"/>
              <a:t>more than one </a:t>
            </a:r>
            <a:r>
              <a:rPr lang="en-AU" sz="3200"/>
              <a:t>answer.</a:t>
            </a:r>
            <a:endParaRPr lang="en-US" sz="3200"/>
          </a:p>
        </p:txBody>
      </p:sp>
      <p:sp>
        <p:nvSpPr>
          <p:cNvPr id="7" name="TextBox 6">
            <a:extLst>
              <a:ext uri="{FF2B5EF4-FFF2-40B4-BE49-F238E27FC236}">
                <a16:creationId xmlns:a16="http://schemas.microsoft.com/office/drawing/2014/main" id="{45EAD471-AFF2-509D-8083-CC64CF4680AE}"/>
              </a:ext>
            </a:extLst>
          </p:cNvPr>
          <p:cNvSpPr txBox="1"/>
          <p:nvPr/>
        </p:nvSpPr>
        <p:spPr>
          <a:xfrm>
            <a:off x="322559" y="3429000"/>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dirty="0"/>
              <a:t>A</a:t>
            </a:r>
          </a:p>
        </p:txBody>
      </p:sp>
      <p:sp>
        <p:nvSpPr>
          <p:cNvPr id="18" name="A text">
            <a:extLst>
              <a:ext uri="{FF2B5EF4-FFF2-40B4-BE49-F238E27FC236}">
                <a16:creationId xmlns:a16="http://schemas.microsoft.com/office/drawing/2014/main" id="{921A8829-B532-EE19-2A6E-C7142E699592}"/>
              </a:ext>
            </a:extLst>
          </p:cNvPr>
          <p:cNvSpPr>
            <a:spLocks noGrp="1"/>
          </p:cNvSpPr>
          <p:nvPr>
            <p:ph type="body" sz="quarter" idx="31"/>
          </p:nvPr>
        </p:nvSpPr>
        <p:spPr>
          <a:xfrm>
            <a:off x="997523" y="3429000"/>
            <a:ext cx="10175920" cy="641396"/>
          </a:xfrm>
        </p:spPr>
        <p:txBody>
          <a:bodyPr anchor="ctr"/>
          <a:lstStyle/>
          <a:p>
            <a:r>
              <a:rPr lang="pt-BR" sz="3600" dirty="0">
                <a:solidFill>
                  <a:srgbClr val="EE6314"/>
                </a:solidFill>
              </a:rPr>
              <a:t>orange 22</a:t>
            </a:r>
            <a:r>
              <a:rPr lang="pt-BR" sz="3600" dirty="0"/>
              <a:t>, </a:t>
            </a:r>
            <a:r>
              <a:rPr lang="pt-BR" sz="3600" dirty="0">
                <a:solidFill>
                  <a:srgbClr val="43B0F1"/>
                </a:solidFill>
              </a:rPr>
              <a:t>blue 10</a:t>
            </a:r>
            <a:r>
              <a:rPr lang="pt-BR" sz="3600" dirty="0"/>
              <a:t>, </a:t>
            </a:r>
            <a:r>
              <a:rPr lang="pt-BR" sz="3600" dirty="0">
                <a:solidFill>
                  <a:srgbClr val="00BF63"/>
                </a:solidFill>
              </a:rPr>
              <a:t>green 23</a:t>
            </a:r>
            <a:r>
              <a:rPr lang="pt-BR" sz="3600" dirty="0"/>
              <a:t>, </a:t>
            </a:r>
            <a:r>
              <a:rPr lang="pt-BR" sz="3600" dirty="0">
                <a:solidFill>
                  <a:srgbClr val="8C52FF"/>
                </a:solidFill>
              </a:rPr>
              <a:t>purple 20</a:t>
            </a:r>
            <a:endParaRPr lang="en-US" sz="3600" dirty="0">
              <a:solidFill>
                <a:srgbClr val="8C52FF"/>
              </a:solidFill>
            </a:endParaRPr>
          </a:p>
        </p:txBody>
      </p:sp>
      <p:sp>
        <p:nvSpPr>
          <p:cNvPr id="10" name="B">
            <a:extLst>
              <a:ext uri="{FF2B5EF4-FFF2-40B4-BE49-F238E27FC236}">
                <a16:creationId xmlns:a16="http://schemas.microsoft.com/office/drawing/2014/main" id="{C91D4B31-8BBC-20E2-17B9-1AA623B668D6}"/>
              </a:ext>
            </a:extLst>
          </p:cNvPr>
          <p:cNvSpPr txBox="1"/>
          <p:nvPr/>
        </p:nvSpPr>
        <p:spPr>
          <a:xfrm>
            <a:off x="322562" y="4228279"/>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dirty="0"/>
              <a:t>B</a:t>
            </a:r>
          </a:p>
        </p:txBody>
      </p:sp>
      <p:sp>
        <p:nvSpPr>
          <p:cNvPr id="17" name="B text">
            <a:extLst>
              <a:ext uri="{FF2B5EF4-FFF2-40B4-BE49-F238E27FC236}">
                <a16:creationId xmlns:a16="http://schemas.microsoft.com/office/drawing/2014/main" id="{E1BF8514-DD48-CC7E-3A12-7F4622C10CFC}"/>
              </a:ext>
            </a:extLst>
          </p:cNvPr>
          <p:cNvSpPr>
            <a:spLocks noGrp="1"/>
          </p:cNvSpPr>
          <p:nvPr>
            <p:ph type="body" sz="quarter" idx="30"/>
          </p:nvPr>
        </p:nvSpPr>
        <p:spPr>
          <a:xfrm>
            <a:off x="997523" y="4276913"/>
            <a:ext cx="10175920" cy="641396"/>
          </a:xfrm>
        </p:spPr>
        <p:txBody>
          <a:bodyPr anchor="ctr"/>
          <a:lstStyle/>
          <a:p>
            <a:r>
              <a:rPr lang="pt-BR" sz="3600">
                <a:solidFill>
                  <a:srgbClr val="EE6314"/>
                </a:solidFill>
              </a:rPr>
              <a:t>orange 20</a:t>
            </a:r>
            <a:r>
              <a:rPr lang="pt-BR" sz="3600"/>
              <a:t>, </a:t>
            </a:r>
            <a:r>
              <a:rPr lang="pt-BR" sz="3600">
                <a:solidFill>
                  <a:srgbClr val="43B0F1"/>
                </a:solidFill>
              </a:rPr>
              <a:t>blue 15</a:t>
            </a:r>
            <a:r>
              <a:rPr lang="pt-BR" sz="3600"/>
              <a:t>, </a:t>
            </a:r>
            <a:r>
              <a:rPr lang="pt-BR" sz="3600">
                <a:solidFill>
                  <a:srgbClr val="00BF63"/>
                </a:solidFill>
              </a:rPr>
              <a:t>green 12</a:t>
            </a:r>
            <a:r>
              <a:rPr lang="pt-BR" sz="3600"/>
              <a:t>, </a:t>
            </a:r>
            <a:r>
              <a:rPr lang="pt-BR" sz="3600">
                <a:solidFill>
                  <a:srgbClr val="8C52FF"/>
                </a:solidFill>
              </a:rPr>
              <a:t>purple 28</a:t>
            </a:r>
            <a:endParaRPr lang="en-US" sz="3600">
              <a:solidFill>
                <a:srgbClr val="8C52FF"/>
              </a:solidFill>
            </a:endParaRPr>
          </a:p>
        </p:txBody>
      </p:sp>
      <p:sp>
        <p:nvSpPr>
          <p:cNvPr id="12" name="C">
            <a:extLst>
              <a:ext uri="{FF2B5EF4-FFF2-40B4-BE49-F238E27FC236}">
                <a16:creationId xmlns:a16="http://schemas.microsoft.com/office/drawing/2014/main" id="{98F29A41-331C-FAE9-18B4-8D76D9370B67}"/>
              </a:ext>
            </a:extLst>
          </p:cNvPr>
          <p:cNvSpPr txBox="1"/>
          <p:nvPr/>
        </p:nvSpPr>
        <p:spPr>
          <a:xfrm>
            <a:off x="322561" y="5078332"/>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
        <p:nvSpPr>
          <p:cNvPr id="16" name="C text">
            <a:extLst>
              <a:ext uri="{FF2B5EF4-FFF2-40B4-BE49-F238E27FC236}">
                <a16:creationId xmlns:a16="http://schemas.microsoft.com/office/drawing/2014/main" id="{D400B227-7FD6-958A-F1B4-39DC1CB49FD7}"/>
              </a:ext>
            </a:extLst>
          </p:cNvPr>
          <p:cNvSpPr>
            <a:spLocks noGrp="1"/>
          </p:cNvSpPr>
          <p:nvPr>
            <p:ph type="body" sz="quarter" idx="29"/>
          </p:nvPr>
        </p:nvSpPr>
        <p:spPr>
          <a:xfrm>
            <a:off x="997523" y="5126966"/>
            <a:ext cx="10175920" cy="641396"/>
          </a:xfrm>
        </p:spPr>
        <p:txBody>
          <a:bodyPr anchor="ctr"/>
          <a:lstStyle/>
          <a:p>
            <a:r>
              <a:rPr lang="pt-BR" sz="3600">
                <a:solidFill>
                  <a:srgbClr val="EE6314"/>
                </a:solidFill>
              </a:rPr>
              <a:t>orange 25</a:t>
            </a:r>
            <a:r>
              <a:rPr lang="pt-BR" sz="3600"/>
              <a:t>, </a:t>
            </a:r>
            <a:r>
              <a:rPr lang="pt-BR" sz="3600">
                <a:solidFill>
                  <a:srgbClr val="43B0F1"/>
                </a:solidFill>
              </a:rPr>
              <a:t>blue 13</a:t>
            </a:r>
            <a:r>
              <a:rPr lang="pt-BR" sz="3600"/>
              <a:t>, </a:t>
            </a:r>
            <a:r>
              <a:rPr lang="pt-BR" sz="3600">
                <a:solidFill>
                  <a:srgbClr val="00BF63"/>
                </a:solidFill>
              </a:rPr>
              <a:t>green 15</a:t>
            </a:r>
            <a:r>
              <a:rPr lang="pt-BR" sz="3600"/>
              <a:t>, </a:t>
            </a:r>
            <a:r>
              <a:rPr lang="pt-BR" sz="3600">
                <a:solidFill>
                  <a:srgbClr val="8C52FF"/>
                </a:solidFill>
              </a:rPr>
              <a:t>purple 22</a:t>
            </a:r>
            <a:endParaRPr lang="en-US" sz="3600">
              <a:solidFill>
                <a:srgbClr val="8C52FF"/>
              </a:solidFill>
            </a:endParaRPr>
          </a:p>
        </p:txBody>
      </p:sp>
      <p:sp>
        <p:nvSpPr>
          <p:cNvPr id="11" name="D">
            <a:extLst>
              <a:ext uri="{FF2B5EF4-FFF2-40B4-BE49-F238E27FC236}">
                <a16:creationId xmlns:a16="http://schemas.microsoft.com/office/drawing/2014/main" id="{85D55876-7F13-B52F-99DB-C39656394E59}"/>
              </a:ext>
            </a:extLst>
          </p:cNvPr>
          <p:cNvSpPr txBox="1"/>
          <p:nvPr/>
        </p:nvSpPr>
        <p:spPr>
          <a:xfrm>
            <a:off x="322560" y="5928385"/>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14" name="D text">
            <a:extLst>
              <a:ext uri="{FF2B5EF4-FFF2-40B4-BE49-F238E27FC236}">
                <a16:creationId xmlns:a16="http://schemas.microsoft.com/office/drawing/2014/main" id="{73B266D3-287E-E689-C42C-5CD6746F0792}"/>
              </a:ext>
            </a:extLst>
          </p:cNvPr>
          <p:cNvSpPr>
            <a:spLocks noGrp="1"/>
          </p:cNvSpPr>
          <p:nvPr>
            <p:ph type="body" sz="quarter" idx="27"/>
          </p:nvPr>
        </p:nvSpPr>
        <p:spPr>
          <a:xfrm>
            <a:off x="997523" y="5977019"/>
            <a:ext cx="10175920" cy="641396"/>
          </a:xfrm>
        </p:spPr>
        <p:txBody>
          <a:bodyPr anchor="ctr"/>
          <a:lstStyle/>
          <a:p>
            <a:r>
              <a:rPr lang="pt-BR" sz="3600" dirty="0">
                <a:solidFill>
                  <a:srgbClr val="EE6314"/>
                </a:solidFill>
              </a:rPr>
              <a:t>orange 19</a:t>
            </a:r>
            <a:r>
              <a:rPr lang="pt-BR" sz="3600" dirty="0"/>
              <a:t>, </a:t>
            </a:r>
            <a:r>
              <a:rPr lang="pt-BR" sz="3600" dirty="0">
                <a:solidFill>
                  <a:srgbClr val="43B0F1"/>
                </a:solidFill>
              </a:rPr>
              <a:t>blue 15</a:t>
            </a:r>
            <a:r>
              <a:rPr lang="pt-BR" sz="3600" dirty="0"/>
              <a:t>, </a:t>
            </a:r>
            <a:r>
              <a:rPr lang="pt-BR" sz="3600" dirty="0">
                <a:solidFill>
                  <a:srgbClr val="00BF63"/>
                </a:solidFill>
              </a:rPr>
              <a:t>green 11</a:t>
            </a:r>
            <a:r>
              <a:rPr lang="pt-BR" sz="3600" dirty="0"/>
              <a:t>, </a:t>
            </a:r>
            <a:r>
              <a:rPr lang="pt-BR" sz="3600" dirty="0">
                <a:solidFill>
                  <a:srgbClr val="8C52FF"/>
                </a:solidFill>
              </a:rPr>
              <a:t>purple 30</a:t>
            </a:r>
            <a:endParaRPr lang="en-US" sz="3600" dirty="0">
              <a:solidFill>
                <a:srgbClr val="8C52FF"/>
              </a:solidFill>
            </a:endParaRPr>
          </a:p>
        </p:txBody>
      </p:sp>
      <p:sp>
        <p:nvSpPr>
          <p:cNvPr id="2" name="Slide Number Placeholder 1">
            <a:extLst>
              <a:ext uri="{FF2B5EF4-FFF2-40B4-BE49-F238E27FC236}">
                <a16:creationId xmlns:a16="http://schemas.microsoft.com/office/drawing/2014/main" id="{216C138B-19E5-1264-03E7-0B80A50DC2DD}"/>
              </a:ext>
              <a:ext uri="{C183D7F6-B498-43B3-948B-1728B52AA6E4}">
                <adec:decorative xmlns:adec="http://schemas.microsoft.com/office/drawing/2017/decorative" val="1"/>
              </a:ext>
            </a:extLst>
          </p:cNvPr>
          <p:cNvSpPr>
            <a:spLocks noGrp="1"/>
          </p:cNvSpPr>
          <p:nvPr>
            <p:ph type="sldNum" sz="quarter" idx="12"/>
          </p:nvPr>
        </p:nvSpPr>
        <p:spPr>
          <a:xfrm>
            <a:off x="11123999" y="6209892"/>
            <a:ext cx="720000" cy="180000"/>
          </a:xfrm>
        </p:spPr>
        <p:txBody>
          <a:bodyPr/>
          <a:lstStyle/>
          <a:p>
            <a:fld id="{10A01DC5-1685-4615-8240-15192985C6A2}" type="slidenum">
              <a:rPr lang="en-AU" smtClean="0"/>
              <a:t>5</a:t>
            </a:fld>
            <a:endParaRPr lang="en-AU"/>
          </a:p>
        </p:txBody>
      </p:sp>
      <p:pic>
        <p:nvPicPr>
          <p:cNvPr id="6" name="Picture 5">
            <a:extLst>
              <a:ext uri="{FF2B5EF4-FFF2-40B4-BE49-F238E27FC236}">
                <a16:creationId xmlns:a16="http://schemas.microsoft.com/office/drawing/2014/main" id="{5CA42082-B2D5-A071-A668-085D5015A475}"/>
              </a:ex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9170026" y="3986402"/>
            <a:ext cx="2803668" cy="1822543"/>
          </a:xfrm>
          <a:prstGeom prst="rect">
            <a:avLst/>
          </a:prstGeom>
        </p:spPr>
      </p:pic>
    </p:spTree>
    <p:extLst>
      <p:ext uri="{BB962C8B-B14F-4D97-AF65-F5344CB8AC3E}">
        <p14:creationId xmlns:p14="http://schemas.microsoft.com/office/powerpoint/2010/main" val="26914934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EA2FCFCE-567A-FEA7-C18E-789999BB63E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a:t>
            </a:r>
          </a:p>
        </p:txBody>
      </p:sp>
      <p:pic>
        <p:nvPicPr>
          <p:cNvPr id="3" name="Picture 2" descr="image of a clipboard with a pencil recording short answer responses">
            <a:extLst>
              <a:ext uri="{FF2B5EF4-FFF2-40B4-BE49-F238E27FC236}">
                <a16:creationId xmlns:a16="http://schemas.microsoft.com/office/drawing/2014/main" id="{69E4B2B2-713D-5998-87AB-5FC222AE389E}"/>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FE99FCAD-B981-9BBC-C5BF-914232435E08}"/>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a:t>
            </a:fld>
            <a:endParaRPr lang="en-AU"/>
          </a:p>
        </p:txBody>
      </p:sp>
      <p:sp>
        <p:nvSpPr>
          <p:cNvPr id="5" name="TextBox 4">
            <a:extLst>
              <a:ext uri="{FF2B5EF4-FFF2-40B4-BE49-F238E27FC236}">
                <a16:creationId xmlns:a16="http://schemas.microsoft.com/office/drawing/2014/main" id="{26FBCDBE-0F41-3FE7-8349-52FC9277B183}"/>
              </a:ext>
            </a:extLst>
          </p:cNvPr>
          <p:cNvSpPr txBox="1"/>
          <p:nvPr/>
        </p:nvSpPr>
        <p:spPr>
          <a:xfrm>
            <a:off x="246024" y="905601"/>
            <a:ext cx="11111947" cy="1575412"/>
          </a:xfrm>
          <a:prstGeom prst="rect">
            <a:avLst/>
          </a:prstGeom>
          <a:noFill/>
        </p:spPr>
        <p:txBody>
          <a:bodyPr wrap="square" lIns="0" tIns="0" rIns="0" bIns="0" rtlCol="0">
            <a:noAutofit/>
          </a:bodyPr>
          <a:lstStyle/>
          <a:p>
            <a:pPr algn="ctr">
              <a:lnSpc>
                <a:spcPct val="150000"/>
              </a:lnSpc>
            </a:pPr>
            <a:r>
              <a:rPr lang="en-AU" sz="3000" dirty="0"/>
              <a:t>In non-standard partitioning, record how many:</a:t>
            </a:r>
          </a:p>
          <a:p>
            <a:pPr marL="457200" indent="-457200" algn="ctr">
              <a:lnSpc>
                <a:spcPct val="150000"/>
              </a:lnSpc>
              <a:buFont typeface="Arial" panose="020B0604020202020204" pitchFamily="34" charset="0"/>
              <a:buChar char="•"/>
            </a:pPr>
            <a:r>
              <a:rPr lang="en-AU" sz="3000" b="1" dirty="0"/>
              <a:t>tens</a:t>
            </a:r>
            <a:r>
              <a:rPr lang="en-AU" sz="3000" dirty="0"/>
              <a:t> </a:t>
            </a:r>
          </a:p>
          <a:p>
            <a:pPr marL="457200" indent="-457200" algn="ctr">
              <a:lnSpc>
                <a:spcPct val="150000"/>
              </a:lnSpc>
              <a:buFont typeface="Arial" panose="020B0604020202020204" pitchFamily="34" charset="0"/>
              <a:buChar char="•"/>
            </a:pPr>
            <a:r>
              <a:rPr lang="en-AU" sz="3000" b="1" dirty="0"/>
              <a:t>hundred thousands </a:t>
            </a:r>
            <a:endParaRPr lang="en-AU" sz="3000" dirty="0"/>
          </a:p>
          <a:p>
            <a:pPr marL="457200" indent="-457200" algn="ctr">
              <a:lnSpc>
                <a:spcPct val="150000"/>
              </a:lnSpc>
              <a:buFont typeface="Arial" panose="020B0604020202020204" pitchFamily="34" charset="0"/>
              <a:buChar char="•"/>
            </a:pPr>
            <a:r>
              <a:rPr lang="en-AU" sz="3000" b="1" dirty="0"/>
              <a:t>millions </a:t>
            </a:r>
            <a:endParaRPr lang="en-AU" sz="3000" dirty="0"/>
          </a:p>
        </p:txBody>
      </p:sp>
      <p:pic>
        <p:nvPicPr>
          <p:cNvPr id="4" name="Picture 3" descr="A place value house used to represent place value from ones to hundred billions. The number displayed in the place value house is: 592 640 173.">
            <a:extLst>
              <a:ext uri="{FF2B5EF4-FFF2-40B4-BE49-F238E27FC236}">
                <a16:creationId xmlns:a16="http://schemas.microsoft.com/office/drawing/2014/main" id="{8B38D9DB-163C-87FD-66A0-54D2F23FD320}"/>
              </a:ext>
            </a:extLst>
          </p:cNvPr>
          <p:cNvPicPr>
            <a:picLocks noChangeAspect="1"/>
          </p:cNvPicPr>
          <p:nvPr/>
        </p:nvPicPr>
        <p:blipFill>
          <a:blip r:embed="rId4"/>
          <a:stretch>
            <a:fillRect/>
          </a:stretch>
        </p:blipFill>
        <p:spPr>
          <a:xfrm>
            <a:off x="2336801" y="3796215"/>
            <a:ext cx="7999761" cy="2809785"/>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0635428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3411CE-E116-841D-F2F0-1C12109F17DD}"/>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1014A95-1EC4-1B01-3D2F-522380691BED}"/>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a:t>
            </a:r>
          </a:p>
        </p:txBody>
      </p:sp>
      <p:pic>
        <p:nvPicPr>
          <p:cNvPr id="3" name="Picture 2" descr="image of a clipboard with a pencil recording short answer responses">
            <a:extLst>
              <a:ext uri="{FF2B5EF4-FFF2-40B4-BE49-F238E27FC236}">
                <a16:creationId xmlns:a16="http://schemas.microsoft.com/office/drawing/2014/main" id="{AB837201-1557-1DB2-05E9-E523FE1B1708}"/>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Box 4">
            <a:extLst>
              <a:ext uri="{FF2B5EF4-FFF2-40B4-BE49-F238E27FC236}">
                <a16:creationId xmlns:a16="http://schemas.microsoft.com/office/drawing/2014/main" id="{AD5738E3-703F-84E7-04C2-527D7835AE04}"/>
              </a:ext>
            </a:extLst>
          </p:cNvPr>
          <p:cNvSpPr txBox="1"/>
          <p:nvPr/>
        </p:nvSpPr>
        <p:spPr>
          <a:xfrm>
            <a:off x="56791" y="878093"/>
            <a:ext cx="4454607" cy="5056577"/>
          </a:xfrm>
          <a:prstGeom prst="rect">
            <a:avLst/>
          </a:prstGeom>
          <a:noFill/>
        </p:spPr>
        <p:txBody>
          <a:bodyPr wrap="square">
            <a:spAutoFit/>
          </a:bodyPr>
          <a:lstStyle/>
          <a:p>
            <a:pPr marL="571500" indent="-571500" algn="ctr">
              <a:lnSpc>
                <a:spcPct val="150000"/>
              </a:lnSpc>
              <a:buFont typeface="Arial" panose="020B0604020202020204" pitchFamily="34" charset="0"/>
              <a:buChar char="•"/>
            </a:pPr>
            <a:r>
              <a:rPr lang="en-AU" sz="4000">
                <a:latin typeface="Arial" panose="020B0604020202020204" pitchFamily="34" charset="0"/>
                <a:cs typeface="Arial" panose="020B0604020202020204" pitchFamily="34" charset="0"/>
              </a:rPr>
              <a:t>What is the </a:t>
            </a:r>
            <a:r>
              <a:rPr lang="en-AU" sz="4000" b="1">
                <a:latin typeface="Arial" panose="020B0604020202020204" pitchFamily="34" charset="0"/>
                <a:cs typeface="Arial" panose="020B0604020202020204" pitchFamily="34" charset="0"/>
              </a:rPr>
              <a:t>mode </a:t>
            </a:r>
            <a:r>
              <a:rPr lang="en-AU" sz="4000">
                <a:latin typeface="Arial" panose="020B0604020202020204" pitchFamily="34" charset="0"/>
                <a:cs typeface="Arial" panose="020B0604020202020204" pitchFamily="34" charset="0"/>
              </a:rPr>
              <a:t>for </a:t>
            </a:r>
            <a:r>
              <a:rPr lang="en-AU" sz="4000">
                <a:solidFill>
                  <a:srgbClr val="00BF63"/>
                </a:solidFill>
                <a:latin typeface="Arial" panose="020B0604020202020204" pitchFamily="34" charset="0"/>
                <a:cs typeface="Arial" panose="020B0604020202020204" pitchFamily="34" charset="0"/>
              </a:rPr>
              <a:t>K-2</a:t>
            </a:r>
            <a:r>
              <a:rPr lang="en-AU" sz="4000">
                <a:latin typeface="Arial" panose="020B0604020202020204" pitchFamily="34" charset="0"/>
                <a:cs typeface="Arial" panose="020B0604020202020204" pitchFamily="34" charset="0"/>
              </a:rPr>
              <a:t> ? </a:t>
            </a:r>
          </a:p>
          <a:p>
            <a:pPr marL="571500" indent="-571500" algn="ctr">
              <a:lnSpc>
                <a:spcPct val="150000"/>
              </a:lnSpc>
              <a:buFont typeface="Arial" panose="020B0604020202020204" pitchFamily="34" charset="0"/>
              <a:buChar char="•"/>
            </a:pPr>
            <a:endParaRPr lang="en-AU" sz="2000">
              <a:latin typeface="Arial" panose="020B0604020202020204" pitchFamily="34" charset="0"/>
              <a:cs typeface="Arial" panose="020B0604020202020204" pitchFamily="34" charset="0"/>
            </a:endParaRPr>
          </a:p>
          <a:p>
            <a:pPr marL="571500" indent="-571500" algn="ctr">
              <a:lnSpc>
                <a:spcPct val="150000"/>
              </a:lnSpc>
              <a:buFont typeface="Arial" panose="020B0604020202020204" pitchFamily="34" charset="0"/>
              <a:buChar char="•"/>
            </a:pPr>
            <a:r>
              <a:rPr lang="en-AU" sz="4000">
                <a:latin typeface="Arial" panose="020B0604020202020204" pitchFamily="34" charset="0"/>
                <a:cs typeface="Arial" panose="020B0604020202020204" pitchFamily="34" charset="0"/>
              </a:rPr>
              <a:t>What is the </a:t>
            </a:r>
            <a:r>
              <a:rPr lang="en-AU" sz="4000" b="1">
                <a:latin typeface="Arial" panose="020B0604020202020204" pitchFamily="34" charset="0"/>
                <a:cs typeface="Arial" panose="020B0604020202020204" pitchFamily="34" charset="0"/>
              </a:rPr>
              <a:t>mode</a:t>
            </a:r>
            <a:r>
              <a:rPr lang="en-AU" sz="4000">
                <a:latin typeface="Arial" panose="020B0604020202020204" pitchFamily="34" charset="0"/>
                <a:cs typeface="Arial" panose="020B0604020202020204" pitchFamily="34" charset="0"/>
              </a:rPr>
              <a:t> for </a:t>
            </a:r>
            <a:r>
              <a:rPr lang="en-AU" sz="4000">
                <a:solidFill>
                  <a:srgbClr val="6D2B9E"/>
                </a:solidFill>
                <a:latin typeface="Arial" panose="020B0604020202020204" pitchFamily="34" charset="0"/>
                <a:cs typeface="Arial" panose="020B0604020202020204" pitchFamily="34" charset="0"/>
              </a:rPr>
              <a:t>3-6</a:t>
            </a:r>
            <a:r>
              <a:rPr lang="en-AU" sz="4000">
                <a:latin typeface="Arial" panose="020B0604020202020204" pitchFamily="34" charset="0"/>
                <a:cs typeface="Arial" panose="020B0604020202020204" pitchFamily="34" charset="0"/>
              </a:rPr>
              <a:t> students?</a:t>
            </a:r>
          </a:p>
        </p:txBody>
      </p:sp>
      <p:pic>
        <p:nvPicPr>
          <p:cNvPr id="4" name="Picture 3" descr="A column graph titled 'Ideas for the new library'. &#10;K to 2 – 8 votes for more picture books, 3 votes for more graphic novels, 2 votes for a pet bird, 6 votes for a computer for students and 9 votes for a sofa and cushions. &#10;3 to 6 – 5 votes for more picture books, 12 votes for more graphic novels, 1 vote for a pet bird, 10 votes for a computer for students and 9 votes for a sofa and cushions.">
            <a:extLst>
              <a:ext uri="{FF2B5EF4-FFF2-40B4-BE49-F238E27FC236}">
                <a16:creationId xmlns:a16="http://schemas.microsoft.com/office/drawing/2014/main" id="{FC2116FB-951A-9B0C-749F-5DB8887076F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511399" y="1337458"/>
            <a:ext cx="7434577" cy="4661853"/>
          </a:xfrm>
          <a:prstGeom prst="rect">
            <a:avLst/>
          </a:prstGeom>
          <a:ln>
            <a:noFill/>
          </a:ln>
          <a:effectLst>
            <a:outerShdw blurRad="292100" dist="139700" dir="2700000" algn="tl" rotWithShape="0">
              <a:srgbClr val="333333">
                <a:alpha val="65000"/>
              </a:srgbClr>
            </a:outerShdw>
          </a:effectLst>
        </p:spPr>
      </p:pic>
      <p:sp>
        <p:nvSpPr>
          <p:cNvPr id="2" name="Slide Number Placeholder 1">
            <a:extLst>
              <a:ext uri="{FF2B5EF4-FFF2-40B4-BE49-F238E27FC236}">
                <a16:creationId xmlns:a16="http://schemas.microsoft.com/office/drawing/2014/main" id="{5C8C32F4-64EB-8A29-5516-F44EDA67F45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7</a:t>
            </a:fld>
            <a:endParaRPr lang="en-AU"/>
          </a:p>
        </p:txBody>
      </p:sp>
    </p:spTree>
    <p:extLst>
      <p:ext uri="{BB962C8B-B14F-4D97-AF65-F5344CB8AC3E}">
        <p14:creationId xmlns:p14="http://schemas.microsoft.com/office/powerpoint/2010/main" val="29232178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62CA30-0F81-EF60-3DBE-2C408AF023D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EEDF9EE2-B4DE-CF91-3A69-C4D930AFA2C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(3)</a:t>
            </a:r>
          </a:p>
        </p:txBody>
      </p:sp>
      <p:pic>
        <p:nvPicPr>
          <p:cNvPr id="3" name="Picture 2" descr="image of a clipboard with a pencil recording short answer responses">
            <a:extLst>
              <a:ext uri="{FF2B5EF4-FFF2-40B4-BE49-F238E27FC236}">
                <a16:creationId xmlns:a16="http://schemas.microsoft.com/office/drawing/2014/main" id="{AE7CD0B4-5C73-21ED-199C-D91A99981CD2}"/>
              </a:ext>
            </a:extLst>
          </p:cNvPr>
          <p:cNvPicPr>
            <a:picLocks noChangeAspect="1"/>
          </p:cNvPicPr>
          <p:nvPr/>
        </p:nvPicPr>
        <p:blipFill>
          <a:blip r:embed="rId3"/>
          <a:stretch>
            <a:fillRect/>
          </a:stretch>
        </p:blipFill>
        <p:spPr>
          <a:xfrm>
            <a:off x="11030476" y="268723"/>
            <a:ext cx="915500" cy="915500"/>
          </a:xfrm>
          <a:prstGeom prst="rect">
            <a:avLst/>
          </a:prstGeom>
        </p:spPr>
      </p:pic>
      <p:sp>
        <p:nvSpPr>
          <p:cNvPr id="12" name="TextBox 11">
            <a:extLst>
              <a:ext uri="{FF2B5EF4-FFF2-40B4-BE49-F238E27FC236}">
                <a16:creationId xmlns:a16="http://schemas.microsoft.com/office/drawing/2014/main" id="{9F93FDF6-820F-79B3-99D9-AF6D3C19A22B}"/>
              </a:ext>
            </a:extLst>
          </p:cNvPr>
          <p:cNvSpPr txBox="1"/>
          <p:nvPr/>
        </p:nvSpPr>
        <p:spPr>
          <a:xfrm>
            <a:off x="825928" y="1231017"/>
            <a:ext cx="10540144" cy="1478418"/>
          </a:xfrm>
          <a:prstGeom prst="rect">
            <a:avLst/>
          </a:prstGeom>
          <a:noFill/>
        </p:spPr>
        <p:txBody>
          <a:bodyPr wrap="square">
            <a:spAutoFit/>
          </a:bodyPr>
          <a:lstStyle/>
          <a:p>
            <a:pPr algn="ctr">
              <a:lnSpc>
                <a:spcPct val="150000"/>
              </a:lnSpc>
            </a:pPr>
            <a:r>
              <a:rPr lang="en-AU" sz="3200" dirty="0"/>
              <a:t>Draw an empty number line starting at 0 and ending at 1.</a:t>
            </a:r>
          </a:p>
          <a:p>
            <a:pPr algn="ctr">
              <a:lnSpc>
                <a:spcPct val="150000"/>
              </a:lnSpc>
            </a:pPr>
            <a:r>
              <a:rPr lang="en-AU" sz="3200" dirty="0"/>
              <a:t>Mark the following </a:t>
            </a:r>
            <a:r>
              <a:rPr lang="en-AU" sz="3200" b="1" dirty="0"/>
              <a:t>unit fractions </a:t>
            </a:r>
            <a:r>
              <a:rPr lang="en-AU" sz="3200" dirty="0"/>
              <a:t>on the number line:</a:t>
            </a:r>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625B517F-AA1A-0350-539B-B968B4E066FC}"/>
                  </a:ext>
                </a:extLst>
              </p:cNvPr>
              <p:cNvSpPr txBox="1"/>
              <p:nvPr/>
            </p:nvSpPr>
            <p:spPr>
              <a:xfrm>
                <a:off x="1296862" y="3098338"/>
                <a:ext cx="796982" cy="795130"/>
              </a:xfrm>
              <a:prstGeom prst="rect">
                <a:avLst/>
              </a:prstGeom>
              <a:noFill/>
            </p:spPr>
            <p:txBody>
              <a:bodyPr wrap="square" lIns="0" tIns="0" rIns="0" bIns="0" rtlCol="0">
                <a:noAutofit/>
              </a:bodyPr>
              <a:lstStyle/>
              <a:p>
                <a:pPr algn="l"/>
                <a14:m>
                  <m:oMathPara xmlns:m="http://schemas.openxmlformats.org/officeDocument/2006/math">
                    <m:oMathParaPr>
                      <m:jc m:val="centerGroup"/>
                    </m:oMathParaPr>
                    <m:oMath xmlns:m="http://schemas.openxmlformats.org/officeDocument/2006/math">
                      <m:f>
                        <m:fPr>
                          <m:ctrlPr>
                            <a:rPr lang="en-AU" sz="3200" b="0" i="1" smtClean="0">
                              <a:latin typeface="Cambria Math" panose="02040503050406030204" pitchFamily="18" charset="0"/>
                            </a:rPr>
                          </m:ctrlPr>
                        </m:fPr>
                        <m:num>
                          <m:r>
                            <a:rPr lang="en-AU" sz="3200" b="0" i="1" smtClean="0">
                              <a:latin typeface="Cambria Math" panose="02040503050406030204" pitchFamily="18" charset="0"/>
                            </a:rPr>
                            <m:t>1</m:t>
                          </m:r>
                        </m:num>
                        <m:den>
                          <m:r>
                            <a:rPr lang="en-AU" sz="3200" b="0" i="1" smtClean="0">
                              <a:latin typeface="Cambria Math" panose="02040503050406030204" pitchFamily="18" charset="0"/>
                            </a:rPr>
                            <m:t>2</m:t>
                          </m:r>
                        </m:den>
                      </m:f>
                    </m:oMath>
                  </m:oMathPara>
                </a14:m>
                <a:endParaRPr lang="en-AU" sz="3200" dirty="0"/>
              </a:p>
            </p:txBody>
          </p:sp>
        </mc:Choice>
        <mc:Fallback xmlns="">
          <p:sp>
            <p:nvSpPr>
              <p:cNvPr id="13" name="TextBox 12">
                <a:extLst>
                  <a:ext uri="{FF2B5EF4-FFF2-40B4-BE49-F238E27FC236}">
                    <a16:creationId xmlns:a16="http://schemas.microsoft.com/office/drawing/2014/main" id="{625B517F-AA1A-0350-539B-B968B4E066FC}"/>
                  </a:ext>
                </a:extLst>
              </p:cNvPr>
              <p:cNvSpPr txBox="1">
                <a:spLocks noRot="1" noChangeAspect="1" noMove="1" noResize="1" noEditPoints="1" noAdjustHandles="1" noChangeArrowheads="1" noChangeShapeType="1" noTextEdit="1"/>
              </p:cNvSpPr>
              <p:nvPr/>
            </p:nvSpPr>
            <p:spPr>
              <a:xfrm>
                <a:off x="1296862" y="3098338"/>
                <a:ext cx="796982" cy="795130"/>
              </a:xfrm>
              <a:prstGeom prst="rect">
                <a:avLst/>
              </a:prstGeom>
              <a:blipFill>
                <a:blip r:embed="rId4"/>
                <a:stretch>
                  <a:fillRect b="-15267"/>
                </a:stretch>
              </a:blipFill>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A1634069-BF0E-D206-BBBC-84C3B334F7A2}"/>
                  </a:ext>
                </a:extLst>
              </p:cNvPr>
              <p:cNvSpPr txBox="1"/>
              <p:nvPr/>
            </p:nvSpPr>
            <p:spPr>
              <a:xfrm>
                <a:off x="4106325" y="3106971"/>
                <a:ext cx="796982" cy="795130"/>
              </a:xfrm>
              <a:prstGeom prst="rect">
                <a:avLst/>
              </a:prstGeom>
              <a:noFill/>
            </p:spPr>
            <p:txBody>
              <a:bodyPr wrap="square" lIns="0" tIns="0" rIns="0" bIns="0" rtlCol="0">
                <a:noAutofit/>
              </a:bodyPr>
              <a:lstStyle/>
              <a:p>
                <a:pPr algn="l"/>
                <a14:m>
                  <m:oMathPara xmlns:m="http://schemas.openxmlformats.org/officeDocument/2006/math">
                    <m:oMathParaPr>
                      <m:jc m:val="centerGroup"/>
                    </m:oMathParaPr>
                    <m:oMath xmlns:m="http://schemas.openxmlformats.org/officeDocument/2006/math">
                      <m:f>
                        <m:fPr>
                          <m:ctrlPr>
                            <a:rPr lang="en-AU" sz="3200" b="0" i="1" smtClean="0">
                              <a:latin typeface="Cambria Math" panose="02040503050406030204" pitchFamily="18" charset="0"/>
                            </a:rPr>
                          </m:ctrlPr>
                        </m:fPr>
                        <m:num>
                          <m:r>
                            <a:rPr lang="en-AU" sz="3200" b="0" i="1" smtClean="0">
                              <a:latin typeface="Cambria Math" panose="02040503050406030204" pitchFamily="18" charset="0"/>
                            </a:rPr>
                            <m:t>1</m:t>
                          </m:r>
                        </m:num>
                        <m:den>
                          <m:r>
                            <a:rPr lang="en-AU" sz="3200" b="0" i="1" smtClean="0">
                              <a:latin typeface="Cambria Math" panose="02040503050406030204" pitchFamily="18" charset="0"/>
                            </a:rPr>
                            <m:t>4</m:t>
                          </m:r>
                        </m:den>
                      </m:f>
                    </m:oMath>
                  </m:oMathPara>
                </a14:m>
                <a:endParaRPr lang="en-AU" sz="3200"/>
              </a:p>
            </p:txBody>
          </p:sp>
        </mc:Choice>
        <mc:Fallback xmlns="">
          <p:sp>
            <p:nvSpPr>
              <p:cNvPr id="14" name="TextBox 13">
                <a:extLst>
                  <a:ext uri="{FF2B5EF4-FFF2-40B4-BE49-F238E27FC236}">
                    <a16:creationId xmlns:a16="http://schemas.microsoft.com/office/drawing/2014/main" id="{A1634069-BF0E-D206-BBBC-84C3B334F7A2}"/>
                  </a:ext>
                </a:extLst>
              </p:cNvPr>
              <p:cNvSpPr txBox="1">
                <a:spLocks noRot="1" noChangeAspect="1" noMove="1" noResize="1" noEditPoints="1" noAdjustHandles="1" noChangeArrowheads="1" noChangeShapeType="1" noTextEdit="1"/>
              </p:cNvSpPr>
              <p:nvPr/>
            </p:nvSpPr>
            <p:spPr>
              <a:xfrm>
                <a:off x="4106325" y="3106971"/>
                <a:ext cx="796982" cy="795130"/>
              </a:xfrm>
              <a:prstGeom prst="rect">
                <a:avLst/>
              </a:prstGeom>
              <a:blipFill>
                <a:blip r:embed="rId5"/>
                <a:stretch>
                  <a:fillRect b="-15385"/>
                </a:stretch>
              </a:blipFill>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3C9EF249-E296-CC6C-2B67-686B2ACB7E55}"/>
                  </a:ext>
                </a:extLst>
              </p:cNvPr>
              <p:cNvSpPr txBox="1"/>
              <p:nvPr/>
            </p:nvSpPr>
            <p:spPr>
              <a:xfrm>
                <a:off x="6915788" y="3115604"/>
                <a:ext cx="796982" cy="795130"/>
              </a:xfrm>
              <a:prstGeom prst="rect">
                <a:avLst/>
              </a:prstGeom>
              <a:noFill/>
            </p:spPr>
            <p:txBody>
              <a:bodyPr wrap="square" lIns="0" tIns="0" rIns="0" bIns="0" rtlCol="0">
                <a:noAutofit/>
              </a:bodyPr>
              <a:lstStyle/>
              <a:p>
                <a:pPr algn="l"/>
                <a14:m>
                  <m:oMathPara xmlns:m="http://schemas.openxmlformats.org/officeDocument/2006/math">
                    <m:oMathParaPr>
                      <m:jc m:val="centerGroup"/>
                    </m:oMathParaPr>
                    <m:oMath xmlns:m="http://schemas.openxmlformats.org/officeDocument/2006/math">
                      <m:f>
                        <m:fPr>
                          <m:ctrlPr>
                            <a:rPr lang="en-AU" sz="3200" b="0" i="1" smtClean="0">
                              <a:latin typeface="Cambria Math" panose="02040503050406030204" pitchFamily="18" charset="0"/>
                            </a:rPr>
                          </m:ctrlPr>
                        </m:fPr>
                        <m:num>
                          <m:r>
                            <a:rPr lang="en-AU" sz="3200" b="0" i="1" smtClean="0">
                              <a:latin typeface="Cambria Math" panose="02040503050406030204" pitchFamily="18" charset="0"/>
                            </a:rPr>
                            <m:t>1</m:t>
                          </m:r>
                        </m:num>
                        <m:den>
                          <m:r>
                            <a:rPr lang="en-AU" sz="3200" b="0" i="1" smtClean="0">
                              <a:latin typeface="Cambria Math" panose="02040503050406030204" pitchFamily="18" charset="0"/>
                            </a:rPr>
                            <m:t>8</m:t>
                          </m:r>
                        </m:den>
                      </m:f>
                    </m:oMath>
                  </m:oMathPara>
                </a14:m>
                <a:endParaRPr lang="en-AU" sz="3200"/>
              </a:p>
            </p:txBody>
          </p:sp>
        </mc:Choice>
        <mc:Fallback xmlns="">
          <p:sp>
            <p:nvSpPr>
              <p:cNvPr id="15" name="TextBox 14">
                <a:extLst>
                  <a:ext uri="{FF2B5EF4-FFF2-40B4-BE49-F238E27FC236}">
                    <a16:creationId xmlns:a16="http://schemas.microsoft.com/office/drawing/2014/main" id="{3C9EF249-E296-CC6C-2B67-686B2ACB7E55}"/>
                  </a:ext>
                </a:extLst>
              </p:cNvPr>
              <p:cNvSpPr txBox="1">
                <a:spLocks noRot="1" noChangeAspect="1" noMove="1" noResize="1" noEditPoints="1" noAdjustHandles="1" noChangeArrowheads="1" noChangeShapeType="1" noTextEdit="1"/>
              </p:cNvSpPr>
              <p:nvPr/>
            </p:nvSpPr>
            <p:spPr>
              <a:xfrm>
                <a:off x="6915788" y="3115604"/>
                <a:ext cx="796982" cy="795130"/>
              </a:xfrm>
              <a:prstGeom prst="rect">
                <a:avLst/>
              </a:prstGeom>
              <a:blipFill>
                <a:blip r:embed="rId6"/>
                <a:stretch>
                  <a:fillRect b="-15267"/>
                </a:stretch>
              </a:blipFill>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A683EAD1-BCAA-C2C1-0208-E3BB9A9A004A}"/>
                  </a:ext>
                </a:extLst>
              </p:cNvPr>
              <p:cNvSpPr txBox="1"/>
              <p:nvPr/>
            </p:nvSpPr>
            <p:spPr>
              <a:xfrm>
                <a:off x="9725251" y="3112195"/>
                <a:ext cx="796982" cy="795130"/>
              </a:xfrm>
              <a:prstGeom prst="rect">
                <a:avLst/>
              </a:prstGeom>
              <a:noFill/>
            </p:spPr>
            <p:txBody>
              <a:bodyPr wrap="square" lIns="0" tIns="0" rIns="0" bIns="0" rtlCol="0">
                <a:noAutofit/>
              </a:bodyPr>
              <a:lstStyle/>
              <a:p>
                <a:pPr algn="l"/>
                <a14:m>
                  <m:oMathPara xmlns:m="http://schemas.openxmlformats.org/officeDocument/2006/math">
                    <m:oMathParaPr>
                      <m:jc m:val="centerGroup"/>
                    </m:oMathParaPr>
                    <m:oMath xmlns:m="http://schemas.openxmlformats.org/officeDocument/2006/math">
                      <m:f>
                        <m:fPr>
                          <m:ctrlPr>
                            <a:rPr lang="en-AU" sz="3200" b="0" i="1" smtClean="0">
                              <a:latin typeface="Cambria Math" panose="02040503050406030204" pitchFamily="18" charset="0"/>
                            </a:rPr>
                          </m:ctrlPr>
                        </m:fPr>
                        <m:num>
                          <m:r>
                            <a:rPr lang="en-AU" sz="3200" b="0" i="1" smtClean="0">
                              <a:latin typeface="Cambria Math" panose="02040503050406030204" pitchFamily="18" charset="0"/>
                            </a:rPr>
                            <m:t>1</m:t>
                          </m:r>
                        </m:num>
                        <m:den>
                          <m:r>
                            <a:rPr lang="en-AU" sz="3200" b="0" i="1" smtClean="0">
                              <a:latin typeface="Cambria Math" panose="02040503050406030204" pitchFamily="18" charset="0"/>
                            </a:rPr>
                            <m:t>3</m:t>
                          </m:r>
                        </m:den>
                      </m:f>
                    </m:oMath>
                  </m:oMathPara>
                </a14:m>
                <a:endParaRPr lang="en-AU" sz="3200"/>
              </a:p>
            </p:txBody>
          </p:sp>
        </mc:Choice>
        <mc:Fallback xmlns="">
          <p:sp>
            <p:nvSpPr>
              <p:cNvPr id="16" name="TextBox 15">
                <a:extLst>
                  <a:ext uri="{FF2B5EF4-FFF2-40B4-BE49-F238E27FC236}">
                    <a16:creationId xmlns:a16="http://schemas.microsoft.com/office/drawing/2014/main" id="{A683EAD1-BCAA-C2C1-0208-E3BB9A9A004A}"/>
                  </a:ext>
                </a:extLst>
              </p:cNvPr>
              <p:cNvSpPr txBox="1">
                <a:spLocks noRot="1" noChangeAspect="1" noMove="1" noResize="1" noEditPoints="1" noAdjustHandles="1" noChangeArrowheads="1" noChangeShapeType="1" noTextEdit="1"/>
              </p:cNvSpPr>
              <p:nvPr/>
            </p:nvSpPr>
            <p:spPr>
              <a:xfrm>
                <a:off x="9725251" y="3112195"/>
                <a:ext cx="796982" cy="795130"/>
              </a:xfrm>
              <a:prstGeom prst="rect">
                <a:avLst/>
              </a:prstGeom>
              <a:blipFill>
                <a:blip r:embed="rId7"/>
                <a:stretch>
                  <a:fillRect b="-16154"/>
                </a:stretch>
              </a:blipFill>
            </p:spPr>
            <p:txBody>
              <a:bodyPr/>
              <a:lstStyle/>
              <a:p>
                <a:r>
                  <a:rPr lang="en-AU">
                    <a:noFill/>
                  </a:rPr>
                  <a:t> </a:t>
                </a:r>
              </a:p>
            </p:txBody>
          </p:sp>
        </mc:Fallback>
      </mc:AlternateContent>
      <p:sp>
        <p:nvSpPr>
          <p:cNvPr id="2" name="Slide Number Placeholder 1">
            <a:extLst>
              <a:ext uri="{FF2B5EF4-FFF2-40B4-BE49-F238E27FC236}">
                <a16:creationId xmlns:a16="http://schemas.microsoft.com/office/drawing/2014/main" id="{4BE7CE53-8469-5597-4AA2-2E907B1CE2BD}"/>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8</a:t>
            </a:fld>
            <a:endParaRPr lang="en-AU"/>
          </a:p>
        </p:txBody>
      </p:sp>
      <p:pic>
        <p:nvPicPr>
          <p:cNvPr id="22" name="Picture 21" descr="An empty number line starting at 0 and ending at 1">
            <a:extLst>
              <a:ext uri="{FF2B5EF4-FFF2-40B4-BE49-F238E27FC236}">
                <a16:creationId xmlns:a16="http://schemas.microsoft.com/office/drawing/2014/main" id="{7494EC70-114A-5CA6-99E6-BBB6ECFA8F39}"/>
              </a:ext>
            </a:extLst>
          </p:cNvPr>
          <p:cNvPicPr>
            <a:picLocks noChangeAspect="1"/>
          </p:cNvPicPr>
          <p:nvPr/>
        </p:nvPicPr>
        <p:blipFill>
          <a:blip r:embed="rId8"/>
          <a:stretch>
            <a:fillRect/>
          </a:stretch>
        </p:blipFill>
        <p:spPr>
          <a:xfrm>
            <a:off x="1280320" y="5046917"/>
            <a:ext cx="9750156" cy="1018673"/>
          </a:xfrm>
          <a:prstGeom prst="rect">
            <a:avLst/>
          </a:prstGeom>
        </p:spPr>
      </p:pic>
    </p:spTree>
    <p:extLst>
      <p:ext uri="{BB962C8B-B14F-4D97-AF65-F5344CB8AC3E}">
        <p14:creationId xmlns:p14="http://schemas.microsoft.com/office/powerpoint/2010/main" val="12743092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52423E-F2E2-B49F-2327-BC3E79940CA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EA135D9-427D-42CB-A5F0-ABB98DAD7054}"/>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(4)</a:t>
            </a:r>
          </a:p>
        </p:txBody>
      </p:sp>
      <p:pic>
        <p:nvPicPr>
          <p:cNvPr id="3" name="Picture 2" descr="image of a clipboard with a pencil recording short answer responses">
            <a:extLst>
              <a:ext uri="{FF2B5EF4-FFF2-40B4-BE49-F238E27FC236}">
                <a16:creationId xmlns:a16="http://schemas.microsoft.com/office/drawing/2014/main" id="{FC9A4B87-D950-48CA-7AF9-006C90DB933D}"/>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391F93CB-988D-BE1F-57FD-B3D1C9E40F08}"/>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9</a:t>
            </a:fld>
            <a:endParaRPr lang="en-AU"/>
          </a:p>
        </p:txBody>
      </p:sp>
      <p:sp>
        <p:nvSpPr>
          <p:cNvPr id="5" name="TextBox 4">
            <a:extLst>
              <a:ext uri="{FF2B5EF4-FFF2-40B4-BE49-F238E27FC236}">
                <a16:creationId xmlns:a16="http://schemas.microsoft.com/office/drawing/2014/main" id="{2909802B-2F4D-1830-7C6D-EA2423091EB3}"/>
              </a:ext>
            </a:extLst>
          </p:cNvPr>
          <p:cNvSpPr txBox="1"/>
          <p:nvPr/>
        </p:nvSpPr>
        <p:spPr>
          <a:xfrm>
            <a:off x="300067" y="726639"/>
            <a:ext cx="11645909" cy="2209043"/>
          </a:xfrm>
          <a:prstGeom prst="rect">
            <a:avLst/>
          </a:prstGeom>
          <a:noFill/>
        </p:spPr>
        <p:txBody>
          <a:bodyPr wrap="square" lIns="0" tIns="0" rIns="0" bIns="0" rtlCol="0">
            <a:noAutofit/>
          </a:bodyPr>
          <a:lstStyle/>
          <a:p>
            <a:pPr algn="ctr">
              <a:lnSpc>
                <a:spcPct val="150000"/>
              </a:lnSpc>
            </a:pPr>
            <a:r>
              <a:rPr lang="en-AU" sz="2800"/>
              <a:t>Using the </a:t>
            </a:r>
            <a:r>
              <a:rPr lang="en-AU" sz="2800" b="1"/>
              <a:t>scale</a:t>
            </a:r>
            <a:r>
              <a:rPr lang="en-AU" sz="2800"/>
              <a:t>, record the years for the following events:</a:t>
            </a:r>
          </a:p>
          <a:p>
            <a:pPr marL="457200" indent="-457200" algn="ctr">
              <a:lnSpc>
                <a:spcPct val="150000"/>
              </a:lnSpc>
              <a:buFont typeface="Arial" panose="020B0604020202020204" pitchFamily="34" charset="0"/>
              <a:buChar char="•"/>
            </a:pPr>
            <a:r>
              <a:rPr lang="en-AU" sz="2800"/>
              <a:t>Moved into a new house.</a:t>
            </a:r>
          </a:p>
          <a:p>
            <a:pPr marL="457200" indent="-457200" algn="ctr">
              <a:lnSpc>
                <a:spcPct val="150000"/>
              </a:lnSpc>
              <a:buFont typeface="Arial" panose="020B0604020202020204" pitchFamily="34" charset="0"/>
              <a:buChar char="•"/>
            </a:pPr>
            <a:r>
              <a:rPr lang="en-AU" sz="2800"/>
              <a:t>Met my baby brother.</a:t>
            </a:r>
          </a:p>
          <a:p>
            <a:pPr marL="457200" indent="-457200" algn="ctr">
              <a:lnSpc>
                <a:spcPct val="150000"/>
              </a:lnSpc>
              <a:buFont typeface="Arial" panose="020B0604020202020204" pitchFamily="34" charset="0"/>
              <a:buChar char="•"/>
            </a:pPr>
            <a:r>
              <a:rPr lang="en-AU" sz="2800"/>
              <a:t>Got to Zone in Cross Country.</a:t>
            </a:r>
          </a:p>
        </p:txBody>
      </p:sp>
      <p:pic>
        <p:nvPicPr>
          <p:cNvPr id="7" name="Picture 6" descr="A personal timeline outlining key events from 2012–2026.">
            <a:extLst>
              <a:ext uri="{FF2B5EF4-FFF2-40B4-BE49-F238E27FC236}">
                <a16:creationId xmlns:a16="http://schemas.microsoft.com/office/drawing/2014/main" id="{F6E469FC-2C3D-F4EF-14ED-1FE3D959DED2}"/>
              </a:ext>
            </a:extLst>
          </p:cNvPr>
          <p:cNvPicPr>
            <a:picLocks noChangeAspect="1"/>
          </p:cNvPicPr>
          <p:nvPr/>
        </p:nvPicPr>
        <p:blipFill>
          <a:blip r:embed="rId4"/>
          <a:stretch>
            <a:fillRect/>
          </a:stretch>
        </p:blipFill>
        <p:spPr>
          <a:xfrm>
            <a:off x="2381280" y="3203921"/>
            <a:ext cx="7910202" cy="3555467"/>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8446440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8746C6-FA22-32E8-8566-C234C402B66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3D77CC03-C72F-F73A-A565-4FA55751E368}"/>
              </a:ext>
            </a:extLst>
          </p:cNvPr>
          <p:cNvSpPr>
            <a:spLocks noGrp="1"/>
          </p:cNvSpPr>
          <p:nvPr>
            <p:ph type="title"/>
          </p:nvPr>
        </p:nvSpPr>
        <p:spPr>
          <a:xfrm>
            <a:off x="360000" y="360000"/>
            <a:ext cx="10367268" cy="545601"/>
          </a:xfrm>
        </p:spPr>
        <p:txBody>
          <a:bodyPr/>
          <a:lstStyle/>
          <a:p>
            <a:r>
              <a:rPr lang="en-AU"/>
              <a:t>Activity 1 – four piles</a:t>
            </a:r>
          </a:p>
        </p:txBody>
      </p:sp>
      <p:pic>
        <p:nvPicPr>
          <p:cNvPr id="4" name="Picture 3" descr="image of a head with cogs turning inside">
            <a:extLst>
              <a:ext uri="{FF2B5EF4-FFF2-40B4-BE49-F238E27FC236}">
                <a16:creationId xmlns:a16="http://schemas.microsoft.com/office/drawing/2014/main" id="{8C7CF980-54BA-5CDE-FA07-65080BB2C43B}"/>
              </a:ext>
            </a:extLst>
          </p:cNvPr>
          <p:cNvPicPr>
            <a:picLocks noChangeAspect="1"/>
          </p:cNvPicPr>
          <p:nvPr/>
        </p:nvPicPr>
        <p:blipFill>
          <a:blip r:embed="rId3"/>
          <a:stretch>
            <a:fillRect/>
          </a:stretch>
        </p:blipFill>
        <p:spPr>
          <a:xfrm>
            <a:off x="11107003" y="240894"/>
            <a:ext cx="720000" cy="856364"/>
          </a:xfrm>
          <a:prstGeom prst="rect">
            <a:avLst/>
          </a:prstGeom>
        </p:spPr>
      </p:pic>
      <p:sp>
        <p:nvSpPr>
          <p:cNvPr id="5" name="TextBox 3">
            <a:extLst>
              <a:ext uri="{FF2B5EF4-FFF2-40B4-BE49-F238E27FC236}">
                <a16:creationId xmlns:a16="http://schemas.microsoft.com/office/drawing/2014/main" id="{8F6FC9A9-42BD-50DB-7A64-B5CD70C86EDD}"/>
              </a:ext>
            </a:extLst>
          </p:cNvPr>
          <p:cNvSpPr txBox="1"/>
          <p:nvPr/>
        </p:nvSpPr>
        <p:spPr>
          <a:xfrm>
            <a:off x="707372" y="1184060"/>
            <a:ext cx="11268783" cy="3579250"/>
          </a:xfrm>
          <a:prstGeom prst="rect">
            <a:avLst/>
          </a:prstGeom>
        </p:spPr>
        <p:txBody>
          <a:bodyPr wrap="square" lIns="0" tIns="0" rIns="0" bIns="0" rtlCol="0" anchor="t">
            <a:spAutoFit/>
          </a:bodyPr>
          <a:lstStyle/>
          <a:p>
            <a:pPr algn="ctr">
              <a:lnSpc>
                <a:spcPct val="150000"/>
              </a:lnSpc>
            </a:pPr>
            <a:r>
              <a:rPr lang="en-US" sz="4000">
                <a:solidFill>
                  <a:srgbClr val="000000"/>
                </a:solidFill>
                <a:latin typeface="Arial"/>
                <a:ea typeface="Canva Student Font"/>
                <a:cs typeface="Arial"/>
                <a:sym typeface="Canva Student Font"/>
              </a:rPr>
              <a:t>Place 100 objects into 4 piles so that:</a:t>
            </a:r>
          </a:p>
          <a:p>
            <a:pPr marL="571500" indent="-571500" algn="ctr">
              <a:lnSpc>
                <a:spcPct val="150000"/>
              </a:lnSpc>
              <a:buFont typeface="Arial" panose="020B0604020202020204" pitchFamily="34" charset="0"/>
              <a:buChar char="•"/>
            </a:pPr>
            <a:r>
              <a:rPr lang="en-US" sz="4000">
                <a:solidFill>
                  <a:srgbClr val="000000"/>
                </a:solidFill>
                <a:latin typeface="Arial"/>
                <a:ea typeface="Canva Student Font"/>
                <a:cs typeface="Arial"/>
                <a:sym typeface="Canva Student Font"/>
              </a:rPr>
              <a:t>The first pile has 15 more than the third pile.</a:t>
            </a:r>
            <a:endParaRPr lang="en-US" sz="4000">
              <a:solidFill>
                <a:srgbClr val="000000"/>
              </a:solidFill>
              <a:latin typeface="Arial"/>
              <a:ea typeface="Canva Student Font"/>
              <a:cs typeface="Arial"/>
            </a:endParaRPr>
          </a:p>
          <a:p>
            <a:pPr marL="571500" indent="-571500" algn="ctr">
              <a:lnSpc>
                <a:spcPct val="150000"/>
              </a:lnSpc>
              <a:buFont typeface="Arial" panose="020B0604020202020204" pitchFamily="34" charset="0"/>
              <a:buChar char="•"/>
            </a:pPr>
            <a:r>
              <a:rPr lang="en-US" sz="4000">
                <a:solidFill>
                  <a:srgbClr val="000000"/>
                </a:solidFill>
                <a:latin typeface="Arial"/>
                <a:ea typeface="Canva Student Font"/>
                <a:cs typeface="Arial"/>
                <a:sym typeface="Canva Student Font"/>
              </a:rPr>
              <a:t>The third pile has 5 more than pile 2.</a:t>
            </a:r>
            <a:endParaRPr lang="en-US" sz="4000">
              <a:solidFill>
                <a:srgbClr val="000000"/>
              </a:solidFill>
              <a:latin typeface="Arial"/>
              <a:ea typeface="Canva Student Font"/>
              <a:cs typeface="Arial"/>
            </a:endParaRPr>
          </a:p>
          <a:p>
            <a:pPr marL="571500" indent="-571500" algn="ctr">
              <a:lnSpc>
                <a:spcPct val="150000"/>
              </a:lnSpc>
              <a:spcBef>
                <a:spcPct val="0"/>
              </a:spcBef>
              <a:buFont typeface="Arial" panose="020B0604020202020204" pitchFamily="34" charset="0"/>
              <a:buChar char="•"/>
            </a:pPr>
            <a:r>
              <a:rPr lang="en-US" sz="4000">
                <a:solidFill>
                  <a:srgbClr val="000000"/>
                </a:solidFill>
                <a:latin typeface="Arial"/>
                <a:ea typeface="Canva Student Font"/>
                <a:cs typeface="Arial"/>
                <a:sym typeface="Canva Student Font"/>
              </a:rPr>
              <a:t>Pile 4 has twice as many as pile 2.</a:t>
            </a:r>
            <a:endParaRPr lang="en-US" sz="4000">
              <a:solidFill>
                <a:srgbClr val="000000"/>
              </a:solidFill>
              <a:latin typeface="Arial"/>
              <a:ea typeface="Canva Student Font"/>
              <a:cs typeface="Arial"/>
            </a:endParaRPr>
          </a:p>
        </p:txBody>
      </p:sp>
      <p:sp>
        <p:nvSpPr>
          <p:cNvPr id="3" name="Freeform 2" descr="Picture of Lego blocks in a pile.">
            <a:extLst>
              <a:ext uri="{FF2B5EF4-FFF2-40B4-BE49-F238E27FC236}">
                <a16:creationId xmlns:a16="http://schemas.microsoft.com/office/drawing/2014/main" id="{0212D724-25F4-35E2-D69D-87ACC2F2B928}"/>
              </a:ext>
            </a:extLst>
          </p:cNvPr>
          <p:cNvSpPr/>
          <p:nvPr/>
        </p:nvSpPr>
        <p:spPr>
          <a:xfrm>
            <a:off x="8959829" y="4850113"/>
            <a:ext cx="3016326" cy="1474230"/>
          </a:xfrm>
          <a:custGeom>
            <a:avLst/>
            <a:gdLst/>
            <a:ahLst/>
            <a:cxnLst/>
            <a:rect l="l" t="t" r="r" b="b"/>
            <a:pathLst>
              <a:path w="2501724" h="1222718">
                <a:moveTo>
                  <a:pt x="0" y="0"/>
                </a:moveTo>
                <a:lnTo>
                  <a:pt x="2501724" y="0"/>
                </a:lnTo>
                <a:lnTo>
                  <a:pt x="2501724" y="1222718"/>
                </a:lnTo>
                <a:lnTo>
                  <a:pt x="0" y="1222718"/>
                </a:lnTo>
                <a:lnTo>
                  <a:pt x="0" y="0"/>
                </a:lnTo>
                <a:close/>
              </a:path>
            </a:pathLst>
          </a:custGeom>
          <a:blipFill>
            <a:blip r:embed="rId4"/>
            <a:stretch>
              <a:fillRect/>
            </a:stretch>
          </a:blipFill>
          <a:effectLst>
            <a:outerShdw blurRad="50800" dist="38100" dir="2700000" algn="tl" rotWithShape="0">
              <a:prstClr val="black">
                <a:alpha val="40000"/>
              </a:prstClr>
            </a:outerShdw>
          </a:effectLst>
        </p:spPr>
        <p:txBody>
          <a:bodyPr/>
          <a:lstStyle/>
          <a:p>
            <a:endParaRPr lang="en-AU"/>
          </a:p>
        </p:txBody>
      </p:sp>
      <p:sp>
        <p:nvSpPr>
          <p:cNvPr id="2" name="Slide Number Placeholder 1">
            <a:extLst>
              <a:ext uri="{FF2B5EF4-FFF2-40B4-BE49-F238E27FC236}">
                <a16:creationId xmlns:a16="http://schemas.microsoft.com/office/drawing/2014/main" id="{50B43993-9C30-0CC3-DF2A-4A100C52F6A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10</a:t>
            </a:fld>
            <a:endParaRPr lang="en-AU"/>
          </a:p>
        </p:txBody>
      </p:sp>
    </p:spTree>
    <p:extLst>
      <p:ext uri="{BB962C8B-B14F-4D97-AF65-F5344CB8AC3E}">
        <p14:creationId xmlns:p14="http://schemas.microsoft.com/office/powerpoint/2010/main" val="30278977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70BEA8-D559-A435-EEF0-28E2AFD04D92}"/>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7921F8AB-0B6A-B8B9-7B23-724B5428069F}"/>
              </a:ext>
            </a:extLst>
          </p:cNvPr>
          <p:cNvSpPr>
            <a:spLocks noGrp="1"/>
          </p:cNvSpPr>
          <p:nvPr>
            <p:ph type="ctrTitle"/>
          </p:nvPr>
        </p:nvSpPr>
        <p:spPr/>
        <p:txBody>
          <a:bodyPr/>
          <a:lstStyle/>
          <a:p>
            <a:r>
              <a:rPr lang="en-AU">
                <a:latin typeface="+mj-lt"/>
              </a:rPr>
              <a:t>Review of learning 2</a:t>
            </a:r>
          </a:p>
        </p:txBody>
      </p:sp>
    </p:spTree>
    <p:extLst>
      <p:ext uri="{BB962C8B-B14F-4D97-AF65-F5344CB8AC3E}">
        <p14:creationId xmlns:p14="http://schemas.microsoft.com/office/powerpoint/2010/main" val="17781449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B86EC1-1F53-FC13-BF87-681E5C2B8D5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24B5FD60-0B86-5755-366A-8B1C7AD817A2}"/>
              </a:ext>
            </a:extLst>
          </p:cNvPr>
          <p:cNvSpPr>
            <a:spLocks noGrp="1"/>
          </p:cNvSpPr>
          <p:nvPr>
            <p:ph type="title"/>
          </p:nvPr>
        </p:nvSpPr>
        <p:spPr/>
        <p:txBody>
          <a:bodyPr/>
          <a:lstStyle/>
          <a:p>
            <a:r>
              <a:rPr lang="en-US"/>
              <a:t>True or false</a:t>
            </a:r>
            <a:r>
              <a:rPr lang="en-US">
                <a:solidFill>
                  <a:schemeClr val="bg1"/>
                </a:solidFill>
              </a:rPr>
              <a:t> (1)</a:t>
            </a:r>
          </a:p>
        </p:txBody>
      </p:sp>
      <p:pic>
        <p:nvPicPr>
          <p:cNvPr id="4" name="Picture 3" descr="image of a finger selecting an option for a multiple choice or true and false">
            <a:extLst>
              <a:ext uri="{FF2B5EF4-FFF2-40B4-BE49-F238E27FC236}">
                <a16:creationId xmlns:a16="http://schemas.microsoft.com/office/drawing/2014/main" id="{6FB50F61-F068-87AB-4B10-FC2CEB84FBCE}"/>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5" name="TextBox 4">
            <a:extLst>
              <a:ext uri="{FF2B5EF4-FFF2-40B4-BE49-F238E27FC236}">
                <a16:creationId xmlns:a16="http://schemas.microsoft.com/office/drawing/2014/main" id="{E4880B90-7F94-C59B-1800-726AB5D4402A}"/>
              </a:ext>
            </a:extLst>
          </p:cNvPr>
          <p:cNvSpPr txBox="1"/>
          <p:nvPr/>
        </p:nvSpPr>
        <p:spPr>
          <a:xfrm>
            <a:off x="1417591" y="874316"/>
            <a:ext cx="9415836" cy="1140716"/>
          </a:xfrm>
          <a:prstGeom prst="rect">
            <a:avLst/>
          </a:prstGeom>
          <a:noFill/>
        </p:spPr>
        <p:txBody>
          <a:bodyPr wrap="square" lIns="0" tIns="0" rIns="0" bIns="0" rtlCol="0">
            <a:noAutofit/>
          </a:bodyPr>
          <a:lstStyle/>
          <a:p>
            <a:pPr algn="ctr"/>
            <a:r>
              <a:rPr lang="en-AU" sz="4400" dirty="0"/>
              <a:t>836 + 1984 + 92</a:t>
            </a:r>
          </a:p>
        </p:txBody>
      </p:sp>
      <p:sp>
        <p:nvSpPr>
          <p:cNvPr id="6" name="Text Placeholder 5">
            <a:extLst>
              <a:ext uri="{FF2B5EF4-FFF2-40B4-BE49-F238E27FC236}">
                <a16:creationId xmlns:a16="http://schemas.microsoft.com/office/drawing/2014/main" id="{8CC0313E-620B-44F6-1CF2-E78C8F63E324}"/>
              </a:ext>
            </a:extLst>
          </p:cNvPr>
          <p:cNvSpPr>
            <a:spLocks noGrp="1"/>
          </p:cNvSpPr>
          <p:nvPr>
            <p:ph type="body" sz="quarter" idx="22"/>
          </p:nvPr>
        </p:nvSpPr>
        <p:spPr>
          <a:xfrm>
            <a:off x="809281" y="1636122"/>
            <a:ext cx="10632456" cy="893226"/>
          </a:xfrm>
        </p:spPr>
        <p:txBody>
          <a:bodyPr/>
          <a:lstStyle/>
          <a:p>
            <a:pPr algn="ctr"/>
            <a:r>
              <a:rPr lang="en-AU" sz="3600" dirty="0"/>
              <a:t>This number sentence accurately represents the following word problem:</a:t>
            </a:r>
          </a:p>
          <a:p>
            <a:pPr algn="ctr"/>
            <a:r>
              <a:rPr lang="en-AU" sz="3600" dirty="0"/>
              <a:t>Brian is getting a new kitchen in his home. So far, he has paid $1984 for the builder, $836 on a new oven and $92 on a kettle.</a:t>
            </a:r>
          </a:p>
        </p:txBody>
      </p:sp>
      <p:graphicFrame>
        <p:nvGraphicFramePr>
          <p:cNvPr id="12" name="Table 11">
            <a:extLst>
              <a:ext uri="{FF2B5EF4-FFF2-40B4-BE49-F238E27FC236}">
                <a16:creationId xmlns:a16="http://schemas.microsoft.com/office/drawing/2014/main" id="{6E7954F0-28D9-426D-5A8E-F0473D1F3B51}"/>
              </a:ext>
            </a:extLst>
          </p:cNvPr>
          <p:cNvGraphicFramePr>
            <a:graphicFrameLocks noGrp="1"/>
          </p:cNvGraphicFramePr>
          <p:nvPr>
            <p:extLst>
              <p:ext uri="{D42A27DB-BD31-4B8C-83A1-F6EECF244321}">
                <p14:modId xmlns:p14="http://schemas.microsoft.com/office/powerpoint/2010/main" val="1356727118"/>
              </p:ext>
            </p:extLst>
          </p:nvPr>
        </p:nvGraphicFramePr>
        <p:xfrm>
          <a:off x="2557462" y="5934000"/>
          <a:ext cx="7077076" cy="76200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400" b="1" kern="120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400" b="1" kern="1200">
                          <a:solidFill>
                            <a:srgbClr val="146CFD"/>
                          </a:solidFill>
                          <a:latin typeface="+mn-lt"/>
                          <a:ea typeface="+mn-ea"/>
                          <a:cs typeface="Arial"/>
                        </a:rPr>
                        <a:t>False</a:t>
                      </a:r>
                      <a:endParaRPr lang="en-US" sz="4400" b="1" kern="1200" dirty="0">
                        <a:solidFill>
                          <a:srgbClr val="146CFD"/>
                        </a:solidFill>
                        <a:latin typeface="+mn-lt"/>
                        <a:ea typeface="+mn-ea"/>
                        <a:cs typeface="Arial"/>
                      </a:endParaRP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sp>
        <p:nvSpPr>
          <p:cNvPr id="2" name="Slide Number Placeholder 1">
            <a:extLst>
              <a:ext uri="{FF2B5EF4-FFF2-40B4-BE49-F238E27FC236}">
                <a16:creationId xmlns:a16="http://schemas.microsoft.com/office/drawing/2014/main" id="{9FE886CB-34FF-0292-C29C-0B025043076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12</a:t>
            </a:fld>
            <a:endParaRPr lang="en-AU"/>
          </a:p>
        </p:txBody>
      </p:sp>
    </p:spTree>
    <p:extLst>
      <p:ext uri="{BB962C8B-B14F-4D97-AF65-F5344CB8AC3E}">
        <p14:creationId xmlns:p14="http://schemas.microsoft.com/office/powerpoint/2010/main" val="5091650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43E9BF-15AF-2BAB-123A-1F037454C06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426CBE5C-EB4F-B9C0-4EE6-3D6DB0966B55}"/>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(5)</a:t>
            </a:r>
          </a:p>
        </p:txBody>
      </p:sp>
      <p:pic>
        <p:nvPicPr>
          <p:cNvPr id="3" name="Picture 2" descr="image of a clipboard with a pencil recording short answer responses">
            <a:extLst>
              <a:ext uri="{FF2B5EF4-FFF2-40B4-BE49-F238E27FC236}">
                <a16:creationId xmlns:a16="http://schemas.microsoft.com/office/drawing/2014/main" id="{C7718586-1339-6B81-E608-E6AA891DE5E7}"/>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783D676D-15A4-8DC7-7A9E-40AB06CDD76D}"/>
              </a:ext>
            </a:extLst>
          </p:cNvPr>
          <p:cNvSpPr txBox="1"/>
          <p:nvPr/>
        </p:nvSpPr>
        <p:spPr>
          <a:xfrm>
            <a:off x="559791" y="1334348"/>
            <a:ext cx="10167477" cy="4657019"/>
          </a:xfrm>
          <a:prstGeom prst="rect">
            <a:avLst/>
          </a:prstGeom>
          <a:noFill/>
        </p:spPr>
        <p:txBody>
          <a:bodyPr wrap="square" lIns="0" tIns="0" rIns="0" bIns="0" rtlCol="0">
            <a:noAutofit/>
          </a:bodyPr>
          <a:lstStyle/>
          <a:p>
            <a:pPr algn="ctr">
              <a:lnSpc>
                <a:spcPct val="150000"/>
              </a:lnSpc>
            </a:pPr>
            <a:r>
              <a:rPr lang="en-AU" sz="4400" b="1" dirty="0"/>
              <a:t>Round </a:t>
            </a:r>
            <a:r>
              <a:rPr lang="en-AU" sz="4400" dirty="0"/>
              <a:t>this number to the </a:t>
            </a:r>
            <a:r>
              <a:rPr lang="en-AU" sz="4400" b="1" dirty="0"/>
              <a:t>nearest million</a:t>
            </a:r>
            <a:r>
              <a:rPr lang="en-AU" sz="4400" dirty="0"/>
              <a:t>:</a:t>
            </a:r>
          </a:p>
          <a:p>
            <a:pPr algn="ctr">
              <a:lnSpc>
                <a:spcPct val="150000"/>
              </a:lnSpc>
            </a:pPr>
            <a:endParaRPr lang="en-AU" sz="2800" dirty="0"/>
          </a:p>
          <a:p>
            <a:pPr algn="ctr">
              <a:lnSpc>
                <a:spcPct val="150000"/>
              </a:lnSpc>
            </a:pPr>
            <a:r>
              <a:rPr lang="en-AU" sz="8800" dirty="0"/>
              <a:t>274 896 173</a:t>
            </a:r>
          </a:p>
          <a:p>
            <a:pPr algn="l"/>
            <a:r>
              <a:rPr lang="en-AU" sz="4000" dirty="0"/>
              <a:t> </a:t>
            </a:r>
          </a:p>
        </p:txBody>
      </p:sp>
      <p:sp>
        <p:nvSpPr>
          <p:cNvPr id="2" name="Slide Number Placeholder 1">
            <a:extLst>
              <a:ext uri="{FF2B5EF4-FFF2-40B4-BE49-F238E27FC236}">
                <a16:creationId xmlns:a16="http://schemas.microsoft.com/office/drawing/2014/main" id="{82981BCB-7B1E-1C61-0E18-C94BA5A8FC1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13</a:t>
            </a:fld>
            <a:endParaRPr lang="en-AU"/>
          </a:p>
        </p:txBody>
      </p:sp>
    </p:spTree>
    <p:extLst>
      <p:ext uri="{BB962C8B-B14F-4D97-AF65-F5344CB8AC3E}">
        <p14:creationId xmlns:p14="http://schemas.microsoft.com/office/powerpoint/2010/main" val="14467658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CE3E44-DDF8-BB15-F13B-7E68A1EFCCA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3D9D8F9-BDFB-13F9-6557-DD00B95ECD02}"/>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(6)</a:t>
            </a:r>
          </a:p>
        </p:txBody>
      </p:sp>
      <p:pic>
        <p:nvPicPr>
          <p:cNvPr id="3" name="Picture 2" descr="image of a clipboard with a pencil recording short answer responses">
            <a:extLst>
              <a:ext uri="{FF2B5EF4-FFF2-40B4-BE49-F238E27FC236}">
                <a16:creationId xmlns:a16="http://schemas.microsoft.com/office/drawing/2014/main" id="{9C8770A4-A467-8E0A-C417-8D3F46A53208}"/>
              </a:ext>
            </a:extLst>
          </p:cNvPr>
          <p:cNvPicPr>
            <a:picLocks noChangeAspect="1"/>
          </p:cNvPicPr>
          <p:nvPr/>
        </p:nvPicPr>
        <p:blipFill>
          <a:blip r:embed="rId3"/>
          <a:stretch>
            <a:fillRect/>
          </a:stretch>
        </p:blipFill>
        <p:spPr>
          <a:xfrm>
            <a:off x="11030476" y="268723"/>
            <a:ext cx="915500" cy="915500"/>
          </a:xfrm>
          <a:prstGeom prst="rect">
            <a:avLst/>
          </a:prstGeom>
        </p:spPr>
      </p:pic>
      <p:sp>
        <p:nvSpPr>
          <p:cNvPr id="7" name="TextBox 6">
            <a:extLst>
              <a:ext uri="{FF2B5EF4-FFF2-40B4-BE49-F238E27FC236}">
                <a16:creationId xmlns:a16="http://schemas.microsoft.com/office/drawing/2014/main" id="{C92B77F7-6751-11B7-4A37-C478906E2F7B}"/>
              </a:ext>
            </a:extLst>
          </p:cNvPr>
          <p:cNvSpPr txBox="1"/>
          <p:nvPr/>
        </p:nvSpPr>
        <p:spPr>
          <a:xfrm>
            <a:off x="246024" y="1369285"/>
            <a:ext cx="4246052" cy="4594912"/>
          </a:xfrm>
          <a:prstGeom prst="rect">
            <a:avLst/>
          </a:prstGeom>
          <a:noFill/>
        </p:spPr>
        <p:txBody>
          <a:bodyPr wrap="square">
            <a:spAutoFit/>
          </a:bodyPr>
          <a:lstStyle/>
          <a:p>
            <a:pPr algn="ctr">
              <a:lnSpc>
                <a:spcPct val="150000"/>
              </a:lnSpc>
            </a:pPr>
            <a:r>
              <a:rPr lang="en-AU" sz="4000">
                <a:latin typeface="Arial" panose="020B0604020202020204" pitchFamily="34" charset="0"/>
                <a:cs typeface="Arial" panose="020B0604020202020204" pitchFamily="34" charset="0"/>
              </a:rPr>
              <a:t>What </a:t>
            </a:r>
            <a:r>
              <a:rPr lang="en-AU" sz="4000" b="1">
                <a:latin typeface="Arial" panose="020B0604020202020204" pitchFamily="34" charset="0"/>
                <a:cs typeface="Arial" panose="020B0604020202020204" pitchFamily="34" charset="0"/>
              </a:rPr>
              <a:t>information </a:t>
            </a:r>
            <a:r>
              <a:rPr lang="en-AU" sz="4000">
                <a:latin typeface="Arial" panose="020B0604020202020204" pitchFamily="34" charset="0"/>
                <a:cs typeface="Arial" panose="020B0604020202020204" pitchFamily="34" charset="0"/>
              </a:rPr>
              <a:t>could be added to interpret this </a:t>
            </a:r>
            <a:r>
              <a:rPr lang="en-AU" sz="4000" b="1">
                <a:latin typeface="Arial" panose="020B0604020202020204" pitchFamily="34" charset="0"/>
                <a:cs typeface="Arial" panose="020B0604020202020204" pitchFamily="34" charset="0"/>
              </a:rPr>
              <a:t>column graph</a:t>
            </a:r>
            <a:r>
              <a:rPr lang="en-AU" sz="4000">
                <a:latin typeface="Arial" panose="020B0604020202020204" pitchFamily="34" charset="0"/>
                <a:cs typeface="Arial" panose="020B0604020202020204" pitchFamily="34" charset="0"/>
              </a:rPr>
              <a:t>?</a:t>
            </a:r>
          </a:p>
        </p:txBody>
      </p:sp>
      <p:pic>
        <p:nvPicPr>
          <p:cNvPr id="4" name="Picture 3" descr="Column graph with no title, units or axes labels. Five columns with 8 horizontal grid lines. First column is 5.5 gird lines in height, second is almost 8, third is just over 2, fourth is just below 3, fifth is 5.">
            <a:extLst>
              <a:ext uri="{FF2B5EF4-FFF2-40B4-BE49-F238E27FC236}">
                <a16:creationId xmlns:a16="http://schemas.microsoft.com/office/drawing/2014/main" id="{9C6A7B8B-CBF8-703D-1CF6-9BAA01D31DF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595258" y="1647907"/>
            <a:ext cx="7350718" cy="4517512"/>
          </a:xfrm>
          <a:prstGeom prst="rect">
            <a:avLst/>
          </a:prstGeom>
          <a:ln>
            <a:noFill/>
          </a:ln>
          <a:effectLst>
            <a:outerShdw blurRad="292100" dist="139700" dir="2700000" algn="tl" rotWithShape="0">
              <a:srgbClr val="333333">
                <a:alpha val="65000"/>
              </a:srgbClr>
            </a:outerShdw>
          </a:effectLst>
        </p:spPr>
      </p:pic>
      <p:sp>
        <p:nvSpPr>
          <p:cNvPr id="2" name="Slide Number Placeholder 1">
            <a:extLst>
              <a:ext uri="{FF2B5EF4-FFF2-40B4-BE49-F238E27FC236}">
                <a16:creationId xmlns:a16="http://schemas.microsoft.com/office/drawing/2014/main" id="{9796E3F7-51EE-97B3-1DDD-CDAEB05CFFC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14</a:t>
            </a:fld>
            <a:endParaRPr lang="en-AU"/>
          </a:p>
        </p:txBody>
      </p:sp>
    </p:spTree>
    <p:extLst>
      <p:ext uri="{BB962C8B-B14F-4D97-AF65-F5344CB8AC3E}">
        <p14:creationId xmlns:p14="http://schemas.microsoft.com/office/powerpoint/2010/main" val="603498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2065EB-977E-8A0B-776E-365C47F513D1}"/>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3A20AE0F-3055-9CF7-2815-4C587C167EC6}"/>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(7)</a:t>
            </a:r>
          </a:p>
        </p:txBody>
      </p:sp>
      <p:pic>
        <p:nvPicPr>
          <p:cNvPr id="3" name="Picture 2" descr="image of a clipboard with a pencil recording short answer responses">
            <a:extLst>
              <a:ext uri="{FF2B5EF4-FFF2-40B4-BE49-F238E27FC236}">
                <a16:creationId xmlns:a16="http://schemas.microsoft.com/office/drawing/2014/main" id="{F22768F3-1D34-7E31-8299-4A2308A11FC5}"/>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Box 4">
            <a:extLst>
              <a:ext uri="{FF2B5EF4-FFF2-40B4-BE49-F238E27FC236}">
                <a16:creationId xmlns:a16="http://schemas.microsoft.com/office/drawing/2014/main" id="{262E0F8B-A48D-EDA6-961B-8FE71834FCFE}"/>
              </a:ext>
            </a:extLst>
          </p:cNvPr>
          <p:cNvSpPr txBox="1"/>
          <p:nvPr/>
        </p:nvSpPr>
        <p:spPr>
          <a:xfrm>
            <a:off x="622852" y="1019746"/>
            <a:ext cx="10946296" cy="1420156"/>
          </a:xfrm>
          <a:prstGeom prst="rect">
            <a:avLst/>
          </a:prstGeom>
          <a:noFill/>
        </p:spPr>
        <p:txBody>
          <a:bodyPr wrap="square" lIns="0" tIns="0" rIns="0" bIns="0" rtlCol="0">
            <a:noAutofit/>
          </a:bodyPr>
          <a:lstStyle/>
          <a:p>
            <a:pPr algn="ctr">
              <a:lnSpc>
                <a:spcPct val="150000"/>
              </a:lnSpc>
            </a:pPr>
            <a:r>
              <a:rPr lang="en-AU" sz="4000" dirty="0"/>
              <a:t>Record the </a:t>
            </a:r>
            <a:r>
              <a:rPr lang="en-AU" sz="4000" b="1" dirty="0"/>
              <a:t>equivalent fractions </a:t>
            </a:r>
            <a:r>
              <a:rPr lang="en-AU" sz="4000" dirty="0"/>
              <a:t>for </a:t>
            </a:r>
            <a:r>
              <a:rPr lang="en-AU" sz="4000" b="1" dirty="0"/>
              <a:t>half</a:t>
            </a:r>
            <a:r>
              <a:rPr lang="en-AU" sz="4000" dirty="0"/>
              <a:t> in:</a:t>
            </a:r>
          </a:p>
          <a:p>
            <a:pPr algn="ctr">
              <a:lnSpc>
                <a:spcPct val="150000"/>
              </a:lnSpc>
            </a:pPr>
            <a:r>
              <a:rPr lang="en-AU" sz="4000" dirty="0"/>
              <a:t>quarters, eighths, sixths and tenths.</a:t>
            </a:r>
          </a:p>
        </p:txBody>
      </p:sp>
      <p:pic>
        <p:nvPicPr>
          <p:cNvPr id="4" name="Picture 3" descr="Empty fraction wall with 8 different coloured bars representing different fractions from 1 to tenths.">
            <a:extLst>
              <a:ext uri="{FF2B5EF4-FFF2-40B4-BE49-F238E27FC236}">
                <a16:creationId xmlns:a16="http://schemas.microsoft.com/office/drawing/2014/main" id="{D27D3BE7-725B-DD6E-B22B-7A58EAC1A231}"/>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a:stretch>
            <a:fillRect/>
          </a:stretch>
        </p:blipFill>
        <p:spPr bwMode="auto">
          <a:xfrm>
            <a:off x="2782401" y="2871358"/>
            <a:ext cx="6833462" cy="3626642"/>
          </a:xfrm>
          <a:prstGeom prst="rect">
            <a:avLst/>
          </a:prstGeom>
          <a:ln>
            <a:noFill/>
          </a:ln>
          <a:effectLst>
            <a:outerShdw blurRad="292100" dist="139700" dir="2700000" algn="tl" rotWithShape="0">
              <a:srgbClr val="333333">
                <a:alpha val="65000"/>
              </a:srgbClr>
            </a:outerShdw>
          </a:effectLst>
          <a:extLst>
            <a:ext uri="{53640926-AAD7-44D8-BBD7-CCE9431645EC}">
              <a14:shadowObscured xmlns:a14="http://schemas.microsoft.com/office/drawing/2010/main"/>
            </a:ext>
          </a:extLst>
        </p:spPr>
      </p:pic>
      <p:sp>
        <p:nvSpPr>
          <p:cNvPr id="2" name="Slide Number Placeholder 1">
            <a:extLst>
              <a:ext uri="{FF2B5EF4-FFF2-40B4-BE49-F238E27FC236}">
                <a16:creationId xmlns:a16="http://schemas.microsoft.com/office/drawing/2014/main" id="{3235C9A5-5146-B61D-40A7-3861511E297B}"/>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15</a:t>
            </a:fld>
            <a:endParaRPr lang="en-AU"/>
          </a:p>
        </p:txBody>
      </p:sp>
    </p:spTree>
    <p:extLst>
      <p:ext uri="{BB962C8B-B14F-4D97-AF65-F5344CB8AC3E}">
        <p14:creationId xmlns:p14="http://schemas.microsoft.com/office/powerpoint/2010/main" val="3431415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22E500-9DDC-61C8-5913-B1F20498E16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862D5D31-12A0-FCE7-14C6-C3B229423A22}"/>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(8)</a:t>
            </a:r>
          </a:p>
        </p:txBody>
      </p:sp>
      <p:pic>
        <p:nvPicPr>
          <p:cNvPr id="3" name="Picture 2" descr="image of a clipboard with a pencil recording short answer responses">
            <a:extLst>
              <a:ext uri="{FF2B5EF4-FFF2-40B4-BE49-F238E27FC236}">
                <a16:creationId xmlns:a16="http://schemas.microsoft.com/office/drawing/2014/main" id="{5D2DD89E-AAB3-5EBB-F36F-72D71287FEEC}"/>
              </a:ext>
            </a:extLst>
          </p:cNvPr>
          <p:cNvPicPr>
            <a:picLocks noChangeAspect="1"/>
          </p:cNvPicPr>
          <p:nvPr/>
        </p:nvPicPr>
        <p:blipFill>
          <a:blip r:embed="rId3"/>
          <a:stretch>
            <a:fillRect/>
          </a:stretch>
        </p:blipFill>
        <p:spPr>
          <a:xfrm>
            <a:off x="11030476" y="268723"/>
            <a:ext cx="915500" cy="915500"/>
          </a:xfrm>
          <a:prstGeom prst="rect">
            <a:avLst/>
          </a:prstGeom>
        </p:spPr>
      </p:pic>
      <p:sp>
        <p:nvSpPr>
          <p:cNvPr id="8" name="TextBox 7">
            <a:extLst>
              <a:ext uri="{FF2B5EF4-FFF2-40B4-BE49-F238E27FC236}">
                <a16:creationId xmlns:a16="http://schemas.microsoft.com/office/drawing/2014/main" id="{2DF26B28-7DC8-38AA-2DA9-87803C5619EE}"/>
              </a:ext>
            </a:extLst>
          </p:cNvPr>
          <p:cNvSpPr txBox="1"/>
          <p:nvPr/>
        </p:nvSpPr>
        <p:spPr>
          <a:xfrm>
            <a:off x="246024" y="672969"/>
            <a:ext cx="10914497" cy="1905843"/>
          </a:xfrm>
          <a:prstGeom prst="rect">
            <a:avLst/>
          </a:prstGeom>
          <a:noFill/>
        </p:spPr>
        <p:txBody>
          <a:bodyPr wrap="square">
            <a:spAutoFit/>
          </a:bodyPr>
          <a:lstStyle/>
          <a:p>
            <a:pPr algn="ctr">
              <a:lnSpc>
                <a:spcPct val="150000"/>
              </a:lnSpc>
              <a:spcBef>
                <a:spcPts val="1200"/>
              </a:spcBef>
              <a:spcAft>
                <a:spcPts val="600"/>
              </a:spcAft>
              <a:buNone/>
            </a:pPr>
            <a:r>
              <a:rPr lang="en-AU" sz="4000" dirty="0">
                <a:solidFill>
                  <a:srgbClr val="000000"/>
                </a:solidFill>
                <a:effectLst/>
                <a:latin typeface="Arial" panose="020B0604020202020204" pitchFamily="34" charset="0"/>
                <a:ea typeface="Calibri" panose="020F0502020204030204" pitchFamily="34" charset="0"/>
              </a:rPr>
              <a:t>How could you </a:t>
            </a:r>
            <a:r>
              <a:rPr lang="en-AU" sz="4000" b="1" dirty="0">
                <a:solidFill>
                  <a:srgbClr val="000000"/>
                </a:solidFill>
                <a:effectLst/>
                <a:latin typeface="Arial" panose="020B0604020202020204" pitchFamily="34" charset="0"/>
                <a:ea typeface="Calibri" panose="020F0502020204030204" pitchFamily="34" charset="0"/>
              </a:rPr>
              <a:t>prove</a:t>
            </a:r>
            <a:r>
              <a:rPr lang="en-AU" sz="4000" dirty="0">
                <a:solidFill>
                  <a:srgbClr val="000000"/>
                </a:solidFill>
                <a:effectLst/>
                <a:latin typeface="Arial" panose="020B0604020202020204" pitchFamily="34" charset="0"/>
                <a:ea typeface="Calibri" panose="020F0502020204030204" pitchFamily="34" charset="0"/>
              </a:rPr>
              <a:t> this is an </a:t>
            </a:r>
            <a:r>
              <a:rPr lang="en-AU" sz="4000" b="1" dirty="0">
                <a:solidFill>
                  <a:srgbClr val="000000"/>
                </a:solidFill>
                <a:effectLst/>
                <a:latin typeface="Arial" panose="020B0604020202020204" pitchFamily="34" charset="0"/>
                <a:ea typeface="Calibri" panose="020F0502020204030204" pitchFamily="34" charset="0"/>
              </a:rPr>
              <a:t>equilateral </a:t>
            </a:r>
            <a:r>
              <a:rPr lang="en-AU" sz="4000" b="1" dirty="0">
                <a:solidFill>
                  <a:srgbClr val="000000"/>
                </a:solidFill>
                <a:latin typeface="Arial" panose="020B0604020202020204" pitchFamily="34" charset="0"/>
                <a:ea typeface="Calibri" panose="020F0502020204030204" pitchFamily="34" charset="0"/>
              </a:rPr>
              <a:t>t</a:t>
            </a:r>
            <a:r>
              <a:rPr lang="en-AU" sz="4000" b="1" dirty="0">
                <a:solidFill>
                  <a:srgbClr val="000000"/>
                </a:solidFill>
                <a:effectLst/>
                <a:latin typeface="Arial" panose="020B0604020202020204" pitchFamily="34" charset="0"/>
                <a:ea typeface="Calibri" panose="020F0502020204030204" pitchFamily="34" charset="0"/>
              </a:rPr>
              <a:t>riangle</a:t>
            </a:r>
            <a:r>
              <a:rPr lang="en-AU" sz="4400" dirty="0">
                <a:solidFill>
                  <a:srgbClr val="000000"/>
                </a:solidFill>
                <a:effectLst/>
                <a:latin typeface="Arial" panose="020B0604020202020204" pitchFamily="34" charset="0"/>
                <a:ea typeface="Calibri" panose="020F0502020204030204" pitchFamily="34" charset="0"/>
              </a:rPr>
              <a:t>?</a:t>
            </a:r>
          </a:p>
        </p:txBody>
      </p:sp>
      <p:sp>
        <p:nvSpPr>
          <p:cNvPr id="7" name="Freeform 2" descr="An equilateral triangle.">
            <a:extLst>
              <a:ext uri="{FF2B5EF4-FFF2-40B4-BE49-F238E27FC236}">
                <a16:creationId xmlns:a16="http://schemas.microsoft.com/office/drawing/2014/main" id="{4D419CEF-C840-FFE9-344A-FF11D280A2AE}"/>
              </a:ext>
            </a:extLst>
          </p:cNvPr>
          <p:cNvSpPr/>
          <p:nvPr/>
        </p:nvSpPr>
        <p:spPr>
          <a:xfrm>
            <a:off x="4148827" y="2578812"/>
            <a:ext cx="3222865" cy="2702527"/>
          </a:xfrm>
          <a:custGeom>
            <a:avLst/>
            <a:gdLst/>
            <a:ahLst/>
            <a:cxnLst/>
            <a:rect l="l" t="t" r="r" b="b"/>
            <a:pathLst>
              <a:path w="3470875" h="3024000">
                <a:moveTo>
                  <a:pt x="0" y="0"/>
                </a:moveTo>
                <a:lnTo>
                  <a:pt x="3470875" y="0"/>
                </a:lnTo>
                <a:lnTo>
                  <a:pt x="3470875" y="3024000"/>
                </a:lnTo>
                <a:lnTo>
                  <a:pt x="0" y="3024000"/>
                </a:lnTo>
                <a:lnTo>
                  <a:pt x="0" y="0"/>
                </a:lnTo>
                <a:close/>
              </a:path>
            </a:pathLst>
          </a:custGeom>
          <a:blipFill>
            <a:blip r:embed="rId4">
              <a:extLst>
                <a:ext uri="{96DAC541-7B7A-43D3-8B79-37D633B846F1}">
                  <asvg:svgBlip xmlns:asvg="http://schemas.microsoft.com/office/drawing/2016/SVG/main" r:embed="rId5"/>
                </a:ext>
              </a:extLst>
            </a:blip>
            <a:stretch>
              <a:fillRect/>
            </a:stretch>
          </a:blipFill>
          <a:effectLst/>
        </p:spPr>
        <p:txBody>
          <a:bodyPr/>
          <a:lstStyle/>
          <a:p>
            <a:endParaRPr lang="en-AU" dirty="0"/>
          </a:p>
        </p:txBody>
      </p:sp>
      <p:sp>
        <p:nvSpPr>
          <p:cNvPr id="5" name="TextBox 4">
            <a:extLst>
              <a:ext uri="{FF2B5EF4-FFF2-40B4-BE49-F238E27FC236}">
                <a16:creationId xmlns:a16="http://schemas.microsoft.com/office/drawing/2014/main" id="{92FD6023-DCDF-5147-BEBB-A97F26EDC6A9}"/>
              </a:ext>
            </a:extLst>
          </p:cNvPr>
          <p:cNvSpPr txBox="1"/>
          <p:nvPr/>
        </p:nvSpPr>
        <p:spPr>
          <a:xfrm>
            <a:off x="360000" y="5559961"/>
            <a:ext cx="10800521" cy="820674"/>
          </a:xfrm>
          <a:prstGeom prst="rect">
            <a:avLst/>
          </a:prstGeom>
          <a:noFill/>
        </p:spPr>
        <p:txBody>
          <a:bodyPr wrap="square">
            <a:spAutoFit/>
          </a:bodyPr>
          <a:lstStyle/>
          <a:p>
            <a:pPr algn="ctr">
              <a:lnSpc>
                <a:spcPct val="150000"/>
              </a:lnSpc>
              <a:spcBef>
                <a:spcPts val="1200"/>
              </a:spcBef>
              <a:spcAft>
                <a:spcPts val="600"/>
              </a:spcAft>
              <a:buNone/>
            </a:pPr>
            <a:r>
              <a:rPr lang="en-AU" sz="3600" b="1">
                <a:solidFill>
                  <a:srgbClr val="000000"/>
                </a:solidFill>
                <a:latin typeface="Arial" panose="020B0604020202020204" pitchFamily="34" charset="0"/>
                <a:ea typeface="Calibri" panose="020F0502020204030204" pitchFamily="34" charset="0"/>
              </a:rPr>
              <a:t>Communicate</a:t>
            </a:r>
            <a:r>
              <a:rPr lang="en-AU" sz="3600">
                <a:solidFill>
                  <a:srgbClr val="000000"/>
                </a:solidFill>
                <a:latin typeface="Arial" panose="020B0604020202020204" pitchFamily="34" charset="0"/>
                <a:ea typeface="Calibri" panose="020F0502020204030204" pitchFamily="34" charset="0"/>
              </a:rPr>
              <a:t> your t</a:t>
            </a:r>
            <a:r>
              <a:rPr lang="en-AU" sz="3600" b="1">
                <a:solidFill>
                  <a:srgbClr val="000000"/>
                </a:solidFill>
                <a:latin typeface="Arial" panose="020B0604020202020204" pitchFamily="34" charset="0"/>
                <a:ea typeface="Calibri" panose="020F0502020204030204" pitchFamily="34" charset="0"/>
              </a:rPr>
              <a:t>hinking</a:t>
            </a:r>
            <a:r>
              <a:rPr lang="en-AU" sz="3600">
                <a:solidFill>
                  <a:srgbClr val="000000"/>
                </a:solidFill>
                <a:latin typeface="Arial" panose="020B0604020202020204" pitchFamily="34" charset="0"/>
                <a:ea typeface="Calibri" panose="020F0502020204030204" pitchFamily="34" charset="0"/>
              </a:rPr>
              <a:t>.</a:t>
            </a:r>
            <a:endParaRPr lang="en-AU" sz="3600">
              <a:effectLst/>
              <a:latin typeface="Arial" panose="020B0604020202020204" pitchFamily="34" charset="0"/>
              <a:ea typeface="Calibri" panose="020F0502020204030204" pitchFamily="34" charset="0"/>
            </a:endParaRPr>
          </a:p>
        </p:txBody>
      </p:sp>
      <p:sp>
        <p:nvSpPr>
          <p:cNvPr id="2" name="Slide Number Placeholder 1">
            <a:extLst>
              <a:ext uri="{FF2B5EF4-FFF2-40B4-BE49-F238E27FC236}">
                <a16:creationId xmlns:a16="http://schemas.microsoft.com/office/drawing/2014/main" id="{46FA1740-3E84-C0AC-89BB-08009897108D}"/>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16</a:t>
            </a:fld>
            <a:endParaRPr lang="en-AU"/>
          </a:p>
        </p:txBody>
      </p:sp>
    </p:spTree>
    <p:extLst>
      <p:ext uri="{BB962C8B-B14F-4D97-AF65-F5344CB8AC3E}">
        <p14:creationId xmlns:p14="http://schemas.microsoft.com/office/powerpoint/2010/main" val="4848089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C9613E-331A-83D0-CBD3-A2BA82CF95D6}"/>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423ED363-305A-3A65-38AF-556DA2DAC322}"/>
              </a:ext>
            </a:extLst>
          </p:cNvPr>
          <p:cNvSpPr>
            <a:spLocks noGrp="1"/>
          </p:cNvSpPr>
          <p:nvPr>
            <p:ph type="title"/>
          </p:nvPr>
        </p:nvSpPr>
        <p:spPr>
          <a:xfrm>
            <a:off x="360000" y="360000"/>
            <a:ext cx="10367268" cy="545601"/>
          </a:xfrm>
        </p:spPr>
        <p:txBody>
          <a:bodyPr/>
          <a:lstStyle/>
          <a:p>
            <a:r>
              <a:rPr lang="en-AU"/>
              <a:t>Activity 2 – representing addition</a:t>
            </a:r>
          </a:p>
        </p:txBody>
      </p:sp>
      <p:pic>
        <p:nvPicPr>
          <p:cNvPr id="4" name="Picture 3" descr="image of a head with cogs turning inside">
            <a:extLst>
              <a:ext uri="{FF2B5EF4-FFF2-40B4-BE49-F238E27FC236}">
                <a16:creationId xmlns:a16="http://schemas.microsoft.com/office/drawing/2014/main" id="{D6502462-26FB-38CD-06DC-5F98705966BE}"/>
              </a:ext>
            </a:extLst>
          </p:cNvPr>
          <p:cNvPicPr>
            <a:picLocks noChangeAspect="1"/>
          </p:cNvPicPr>
          <p:nvPr/>
        </p:nvPicPr>
        <p:blipFill>
          <a:blip r:embed="rId3"/>
          <a:stretch>
            <a:fillRect/>
          </a:stretch>
        </p:blipFill>
        <p:spPr>
          <a:xfrm>
            <a:off x="11107003" y="240894"/>
            <a:ext cx="720000" cy="856364"/>
          </a:xfrm>
          <a:prstGeom prst="rect">
            <a:avLst/>
          </a:prstGeom>
        </p:spPr>
      </p:pic>
      <p:sp>
        <p:nvSpPr>
          <p:cNvPr id="3" name="Freeform 2" descr="Choose one of these number sentences and represent it by completing the four different tasks below. Worded problem: Write a number story. Visual: Draw a picture. Number line: Show the problem on a number line. Concrete: use concrete materials such as MAB (or draw them). &#10;The equations are 47 + 82 +129; 173 + 269 + 442 and 818 + 503 + 1321.">
            <a:extLst>
              <a:ext uri="{FF2B5EF4-FFF2-40B4-BE49-F238E27FC236}">
                <a16:creationId xmlns:a16="http://schemas.microsoft.com/office/drawing/2014/main" id="{661F7BD8-EE75-4D4C-6F67-E6FB8D679FFC}"/>
              </a:ext>
              <a:ext uri="{C183D7F6-B498-43B3-948B-1728B52AA6E4}">
                <adec:decorative xmlns:adec="http://schemas.microsoft.com/office/drawing/2017/decorative" val="0"/>
              </a:ext>
            </a:extLst>
          </p:cNvPr>
          <p:cNvSpPr/>
          <p:nvPr/>
        </p:nvSpPr>
        <p:spPr>
          <a:xfrm>
            <a:off x="179005" y="1224096"/>
            <a:ext cx="11833990" cy="4224905"/>
          </a:xfrm>
          <a:custGeom>
            <a:avLst/>
            <a:gdLst/>
            <a:ahLst/>
            <a:cxnLst/>
            <a:rect l="l" t="t" r="r" b="b"/>
            <a:pathLst>
              <a:path w="10424603" h="3600492">
                <a:moveTo>
                  <a:pt x="0" y="0"/>
                </a:moveTo>
                <a:lnTo>
                  <a:pt x="10424602" y="0"/>
                </a:lnTo>
                <a:lnTo>
                  <a:pt x="10424602" y="3600492"/>
                </a:lnTo>
                <a:lnTo>
                  <a:pt x="0" y="3600492"/>
                </a:lnTo>
                <a:lnTo>
                  <a:pt x="0" y="0"/>
                </a:lnTo>
                <a:close/>
              </a:path>
            </a:pathLst>
          </a:custGeom>
          <a:blipFill>
            <a:blip r:embed="rId4"/>
            <a:stretch>
              <a:fillRect l="-3368"/>
            </a:stretch>
          </a:blipFill>
          <a:effectLst/>
        </p:spPr>
        <p:txBody>
          <a:bodyPr/>
          <a:lstStyle/>
          <a:p>
            <a:endParaRPr lang="en-AU" dirty="0"/>
          </a:p>
        </p:txBody>
      </p:sp>
      <p:sp>
        <p:nvSpPr>
          <p:cNvPr id="5" name="Freeform 3">
            <a:extLst>
              <a:ext uri="{FF2B5EF4-FFF2-40B4-BE49-F238E27FC236}">
                <a16:creationId xmlns:a16="http://schemas.microsoft.com/office/drawing/2014/main" id="{BEC75979-C422-AD35-3B8C-CCF840886A82}"/>
              </a:ext>
              <a:ext uri="{C183D7F6-B498-43B3-948B-1728B52AA6E4}">
                <adec:decorative xmlns:adec="http://schemas.microsoft.com/office/drawing/2017/decorative" val="1"/>
              </a:ext>
            </a:extLst>
          </p:cNvPr>
          <p:cNvSpPr/>
          <p:nvPr/>
        </p:nvSpPr>
        <p:spPr>
          <a:xfrm>
            <a:off x="5009322" y="4731026"/>
            <a:ext cx="881812" cy="1964974"/>
          </a:xfrm>
          <a:custGeom>
            <a:avLst/>
            <a:gdLst/>
            <a:ahLst/>
            <a:cxnLst/>
            <a:rect l="l" t="t" r="r" b="b"/>
            <a:pathLst>
              <a:path w="785357" h="1800246">
                <a:moveTo>
                  <a:pt x="0" y="0"/>
                </a:moveTo>
                <a:lnTo>
                  <a:pt x="785357" y="0"/>
                </a:lnTo>
                <a:lnTo>
                  <a:pt x="785357" y="1800246"/>
                </a:lnTo>
                <a:lnTo>
                  <a:pt x="0" y="1800246"/>
                </a:lnTo>
                <a:lnTo>
                  <a:pt x="0" y="0"/>
                </a:lnTo>
                <a:close/>
              </a:path>
            </a:pathLst>
          </a:custGeom>
          <a:blipFill>
            <a:blip r:embed="rId5"/>
            <a:stretch>
              <a:fillRect/>
            </a:stretch>
          </a:blipFill>
          <a:effectLst>
            <a:outerShdw blurRad="50800" dist="38100" dir="2700000" algn="tl" rotWithShape="0">
              <a:prstClr val="black">
                <a:alpha val="40000"/>
              </a:prstClr>
            </a:outerShdw>
          </a:effectLst>
        </p:spPr>
        <p:txBody>
          <a:bodyPr/>
          <a:lstStyle/>
          <a:p>
            <a:endParaRPr lang="en-AU"/>
          </a:p>
        </p:txBody>
      </p:sp>
      <p:sp>
        <p:nvSpPr>
          <p:cNvPr id="2" name="Slide Number Placeholder 1">
            <a:extLst>
              <a:ext uri="{FF2B5EF4-FFF2-40B4-BE49-F238E27FC236}">
                <a16:creationId xmlns:a16="http://schemas.microsoft.com/office/drawing/2014/main" id="{667A3C9A-16B3-82E5-17C0-1858EAFCD543}"/>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17</a:t>
            </a:fld>
            <a:endParaRPr lang="en-AU"/>
          </a:p>
        </p:txBody>
      </p:sp>
    </p:spTree>
    <p:extLst>
      <p:ext uri="{BB962C8B-B14F-4D97-AF65-F5344CB8AC3E}">
        <p14:creationId xmlns:p14="http://schemas.microsoft.com/office/powerpoint/2010/main" val="26394642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1FECE3-7912-F0C8-58C9-549063BABDC3}"/>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EE67CD74-5F87-CD4F-1AEB-6D7CEDAED948}"/>
              </a:ext>
            </a:extLst>
          </p:cNvPr>
          <p:cNvSpPr>
            <a:spLocks noGrp="1"/>
          </p:cNvSpPr>
          <p:nvPr>
            <p:ph type="ctrTitle"/>
          </p:nvPr>
        </p:nvSpPr>
        <p:spPr/>
        <p:txBody>
          <a:bodyPr/>
          <a:lstStyle/>
          <a:p>
            <a:r>
              <a:rPr lang="en-AU">
                <a:latin typeface="+mj-lt"/>
              </a:rPr>
              <a:t>Review of learning 3</a:t>
            </a:r>
          </a:p>
        </p:txBody>
      </p:sp>
    </p:spTree>
    <p:extLst>
      <p:ext uri="{BB962C8B-B14F-4D97-AF65-F5344CB8AC3E}">
        <p14:creationId xmlns:p14="http://schemas.microsoft.com/office/powerpoint/2010/main" val="7439244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FBE6EE-66D0-13E9-6B7D-36691643B444}"/>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7C07F923-847F-595A-850B-B126A4C8B487}"/>
              </a:ext>
            </a:extLst>
          </p:cNvPr>
          <p:cNvSpPr>
            <a:spLocks noGrp="1"/>
          </p:cNvSpPr>
          <p:nvPr>
            <p:ph type="title"/>
          </p:nvPr>
        </p:nvSpPr>
        <p:spPr>
          <a:xfrm>
            <a:off x="360000" y="360000"/>
            <a:ext cx="10397115" cy="545601"/>
          </a:xfrm>
        </p:spPr>
        <p:txBody>
          <a:bodyPr/>
          <a:lstStyle/>
          <a:p>
            <a:r>
              <a:rPr lang="en-US"/>
              <a:t>Multiple choice </a:t>
            </a:r>
            <a:r>
              <a:rPr lang="en-US">
                <a:solidFill>
                  <a:schemeClr val="bg1"/>
                </a:solidFill>
              </a:rPr>
              <a:t>(2)</a:t>
            </a:r>
          </a:p>
        </p:txBody>
      </p:sp>
      <p:pic>
        <p:nvPicPr>
          <p:cNvPr id="4" name="Picture 3" descr="image of a finger selecting an option for a multiple choice or true and false">
            <a:extLst>
              <a:ext uri="{FF2B5EF4-FFF2-40B4-BE49-F238E27FC236}">
                <a16:creationId xmlns:a16="http://schemas.microsoft.com/office/drawing/2014/main" id="{5F5E1EF3-7C5A-15B4-C7B4-000AE4784B4B}"/>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14" name="TextBox 13">
            <a:extLst>
              <a:ext uri="{FF2B5EF4-FFF2-40B4-BE49-F238E27FC236}">
                <a16:creationId xmlns:a16="http://schemas.microsoft.com/office/drawing/2014/main" id="{889D26E5-9916-A3ED-4D0F-EADC2154169E}"/>
              </a:ext>
            </a:extLst>
          </p:cNvPr>
          <p:cNvSpPr txBox="1"/>
          <p:nvPr/>
        </p:nvSpPr>
        <p:spPr>
          <a:xfrm>
            <a:off x="90535" y="938897"/>
            <a:ext cx="11883159" cy="1090568"/>
          </a:xfrm>
          <a:prstGeom prst="rect">
            <a:avLst/>
          </a:prstGeom>
          <a:noFill/>
        </p:spPr>
        <p:txBody>
          <a:bodyPr wrap="square" lIns="0" tIns="0" rIns="0" bIns="0" rtlCol="0">
            <a:noAutofit/>
          </a:bodyPr>
          <a:lstStyle/>
          <a:p>
            <a:pPr algn="ctr">
              <a:lnSpc>
                <a:spcPct val="150000"/>
              </a:lnSpc>
            </a:pPr>
            <a:r>
              <a:rPr lang="en-AU" sz="3200" dirty="0">
                <a:latin typeface="Arial" panose="020B0604020202020204" pitchFamily="34" charset="0"/>
                <a:cs typeface="Arial" panose="020B0604020202020204" pitchFamily="34" charset="0"/>
              </a:rPr>
              <a:t>If Lisa was using an </a:t>
            </a:r>
            <a:r>
              <a:rPr lang="en-AU" sz="3200" b="1" dirty="0">
                <a:latin typeface="Arial" panose="020B0604020202020204" pitchFamily="34" charset="0"/>
                <a:cs typeface="Arial" panose="020B0604020202020204" pitchFamily="34" charset="0"/>
              </a:rPr>
              <a:t>efficient strategy</a:t>
            </a:r>
            <a:r>
              <a:rPr lang="en-AU" sz="3200" dirty="0">
                <a:latin typeface="Arial" panose="020B0604020202020204" pitchFamily="34" charset="0"/>
                <a:cs typeface="Arial" panose="020B0604020202020204" pitchFamily="34" charset="0"/>
              </a:rPr>
              <a:t>, which equation </a:t>
            </a:r>
            <a:r>
              <a:rPr lang="en-AU" sz="3200" b="1" dirty="0">
                <a:latin typeface="Arial" panose="020B0604020202020204" pitchFamily="34" charset="0"/>
                <a:cs typeface="Arial" panose="020B0604020202020204" pitchFamily="34" charset="0"/>
              </a:rPr>
              <a:t>might </a:t>
            </a:r>
            <a:r>
              <a:rPr lang="en-AU" sz="3200" dirty="0">
                <a:latin typeface="Arial" panose="020B0604020202020204" pitchFamily="34" charset="0"/>
                <a:cs typeface="Arial" panose="020B0604020202020204" pitchFamily="34" charset="0"/>
              </a:rPr>
              <a:t>she have been solving? You may choose </a:t>
            </a:r>
            <a:r>
              <a:rPr lang="en-AU" sz="3200" b="1" dirty="0">
                <a:latin typeface="Arial" panose="020B0604020202020204" pitchFamily="34" charset="0"/>
                <a:cs typeface="Arial" panose="020B0604020202020204" pitchFamily="34" charset="0"/>
              </a:rPr>
              <a:t>more than one </a:t>
            </a:r>
            <a:r>
              <a:rPr lang="en-AU" sz="3200" dirty="0">
                <a:latin typeface="Arial" panose="020B0604020202020204" pitchFamily="34" charset="0"/>
                <a:cs typeface="Arial" panose="020B0604020202020204" pitchFamily="34" charset="0"/>
              </a:rPr>
              <a:t>answer.</a:t>
            </a:r>
          </a:p>
        </p:txBody>
      </p:sp>
      <p:pic>
        <p:nvPicPr>
          <p:cNvPr id="35" name="Picture 34" descr="A student, named Lisa, stating &quot;I added three to both sides and it made it easier&quot;.">
            <a:extLst>
              <a:ext uri="{FF2B5EF4-FFF2-40B4-BE49-F238E27FC236}">
                <a16:creationId xmlns:a16="http://schemas.microsoft.com/office/drawing/2014/main" id="{BCFBBA5E-41CF-282E-1E30-944E783B7CDF}"/>
              </a:ext>
            </a:extLst>
          </p:cNvPr>
          <p:cNvPicPr>
            <a:picLocks noChangeAspect="1"/>
          </p:cNvPicPr>
          <p:nvPr/>
        </p:nvPicPr>
        <p:blipFill>
          <a:blip r:embed="rId4"/>
          <a:stretch>
            <a:fillRect/>
          </a:stretch>
        </p:blipFill>
        <p:spPr>
          <a:xfrm>
            <a:off x="7882379" y="2343466"/>
            <a:ext cx="4091315" cy="3866208"/>
          </a:xfrm>
          <a:prstGeom prst="rect">
            <a:avLst/>
          </a:prstGeom>
        </p:spPr>
      </p:pic>
      <p:sp>
        <p:nvSpPr>
          <p:cNvPr id="20" name="B">
            <a:extLst>
              <a:ext uri="{FF2B5EF4-FFF2-40B4-BE49-F238E27FC236}">
                <a16:creationId xmlns:a16="http://schemas.microsoft.com/office/drawing/2014/main" id="{82A6EA92-CC7D-F91F-845B-788925CBB20E}"/>
              </a:ext>
            </a:extLst>
          </p:cNvPr>
          <p:cNvSpPr txBox="1"/>
          <p:nvPr/>
        </p:nvSpPr>
        <p:spPr>
          <a:xfrm>
            <a:off x="670560" y="2829070"/>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26" name="TextBox 25">
            <a:extLst>
              <a:ext uri="{FF2B5EF4-FFF2-40B4-BE49-F238E27FC236}">
                <a16:creationId xmlns:a16="http://schemas.microsoft.com/office/drawing/2014/main" id="{055AAF71-E775-9A71-AEDA-2CE00C8B2D80}"/>
              </a:ext>
            </a:extLst>
          </p:cNvPr>
          <p:cNvSpPr txBox="1"/>
          <p:nvPr/>
        </p:nvSpPr>
        <p:spPr>
          <a:xfrm>
            <a:off x="1199986" y="2763029"/>
            <a:ext cx="3488267" cy="489173"/>
          </a:xfrm>
          <a:prstGeom prst="rect">
            <a:avLst/>
          </a:prstGeom>
          <a:noFill/>
        </p:spPr>
        <p:txBody>
          <a:bodyPr wrap="square" lIns="0" tIns="0" rIns="0" bIns="0" rtlCol="0">
            <a:noAutofit/>
          </a:bodyPr>
          <a:lstStyle/>
          <a:p>
            <a:pPr algn="ctr">
              <a:lnSpc>
                <a:spcPct val="150000"/>
              </a:lnSpc>
            </a:pPr>
            <a:r>
              <a:rPr lang="en-AU" sz="3600" dirty="0">
                <a:latin typeface="Arial" panose="020B0604020202020204" pitchFamily="34" charset="0"/>
                <a:cs typeface="Arial" panose="020B0604020202020204" pitchFamily="34" charset="0"/>
              </a:rPr>
              <a:t>5000 </a:t>
            </a:r>
            <a:r>
              <a:rPr lang="en-AU" sz="3600" dirty="0"/>
              <a:t>–</a:t>
            </a:r>
            <a:r>
              <a:rPr lang="en-AU" sz="3600" dirty="0">
                <a:latin typeface="Arial" panose="020B0604020202020204" pitchFamily="34" charset="0"/>
                <a:cs typeface="Arial" panose="020B0604020202020204" pitchFamily="34" charset="0"/>
              </a:rPr>
              <a:t> 367 =</a:t>
            </a:r>
          </a:p>
        </p:txBody>
      </p:sp>
      <p:sp>
        <p:nvSpPr>
          <p:cNvPr id="21" name="B">
            <a:extLst>
              <a:ext uri="{FF2B5EF4-FFF2-40B4-BE49-F238E27FC236}">
                <a16:creationId xmlns:a16="http://schemas.microsoft.com/office/drawing/2014/main" id="{434AC187-C072-E6F1-A502-FD26A26C07BD}"/>
              </a:ext>
            </a:extLst>
          </p:cNvPr>
          <p:cNvSpPr txBox="1"/>
          <p:nvPr/>
        </p:nvSpPr>
        <p:spPr>
          <a:xfrm>
            <a:off x="670559" y="3676983"/>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27" name="TextBox 26">
            <a:extLst>
              <a:ext uri="{FF2B5EF4-FFF2-40B4-BE49-F238E27FC236}">
                <a16:creationId xmlns:a16="http://schemas.microsoft.com/office/drawing/2014/main" id="{25DF1525-7DAF-B155-86D7-37862315078B}"/>
              </a:ext>
            </a:extLst>
          </p:cNvPr>
          <p:cNvSpPr txBox="1"/>
          <p:nvPr/>
        </p:nvSpPr>
        <p:spPr>
          <a:xfrm>
            <a:off x="1168131" y="3614160"/>
            <a:ext cx="3488267" cy="489173"/>
          </a:xfrm>
          <a:prstGeom prst="rect">
            <a:avLst/>
          </a:prstGeom>
          <a:noFill/>
        </p:spPr>
        <p:txBody>
          <a:bodyPr wrap="square" lIns="0" tIns="0" rIns="0" bIns="0" rtlCol="0">
            <a:noAutofit/>
          </a:bodyPr>
          <a:lstStyle/>
          <a:p>
            <a:pPr algn="ctr">
              <a:lnSpc>
                <a:spcPct val="150000"/>
              </a:lnSpc>
            </a:pPr>
            <a:r>
              <a:rPr lang="en-AU" sz="3600" dirty="0">
                <a:latin typeface="Arial" panose="020B0604020202020204" pitchFamily="34" charset="0"/>
                <a:cs typeface="Arial" panose="020B0604020202020204" pitchFamily="34" charset="0"/>
              </a:rPr>
              <a:t>5004 </a:t>
            </a:r>
            <a:r>
              <a:rPr lang="en-AU" sz="3600" dirty="0"/>
              <a:t>–</a:t>
            </a:r>
            <a:r>
              <a:rPr lang="en-AU" sz="3600" dirty="0">
                <a:latin typeface="Arial" panose="020B0604020202020204" pitchFamily="34" charset="0"/>
                <a:cs typeface="Arial" panose="020B0604020202020204" pitchFamily="34" charset="0"/>
              </a:rPr>
              <a:t> 291 =</a:t>
            </a:r>
          </a:p>
        </p:txBody>
      </p:sp>
      <p:sp>
        <p:nvSpPr>
          <p:cNvPr id="22" name="C">
            <a:extLst>
              <a:ext uri="{FF2B5EF4-FFF2-40B4-BE49-F238E27FC236}">
                <a16:creationId xmlns:a16="http://schemas.microsoft.com/office/drawing/2014/main" id="{36803A84-C419-12DC-AAA1-FF893013EDCE}"/>
              </a:ext>
            </a:extLst>
          </p:cNvPr>
          <p:cNvSpPr txBox="1"/>
          <p:nvPr/>
        </p:nvSpPr>
        <p:spPr>
          <a:xfrm>
            <a:off x="670558" y="452703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
        <p:nvSpPr>
          <p:cNvPr id="28" name="TextBox 27">
            <a:extLst>
              <a:ext uri="{FF2B5EF4-FFF2-40B4-BE49-F238E27FC236}">
                <a16:creationId xmlns:a16="http://schemas.microsoft.com/office/drawing/2014/main" id="{D4114BAE-9E17-43E7-3D9B-B5D1ED2772A5}"/>
              </a:ext>
            </a:extLst>
          </p:cNvPr>
          <p:cNvSpPr txBox="1"/>
          <p:nvPr/>
        </p:nvSpPr>
        <p:spPr>
          <a:xfrm>
            <a:off x="1168130" y="4453802"/>
            <a:ext cx="3488267" cy="489173"/>
          </a:xfrm>
          <a:prstGeom prst="rect">
            <a:avLst/>
          </a:prstGeom>
          <a:noFill/>
        </p:spPr>
        <p:txBody>
          <a:bodyPr wrap="square" lIns="0" tIns="0" rIns="0" bIns="0" rtlCol="0">
            <a:noAutofit/>
          </a:bodyPr>
          <a:lstStyle/>
          <a:p>
            <a:pPr algn="ctr">
              <a:lnSpc>
                <a:spcPct val="150000"/>
              </a:lnSpc>
            </a:pPr>
            <a:r>
              <a:rPr lang="en-AU" sz="3600" dirty="0">
                <a:latin typeface="Arial" panose="020B0604020202020204" pitchFamily="34" charset="0"/>
                <a:cs typeface="Arial" panose="020B0604020202020204" pitchFamily="34" charset="0"/>
              </a:rPr>
              <a:t>4997 </a:t>
            </a:r>
            <a:r>
              <a:rPr lang="en-AU" sz="3600" dirty="0"/>
              <a:t>–</a:t>
            </a:r>
            <a:r>
              <a:rPr lang="en-AU" sz="3600" dirty="0">
                <a:latin typeface="Arial" panose="020B0604020202020204" pitchFamily="34" charset="0"/>
                <a:cs typeface="Arial" panose="020B0604020202020204" pitchFamily="34" charset="0"/>
              </a:rPr>
              <a:t> 497 =</a:t>
            </a:r>
          </a:p>
        </p:txBody>
      </p:sp>
      <p:sp>
        <p:nvSpPr>
          <p:cNvPr id="23" name="D">
            <a:extLst>
              <a:ext uri="{FF2B5EF4-FFF2-40B4-BE49-F238E27FC236}">
                <a16:creationId xmlns:a16="http://schemas.microsoft.com/office/drawing/2014/main" id="{33A42ACC-8942-E7DB-4C08-4C6BB328D747}"/>
              </a:ext>
            </a:extLst>
          </p:cNvPr>
          <p:cNvSpPr txBox="1"/>
          <p:nvPr/>
        </p:nvSpPr>
        <p:spPr>
          <a:xfrm>
            <a:off x="670557" y="5377089"/>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29" name="TextBox 28">
            <a:extLst>
              <a:ext uri="{FF2B5EF4-FFF2-40B4-BE49-F238E27FC236}">
                <a16:creationId xmlns:a16="http://schemas.microsoft.com/office/drawing/2014/main" id="{9A298B9A-CFD5-CEA8-56D2-011083858D24}"/>
              </a:ext>
            </a:extLst>
          </p:cNvPr>
          <p:cNvSpPr txBox="1"/>
          <p:nvPr/>
        </p:nvSpPr>
        <p:spPr>
          <a:xfrm>
            <a:off x="1294880" y="5290767"/>
            <a:ext cx="3488267" cy="489173"/>
          </a:xfrm>
          <a:prstGeom prst="rect">
            <a:avLst/>
          </a:prstGeom>
          <a:noFill/>
        </p:spPr>
        <p:txBody>
          <a:bodyPr wrap="square" lIns="0" tIns="0" rIns="0" bIns="0" rtlCol="0">
            <a:noAutofit/>
          </a:bodyPr>
          <a:lstStyle/>
          <a:p>
            <a:pPr algn="ctr">
              <a:lnSpc>
                <a:spcPct val="150000"/>
              </a:lnSpc>
            </a:pPr>
            <a:r>
              <a:rPr lang="en-AU" sz="3600" dirty="0">
                <a:latin typeface="Arial" panose="020B0604020202020204" pitchFamily="34" charset="0"/>
                <a:cs typeface="Arial" panose="020B0604020202020204" pitchFamily="34" charset="0"/>
              </a:rPr>
              <a:t>2291 </a:t>
            </a:r>
            <a:r>
              <a:rPr lang="en-AU" sz="3600" dirty="0"/>
              <a:t>–</a:t>
            </a:r>
            <a:r>
              <a:rPr lang="en-AU" sz="3600" dirty="0">
                <a:latin typeface="Arial" panose="020B0604020202020204" pitchFamily="34" charset="0"/>
                <a:cs typeface="Arial" panose="020B0604020202020204" pitchFamily="34" charset="0"/>
              </a:rPr>
              <a:t> 1116 =</a:t>
            </a:r>
          </a:p>
        </p:txBody>
      </p:sp>
      <p:sp>
        <p:nvSpPr>
          <p:cNvPr id="17" name="TextBox 16">
            <a:extLst>
              <a:ext uri="{FF2B5EF4-FFF2-40B4-BE49-F238E27FC236}">
                <a16:creationId xmlns:a16="http://schemas.microsoft.com/office/drawing/2014/main" id="{AA4D03C0-F89F-9579-47D4-07D5F2D3AC0B}"/>
              </a:ext>
            </a:extLst>
          </p:cNvPr>
          <p:cNvSpPr txBox="1"/>
          <p:nvPr/>
        </p:nvSpPr>
        <p:spPr>
          <a:xfrm>
            <a:off x="1199986" y="6130409"/>
            <a:ext cx="9292678" cy="640454"/>
          </a:xfrm>
          <a:prstGeom prst="rect">
            <a:avLst/>
          </a:prstGeom>
          <a:noFill/>
        </p:spPr>
        <p:txBody>
          <a:bodyPr wrap="square" lIns="0" tIns="0" rIns="0" bIns="0" rtlCol="0">
            <a:noAutofit/>
          </a:bodyPr>
          <a:lstStyle/>
          <a:p>
            <a:pPr algn="ctr"/>
            <a:r>
              <a:rPr lang="en-AU" sz="4000" b="1" dirty="0"/>
              <a:t>Communicate</a:t>
            </a:r>
            <a:r>
              <a:rPr lang="en-AU" sz="4000" dirty="0"/>
              <a:t> your </a:t>
            </a:r>
            <a:r>
              <a:rPr lang="en-AU" sz="4000" b="1" dirty="0"/>
              <a:t>reasoning.</a:t>
            </a:r>
          </a:p>
        </p:txBody>
      </p:sp>
      <p:sp>
        <p:nvSpPr>
          <p:cNvPr id="2" name="Slide Number Placeholder 1">
            <a:extLst>
              <a:ext uri="{FF2B5EF4-FFF2-40B4-BE49-F238E27FC236}">
                <a16:creationId xmlns:a16="http://schemas.microsoft.com/office/drawing/2014/main" id="{A1293A7A-9C27-9EEF-CD29-DBB1D9D84022}"/>
              </a:ext>
              <a:ext uri="{C183D7F6-B498-43B3-948B-1728B52AA6E4}">
                <adec:decorative xmlns:adec="http://schemas.microsoft.com/office/drawing/2017/decorative" val="1"/>
              </a:ext>
            </a:extLst>
          </p:cNvPr>
          <p:cNvSpPr>
            <a:spLocks noGrp="1"/>
          </p:cNvSpPr>
          <p:nvPr>
            <p:ph type="sldNum" sz="quarter" idx="12"/>
          </p:nvPr>
        </p:nvSpPr>
        <p:spPr>
          <a:xfrm>
            <a:off x="11124000" y="6488911"/>
            <a:ext cx="720000" cy="180000"/>
          </a:xfrm>
        </p:spPr>
        <p:txBody>
          <a:bodyPr/>
          <a:lstStyle/>
          <a:p>
            <a:fld id="{10A01DC5-1685-4615-8240-15192985C6A2}" type="slidenum">
              <a:rPr lang="en-AU" sz="2000" smtClean="0"/>
              <a:t>19</a:t>
            </a:fld>
            <a:endParaRPr lang="en-AU" sz="2000" dirty="0"/>
          </a:p>
        </p:txBody>
      </p:sp>
    </p:spTree>
    <p:extLst>
      <p:ext uri="{BB962C8B-B14F-4D97-AF65-F5344CB8AC3E}">
        <p14:creationId xmlns:p14="http://schemas.microsoft.com/office/powerpoint/2010/main" val="41665388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576592-8546-AA66-F9DD-D95356B3BAFC}"/>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AF3775D0-0B24-4768-0204-CF0839C6FC4B}"/>
              </a:ext>
            </a:extLst>
          </p:cNvPr>
          <p:cNvSpPr>
            <a:spLocks noGrp="1"/>
          </p:cNvSpPr>
          <p:nvPr>
            <p:ph type="title"/>
          </p:nvPr>
        </p:nvSpPr>
        <p:spPr>
          <a:xfrm>
            <a:off x="360000" y="360000"/>
            <a:ext cx="10367268" cy="545601"/>
          </a:xfrm>
        </p:spPr>
        <p:txBody>
          <a:bodyPr/>
          <a:lstStyle/>
          <a:p>
            <a:r>
              <a:rPr lang="en-AU"/>
              <a:t>Short response</a:t>
            </a:r>
            <a:r>
              <a:rPr lang="en-AU">
                <a:solidFill>
                  <a:schemeClr val="bg1"/>
                </a:solidFill>
              </a:rPr>
              <a:t> (9)</a:t>
            </a:r>
          </a:p>
        </p:txBody>
      </p:sp>
      <p:pic>
        <p:nvPicPr>
          <p:cNvPr id="3" name="Picture 2" descr="image of a clipboard with a pencil recording short answer responses">
            <a:extLst>
              <a:ext uri="{FF2B5EF4-FFF2-40B4-BE49-F238E27FC236}">
                <a16:creationId xmlns:a16="http://schemas.microsoft.com/office/drawing/2014/main" id="{5EA70859-D7F4-2B7A-27DC-68B58B2816C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Box 4">
            <a:extLst>
              <a:ext uri="{FF2B5EF4-FFF2-40B4-BE49-F238E27FC236}">
                <a16:creationId xmlns:a16="http://schemas.microsoft.com/office/drawing/2014/main" id="{6008EF31-C690-871A-611C-400737765DAA}"/>
              </a:ext>
            </a:extLst>
          </p:cNvPr>
          <p:cNvSpPr txBox="1"/>
          <p:nvPr/>
        </p:nvSpPr>
        <p:spPr>
          <a:xfrm>
            <a:off x="4301319" y="1347697"/>
            <a:ext cx="3589361" cy="1580957"/>
          </a:xfrm>
          <a:prstGeom prst="rect">
            <a:avLst/>
          </a:prstGeom>
          <a:noFill/>
        </p:spPr>
        <p:txBody>
          <a:bodyPr wrap="square" lIns="0" tIns="0" rIns="0" bIns="0" rtlCol="0">
            <a:noAutofit/>
          </a:bodyPr>
          <a:lstStyle/>
          <a:p>
            <a:pPr algn="ctr"/>
            <a:r>
              <a:rPr lang="en-AU" sz="7200"/>
              <a:t>4.293</a:t>
            </a:r>
          </a:p>
        </p:txBody>
      </p:sp>
      <p:sp>
        <p:nvSpPr>
          <p:cNvPr id="4" name="TextBox 3">
            <a:extLst>
              <a:ext uri="{FF2B5EF4-FFF2-40B4-BE49-F238E27FC236}">
                <a16:creationId xmlns:a16="http://schemas.microsoft.com/office/drawing/2014/main" id="{AF9374B8-9238-9917-5EED-BAA25CA84415}"/>
              </a:ext>
            </a:extLst>
          </p:cNvPr>
          <p:cNvSpPr txBox="1"/>
          <p:nvPr/>
        </p:nvSpPr>
        <p:spPr>
          <a:xfrm>
            <a:off x="173999" y="2928654"/>
            <a:ext cx="11844000" cy="3193576"/>
          </a:xfrm>
          <a:prstGeom prst="rect">
            <a:avLst/>
          </a:prstGeom>
          <a:noFill/>
        </p:spPr>
        <p:txBody>
          <a:bodyPr wrap="square" lIns="0" tIns="0" rIns="0" bIns="0" rtlCol="0">
            <a:noAutofit/>
          </a:bodyPr>
          <a:lstStyle/>
          <a:p>
            <a:pPr marL="450850" lvl="0" indent="-450850" algn="ctr">
              <a:lnSpc>
                <a:spcPct val="150000"/>
              </a:lnSpc>
              <a:buFont typeface="Arial" panose="020B0604020202020204" pitchFamily="34" charset="0"/>
              <a:buChar char="•"/>
            </a:pPr>
            <a:r>
              <a:rPr lang="en-AU" sz="3400" dirty="0"/>
              <a:t>What is the value of the digit in the </a:t>
            </a:r>
            <a:r>
              <a:rPr lang="en-AU" sz="3400" b="1" dirty="0"/>
              <a:t>tenths</a:t>
            </a:r>
            <a:r>
              <a:rPr lang="en-AU" sz="3400" dirty="0"/>
              <a:t> place?</a:t>
            </a:r>
          </a:p>
          <a:p>
            <a:pPr marL="450850" lvl="0" indent="-450850" algn="ctr">
              <a:lnSpc>
                <a:spcPct val="150000"/>
              </a:lnSpc>
              <a:buFont typeface="Arial" panose="020B0604020202020204" pitchFamily="34" charset="0"/>
              <a:buChar char="•"/>
            </a:pPr>
            <a:r>
              <a:rPr lang="en-AU" sz="3400" dirty="0"/>
              <a:t>What is the value of the digit in the </a:t>
            </a:r>
            <a:r>
              <a:rPr lang="en-AU" sz="3400" b="1" dirty="0"/>
              <a:t>hundredths</a:t>
            </a:r>
            <a:r>
              <a:rPr lang="en-AU" sz="3400" dirty="0"/>
              <a:t> place?</a:t>
            </a:r>
          </a:p>
          <a:p>
            <a:pPr marL="450850" lvl="0" indent="-450850" algn="ctr">
              <a:lnSpc>
                <a:spcPct val="150000"/>
              </a:lnSpc>
              <a:buFont typeface="Arial" panose="020B0604020202020204" pitchFamily="34" charset="0"/>
              <a:buChar char="•"/>
            </a:pPr>
            <a:r>
              <a:rPr lang="en-AU" sz="3400" dirty="0"/>
              <a:t>What is the value of the digit in the </a:t>
            </a:r>
            <a:r>
              <a:rPr lang="en-AU" sz="3400" b="1" dirty="0"/>
              <a:t>thousandths</a:t>
            </a:r>
            <a:r>
              <a:rPr lang="en-AU" sz="3400" dirty="0"/>
              <a:t> place?</a:t>
            </a:r>
          </a:p>
          <a:p>
            <a:pPr marL="450850" indent="-450850" algn="ctr">
              <a:lnSpc>
                <a:spcPct val="150000"/>
              </a:lnSpc>
              <a:buFont typeface="Arial" panose="020B0604020202020204" pitchFamily="34" charset="0"/>
              <a:buChar char="•"/>
            </a:pPr>
            <a:r>
              <a:rPr lang="en-AU" sz="3400" dirty="0"/>
              <a:t>How many </a:t>
            </a:r>
            <a:r>
              <a:rPr lang="en-AU" sz="3400" b="1" dirty="0"/>
              <a:t>thousandths</a:t>
            </a:r>
            <a:r>
              <a:rPr lang="en-AU" sz="3400" dirty="0"/>
              <a:t> are represented in the number?</a:t>
            </a:r>
          </a:p>
          <a:p>
            <a:pPr marL="342900" lvl="0" indent="-342900" algn="ctr">
              <a:lnSpc>
                <a:spcPct val="150000"/>
              </a:lnSpc>
              <a:buFont typeface="Arial" panose="020B0604020202020204" pitchFamily="34" charset="0"/>
              <a:buChar char="•"/>
            </a:pPr>
            <a:endParaRPr lang="en-AU" sz="3400" dirty="0"/>
          </a:p>
        </p:txBody>
      </p:sp>
      <p:sp>
        <p:nvSpPr>
          <p:cNvPr id="2" name="Slide Number Placeholder 1">
            <a:extLst>
              <a:ext uri="{FF2B5EF4-FFF2-40B4-BE49-F238E27FC236}">
                <a16:creationId xmlns:a16="http://schemas.microsoft.com/office/drawing/2014/main" id="{6F4A34C4-F847-0934-D1D0-89AAB0D7E885}"/>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20</a:t>
            </a:fld>
            <a:endParaRPr lang="en-AU"/>
          </a:p>
        </p:txBody>
      </p:sp>
    </p:spTree>
    <p:extLst>
      <p:ext uri="{BB962C8B-B14F-4D97-AF65-F5344CB8AC3E}">
        <p14:creationId xmlns:p14="http://schemas.microsoft.com/office/powerpoint/2010/main" val="6648174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F06CCD-AF1B-DF29-E79F-904E76F4C113}"/>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EDA13F8-3530-8D03-3161-194CC3B55EDA}"/>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(10)</a:t>
            </a:r>
          </a:p>
        </p:txBody>
      </p:sp>
      <p:pic>
        <p:nvPicPr>
          <p:cNvPr id="3" name="Picture 2" descr="image of a clipboard with a pencil recording short answer responses">
            <a:extLst>
              <a:ext uri="{FF2B5EF4-FFF2-40B4-BE49-F238E27FC236}">
                <a16:creationId xmlns:a16="http://schemas.microsoft.com/office/drawing/2014/main" id="{95A63C50-93CA-645D-9F2D-21E08F0D1705}"/>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C449ABDF-CA21-927E-7367-4325D9C01F9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21</a:t>
            </a:fld>
            <a:endParaRPr lang="en-AU"/>
          </a:p>
        </p:txBody>
      </p:sp>
      <p:sp>
        <p:nvSpPr>
          <p:cNvPr id="5" name="TextBox 4">
            <a:extLst>
              <a:ext uri="{FF2B5EF4-FFF2-40B4-BE49-F238E27FC236}">
                <a16:creationId xmlns:a16="http://schemas.microsoft.com/office/drawing/2014/main" id="{58DAD7B7-6A70-0B35-D166-D34823ABCCC2}"/>
              </a:ext>
            </a:extLst>
          </p:cNvPr>
          <p:cNvSpPr txBox="1"/>
          <p:nvPr/>
        </p:nvSpPr>
        <p:spPr>
          <a:xfrm>
            <a:off x="360000" y="2054873"/>
            <a:ext cx="5748000" cy="3013838"/>
          </a:xfrm>
          <a:prstGeom prst="rect">
            <a:avLst/>
          </a:prstGeom>
          <a:noFill/>
        </p:spPr>
        <p:txBody>
          <a:bodyPr wrap="square">
            <a:spAutoFit/>
          </a:bodyPr>
          <a:lstStyle/>
          <a:p>
            <a:pPr algn="ctr">
              <a:lnSpc>
                <a:spcPct val="150000"/>
              </a:lnSpc>
            </a:pPr>
            <a:r>
              <a:rPr lang="en-AU" sz="4400">
                <a:latin typeface="Arial" panose="020B0604020202020204" pitchFamily="34" charset="0"/>
                <a:cs typeface="Arial" panose="020B0604020202020204" pitchFamily="34" charset="0"/>
              </a:rPr>
              <a:t>Write a </a:t>
            </a:r>
            <a:r>
              <a:rPr lang="en-AU" sz="4400" b="1">
                <a:latin typeface="Arial" panose="020B0604020202020204" pitchFamily="34" charset="0"/>
                <a:cs typeface="Arial" panose="020B0604020202020204" pitchFamily="34" charset="0"/>
              </a:rPr>
              <a:t>question</a:t>
            </a:r>
            <a:r>
              <a:rPr lang="en-AU" sz="4400">
                <a:latin typeface="Arial" panose="020B0604020202020204" pitchFamily="34" charset="0"/>
                <a:cs typeface="Arial" panose="020B0604020202020204" pitchFamily="34" charset="0"/>
              </a:rPr>
              <a:t> that can be </a:t>
            </a:r>
            <a:r>
              <a:rPr lang="en-AU" sz="4400" b="1">
                <a:latin typeface="Arial" panose="020B0604020202020204" pitchFamily="34" charset="0"/>
                <a:cs typeface="Arial" panose="020B0604020202020204" pitchFamily="34" charset="0"/>
              </a:rPr>
              <a:t>answered</a:t>
            </a:r>
            <a:r>
              <a:rPr lang="en-AU" sz="4400">
                <a:latin typeface="Arial" panose="020B0604020202020204" pitchFamily="34" charset="0"/>
                <a:cs typeface="Arial" panose="020B0604020202020204" pitchFamily="34" charset="0"/>
              </a:rPr>
              <a:t> </a:t>
            </a:r>
          </a:p>
          <a:p>
            <a:pPr algn="ctr">
              <a:lnSpc>
                <a:spcPct val="150000"/>
              </a:lnSpc>
            </a:pPr>
            <a:r>
              <a:rPr lang="en-AU" sz="4400">
                <a:latin typeface="Arial" panose="020B0604020202020204" pitchFamily="34" charset="0"/>
                <a:cs typeface="Arial" panose="020B0604020202020204" pitchFamily="34" charset="0"/>
              </a:rPr>
              <a:t>using this </a:t>
            </a:r>
            <a:r>
              <a:rPr lang="en-AU" sz="4400" b="1">
                <a:latin typeface="Arial" panose="020B0604020202020204" pitchFamily="34" charset="0"/>
                <a:cs typeface="Arial" panose="020B0604020202020204" pitchFamily="34" charset="0"/>
              </a:rPr>
              <a:t>data</a:t>
            </a:r>
            <a:r>
              <a:rPr lang="en-AU" sz="4400">
                <a:latin typeface="Arial" panose="020B0604020202020204" pitchFamily="34" charset="0"/>
                <a:cs typeface="Arial" panose="020B0604020202020204" pitchFamily="34" charset="0"/>
              </a:rPr>
              <a:t>.</a:t>
            </a:r>
          </a:p>
        </p:txBody>
      </p:sp>
      <p:pic>
        <p:nvPicPr>
          <p:cNvPr id="7" name="Picture 6" descr="A column graph titled 'Average Hours of Physical Activity per Week by Year Group'. The x-axis shows 4 categories: Year 3, Year 4, Year 5, and Year 6. The y-axis is labelled 'Hours per Week' with a scale from 0 to 10, increasing in increments of 2. Year 3 has a column height of 5 hours, Year 4 has 6 hours, Year 5 has 8 hours, and Year 6 has 9 hours. The tallest column is Year 6 and the shortest column is Year 3.">
            <a:extLst>
              <a:ext uri="{FF2B5EF4-FFF2-40B4-BE49-F238E27FC236}">
                <a16:creationId xmlns:a16="http://schemas.microsoft.com/office/drawing/2014/main" id="{3593D5F6-F1CE-5B99-E006-473166A6C62E}"/>
              </a:ext>
            </a:extLst>
          </p:cNvPr>
          <p:cNvPicPr>
            <a:picLocks noChangeAspect="1"/>
          </p:cNvPicPr>
          <p:nvPr/>
        </p:nvPicPr>
        <p:blipFill>
          <a:blip r:embed="rId4"/>
          <a:stretch>
            <a:fillRect/>
          </a:stretch>
        </p:blipFill>
        <p:spPr>
          <a:xfrm>
            <a:off x="6481686" y="1294678"/>
            <a:ext cx="5108334" cy="5350637"/>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40422803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7F93E5-F139-F392-251F-752BCC53FF1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3FD7EA02-B2B2-9AE1-FADE-A274B950DEDA}"/>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(11)</a:t>
            </a:r>
          </a:p>
        </p:txBody>
      </p:sp>
      <p:pic>
        <p:nvPicPr>
          <p:cNvPr id="3" name="Picture 2" descr="image of a clipboard with a pencil recording short answer responses">
            <a:extLst>
              <a:ext uri="{FF2B5EF4-FFF2-40B4-BE49-F238E27FC236}">
                <a16:creationId xmlns:a16="http://schemas.microsoft.com/office/drawing/2014/main" id="{CDC9578D-E509-83DC-F7E6-82182EFDC994}"/>
              </a:ext>
            </a:extLst>
          </p:cNvPr>
          <p:cNvPicPr>
            <a:picLocks noChangeAspect="1"/>
          </p:cNvPicPr>
          <p:nvPr/>
        </p:nvPicPr>
        <p:blipFill>
          <a:blip r:embed="rId3"/>
          <a:stretch>
            <a:fillRect/>
          </a:stretch>
        </p:blipFill>
        <p:spPr>
          <a:xfrm>
            <a:off x="11030476" y="268723"/>
            <a:ext cx="915500" cy="915500"/>
          </a:xfrm>
          <a:prstGeom prst="rect">
            <a:avLst/>
          </a:prstGeom>
        </p:spPr>
      </p:pic>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8A84A817-0081-F102-2041-66EC737426DE}"/>
                  </a:ext>
                </a:extLst>
              </p:cNvPr>
              <p:cNvSpPr txBox="1"/>
              <p:nvPr/>
            </p:nvSpPr>
            <p:spPr>
              <a:xfrm>
                <a:off x="596348" y="1497495"/>
                <a:ext cx="11247652" cy="4081670"/>
              </a:xfrm>
              <a:prstGeom prst="rect">
                <a:avLst/>
              </a:prstGeom>
              <a:noFill/>
            </p:spPr>
            <p:txBody>
              <a:bodyPr wrap="square" lIns="0" tIns="0" rIns="0" bIns="0" rtlCol="0">
                <a:noAutofit/>
              </a:bodyPr>
              <a:lstStyle/>
              <a:p>
                <a:pPr algn="ctr">
                  <a:lnSpc>
                    <a:spcPct val="150000"/>
                  </a:lnSpc>
                </a:pPr>
                <a:r>
                  <a:rPr lang="en-AU" sz="3600"/>
                  <a:t>Trish ate </a:t>
                </a:r>
                <a14:m>
                  <m:oMath xmlns:m="http://schemas.openxmlformats.org/officeDocument/2006/math">
                    <m:f>
                      <m:fPr>
                        <m:ctrlPr>
                          <a:rPr lang="en-AU" sz="3600" i="1">
                            <a:latin typeface="Cambria Math" panose="02040503050406030204" pitchFamily="18" charset="0"/>
                          </a:rPr>
                        </m:ctrlPr>
                      </m:fPr>
                      <m:num>
                        <m:r>
                          <a:rPr lang="en-AU" sz="3600" b="0" i="1" smtClean="0">
                            <a:latin typeface="Cambria Math" panose="02040503050406030204" pitchFamily="18" charset="0"/>
                          </a:rPr>
                          <m:t>1</m:t>
                        </m:r>
                      </m:num>
                      <m:den>
                        <m:r>
                          <a:rPr lang="en-AU" sz="3600" b="0" i="1">
                            <a:latin typeface="Cambria Math" panose="02040503050406030204" pitchFamily="18" charset="0"/>
                          </a:rPr>
                          <m:t>4</m:t>
                        </m:r>
                      </m:den>
                    </m:f>
                  </m:oMath>
                </a14:m>
                <a:r>
                  <a:rPr lang="en-AU" sz="3600"/>
                  <a:t> of a chocolate bar. Her friend Gary ate </a:t>
                </a:r>
                <a14:m>
                  <m:oMath xmlns:m="http://schemas.openxmlformats.org/officeDocument/2006/math">
                    <m:f>
                      <m:fPr>
                        <m:ctrlPr>
                          <a:rPr lang="en-AU" sz="3600" i="1">
                            <a:latin typeface="Cambria Math" panose="02040503050406030204" pitchFamily="18" charset="0"/>
                          </a:rPr>
                        </m:ctrlPr>
                      </m:fPr>
                      <m:num>
                        <m:r>
                          <a:rPr lang="en-AU" sz="3600" b="0" i="1" smtClean="0">
                            <a:latin typeface="Cambria Math" panose="02040503050406030204" pitchFamily="18" charset="0"/>
                          </a:rPr>
                          <m:t>1</m:t>
                        </m:r>
                      </m:num>
                      <m:den>
                        <m:r>
                          <a:rPr lang="en-AU" sz="3600" b="0" i="1" smtClean="0">
                            <a:latin typeface="Cambria Math" panose="02040503050406030204" pitchFamily="18" charset="0"/>
                          </a:rPr>
                          <m:t>2</m:t>
                        </m:r>
                      </m:den>
                    </m:f>
                  </m:oMath>
                </a14:m>
                <a:r>
                  <a:rPr lang="en-AU" sz="3600"/>
                  <a:t> of a </a:t>
                </a:r>
                <a:r>
                  <a:rPr lang="en-AU" sz="3600" b="1"/>
                  <a:t>different chocolate bar</a:t>
                </a:r>
                <a:r>
                  <a:rPr lang="en-AU" sz="3600"/>
                  <a:t>. Trish claims that she had more chocolate than Gary. </a:t>
                </a:r>
              </a:p>
              <a:p>
                <a:pPr algn="ctr">
                  <a:lnSpc>
                    <a:spcPct val="150000"/>
                  </a:lnSpc>
                </a:pPr>
                <a:r>
                  <a:rPr lang="en-AU" sz="3600"/>
                  <a:t>How could she be correct?</a:t>
                </a:r>
              </a:p>
              <a:p>
                <a:pPr algn="ctr">
                  <a:lnSpc>
                    <a:spcPct val="150000"/>
                  </a:lnSpc>
                </a:pPr>
                <a:endParaRPr lang="en-AU" sz="3600" b="1" dirty="0"/>
              </a:p>
              <a:p>
                <a:pPr algn="ctr">
                  <a:lnSpc>
                    <a:spcPct val="150000"/>
                  </a:lnSpc>
                </a:pPr>
                <a:r>
                  <a:rPr lang="en-AU" sz="3600" b="1"/>
                  <a:t>Communicate</a:t>
                </a:r>
                <a:r>
                  <a:rPr lang="en-AU" sz="3600"/>
                  <a:t> your </a:t>
                </a:r>
                <a:r>
                  <a:rPr lang="en-AU" sz="3600" b="1"/>
                  <a:t>reasoning</a:t>
                </a:r>
                <a:r>
                  <a:rPr lang="en-AU" sz="3600"/>
                  <a:t>.</a:t>
                </a:r>
              </a:p>
            </p:txBody>
          </p:sp>
        </mc:Choice>
        <mc:Fallback xmlns="">
          <p:sp>
            <p:nvSpPr>
              <p:cNvPr id="4" name="TextBox 3">
                <a:extLst>
                  <a:ext uri="{FF2B5EF4-FFF2-40B4-BE49-F238E27FC236}">
                    <a16:creationId xmlns:a16="http://schemas.microsoft.com/office/drawing/2014/main" id="{8A84A817-0081-F102-2041-66EC737426DE}"/>
                  </a:ext>
                </a:extLst>
              </p:cNvPr>
              <p:cNvSpPr txBox="1">
                <a:spLocks noRot="1" noChangeAspect="1" noMove="1" noResize="1" noEditPoints="1" noAdjustHandles="1" noChangeArrowheads="1" noChangeShapeType="1" noTextEdit="1"/>
              </p:cNvSpPr>
              <p:nvPr/>
            </p:nvSpPr>
            <p:spPr>
              <a:xfrm>
                <a:off x="596348" y="1497495"/>
                <a:ext cx="11247652" cy="4081670"/>
              </a:xfrm>
              <a:prstGeom prst="rect">
                <a:avLst/>
              </a:prstGeom>
              <a:blipFill>
                <a:blip r:embed="rId4"/>
                <a:stretch>
                  <a:fillRect l="-2168" r="-3198" b="-33632"/>
                </a:stretch>
              </a:blipFill>
            </p:spPr>
            <p:txBody>
              <a:bodyPr/>
              <a:lstStyle/>
              <a:p>
                <a:r>
                  <a:rPr lang="en-AU">
                    <a:noFill/>
                  </a:rPr>
                  <a:t> </a:t>
                </a:r>
              </a:p>
            </p:txBody>
          </p:sp>
        </mc:Fallback>
      </mc:AlternateContent>
      <p:sp>
        <p:nvSpPr>
          <p:cNvPr id="2" name="Slide Number Placeholder 1">
            <a:extLst>
              <a:ext uri="{FF2B5EF4-FFF2-40B4-BE49-F238E27FC236}">
                <a16:creationId xmlns:a16="http://schemas.microsoft.com/office/drawing/2014/main" id="{60D2A36A-A9B5-D2C0-90BB-0368FCAF4E8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22</a:t>
            </a:fld>
            <a:endParaRPr lang="en-AU"/>
          </a:p>
        </p:txBody>
      </p:sp>
    </p:spTree>
    <p:extLst>
      <p:ext uri="{BB962C8B-B14F-4D97-AF65-F5344CB8AC3E}">
        <p14:creationId xmlns:p14="http://schemas.microsoft.com/office/powerpoint/2010/main" val="1331896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240840-D7CC-4CCB-8D3E-7D33347E7802}"/>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374460B9-92F5-903A-AAF0-6C45AAE06521}"/>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(12)</a:t>
            </a:r>
          </a:p>
        </p:txBody>
      </p:sp>
      <p:pic>
        <p:nvPicPr>
          <p:cNvPr id="3" name="Picture 2" descr="image of a clipboard with a pencil recording short answer responses">
            <a:extLst>
              <a:ext uri="{FF2B5EF4-FFF2-40B4-BE49-F238E27FC236}">
                <a16:creationId xmlns:a16="http://schemas.microsoft.com/office/drawing/2014/main" id="{4F225E6B-742A-E393-5D68-B394EB858BAC}"/>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5555BFA4-A5AC-8DA4-59DE-372570252C58}"/>
              </a:ext>
            </a:extLst>
          </p:cNvPr>
          <p:cNvSpPr txBox="1"/>
          <p:nvPr/>
        </p:nvSpPr>
        <p:spPr>
          <a:xfrm>
            <a:off x="616226" y="1075546"/>
            <a:ext cx="10959548" cy="4187687"/>
          </a:xfrm>
          <a:prstGeom prst="rect">
            <a:avLst/>
          </a:prstGeom>
          <a:noFill/>
        </p:spPr>
        <p:txBody>
          <a:bodyPr wrap="square" lIns="0" tIns="0" rIns="0" bIns="0" rtlCol="0">
            <a:noAutofit/>
          </a:bodyPr>
          <a:lstStyle/>
          <a:p>
            <a:pPr algn="ctr">
              <a:lnSpc>
                <a:spcPct val="150000"/>
              </a:lnSpc>
            </a:pPr>
            <a:r>
              <a:rPr lang="en-AU" sz="4000" dirty="0"/>
              <a:t>Is this an example of </a:t>
            </a:r>
            <a:r>
              <a:rPr lang="en-AU" sz="4000" b="1" dirty="0"/>
              <a:t>biased data collection</a:t>
            </a:r>
            <a:r>
              <a:rPr lang="en-AU" sz="4000" dirty="0"/>
              <a:t>?</a:t>
            </a:r>
          </a:p>
          <a:p>
            <a:pPr algn="ctr">
              <a:lnSpc>
                <a:spcPct val="150000"/>
              </a:lnSpc>
            </a:pPr>
            <a:endParaRPr lang="en-AU" sz="1100" dirty="0"/>
          </a:p>
          <a:p>
            <a:pPr algn="ctr">
              <a:lnSpc>
                <a:spcPct val="150000"/>
              </a:lnSpc>
            </a:pPr>
            <a:r>
              <a:rPr lang="en-AU" sz="3600" dirty="0"/>
              <a:t>A sports store wanted to find out which sport is most popular in the community. They handed out surveys only at the local football club asking, “What is your favourite sport?”</a:t>
            </a:r>
          </a:p>
          <a:p>
            <a:pPr algn="ctr">
              <a:lnSpc>
                <a:spcPct val="150000"/>
              </a:lnSpc>
            </a:pPr>
            <a:endParaRPr lang="en-AU" sz="1800" dirty="0"/>
          </a:p>
          <a:p>
            <a:pPr algn="ctr">
              <a:lnSpc>
                <a:spcPct val="150000"/>
              </a:lnSpc>
            </a:pPr>
            <a:r>
              <a:rPr lang="en-AU" sz="3600" b="1" dirty="0"/>
              <a:t>Communicate</a:t>
            </a:r>
            <a:r>
              <a:rPr lang="en-AU" sz="3600" dirty="0"/>
              <a:t> your </a:t>
            </a:r>
            <a:r>
              <a:rPr lang="en-AU" sz="3600" b="1" dirty="0"/>
              <a:t>thinking</a:t>
            </a:r>
            <a:r>
              <a:rPr lang="en-AU" sz="3600" dirty="0"/>
              <a:t>.</a:t>
            </a:r>
          </a:p>
        </p:txBody>
      </p:sp>
      <p:sp>
        <p:nvSpPr>
          <p:cNvPr id="2" name="Slide Number Placeholder 1">
            <a:extLst>
              <a:ext uri="{FF2B5EF4-FFF2-40B4-BE49-F238E27FC236}">
                <a16:creationId xmlns:a16="http://schemas.microsoft.com/office/drawing/2014/main" id="{341BE9D8-9322-2BA9-592E-BBC8E8C4C8AA}"/>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23</a:t>
            </a:fld>
            <a:endParaRPr lang="en-AU"/>
          </a:p>
        </p:txBody>
      </p:sp>
    </p:spTree>
    <p:extLst>
      <p:ext uri="{BB962C8B-B14F-4D97-AF65-F5344CB8AC3E}">
        <p14:creationId xmlns:p14="http://schemas.microsoft.com/office/powerpoint/2010/main" val="25290014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3F9C3A-F1CC-1B05-83FC-899792199CD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915E8592-49BC-C596-FF4A-EFC9B38B3EC9}"/>
              </a:ext>
            </a:extLst>
          </p:cNvPr>
          <p:cNvSpPr>
            <a:spLocks noGrp="1"/>
          </p:cNvSpPr>
          <p:nvPr>
            <p:ph type="title"/>
          </p:nvPr>
        </p:nvSpPr>
        <p:spPr>
          <a:xfrm>
            <a:off x="360000" y="360000"/>
            <a:ext cx="10367268" cy="545601"/>
          </a:xfrm>
        </p:spPr>
        <p:txBody>
          <a:bodyPr/>
          <a:lstStyle/>
          <a:p>
            <a:r>
              <a:rPr lang="en-AU"/>
              <a:t>Activity 3 – Which number doesn’t belong?</a:t>
            </a:r>
          </a:p>
        </p:txBody>
      </p:sp>
      <p:pic>
        <p:nvPicPr>
          <p:cNvPr id="4" name="Picture 3" descr="image of a head with cogs turning inside">
            <a:extLst>
              <a:ext uri="{FF2B5EF4-FFF2-40B4-BE49-F238E27FC236}">
                <a16:creationId xmlns:a16="http://schemas.microsoft.com/office/drawing/2014/main" id="{296D4226-C1D0-BEBB-1948-F7CDF78884C4}"/>
              </a:ext>
            </a:extLst>
          </p:cNvPr>
          <p:cNvPicPr>
            <a:picLocks noChangeAspect="1"/>
          </p:cNvPicPr>
          <p:nvPr/>
        </p:nvPicPr>
        <p:blipFill>
          <a:blip r:embed="rId3"/>
          <a:stretch>
            <a:fillRect/>
          </a:stretch>
        </p:blipFill>
        <p:spPr>
          <a:xfrm>
            <a:off x="11107003" y="240894"/>
            <a:ext cx="720000" cy="856364"/>
          </a:xfrm>
          <a:prstGeom prst="rect">
            <a:avLst/>
          </a:prstGeom>
        </p:spPr>
      </p:pic>
      <p:graphicFrame>
        <p:nvGraphicFramePr>
          <p:cNvPr id="3" name="Table 2">
            <a:extLst>
              <a:ext uri="{FF2B5EF4-FFF2-40B4-BE49-F238E27FC236}">
                <a16:creationId xmlns:a16="http://schemas.microsoft.com/office/drawing/2014/main" id="{0D0AD5DD-ACC0-6449-F24B-58E0FD3A7EE5}"/>
              </a:ext>
            </a:extLst>
          </p:cNvPr>
          <p:cNvGraphicFramePr>
            <a:graphicFrameLocks noGrp="1"/>
          </p:cNvGraphicFramePr>
          <p:nvPr>
            <p:extLst>
              <p:ext uri="{D42A27DB-BD31-4B8C-83A1-F6EECF244321}">
                <p14:modId xmlns:p14="http://schemas.microsoft.com/office/powerpoint/2010/main" val="2278894146"/>
              </p:ext>
            </p:extLst>
          </p:nvPr>
        </p:nvGraphicFramePr>
        <p:xfrm>
          <a:off x="2744236" y="2045336"/>
          <a:ext cx="6346570" cy="3061048"/>
        </p:xfrm>
        <a:graphic>
          <a:graphicData uri="http://schemas.openxmlformats.org/drawingml/2006/table">
            <a:tbl>
              <a:tblPr firstRow="1" bandRow="1"/>
              <a:tblGrid>
                <a:gridCol w="3126212">
                  <a:extLst>
                    <a:ext uri="{9D8B030D-6E8A-4147-A177-3AD203B41FA5}">
                      <a16:colId xmlns:a16="http://schemas.microsoft.com/office/drawing/2014/main" val="836112758"/>
                    </a:ext>
                  </a:extLst>
                </a:gridCol>
                <a:gridCol w="3220358">
                  <a:extLst>
                    <a:ext uri="{9D8B030D-6E8A-4147-A177-3AD203B41FA5}">
                      <a16:colId xmlns:a16="http://schemas.microsoft.com/office/drawing/2014/main" val="152966617"/>
                    </a:ext>
                  </a:extLst>
                </a:gridCol>
              </a:tblGrid>
              <a:tr h="1530524">
                <a:tc>
                  <a:txBody>
                    <a:bodyPr/>
                    <a:lstStyle/>
                    <a:p>
                      <a:pPr algn="ctr"/>
                      <a:r>
                        <a:rPr lang="en-AU" sz="5300">
                          <a:latin typeface="Arial" panose="020B0604020202020204" pitchFamily="34" charset="0"/>
                          <a:cs typeface="Arial" panose="020B0604020202020204" pitchFamily="34" charset="0"/>
                        </a:rPr>
                        <a:t>9</a:t>
                      </a:r>
                    </a:p>
                  </a:txBody>
                  <a:tcPr marL="110198" marR="110198" marT="55099" marB="55099" anchor="ctr"/>
                </a:tc>
                <a:tc>
                  <a:txBody>
                    <a:bodyPr/>
                    <a:lstStyle/>
                    <a:p>
                      <a:pPr algn="ctr"/>
                      <a:r>
                        <a:rPr lang="en-AU" sz="5300">
                          <a:latin typeface="Arial" panose="020B0604020202020204" pitchFamily="34" charset="0"/>
                          <a:cs typeface="Arial" panose="020B0604020202020204" pitchFamily="34" charset="0"/>
                        </a:rPr>
                        <a:t>16</a:t>
                      </a:r>
                    </a:p>
                  </a:txBody>
                  <a:tcPr marL="110198" marR="110198" marT="55099" marB="55099" anchor="ctr"/>
                </a:tc>
                <a:extLst>
                  <a:ext uri="{0D108BD9-81ED-4DB2-BD59-A6C34878D82A}">
                    <a16:rowId xmlns:a16="http://schemas.microsoft.com/office/drawing/2014/main" val="2138713099"/>
                  </a:ext>
                </a:extLst>
              </a:tr>
              <a:tr h="1530524">
                <a:tc>
                  <a:txBody>
                    <a:bodyPr/>
                    <a:lstStyle/>
                    <a:p>
                      <a:pPr algn="ctr"/>
                      <a:r>
                        <a:rPr lang="en-AU" sz="5300">
                          <a:latin typeface="Arial" panose="020B0604020202020204" pitchFamily="34" charset="0"/>
                          <a:cs typeface="Arial" panose="020B0604020202020204" pitchFamily="34" charset="0"/>
                        </a:rPr>
                        <a:t>25</a:t>
                      </a:r>
                    </a:p>
                  </a:txBody>
                  <a:tcPr marL="110198" marR="110198" marT="55099" marB="55099" anchor="ctr"/>
                </a:tc>
                <a:tc>
                  <a:txBody>
                    <a:bodyPr/>
                    <a:lstStyle/>
                    <a:p>
                      <a:pPr algn="ctr"/>
                      <a:r>
                        <a:rPr lang="en-AU" sz="5300" dirty="0">
                          <a:latin typeface="Arial" panose="020B0604020202020204" pitchFamily="34" charset="0"/>
                          <a:cs typeface="Arial" panose="020B0604020202020204" pitchFamily="34" charset="0"/>
                        </a:rPr>
                        <a:t>43</a:t>
                      </a:r>
                    </a:p>
                  </a:txBody>
                  <a:tcPr marL="110198" marR="110198" marT="55099" marB="55099" anchor="ctr"/>
                </a:tc>
                <a:extLst>
                  <a:ext uri="{0D108BD9-81ED-4DB2-BD59-A6C34878D82A}">
                    <a16:rowId xmlns:a16="http://schemas.microsoft.com/office/drawing/2014/main" val="1033044756"/>
                  </a:ext>
                </a:extLst>
              </a:tr>
            </a:tbl>
          </a:graphicData>
        </a:graphic>
      </p:graphicFrame>
      <p:sp>
        <p:nvSpPr>
          <p:cNvPr id="5" name="TextBox 4">
            <a:extLst>
              <a:ext uri="{FF2B5EF4-FFF2-40B4-BE49-F238E27FC236}">
                <a16:creationId xmlns:a16="http://schemas.microsoft.com/office/drawing/2014/main" id="{A4CC53D5-ACFB-497A-3BA8-B45AC0B2E569}"/>
              </a:ext>
            </a:extLst>
          </p:cNvPr>
          <p:cNvSpPr txBox="1"/>
          <p:nvPr/>
        </p:nvSpPr>
        <p:spPr>
          <a:xfrm>
            <a:off x="1475550" y="1500052"/>
            <a:ext cx="8883942" cy="1090568"/>
          </a:xfrm>
          <a:prstGeom prst="rect">
            <a:avLst/>
          </a:prstGeom>
          <a:noFill/>
        </p:spPr>
        <p:txBody>
          <a:bodyPr wrap="square" lIns="0" tIns="0" rIns="0" bIns="0" rtlCol="0">
            <a:noAutofit/>
          </a:bodyPr>
          <a:lstStyle/>
          <a:p>
            <a:pPr algn="ctr"/>
            <a:endParaRPr lang="en-AU" sz="4000" dirty="0">
              <a:latin typeface="Arial" panose="020B0604020202020204" pitchFamily="34" charset="0"/>
              <a:cs typeface="Arial" panose="020B0604020202020204" pitchFamily="34" charset="0"/>
            </a:endParaRPr>
          </a:p>
          <a:p>
            <a:pPr algn="ctr"/>
            <a:endParaRPr lang="en-AU" sz="4000" dirty="0">
              <a:latin typeface="Arial" panose="020B0604020202020204" pitchFamily="34" charset="0"/>
              <a:cs typeface="Arial" panose="020B0604020202020204" pitchFamily="34" charset="0"/>
            </a:endParaRPr>
          </a:p>
          <a:p>
            <a:pPr algn="ctr">
              <a:lnSpc>
                <a:spcPct val="150000"/>
              </a:lnSpc>
            </a:pPr>
            <a:endParaRPr lang="en-AU" sz="4000" b="1" dirty="0"/>
          </a:p>
          <a:p>
            <a:pPr algn="ctr">
              <a:lnSpc>
                <a:spcPct val="150000"/>
              </a:lnSpc>
            </a:pPr>
            <a:endParaRPr lang="en-AU" sz="4000" b="1" dirty="0"/>
          </a:p>
          <a:p>
            <a:pPr algn="ctr">
              <a:lnSpc>
                <a:spcPct val="150000"/>
              </a:lnSpc>
            </a:pPr>
            <a:endParaRPr lang="en-AU" sz="4000" b="1" dirty="0"/>
          </a:p>
          <a:p>
            <a:pPr algn="ctr">
              <a:lnSpc>
                <a:spcPct val="150000"/>
              </a:lnSpc>
            </a:pPr>
            <a:r>
              <a:rPr lang="en-AU" sz="4000" b="1" dirty="0"/>
              <a:t>Communicate</a:t>
            </a:r>
            <a:r>
              <a:rPr lang="en-AU" sz="4000" dirty="0"/>
              <a:t> your </a:t>
            </a:r>
            <a:r>
              <a:rPr lang="en-AU" sz="4000" b="1" dirty="0"/>
              <a:t>reasoning</a:t>
            </a:r>
            <a:r>
              <a:rPr lang="en-AU" sz="4000" dirty="0"/>
              <a:t>.</a:t>
            </a:r>
          </a:p>
        </p:txBody>
      </p:sp>
      <p:sp>
        <p:nvSpPr>
          <p:cNvPr id="2" name="Slide Number Placeholder 1">
            <a:extLst>
              <a:ext uri="{FF2B5EF4-FFF2-40B4-BE49-F238E27FC236}">
                <a16:creationId xmlns:a16="http://schemas.microsoft.com/office/drawing/2014/main" id="{F13284F3-A3C3-7E9C-A841-487691CF37C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24</a:t>
            </a:fld>
            <a:endParaRPr lang="en-AU"/>
          </a:p>
        </p:txBody>
      </p:sp>
    </p:spTree>
    <p:extLst>
      <p:ext uri="{BB962C8B-B14F-4D97-AF65-F5344CB8AC3E}">
        <p14:creationId xmlns:p14="http://schemas.microsoft.com/office/powerpoint/2010/main" val="15837104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B2DF9B-3550-BFA9-EED0-38CBAC7E9614}"/>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91CD758A-1643-8963-9FA0-97E7FF62C8FF}"/>
              </a:ext>
            </a:extLst>
          </p:cNvPr>
          <p:cNvSpPr>
            <a:spLocks noGrp="1"/>
          </p:cNvSpPr>
          <p:nvPr>
            <p:ph type="ctrTitle"/>
          </p:nvPr>
        </p:nvSpPr>
        <p:spPr/>
        <p:txBody>
          <a:bodyPr/>
          <a:lstStyle/>
          <a:p>
            <a:r>
              <a:rPr lang="en-AU">
                <a:latin typeface="+mj-lt"/>
              </a:rPr>
              <a:t>Review of learning 4</a:t>
            </a:r>
          </a:p>
        </p:txBody>
      </p:sp>
    </p:spTree>
    <p:extLst>
      <p:ext uri="{BB962C8B-B14F-4D97-AF65-F5344CB8AC3E}">
        <p14:creationId xmlns:p14="http://schemas.microsoft.com/office/powerpoint/2010/main" val="25084362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F1E96E-77B4-2C82-4376-4892043A4FD6}"/>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3DA66D7F-0F12-2ED7-6EE7-87E24A15E5B6}"/>
              </a:ext>
            </a:extLst>
          </p:cNvPr>
          <p:cNvSpPr>
            <a:spLocks noGrp="1"/>
          </p:cNvSpPr>
          <p:nvPr>
            <p:ph type="title"/>
          </p:nvPr>
        </p:nvSpPr>
        <p:spPr/>
        <p:txBody>
          <a:bodyPr/>
          <a:lstStyle/>
          <a:p>
            <a:r>
              <a:rPr lang="en-US"/>
              <a:t>True or false </a:t>
            </a:r>
            <a:r>
              <a:rPr lang="en-US">
                <a:solidFill>
                  <a:schemeClr val="bg1"/>
                </a:solidFill>
              </a:rPr>
              <a:t>(2)</a:t>
            </a:r>
          </a:p>
        </p:txBody>
      </p:sp>
      <p:pic>
        <p:nvPicPr>
          <p:cNvPr id="4" name="Picture 3" descr="image of a finger selecting an option for a multiple choice or true and false">
            <a:extLst>
              <a:ext uri="{FF2B5EF4-FFF2-40B4-BE49-F238E27FC236}">
                <a16:creationId xmlns:a16="http://schemas.microsoft.com/office/drawing/2014/main" id="{10894CBE-266A-B58D-5858-0C2919DF6112}"/>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8" name="Text Placeholder 7">
            <a:extLst>
              <a:ext uri="{FF2B5EF4-FFF2-40B4-BE49-F238E27FC236}">
                <a16:creationId xmlns:a16="http://schemas.microsoft.com/office/drawing/2014/main" id="{40C5EC1A-A856-9DCE-7D58-39B4B9FE92EF}"/>
              </a:ext>
            </a:extLst>
          </p:cNvPr>
          <p:cNvSpPr>
            <a:spLocks noGrp="1"/>
          </p:cNvSpPr>
          <p:nvPr>
            <p:ph type="body" sz="quarter" idx="22"/>
          </p:nvPr>
        </p:nvSpPr>
        <p:spPr>
          <a:xfrm>
            <a:off x="360001" y="1054103"/>
            <a:ext cx="11243037" cy="893226"/>
          </a:xfrm>
        </p:spPr>
        <p:txBody>
          <a:bodyPr/>
          <a:lstStyle/>
          <a:p>
            <a:pPr algn="ctr"/>
            <a:r>
              <a:rPr lang="en-AU" sz="4000" dirty="0"/>
              <a:t>These number combinations are all equal to 100:</a:t>
            </a:r>
          </a:p>
          <a:p>
            <a:pPr algn="ctr"/>
            <a:r>
              <a:rPr lang="en-AU" sz="4000" dirty="0"/>
              <a:t>77 + 23</a:t>
            </a:r>
          </a:p>
          <a:p>
            <a:pPr algn="ctr"/>
            <a:r>
              <a:rPr lang="en-AU" sz="4000" dirty="0"/>
              <a:t>75 + 25</a:t>
            </a:r>
          </a:p>
          <a:p>
            <a:pPr algn="ctr"/>
            <a:r>
              <a:rPr lang="en-AU" sz="4000" dirty="0"/>
              <a:t>84 + 16</a:t>
            </a:r>
          </a:p>
          <a:p>
            <a:pPr algn="ctr"/>
            <a:r>
              <a:rPr lang="en-AU" sz="4000" dirty="0"/>
              <a:t>81 + 19</a:t>
            </a:r>
          </a:p>
        </p:txBody>
      </p:sp>
      <p:graphicFrame>
        <p:nvGraphicFramePr>
          <p:cNvPr id="12" name="Table 11">
            <a:extLst>
              <a:ext uri="{FF2B5EF4-FFF2-40B4-BE49-F238E27FC236}">
                <a16:creationId xmlns:a16="http://schemas.microsoft.com/office/drawing/2014/main" id="{0C09EB67-5723-E2C5-3550-4148039E5CF8}"/>
              </a:ext>
            </a:extLst>
          </p:cNvPr>
          <p:cNvGraphicFramePr>
            <a:graphicFrameLocks noGrp="1"/>
          </p:cNvGraphicFramePr>
          <p:nvPr>
            <p:extLst>
              <p:ext uri="{D42A27DB-BD31-4B8C-83A1-F6EECF244321}">
                <p14:modId xmlns:p14="http://schemas.microsoft.com/office/powerpoint/2010/main" val="1986258804"/>
              </p:ext>
            </p:extLst>
          </p:nvPr>
        </p:nvGraphicFramePr>
        <p:xfrm>
          <a:off x="2557462" y="5844000"/>
          <a:ext cx="7077076" cy="76200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400" b="1" kern="120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400" b="1" kern="1200">
                          <a:solidFill>
                            <a:srgbClr val="146CFD"/>
                          </a:solidFill>
                          <a:latin typeface="+mn-lt"/>
                          <a:ea typeface="+mn-ea"/>
                          <a:cs typeface="Arial"/>
                        </a:rPr>
                        <a:t>False</a:t>
                      </a:r>
                      <a:endParaRPr lang="en-US" sz="4400" b="1" kern="1200" dirty="0">
                        <a:solidFill>
                          <a:srgbClr val="146CFD"/>
                        </a:solidFill>
                        <a:latin typeface="+mn-lt"/>
                        <a:ea typeface="+mn-ea"/>
                        <a:cs typeface="Arial"/>
                      </a:endParaRP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sp>
        <p:nvSpPr>
          <p:cNvPr id="2" name="Slide Number Placeholder 1">
            <a:extLst>
              <a:ext uri="{FF2B5EF4-FFF2-40B4-BE49-F238E27FC236}">
                <a16:creationId xmlns:a16="http://schemas.microsoft.com/office/drawing/2014/main" id="{5543D758-EFDD-EFF7-9F6F-60499B8070E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26</a:t>
            </a:fld>
            <a:endParaRPr lang="en-AU"/>
          </a:p>
        </p:txBody>
      </p:sp>
    </p:spTree>
    <p:extLst>
      <p:ext uri="{BB962C8B-B14F-4D97-AF65-F5344CB8AC3E}">
        <p14:creationId xmlns:p14="http://schemas.microsoft.com/office/powerpoint/2010/main" val="18194785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C9CA98-100A-82FC-58FD-FFDA6148D27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A30B1BA5-248F-FC3D-9ED9-FCB290EF8BE9}"/>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(13)</a:t>
            </a:r>
          </a:p>
        </p:txBody>
      </p:sp>
      <p:pic>
        <p:nvPicPr>
          <p:cNvPr id="3" name="Picture 2" descr="image of a clipboard with a pencil recording short answer responses">
            <a:extLst>
              <a:ext uri="{FF2B5EF4-FFF2-40B4-BE49-F238E27FC236}">
                <a16:creationId xmlns:a16="http://schemas.microsoft.com/office/drawing/2014/main" id="{B6B8916C-EC27-6464-77C1-A2C737717E19}"/>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50ECEDD2-E8E0-D49D-A965-C57CD0834A70}"/>
              </a:ext>
            </a:extLst>
          </p:cNvPr>
          <p:cNvSpPr txBox="1"/>
          <p:nvPr/>
        </p:nvSpPr>
        <p:spPr>
          <a:xfrm>
            <a:off x="583856" y="1357619"/>
            <a:ext cx="10540144" cy="1478418"/>
          </a:xfrm>
          <a:prstGeom prst="rect">
            <a:avLst/>
          </a:prstGeom>
          <a:noFill/>
        </p:spPr>
        <p:txBody>
          <a:bodyPr wrap="square">
            <a:spAutoFit/>
          </a:bodyPr>
          <a:lstStyle/>
          <a:p>
            <a:pPr algn="ctr">
              <a:lnSpc>
                <a:spcPct val="150000"/>
              </a:lnSpc>
            </a:pPr>
            <a:r>
              <a:rPr lang="en-AU" sz="3200"/>
              <a:t>Draw an empty number line starting at 0 and ending at 1.</a:t>
            </a:r>
          </a:p>
          <a:p>
            <a:pPr algn="ctr">
              <a:lnSpc>
                <a:spcPct val="150000"/>
              </a:lnSpc>
            </a:pPr>
            <a:r>
              <a:rPr lang="en-AU" sz="3200"/>
              <a:t>Mark the following </a:t>
            </a:r>
            <a:r>
              <a:rPr lang="en-AU" sz="3200" b="1"/>
              <a:t>decimals </a:t>
            </a:r>
            <a:r>
              <a:rPr lang="en-AU" sz="3200"/>
              <a:t>on the number line:</a:t>
            </a:r>
          </a:p>
        </p:txBody>
      </p:sp>
      <p:sp>
        <p:nvSpPr>
          <p:cNvPr id="5" name="TextBox 4">
            <a:extLst>
              <a:ext uri="{FF2B5EF4-FFF2-40B4-BE49-F238E27FC236}">
                <a16:creationId xmlns:a16="http://schemas.microsoft.com/office/drawing/2014/main" id="{4A449CE2-1CB3-34D6-2F96-5B41971C391A}"/>
              </a:ext>
            </a:extLst>
          </p:cNvPr>
          <p:cNvSpPr txBox="1"/>
          <p:nvPr/>
        </p:nvSpPr>
        <p:spPr>
          <a:xfrm>
            <a:off x="1289242" y="3525058"/>
            <a:ext cx="1200678" cy="795130"/>
          </a:xfrm>
          <a:prstGeom prst="rect">
            <a:avLst/>
          </a:prstGeom>
          <a:noFill/>
        </p:spPr>
        <p:txBody>
          <a:bodyPr wrap="square" lIns="0" tIns="0" rIns="0" bIns="0" rtlCol="0">
            <a:noAutofit/>
          </a:bodyPr>
          <a:lstStyle/>
          <a:p>
            <a:pPr algn="ctr"/>
            <a:r>
              <a:rPr lang="en-AU" sz="3200"/>
              <a:t>0.275</a:t>
            </a:r>
          </a:p>
        </p:txBody>
      </p:sp>
      <p:sp>
        <p:nvSpPr>
          <p:cNvPr id="7" name="TextBox 6">
            <a:extLst>
              <a:ext uri="{FF2B5EF4-FFF2-40B4-BE49-F238E27FC236}">
                <a16:creationId xmlns:a16="http://schemas.microsoft.com/office/drawing/2014/main" id="{D6576917-1934-926D-0D3B-3C7D90313A75}"/>
              </a:ext>
            </a:extLst>
          </p:cNvPr>
          <p:cNvSpPr txBox="1"/>
          <p:nvPr/>
        </p:nvSpPr>
        <p:spPr>
          <a:xfrm>
            <a:off x="4098705" y="3533691"/>
            <a:ext cx="1200678" cy="795130"/>
          </a:xfrm>
          <a:prstGeom prst="rect">
            <a:avLst/>
          </a:prstGeom>
          <a:noFill/>
        </p:spPr>
        <p:txBody>
          <a:bodyPr wrap="square" lIns="0" tIns="0" rIns="0" bIns="0" rtlCol="0">
            <a:noAutofit/>
          </a:bodyPr>
          <a:lstStyle/>
          <a:p>
            <a:pPr algn="ctr"/>
            <a:r>
              <a:rPr lang="en-AU" sz="3200" dirty="0"/>
              <a:t>0.704</a:t>
            </a:r>
          </a:p>
        </p:txBody>
      </p:sp>
      <p:sp>
        <p:nvSpPr>
          <p:cNvPr id="8" name="TextBox 7">
            <a:extLst>
              <a:ext uri="{FF2B5EF4-FFF2-40B4-BE49-F238E27FC236}">
                <a16:creationId xmlns:a16="http://schemas.microsoft.com/office/drawing/2014/main" id="{D9AB69E4-29CB-8D14-F74C-8A5BFEAF064A}"/>
              </a:ext>
            </a:extLst>
          </p:cNvPr>
          <p:cNvSpPr txBox="1"/>
          <p:nvPr/>
        </p:nvSpPr>
        <p:spPr>
          <a:xfrm>
            <a:off x="6908167" y="3542324"/>
            <a:ext cx="1040857" cy="795130"/>
          </a:xfrm>
          <a:prstGeom prst="rect">
            <a:avLst/>
          </a:prstGeom>
          <a:noFill/>
        </p:spPr>
        <p:txBody>
          <a:bodyPr wrap="square" lIns="0" tIns="0" rIns="0" bIns="0" rtlCol="0">
            <a:noAutofit/>
          </a:bodyPr>
          <a:lstStyle/>
          <a:p>
            <a:pPr algn="ctr"/>
            <a:r>
              <a:rPr lang="en-AU" sz="3200"/>
              <a:t>0.586</a:t>
            </a:r>
          </a:p>
        </p:txBody>
      </p:sp>
      <p:sp>
        <p:nvSpPr>
          <p:cNvPr id="9" name="TextBox 8">
            <a:extLst>
              <a:ext uri="{FF2B5EF4-FFF2-40B4-BE49-F238E27FC236}">
                <a16:creationId xmlns:a16="http://schemas.microsoft.com/office/drawing/2014/main" id="{A0A9EDF9-80DA-E8AF-D4D5-5FE22796FE17}"/>
              </a:ext>
            </a:extLst>
          </p:cNvPr>
          <p:cNvSpPr txBox="1"/>
          <p:nvPr/>
        </p:nvSpPr>
        <p:spPr>
          <a:xfrm>
            <a:off x="9717630" y="3538915"/>
            <a:ext cx="1093466" cy="795130"/>
          </a:xfrm>
          <a:prstGeom prst="rect">
            <a:avLst/>
          </a:prstGeom>
          <a:noFill/>
        </p:spPr>
        <p:txBody>
          <a:bodyPr wrap="square" lIns="0" tIns="0" rIns="0" bIns="0" rtlCol="0">
            <a:noAutofit/>
          </a:bodyPr>
          <a:lstStyle/>
          <a:p>
            <a:pPr algn="ctr"/>
            <a:r>
              <a:rPr lang="en-AU" sz="3200"/>
              <a:t>0.931</a:t>
            </a:r>
          </a:p>
        </p:txBody>
      </p:sp>
      <p:sp>
        <p:nvSpPr>
          <p:cNvPr id="2" name="Slide Number Placeholder 1">
            <a:extLst>
              <a:ext uri="{FF2B5EF4-FFF2-40B4-BE49-F238E27FC236}">
                <a16:creationId xmlns:a16="http://schemas.microsoft.com/office/drawing/2014/main" id="{12689097-B53F-3D67-9672-54777688B020}"/>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27</a:t>
            </a:fld>
            <a:endParaRPr lang="en-AU"/>
          </a:p>
        </p:txBody>
      </p:sp>
      <p:pic>
        <p:nvPicPr>
          <p:cNvPr id="17" name="Picture 16">
            <a:extLst>
              <a:ext uri="{FF2B5EF4-FFF2-40B4-BE49-F238E27FC236}">
                <a16:creationId xmlns:a16="http://schemas.microsoft.com/office/drawing/2014/main" id="{CE54BD8C-DB25-6E51-F4C6-641C83CD747A}"/>
              </a:ext>
            </a:extLst>
          </p:cNvPr>
          <p:cNvPicPr>
            <a:picLocks noChangeAspect="1"/>
          </p:cNvPicPr>
          <p:nvPr/>
        </p:nvPicPr>
        <p:blipFill>
          <a:blip r:embed="rId4"/>
          <a:stretch>
            <a:fillRect/>
          </a:stretch>
        </p:blipFill>
        <p:spPr>
          <a:xfrm>
            <a:off x="1537729" y="4905985"/>
            <a:ext cx="9360381" cy="977950"/>
          </a:xfrm>
          <a:prstGeom prst="rect">
            <a:avLst/>
          </a:prstGeom>
        </p:spPr>
      </p:pic>
    </p:spTree>
    <p:extLst>
      <p:ext uri="{BB962C8B-B14F-4D97-AF65-F5344CB8AC3E}">
        <p14:creationId xmlns:p14="http://schemas.microsoft.com/office/powerpoint/2010/main" val="28735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C277FF-2A16-10CF-68D0-D060D759E70A}"/>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2B6525A-9343-F89F-87C0-124967484F38}"/>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(14)</a:t>
            </a:r>
          </a:p>
        </p:txBody>
      </p:sp>
      <p:pic>
        <p:nvPicPr>
          <p:cNvPr id="3" name="Picture 2" descr="image of a clipboard with a pencil recording short answer responses">
            <a:extLst>
              <a:ext uri="{FF2B5EF4-FFF2-40B4-BE49-F238E27FC236}">
                <a16:creationId xmlns:a16="http://schemas.microsoft.com/office/drawing/2014/main" id="{5F20B6C4-74D6-9AE8-543F-873936583C3F}"/>
              </a:ext>
            </a:extLst>
          </p:cNvPr>
          <p:cNvPicPr>
            <a:picLocks noChangeAspect="1"/>
          </p:cNvPicPr>
          <p:nvPr/>
        </p:nvPicPr>
        <p:blipFill>
          <a:blip r:embed="rId3"/>
          <a:stretch>
            <a:fillRect/>
          </a:stretch>
        </p:blipFill>
        <p:spPr>
          <a:xfrm>
            <a:off x="11124000" y="0"/>
            <a:ext cx="915500" cy="915500"/>
          </a:xfrm>
          <a:prstGeom prst="rect">
            <a:avLst/>
          </a:prstGeom>
        </p:spPr>
      </p:pic>
      <p:sp>
        <p:nvSpPr>
          <p:cNvPr id="5" name="TextBox 4">
            <a:extLst>
              <a:ext uri="{FF2B5EF4-FFF2-40B4-BE49-F238E27FC236}">
                <a16:creationId xmlns:a16="http://schemas.microsoft.com/office/drawing/2014/main" id="{97B802D0-CE13-C8B1-CBF3-C61C92337252}"/>
              </a:ext>
            </a:extLst>
          </p:cNvPr>
          <p:cNvSpPr txBox="1"/>
          <p:nvPr/>
        </p:nvSpPr>
        <p:spPr>
          <a:xfrm>
            <a:off x="0" y="1576108"/>
            <a:ext cx="4024223" cy="4029501"/>
          </a:xfrm>
          <a:prstGeom prst="rect">
            <a:avLst/>
          </a:prstGeom>
          <a:noFill/>
        </p:spPr>
        <p:txBody>
          <a:bodyPr wrap="square">
            <a:spAutoFit/>
          </a:bodyPr>
          <a:lstStyle/>
          <a:p>
            <a:pPr algn="ctr">
              <a:lnSpc>
                <a:spcPct val="150000"/>
              </a:lnSpc>
            </a:pPr>
            <a:r>
              <a:rPr lang="en-AU" sz="4400">
                <a:latin typeface="Arial" panose="020B0604020202020204" pitchFamily="34" charset="0"/>
                <a:cs typeface="Arial" panose="020B0604020202020204" pitchFamily="34" charset="0"/>
              </a:rPr>
              <a:t>What is the </a:t>
            </a:r>
            <a:r>
              <a:rPr lang="en-AU" sz="4400" b="1">
                <a:latin typeface="Arial" panose="020B0604020202020204" pitchFamily="34" charset="0"/>
                <a:cs typeface="Arial" panose="020B0604020202020204" pitchFamily="34" charset="0"/>
              </a:rPr>
              <a:t>range </a:t>
            </a:r>
            <a:r>
              <a:rPr lang="en-AU" sz="4400">
                <a:latin typeface="Arial" panose="020B0604020202020204" pitchFamily="34" charset="0"/>
                <a:cs typeface="Arial" panose="020B0604020202020204" pitchFamily="34" charset="0"/>
              </a:rPr>
              <a:t>of resting heart rates?</a:t>
            </a:r>
          </a:p>
        </p:txBody>
      </p:sp>
      <p:pic>
        <p:nvPicPr>
          <p:cNvPr id="4" name="Picture 3" descr="Resting heart rate table. Age and heart rate in beats per minute. Zero to one month old heart rate 70–190. 1–11 months old heart rate 80–160. 1–2 years old heart rate 80–130. 3–4 years old heart rate 80–120. 5–6 years old heart rate 75–115. 7–9 years old heart rate 70–110. 10 years and older, and adults heart rate 60–100. Well trained athlete heart rate 40–60.">
            <a:extLst>
              <a:ext uri="{FF2B5EF4-FFF2-40B4-BE49-F238E27FC236}">
                <a16:creationId xmlns:a16="http://schemas.microsoft.com/office/drawing/2014/main" id="{2BE98570-AA80-984F-3F1B-1D38D109474A}"/>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a:stretch>
            <a:fillRect/>
          </a:stretch>
        </p:blipFill>
        <p:spPr bwMode="auto">
          <a:xfrm>
            <a:off x="3648256" y="915500"/>
            <a:ext cx="7829766" cy="5780500"/>
          </a:xfrm>
          <a:prstGeom prst="rect">
            <a:avLst/>
          </a:prstGeom>
          <a:ln>
            <a:noFill/>
          </a:ln>
          <a:effectLst>
            <a:outerShdw blurRad="292100" dist="139700" dir="2700000" algn="tl" rotWithShape="0">
              <a:srgbClr val="333333">
                <a:alpha val="65000"/>
              </a:srgbClr>
            </a:outerShdw>
          </a:effectLst>
          <a:extLst>
            <a:ext uri="{53640926-AAD7-44D8-BBD7-CCE9431645EC}">
              <a14:shadowObscured xmlns:a14="http://schemas.microsoft.com/office/drawing/2010/main"/>
            </a:ext>
          </a:extLst>
        </p:spPr>
      </p:pic>
      <p:sp>
        <p:nvSpPr>
          <p:cNvPr id="2" name="Slide Number Placeholder 1">
            <a:extLst>
              <a:ext uri="{FF2B5EF4-FFF2-40B4-BE49-F238E27FC236}">
                <a16:creationId xmlns:a16="http://schemas.microsoft.com/office/drawing/2014/main" id="{97BF6F51-2AEF-BB3D-81B3-B9127FE54FD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28</a:t>
            </a:fld>
            <a:endParaRPr lang="en-AU"/>
          </a:p>
        </p:txBody>
      </p:sp>
    </p:spTree>
    <p:extLst>
      <p:ext uri="{BB962C8B-B14F-4D97-AF65-F5344CB8AC3E}">
        <p14:creationId xmlns:p14="http://schemas.microsoft.com/office/powerpoint/2010/main" val="7243786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0E3725-9A89-0933-A940-2CE05148EF22}"/>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D1946FFF-848E-9812-E601-ED8530B7FCD7}"/>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(15)</a:t>
            </a:r>
          </a:p>
        </p:txBody>
      </p:sp>
      <p:pic>
        <p:nvPicPr>
          <p:cNvPr id="3" name="Picture 2" descr="image of a clipboard with a pencil recording short answer responses">
            <a:extLst>
              <a:ext uri="{FF2B5EF4-FFF2-40B4-BE49-F238E27FC236}">
                <a16:creationId xmlns:a16="http://schemas.microsoft.com/office/drawing/2014/main" id="{71518DCE-2BBE-0AC2-F72B-B5E11C24F8A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Rectangle 4" descr="A blue rectangle.">
            <a:extLst>
              <a:ext uri="{FF2B5EF4-FFF2-40B4-BE49-F238E27FC236}">
                <a16:creationId xmlns:a16="http://schemas.microsoft.com/office/drawing/2014/main" id="{416DA134-90A8-85B5-75C9-CC5FB2C04899}"/>
              </a:ext>
            </a:extLst>
          </p:cNvPr>
          <p:cNvSpPr/>
          <p:nvPr/>
        </p:nvSpPr>
        <p:spPr>
          <a:xfrm>
            <a:off x="3723860" y="1184223"/>
            <a:ext cx="4479234" cy="1984539"/>
          </a:xfrm>
          <a:prstGeom prst="rect">
            <a:avLst/>
          </a:prstGeom>
          <a:solidFill>
            <a:srgbClr val="00B0F0"/>
          </a:solidFill>
          <a:ln w="28575"/>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dirty="0"/>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03883D4D-C067-DC7C-3C01-900D3A31534C}"/>
                  </a:ext>
                </a:extLst>
              </p:cNvPr>
              <p:cNvSpPr txBox="1"/>
              <p:nvPr/>
            </p:nvSpPr>
            <p:spPr>
              <a:xfrm>
                <a:off x="1162277" y="3205205"/>
                <a:ext cx="9602400" cy="1984539"/>
              </a:xfrm>
              <a:prstGeom prst="rect">
                <a:avLst/>
              </a:prstGeom>
              <a:noFill/>
            </p:spPr>
            <p:txBody>
              <a:bodyPr wrap="square" lIns="0" tIns="0" rIns="0" bIns="0" rtlCol="0">
                <a:noAutofit/>
              </a:bodyPr>
              <a:lstStyle/>
              <a:p>
                <a:pPr algn="ctr">
                  <a:lnSpc>
                    <a:spcPct val="150000"/>
                  </a:lnSpc>
                </a:pPr>
                <a:r>
                  <a:rPr lang="en-AU" sz="4000" dirty="0">
                    <a:latin typeface="+mj-lt"/>
                  </a:rPr>
                  <a:t>Draw a rectangle. Subdivide the rectangle to represent </a:t>
                </a:r>
                <a14:m>
                  <m:oMath xmlns:m="http://schemas.openxmlformats.org/officeDocument/2006/math">
                    <m:f>
                      <m:fPr>
                        <m:ctrlPr>
                          <a:rPr lang="en-AU" sz="4000" i="1" smtClean="0">
                            <a:latin typeface="Cambria Math" panose="02040503050406030204" pitchFamily="18" charset="0"/>
                          </a:rPr>
                        </m:ctrlPr>
                      </m:fPr>
                      <m:num>
                        <m:r>
                          <a:rPr lang="en-AU" sz="4000" b="0" i="1" smtClean="0">
                            <a:latin typeface="Cambria Math" panose="02040503050406030204" pitchFamily="18" charset="0"/>
                          </a:rPr>
                          <m:t>1</m:t>
                        </m:r>
                      </m:num>
                      <m:den>
                        <m:r>
                          <a:rPr lang="en-AU" sz="4000" b="0" i="1" smtClean="0">
                            <a:latin typeface="Cambria Math" panose="02040503050406030204" pitchFamily="18" charset="0"/>
                          </a:rPr>
                          <m:t>4</m:t>
                        </m:r>
                      </m:den>
                    </m:f>
                  </m:oMath>
                </a14:m>
                <a:r>
                  <a:rPr lang="en-AU" sz="4000" dirty="0">
                    <a:latin typeface="+mj-lt"/>
                  </a:rPr>
                  <a:t> </a:t>
                </a:r>
                <a:r>
                  <a:rPr lang="en-AU" sz="4000" b="1" dirty="0">
                    <a:latin typeface="+mj-lt"/>
                  </a:rPr>
                  <a:t>of the area </a:t>
                </a:r>
                <a:r>
                  <a:rPr lang="en-AU" sz="4000" dirty="0">
                    <a:latin typeface="+mj-lt"/>
                  </a:rPr>
                  <a:t>and </a:t>
                </a:r>
                <a14:m>
                  <m:oMath xmlns:m="http://schemas.openxmlformats.org/officeDocument/2006/math">
                    <m:f>
                      <m:fPr>
                        <m:ctrlPr>
                          <a:rPr lang="en-AU" sz="4000" b="1" i="1" smtClean="0">
                            <a:latin typeface="Cambria Math" panose="02040503050406030204" pitchFamily="18" charset="0"/>
                          </a:rPr>
                        </m:ctrlPr>
                      </m:fPr>
                      <m:num>
                        <m:r>
                          <a:rPr lang="en-AU" sz="4000" b="1" i="1" smtClean="0">
                            <a:latin typeface="Cambria Math" panose="02040503050406030204" pitchFamily="18" charset="0"/>
                          </a:rPr>
                          <m:t>𝟏</m:t>
                        </m:r>
                      </m:num>
                      <m:den>
                        <m:r>
                          <a:rPr lang="en-AU" sz="4000" b="1" i="1" smtClean="0">
                            <a:latin typeface="Cambria Math" panose="02040503050406030204" pitchFamily="18" charset="0"/>
                          </a:rPr>
                          <m:t>𝟐</m:t>
                        </m:r>
                      </m:den>
                    </m:f>
                  </m:oMath>
                </a14:m>
                <a:r>
                  <a:rPr lang="en-AU" sz="4000" b="1" dirty="0">
                    <a:latin typeface="+mj-lt"/>
                  </a:rPr>
                  <a:t> of the area</a:t>
                </a:r>
                <a:r>
                  <a:rPr lang="en-AU" sz="4000" dirty="0">
                    <a:latin typeface="+mj-lt"/>
                  </a:rPr>
                  <a:t>.</a:t>
                </a:r>
              </a:p>
            </p:txBody>
          </p:sp>
        </mc:Choice>
        <mc:Fallback xmlns="">
          <p:sp>
            <p:nvSpPr>
              <p:cNvPr id="4" name="TextBox 3">
                <a:extLst>
                  <a:ext uri="{FF2B5EF4-FFF2-40B4-BE49-F238E27FC236}">
                    <a16:creationId xmlns:a16="http://schemas.microsoft.com/office/drawing/2014/main" id="{03883D4D-C067-DC7C-3C01-900D3A31534C}"/>
                  </a:ext>
                </a:extLst>
              </p:cNvPr>
              <p:cNvSpPr txBox="1">
                <a:spLocks noRot="1" noChangeAspect="1" noMove="1" noResize="1" noEditPoints="1" noAdjustHandles="1" noChangeArrowheads="1" noChangeShapeType="1" noTextEdit="1"/>
              </p:cNvSpPr>
              <p:nvPr/>
            </p:nvSpPr>
            <p:spPr>
              <a:xfrm>
                <a:off x="1162277" y="3205205"/>
                <a:ext cx="9602400" cy="1984539"/>
              </a:xfrm>
              <a:prstGeom prst="rect">
                <a:avLst/>
              </a:prstGeom>
              <a:blipFill>
                <a:blip r:embed="rId4"/>
                <a:stretch>
                  <a:fillRect l="-2349" r="-3810" b="-68308"/>
                </a:stretch>
              </a:blipFill>
            </p:spPr>
            <p:txBody>
              <a:bodyPr/>
              <a:lstStyle/>
              <a:p>
                <a:r>
                  <a:rPr lang="en-AU">
                    <a:noFill/>
                  </a:rPr>
                  <a:t> </a:t>
                </a:r>
              </a:p>
            </p:txBody>
          </p:sp>
        </mc:Fallback>
      </mc:AlternateContent>
      <p:sp>
        <p:nvSpPr>
          <p:cNvPr id="2" name="Slide Number Placeholder 1">
            <a:extLst>
              <a:ext uri="{FF2B5EF4-FFF2-40B4-BE49-F238E27FC236}">
                <a16:creationId xmlns:a16="http://schemas.microsoft.com/office/drawing/2014/main" id="{247CE97E-586E-C333-9F6D-2E7F908C23F8}"/>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29</a:t>
            </a:fld>
            <a:endParaRPr lang="en-AU"/>
          </a:p>
        </p:txBody>
      </p:sp>
    </p:spTree>
    <p:extLst>
      <p:ext uri="{BB962C8B-B14F-4D97-AF65-F5344CB8AC3E}">
        <p14:creationId xmlns:p14="http://schemas.microsoft.com/office/powerpoint/2010/main" val="19418534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2394F1-D43D-A45D-3AB1-8D1AEF2162E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F49D0780-0279-B8AE-5921-49907D85CF6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(16)</a:t>
            </a:r>
          </a:p>
        </p:txBody>
      </p:sp>
      <p:pic>
        <p:nvPicPr>
          <p:cNvPr id="3" name="Picture 2" descr="image of a clipboard with a pencil recording short answer responses">
            <a:extLst>
              <a:ext uri="{FF2B5EF4-FFF2-40B4-BE49-F238E27FC236}">
                <a16:creationId xmlns:a16="http://schemas.microsoft.com/office/drawing/2014/main" id="{602A5C36-777A-4A3B-4BB2-D0CC6ABD6738}"/>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Box 4">
            <a:extLst>
              <a:ext uri="{FF2B5EF4-FFF2-40B4-BE49-F238E27FC236}">
                <a16:creationId xmlns:a16="http://schemas.microsoft.com/office/drawing/2014/main" id="{ABBDD1B3-14A0-F1A8-5862-61973767CDD4}"/>
              </a:ext>
            </a:extLst>
          </p:cNvPr>
          <p:cNvSpPr txBox="1"/>
          <p:nvPr/>
        </p:nvSpPr>
        <p:spPr>
          <a:xfrm>
            <a:off x="360001" y="1457600"/>
            <a:ext cx="4319576" cy="4749165"/>
          </a:xfrm>
          <a:prstGeom prst="rect">
            <a:avLst/>
          </a:prstGeom>
          <a:noFill/>
        </p:spPr>
        <p:txBody>
          <a:bodyPr wrap="square" lIns="0" tIns="0" rIns="0" bIns="0" rtlCol="0">
            <a:noAutofit/>
          </a:bodyPr>
          <a:lstStyle/>
          <a:p>
            <a:pPr algn="l">
              <a:lnSpc>
                <a:spcPct val="150000"/>
              </a:lnSpc>
            </a:pPr>
            <a:r>
              <a:rPr lang="en-AU" sz="3200" dirty="0"/>
              <a:t>Record the coordinates for the following:</a:t>
            </a:r>
          </a:p>
          <a:p>
            <a:pPr algn="l">
              <a:lnSpc>
                <a:spcPct val="150000"/>
              </a:lnSpc>
            </a:pPr>
            <a:endParaRPr lang="en-AU" sz="1600" dirty="0"/>
          </a:p>
          <a:p>
            <a:pPr marL="450850" indent="-450850" algn="l">
              <a:lnSpc>
                <a:spcPct val="150000"/>
              </a:lnSpc>
              <a:buFont typeface="Arial" panose="020B0604020202020204" pitchFamily="34" charset="0"/>
              <a:buChar char="•"/>
            </a:pPr>
            <a:r>
              <a:rPr lang="en-AU" sz="3200" dirty="0"/>
              <a:t>Canoeing</a:t>
            </a:r>
          </a:p>
          <a:p>
            <a:pPr marL="450850" indent="-450850" algn="l">
              <a:lnSpc>
                <a:spcPct val="150000"/>
              </a:lnSpc>
              <a:buFont typeface="Arial" panose="020B0604020202020204" pitchFamily="34" charset="0"/>
              <a:buChar char="•"/>
            </a:pPr>
            <a:r>
              <a:rPr lang="en-AU" sz="3200" dirty="0"/>
              <a:t>Archery</a:t>
            </a:r>
          </a:p>
          <a:p>
            <a:pPr marL="450850" indent="-450850" algn="l">
              <a:lnSpc>
                <a:spcPct val="150000"/>
              </a:lnSpc>
              <a:buFont typeface="Arial" panose="020B0604020202020204" pitchFamily="34" charset="0"/>
              <a:buChar char="•"/>
            </a:pPr>
            <a:r>
              <a:rPr lang="en-AU" sz="3200" dirty="0"/>
              <a:t>Campground</a:t>
            </a:r>
          </a:p>
          <a:p>
            <a:pPr marL="450850" indent="-450850" algn="l">
              <a:lnSpc>
                <a:spcPct val="150000"/>
              </a:lnSpc>
              <a:buFont typeface="Arial" panose="020B0604020202020204" pitchFamily="34" charset="0"/>
              <a:buChar char="•"/>
            </a:pPr>
            <a:r>
              <a:rPr lang="en-AU" sz="3200" dirty="0"/>
              <a:t>Hiking</a:t>
            </a:r>
          </a:p>
        </p:txBody>
      </p:sp>
      <p:pic>
        <p:nvPicPr>
          <p:cNvPr id="4" name="Picture 3" descr="A camp adventure map divided into a grid with various symbols. The map includes coordinates ranging  from -5 to 5 on both axes.&#10;The archery area (pink dot) is on the first point to the left on the horizontal axis and the first point below on the vertical axis. The canoeing area (green dot) is on the fourth point to the left on the horizontal axis and the second point below on the vertical axis. The campfire (orange dot) is on the second point to the right on the horizontal axis and the fourth point above on the vertical axis. The campground (blue dot) is on the fourth point to the right on the horizontal axis and the first point below on the vertical axis. The camp kitchen (yellow dot) is on the first point to the right on the horizontal axis and the first point above on the vertical axis. The hiking area (red dot) is on the second point to the left on the horizontal axis and the second point above on the vertical axis. The toilets (purple dot) is on the first point to the left on the horizontal axis and the fourth point below on the vertical axis.">
            <a:extLst>
              <a:ext uri="{FF2B5EF4-FFF2-40B4-BE49-F238E27FC236}">
                <a16:creationId xmlns:a16="http://schemas.microsoft.com/office/drawing/2014/main" id="{9904C1B4-129F-77A6-479A-A88399263880}"/>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4796119" y="1183043"/>
            <a:ext cx="7149858" cy="5314958"/>
          </a:xfrm>
          <a:prstGeom prst="rect">
            <a:avLst/>
          </a:prstGeom>
          <a:ln>
            <a:noFill/>
          </a:ln>
          <a:effectLst>
            <a:outerShdw blurRad="292100" dist="139700" dir="2700000" algn="tl" rotWithShape="0">
              <a:srgbClr val="333333">
                <a:alpha val="65000"/>
              </a:srgbClr>
            </a:outerShdw>
          </a:effectLst>
        </p:spPr>
      </p:pic>
      <p:sp>
        <p:nvSpPr>
          <p:cNvPr id="2" name="Slide Number Placeholder 1">
            <a:extLst>
              <a:ext uri="{FF2B5EF4-FFF2-40B4-BE49-F238E27FC236}">
                <a16:creationId xmlns:a16="http://schemas.microsoft.com/office/drawing/2014/main" id="{C47FF89B-D856-D739-4F5E-3F6B3FB63C2D}"/>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30</a:t>
            </a:fld>
            <a:endParaRPr lang="en-AU"/>
          </a:p>
        </p:txBody>
      </p:sp>
    </p:spTree>
    <p:extLst>
      <p:ext uri="{BB962C8B-B14F-4D97-AF65-F5344CB8AC3E}">
        <p14:creationId xmlns:p14="http://schemas.microsoft.com/office/powerpoint/2010/main" val="2708996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ABD60A-E779-22FD-4578-BEB4E67B7346}"/>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20E50385-A185-E6F9-B9FE-E9FBF4957437}"/>
              </a:ext>
            </a:extLst>
          </p:cNvPr>
          <p:cNvSpPr>
            <a:spLocks noGrp="1"/>
          </p:cNvSpPr>
          <p:nvPr>
            <p:ph type="title"/>
          </p:nvPr>
        </p:nvSpPr>
        <p:spPr>
          <a:xfrm>
            <a:off x="360000" y="360000"/>
            <a:ext cx="10367268" cy="545601"/>
          </a:xfrm>
        </p:spPr>
        <p:txBody>
          <a:bodyPr/>
          <a:lstStyle/>
          <a:p>
            <a:r>
              <a:rPr lang="en-AU" dirty="0"/>
              <a:t>Activity 4 – efficient addition strategies</a:t>
            </a:r>
          </a:p>
        </p:txBody>
      </p:sp>
      <p:pic>
        <p:nvPicPr>
          <p:cNvPr id="4" name="Picture 3" descr="image of a head with cogs turning inside">
            <a:extLst>
              <a:ext uri="{FF2B5EF4-FFF2-40B4-BE49-F238E27FC236}">
                <a16:creationId xmlns:a16="http://schemas.microsoft.com/office/drawing/2014/main" id="{A43A6869-C067-0F7B-A324-667A71E83728}"/>
              </a:ext>
            </a:extLst>
          </p:cNvPr>
          <p:cNvPicPr>
            <a:picLocks noChangeAspect="1"/>
          </p:cNvPicPr>
          <p:nvPr/>
        </p:nvPicPr>
        <p:blipFill>
          <a:blip r:embed="rId3"/>
          <a:stretch>
            <a:fillRect/>
          </a:stretch>
        </p:blipFill>
        <p:spPr>
          <a:xfrm>
            <a:off x="11107003" y="240894"/>
            <a:ext cx="720000" cy="856364"/>
          </a:xfrm>
          <a:prstGeom prst="rect">
            <a:avLst/>
          </a:prstGeom>
        </p:spPr>
      </p:pic>
      <p:pic>
        <p:nvPicPr>
          <p:cNvPr id="5" name="Picture 4" descr="A 2 by 2 grid with the numbers 5, 2, 1, and 9. Numbers 52, 19, 51 and 29 are outside the grid showing the number combinations that can be made from each number with its directionality.">
            <a:extLst>
              <a:ext uri="{FF2B5EF4-FFF2-40B4-BE49-F238E27FC236}">
                <a16:creationId xmlns:a16="http://schemas.microsoft.com/office/drawing/2014/main" id="{47C92AC2-56AF-06FC-47B3-2153FF14E94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622875" y="1375035"/>
            <a:ext cx="4699322" cy="4831119"/>
          </a:xfrm>
          <a:prstGeom prst="rect">
            <a:avLst/>
          </a:prstGeom>
        </p:spPr>
      </p:pic>
      <p:sp>
        <p:nvSpPr>
          <p:cNvPr id="2" name="Slide Number Placeholder 1">
            <a:extLst>
              <a:ext uri="{FF2B5EF4-FFF2-40B4-BE49-F238E27FC236}">
                <a16:creationId xmlns:a16="http://schemas.microsoft.com/office/drawing/2014/main" id="{5B1015B8-4B7B-5E27-FE5A-8B7B8AE6D31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31</a:t>
            </a:fld>
            <a:endParaRPr lang="en-AU"/>
          </a:p>
        </p:txBody>
      </p:sp>
    </p:spTree>
    <p:extLst>
      <p:ext uri="{BB962C8B-B14F-4D97-AF65-F5344CB8AC3E}">
        <p14:creationId xmlns:p14="http://schemas.microsoft.com/office/powerpoint/2010/main" val="24126726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0FE969-6427-B4CC-9D22-A9702C3552C7}"/>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C5E887C5-E8F6-203B-99C2-DCBB078A85C7}"/>
              </a:ext>
            </a:extLst>
          </p:cNvPr>
          <p:cNvSpPr>
            <a:spLocks noGrp="1"/>
          </p:cNvSpPr>
          <p:nvPr>
            <p:ph type="ctrTitle"/>
          </p:nvPr>
        </p:nvSpPr>
        <p:spPr/>
        <p:txBody>
          <a:bodyPr/>
          <a:lstStyle/>
          <a:p>
            <a:r>
              <a:rPr lang="en-AU">
                <a:latin typeface="+mj-lt"/>
              </a:rPr>
              <a:t>Review of learning 5</a:t>
            </a:r>
          </a:p>
        </p:txBody>
      </p:sp>
    </p:spTree>
    <p:extLst>
      <p:ext uri="{BB962C8B-B14F-4D97-AF65-F5344CB8AC3E}">
        <p14:creationId xmlns:p14="http://schemas.microsoft.com/office/powerpoint/2010/main" val="4119315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D53E33-C376-9316-D79E-F1839BE9BE3B}"/>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5C9814B5-8402-1903-5B0E-89F1CBCBF51B}"/>
              </a:ext>
            </a:extLst>
          </p:cNvPr>
          <p:cNvSpPr>
            <a:spLocks noGrp="1"/>
          </p:cNvSpPr>
          <p:nvPr>
            <p:ph type="title"/>
          </p:nvPr>
        </p:nvSpPr>
        <p:spPr>
          <a:xfrm>
            <a:off x="360000" y="360000"/>
            <a:ext cx="10397115" cy="545601"/>
          </a:xfrm>
        </p:spPr>
        <p:txBody>
          <a:bodyPr/>
          <a:lstStyle/>
          <a:p>
            <a:r>
              <a:rPr lang="en-US"/>
              <a:t>Multiple choice </a:t>
            </a:r>
            <a:r>
              <a:rPr lang="en-US">
                <a:solidFill>
                  <a:schemeClr val="bg1"/>
                </a:solidFill>
              </a:rPr>
              <a:t>(4)</a:t>
            </a:r>
          </a:p>
        </p:txBody>
      </p:sp>
      <p:pic>
        <p:nvPicPr>
          <p:cNvPr id="4" name="Picture 3" descr="image of a finger selecting an option for a multiple choice or true and false">
            <a:extLst>
              <a:ext uri="{FF2B5EF4-FFF2-40B4-BE49-F238E27FC236}">
                <a16:creationId xmlns:a16="http://schemas.microsoft.com/office/drawing/2014/main" id="{C493834B-1122-BF06-4664-175E7A7DB286}"/>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18" name="Text Placeholder 17">
            <a:extLst>
              <a:ext uri="{FF2B5EF4-FFF2-40B4-BE49-F238E27FC236}">
                <a16:creationId xmlns:a16="http://schemas.microsoft.com/office/drawing/2014/main" id="{9E5118E7-BD4E-1C6F-9677-4C0228A02948}"/>
              </a:ext>
            </a:extLst>
          </p:cNvPr>
          <p:cNvSpPr>
            <a:spLocks noGrp="1"/>
          </p:cNvSpPr>
          <p:nvPr>
            <p:ph type="body" sz="quarter" idx="24"/>
          </p:nvPr>
        </p:nvSpPr>
        <p:spPr>
          <a:xfrm>
            <a:off x="478539" y="1515784"/>
            <a:ext cx="5769861" cy="893226"/>
          </a:xfrm>
        </p:spPr>
        <p:txBody>
          <a:bodyPr/>
          <a:lstStyle/>
          <a:p>
            <a:r>
              <a:rPr lang="en-US" sz="4400"/>
              <a:t>What would be the closest </a:t>
            </a:r>
            <a:r>
              <a:rPr lang="en-US" sz="4400" b="1"/>
              <a:t>estimated total</a:t>
            </a:r>
            <a:r>
              <a:rPr lang="en-US" sz="4400"/>
              <a:t>?</a:t>
            </a:r>
          </a:p>
        </p:txBody>
      </p:sp>
      <p:pic>
        <p:nvPicPr>
          <p:cNvPr id="6" name="Picture 5" descr="At the top the words “Estimated total:” appear next to a blank answer box containing a blue question mark. Below is a 3-by-3 grid of digits arranged in three rows to show three 3-digit numbers have been added vertically. The numbers are 418 + 362 + 257. ">
            <a:extLst>
              <a:ext uri="{FF2B5EF4-FFF2-40B4-BE49-F238E27FC236}">
                <a16:creationId xmlns:a16="http://schemas.microsoft.com/office/drawing/2014/main" id="{FDCD0C7E-0E29-1141-19D3-902A558DAE03}"/>
              </a:ext>
            </a:extLst>
          </p:cNvPr>
          <p:cNvPicPr>
            <a:picLocks noChangeAspect="1"/>
          </p:cNvPicPr>
          <p:nvPr/>
        </p:nvPicPr>
        <p:blipFill>
          <a:blip r:embed="rId4"/>
          <a:stretch>
            <a:fillRect/>
          </a:stretch>
        </p:blipFill>
        <p:spPr>
          <a:xfrm>
            <a:off x="6573955" y="582763"/>
            <a:ext cx="3702240" cy="4235668"/>
          </a:xfrm>
          <a:prstGeom prst="rect">
            <a:avLst/>
          </a:prstGeom>
          <a:ln>
            <a:noFill/>
          </a:ln>
          <a:effectLst>
            <a:outerShdw blurRad="292100" dist="139700" dir="2700000" algn="tl" rotWithShape="0">
              <a:srgbClr val="333333">
                <a:alpha val="65000"/>
              </a:srgbClr>
            </a:outerShdw>
          </a:effectLst>
        </p:spPr>
      </p:pic>
      <p:sp>
        <p:nvSpPr>
          <p:cNvPr id="9" name="TextBox 8">
            <a:extLst>
              <a:ext uri="{FF2B5EF4-FFF2-40B4-BE49-F238E27FC236}">
                <a16:creationId xmlns:a16="http://schemas.microsoft.com/office/drawing/2014/main" id="{8B9CE09D-4912-352C-EDD3-2F5B22293E2B}"/>
              </a:ext>
            </a:extLst>
          </p:cNvPr>
          <p:cNvSpPr txBox="1"/>
          <p:nvPr/>
        </p:nvSpPr>
        <p:spPr>
          <a:xfrm>
            <a:off x="1215766" y="500834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23" name="TextBox 22">
            <a:extLst>
              <a:ext uri="{FF2B5EF4-FFF2-40B4-BE49-F238E27FC236}">
                <a16:creationId xmlns:a16="http://schemas.microsoft.com/office/drawing/2014/main" id="{03EBDECA-65D3-2281-9CAF-EAEC8ADD967F}"/>
              </a:ext>
            </a:extLst>
          </p:cNvPr>
          <p:cNvSpPr txBox="1"/>
          <p:nvPr/>
        </p:nvSpPr>
        <p:spPr>
          <a:xfrm>
            <a:off x="657520" y="5856528"/>
            <a:ext cx="1645920" cy="688512"/>
          </a:xfrm>
          <a:prstGeom prst="rect">
            <a:avLst/>
          </a:prstGeom>
          <a:noFill/>
        </p:spPr>
        <p:txBody>
          <a:bodyPr wrap="square" lIns="0" tIns="0" rIns="0" bIns="0" rtlCol="0">
            <a:noAutofit/>
          </a:bodyPr>
          <a:lstStyle/>
          <a:p>
            <a:pPr algn="ctr"/>
            <a:r>
              <a:rPr lang="en-AU" sz="4800" dirty="0"/>
              <a:t>900</a:t>
            </a:r>
          </a:p>
        </p:txBody>
      </p:sp>
      <p:sp>
        <p:nvSpPr>
          <p:cNvPr id="10" name="TextBox 9">
            <a:extLst>
              <a:ext uri="{FF2B5EF4-FFF2-40B4-BE49-F238E27FC236}">
                <a16:creationId xmlns:a16="http://schemas.microsoft.com/office/drawing/2014/main" id="{6720C9BD-206D-1246-CC58-B94DA2A9FDA7}"/>
              </a:ext>
            </a:extLst>
          </p:cNvPr>
          <p:cNvSpPr txBox="1"/>
          <p:nvPr/>
        </p:nvSpPr>
        <p:spPr>
          <a:xfrm>
            <a:off x="4219739" y="500834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24" name="TextBox 23">
            <a:extLst>
              <a:ext uri="{FF2B5EF4-FFF2-40B4-BE49-F238E27FC236}">
                <a16:creationId xmlns:a16="http://schemas.microsoft.com/office/drawing/2014/main" id="{A528CAF9-E201-6625-A684-445003F6B522}"/>
              </a:ext>
            </a:extLst>
          </p:cNvPr>
          <p:cNvSpPr txBox="1"/>
          <p:nvPr/>
        </p:nvSpPr>
        <p:spPr>
          <a:xfrm>
            <a:off x="3567178" y="5856240"/>
            <a:ext cx="1645920" cy="688512"/>
          </a:xfrm>
          <a:prstGeom prst="rect">
            <a:avLst/>
          </a:prstGeom>
          <a:noFill/>
        </p:spPr>
        <p:txBody>
          <a:bodyPr wrap="square" lIns="0" tIns="0" rIns="0" bIns="0" rtlCol="0">
            <a:noAutofit/>
          </a:bodyPr>
          <a:lstStyle/>
          <a:p>
            <a:pPr algn="ctr"/>
            <a:r>
              <a:rPr lang="en-AU" sz="4800"/>
              <a:t>1000</a:t>
            </a:r>
          </a:p>
        </p:txBody>
      </p:sp>
      <p:sp>
        <p:nvSpPr>
          <p:cNvPr id="12" name="TextBox 11">
            <a:extLst>
              <a:ext uri="{FF2B5EF4-FFF2-40B4-BE49-F238E27FC236}">
                <a16:creationId xmlns:a16="http://schemas.microsoft.com/office/drawing/2014/main" id="{53D31413-FF78-7189-1A0F-0B12F84CC32D}"/>
              </a:ext>
            </a:extLst>
          </p:cNvPr>
          <p:cNvSpPr txBox="1"/>
          <p:nvPr/>
        </p:nvSpPr>
        <p:spPr>
          <a:xfrm>
            <a:off x="7223712" y="500834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
        <p:nvSpPr>
          <p:cNvPr id="25" name="TextBox 24">
            <a:extLst>
              <a:ext uri="{FF2B5EF4-FFF2-40B4-BE49-F238E27FC236}">
                <a16:creationId xmlns:a16="http://schemas.microsoft.com/office/drawing/2014/main" id="{FFD69861-F4A8-38BE-BE0C-46594DE27617}"/>
              </a:ext>
            </a:extLst>
          </p:cNvPr>
          <p:cNvSpPr txBox="1"/>
          <p:nvPr/>
        </p:nvSpPr>
        <p:spPr>
          <a:xfrm>
            <a:off x="6573955" y="5827488"/>
            <a:ext cx="1645920" cy="688512"/>
          </a:xfrm>
          <a:prstGeom prst="rect">
            <a:avLst/>
          </a:prstGeom>
          <a:noFill/>
        </p:spPr>
        <p:txBody>
          <a:bodyPr wrap="square" lIns="0" tIns="0" rIns="0" bIns="0" rtlCol="0">
            <a:noAutofit/>
          </a:bodyPr>
          <a:lstStyle/>
          <a:p>
            <a:pPr algn="ctr"/>
            <a:r>
              <a:rPr lang="en-AU" sz="4800"/>
              <a:t>1750</a:t>
            </a:r>
          </a:p>
        </p:txBody>
      </p:sp>
      <p:sp>
        <p:nvSpPr>
          <p:cNvPr id="11" name="TextBox 10">
            <a:extLst>
              <a:ext uri="{FF2B5EF4-FFF2-40B4-BE49-F238E27FC236}">
                <a16:creationId xmlns:a16="http://schemas.microsoft.com/office/drawing/2014/main" id="{F03294A5-CB62-91E6-0D20-1199ECBFAF01}"/>
              </a:ext>
            </a:extLst>
          </p:cNvPr>
          <p:cNvSpPr txBox="1"/>
          <p:nvPr/>
        </p:nvSpPr>
        <p:spPr>
          <a:xfrm>
            <a:off x="10227686" y="500834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26" name="TextBox 25">
            <a:extLst>
              <a:ext uri="{FF2B5EF4-FFF2-40B4-BE49-F238E27FC236}">
                <a16:creationId xmlns:a16="http://schemas.microsoft.com/office/drawing/2014/main" id="{8D5DD969-DC5A-0108-CBEC-06090500DD0F}"/>
              </a:ext>
            </a:extLst>
          </p:cNvPr>
          <p:cNvSpPr txBox="1"/>
          <p:nvPr/>
        </p:nvSpPr>
        <p:spPr>
          <a:xfrm>
            <a:off x="9558815" y="5799518"/>
            <a:ext cx="1645920" cy="688512"/>
          </a:xfrm>
          <a:prstGeom prst="rect">
            <a:avLst/>
          </a:prstGeom>
          <a:noFill/>
        </p:spPr>
        <p:txBody>
          <a:bodyPr wrap="square" lIns="0" tIns="0" rIns="0" bIns="0" rtlCol="0">
            <a:noAutofit/>
          </a:bodyPr>
          <a:lstStyle/>
          <a:p>
            <a:pPr algn="ctr"/>
            <a:r>
              <a:rPr lang="en-AU" sz="4800"/>
              <a:t>2000</a:t>
            </a:r>
          </a:p>
        </p:txBody>
      </p:sp>
      <p:sp>
        <p:nvSpPr>
          <p:cNvPr id="2" name="Slide Number Placeholder 1">
            <a:extLst>
              <a:ext uri="{FF2B5EF4-FFF2-40B4-BE49-F238E27FC236}">
                <a16:creationId xmlns:a16="http://schemas.microsoft.com/office/drawing/2014/main" id="{FF35F4CD-8487-40BA-C995-9F75C9273AD3}"/>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33</a:t>
            </a:fld>
            <a:endParaRPr lang="en-AU"/>
          </a:p>
        </p:txBody>
      </p:sp>
    </p:spTree>
    <p:extLst>
      <p:ext uri="{BB962C8B-B14F-4D97-AF65-F5344CB8AC3E}">
        <p14:creationId xmlns:p14="http://schemas.microsoft.com/office/powerpoint/2010/main" val="19285245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308A6B-C68A-FF44-E71E-18A9E64F0EFB}"/>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89FCD6D4-3BA7-FB4B-7855-CDFBF1074A04}"/>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(17)</a:t>
            </a:r>
          </a:p>
        </p:txBody>
      </p:sp>
      <p:pic>
        <p:nvPicPr>
          <p:cNvPr id="3" name="Picture 2" descr="image of a clipboard with a pencil recording short answer responses">
            <a:extLst>
              <a:ext uri="{FF2B5EF4-FFF2-40B4-BE49-F238E27FC236}">
                <a16:creationId xmlns:a16="http://schemas.microsoft.com/office/drawing/2014/main" id="{2D93CD05-EEB0-3C8B-380D-9FC3C1D14985}"/>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Box 4">
            <a:extLst>
              <a:ext uri="{FF2B5EF4-FFF2-40B4-BE49-F238E27FC236}">
                <a16:creationId xmlns:a16="http://schemas.microsoft.com/office/drawing/2014/main" id="{12FA2865-D491-D15A-40E8-EE6AADE841BF}"/>
              </a:ext>
            </a:extLst>
          </p:cNvPr>
          <p:cNvSpPr txBox="1"/>
          <p:nvPr/>
        </p:nvSpPr>
        <p:spPr>
          <a:xfrm>
            <a:off x="348000" y="1202223"/>
            <a:ext cx="11136000" cy="5313777"/>
          </a:xfrm>
          <a:prstGeom prst="rect">
            <a:avLst/>
          </a:prstGeom>
          <a:noFill/>
        </p:spPr>
        <p:txBody>
          <a:bodyPr wrap="square" lIns="0" tIns="0" rIns="0" bIns="0" rtlCol="0">
            <a:noAutofit/>
          </a:bodyPr>
          <a:lstStyle/>
          <a:p>
            <a:pPr algn="ctr">
              <a:lnSpc>
                <a:spcPct val="150000"/>
              </a:lnSpc>
            </a:pPr>
            <a:r>
              <a:rPr lang="en-AU" sz="4400" b="1" dirty="0"/>
              <a:t>Convert</a:t>
            </a:r>
            <a:r>
              <a:rPr lang="en-AU" sz="4400" dirty="0"/>
              <a:t> the following </a:t>
            </a:r>
            <a:r>
              <a:rPr lang="en-AU" sz="4400" b="1" dirty="0"/>
              <a:t>measurements</a:t>
            </a:r>
            <a:r>
              <a:rPr lang="en-AU" sz="4400" dirty="0"/>
              <a:t>:</a:t>
            </a:r>
          </a:p>
          <a:p>
            <a:pPr marL="457200" indent="-457200">
              <a:lnSpc>
                <a:spcPct val="200000"/>
              </a:lnSpc>
              <a:buFont typeface="Arial" panose="020B0604020202020204" pitchFamily="34" charset="0"/>
              <a:buChar char="•"/>
            </a:pPr>
            <a:r>
              <a:rPr lang="en-AU" sz="4400" dirty="0"/>
              <a:t>3846 cm = ______ mm</a:t>
            </a:r>
          </a:p>
          <a:p>
            <a:pPr marL="457200" indent="-457200">
              <a:lnSpc>
                <a:spcPct val="200000"/>
              </a:lnSpc>
              <a:buFont typeface="Arial" panose="020B0604020202020204" pitchFamily="34" charset="0"/>
              <a:buChar char="•"/>
            </a:pPr>
            <a:r>
              <a:rPr lang="en-AU" sz="4400" dirty="0"/>
              <a:t>9.243 km = ______ m</a:t>
            </a:r>
          </a:p>
          <a:p>
            <a:pPr marL="457200" indent="-457200">
              <a:lnSpc>
                <a:spcPct val="200000"/>
              </a:lnSpc>
              <a:buFont typeface="Arial" panose="020B0604020202020204" pitchFamily="34" charset="0"/>
              <a:buChar char="•"/>
            </a:pPr>
            <a:r>
              <a:rPr lang="en-AU" sz="4400" dirty="0"/>
              <a:t>857 m = ______ km</a:t>
            </a:r>
          </a:p>
          <a:p>
            <a:pPr marL="457200" indent="-457200" algn="l">
              <a:lnSpc>
                <a:spcPct val="150000"/>
              </a:lnSpc>
              <a:buFont typeface="Arial" panose="020B0604020202020204" pitchFamily="34" charset="0"/>
              <a:buChar char="•"/>
            </a:pPr>
            <a:endParaRPr lang="en-AU" sz="3200" dirty="0"/>
          </a:p>
          <a:p>
            <a:pPr marL="457200" indent="-457200" algn="l">
              <a:buFont typeface="Arial" panose="020B0604020202020204" pitchFamily="34" charset="0"/>
              <a:buChar char="•"/>
            </a:pPr>
            <a:endParaRPr lang="en-AU" sz="3200" dirty="0"/>
          </a:p>
        </p:txBody>
      </p:sp>
      <p:pic>
        <p:nvPicPr>
          <p:cNvPr id="4" name="Picture 3" descr="Conversion diagram showing how to convert between units of length. &#10;10 mm = 1 cm&#10;100 cm = 1 m&#10;1000 m = 1 km.">
            <a:extLst>
              <a:ext uri="{FF2B5EF4-FFF2-40B4-BE49-F238E27FC236}">
                <a16:creationId xmlns:a16="http://schemas.microsoft.com/office/drawing/2014/main" id="{E0E489BF-647F-E37A-8891-AAFFF35E05C2}"/>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840932" y="2228525"/>
            <a:ext cx="4593479" cy="4166730"/>
          </a:xfrm>
          <a:prstGeom prst="rect">
            <a:avLst/>
          </a:prstGeom>
          <a:ln>
            <a:noFill/>
          </a:ln>
          <a:effectLst>
            <a:outerShdw blurRad="292100" dist="139700" dir="2700000" algn="tl" rotWithShape="0">
              <a:srgbClr val="333333">
                <a:alpha val="65000"/>
              </a:srgbClr>
            </a:outerShdw>
          </a:effectLst>
        </p:spPr>
      </p:pic>
      <p:sp>
        <p:nvSpPr>
          <p:cNvPr id="2" name="Slide Number Placeholder 1">
            <a:extLst>
              <a:ext uri="{FF2B5EF4-FFF2-40B4-BE49-F238E27FC236}">
                <a16:creationId xmlns:a16="http://schemas.microsoft.com/office/drawing/2014/main" id="{7D07BE7B-7F4A-3286-1609-FE23686ED15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34</a:t>
            </a:fld>
            <a:endParaRPr lang="en-AU"/>
          </a:p>
        </p:txBody>
      </p:sp>
    </p:spTree>
    <p:extLst>
      <p:ext uri="{BB962C8B-B14F-4D97-AF65-F5344CB8AC3E}">
        <p14:creationId xmlns:p14="http://schemas.microsoft.com/office/powerpoint/2010/main" val="18734576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85DD2C-2360-F941-78C2-119C5F7439E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AB668BC7-E07F-8763-81B9-7969BEF094AA}"/>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(18)</a:t>
            </a:r>
          </a:p>
        </p:txBody>
      </p:sp>
      <p:pic>
        <p:nvPicPr>
          <p:cNvPr id="3" name="Picture 2" descr="image of a clipboard with a pencil recording short answer responses">
            <a:extLst>
              <a:ext uri="{FF2B5EF4-FFF2-40B4-BE49-F238E27FC236}">
                <a16:creationId xmlns:a16="http://schemas.microsoft.com/office/drawing/2014/main" id="{E34FFB15-F7DE-0945-FB9C-D8A36F224B6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7" name="TextBox 6">
            <a:extLst>
              <a:ext uri="{FF2B5EF4-FFF2-40B4-BE49-F238E27FC236}">
                <a16:creationId xmlns:a16="http://schemas.microsoft.com/office/drawing/2014/main" id="{BFFEFE97-DB27-4EAE-0A6A-BE7D9979DD89}"/>
              </a:ext>
            </a:extLst>
          </p:cNvPr>
          <p:cNvSpPr txBox="1"/>
          <p:nvPr/>
        </p:nvSpPr>
        <p:spPr>
          <a:xfrm>
            <a:off x="656303" y="1336265"/>
            <a:ext cx="10879393" cy="1119777"/>
          </a:xfrm>
          <a:prstGeom prst="rect">
            <a:avLst/>
          </a:prstGeom>
          <a:noFill/>
        </p:spPr>
        <p:txBody>
          <a:bodyPr wrap="square" lIns="0" tIns="0" rIns="0" bIns="0" rtlCol="0">
            <a:noAutofit/>
          </a:bodyPr>
          <a:lstStyle/>
          <a:p>
            <a:pPr algn="ctr">
              <a:lnSpc>
                <a:spcPct val="150000"/>
              </a:lnSpc>
            </a:pPr>
            <a:r>
              <a:rPr lang="en-AU" sz="4400"/>
              <a:t>Arrange the following numbers in </a:t>
            </a:r>
            <a:r>
              <a:rPr lang="en-AU" sz="4400" b="1"/>
              <a:t>ascending order</a:t>
            </a:r>
            <a:r>
              <a:rPr lang="en-AU" sz="4400"/>
              <a:t>:</a:t>
            </a:r>
          </a:p>
        </p:txBody>
      </p:sp>
      <p:sp>
        <p:nvSpPr>
          <p:cNvPr id="5" name="TextBox 4">
            <a:extLst>
              <a:ext uri="{FF2B5EF4-FFF2-40B4-BE49-F238E27FC236}">
                <a16:creationId xmlns:a16="http://schemas.microsoft.com/office/drawing/2014/main" id="{24489428-D427-A936-833E-045A53C8A70E}"/>
              </a:ext>
            </a:extLst>
          </p:cNvPr>
          <p:cNvSpPr txBox="1"/>
          <p:nvPr/>
        </p:nvSpPr>
        <p:spPr>
          <a:xfrm>
            <a:off x="1363070" y="3453399"/>
            <a:ext cx="6097904" cy="2229008"/>
          </a:xfrm>
          <a:prstGeom prst="rect">
            <a:avLst/>
          </a:prstGeom>
          <a:noFill/>
        </p:spPr>
        <p:txBody>
          <a:bodyPr wrap="square">
            <a:spAutoFit/>
          </a:bodyPr>
          <a:lstStyle/>
          <a:p>
            <a:pPr marL="722313" lvl="0" indent="-722313">
              <a:lnSpc>
                <a:spcPct val="150000"/>
              </a:lnSpc>
              <a:spcBef>
                <a:spcPts val="1200"/>
              </a:spcBef>
              <a:spcAft>
                <a:spcPts val="600"/>
              </a:spcAft>
              <a:buFont typeface="Arial" panose="020B0604020202020204" pitchFamily="34" charset="0"/>
              <a:buChar char="•"/>
            </a:pPr>
            <a:r>
              <a:rPr lang="en-AU" sz="4400" dirty="0">
                <a:effectLst/>
                <a:latin typeface="Arial" panose="020B0604020202020204" pitchFamily="34" charset="0"/>
                <a:ea typeface="Calibri" panose="020F0502020204030204" pitchFamily="34" charset="0"/>
                <a:cs typeface="Times New Roman" panose="02020603050405020304" pitchFamily="18" charset="0"/>
              </a:rPr>
              <a:t>1 </a:t>
            </a:r>
            <a:r>
              <a:rPr lang="en-AU" sz="4400" dirty="0">
                <a:latin typeface="Arial" panose="020B0604020202020204" pitchFamily="34" charset="0"/>
                <a:ea typeface="Calibri" panose="020F0502020204030204" pitchFamily="34" charset="0"/>
                <a:cs typeface="Times New Roman" panose="02020603050405020304" pitchFamily="18" charset="0"/>
              </a:rPr>
              <a:t>6</a:t>
            </a:r>
            <a:r>
              <a:rPr lang="en-AU" sz="4400" dirty="0">
                <a:effectLst/>
                <a:latin typeface="Arial" panose="020B0604020202020204" pitchFamily="34" charset="0"/>
                <a:ea typeface="Calibri" panose="020F0502020204030204" pitchFamily="34" charset="0"/>
                <a:cs typeface="Times New Roman" panose="02020603050405020304" pitchFamily="18" charset="0"/>
              </a:rPr>
              <a:t>32 0</a:t>
            </a:r>
            <a:r>
              <a:rPr lang="en-AU" sz="4400" dirty="0">
                <a:latin typeface="Arial" panose="020B0604020202020204" pitchFamily="34" charset="0"/>
                <a:ea typeface="Calibri" panose="020F0502020204030204" pitchFamily="34" charset="0"/>
                <a:cs typeface="Times New Roman" panose="02020603050405020304" pitchFamily="18" charset="0"/>
              </a:rPr>
              <a:t>0</a:t>
            </a:r>
            <a:r>
              <a:rPr lang="en-AU" sz="4400" dirty="0">
                <a:effectLst/>
                <a:latin typeface="Arial" panose="020B0604020202020204" pitchFamily="34" charset="0"/>
                <a:ea typeface="Calibri" panose="020F0502020204030204" pitchFamily="34" charset="0"/>
                <a:cs typeface="Times New Roman" panose="02020603050405020304" pitchFamily="18" charset="0"/>
              </a:rPr>
              <a:t>0</a:t>
            </a:r>
          </a:p>
          <a:p>
            <a:pPr marL="722313" lvl="0" indent="-722313">
              <a:lnSpc>
                <a:spcPct val="150000"/>
              </a:lnSpc>
              <a:spcBef>
                <a:spcPts val="1200"/>
              </a:spcBef>
              <a:spcAft>
                <a:spcPts val="600"/>
              </a:spcAft>
              <a:buFont typeface="Arial" panose="020B0604020202020204" pitchFamily="34" charset="0"/>
              <a:buChar char="•"/>
            </a:pPr>
            <a:r>
              <a:rPr lang="en-AU" sz="4400" dirty="0">
                <a:effectLst/>
                <a:latin typeface="Arial" panose="020B0604020202020204" pitchFamily="34" charset="0"/>
                <a:ea typeface="Calibri" panose="020F0502020204030204" pitchFamily="34" charset="0"/>
                <a:cs typeface="Times New Roman" panose="02020603050405020304" pitchFamily="18" charset="0"/>
              </a:rPr>
              <a:t>2 </a:t>
            </a:r>
            <a:r>
              <a:rPr lang="en-AU" sz="4400" dirty="0">
                <a:latin typeface="Arial" panose="020B0604020202020204" pitchFamily="34" charset="0"/>
                <a:ea typeface="Calibri" panose="020F0502020204030204" pitchFamily="34" charset="0"/>
                <a:cs typeface="Times New Roman" panose="02020603050405020304" pitchFamily="18" charset="0"/>
              </a:rPr>
              <a:t>805</a:t>
            </a:r>
            <a:r>
              <a:rPr lang="en-AU" sz="4400" dirty="0">
                <a:effectLst/>
                <a:latin typeface="Arial" panose="020B0604020202020204" pitchFamily="34" charset="0"/>
                <a:ea typeface="Calibri" panose="020F0502020204030204" pitchFamily="34" charset="0"/>
                <a:cs typeface="Times New Roman" panose="02020603050405020304" pitchFamily="18" charset="0"/>
              </a:rPr>
              <a:t> 5</a:t>
            </a:r>
            <a:r>
              <a:rPr lang="en-AU" sz="4400" dirty="0">
                <a:latin typeface="Arial" panose="020B0604020202020204" pitchFamily="34" charset="0"/>
                <a:ea typeface="Calibri" panose="020F0502020204030204" pitchFamily="34" charset="0"/>
                <a:cs typeface="Times New Roman" panose="02020603050405020304" pitchFamily="18" charset="0"/>
              </a:rPr>
              <a:t>00</a:t>
            </a:r>
            <a:endParaRPr lang="en-AU" sz="4400" dirty="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9" name="TextBox 8">
            <a:extLst>
              <a:ext uri="{FF2B5EF4-FFF2-40B4-BE49-F238E27FC236}">
                <a16:creationId xmlns:a16="http://schemas.microsoft.com/office/drawing/2014/main" id="{BC1AC75A-FF06-09C8-DFDB-2745B80273D1}"/>
              </a:ext>
            </a:extLst>
          </p:cNvPr>
          <p:cNvSpPr txBox="1"/>
          <p:nvPr/>
        </p:nvSpPr>
        <p:spPr>
          <a:xfrm>
            <a:off x="7142922" y="3429000"/>
            <a:ext cx="6096000" cy="2229008"/>
          </a:xfrm>
          <a:prstGeom prst="rect">
            <a:avLst/>
          </a:prstGeom>
          <a:noFill/>
        </p:spPr>
        <p:txBody>
          <a:bodyPr wrap="square">
            <a:spAutoFit/>
          </a:bodyPr>
          <a:lstStyle/>
          <a:p>
            <a:pPr marL="722313" lvl="0" indent="-722313">
              <a:lnSpc>
                <a:spcPct val="150000"/>
              </a:lnSpc>
              <a:spcBef>
                <a:spcPts val="1200"/>
              </a:spcBef>
              <a:spcAft>
                <a:spcPts val="600"/>
              </a:spcAft>
              <a:buFont typeface="Arial" panose="020B0604020202020204" pitchFamily="34" charset="0"/>
              <a:buChar char="•"/>
            </a:pPr>
            <a:r>
              <a:rPr lang="en-AU" sz="4400" dirty="0">
                <a:effectLst/>
                <a:latin typeface="Arial" panose="020B0604020202020204" pitchFamily="34" charset="0"/>
                <a:ea typeface="Calibri" panose="020F0502020204030204" pitchFamily="34" charset="0"/>
                <a:cs typeface="Times New Roman" panose="02020603050405020304" pitchFamily="18" charset="0"/>
              </a:rPr>
              <a:t>1 670 </a:t>
            </a:r>
            <a:r>
              <a:rPr lang="en-AU" sz="4400" dirty="0">
                <a:latin typeface="Arial" panose="020B0604020202020204" pitchFamily="34" charset="0"/>
                <a:ea typeface="Calibri" panose="020F0502020204030204" pitchFamily="34" charset="0"/>
                <a:cs typeface="Times New Roman" panose="02020603050405020304" pitchFamily="18" charset="0"/>
              </a:rPr>
              <a:t>9</a:t>
            </a:r>
            <a:r>
              <a:rPr lang="en-AU" sz="4400" dirty="0">
                <a:effectLst/>
                <a:latin typeface="Arial" panose="020B0604020202020204" pitchFamily="34" charset="0"/>
                <a:ea typeface="Calibri" panose="020F0502020204030204" pitchFamily="34" charset="0"/>
                <a:cs typeface="Times New Roman" panose="02020603050405020304" pitchFamily="18" charset="0"/>
              </a:rPr>
              <a:t>00</a:t>
            </a:r>
          </a:p>
          <a:p>
            <a:pPr marL="722313" lvl="0" indent="-722313">
              <a:lnSpc>
                <a:spcPct val="150000"/>
              </a:lnSpc>
              <a:spcBef>
                <a:spcPts val="1200"/>
              </a:spcBef>
              <a:spcAft>
                <a:spcPts val="600"/>
              </a:spcAft>
              <a:buFont typeface="Arial" panose="020B0604020202020204" pitchFamily="34" charset="0"/>
              <a:buChar char="•"/>
            </a:pPr>
            <a:r>
              <a:rPr lang="en-AU" sz="4400" dirty="0">
                <a:effectLst/>
                <a:latin typeface="Arial" panose="020B0604020202020204" pitchFamily="34" charset="0"/>
                <a:ea typeface="Calibri" panose="020F0502020204030204" pitchFamily="34" charset="0"/>
                <a:cs typeface="Times New Roman" panose="02020603050405020304" pitchFamily="18" charset="0"/>
              </a:rPr>
              <a:t>2 970 </a:t>
            </a:r>
            <a:r>
              <a:rPr lang="en-AU" sz="4400" dirty="0">
                <a:latin typeface="Arial" panose="020B0604020202020204" pitchFamily="34" charset="0"/>
                <a:ea typeface="Calibri" panose="020F0502020204030204" pitchFamily="34" charset="0"/>
                <a:cs typeface="Times New Roman" panose="02020603050405020304" pitchFamily="18" charset="0"/>
              </a:rPr>
              <a:t>8</a:t>
            </a:r>
            <a:r>
              <a:rPr lang="en-AU" sz="4400" dirty="0">
                <a:effectLst/>
                <a:latin typeface="Arial" panose="020B0604020202020204" pitchFamily="34" charset="0"/>
                <a:ea typeface="Calibri" panose="020F0502020204030204" pitchFamily="34" charset="0"/>
                <a:cs typeface="Times New Roman" panose="02020603050405020304" pitchFamily="18" charset="0"/>
              </a:rPr>
              <a:t>00</a:t>
            </a:r>
          </a:p>
        </p:txBody>
      </p:sp>
      <p:sp>
        <p:nvSpPr>
          <p:cNvPr id="2" name="Slide Number Placeholder 1">
            <a:extLst>
              <a:ext uri="{FF2B5EF4-FFF2-40B4-BE49-F238E27FC236}">
                <a16:creationId xmlns:a16="http://schemas.microsoft.com/office/drawing/2014/main" id="{C6278ABA-47B2-1E8F-9361-762350052CBD}"/>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35</a:t>
            </a:fld>
            <a:endParaRPr lang="en-AU"/>
          </a:p>
        </p:txBody>
      </p:sp>
    </p:spTree>
    <p:extLst>
      <p:ext uri="{BB962C8B-B14F-4D97-AF65-F5344CB8AC3E}">
        <p14:creationId xmlns:p14="http://schemas.microsoft.com/office/powerpoint/2010/main" val="30732055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47CB53-A4C0-A55A-FFE1-4FB771BE398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CC4B563-2BB1-344B-48AD-6B4DBD04F76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(19)</a:t>
            </a:r>
          </a:p>
        </p:txBody>
      </p:sp>
      <p:pic>
        <p:nvPicPr>
          <p:cNvPr id="3" name="Picture 2" descr="image of a clipboard with a pencil recording short answer responses">
            <a:extLst>
              <a:ext uri="{FF2B5EF4-FFF2-40B4-BE49-F238E27FC236}">
                <a16:creationId xmlns:a16="http://schemas.microsoft.com/office/drawing/2014/main" id="{B38D0ADF-3DD6-732F-15F0-9E23C650943F}"/>
              </a:ext>
            </a:extLst>
          </p:cNvPr>
          <p:cNvPicPr>
            <a:picLocks noChangeAspect="1"/>
          </p:cNvPicPr>
          <p:nvPr/>
        </p:nvPicPr>
        <p:blipFill>
          <a:blip r:embed="rId3"/>
          <a:stretch>
            <a:fillRect/>
          </a:stretch>
        </p:blipFill>
        <p:spPr>
          <a:xfrm>
            <a:off x="11030476" y="268723"/>
            <a:ext cx="915500" cy="915500"/>
          </a:xfrm>
          <a:prstGeom prst="rect">
            <a:avLst/>
          </a:prstGeom>
        </p:spPr>
      </p:pic>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D9A35C87-B585-FE4C-24FA-8E924AD0FD1B}"/>
                  </a:ext>
                </a:extLst>
              </p:cNvPr>
              <p:cNvSpPr txBox="1"/>
              <p:nvPr/>
            </p:nvSpPr>
            <p:spPr>
              <a:xfrm>
                <a:off x="1022752" y="1834341"/>
                <a:ext cx="4134678" cy="1616765"/>
              </a:xfrm>
              <a:prstGeom prst="rect">
                <a:avLst/>
              </a:prstGeom>
              <a:noFill/>
            </p:spPr>
            <p:txBody>
              <a:bodyPr wrap="square" lIns="0" tIns="0" rIns="0" bIns="0" rtlCol="0">
                <a:noAutofit/>
              </a:bodyPr>
              <a:lstStyle/>
              <a:p>
                <a:r>
                  <a:rPr lang="en-AU" sz="4400"/>
                  <a:t>What is </a:t>
                </a:r>
                <a14:m>
                  <m:oMath xmlns:m="http://schemas.openxmlformats.org/officeDocument/2006/math">
                    <m:f>
                      <m:fPr>
                        <m:ctrlPr>
                          <a:rPr lang="en-AU" sz="4400" i="1">
                            <a:latin typeface="Cambria Math" panose="02040503050406030204" pitchFamily="18" charset="0"/>
                          </a:rPr>
                        </m:ctrlPr>
                      </m:fPr>
                      <m:num>
                        <m:r>
                          <a:rPr lang="en-AU" sz="4400" i="1">
                            <a:latin typeface="Cambria Math" panose="02040503050406030204" pitchFamily="18" charset="0"/>
                          </a:rPr>
                          <m:t>3</m:t>
                        </m:r>
                      </m:num>
                      <m:den>
                        <m:r>
                          <a:rPr lang="en-AU" sz="4400" i="1">
                            <a:latin typeface="Cambria Math" panose="02040503050406030204" pitchFamily="18" charset="0"/>
                          </a:rPr>
                          <m:t>4</m:t>
                        </m:r>
                      </m:den>
                    </m:f>
                  </m:oMath>
                </a14:m>
                <a:r>
                  <a:rPr lang="en-AU" sz="4400"/>
                  <a:t> of 8?</a:t>
                </a:r>
              </a:p>
              <a:p>
                <a:pPr algn="l"/>
                <a:endParaRPr lang="en-AU" sz="4400"/>
              </a:p>
            </p:txBody>
          </p:sp>
        </mc:Choice>
        <mc:Fallback xmlns="">
          <p:sp>
            <p:nvSpPr>
              <p:cNvPr id="14" name="TextBox 13">
                <a:extLst>
                  <a:ext uri="{FF2B5EF4-FFF2-40B4-BE49-F238E27FC236}">
                    <a16:creationId xmlns:a16="http://schemas.microsoft.com/office/drawing/2014/main" id="{D9A35C87-B585-FE4C-24FA-8E924AD0FD1B}"/>
                  </a:ext>
                </a:extLst>
              </p:cNvPr>
              <p:cNvSpPr txBox="1">
                <a:spLocks noRot="1" noChangeAspect="1" noMove="1" noResize="1" noEditPoints="1" noAdjustHandles="1" noChangeArrowheads="1" noChangeShapeType="1" noTextEdit="1"/>
              </p:cNvSpPr>
              <p:nvPr/>
            </p:nvSpPr>
            <p:spPr>
              <a:xfrm>
                <a:off x="1022752" y="1834341"/>
                <a:ext cx="4134678" cy="1616765"/>
              </a:xfrm>
              <a:prstGeom prst="rect">
                <a:avLst/>
              </a:prstGeom>
              <a:blipFill>
                <a:blip r:embed="rId4"/>
                <a:stretch>
                  <a:fillRect l="-8260" t="-3396"/>
                </a:stretch>
              </a:blipFill>
            </p:spPr>
            <p:txBody>
              <a:bodyPr/>
              <a:lstStyle/>
              <a:p>
                <a:r>
                  <a:rPr lang="en-AU">
                    <a:noFill/>
                  </a:rPr>
                  <a:t> </a:t>
                </a:r>
              </a:p>
            </p:txBody>
          </p:sp>
        </mc:Fallback>
      </mc:AlternateContent>
      <p:grpSp>
        <p:nvGrpSpPr>
          <p:cNvPr id="15" name="Group 14" descr="8 red counters arranged into 2 fours.">
            <a:extLst>
              <a:ext uri="{FF2B5EF4-FFF2-40B4-BE49-F238E27FC236}">
                <a16:creationId xmlns:a16="http://schemas.microsoft.com/office/drawing/2014/main" id="{7C2083F0-5BBF-5631-588E-4B1381DE2DA5}"/>
              </a:ext>
            </a:extLst>
          </p:cNvPr>
          <p:cNvGrpSpPr/>
          <p:nvPr/>
        </p:nvGrpSpPr>
        <p:grpSpPr>
          <a:xfrm>
            <a:off x="5396410" y="1516182"/>
            <a:ext cx="5135218" cy="2060711"/>
            <a:chOff x="5376090" y="1368289"/>
            <a:chExt cx="5135218" cy="2060711"/>
          </a:xfrm>
          <a:effectLst>
            <a:outerShdw blurRad="50800" dist="38100" dir="2700000" algn="tl" rotWithShape="0">
              <a:prstClr val="black">
                <a:alpha val="40000"/>
              </a:prstClr>
            </a:outerShdw>
          </a:effectLst>
        </p:grpSpPr>
        <p:sp>
          <p:nvSpPr>
            <p:cNvPr id="4" name="Oval 3">
              <a:extLst>
                <a:ext uri="{FF2B5EF4-FFF2-40B4-BE49-F238E27FC236}">
                  <a16:creationId xmlns:a16="http://schemas.microsoft.com/office/drawing/2014/main" id="{1DFA4ED3-E7F5-B7FC-EC79-4DD71FE2B128}"/>
                </a:ext>
              </a:extLst>
            </p:cNvPr>
            <p:cNvSpPr/>
            <p:nvPr/>
          </p:nvSpPr>
          <p:spPr>
            <a:xfrm>
              <a:off x="9689673" y="2589662"/>
              <a:ext cx="821635" cy="821634"/>
            </a:xfrm>
            <a:prstGeom prst="ellipse">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 name="Oval 4">
              <a:extLst>
                <a:ext uri="{FF2B5EF4-FFF2-40B4-BE49-F238E27FC236}">
                  <a16:creationId xmlns:a16="http://schemas.microsoft.com/office/drawing/2014/main" id="{8B80323B-33FE-87C4-05AE-17493755916B}"/>
                </a:ext>
              </a:extLst>
            </p:cNvPr>
            <p:cNvSpPr/>
            <p:nvPr/>
          </p:nvSpPr>
          <p:spPr>
            <a:xfrm>
              <a:off x="8251812" y="1368290"/>
              <a:ext cx="821635" cy="821634"/>
            </a:xfrm>
            <a:prstGeom prst="ellipse">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7" name="Oval 6">
              <a:extLst>
                <a:ext uri="{FF2B5EF4-FFF2-40B4-BE49-F238E27FC236}">
                  <a16:creationId xmlns:a16="http://schemas.microsoft.com/office/drawing/2014/main" id="{CEFB12E8-6042-9CB8-9A67-279D3AD0B291}"/>
                </a:ext>
              </a:extLst>
            </p:cNvPr>
            <p:cNvSpPr/>
            <p:nvPr/>
          </p:nvSpPr>
          <p:spPr>
            <a:xfrm>
              <a:off x="8251812" y="2607366"/>
              <a:ext cx="821635" cy="821634"/>
            </a:xfrm>
            <a:prstGeom prst="ellipse">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8" name="Oval 7">
              <a:extLst>
                <a:ext uri="{FF2B5EF4-FFF2-40B4-BE49-F238E27FC236}">
                  <a16:creationId xmlns:a16="http://schemas.microsoft.com/office/drawing/2014/main" id="{C56BB5DE-F6EF-44F0-9340-603F26081E7D}"/>
                </a:ext>
              </a:extLst>
            </p:cNvPr>
            <p:cNvSpPr/>
            <p:nvPr/>
          </p:nvSpPr>
          <p:spPr>
            <a:xfrm>
              <a:off x="6813951" y="2589662"/>
              <a:ext cx="821635" cy="821634"/>
            </a:xfrm>
            <a:prstGeom prst="ellipse">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9" name="Oval 8">
              <a:extLst>
                <a:ext uri="{FF2B5EF4-FFF2-40B4-BE49-F238E27FC236}">
                  <a16:creationId xmlns:a16="http://schemas.microsoft.com/office/drawing/2014/main" id="{A0F5BD0A-C88B-723D-8F6C-2526A26BA170}"/>
                </a:ext>
              </a:extLst>
            </p:cNvPr>
            <p:cNvSpPr/>
            <p:nvPr/>
          </p:nvSpPr>
          <p:spPr>
            <a:xfrm>
              <a:off x="5376090" y="2600740"/>
              <a:ext cx="821635" cy="821634"/>
            </a:xfrm>
            <a:prstGeom prst="ellipse">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0" name="Oval 9">
              <a:extLst>
                <a:ext uri="{FF2B5EF4-FFF2-40B4-BE49-F238E27FC236}">
                  <a16:creationId xmlns:a16="http://schemas.microsoft.com/office/drawing/2014/main" id="{6093D127-CD89-0B9B-5A0B-8F8B8E12F9A7}"/>
                </a:ext>
              </a:extLst>
            </p:cNvPr>
            <p:cNvSpPr/>
            <p:nvPr/>
          </p:nvSpPr>
          <p:spPr>
            <a:xfrm>
              <a:off x="5376090" y="1368289"/>
              <a:ext cx="821635" cy="821634"/>
            </a:xfrm>
            <a:prstGeom prst="ellipse">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1" name="Oval 10">
              <a:extLst>
                <a:ext uri="{FF2B5EF4-FFF2-40B4-BE49-F238E27FC236}">
                  <a16:creationId xmlns:a16="http://schemas.microsoft.com/office/drawing/2014/main" id="{67C94AAA-0D25-F77F-34CD-402F11A83008}"/>
                </a:ext>
              </a:extLst>
            </p:cNvPr>
            <p:cNvSpPr/>
            <p:nvPr/>
          </p:nvSpPr>
          <p:spPr>
            <a:xfrm>
              <a:off x="6813951" y="1368289"/>
              <a:ext cx="821635" cy="821634"/>
            </a:xfrm>
            <a:prstGeom prst="ellipse">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2" name="Oval 11">
              <a:extLst>
                <a:ext uri="{FF2B5EF4-FFF2-40B4-BE49-F238E27FC236}">
                  <a16:creationId xmlns:a16="http://schemas.microsoft.com/office/drawing/2014/main" id="{CCA30107-E7E5-83D2-6839-C84A9B350563}"/>
                </a:ext>
              </a:extLst>
            </p:cNvPr>
            <p:cNvSpPr/>
            <p:nvPr/>
          </p:nvSpPr>
          <p:spPr>
            <a:xfrm>
              <a:off x="9689672" y="1423524"/>
              <a:ext cx="821635" cy="821634"/>
            </a:xfrm>
            <a:prstGeom prst="ellipse">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gr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A04D1DD5-0779-4666-B8D3-D01ABB6A69A5}"/>
                  </a:ext>
                </a:extLst>
              </p:cNvPr>
              <p:cNvSpPr txBox="1"/>
              <p:nvPr/>
            </p:nvSpPr>
            <p:spPr>
              <a:xfrm>
                <a:off x="742122" y="4061687"/>
                <a:ext cx="10707756" cy="2067339"/>
              </a:xfrm>
              <a:prstGeom prst="rect">
                <a:avLst/>
              </a:prstGeom>
              <a:noFill/>
            </p:spPr>
            <p:txBody>
              <a:bodyPr wrap="square" lIns="0" tIns="0" rIns="0" bIns="0" rtlCol="0">
                <a:noAutofit/>
              </a:bodyPr>
              <a:lstStyle/>
              <a:p>
                <a:pPr algn="ctr"/>
                <a:r>
                  <a:rPr lang="en-AU" sz="4000" dirty="0">
                    <a:latin typeface="+mj-lt"/>
                  </a:rPr>
                  <a:t>Record your answer as:</a:t>
                </a:r>
              </a:p>
              <a:p>
                <a:pPr algn="ctr"/>
                <a:endParaRPr lang="en-AU" sz="4000" dirty="0">
                  <a:latin typeface="+mj-lt"/>
                </a:endParaRPr>
              </a:p>
              <a:p>
                <a:pPr algn="ctr"/>
                <a:r>
                  <a:rPr lang="en-AU" sz="4000" dirty="0">
                    <a:latin typeface="+mj-lt"/>
                  </a:rPr>
                  <a:t>I know </a:t>
                </a:r>
                <a14:m>
                  <m:oMath xmlns:m="http://schemas.openxmlformats.org/officeDocument/2006/math">
                    <m:f>
                      <m:fPr>
                        <m:ctrlPr>
                          <a:rPr lang="en-AU" sz="4000" b="0" i="1" smtClean="0">
                            <a:latin typeface="Cambria Math" panose="02040503050406030204" pitchFamily="18" charset="0"/>
                          </a:rPr>
                        </m:ctrlPr>
                      </m:fPr>
                      <m:num>
                        <m:r>
                          <a:rPr lang="en-AU" sz="4000" b="0" i="1" smtClean="0">
                            <a:latin typeface="Cambria Math" panose="02040503050406030204" pitchFamily="18" charset="0"/>
                          </a:rPr>
                          <m:t>3</m:t>
                        </m:r>
                      </m:num>
                      <m:den>
                        <m:r>
                          <a:rPr lang="en-AU" sz="4000" b="0" i="1" smtClean="0">
                            <a:latin typeface="Cambria Math" panose="02040503050406030204" pitchFamily="18" charset="0"/>
                          </a:rPr>
                          <m:t>4</m:t>
                        </m:r>
                      </m:den>
                    </m:f>
                  </m:oMath>
                </a14:m>
                <a:r>
                  <a:rPr lang="en-AU" sz="4000" dirty="0">
                    <a:latin typeface="+mj-lt"/>
                  </a:rPr>
                  <a:t> of 8 is ___ because ___ ÷ ___ = ___ . </a:t>
                </a:r>
              </a:p>
            </p:txBody>
          </p:sp>
        </mc:Choice>
        <mc:Fallback xmlns="">
          <p:sp>
            <p:nvSpPr>
              <p:cNvPr id="13" name="TextBox 12">
                <a:extLst>
                  <a:ext uri="{FF2B5EF4-FFF2-40B4-BE49-F238E27FC236}">
                    <a16:creationId xmlns:a16="http://schemas.microsoft.com/office/drawing/2014/main" id="{A04D1DD5-0779-4666-B8D3-D01ABB6A69A5}"/>
                  </a:ext>
                </a:extLst>
              </p:cNvPr>
              <p:cNvSpPr txBox="1">
                <a:spLocks noRot="1" noChangeAspect="1" noMove="1" noResize="1" noEditPoints="1" noAdjustHandles="1" noChangeArrowheads="1" noChangeShapeType="1" noTextEdit="1"/>
              </p:cNvSpPr>
              <p:nvPr/>
            </p:nvSpPr>
            <p:spPr>
              <a:xfrm>
                <a:off x="742122" y="4061687"/>
                <a:ext cx="10707756" cy="2067339"/>
              </a:xfrm>
              <a:prstGeom prst="rect">
                <a:avLst/>
              </a:prstGeom>
              <a:blipFill>
                <a:blip r:embed="rId5"/>
                <a:stretch>
                  <a:fillRect l="-1822" t="-7375" r="-3132" b="-9145"/>
                </a:stretch>
              </a:blipFill>
            </p:spPr>
            <p:txBody>
              <a:bodyPr/>
              <a:lstStyle/>
              <a:p>
                <a:r>
                  <a:rPr lang="en-AU">
                    <a:noFill/>
                  </a:rPr>
                  <a:t> </a:t>
                </a:r>
              </a:p>
            </p:txBody>
          </p:sp>
        </mc:Fallback>
      </mc:AlternateContent>
      <p:sp>
        <p:nvSpPr>
          <p:cNvPr id="2" name="Slide Number Placeholder 1">
            <a:extLst>
              <a:ext uri="{FF2B5EF4-FFF2-40B4-BE49-F238E27FC236}">
                <a16:creationId xmlns:a16="http://schemas.microsoft.com/office/drawing/2014/main" id="{7EF03837-CD4E-1218-9144-F017FA537B7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36</a:t>
            </a:fld>
            <a:endParaRPr lang="en-AU"/>
          </a:p>
        </p:txBody>
      </p:sp>
    </p:spTree>
    <p:extLst>
      <p:ext uri="{BB962C8B-B14F-4D97-AF65-F5344CB8AC3E}">
        <p14:creationId xmlns:p14="http://schemas.microsoft.com/office/powerpoint/2010/main" val="41181804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5DB769-B15B-0A1A-67BB-631316F013D3}"/>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0EBDC36-B60F-D91B-E29F-D0E33662F0BB}"/>
              </a:ext>
            </a:extLst>
          </p:cNvPr>
          <p:cNvSpPr>
            <a:spLocks noGrp="1"/>
          </p:cNvSpPr>
          <p:nvPr>
            <p:ph type="title"/>
          </p:nvPr>
        </p:nvSpPr>
        <p:spPr>
          <a:xfrm>
            <a:off x="360000" y="360000"/>
            <a:ext cx="10367268" cy="545601"/>
          </a:xfrm>
        </p:spPr>
        <p:txBody>
          <a:bodyPr/>
          <a:lstStyle/>
          <a:p>
            <a:r>
              <a:rPr lang="en-AU"/>
              <a:t>Short response</a:t>
            </a:r>
            <a:r>
              <a:rPr lang="en-AU">
                <a:solidFill>
                  <a:schemeClr val="bg1"/>
                </a:solidFill>
              </a:rPr>
              <a:t> (20)</a:t>
            </a:r>
          </a:p>
        </p:txBody>
      </p:sp>
      <p:pic>
        <p:nvPicPr>
          <p:cNvPr id="3" name="Picture 2" descr="image of a clipboard with a pencil recording short answer responses">
            <a:extLst>
              <a:ext uri="{FF2B5EF4-FFF2-40B4-BE49-F238E27FC236}">
                <a16:creationId xmlns:a16="http://schemas.microsoft.com/office/drawing/2014/main" id="{8579B78F-E8F7-2A31-5798-ADB627F83149}"/>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CBDB82B0-E0BE-8F01-CEAF-C7FB35684CE0}"/>
              </a:ext>
            </a:extLst>
          </p:cNvPr>
          <p:cNvSpPr txBox="1"/>
          <p:nvPr/>
        </p:nvSpPr>
        <p:spPr>
          <a:xfrm>
            <a:off x="360000" y="816671"/>
            <a:ext cx="11209148" cy="3935895"/>
          </a:xfrm>
          <a:prstGeom prst="rect">
            <a:avLst/>
          </a:prstGeom>
          <a:noFill/>
        </p:spPr>
        <p:txBody>
          <a:bodyPr wrap="square" lIns="0" tIns="0" rIns="0" bIns="0" rtlCol="0">
            <a:noAutofit/>
          </a:bodyPr>
          <a:lstStyle/>
          <a:p>
            <a:pPr algn="ctr">
              <a:lnSpc>
                <a:spcPct val="150000"/>
              </a:lnSpc>
            </a:pPr>
            <a:r>
              <a:rPr lang="en-AU" sz="4000" dirty="0"/>
              <a:t>Record the following </a:t>
            </a:r>
            <a:r>
              <a:rPr lang="en-AU" sz="4000" b="1" dirty="0"/>
              <a:t>equivalent measurements</a:t>
            </a:r>
            <a:r>
              <a:rPr lang="en-AU" sz="4000" dirty="0"/>
              <a:t>:</a:t>
            </a:r>
          </a:p>
          <a:p>
            <a:pPr marL="1162050" indent="-800100">
              <a:lnSpc>
                <a:spcPct val="200000"/>
              </a:lnSpc>
              <a:buFont typeface="Arial" panose="020B0604020202020204" pitchFamily="34" charset="0"/>
              <a:buChar char="•"/>
            </a:pPr>
            <a:r>
              <a:rPr lang="en-AU" sz="4000" dirty="0"/>
              <a:t>1000 m = ____ km</a:t>
            </a:r>
          </a:p>
          <a:p>
            <a:pPr marL="1162050" indent="-800100">
              <a:lnSpc>
                <a:spcPct val="200000"/>
              </a:lnSpc>
              <a:buFont typeface="Arial" panose="020B0604020202020204" pitchFamily="34" charset="0"/>
              <a:buChar char="•"/>
            </a:pPr>
            <a:r>
              <a:rPr lang="en-AU" sz="4000" dirty="0"/>
              <a:t>_____ m = 3 km</a:t>
            </a:r>
          </a:p>
          <a:p>
            <a:pPr marL="1162050" indent="-800100">
              <a:lnSpc>
                <a:spcPct val="200000"/>
              </a:lnSpc>
              <a:buFont typeface="Arial" panose="020B0604020202020204" pitchFamily="34" charset="0"/>
              <a:buChar char="•"/>
            </a:pPr>
            <a:r>
              <a:rPr lang="en-AU" sz="4000" dirty="0"/>
              <a:t>8500 m = ____ km</a:t>
            </a:r>
          </a:p>
          <a:p>
            <a:pPr marL="1162050" indent="-800100">
              <a:lnSpc>
                <a:spcPct val="200000"/>
              </a:lnSpc>
              <a:buFont typeface="Arial" panose="020B0604020202020204" pitchFamily="34" charset="0"/>
              <a:buChar char="•"/>
            </a:pPr>
            <a:r>
              <a:rPr lang="en-AU" sz="4000" dirty="0"/>
              <a:t>_____ m = 7.5 km</a:t>
            </a:r>
          </a:p>
          <a:p>
            <a:pPr algn="l"/>
            <a:endParaRPr lang="en-AU" sz="1800" dirty="0"/>
          </a:p>
        </p:txBody>
      </p:sp>
      <p:sp>
        <p:nvSpPr>
          <p:cNvPr id="2" name="Slide Number Placeholder 1">
            <a:extLst>
              <a:ext uri="{FF2B5EF4-FFF2-40B4-BE49-F238E27FC236}">
                <a16:creationId xmlns:a16="http://schemas.microsoft.com/office/drawing/2014/main" id="{6E0381E3-2DB8-73E7-C1C9-7163E688626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37</a:t>
            </a:fld>
            <a:endParaRPr lang="en-AU"/>
          </a:p>
        </p:txBody>
      </p:sp>
    </p:spTree>
    <p:extLst>
      <p:ext uri="{BB962C8B-B14F-4D97-AF65-F5344CB8AC3E}">
        <p14:creationId xmlns:p14="http://schemas.microsoft.com/office/powerpoint/2010/main" val="17950201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F8C752-60AE-8F34-02FE-7A059F7EC673}"/>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8165B703-4BF0-919D-3A82-B0D8690C78C3}"/>
              </a:ext>
            </a:extLst>
          </p:cNvPr>
          <p:cNvSpPr>
            <a:spLocks noGrp="1"/>
          </p:cNvSpPr>
          <p:nvPr>
            <p:ph type="title"/>
          </p:nvPr>
        </p:nvSpPr>
        <p:spPr>
          <a:xfrm>
            <a:off x="360000" y="360000"/>
            <a:ext cx="10367268" cy="545601"/>
          </a:xfrm>
        </p:spPr>
        <p:txBody>
          <a:bodyPr/>
          <a:lstStyle/>
          <a:p>
            <a:r>
              <a:rPr lang="en-AU"/>
              <a:t>Activity 5 – estimating totals</a:t>
            </a:r>
          </a:p>
        </p:txBody>
      </p:sp>
      <p:pic>
        <p:nvPicPr>
          <p:cNvPr id="4" name="Picture 3" descr="image of a head with cogs turning inside">
            <a:extLst>
              <a:ext uri="{FF2B5EF4-FFF2-40B4-BE49-F238E27FC236}">
                <a16:creationId xmlns:a16="http://schemas.microsoft.com/office/drawing/2014/main" id="{310F3533-70A3-049C-FD4D-BE7CFB970246}"/>
              </a:ext>
            </a:extLst>
          </p:cNvPr>
          <p:cNvPicPr>
            <a:picLocks noChangeAspect="1"/>
          </p:cNvPicPr>
          <p:nvPr/>
        </p:nvPicPr>
        <p:blipFill>
          <a:blip r:embed="rId3"/>
          <a:stretch>
            <a:fillRect/>
          </a:stretch>
        </p:blipFill>
        <p:spPr>
          <a:xfrm>
            <a:off x="11107003" y="240894"/>
            <a:ext cx="720000" cy="856364"/>
          </a:xfrm>
          <a:prstGeom prst="rect">
            <a:avLst/>
          </a:prstGeom>
        </p:spPr>
      </p:pic>
      <p:grpSp>
        <p:nvGrpSpPr>
          <p:cNvPr id="3" name="Group 2" descr="Nine 10-sided dice. Estimated total of dice. Nine box grid containing the dice numbers to work out actual total.">
            <a:extLst>
              <a:ext uri="{FF2B5EF4-FFF2-40B4-BE49-F238E27FC236}">
                <a16:creationId xmlns:a16="http://schemas.microsoft.com/office/drawing/2014/main" id="{B074CE35-E390-1F4A-1599-F24C7D2AD4D0}"/>
              </a:ext>
            </a:extLst>
          </p:cNvPr>
          <p:cNvGrpSpPr/>
          <p:nvPr/>
        </p:nvGrpSpPr>
        <p:grpSpPr>
          <a:xfrm>
            <a:off x="2465299" y="935258"/>
            <a:ext cx="7014368" cy="5760742"/>
            <a:chOff x="212722" y="1275005"/>
            <a:chExt cx="6017819" cy="5160748"/>
          </a:xfrm>
          <a:effectLst>
            <a:outerShdw blurRad="50800" dist="38100" dir="2700000" algn="tl" rotWithShape="0">
              <a:prstClr val="black">
                <a:alpha val="40000"/>
              </a:prstClr>
            </a:outerShdw>
          </a:effectLst>
        </p:grpSpPr>
        <p:grpSp>
          <p:nvGrpSpPr>
            <p:cNvPr id="5" name="Group 4">
              <a:extLst>
                <a:ext uri="{FF2B5EF4-FFF2-40B4-BE49-F238E27FC236}">
                  <a16:creationId xmlns:a16="http://schemas.microsoft.com/office/drawing/2014/main" id="{A43257AF-C48D-0285-0C7F-902514780356}"/>
                </a:ext>
              </a:extLst>
            </p:cNvPr>
            <p:cNvGrpSpPr/>
            <p:nvPr/>
          </p:nvGrpSpPr>
          <p:grpSpPr>
            <a:xfrm>
              <a:off x="2386123" y="1275005"/>
              <a:ext cx="3844418" cy="5160748"/>
              <a:chOff x="1901523" y="1065281"/>
              <a:chExt cx="3844418" cy="5160748"/>
            </a:xfrm>
          </p:grpSpPr>
          <p:sp>
            <p:nvSpPr>
              <p:cNvPr id="8" name="Freeform 3">
                <a:extLst>
                  <a:ext uri="{FF2B5EF4-FFF2-40B4-BE49-F238E27FC236}">
                    <a16:creationId xmlns:a16="http://schemas.microsoft.com/office/drawing/2014/main" id="{A67A9AE9-DF25-4CD4-F0D8-B21E9200760A}"/>
                  </a:ext>
                </a:extLst>
              </p:cNvPr>
              <p:cNvSpPr/>
              <p:nvPr/>
            </p:nvSpPr>
            <p:spPr>
              <a:xfrm>
                <a:off x="1901523" y="1065281"/>
                <a:ext cx="3844418" cy="5160748"/>
              </a:xfrm>
              <a:custGeom>
                <a:avLst/>
                <a:gdLst/>
                <a:ahLst/>
                <a:cxnLst/>
                <a:rect l="l" t="t" r="r" b="b"/>
                <a:pathLst>
                  <a:path w="5266120" h="6365310">
                    <a:moveTo>
                      <a:pt x="0" y="0"/>
                    </a:moveTo>
                    <a:lnTo>
                      <a:pt x="5266120" y="0"/>
                    </a:lnTo>
                    <a:lnTo>
                      <a:pt x="5266120" y="6365310"/>
                    </a:lnTo>
                    <a:lnTo>
                      <a:pt x="0" y="6365310"/>
                    </a:lnTo>
                    <a:lnTo>
                      <a:pt x="0" y="0"/>
                    </a:lnTo>
                    <a:close/>
                  </a:path>
                </a:pathLst>
              </a:custGeom>
              <a:blipFill>
                <a:blip r:embed="rId4"/>
                <a:stretch>
                  <a:fillRect/>
                </a:stretch>
              </a:blipFill>
            </p:spPr>
            <p:txBody>
              <a:bodyPr/>
              <a:lstStyle/>
              <a:p>
                <a:endParaRPr lang="en-AU">
                  <a:latin typeface="Arial" panose="020B0604020202020204" pitchFamily="34" charset="0"/>
                  <a:cs typeface="Arial" panose="020B0604020202020204" pitchFamily="34" charset="0"/>
                </a:endParaRPr>
              </a:p>
            </p:txBody>
          </p:sp>
          <p:grpSp>
            <p:nvGrpSpPr>
              <p:cNvPr id="9" name="Group 4">
                <a:extLst>
                  <a:ext uri="{FF2B5EF4-FFF2-40B4-BE49-F238E27FC236}">
                    <a16:creationId xmlns:a16="http://schemas.microsoft.com/office/drawing/2014/main" id="{126835A8-4960-1002-29D5-359ED888F027}"/>
                  </a:ext>
                </a:extLst>
              </p:cNvPr>
              <p:cNvGrpSpPr/>
              <p:nvPr/>
            </p:nvGrpSpPr>
            <p:grpSpPr>
              <a:xfrm>
                <a:off x="3123315" y="2348537"/>
                <a:ext cx="2132490" cy="612618"/>
                <a:chOff x="-5382977" y="-56120"/>
                <a:chExt cx="2843321" cy="816825"/>
              </a:xfrm>
            </p:grpSpPr>
            <p:sp>
              <p:nvSpPr>
                <p:cNvPr id="19" name="TextBox 5">
                  <a:extLst>
                    <a:ext uri="{FF2B5EF4-FFF2-40B4-BE49-F238E27FC236}">
                      <a16:creationId xmlns:a16="http://schemas.microsoft.com/office/drawing/2014/main" id="{236B0737-DB0D-296A-CB41-7A2F5FD60548}"/>
                    </a:ext>
                  </a:extLst>
                </p:cNvPr>
                <p:cNvSpPr txBox="1"/>
                <p:nvPr/>
              </p:nvSpPr>
              <p:spPr>
                <a:xfrm>
                  <a:off x="-5382977" y="-30383"/>
                  <a:ext cx="500656" cy="791088"/>
                </a:xfrm>
                <a:prstGeom prst="rect">
                  <a:avLst/>
                </a:prstGeom>
              </p:spPr>
              <p:txBody>
                <a:bodyPr wrap="square" lIns="0" tIns="0" rIns="0" bIns="0" rtlCol="0" anchor="t">
                  <a:spAutoFit/>
                </a:bodyPr>
                <a:lstStyle/>
                <a:p>
                  <a:pPr algn="ctr">
                    <a:lnSpc>
                      <a:spcPts val="5880"/>
                    </a:lnSpc>
                    <a:spcBef>
                      <a:spcPct val="0"/>
                    </a:spcBef>
                  </a:pPr>
                  <a:endParaRPr lang="en-US" sz="4200">
                    <a:solidFill>
                      <a:srgbClr val="0140CB"/>
                    </a:solidFill>
                    <a:latin typeface="Arial" panose="020B0604020202020204" pitchFamily="34" charset="0"/>
                    <a:ea typeface="Sniglet"/>
                    <a:cs typeface="Arial" panose="020B0604020202020204" pitchFamily="34" charset="0"/>
                    <a:sym typeface="Sniglet"/>
                  </a:endParaRPr>
                </a:p>
              </p:txBody>
            </p:sp>
            <p:sp>
              <p:nvSpPr>
                <p:cNvPr id="20" name="TextBox 6">
                  <a:extLst>
                    <a:ext uri="{FF2B5EF4-FFF2-40B4-BE49-F238E27FC236}">
                      <a16:creationId xmlns:a16="http://schemas.microsoft.com/office/drawing/2014/main" id="{E3594E2E-C308-63EB-B40F-E5BFF96879D6}"/>
                    </a:ext>
                  </a:extLst>
                </p:cNvPr>
                <p:cNvSpPr txBox="1"/>
                <p:nvPr/>
              </p:nvSpPr>
              <p:spPr>
                <a:xfrm>
                  <a:off x="-4141096" y="-42250"/>
                  <a:ext cx="500656" cy="791087"/>
                </a:xfrm>
                <a:prstGeom prst="rect">
                  <a:avLst/>
                </a:prstGeom>
              </p:spPr>
              <p:txBody>
                <a:bodyPr wrap="square" lIns="0" tIns="0" rIns="0" bIns="0" rtlCol="0" anchor="t">
                  <a:spAutoFit/>
                </a:bodyPr>
                <a:lstStyle/>
                <a:p>
                  <a:pPr algn="ctr">
                    <a:lnSpc>
                      <a:spcPts val="5880"/>
                    </a:lnSpc>
                    <a:spcBef>
                      <a:spcPct val="0"/>
                    </a:spcBef>
                  </a:pPr>
                  <a:endParaRPr lang="en-US" sz="4200">
                    <a:solidFill>
                      <a:srgbClr val="0140CB"/>
                    </a:solidFill>
                    <a:latin typeface="Arial" panose="020B0604020202020204" pitchFamily="34" charset="0"/>
                    <a:ea typeface="Sniglet"/>
                    <a:cs typeface="Arial" panose="020B0604020202020204" pitchFamily="34" charset="0"/>
                    <a:sym typeface="Sniglet"/>
                  </a:endParaRPr>
                </a:p>
              </p:txBody>
            </p:sp>
            <p:sp>
              <p:nvSpPr>
                <p:cNvPr id="21" name="TextBox 7">
                  <a:extLst>
                    <a:ext uri="{FF2B5EF4-FFF2-40B4-BE49-F238E27FC236}">
                      <a16:creationId xmlns:a16="http://schemas.microsoft.com/office/drawing/2014/main" id="{FA876ADD-ABBC-36DF-8EBE-46A7A6ED1322}"/>
                    </a:ext>
                  </a:extLst>
                </p:cNvPr>
                <p:cNvSpPr txBox="1"/>
                <p:nvPr/>
              </p:nvSpPr>
              <p:spPr>
                <a:xfrm>
                  <a:off x="-3040312" y="-56120"/>
                  <a:ext cx="500656" cy="791087"/>
                </a:xfrm>
                <a:prstGeom prst="rect">
                  <a:avLst/>
                </a:prstGeom>
              </p:spPr>
              <p:txBody>
                <a:bodyPr wrap="square" lIns="0" tIns="0" rIns="0" bIns="0" rtlCol="0" anchor="t">
                  <a:spAutoFit/>
                </a:bodyPr>
                <a:lstStyle/>
                <a:p>
                  <a:pPr algn="ctr">
                    <a:lnSpc>
                      <a:spcPts val="5880"/>
                    </a:lnSpc>
                    <a:spcBef>
                      <a:spcPct val="0"/>
                    </a:spcBef>
                  </a:pPr>
                  <a:endParaRPr lang="en-US" sz="4200">
                    <a:solidFill>
                      <a:srgbClr val="0140CB"/>
                    </a:solidFill>
                    <a:latin typeface="Arial" panose="020B0604020202020204" pitchFamily="34" charset="0"/>
                    <a:ea typeface="Sniglet"/>
                    <a:cs typeface="Arial" panose="020B0604020202020204" pitchFamily="34" charset="0"/>
                    <a:sym typeface="Sniglet"/>
                  </a:endParaRPr>
                </a:p>
              </p:txBody>
            </p:sp>
          </p:grpSp>
          <p:grpSp>
            <p:nvGrpSpPr>
              <p:cNvPr id="10" name="Group 8">
                <a:extLst>
                  <a:ext uri="{FF2B5EF4-FFF2-40B4-BE49-F238E27FC236}">
                    <a16:creationId xmlns:a16="http://schemas.microsoft.com/office/drawing/2014/main" id="{CC809E69-F6A8-285D-30B0-FC8C8B23077F}"/>
                  </a:ext>
                </a:extLst>
              </p:cNvPr>
              <p:cNvGrpSpPr/>
              <p:nvPr/>
            </p:nvGrpSpPr>
            <p:grpSpPr>
              <a:xfrm>
                <a:off x="3164507" y="3343359"/>
                <a:ext cx="2124794" cy="599887"/>
                <a:chOff x="-5328053" y="-158008"/>
                <a:chExt cx="2833059" cy="799849"/>
              </a:xfrm>
            </p:grpSpPr>
            <p:sp>
              <p:nvSpPr>
                <p:cNvPr id="16" name="TextBox 9">
                  <a:extLst>
                    <a:ext uri="{FF2B5EF4-FFF2-40B4-BE49-F238E27FC236}">
                      <a16:creationId xmlns:a16="http://schemas.microsoft.com/office/drawing/2014/main" id="{D9B19E98-7B78-9DD1-D804-D68C376FC207}"/>
                    </a:ext>
                  </a:extLst>
                </p:cNvPr>
                <p:cNvSpPr txBox="1"/>
                <p:nvPr/>
              </p:nvSpPr>
              <p:spPr>
                <a:xfrm>
                  <a:off x="-5328053" y="-158008"/>
                  <a:ext cx="500656" cy="791087"/>
                </a:xfrm>
                <a:prstGeom prst="rect">
                  <a:avLst/>
                </a:prstGeom>
              </p:spPr>
              <p:txBody>
                <a:bodyPr wrap="square" lIns="0" tIns="0" rIns="0" bIns="0" rtlCol="0" anchor="t">
                  <a:spAutoFit/>
                </a:bodyPr>
                <a:lstStyle/>
                <a:p>
                  <a:pPr algn="ctr">
                    <a:lnSpc>
                      <a:spcPts val="5880"/>
                    </a:lnSpc>
                    <a:spcBef>
                      <a:spcPct val="0"/>
                    </a:spcBef>
                  </a:pPr>
                  <a:endParaRPr lang="en-US" sz="4200">
                    <a:solidFill>
                      <a:srgbClr val="0140CB"/>
                    </a:solidFill>
                    <a:latin typeface="Arial" panose="020B0604020202020204" pitchFamily="34" charset="0"/>
                    <a:ea typeface="Sniglet"/>
                    <a:cs typeface="Arial" panose="020B0604020202020204" pitchFamily="34" charset="0"/>
                    <a:sym typeface="Sniglet"/>
                  </a:endParaRPr>
                </a:p>
              </p:txBody>
            </p:sp>
            <p:sp>
              <p:nvSpPr>
                <p:cNvPr id="17" name="TextBox 10">
                  <a:extLst>
                    <a:ext uri="{FF2B5EF4-FFF2-40B4-BE49-F238E27FC236}">
                      <a16:creationId xmlns:a16="http://schemas.microsoft.com/office/drawing/2014/main" id="{5B832F07-A78A-1159-A46A-6F94949195B3}"/>
                    </a:ext>
                  </a:extLst>
                </p:cNvPr>
                <p:cNvSpPr txBox="1"/>
                <p:nvPr/>
              </p:nvSpPr>
              <p:spPr>
                <a:xfrm>
                  <a:off x="-4139917" y="-149246"/>
                  <a:ext cx="500656" cy="791087"/>
                </a:xfrm>
                <a:prstGeom prst="rect">
                  <a:avLst/>
                </a:prstGeom>
              </p:spPr>
              <p:txBody>
                <a:bodyPr wrap="square" lIns="0" tIns="0" rIns="0" bIns="0" rtlCol="0" anchor="t">
                  <a:spAutoFit/>
                </a:bodyPr>
                <a:lstStyle/>
                <a:p>
                  <a:pPr algn="ctr">
                    <a:lnSpc>
                      <a:spcPts val="5880"/>
                    </a:lnSpc>
                    <a:spcBef>
                      <a:spcPct val="0"/>
                    </a:spcBef>
                  </a:pPr>
                  <a:endParaRPr lang="en-US" sz="4200">
                    <a:solidFill>
                      <a:srgbClr val="0140CB"/>
                    </a:solidFill>
                    <a:latin typeface="Arial" panose="020B0604020202020204" pitchFamily="34" charset="0"/>
                    <a:ea typeface="Sniglet"/>
                    <a:cs typeface="Arial" panose="020B0604020202020204" pitchFamily="34" charset="0"/>
                    <a:sym typeface="Sniglet"/>
                  </a:endParaRPr>
                </a:p>
              </p:txBody>
            </p:sp>
            <p:sp>
              <p:nvSpPr>
                <p:cNvPr id="18" name="TextBox 11">
                  <a:extLst>
                    <a:ext uri="{FF2B5EF4-FFF2-40B4-BE49-F238E27FC236}">
                      <a16:creationId xmlns:a16="http://schemas.microsoft.com/office/drawing/2014/main" id="{16982844-0403-EF26-C8D8-6B5933264A33}"/>
                    </a:ext>
                  </a:extLst>
                </p:cNvPr>
                <p:cNvSpPr txBox="1"/>
                <p:nvPr/>
              </p:nvSpPr>
              <p:spPr>
                <a:xfrm>
                  <a:off x="-2995650" y="-149246"/>
                  <a:ext cx="500656" cy="791087"/>
                </a:xfrm>
                <a:prstGeom prst="rect">
                  <a:avLst/>
                </a:prstGeom>
              </p:spPr>
              <p:txBody>
                <a:bodyPr wrap="square" lIns="0" tIns="0" rIns="0" bIns="0" rtlCol="0" anchor="t">
                  <a:spAutoFit/>
                </a:bodyPr>
                <a:lstStyle/>
                <a:p>
                  <a:pPr algn="ctr">
                    <a:lnSpc>
                      <a:spcPts val="5880"/>
                    </a:lnSpc>
                    <a:spcBef>
                      <a:spcPct val="0"/>
                    </a:spcBef>
                  </a:pPr>
                  <a:endParaRPr lang="en-US" sz="4200">
                    <a:solidFill>
                      <a:srgbClr val="0140CB"/>
                    </a:solidFill>
                    <a:latin typeface="Arial" panose="020B0604020202020204" pitchFamily="34" charset="0"/>
                    <a:ea typeface="Sniglet"/>
                    <a:cs typeface="Arial" panose="020B0604020202020204" pitchFamily="34" charset="0"/>
                    <a:sym typeface="Sniglet"/>
                  </a:endParaRPr>
                </a:p>
              </p:txBody>
            </p:sp>
          </p:grpSp>
          <p:grpSp>
            <p:nvGrpSpPr>
              <p:cNvPr id="11" name="Group 12">
                <a:extLst>
                  <a:ext uri="{FF2B5EF4-FFF2-40B4-BE49-F238E27FC236}">
                    <a16:creationId xmlns:a16="http://schemas.microsoft.com/office/drawing/2014/main" id="{B42E3F73-FFA8-6794-CC9C-0BC74EE52555}"/>
                  </a:ext>
                </a:extLst>
              </p:cNvPr>
              <p:cNvGrpSpPr/>
              <p:nvPr/>
            </p:nvGrpSpPr>
            <p:grpSpPr>
              <a:xfrm>
                <a:off x="3164506" y="4293942"/>
                <a:ext cx="2124794" cy="630609"/>
                <a:chOff x="-5328053" y="-509384"/>
                <a:chExt cx="2833058" cy="840812"/>
              </a:xfrm>
            </p:grpSpPr>
            <p:sp>
              <p:nvSpPr>
                <p:cNvPr id="13" name="TextBox 13">
                  <a:extLst>
                    <a:ext uri="{FF2B5EF4-FFF2-40B4-BE49-F238E27FC236}">
                      <a16:creationId xmlns:a16="http://schemas.microsoft.com/office/drawing/2014/main" id="{EB5F2B11-DA64-0D58-E526-BF9BE91500CA}"/>
                    </a:ext>
                  </a:extLst>
                </p:cNvPr>
                <p:cNvSpPr txBox="1"/>
                <p:nvPr/>
              </p:nvSpPr>
              <p:spPr>
                <a:xfrm>
                  <a:off x="-5328053" y="-509384"/>
                  <a:ext cx="500656" cy="791087"/>
                </a:xfrm>
                <a:prstGeom prst="rect">
                  <a:avLst/>
                </a:prstGeom>
              </p:spPr>
              <p:txBody>
                <a:bodyPr wrap="square" lIns="0" tIns="0" rIns="0" bIns="0" rtlCol="0" anchor="t">
                  <a:spAutoFit/>
                </a:bodyPr>
                <a:lstStyle/>
                <a:p>
                  <a:pPr algn="ctr">
                    <a:lnSpc>
                      <a:spcPts val="5880"/>
                    </a:lnSpc>
                    <a:spcBef>
                      <a:spcPct val="0"/>
                    </a:spcBef>
                  </a:pPr>
                  <a:endParaRPr lang="en-US" sz="4200">
                    <a:solidFill>
                      <a:srgbClr val="0140CB"/>
                    </a:solidFill>
                    <a:latin typeface="Arial" panose="020B0604020202020204" pitchFamily="34" charset="0"/>
                    <a:ea typeface="Sniglet"/>
                    <a:cs typeface="Arial" panose="020B0604020202020204" pitchFamily="34" charset="0"/>
                    <a:sym typeface="Sniglet"/>
                  </a:endParaRPr>
                </a:p>
              </p:txBody>
            </p:sp>
            <p:sp>
              <p:nvSpPr>
                <p:cNvPr id="14" name="TextBox 14">
                  <a:extLst>
                    <a:ext uri="{FF2B5EF4-FFF2-40B4-BE49-F238E27FC236}">
                      <a16:creationId xmlns:a16="http://schemas.microsoft.com/office/drawing/2014/main" id="{3CFCC03B-627E-8CF2-58E8-F3C6F6913D80}"/>
                    </a:ext>
                  </a:extLst>
                </p:cNvPr>
                <p:cNvSpPr txBox="1"/>
                <p:nvPr/>
              </p:nvSpPr>
              <p:spPr>
                <a:xfrm>
                  <a:off x="-4105159" y="-484876"/>
                  <a:ext cx="500656" cy="791087"/>
                </a:xfrm>
                <a:prstGeom prst="rect">
                  <a:avLst/>
                </a:prstGeom>
              </p:spPr>
              <p:txBody>
                <a:bodyPr wrap="square" lIns="0" tIns="0" rIns="0" bIns="0" rtlCol="0" anchor="t">
                  <a:spAutoFit/>
                </a:bodyPr>
                <a:lstStyle/>
                <a:p>
                  <a:pPr algn="ctr">
                    <a:lnSpc>
                      <a:spcPts val="5880"/>
                    </a:lnSpc>
                    <a:spcBef>
                      <a:spcPct val="0"/>
                    </a:spcBef>
                  </a:pPr>
                  <a:endParaRPr lang="en-US" sz="4200">
                    <a:solidFill>
                      <a:srgbClr val="0140CB"/>
                    </a:solidFill>
                    <a:latin typeface="Arial" panose="020B0604020202020204" pitchFamily="34" charset="0"/>
                    <a:ea typeface="Sniglet"/>
                    <a:cs typeface="Arial" panose="020B0604020202020204" pitchFamily="34" charset="0"/>
                    <a:sym typeface="Sniglet"/>
                  </a:endParaRPr>
                </a:p>
              </p:txBody>
            </p:sp>
            <p:sp>
              <p:nvSpPr>
                <p:cNvPr id="15" name="TextBox 15">
                  <a:extLst>
                    <a:ext uri="{FF2B5EF4-FFF2-40B4-BE49-F238E27FC236}">
                      <a16:creationId xmlns:a16="http://schemas.microsoft.com/office/drawing/2014/main" id="{351660C2-2B2D-A8D8-A300-61AB9586BFD0}"/>
                    </a:ext>
                  </a:extLst>
                </p:cNvPr>
                <p:cNvSpPr txBox="1"/>
                <p:nvPr/>
              </p:nvSpPr>
              <p:spPr>
                <a:xfrm>
                  <a:off x="-2995651" y="-459659"/>
                  <a:ext cx="500656" cy="791087"/>
                </a:xfrm>
                <a:prstGeom prst="rect">
                  <a:avLst/>
                </a:prstGeom>
              </p:spPr>
              <p:txBody>
                <a:bodyPr wrap="square" lIns="0" tIns="0" rIns="0" bIns="0" rtlCol="0" anchor="t">
                  <a:spAutoFit/>
                </a:bodyPr>
                <a:lstStyle/>
                <a:p>
                  <a:pPr algn="ctr">
                    <a:lnSpc>
                      <a:spcPts val="5880"/>
                    </a:lnSpc>
                    <a:spcBef>
                      <a:spcPct val="0"/>
                    </a:spcBef>
                  </a:pPr>
                  <a:endParaRPr lang="en-US" sz="4200">
                    <a:solidFill>
                      <a:srgbClr val="0140CB"/>
                    </a:solidFill>
                    <a:latin typeface="Arial" panose="020B0604020202020204" pitchFamily="34" charset="0"/>
                    <a:ea typeface="Sniglet"/>
                    <a:cs typeface="Arial" panose="020B0604020202020204" pitchFamily="34" charset="0"/>
                    <a:sym typeface="Sniglet"/>
                  </a:endParaRPr>
                </a:p>
              </p:txBody>
            </p:sp>
          </p:grpSp>
          <p:sp>
            <p:nvSpPr>
              <p:cNvPr id="12" name="TextBox 16">
                <a:extLst>
                  <a:ext uri="{FF2B5EF4-FFF2-40B4-BE49-F238E27FC236}">
                    <a16:creationId xmlns:a16="http://schemas.microsoft.com/office/drawing/2014/main" id="{FAFE4B5F-5F8E-CF4F-DAD7-644002B09880}"/>
                  </a:ext>
                </a:extLst>
              </p:cNvPr>
              <p:cNvSpPr txBox="1"/>
              <p:nvPr/>
            </p:nvSpPr>
            <p:spPr>
              <a:xfrm>
                <a:off x="3417139" y="1436224"/>
                <a:ext cx="2026158" cy="593315"/>
              </a:xfrm>
              <a:prstGeom prst="rect">
                <a:avLst/>
              </a:prstGeom>
            </p:spPr>
            <p:txBody>
              <a:bodyPr wrap="square" lIns="0" tIns="0" rIns="0" bIns="0" rtlCol="0" anchor="t">
                <a:spAutoFit/>
              </a:bodyPr>
              <a:lstStyle/>
              <a:p>
                <a:pPr algn="ctr">
                  <a:lnSpc>
                    <a:spcPts val="5880"/>
                  </a:lnSpc>
                  <a:spcBef>
                    <a:spcPct val="0"/>
                  </a:spcBef>
                </a:pPr>
                <a:endParaRPr lang="en-US" sz="4200">
                  <a:solidFill>
                    <a:srgbClr val="0140CB"/>
                  </a:solidFill>
                  <a:latin typeface="Arial" panose="020B0604020202020204" pitchFamily="34" charset="0"/>
                  <a:ea typeface="Sniglet"/>
                  <a:cs typeface="Arial" panose="020B0604020202020204" pitchFamily="34" charset="0"/>
                  <a:sym typeface="Sniglet"/>
                </a:endParaRPr>
              </a:p>
            </p:txBody>
          </p:sp>
        </p:grpSp>
        <p:sp>
          <p:nvSpPr>
            <p:cNvPr id="7" name="Freeform 2">
              <a:extLst>
                <a:ext uri="{FF2B5EF4-FFF2-40B4-BE49-F238E27FC236}">
                  <a16:creationId xmlns:a16="http://schemas.microsoft.com/office/drawing/2014/main" id="{36BBE721-9E93-5933-E599-D901FA1268A8}"/>
                </a:ext>
              </a:extLst>
            </p:cNvPr>
            <p:cNvSpPr/>
            <p:nvPr/>
          </p:nvSpPr>
          <p:spPr>
            <a:xfrm rot="5400000">
              <a:off x="-4187" y="2794473"/>
              <a:ext cx="2684834" cy="2251016"/>
            </a:xfrm>
            <a:custGeom>
              <a:avLst/>
              <a:gdLst/>
              <a:ahLst/>
              <a:cxnLst/>
              <a:rect l="l" t="t" r="r" b="b"/>
              <a:pathLst>
                <a:path w="6289085" h="5298555">
                  <a:moveTo>
                    <a:pt x="0" y="0"/>
                  </a:moveTo>
                  <a:lnTo>
                    <a:pt x="6289085" y="0"/>
                  </a:lnTo>
                  <a:lnTo>
                    <a:pt x="6289085" y="5298555"/>
                  </a:lnTo>
                  <a:lnTo>
                    <a:pt x="0" y="5298555"/>
                  </a:lnTo>
                  <a:lnTo>
                    <a:pt x="0" y="0"/>
                  </a:lnTo>
                  <a:close/>
                </a:path>
              </a:pathLst>
            </a:custGeom>
            <a:blipFill>
              <a:blip r:embed="rId5"/>
              <a:stretch>
                <a:fillRect/>
              </a:stretch>
            </a:blipFill>
          </p:spPr>
          <p:txBody>
            <a:bodyPr/>
            <a:lstStyle/>
            <a:p>
              <a:endParaRPr lang="en-AU"/>
            </a:p>
          </p:txBody>
        </p:sp>
      </p:grpSp>
      <p:sp>
        <p:nvSpPr>
          <p:cNvPr id="2" name="Slide Number Placeholder 1">
            <a:extLst>
              <a:ext uri="{FF2B5EF4-FFF2-40B4-BE49-F238E27FC236}">
                <a16:creationId xmlns:a16="http://schemas.microsoft.com/office/drawing/2014/main" id="{3056E265-7FEE-677A-4128-6A92340D5400}"/>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38</a:t>
            </a:fld>
            <a:endParaRPr lang="en-AU"/>
          </a:p>
        </p:txBody>
      </p:sp>
    </p:spTree>
    <p:extLst>
      <p:ext uri="{BB962C8B-B14F-4D97-AF65-F5344CB8AC3E}">
        <p14:creationId xmlns:p14="http://schemas.microsoft.com/office/powerpoint/2010/main" val="12294374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C47A72-3CE0-EEDF-F581-1C72D9F9D933}"/>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9C9C6836-E69A-E531-CE2B-FD2948273D56}"/>
              </a:ext>
            </a:extLst>
          </p:cNvPr>
          <p:cNvSpPr>
            <a:spLocks noGrp="1"/>
          </p:cNvSpPr>
          <p:nvPr>
            <p:ph type="ctrTitle"/>
          </p:nvPr>
        </p:nvSpPr>
        <p:spPr/>
        <p:txBody>
          <a:bodyPr/>
          <a:lstStyle/>
          <a:p>
            <a:r>
              <a:rPr lang="en-AU">
                <a:latin typeface="+mj-lt"/>
              </a:rPr>
              <a:t>Review of learning 6</a:t>
            </a:r>
          </a:p>
        </p:txBody>
      </p:sp>
    </p:spTree>
    <p:extLst>
      <p:ext uri="{BB962C8B-B14F-4D97-AF65-F5344CB8AC3E}">
        <p14:creationId xmlns:p14="http://schemas.microsoft.com/office/powerpoint/2010/main" val="3103349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67B432-F3DF-0955-9F52-3DACF4B5B3ED}"/>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496F0155-A6F4-0D5E-C07C-33FCB952EC5D}"/>
              </a:ext>
            </a:extLst>
          </p:cNvPr>
          <p:cNvSpPr>
            <a:spLocks noGrp="1"/>
          </p:cNvSpPr>
          <p:nvPr>
            <p:ph type="title"/>
          </p:nvPr>
        </p:nvSpPr>
        <p:spPr/>
        <p:txBody>
          <a:bodyPr/>
          <a:lstStyle/>
          <a:p>
            <a:r>
              <a:rPr lang="en-US"/>
              <a:t>True or false </a:t>
            </a:r>
            <a:r>
              <a:rPr lang="en-US">
                <a:solidFill>
                  <a:schemeClr val="bg1"/>
                </a:solidFill>
              </a:rPr>
              <a:t>(3)</a:t>
            </a:r>
          </a:p>
        </p:txBody>
      </p:sp>
      <p:pic>
        <p:nvPicPr>
          <p:cNvPr id="4" name="Picture 3" descr="image of a finger selecting an option for a multiple choice or true and false">
            <a:extLst>
              <a:ext uri="{FF2B5EF4-FFF2-40B4-BE49-F238E27FC236}">
                <a16:creationId xmlns:a16="http://schemas.microsoft.com/office/drawing/2014/main" id="{239F5F22-5449-95CB-BD5E-F141E81E86FF}"/>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5" name="Text Placeholder 4">
            <a:extLst>
              <a:ext uri="{FF2B5EF4-FFF2-40B4-BE49-F238E27FC236}">
                <a16:creationId xmlns:a16="http://schemas.microsoft.com/office/drawing/2014/main" id="{EA1D6559-3135-D357-8B95-ADFD6670526D}"/>
              </a:ext>
            </a:extLst>
          </p:cNvPr>
          <p:cNvSpPr txBox="1">
            <a:spLocks noGrp="1"/>
          </p:cNvSpPr>
          <p:nvPr>
            <p:ph type="body" sz="quarter" idx="22"/>
          </p:nvPr>
        </p:nvSpPr>
        <p:spPr>
          <a:xfrm>
            <a:off x="474662" y="1883327"/>
            <a:ext cx="11242675" cy="1092543"/>
          </a:xfrm>
          <a:prstGeom prst="rect">
            <a:avLst/>
          </a:prstGeom>
          <a:noFill/>
        </p:spPr>
        <p:txBody>
          <a:bodyPr wrap="square">
            <a:spAutoFit/>
          </a:bodyPr>
          <a:lstStyle/>
          <a:p>
            <a:pPr algn="ctr"/>
            <a:r>
              <a:rPr lang="en-US" sz="5400" dirty="0">
                <a:solidFill>
                  <a:srgbClr val="000000"/>
                </a:solidFill>
                <a:ea typeface="Canva Student Font"/>
                <a:sym typeface="Canva Student Font"/>
              </a:rPr>
              <a:t>45</a:t>
            </a:r>
            <a:r>
              <a:rPr lang="en-US" sz="5400" dirty="0">
                <a:solidFill>
                  <a:srgbClr val="000000"/>
                </a:solidFill>
                <a:latin typeface="Arial" panose="020B0604020202020204" pitchFamily="34" charset="0"/>
                <a:ea typeface="Canva Student Font"/>
                <a:cs typeface="Arial" panose="020B0604020202020204" pitchFamily="34" charset="0"/>
                <a:sym typeface="Canva Student Font"/>
              </a:rPr>
              <a:t> </a:t>
            </a:r>
            <a:r>
              <a:rPr lang="en-US" sz="5400" dirty="0">
                <a:solidFill>
                  <a:srgbClr val="000000"/>
                </a:solidFill>
                <a:ea typeface="Canva Student Font"/>
                <a:sym typeface="Canva Student Font"/>
              </a:rPr>
              <a:t>92</a:t>
            </a:r>
            <a:r>
              <a:rPr lang="en-US" sz="5400" dirty="0">
                <a:solidFill>
                  <a:srgbClr val="000000"/>
                </a:solidFill>
                <a:latin typeface="Arial" panose="020B0604020202020204" pitchFamily="34" charset="0"/>
                <a:ea typeface="Canva Student Font"/>
                <a:cs typeface="Arial" panose="020B0604020202020204" pitchFamily="34" charset="0"/>
                <a:sym typeface="Canva Student Font"/>
              </a:rPr>
              <a:t>1 + 8</a:t>
            </a:r>
            <a:r>
              <a:rPr lang="en-US" sz="5400" dirty="0">
                <a:solidFill>
                  <a:srgbClr val="000000"/>
                </a:solidFill>
                <a:ea typeface="Canva Student Font"/>
                <a:sym typeface="Canva Student Font"/>
              </a:rPr>
              <a:t>36</a:t>
            </a:r>
            <a:r>
              <a:rPr lang="en-US" sz="5400" dirty="0">
                <a:solidFill>
                  <a:srgbClr val="000000"/>
                </a:solidFill>
                <a:latin typeface="Arial" panose="020B0604020202020204" pitchFamily="34" charset="0"/>
                <a:ea typeface="Canva Student Font"/>
                <a:cs typeface="Arial" panose="020B0604020202020204" pitchFamily="34" charset="0"/>
                <a:sym typeface="Canva Student Font"/>
              </a:rPr>
              <a:t> = 46 807</a:t>
            </a:r>
          </a:p>
        </p:txBody>
      </p:sp>
      <p:graphicFrame>
        <p:nvGraphicFramePr>
          <p:cNvPr id="12" name="Table 11">
            <a:extLst>
              <a:ext uri="{FF2B5EF4-FFF2-40B4-BE49-F238E27FC236}">
                <a16:creationId xmlns:a16="http://schemas.microsoft.com/office/drawing/2014/main" id="{EB40C059-5597-0CF6-B41C-53C5C0669382}"/>
              </a:ext>
            </a:extLst>
          </p:cNvPr>
          <p:cNvGraphicFramePr>
            <a:graphicFrameLocks noGrp="1"/>
          </p:cNvGraphicFramePr>
          <p:nvPr>
            <p:extLst>
              <p:ext uri="{D42A27DB-BD31-4B8C-83A1-F6EECF244321}">
                <p14:modId xmlns:p14="http://schemas.microsoft.com/office/powerpoint/2010/main" val="2060528947"/>
              </p:ext>
            </p:extLst>
          </p:nvPr>
        </p:nvGraphicFramePr>
        <p:xfrm>
          <a:off x="2557461" y="3968653"/>
          <a:ext cx="7077076" cy="76200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400" b="1" kern="1200">
                          <a:solidFill>
                            <a:srgbClr val="146CFD"/>
                          </a:solidFill>
                          <a:latin typeface="+mn-lt"/>
                          <a:ea typeface="+mn-ea"/>
                          <a:cs typeface="Arial"/>
                        </a:rPr>
                        <a:t>True</a:t>
                      </a:r>
                      <a:endParaRPr lang="en-US" sz="4400" b="1" kern="1200" dirty="0">
                        <a:solidFill>
                          <a:srgbClr val="146CFD"/>
                        </a:solidFill>
                        <a:latin typeface="+mn-lt"/>
                        <a:ea typeface="+mn-ea"/>
                        <a:cs typeface="Arial"/>
                      </a:endParaRP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400" b="1" kern="1200">
                          <a:solidFill>
                            <a:srgbClr val="146CFD"/>
                          </a:solidFill>
                          <a:latin typeface="+mn-lt"/>
                          <a:ea typeface="+mn-ea"/>
                          <a:cs typeface="Arial"/>
                        </a:rPr>
                        <a:t>False</a:t>
                      </a:r>
                      <a:endParaRPr lang="en-US" sz="4400" b="1" kern="1200" dirty="0">
                        <a:solidFill>
                          <a:srgbClr val="146CFD"/>
                        </a:solidFill>
                        <a:latin typeface="+mn-lt"/>
                        <a:ea typeface="+mn-ea"/>
                        <a:cs typeface="Arial"/>
                      </a:endParaRP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sp>
        <p:nvSpPr>
          <p:cNvPr id="7" name="TextBox 6">
            <a:extLst>
              <a:ext uri="{FF2B5EF4-FFF2-40B4-BE49-F238E27FC236}">
                <a16:creationId xmlns:a16="http://schemas.microsoft.com/office/drawing/2014/main" id="{F6A25603-819B-C524-9525-4CF52DECE71C}"/>
              </a:ext>
            </a:extLst>
          </p:cNvPr>
          <p:cNvSpPr txBox="1"/>
          <p:nvPr/>
        </p:nvSpPr>
        <p:spPr>
          <a:xfrm>
            <a:off x="2387588" y="5338719"/>
            <a:ext cx="8736412" cy="769441"/>
          </a:xfrm>
          <a:prstGeom prst="rect">
            <a:avLst/>
          </a:prstGeom>
          <a:noFill/>
        </p:spPr>
        <p:txBody>
          <a:bodyPr wrap="square">
            <a:spAutoFit/>
          </a:bodyPr>
          <a:lstStyle/>
          <a:p>
            <a:r>
              <a:rPr lang="en-AU" sz="4400" b="1" dirty="0"/>
              <a:t>Communicate</a:t>
            </a:r>
            <a:r>
              <a:rPr lang="en-AU" sz="4400" dirty="0"/>
              <a:t> your </a:t>
            </a:r>
            <a:r>
              <a:rPr lang="en-AU" sz="4400" b="1" dirty="0"/>
              <a:t>thinking</a:t>
            </a:r>
            <a:r>
              <a:rPr lang="en-AU" sz="2400" b="1" dirty="0"/>
              <a:t>.</a:t>
            </a:r>
            <a:endParaRPr lang="en-AU" dirty="0"/>
          </a:p>
        </p:txBody>
      </p:sp>
      <p:sp>
        <p:nvSpPr>
          <p:cNvPr id="2" name="Slide Number Placeholder 1">
            <a:extLst>
              <a:ext uri="{FF2B5EF4-FFF2-40B4-BE49-F238E27FC236}">
                <a16:creationId xmlns:a16="http://schemas.microsoft.com/office/drawing/2014/main" id="{DD7F305F-4DA6-37EC-D1B7-85EBA549092D}"/>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40</a:t>
            </a:fld>
            <a:endParaRPr lang="en-AU"/>
          </a:p>
        </p:txBody>
      </p:sp>
    </p:spTree>
    <p:extLst>
      <p:ext uri="{BB962C8B-B14F-4D97-AF65-F5344CB8AC3E}">
        <p14:creationId xmlns:p14="http://schemas.microsoft.com/office/powerpoint/2010/main" val="38598047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40F156-ACD3-31BC-F90B-1BA3C4271C8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1D002B7-D42B-5011-390B-E05924737939}"/>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(21)</a:t>
            </a:r>
          </a:p>
        </p:txBody>
      </p:sp>
      <p:pic>
        <p:nvPicPr>
          <p:cNvPr id="3" name="Picture 2" descr="image of a clipboard with a pencil recording short answer responses">
            <a:extLst>
              <a:ext uri="{FF2B5EF4-FFF2-40B4-BE49-F238E27FC236}">
                <a16:creationId xmlns:a16="http://schemas.microsoft.com/office/drawing/2014/main" id="{4BDD99B8-CF6E-F7A3-575D-5F08BFBF6D73}"/>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Box 4">
            <a:extLst>
              <a:ext uri="{FF2B5EF4-FFF2-40B4-BE49-F238E27FC236}">
                <a16:creationId xmlns:a16="http://schemas.microsoft.com/office/drawing/2014/main" id="{40DE4FD4-8B54-6C12-7596-00FEE2A3ED9E}"/>
              </a:ext>
            </a:extLst>
          </p:cNvPr>
          <p:cNvSpPr txBox="1"/>
          <p:nvPr/>
        </p:nvSpPr>
        <p:spPr>
          <a:xfrm>
            <a:off x="360000" y="1336440"/>
            <a:ext cx="11704621" cy="4185120"/>
          </a:xfrm>
          <a:prstGeom prst="rect">
            <a:avLst/>
          </a:prstGeom>
          <a:noFill/>
        </p:spPr>
        <p:txBody>
          <a:bodyPr wrap="square">
            <a:spAutoFit/>
          </a:bodyPr>
          <a:lstStyle/>
          <a:p>
            <a:pPr lvl="0">
              <a:lnSpc>
                <a:spcPct val="150000"/>
              </a:lnSpc>
              <a:spcBef>
                <a:spcPts val="1200"/>
              </a:spcBef>
              <a:spcAft>
                <a:spcPts val="600"/>
              </a:spcAft>
            </a:pPr>
            <a:r>
              <a:rPr lang="en-AU" sz="3800" b="1" dirty="0"/>
              <a:t>Record</a:t>
            </a:r>
            <a:r>
              <a:rPr lang="en-AU" sz="3800" dirty="0"/>
              <a:t> the following mass using </a:t>
            </a:r>
            <a:r>
              <a:rPr lang="en-AU" sz="3800" b="1" dirty="0"/>
              <a:t>decimal notation</a:t>
            </a:r>
            <a:r>
              <a:rPr lang="en-AU" sz="3800" dirty="0">
                <a:latin typeface="Arial" panose="020B0604020202020204" pitchFamily="34" charset="0"/>
                <a:ea typeface="Calibri" panose="020F0502020204030204" pitchFamily="34" charset="0"/>
              </a:rPr>
              <a:t>:</a:t>
            </a:r>
            <a:endParaRPr lang="en-AU" sz="3800" dirty="0">
              <a:effectLst/>
              <a:latin typeface="Arial" panose="020B0604020202020204" pitchFamily="34" charset="0"/>
              <a:ea typeface="Calibri" panose="020F0502020204030204" pitchFamily="34" charset="0"/>
            </a:endParaRPr>
          </a:p>
          <a:p>
            <a:pPr marL="631825" lvl="0" indent="-631825">
              <a:lnSpc>
                <a:spcPct val="150000"/>
              </a:lnSpc>
              <a:spcBef>
                <a:spcPts val="1200"/>
              </a:spcBef>
              <a:spcAft>
                <a:spcPts val="600"/>
              </a:spcAft>
              <a:buFont typeface="Arial" panose="020B0604020202020204" pitchFamily="34" charset="0"/>
              <a:buChar char="•"/>
            </a:pPr>
            <a:r>
              <a:rPr lang="en-AU" sz="3800" dirty="0">
                <a:latin typeface="Arial" panose="020B0604020202020204" pitchFamily="34" charset="0"/>
                <a:ea typeface="Calibri" panose="020F0502020204030204" pitchFamily="34" charset="0"/>
              </a:rPr>
              <a:t>8</a:t>
            </a:r>
            <a:r>
              <a:rPr lang="en-AU" sz="3800" dirty="0">
                <a:effectLst/>
                <a:latin typeface="Arial" panose="020B0604020202020204" pitchFamily="34" charset="0"/>
                <a:ea typeface="Calibri" panose="020F0502020204030204" pitchFamily="34" charset="0"/>
              </a:rPr>
              <a:t> kilograms and 250 grams</a:t>
            </a:r>
          </a:p>
          <a:p>
            <a:pPr marL="631825" indent="-631825">
              <a:lnSpc>
                <a:spcPct val="150000"/>
              </a:lnSpc>
              <a:spcBef>
                <a:spcPts val="1200"/>
              </a:spcBef>
              <a:spcAft>
                <a:spcPts val="600"/>
              </a:spcAft>
              <a:buFont typeface="Arial" panose="020B0604020202020204" pitchFamily="34" charset="0"/>
              <a:buChar char="•"/>
            </a:pPr>
            <a:r>
              <a:rPr lang="en-AU" sz="3800" dirty="0">
                <a:latin typeface="Arial" panose="020B0604020202020204" pitchFamily="34" charset="0"/>
                <a:ea typeface="Calibri" panose="020F0502020204030204" pitchFamily="34" charset="0"/>
              </a:rPr>
              <a:t>7200 grams </a:t>
            </a:r>
          </a:p>
          <a:p>
            <a:pPr marL="631825" lvl="0" indent="-631825">
              <a:lnSpc>
                <a:spcPct val="150000"/>
              </a:lnSpc>
              <a:spcBef>
                <a:spcPts val="1200"/>
              </a:spcBef>
              <a:spcAft>
                <a:spcPts val="600"/>
              </a:spcAft>
              <a:buFont typeface="Arial" panose="020B0604020202020204" pitchFamily="34" charset="0"/>
              <a:buChar char="•"/>
            </a:pPr>
            <a:r>
              <a:rPr lang="en-AU" sz="3800" dirty="0">
                <a:latin typeface="Arial" panose="020B0604020202020204" pitchFamily="34" charset="0"/>
                <a:ea typeface="Calibri" panose="020F0502020204030204" pitchFamily="34" charset="0"/>
              </a:rPr>
              <a:t>6</a:t>
            </a:r>
            <a:r>
              <a:rPr lang="en-AU" sz="3800" dirty="0">
                <a:effectLst/>
                <a:latin typeface="Arial" panose="020B0604020202020204" pitchFamily="34" charset="0"/>
                <a:ea typeface="Calibri" panose="020F0502020204030204" pitchFamily="34" charset="0"/>
              </a:rPr>
              <a:t> kilograms and </a:t>
            </a:r>
            <a:r>
              <a:rPr lang="en-AU" sz="3800" dirty="0">
                <a:latin typeface="Arial" panose="020B0604020202020204" pitchFamily="34" charset="0"/>
                <a:ea typeface="Calibri" panose="020F0502020204030204" pitchFamily="34" charset="0"/>
              </a:rPr>
              <a:t>775</a:t>
            </a:r>
            <a:r>
              <a:rPr lang="en-AU" sz="3800" dirty="0">
                <a:effectLst/>
                <a:latin typeface="Arial" panose="020B0604020202020204" pitchFamily="34" charset="0"/>
                <a:ea typeface="Calibri" panose="020F0502020204030204" pitchFamily="34" charset="0"/>
              </a:rPr>
              <a:t> grams</a:t>
            </a:r>
          </a:p>
        </p:txBody>
      </p:sp>
      <p:sp>
        <p:nvSpPr>
          <p:cNvPr id="2" name="Slide Number Placeholder 1">
            <a:extLst>
              <a:ext uri="{FF2B5EF4-FFF2-40B4-BE49-F238E27FC236}">
                <a16:creationId xmlns:a16="http://schemas.microsoft.com/office/drawing/2014/main" id="{F0139FD8-B5E6-E3E1-790F-C625C4C68B42}"/>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41</a:t>
            </a:fld>
            <a:endParaRPr lang="en-AU"/>
          </a:p>
        </p:txBody>
      </p:sp>
    </p:spTree>
    <p:extLst>
      <p:ext uri="{BB962C8B-B14F-4D97-AF65-F5344CB8AC3E}">
        <p14:creationId xmlns:p14="http://schemas.microsoft.com/office/powerpoint/2010/main" val="33482199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7669D0-0B65-247C-6D36-C3D9EA86849E}"/>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D5EB2CF-5D89-9797-8321-44F22ADC9817}"/>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(22)</a:t>
            </a:r>
          </a:p>
        </p:txBody>
      </p:sp>
      <p:pic>
        <p:nvPicPr>
          <p:cNvPr id="3" name="Picture 2" descr="image of a clipboard with a pencil recording short answer responses">
            <a:extLst>
              <a:ext uri="{FF2B5EF4-FFF2-40B4-BE49-F238E27FC236}">
                <a16:creationId xmlns:a16="http://schemas.microsoft.com/office/drawing/2014/main" id="{4B3A2BE0-B930-2216-835B-AE9E6856E5F7}"/>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DD7E468E-DEEB-A6CD-F4EB-784BFA38D98C}"/>
              </a:ext>
            </a:extLst>
          </p:cNvPr>
          <p:cNvSpPr txBox="1"/>
          <p:nvPr/>
        </p:nvSpPr>
        <p:spPr>
          <a:xfrm>
            <a:off x="598539" y="1184223"/>
            <a:ext cx="10811583" cy="3776353"/>
          </a:xfrm>
          <a:prstGeom prst="rect">
            <a:avLst/>
          </a:prstGeom>
          <a:noFill/>
        </p:spPr>
        <p:txBody>
          <a:bodyPr wrap="square" lIns="0" tIns="0" rIns="0" bIns="0" rtlCol="0">
            <a:noAutofit/>
          </a:bodyPr>
          <a:lstStyle/>
          <a:p>
            <a:pPr algn="ctr">
              <a:lnSpc>
                <a:spcPct val="150000"/>
              </a:lnSpc>
            </a:pPr>
            <a:r>
              <a:rPr lang="en-AU" sz="4400" b="1"/>
              <a:t>Approximate</a:t>
            </a:r>
            <a:r>
              <a:rPr lang="en-AU" sz="4400"/>
              <a:t> the following decimals to </a:t>
            </a:r>
            <a:r>
              <a:rPr lang="en-AU" sz="4400" b="1"/>
              <a:t>one decimal place</a:t>
            </a:r>
            <a:r>
              <a:rPr lang="en-AU" sz="4400"/>
              <a:t>:</a:t>
            </a:r>
          </a:p>
        </p:txBody>
      </p:sp>
      <p:sp>
        <p:nvSpPr>
          <p:cNvPr id="5" name="TextBox 4">
            <a:extLst>
              <a:ext uri="{FF2B5EF4-FFF2-40B4-BE49-F238E27FC236}">
                <a16:creationId xmlns:a16="http://schemas.microsoft.com/office/drawing/2014/main" id="{BE7165DC-AC67-A2CD-65ED-CB4D3ECC0821}"/>
              </a:ext>
            </a:extLst>
          </p:cNvPr>
          <p:cNvSpPr txBox="1"/>
          <p:nvPr/>
        </p:nvSpPr>
        <p:spPr>
          <a:xfrm>
            <a:off x="2748132" y="3288082"/>
            <a:ext cx="6097904" cy="3209918"/>
          </a:xfrm>
          <a:prstGeom prst="rect">
            <a:avLst/>
          </a:prstGeom>
          <a:noFill/>
        </p:spPr>
        <p:txBody>
          <a:bodyPr wrap="square">
            <a:spAutoFit/>
          </a:bodyPr>
          <a:lstStyle/>
          <a:p>
            <a:pPr marL="801688" lvl="0" indent="-801688">
              <a:lnSpc>
                <a:spcPct val="150000"/>
              </a:lnSpc>
              <a:spcBef>
                <a:spcPts val="1200"/>
              </a:spcBef>
              <a:spcAft>
                <a:spcPts val="600"/>
              </a:spcAft>
              <a:buFont typeface="Arial" panose="020B0604020202020204" pitchFamily="34" charset="0"/>
              <a:buChar char="•"/>
            </a:pPr>
            <a:r>
              <a:rPr lang="en-AU" sz="4000" dirty="0">
                <a:effectLst/>
                <a:latin typeface="Arial" panose="020B0604020202020204" pitchFamily="34" charset="0"/>
                <a:ea typeface="Calibri" panose="020F0502020204030204" pitchFamily="34" charset="0"/>
                <a:cs typeface="Times New Roman" panose="02020603050405020304" pitchFamily="18" charset="0"/>
              </a:rPr>
              <a:t>1.82</a:t>
            </a:r>
          </a:p>
          <a:p>
            <a:pPr marL="801688" lvl="0" indent="-801688">
              <a:lnSpc>
                <a:spcPct val="150000"/>
              </a:lnSpc>
              <a:spcBef>
                <a:spcPts val="1200"/>
              </a:spcBef>
              <a:spcAft>
                <a:spcPts val="600"/>
              </a:spcAft>
              <a:buFont typeface="Arial" panose="020B0604020202020204" pitchFamily="34" charset="0"/>
              <a:buChar char="•"/>
            </a:pPr>
            <a:r>
              <a:rPr lang="en-AU" sz="4000" dirty="0">
                <a:effectLst/>
                <a:latin typeface="Arial" panose="020B0604020202020204" pitchFamily="34" charset="0"/>
                <a:ea typeface="Calibri" panose="020F0502020204030204" pitchFamily="34" charset="0"/>
                <a:cs typeface="Times New Roman" panose="02020603050405020304" pitchFamily="18" charset="0"/>
              </a:rPr>
              <a:t>1.27</a:t>
            </a:r>
          </a:p>
          <a:p>
            <a:pPr marL="801688" lvl="0" indent="-801688">
              <a:lnSpc>
                <a:spcPct val="150000"/>
              </a:lnSpc>
              <a:spcBef>
                <a:spcPts val="1200"/>
              </a:spcBef>
              <a:spcAft>
                <a:spcPts val="600"/>
              </a:spcAft>
              <a:buFont typeface="Arial" panose="020B0604020202020204" pitchFamily="34" charset="0"/>
              <a:buChar char="•"/>
            </a:pPr>
            <a:r>
              <a:rPr lang="en-AU" sz="4000" dirty="0">
                <a:effectLst/>
                <a:latin typeface="Arial" panose="020B0604020202020204" pitchFamily="34" charset="0"/>
                <a:ea typeface="Calibri" panose="020F0502020204030204" pitchFamily="34" charset="0"/>
                <a:cs typeface="Times New Roman" panose="02020603050405020304" pitchFamily="18" charset="0"/>
              </a:rPr>
              <a:t>1.53</a:t>
            </a:r>
          </a:p>
        </p:txBody>
      </p:sp>
      <p:sp>
        <p:nvSpPr>
          <p:cNvPr id="7" name="TextBox 6">
            <a:extLst>
              <a:ext uri="{FF2B5EF4-FFF2-40B4-BE49-F238E27FC236}">
                <a16:creationId xmlns:a16="http://schemas.microsoft.com/office/drawing/2014/main" id="{BEF1DAD5-1859-FA8A-7FCF-53CB6BACADE3}"/>
              </a:ext>
            </a:extLst>
          </p:cNvPr>
          <p:cNvSpPr txBox="1"/>
          <p:nvPr/>
        </p:nvSpPr>
        <p:spPr>
          <a:xfrm>
            <a:off x="7678316" y="3288082"/>
            <a:ext cx="6097904" cy="4364080"/>
          </a:xfrm>
          <a:prstGeom prst="rect">
            <a:avLst/>
          </a:prstGeom>
          <a:noFill/>
        </p:spPr>
        <p:txBody>
          <a:bodyPr wrap="square">
            <a:spAutoFit/>
          </a:bodyPr>
          <a:lstStyle/>
          <a:p>
            <a:pPr marL="801688" lvl="0" indent="-801688">
              <a:lnSpc>
                <a:spcPct val="150000"/>
              </a:lnSpc>
              <a:spcBef>
                <a:spcPts val="1200"/>
              </a:spcBef>
              <a:spcAft>
                <a:spcPts val="600"/>
              </a:spcAft>
              <a:buFont typeface="Arial" panose="020B0604020202020204" pitchFamily="34" charset="0"/>
              <a:buChar char="•"/>
              <a:tabLst>
                <a:tab pos="541338" algn="l"/>
              </a:tabLst>
            </a:pPr>
            <a:r>
              <a:rPr lang="en-AU" sz="4000" dirty="0">
                <a:effectLst/>
                <a:latin typeface="Arial" panose="020B0604020202020204" pitchFamily="34" charset="0"/>
                <a:ea typeface="Calibri" panose="020F0502020204030204" pitchFamily="34" charset="0"/>
                <a:cs typeface="Times New Roman" panose="02020603050405020304" pitchFamily="18" charset="0"/>
              </a:rPr>
              <a:t>1.94</a:t>
            </a:r>
          </a:p>
          <a:p>
            <a:pPr marL="801688" lvl="0" indent="-801688">
              <a:lnSpc>
                <a:spcPct val="150000"/>
              </a:lnSpc>
              <a:spcBef>
                <a:spcPts val="1200"/>
              </a:spcBef>
              <a:spcAft>
                <a:spcPts val="600"/>
              </a:spcAft>
              <a:buFont typeface="Arial" panose="020B0604020202020204" pitchFamily="34" charset="0"/>
              <a:buChar char="•"/>
              <a:tabLst>
                <a:tab pos="541338" algn="l"/>
              </a:tabLst>
            </a:pPr>
            <a:r>
              <a:rPr lang="en-AU" sz="4000" dirty="0">
                <a:latin typeface="Arial" panose="020B0604020202020204" pitchFamily="34" charset="0"/>
                <a:ea typeface="Calibri" panose="020F0502020204030204" pitchFamily="34" charset="0"/>
                <a:cs typeface="Times New Roman" panose="02020603050405020304" pitchFamily="18" charset="0"/>
              </a:rPr>
              <a:t>1.38</a:t>
            </a:r>
          </a:p>
          <a:p>
            <a:pPr marL="801688" lvl="0" indent="-801688">
              <a:lnSpc>
                <a:spcPct val="150000"/>
              </a:lnSpc>
              <a:spcBef>
                <a:spcPts val="1200"/>
              </a:spcBef>
              <a:spcAft>
                <a:spcPts val="600"/>
              </a:spcAft>
              <a:buFont typeface="Arial" panose="020B0604020202020204" pitchFamily="34" charset="0"/>
              <a:buChar char="•"/>
              <a:tabLst>
                <a:tab pos="541338" algn="l"/>
              </a:tabLst>
            </a:pPr>
            <a:r>
              <a:rPr lang="en-AU" sz="4000" dirty="0">
                <a:effectLst/>
                <a:latin typeface="Arial" panose="020B0604020202020204" pitchFamily="34" charset="0"/>
                <a:ea typeface="Calibri" panose="020F0502020204030204" pitchFamily="34" charset="0"/>
                <a:cs typeface="Times New Roman" panose="02020603050405020304" pitchFamily="18" charset="0"/>
              </a:rPr>
              <a:t>1.66</a:t>
            </a:r>
          </a:p>
          <a:p>
            <a:pPr marL="342900" lvl="0" indent="-342900">
              <a:lnSpc>
                <a:spcPct val="150000"/>
              </a:lnSpc>
              <a:spcBef>
                <a:spcPts val="1200"/>
              </a:spcBef>
              <a:spcAft>
                <a:spcPts val="600"/>
              </a:spcAft>
              <a:buFont typeface="Arial" panose="020B0604020202020204" pitchFamily="34" charset="0"/>
              <a:buChar char="•"/>
            </a:pPr>
            <a:endParaRPr lang="en-AU" sz="4000" dirty="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2" name="Slide Number Placeholder 1">
            <a:extLst>
              <a:ext uri="{FF2B5EF4-FFF2-40B4-BE49-F238E27FC236}">
                <a16:creationId xmlns:a16="http://schemas.microsoft.com/office/drawing/2014/main" id="{0EF31EE8-79A7-0DBA-B9DB-8A157B4E8626}"/>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42</a:t>
            </a:fld>
            <a:endParaRPr lang="en-AU"/>
          </a:p>
        </p:txBody>
      </p:sp>
    </p:spTree>
    <p:extLst>
      <p:ext uri="{BB962C8B-B14F-4D97-AF65-F5344CB8AC3E}">
        <p14:creationId xmlns:p14="http://schemas.microsoft.com/office/powerpoint/2010/main" val="29260518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B8976A-D32B-E916-870D-31227D48EB2E}"/>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0014A0A-A3B4-3657-0EBE-0BA190D28262}"/>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(23)</a:t>
            </a:r>
          </a:p>
        </p:txBody>
      </p:sp>
      <p:pic>
        <p:nvPicPr>
          <p:cNvPr id="3" name="Picture 2" descr="image of a clipboard with a pencil recording short answer responses">
            <a:extLst>
              <a:ext uri="{FF2B5EF4-FFF2-40B4-BE49-F238E27FC236}">
                <a16:creationId xmlns:a16="http://schemas.microsoft.com/office/drawing/2014/main" id="{414B841E-8840-471A-4D5D-BE5947D1F0DF}"/>
              </a:ext>
            </a:extLst>
          </p:cNvPr>
          <p:cNvPicPr>
            <a:picLocks noChangeAspect="1"/>
          </p:cNvPicPr>
          <p:nvPr/>
        </p:nvPicPr>
        <p:blipFill>
          <a:blip r:embed="rId3"/>
          <a:stretch>
            <a:fillRect/>
          </a:stretch>
        </p:blipFill>
        <p:spPr>
          <a:xfrm>
            <a:off x="11030476" y="268723"/>
            <a:ext cx="915500" cy="915500"/>
          </a:xfrm>
          <a:prstGeom prst="rect">
            <a:avLst/>
          </a:prstGeom>
        </p:spPr>
      </p:pic>
      <p:pic>
        <p:nvPicPr>
          <p:cNvPr id="5" name="Picture 4" descr="A bar model where a blue bar is partitioned into 4 equal parts. An arrow spans the width of the whole bar labelled 24. The bar is placed on top of a 0–1 number line that is labelled with 0, 1/4, 2/4, 3/4 and 1.">
            <a:extLst>
              <a:ext uri="{FF2B5EF4-FFF2-40B4-BE49-F238E27FC236}">
                <a16:creationId xmlns:a16="http://schemas.microsoft.com/office/drawing/2014/main" id="{53D8EF9E-88B9-9709-1A04-7F7A1B12FEB5}"/>
              </a:ext>
            </a:extLst>
          </p:cNvPr>
          <p:cNvPicPr>
            <a:picLocks noChangeAspect="1"/>
          </p:cNvPicPr>
          <p:nvPr/>
        </p:nvPicPr>
        <p:blipFill>
          <a:blip r:embed="rId4"/>
          <a:stretch>
            <a:fillRect/>
          </a:stretch>
        </p:blipFill>
        <p:spPr>
          <a:xfrm>
            <a:off x="2199428" y="1028111"/>
            <a:ext cx="7793144" cy="2921035"/>
          </a:xfrm>
          <a:prstGeom prst="rect">
            <a:avLst/>
          </a:prstGeom>
          <a:ln>
            <a:noFill/>
          </a:ln>
          <a:effectLst>
            <a:outerShdw blurRad="292100" dist="139700" dir="2700000" algn="tl" rotWithShape="0">
              <a:srgbClr val="333333">
                <a:alpha val="65000"/>
              </a:srgbClr>
            </a:outerShdw>
          </a:effectLst>
        </p:spPr>
      </p:pic>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363C2301-8821-2A3B-7475-2BB74F07615D}"/>
                  </a:ext>
                </a:extLst>
              </p:cNvPr>
              <p:cNvSpPr txBox="1"/>
              <p:nvPr/>
            </p:nvSpPr>
            <p:spPr>
              <a:xfrm>
                <a:off x="655982" y="4253948"/>
                <a:ext cx="10880035" cy="1850908"/>
              </a:xfrm>
              <a:prstGeom prst="rect">
                <a:avLst/>
              </a:prstGeom>
              <a:noFill/>
            </p:spPr>
            <p:txBody>
              <a:bodyPr wrap="square" lIns="0" tIns="0" rIns="0" bIns="0" rtlCol="0">
                <a:noAutofit/>
              </a:bodyPr>
              <a:lstStyle/>
              <a:p>
                <a:pPr algn="ctr"/>
                <a:r>
                  <a:rPr lang="en-AU" sz="4000"/>
                  <a:t>The </a:t>
                </a:r>
                <a:r>
                  <a:rPr lang="en-AU" sz="4000" b="1"/>
                  <a:t>whole</a:t>
                </a:r>
                <a:r>
                  <a:rPr lang="en-AU" sz="4000"/>
                  <a:t> is equal to 24.  What is </a:t>
                </a:r>
                <a14:m>
                  <m:oMath xmlns:m="http://schemas.openxmlformats.org/officeDocument/2006/math">
                    <m:f>
                      <m:fPr>
                        <m:ctrlPr>
                          <a:rPr lang="en-AU" sz="4000" b="0" i="1" smtClean="0">
                            <a:latin typeface="Cambria Math" panose="02040503050406030204" pitchFamily="18" charset="0"/>
                          </a:rPr>
                        </m:ctrlPr>
                      </m:fPr>
                      <m:num>
                        <m:r>
                          <a:rPr lang="en-AU" sz="4000" b="0" i="1" smtClean="0">
                            <a:latin typeface="Cambria Math" panose="02040503050406030204" pitchFamily="18" charset="0"/>
                          </a:rPr>
                          <m:t>1</m:t>
                        </m:r>
                      </m:num>
                      <m:den>
                        <m:r>
                          <a:rPr lang="en-AU" sz="4000" b="0" i="1" smtClean="0">
                            <a:latin typeface="Cambria Math" panose="02040503050406030204" pitchFamily="18" charset="0"/>
                          </a:rPr>
                          <m:t>4</m:t>
                        </m:r>
                      </m:den>
                    </m:f>
                  </m:oMath>
                </a14:m>
                <a:r>
                  <a:rPr lang="en-AU" sz="4000"/>
                  <a:t> of 24?</a:t>
                </a:r>
              </a:p>
              <a:p>
                <a:pPr algn="ctr"/>
                <a:endParaRPr lang="en-AU" sz="2000"/>
              </a:p>
              <a:p>
                <a:pPr algn="ctr"/>
                <a:r>
                  <a:rPr lang="en-AU" sz="4000" b="1"/>
                  <a:t>Communicate</a:t>
                </a:r>
                <a:r>
                  <a:rPr lang="en-AU" sz="4000"/>
                  <a:t> your </a:t>
                </a:r>
                <a:r>
                  <a:rPr lang="en-AU" sz="4000" b="1"/>
                  <a:t>reasoning</a:t>
                </a:r>
                <a:r>
                  <a:rPr lang="en-AU" sz="4000"/>
                  <a:t>. </a:t>
                </a:r>
              </a:p>
            </p:txBody>
          </p:sp>
        </mc:Choice>
        <mc:Fallback xmlns="">
          <p:sp>
            <p:nvSpPr>
              <p:cNvPr id="7" name="TextBox 6">
                <a:extLst>
                  <a:ext uri="{FF2B5EF4-FFF2-40B4-BE49-F238E27FC236}">
                    <a16:creationId xmlns:a16="http://schemas.microsoft.com/office/drawing/2014/main" id="{363C2301-8821-2A3B-7475-2BB74F07615D}"/>
                  </a:ext>
                </a:extLst>
              </p:cNvPr>
              <p:cNvSpPr txBox="1">
                <a:spLocks noRot="1" noChangeAspect="1" noMove="1" noResize="1" noEditPoints="1" noAdjustHandles="1" noChangeArrowheads="1" noChangeShapeType="1" noTextEdit="1"/>
              </p:cNvSpPr>
              <p:nvPr/>
            </p:nvSpPr>
            <p:spPr>
              <a:xfrm>
                <a:off x="655982" y="4253948"/>
                <a:ext cx="10880035" cy="1850908"/>
              </a:xfrm>
              <a:prstGeom prst="rect">
                <a:avLst/>
              </a:prstGeom>
              <a:blipFill>
                <a:blip r:embed="rId5"/>
                <a:stretch>
                  <a:fillRect t="-2640" b="-12541"/>
                </a:stretch>
              </a:blipFill>
            </p:spPr>
            <p:txBody>
              <a:bodyPr/>
              <a:lstStyle/>
              <a:p>
                <a:r>
                  <a:rPr lang="en-AU">
                    <a:noFill/>
                  </a:rPr>
                  <a:t> </a:t>
                </a:r>
              </a:p>
            </p:txBody>
          </p:sp>
        </mc:Fallback>
      </mc:AlternateContent>
      <p:sp>
        <p:nvSpPr>
          <p:cNvPr id="2" name="Slide Number Placeholder 1">
            <a:extLst>
              <a:ext uri="{FF2B5EF4-FFF2-40B4-BE49-F238E27FC236}">
                <a16:creationId xmlns:a16="http://schemas.microsoft.com/office/drawing/2014/main" id="{64360D9A-5A72-254F-3BE7-8A0F2BAE4D95}"/>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43</a:t>
            </a:fld>
            <a:endParaRPr lang="en-AU"/>
          </a:p>
        </p:txBody>
      </p:sp>
    </p:spTree>
    <p:extLst>
      <p:ext uri="{BB962C8B-B14F-4D97-AF65-F5344CB8AC3E}">
        <p14:creationId xmlns:p14="http://schemas.microsoft.com/office/powerpoint/2010/main" val="8882875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962A58-43E6-D46E-B85F-792D2368237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8D1F7A2B-D3A6-7777-75B4-1AEC24DBAE2C}"/>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(24)</a:t>
            </a:r>
          </a:p>
        </p:txBody>
      </p:sp>
      <p:pic>
        <p:nvPicPr>
          <p:cNvPr id="3" name="Picture 2" descr="image of a clipboard with a pencil recording short answer responses">
            <a:extLst>
              <a:ext uri="{FF2B5EF4-FFF2-40B4-BE49-F238E27FC236}">
                <a16:creationId xmlns:a16="http://schemas.microsoft.com/office/drawing/2014/main" id="{7F0D925D-1709-7016-D09D-4DDBD08A31D5}"/>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8691D61F-834A-EED2-6935-E9FA960F37BA}"/>
              </a:ext>
            </a:extLst>
          </p:cNvPr>
          <p:cNvSpPr txBox="1"/>
          <p:nvPr/>
        </p:nvSpPr>
        <p:spPr>
          <a:xfrm>
            <a:off x="824752" y="726141"/>
            <a:ext cx="10659247" cy="2074848"/>
          </a:xfrm>
          <a:prstGeom prst="rect">
            <a:avLst/>
          </a:prstGeom>
          <a:noFill/>
        </p:spPr>
        <p:txBody>
          <a:bodyPr wrap="square" lIns="0" tIns="0" rIns="0" bIns="0" rtlCol="0">
            <a:noAutofit/>
          </a:bodyPr>
          <a:lstStyle/>
          <a:p>
            <a:pPr algn="l"/>
            <a:endParaRPr lang="en-AU" sz="1400"/>
          </a:p>
          <a:p>
            <a:pPr algn="ctr"/>
            <a:r>
              <a:rPr lang="en-AU" sz="3600" b="1"/>
              <a:t>Communicate</a:t>
            </a:r>
            <a:r>
              <a:rPr lang="en-AU" sz="3600"/>
              <a:t> your </a:t>
            </a:r>
            <a:r>
              <a:rPr lang="en-AU" sz="3600" b="1"/>
              <a:t>reasoning</a:t>
            </a:r>
            <a:r>
              <a:rPr lang="en-AU" sz="3600"/>
              <a:t> about whether the following statement is </a:t>
            </a:r>
            <a:r>
              <a:rPr lang="en-AU" sz="3600" b="1"/>
              <a:t>true or not</a:t>
            </a:r>
            <a:r>
              <a:rPr lang="en-AU" sz="3600"/>
              <a:t>:</a:t>
            </a:r>
          </a:p>
          <a:p>
            <a:pPr algn="ctr"/>
            <a:endParaRPr lang="en-AU" sz="1800"/>
          </a:p>
          <a:p>
            <a:pPr algn="ctr"/>
            <a:r>
              <a:rPr lang="en-AU" sz="4000"/>
              <a:t>These rectangles have different dimensions, so they </a:t>
            </a:r>
            <a:r>
              <a:rPr lang="en-AU" sz="4000" b="1"/>
              <a:t>can not </a:t>
            </a:r>
            <a:r>
              <a:rPr lang="en-AU" sz="4000"/>
              <a:t>have the </a:t>
            </a:r>
            <a:r>
              <a:rPr lang="en-AU" sz="4000" b="1"/>
              <a:t>same perimeter</a:t>
            </a:r>
            <a:r>
              <a:rPr lang="en-AU" sz="4000"/>
              <a:t>.</a:t>
            </a:r>
          </a:p>
          <a:p>
            <a:pPr algn="ctr"/>
            <a:endParaRPr lang="en-AU" sz="3600"/>
          </a:p>
        </p:txBody>
      </p:sp>
      <p:pic>
        <p:nvPicPr>
          <p:cNvPr id="7" name="Picture 6" descr="2 rectangles on grid paper. They both have different dimensions, but they both has a perimeter of 20 cm.">
            <a:extLst>
              <a:ext uri="{FF2B5EF4-FFF2-40B4-BE49-F238E27FC236}">
                <a16:creationId xmlns:a16="http://schemas.microsoft.com/office/drawing/2014/main" id="{C1E8EBCD-886B-2FBA-B1EF-FE5E9D9F0CC0}"/>
              </a:ext>
            </a:extLst>
          </p:cNvPr>
          <p:cNvPicPr>
            <a:picLocks noChangeAspect="1"/>
          </p:cNvPicPr>
          <p:nvPr/>
        </p:nvPicPr>
        <p:blipFill>
          <a:blip r:embed="rId4"/>
          <a:stretch>
            <a:fillRect/>
          </a:stretch>
        </p:blipFill>
        <p:spPr>
          <a:xfrm>
            <a:off x="3459758" y="3647929"/>
            <a:ext cx="5272483" cy="2868071"/>
          </a:xfrm>
          <a:prstGeom prst="rect">
            <a:avLst/>
          </a:prstGeom>
          <a:ln>
            <a:noFill/>
          </a:ln>
          <a:effectLst>
            <a:outerShdw blurRad="292100" dist="139700" dir="2700000" algn="tl" rotWithShape="0">
              <a:srgbClr val="333333">
                <a:alpha val="65000"/>
              </a:srgbClr>
            </a:outerShdw>
          </a:effectLst>
        </p:spPr>
      </p:pic>
      <p:sp>
        <p:nvSpPr>
          <p:cNvPr id="2" name="Slide Number Placeholder 1">
            <a:extLst>
              <a:ext uri="{FF2B5EF4-FFF2-40B4-BE49-F238E27FC236}">
                <a16:creationId xmlns:a16="http://schemas.microsoft.com/office/drawing/2014/main" id="{B285D5E3-4DE4-798B-E708-0A6F392F0726}"/>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44</a:t>
            </a:fld>
            <a:endParaRPr lang="en-AU"/>
          </a:p>
        </p:txBody>
      </p:sp>
    </p:spTree>
    <p:extLst>
      <p:ext uri="{BB962C8B-B14F-4D97-AF65-F5344CB8AC3E}">
        <p14:creationId xmlns:p14="http://schemas.microsoft.com/office/powerpoint/2010/main" val="31734814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E916E8-10AB-1681-C643-3B5D7EBF5CA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5556EA1-7C0C-9CC3-9B78-9D878371AFC2}"/>
              </a:ext>
            </a:extLst>
          </p:cNvPr>
          <p:cNvSpPr>
            <a:spLocks noGrp="1"/>
          </p:cNvSpPr>
          <p:nvPr>
            <p:ph type="title"/>
          </p:nvPr>
        </p:nvSpPr>
        <p:spPr>
          <a:xfrm>
            <a:off x="360000" y="360000"/>
            <a:ext cx="10367268" cy="545601"/>
          </a:xfrm>
        </p:spPr>
        <p:txBody>
          <a:bodyPr/>
          <a:lstStyle/>
          <a:p>
            <a:r>
              <a:rPr lang="en-AU" dirty="0"/>
              <a:t>Activity 6 – reasonableness of solutions 1</a:t>
            </a:r>
          </a:p>
        </p:txBody>
      </p:sp>
      <p:pic>
        <p:nvPicPr>
          <p:cNvPr id="4" name="Picture 3" descr="image of a head with cogs turning inside">
            <a:extLst>
              <a:ext uri="{FF2B5EF4-FFF2-40B4-BE49-F238E27FC236}">
                <a16:creationId xmlns:a16="http://schemas.microsoft.com/office/drawing/2014/main" id="{98F6F9F3-5640-0D69-7B77-0C79E603F675}"/>
              </a:ext>
            </a:extLst>
          </p:cNvPr>
          <p:cNvPicPr>
            <a:picLocks noChangeAspect="1"/>
          </p:cNvPicPr>
          <p:nvPr/>
        </p:nvPicPr>
        <p:blipFill>
          <a:blip r:embed="rId3"/>
          <a:stretch>
            <a:fillRect/>
          </a:stretch>
        </p:blipFill>
        <p:spPr>
          <a:xfrm>
            <a:off x="11107003" y="240894"/>
            <a:ext cx="720000" cy="856364"/>
          </a:xfrm>
          <a:prstGeom prst="rect">
            <a:avLst/>
          </a:prstGeom>
        </p:spPr>
      </p:pic>
      <p:sp>
        <p:nvSpPr>
          <p:cNvPr id="17" name="TextBox 16">
            <a:extLst>
              <a:ext uri="{FF2B5EF4-FFF2-40B4-BE49-F238E27FC236}">
                <a16:creationId xmlns:a16="http://schemas.microsoft.com/office/drawing/2014/main" id="{82A2AEB5-133D-62AD-7DF4-2EC29BEB59A1}"/>
              </a:ext>
            </a:extLst>
          </p:cNvPr>
          <p:cNvSpPr txBox="1"/>
          <p:nvPr/>
        </p:nvSpPr>
        <p:spPr>
          <a:xfrm>
            <a:off x="360000" y="1120086"/>
            <a:ext cx="11103689" cy="1364412"/>
          </a:xfrm>
          <a:prstGeom prst="rect">
            <a:avLst/>
          </a:prstGeom>
          <a:noFill/>
        </p:spPr>
        <p:txBody>
          <a:bodyPr wrap="square">
            <a:spAutoFit/>
          </a:bodyPr>
          <a:lstStyle/>
          <a:p>
            <a:pPr algn="ctr">
              <a:lnSpc>
                <a:spcPts val="5152"/>
              </a:lnSpc>
            </a:pPr>
            <a:r>
              <a:rPr lang="en-US" sz="4000">
                <a:solidFill>
                  <a:srgbClr val="000000"/>
                </a:solidFill>
                <a:latin typeface="Arial" panose="020B0604020202020204" pitchFamily="34" charset="0"/>
                <a:ea typeface="Canva Student Font"/>
                <a:cs typeface="Arial" panose="020B0604020202020204" pitchFamily="34" charset="0"/>
                <a:sym typeface="Canva Student Font"/>
              </a:rPr>
              <a:t>John added 34 567 and 478 on his calculator.  The answer he got was ...</a:t>
            </a:r>
          </a:p>
        </p:txBody>
      </p:sp>
      <p:grpSp>
        <p:nvGrpSpPr>
          <p:cNvPr id="18" name="Group 17">
            <a:extLst>
              <a:ext uri="{FF2B5EF4-FFF2-40B4-BE49-F238E27FC236}">
                <a16:creationId xmlns:a16="http://schemas.microsoft.com/office/drawing/2014/main" id="{AF6E5180-DB84-D062-0C78-96701A149128}"/>
              </a:ext>
              <a:ext uri="{C183D7F6-B498-43B3-948B-1728B52AA6E4}">
                <adec:decorative xmlns:adec="http://schemas.microsoft.com/office/drawing/2017/decorative" val="1"/>
              </a:ext>
            </a:extLst>
          </p:cNvPr>
          <p:cNvGrpSpPr/>
          <p:nvPr/>
        </p:nvGrpSpPr>
        <p:grpSpPr>
          <a:xfrm>
            <a:off x="1353865" y="2769408"/>
            <a:ext cx="3558880" cy="3628417"/>
            <a:chOff x="360001" y="2107815"/>
            <a:chExt cx="4172914" cy="4084898"/>
          </a:xfrm>
          <a:effectLst>
            <a:outerShdw blurRad="50800" dist="38100" dir="2700000" algn="tl" rotWithShape="0">
              <a:prstClr val="black">
                <a:alpha val="40000"/>
              </a:prstClr>
            </a:outerShdw>
          </a:effectLst>
        </p:grpSpPr>
        <p:grpSp>
          <p:nvGrpSpPr>
            <p:cNvPr id="5" name="Group 2" descr="Calculator with the number 34 089 on the screen. Text reads John added 34567 and 478 on his calculator. The answer he got was 34089. Boy asking 'Am I correct? How do you know?'">
              <a:extLst>
                <a:ext uri="{FF2B5EF4-FFF2-40B4-BE49-F238E27FC236}">
                  <a16:creationId xmlns:a16="http://schemas.microsoft.com/office/drawing/2014/main" id="{B715E2C1-E9E5-0580-A2C0-4C06DF4AA5D9}"/>
                </a:ext>
              </a:extLst>
            </p:cNvPr>
            <p:cNvGrpSpPr/>
            <p:nvPr/>
          </p:nvGrpSpPr>
          <p:grpSpPr>
            <a:xfrm>
              <a:off x="360001" y="2107815"/>
              <a:ext cx="4172914" cy="1719118"/>
              <a:chOff x="0" y="-38100"/>
              <a:chExt cx="1099242" cy="855236"/>
            </a:xfrm>
          </p:grpSpPr>
          <p:sp>
            <p:nvSpPr>
              <p:cNvPr id="7" name="Freeform 3">
                <a:extLst>
                  <a:ext uri="{FF2B5EF4-FFF2-40B4-BE49-F238E27FC236}">
                    <a16:creationId xmlns:a16="http://schemas.microsoft.com/office/drawing/2014/main" id="{E8183637-D182-02A9-55BD-DF168CECAF97}"/>
                  </a:ext>
                </a:extLst>
              </p:cNvPr>
              <p:cNvSpPr/>
              <p:nvPr/>
            </p:nvSpPr>
            <p:spPr>
              <a:xfrm>
                <a:off x="0" y="0"/>
                <a:ext cx="1099242" cy="817136"/>
              </a:xfrm>
              <a:custGeom>
                <a:avLst/>
                <a:gdLst/>
                <a:ahLst/>
                <a:cxnLst/>
                <a:rect l="l" t="t" r="r" b="b"/>
                <a:pathLst>
                  <a:path w="1099242" h="817136">
                    <a:moveTo>
                      <a:pt x="93389" y="0"/>
                    </a:moveTo>
                    <a:lnTo>
                      <a:pt x="1005852" y="0"/>
                    </a:lnTo>
                    <a:cubicBezTo>
                      <a:pt x="1030621" y="0"/>
                      <a:pt x="1054375" y="9839"/>
                      <a:pt x="1071888" y="27353"/>
                    </a:cubicBezTo>
                    <a:cubicBezTo>
                      <a:pt x="1089402" y="44867"/>
                      <a:pt x="1099242" y="68621"/>
                      <a:pt x="1099242" y="93389"/>
                    </a:cubicBezTo>
                    <a:lnTo>
                      <a:pt x="1099242" y="723746"/>
                    </a:lnTo>
                    <a:cubicBezTo>
                      <a:pt x="1099242" y="748515"/>
                      <a:pt x="1089402" y="772269"/>
                      <a:pt x="1071888" y="789783"/>
                    </a:cubicBezTo>
                    <a:cubicBezTo>
                      <a:pt x="1054375" y="807297"/>
                      <a:pt x="1030621" y="817136"/>
                      <a:pt x="1005852" y="817136"/>
                    </a:cubicBezTo>
                    <a:lnTo>
                      <a:pt x="93389" y="817136"/>
                    </a:lnTo>
                    <a:cubicBezTo>
                      <a:pt x="68621" y="817136"/>
                      <a:pt x="44867" y="807297"/>
                      <a:pt x="27353" y="789783"/>
                    </a:cubicBezTo>
                    <a:cubicBezTo>
                      <a:pt x="9839" y="772269"/>
                      <a:pt x="0" y="748515"/>
                      <a:pt x="0" y="723746"/>
                    </a:cubicBezTo>
                    <a:lnTo>
                      <a:pt x="0" y="93389"/>
                    </a:lnTo>
                    <a:cubicBezTo>
                      <a:pt x="0" y="68621"/>
                      <a:pt x="9839" y="44867"/>
                      <a:pt x="27353" y="27353"/>
                    </a:cubicBezTo>
                    <a:cubicBezTo>
                      <a:pt x="44867" y="9839"/>
                      <a:pt x="68621" y="0"/>
                      <a:pt x="93389" y="0"/>
                    </a:cubicBezTo>
                    <a:close/>
                  </a:path>
                </a:pathLst>
              </a:custGeom>
              <a:solidFill>
                <a:srgbClr val="FFFFFF"/>
              </a:solidFill>
              <a:ln w="38100" cap="rnd">
                <a:solidFill>
                  <a:srgbClr val="000000"/>
                </a:solidFill>
                <a:prstDash val="solid"/>
                <a:round/>
              </a:ln>
            </p:spPr>
            <p:txBody>
              <a:bodyPr/>
              <a:lstStyle/>
              <a:p>
                <a:endParaRPr lang="en-AU"/>
              </a:p>
            </p:txBody>
          </p:sp>
          <p:sp>
            <p:nvSpPr>
              <p:cNvPr id="8" name="TextBox 4">
                <a:extLst>
                  <a:ext uri="{FF2B5EF4-FFF2-40B4-BE49-F238E27FC236}">
                    <a16:creationId xmlns:a16="http://schemas.microsoft.com/office/drawing/2014/main" id="{988B1537-3D0E-B613-D1F9-0856BCAEED53}"/>
                  </a:ext>
                </a:extLst>
              </p:cNvPr>
              <p:cNvSpPr txBox="1"/>
              <p:nvPr/>
            </p:nvSpPr>
            <p:spPr>
              <a:xfrm>
                <a:off x="0" y="-38100"/>
                <a:ext cx="1099242" cy="855236"/>
              </a:xfrm>
              <a:prstGeom prst="rect">
                <a:avLst/>
              </a:prstGeom>
            </p:spPr>
            <p:txBody>
              <a:bodyPr lIns="50800" tIns="50800" rIns="50800" bIns="50800" rtlCol="0" anchor="ctr"/>
              <a:lstStyle/>
              <a:p>
                <a:pPr algn="ctr">
                  <a:lnSpc>
                    <a:spcPts val="2669"/>
                  </a:lnSpc>
                </a:pPr>
                <a:endParaRPr/>
              </a:p>
            </p:txBody>
          </p:sp>
        </p:grpSp>
        <p:sp>
          <p:nvSpPr>
            <p:cNvPr id="9" name="Freeform 12" descr="Calculator with the number 34 089 on the screen. Text reads John added 34567 and 478 on his calculator. The answer he got was 34089. Boy asking 'Am I correct? How do you know?'">
              <a:extLst>
                <a:ext uri="{FF2B5EF4-FFF2-40B4-BE49-F238E27FC236}">
                  <a16:creationId xmlns:a16="http://schemas.microsoft.com/office/drawing/2014/main" id="{6A584F84-9B1B-6953-F08C-C36D3F626231}"/>
                </a:ext>
              </a:extLst>
            </p:cNvPr>
            <p:cNvSpPr/>
            <p:nvPr/>
          </p:nvSpPr>
          <p:spPr>
            <a:xfrm>
              <a:off x="1623435" y="4133916"/>
              <a:ext cx="1526165" cy="2058797"/>
            </a:xfrm>
            <a:custGeom>
              <a:avLst/>
              <a:gdLst/>
              <a:ahLst/>
              <a:cxnLst/>
              <a:rect l="l" t="t" r="r" b="b"/>
              <a:pathLst>
                <a:path w="2206621" h="2867293">
                  <a:moveTo>
                    <a:pt x="0" y="0"/>
                  </a:moveTo>
                  <a:lnTo>
                    <a:pt x="2206621" y="0"/>
                  </a:lnTo>
                  <a:lnTo>
                    <a:pt x="2206621" y="2867294"/>
                  </a:lnTo>
                  <a:lnTo>
                    <a:pt x="0" y="2867294"/>
                  </a:lnTo>
                  <a:lnTo>
                    <a:pt x="0" y="0"/>
                  </a:lnTo>
                  <a:close/>
                </a:path>
              </a:pathLst>
            </a:custGeom>
            <a:blipFill>
              <a:blip r:embed="rId4"/>
              <a:stretch>
                <a:fillRect/>
              </a:stretch>
            </a:blipFill>
          </p:spPr>
          <p:txBody>
            <a:bodyPr/>
            <a:lstStyle/>
            <a:p>
              <a:endParaRPr lang="en-AU"/>
            </a:p>
          </p:txBody>
        </p:sp>
        <p:sp>
          <p:nvSpPr>
            <p:cNvPr id="13" name="Isosceles Triangle 12">
              <a:extLst>
                <a:ext uri="{FF2B5EF4-FFF2-40B4-BE49-F238E27FC236}">
                  <a16:creationId xmlns:a16="http://schemas.microsoft.com/office/drawing/2014/main" id="{9E09B4B2-9400-3342-000A-39D96AC9E8DF}"/>
                </a:ext>
                <a:ext uri="{C183D7F6-B498-43B3-948B-1728B52AA6E4}">
                  <adec:decorative xmlns:adec="http://schemas.microsoft.com/office/drawing/2017/decorative" val="1"/>
                </a:ext>
              </a:extLst>
            </p:cNvPr>
            <p:cNvSpPr/>
            <p:nvPr/>
          </p:nvSpPr>
          <p:spPr>
            <a:xfrm rot="9128661">
              <a:off x="1172722" y="3495734"/>
              <a:ext cx="506143" cy="1057232"/>
            </a:xfrm>
            <a:prstGeom prst="triangle">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4" name="Rectangle 13">
              <a:extLst>
                <a:ext uri="{FF2B5EF4-FFF2-40B4-BE49-F238E27FC236}">
                  <a16:creationId xmlns:a16="http://schemas.microsoft.com/office/drawing/2014/main" id="{78920E54-D5F4-10A7-426E-CD383069DD30}"/>
                </a:ext>
                <a:ext uri="{C183D7F6-B498-43B3-948B-1728B52AA6E4}">
                  <adec:decorative xmlns:adec="http://schemas.microsoft.com/office/drawing/2017/decorative" val="1"/>
                </a:ext>
              </a:extLst>
            </p:cNvPr>
            <p:cNvSpPr/>
            <p:nvPr/>
          </p:nvSpPr>
          <p:spPr>
            <a:xfrm>
              <a:off x="749508" y="3408759"/>
              <a:ext cx="1147025" cy="39483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5" name="TextBox 13" descr="Calculator with the number 34 089 on the screen. Text reads John added 34567 and 478 on his calculator. The answer he got was 34089. Boy asking 'Am I correct? How do you know?'">
              <a:extLst>
                <a:ext uri="{FF2B5EF4-FFF2-40B4-BE49-F238E27FC236}">
                  <a16:creationId xmlns:a16="http://schemas.microsoft.com/office/drawing/2014/main" id="{0A5C4F94-83EC-FA0C-6212-31EB104AF710}"/>
                </a:ext>
              </a:extLst>
            </p:cNvPr>
            <p:cNvSpPr txBox="1"/>
            <p:nvPr/>
          </p:nvSpPr>
          <p:spPr>
            <a:xfrm>
              <a:off x="402759" y="2551164"/>
              <a:ext cx="4075533" cy="1141059"/>
            </a:xfrm>
            <a:prstGeom prst="rect">
              <a:avLst/>
            </a:prstGeom>
          </p:spPr>
          <p:txBody>
            <a:bodyPr wrap="square" lIns="0" tIns="0" rIns="0" bIns="0" rtlCol="0" anchor="t">
              <a:spAutoFit/>
            </a:bodyPr>
            <a:lstStyle/>
            <a:p>
              <a:pPr algn="ctr">
                <a:lnSpc>
                  <a:spcPts val="4074"/>
                </a:lnSpc>
              </a:pPr>
              <a:r>
                <a:rPr lang="en-US" sz="3200">
                  <a:solidFill>
                    <a:srgbClr val="000000"/>
                  </a:solidFill>
                  <a:latin typeface="Sniglet"/>
                  <a:ea typeface="Sniglet"/>
                  <a:cs typeface="Sniglet"/>
                  <a:sym typeface="Sniglet"/>
                </a:rPr>
                <a:t>Am I correct? How do you know?</a:t>
              </a:r>
            </a:p>
          </p:txBody>
        </p:sp>
      </p:grpSp>
      <p:grpSp>
        <p:nvGrpSpPr>
          <p:cNvPr id="10" name="Group 15" descr="Calculator with the number 34 089 on the screen. Text reads John added 34567 and 478 on his calculator. The answer he got was 34089. John is asking 'Am I correct? How do you know?'">
            <a:extLst>
              <a:ext uri="{FF2B5EF4-FFF2-40B4-BE49-F238E27FC236}">
                <a16:creationId xmlns:a16="http://schemas.microsoft.com/office/drawing/2014/main" id="{28278259-CF2A-700E-4929-A2B506C89933}"/>
              </a:ext>
            </a:extLst>
          </p:cNvPr>
          <p:cNvGrpSpPr/>
          <p:nvPr/>
        </p:nvGrpSpPr>
        <p:grpSpPr>
          <a:xfrm>
            <a:off x="7814964" y="2486747"/>
            <a:ext cx="3179050" cy="3970052"/>
            <a:chOff x="0" y="-241393"/>
            <a:chExt cx="5193867" cy="7019686"/>
          </a:xfrm>
          <a:effectLst>
            <a:outerShdw blurRad="50800" dist="38100" dir="2700000" algn="tl" rotWithShape="0">
              <a:prstClr val="black">
                <a:alpha val="40000"/>
              </a:prstClr>
            </a:outerShdw>
          </a:effectLst>
        </p:grpSpPr>
        <p:sp>
          <p:nvSpPr>
            <p:cNvPr id="11" name="Freeform 16">
              <a:extLst>
                <a:ext uri="{FF2B5EF4-FFF2-40B4-BE49-F238E27FC236}">
                  <a16:creationId xmlns:a16="http://schemas.microsoft.com/office/drawing/2014/main" id="{E5CF9858-3ACF-30FE-4516-FEEBE0153B56}"/>
                </a:ext>
              </a:extLst>
            </p:cNvPr>
            <p:cNvSpPr/>
            <p:nvPr/>
          </p:nvSpPr>
          <p:spPr>
            <a:xfrm>
              <a:off x="0" y="0"/>
              <a:ext cx="5193867" cy="6778293"/>
            </a:xfrm>
            <a:custGeom>
              <a:avLst/>
              <a:gdLst/>
              <a:ahLst/>
              <a:cxnLst/>
              <a:rect l="l" t="t" r="r" b="b"/>
              <a:pathLst>
                <a:path w="5193867" h="6778293">
                  <a:moveTo>
                    <a:pt x="0" y="0"/>
                  </a:moveTo>
                  <a:lnTo>
                    <a:pt x="5193867" y="0"/>
                  </a:lnTo>
                  <a:lnTo>
                    <a:pt x="5193867" y="6778293"/>
                  </a:lnTo>
                  <a:lnTo>
                    <a:pt x="0" y="6778293"/>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AU"/>
            </a:p>
          </p:txBody>
        </p:sp>
        <p:sp>
          <p:nvSpPr>
            <p:cNvPr id="12" name="TextBox 17">
              <a:extLst>
                <a:ext uri="{FF2B5EF4-FFF2-40B4-BE49-F238E27FC236}">
                  <a16:creationId xmlns:a16="http://schemas.microsoft.com/office/drawing/2014/main" id="{892AFC3B-C7CA-3E63-EDD4-320469BB3276}"/>
                </a:ext>
              </a:extLst>
            </p:cNvPr>
            <p:cNvSpPr txBox="1"/>
            <p:nvPr/>
          </p:nvSpPr>
          <p:spPr>
            <a:xfrm>
              <a:off x="886603" y="-241393"/>
              <a:ext cx="3271877" cy="1989724"/>
            </a:xfrm>
            <a:prstGeom prst="rect">
              <a:avLst/>
            </a:prstGeom>
          </p:spPr>
          <p:txBody>
            <a:bodyPr wrap="square" lIns="0" tIns="0" rIns="0" bIns="0" rtlCol="0" anchor="t">
              <a:spAutoFit/>
            </a:bodyPr>
            <a:lstStyle/>
            <a:p>
              <a:pPr algn="ctr">
                <a:lnSpc>
                  <a:spcPts val="10080"/>
                </a:lnSpc>
                <a:spcBef>
                  <a:spcPct val="0"/>
                </a:spcBef>
              </a:pPr>
              <a:r>
                <a:rPr lang="en-US" sz="4800">
                  <a:solidFill>
                    <a:srgbClr val="000000"/>
                  </a:solidFill>
                  <a:latin typeface="Roboto"/>
                  <a:ea typeface="Roboto"/>
                  <a:cs typeface="Roboto"/>
                  <a:sym typeface="Roboto"/>
                </a:rPr>
                <a:t>34 089</a:t>
              </a:r>
            </a:p>
          </p:txBody>
        </p:sp>
      </p:grpSp>
      <p:sp>
        <p:nvSpPr>
          <p:cNvPr id="2" name="Slide Number Placeholder 1">
            <a:extLst>
              <a:ext uri="{FF2B5EF4-FFF2-40B4-BE49-F238E27FC236}">
                <a16:creationId xmlns:a16="http://schemas.microsoft.com/office/drawing/2014/main" id="{E7F63B6C-A8E8-F8A3-E306-F4D41772B63B}"/>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45</a:t>
            </a:fld>
            <a:endParaRPr lang="en-AU"/>
          </a:p>
        </p:txBody>
      </p:sp>
    </p:spTree>
    <p:extLst>
      <p:ext uri="{BB962C8B-B14F-4D97-AF65-F5344CB8AC3E}">
        <p14:creationId xmlns:p14="http://schemas.microsoft.com/office/powerpoint/2010/main" val="37127229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6386C0-33B0-D3E7-0595-8DD2D365CFB3}"/>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7FBD97D9-4FF5-59A1-EA03-387CC607D598}"/>
              </a:ext>
            </a:extLst>
          </p:cNvPr>
          <p:cNvSpPr>
            <a:spLocks noGrp="1"/>
          </p:cNvSpPr>
          <p:nvPr>
            <p:ph type="ctrTitle"/>
          </p:nvPr>
        </p:nvSpPr>
        <p:spPr/>
        <p:txBody>
          <a:bodyPr/>
          <a:lstStyle/>
          <a:p>
            <a:r>
              <a:rPr lang="en-AU">
                <a:latin typeface="+mj-lt"/>
              </a:rPr>
              <a:t>Review of learning 7</a:t>
            </a:r>
          </a:p>
        </p:txBody>
      </p:sp>
    </p:spTree>
    <p:extLst>
      <p:ext uri="{BB962C8B-B14F-4D97-AF65-F5344CB8AC3E}">
        <p14:creationId xmlns:p14="http://schemas.microsoft.com/office/powerpoint/2010/main" val="12163138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C15398-800B-C37C-55E0-0470F4909344}"/>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51CEC450-DAE1-62BC-B553-D672C743EA19}"/>
              </a:ext>
            </a:extLst>
          </p:cNvPr>
          <p:cNvSpPr>
            <a:spLocks noGrp="1"/>
          </p:cNvSpPr>
          <p:nvPr>
            <p:ph type="title"/>
          </p:nvPr>
        </p:nvSpPr>
        <p:spPr>
          <a:xfrm>
            <a:off x="360000" y="360000"/>
            <a:ext cx="9901600" cy="545601"/>
          </a:xfrm>
        </p:spPr>
        <p:txBody>
          <a:bodyPr/>
          <a:lstStyle/>
          <a:p>
            <a:r>
              <a:rPr lang="en-US"/>
              <a:t>Multiple choice</a:t>
            </a:r>
            <a:r>
              <a:rPr lang="en-US">
                <a:solidFill>
                  <a:schemeClr val="bg1"/>
                </a:solidFill>
              </a:rPr>
              <a:t> (3)</a:t>
            </a:r>
          </a:p>
        </p:txBody>
      </p:sp>
      <p:pic>
        <p:nvPicPr>
          <p:cNvPr id="4" name="Picture 3" descr="image of a finger selecting an option for a multiple choice or true and false">
            <a:extLst>
              <a:ext uri="{FF2B5EF4-FFF2-40B4-BE49-F238E27FC236}">
                <a16:creationId xmlns:a16="http://schemas.microsoft.com/office/drawing/2014/main" id="{64CB5075-C0BA-A616-BFA5-6DACEEA2193D}"/>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15" name="Text Placeholder">
            <a:extLst>
              <a:ext uri="{FF2B5EF4-FFF2-40B4-BE49-F238E27FC236}">
                <a16:creationId xmlns:a16="http://schemas.microsoft.com/office/drawing/2014/main" id="{40A9FD29-1A3E-9723-0ACE-5D5E34B4CFFE}"/>
              </a:ext>
            </a:extLst>
          </p:cNvPr>
          <p:cNvSpPr>
            <a:spLocks noGrp="1"/>
          </p:cNvSpPr>
          <p:nvPr>
            <p:ph type="body" sz="quarter" idx="28"/>
          </p:nvPr>
        </p:nvSpPr>
        <p:spPr>
          <a:xfrm>
            <a:off x="360000" y="947189"/>
            <a:ext cx="8784000" cy="754243"/>
          </a:xfrm>
        </p:spPr>
        <p:txBody>
          <a:bodyPr/>
          <a:lstStyle/>
          <a:p>
            <a:r>
              <a:rPr lang="en-US" sz="3600" dirty="0"/>
              <a:t>What do you consider the closest </a:t>
            </a:r>
            <a:r>
              <a:rPr lang="en-US" sz="3600" b="1" dirty="0"/>
              <a:t>estimate</a:t>
            </a:r>
            <a:r>
              <a:rPr lang="en-US" sz="3600" dirty="0"/>
              <a:t> to the number of books displayed?</a:t>
            </a:r>
          </a:p>
        </p:txBody>
      </p:sp>
      <p:sp>
        <p:nvSpPr>
          <p:cNvPr id="9" name="B">
            <a:extLst>
              <a:ext uri="{FF2B5EF4-FFF2-40B4-BE49-F238E27FC236}">
                <a16:creationId xmlns:a16="http://schemas.microsoft.com/office/drawing/2014/main" id="{74E3B0A8-9F57-D235-CE9B-792D05864D06}"/>
              </a:ext>
            </a:extLst>
          </p:cNvPr>
          <p:cNvSpPr txBox="1"/>
          <p:nvPr/>
        </p:nvSpPr>
        <p:spPr>
          <a:xfrm>
            <a:off x="481376" y="2702172"/>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dirty="0"/>
              <a:t>A</a:t>
            </a:r>
          </a:p>
        </p:txBody>
      </p:sp>
      <p:sp>
        <p:nvSpPr>
          <p:cNvPr id="18" name="A text">
            <a:extLst>
              <a:ext uri="{FF2B5EF4-FFF2-40B4-BE49-F238E27FC236}">
                <a16:creationId xmlns:a16="http://schemas.microsoft.com/office/drawing/2014/main" id="{1772B02B-D1D6-04F2-2284-C30C5D425B73}"/>
              </a:ext>
            </a:extLst>
          </p:cNvPr>
          <p:cNvSpPr>
            <a:spLocks noGrp="1"/>
          </p:cNvSpPr>
          <p:nvPr>
            <p:ph type="body" sz="quarter" idx="31"/>
          </p:nvPr>
        </p:nvSpPr>
        <p:spPr>
          <a:xfrm>
            <a:off x="1156336" y="2683072"/>
            <a:ext cx="10175920" cy="641396"/>
          </a:xfrm>
        </p:spPr>
        <p:txBody>
          <a:bodyPr anchor="ctr"/>
          <a:lstStyle/>
          <a:p>
            <a:r>
              <a:rPr lang="en-US" sz="3600" dirty="0"/>
              <a:t>100</a:t>
            </a:r>
          </a:p>
        </p:txBody>
      </p:sp>
      <p:sp>
        <p:nvSpPr>
          <p:cNvPr id="10" name="B">
            <a:extLst>
              <a:ext uri="{FF2B5EF4-FFF2-40B4-BE49-F238E27FC236}">
                <a16:creationId xmlns:a16="http://schemas.microsoft.com/office/drawing/2014/main" id="{84E707A0-C389-4E61-9D65-B2494B82BB53}"/>
              </a:ext>
            </a:extLst>
          </p:cNvPr>
          <p:cNvSpPr txBox="1"/>
          <p:nvPr/>
        </p:nvSpPr>
        <p:spPr>
          <a:xfrm>
            <a:off x="481375" y="3550085"/>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17" name="B text">
            <a:extLst>
              <a:ext uri="{FF2B5EF4-FFF2-40B4-BE49-F238E27FC236}">
                <a16:creationId xmlns:a16="http://schemas.microsoft.com/office/drawing/2014/main" id="{50F8426D-260F-1116-C4E4-6CB0AC80CA0D}"/>
              </a:ext>
            </a:extLst>
          </p:cNvPr>
          <p:cNvSpPr>
            <a:spLocks noGrp="1"/>
          </p:cNvSpPr>
          <p:nvPr>
            <p:ph type="body" sz="quarter" idx="30"/>
          </p:nvPr>
        </p:nvSpPr>
        <p:spPr>
          <a:xfrm>
            <a:off x="1156336" y="3519696"/>
            <a:ext cx="10175920" cy="641396"/>
          </a:xfrm>
        </p:spPr>
        <p:txBody>
          <a:bodyPr anchor="ctr"/>
          <a:lstStyle/>
          <a:p>
            <a:r>
              <a:rPr lang="en-US" sz="3600" dirty="0"/>
              <a:t>150</a:t>
            </a:r>
          </a:p>
        </p:txBody>
      </p:sp>
      <p:sp>
        <p:nvSpPr>
          <p:cNvPr id="12" name="C">
            <a:extLst>
              <a:ext uri="{FF2B5EF4-FFF2-40B4-BE49-F238E27FC236}">
                <a16:creationId xmlns:a16="http://schemas.microsoft.com/office/drawing/2014/main" id="{9788D41B-F460-A2A7-9895-BACC9935400E}"/>
              </a:ext>
            </a:extLst>
          </p:cNvPr>
          <p:cNvSpPr txBox="1"/>
          <p:nvPr/>
        </p:nvSpPr>
        <p:spPr>
          <a:xfrm>
            <a:off x="481374" y="4400138"/>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
        <p:nvSpPr>
          <p:cNvPr id="16" name="C text">
            <a:extLst>
              <a:ext uri="{FF2B5EF4-FFF2-40B4-BE49-F238E27FC236}">
                <a16:creationId xmlns:a16="http://schemas.microsoft.com/office/drawing/2014/main" id="{D39196E5-C788-4896-62A4-BE56610E36D3}"/>
              </a:ext>
            </a:extLst>
          </p:cNvPr>
          <p:cNvSpPr>
            <a:spLocks noGrp="1"/>
          </p:cNvSpPr>
          <p:nvPr>
            <p:ph type="body" sz="quarter" idx="29"/>
          </p:nvPr>
        </p:nvSpPr>
        <p:spPr>
          <a:xfrm>
            <a:off x="1156336" y="4369749"/>
            <a:ext cx="10175920" cy="641396"/>
          </a:xfrm>
        </p:spPr>
        <p:txBody>
          <a:bodyPr anchor="ctr"/>
          <a:lstStyle/>
          <a:p>
            <a:r>
              <a:rPr lang="en-US" sz="3600" dirty="0"/>
              <a:t>200</a:t>
            </a:r>
          </a:p>
        </p:txBody>
      </p:sp>
      <p:sp>
        <p:nvSpPr>
          <p:cNvPr id="11" name="D">
            <a:extLst>
              <a:ext uri="{FF2B5EF4-FFF2-40B4-BE49-F238E27FC236}">
                <a16:creationId xmlns:a16="http://schemas.microsoft.com/office/drawing/2014/main" id="{37D9B686-69B2-9F12-4FF7-01057B8F2D6B}"/>
              </a:ext>
            </a:extLst>
          </p:cNvPr>
          <p:cNvSpPr txBox="1"/>
          <p:nvPr/>
        </p:nvSpPr>
        <p:spPr>
          <a:xfrm>
            <a:off x="481373" y="5250191"/>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14" name="D text">
            <a:extLst>
              <a:ext uri="{FF2B5EF4-FFF2-40B4-BE49-F238E27FC236}">
                <a16:creationId xmlns:a16="http://schemas.microsoft.com/office/drawing/2014/main" id="{967C1F6E-40B8-D818-5AA6-03FC04C9EFD4}"/>
              </a:ext>
            </a:extLst>
          </p:cNvPr>
          <p:cNvSpPr>
            <a:spLocks noGrp="1"/>
          </p:cNvSpPr>
          <p:nvPr>
            <p:ph type="body" sz="quarter" idx="27"/>
          </p:nvPr>
        </p:nvSpPr>
        <p:spPr>
          <a:xfrm>
            <a:off x="1156336" y="5219802"/>
            <a:ext cx="10175920" cy="641396"/>
          </a:xfrm>
        </p:spPr>
        <p:txBody>
          <a:bodyPr anchor="ctr"/>
          <a:lstStyle/>
          <a:p>
            <a:r>
              <a:rPr lang="en-US" sz="3600" dirty="0"/>
              <a:t>250</a:t>
            </a:r>
          </a:p>
        </p:txBody>
      </p:sp>
      <p:grpSp>
        <p:nvGrpSpPr>
          <p:cNvPr id="7" name="Group 6" descr="A bookshelf with 6 shelves full of books.">
            <a:extLst>
              <a:ext uri="{FF2B5EF4-FFF2-40B4-BE49-F238E27FC236}">
                <a16:creationId xmlns:a16="http://schemas.microsoft.com/office/drawing/2014/main" id="{2400B05A-A74C-7821-DD68-55BA24FE9EB6}"/>
              </a:ext>
            </a:extLst>
          </p:cNvPr>
          <p:cNvGrpSpPr/>
          <p:nvPr/>
        </p:nvGrpSpPr>
        <p:grpSpPr>
          <a:xfrm>
            <a:off x="9289531" y="1275644"/>
            <a:ext cx="2205944" cy="5479939"/>
            <a:chOff x="4058296" y="270839"/>
            <a:chExt cx="2880919" cy="6706312"/>
          </a:xfrm>
          <a:effectLst>
            <a:outerShdw blurRad="50800" dist="38100" dir="2700000" algn="tl" rotWithShape="0">
              <a:prstClr val="black">
                <a:alpha val="40000"/>
              </a:prstClr>
            </a:outerShdw>
          </a:effectLst>
        </p:grpSpPr>
        <p:sp>
          <p:nvSpPr>
            <p:cNvPr id="8" name="Freeform 2">
              <a:extLst>
                <a:ext uri="{FF2B5EF4-FFF2-40B4-BE49-F238E27FC236}">
                  <a16:creationId xmlns:a16="http://schemas.microsoft.com/office/drawing/2014/main" id="{4A0845A2-C87C-E179-BB54-FC2DBD70143F}"/>
                </a:ext>
              </a:extLst>
            </p:cNvPr>
            <p:cNvSpPr/>
            <p:nvPr/>
          </p:nvSpPr>
          <p:spPr>
            <a:xfrm>
              <a:off x="4058296" y="270839"/>
              <a:ext cx="2880919" cy="3353156"/>
            </a:xfrm>
            <a:custGeom>
              <a:avLst/>
              <a:gdLst/>
              <a:ahLst/>
              <a:cxnLst/>
              <a:rect l="l" t="t" r="r" b="b"/>
              <a:pathLst>
                <a:path w="2880919" h="3353156">
                  <a:moveTo>
                    <a:pt x="0" y="0"/>
                  </a:moveTo>
                  <a:lnTo>
                    <a:pt x="2880919" y="0"/>
                  </a:lnTo>
                  <a:lnTo>
                    <a:pt x="2880919" y="3353156"/>
                  </a:lnTo>
                  <a:lnTo>
                    <a:pt x="0" y="3353156"/>
                  </a:lnTo>
                  <a:lnTo>
                    <a:pt x="0" y="0"/>
                  </a:lnTo>
                  <a:close/>
                </a:path>
              </a:pathLst>
            </a:custGeom>
            <a:blipFill>
              <a:blip r:embed="rId4"/>
              <a:stretch>
                <a:fillRect/>
              </a:stretch>
            </a:blipFill>
          </p:spPr>
          <p:txBody>
            <a:bodyPr/>
            <a:lstStyle/>
            <a:p>
              <a:endParaRPr lang="en-AU" dirty="0"/>
            </a:p>
          </p:txBody>
        </p:sp>
        <p:sp>
          <p:nvSpPr>
            <p:cNvPr id="13" name="Freeform 3">
              <a:extLst>
                <a:ext uri="{FF2B5EF4-FFF2-40B4-BE49-F238E27FC236}">
                  <a16:creationId xmlns:a16="http://schemas.microsoft.com/office/drawing/2014/main" id="{6E24656D-1810-7D9F-B8BB-93949EC86F46}"/>
                </a:ext>
              </a:extLst>
            </p:cNvPr>
            <p:cNvSpPr/>
            <p:nvPr/>
          </p:nvSpPr>
          <p:spPr>
            <a:xfrm>
              <a:off x="4058296" y="3623995"/>
              <a:ext cx="2880919" cy="3353156"/>
            </a:xfrm>
            <a:custGeom>
              <a:avLst/>
              <a:gdLst/>
              <a:ahLst/>
              <a:cxnLst/>
              <a:rect l="l" t="t" r="r" b="b"/>
              <a:pathLst>
                <a:path w="2880919" h="3353156">
                  <a:moveTo>
                    <a:pt x="0" y="0"/>
                  </a:moveTo>
                  <a:lnTo>
                    <a:pt x="2880919" y="0"/>
                  </a:lnTo>
                  <a:lnTo>
                    <a:pt x="2880919" y="3353155"/>
                  </a:lnTo>
                  <a:lnTo>
                    <a:pt x="0" y="3353155"/>
                  </a:lnTo>
                  <a:lnTo>
                    <a:pt x="0" y="0"/>
                  </a:lnTo>
                  <a:close/>
                </a:path>
              </a:pathLst>
            </a:custGeom>
            <a:blipFill>
              <a:blip r:embed="rId4"/>
              <a:stretch>
                <a:fillRect/>
              </a:stretch>
            </a:blipFill>
          </p:spPr>
          <p:txBody>
            <a:bodyPr/>
            <a:lstStyle/>
            <a:p>
              <a:endParaRPr lang="en-AU"/>
            </a:p>
          </p:txBody>
        </p:sp>
      </p:grpSp>
      <p:sp>
        <p:nvSpPr>
          <p:cNvPr id="6" name="TextBox 5">
            <a:extLst>
              <a:ext uri="{FF2B5EF4-FFF2-40B4-BE49-F238E27FC236}">
                <a16:creationId xmlns:a16="http://schemas.microsoft.com/office/drawing/2014/main" id="{99354952-A7FA-76FC-491C-4F6AFCA38AD4}"/>
              </a:ext>
            </a:extLst>
          </p:cNvPr>
          <p:cNvSpPr txBox="1"/>
          <p:nvPr/>
        </p:nvSpPr>
        <p:spPr>
          <a:xfrm>
            <a:off x="862506" y="6084830"/>
            <a:ext cx="7910019" cy="646331"/>
          </a:xfrm>
          <a:prstGeom prst="rect">
            <a:avLst/>
          </a:prstGeom>
          <a:noFill/>
        </p:spPr>
        <p:txBody>
          <a:bodyPr wrap="square">
            <a:spAutoFit/>
          </a:bodyPr>
          <a:lstStyle/>
          <a:p>
            <a:r>
              <a:rPr lang="en-US" sz="3600" b="1"/>
              <a:t>Communicate</a:t>
            </a:r>
            <a:r>
              <a:rPr lang="en-US" sz="3600"/>
              <a:t> your </a:t>
            </a:r>
            <a:r>
              <a:rPr lang="en-US" sz="3600" b="1"/>
              <a:t>reasoning</a:t>
            </a:r>
            <a:r>
              <a:rPr lang="en-US" sz="3600"/>
              <a:t>. </a:t>
            </a:r>
            <a:endParaRPr lang="en-AU" sz="3600"/>
          </a:p>
        </p:txBody>
      </p:sp>
      <p:sp>
        <p:nvSpPr>
          <p:cNvPr id="2" name="Slide Number Placeholder 1">
            <a:extLst>
              <a:ext uri="{FF2B5EF4-FFF2-40B4-BE49-F238E27FC236}">
                <a16:creationId xmlns:a16="http://schemas.microsoft.com/office/drawing/2014/main" id="{C5017964-DD31-691B-7210-DFDEC57BB212}"/>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47</a:t>
            </a:fld>
            <a:endParaRPr lang="en-AU"/>
          </a:p>
        </p:txBody>
      </p:sp>
    </p:spTree>
    <p:extLst>
      <p:ext uri="{BB962C8B-B14F-4D97-AF65-F5344CB8AC3E}">
        <p14:creationId xmlns:p14="http://schemas.microsoft.com/office/powerpoint/2010/main" val="25744948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0B2251-DF10-C8DB-1C57-FDC0798EB71D}"/>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DE911EA-787B-F6E6-4161-4190166C5EE5}"/>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(25)</a:t>
            </a:r>
          </a:p>
        </p:txBody>
      </p:sp>
      <p:pic>
        <p:nvPicPr>
          <p:cNvPr id="3" name="Picture 2" descr="image of a clipboard with a pencil recording short answer responses">
            <a:extLst>
              <a:ext uri="{FF2B5EF4-FFF2-40B4-BE49-F238E27FC236}">
                <a16:creationId xmlns:a16="http://schemas.microsoft.com/office/drawing/2014/main" id="{3BDDE108-B743-E59F-31B4-5F4FCBC7EB67}"/>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76FCA82C-FA22-16BA-B708-2E0B79D0CC77}"/>
              </a:ext>
            </a:extLst>
          </p:cNvPr>
          <p:cNvSpPr txBox="1"/>
          <p:nvPr/>
        </p:nvSpPr>
        <p:spPr>
          <a:xfrm>
            <a:off x="504967" y="1654511"/>
            <a:ext cx="10619033" cy="2009633"/>
          </a:xfrm>
          <a:prstGeom prst="rect">
            <a:avLst/>
          </a:prstGeom>
          <a:noFill/>
        </p:spPr>
        <p:txBody>
          <a:bodyPr wrap="square" lIns="0" tIns="0" rIns="0" bIns="0" rtlCol="0">
            <a:noAutofit/>
          </a:bodyPr>
          <a:lstStyle/>
          <a:p>
            <a:pPr algn="ctr">
              <a:lnSpc>
                <a:spcPct val="150000"/>
              </a:lnSpc>
            </a:pPr>
            <a:r>
              <a:rPr lang="en-AU" sz="4400"/>
              <a:t>A water bottle holds </a:t>
            </a:r>
            <a:r>
              <a:rPr lang="en-AU" sz="4400" b="1"/>
              <a:t>1.375 litres </a:t>
            </a:r>
            <a:r>
              <a:rPr lang="en-AU" sz="4400"/>
              <a:t>of water. After Sam drinks some water, there is </a:t>
            </a:r>
            <a:r>
              <a:rPr lang="en-AU" sz="4400" b="1"/>
              <a:t>0.842 litres left</a:t>
            </a:r>
            <a:r>
              <a:rPr lang="en-AU" sz="4400"/>
              <a:t>. </a:t>
            </a:r>
            <a:r>
              <a:rPr lang="en-AU" sz="4400" b="1"/>
              <a:t>How much </a:t>
            </a:r>
            <a:r>
              <a:rPr lang="en-AU" sz="4400"/>
              <a:t>water did Sam </a:t>
            </a:r>
            <a:r>
              <a:rPr lang="en-AU" sz="4400" b="1"/>
              <a:t>drink</a:t>
            </a:r>
            <a:r>
              <a:rPr lang="en-AU" sz="4400"/>
              <a:t>?</a:t>
            </a:r>
          </a:p>
        </p:txBody>
      </p:sp>
      <p:sp>
        <p:nvSpPr>
          <p:cNvPr id="2" name="Slide Number Placeholder 1">
            <a:extLst>
              <a:ext uri="{FF2B5EF4-FFF2-40B4-BE49-F238E27FC236}">
                <a16:creationId xmlns:a16="http://schemas.microsoft.com/office/drawing/2014/main" id="{F851AEB6-60CA-021F-FFCF-D7ED46FA357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48</a:t>
            </a:fld>
            <a:endParaRPr lang="en-AU"/>
          </a:p>
        </p:txBody>
      </p:sp>
    </p:spTree>
    <p:extLst>
      <p:ext uri="{BB962C8B-B14F-4D97-AF65-F5344CB8AC3E}">
        <p14:creationId xmlns:p14="http://schemas.microsoft.com/office/powerpoint/2010/main" val="34210457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DDFDA5-04FD-A818-D8EE-F166EE820F3C}"/>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E278584-1D03-2A7C-E8C8-43BF5F89AB62}"/>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(26)</a:t>
            </a:r>
          </a:p>
        </p:txBody>
      </p:sp>
      <p:pic>
        <p:nvPicPr>
          <p:cNvPr id="3" name="Picture 2" descr="image of a clipboard with a pencil recording short answer responses">
            <a:extLst>
              <a:ext uri="{FF2B5EF4-FFF2-40B4-BE49-F238E27FC236}">
                <a16:creationId xmlns:a16="http://schemas.microsoft.com/office/drawing/2014/main" id="{5DACDB15-40FB-10CA-304C-024754D6DBAE}"/>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97B9AFD2-6427-85F5-B2D4-DCB754FAD667}"/>
              </a:ext>
            </a:extLst>
          </p:cNvPr>
          <p:cNvSpPr txBox="1"/>
          <p:nvPr/>
        </p:nvSpPr>
        <p:spPr>
          <a:xfrm>
            <a:off x="360000" y="1403596"/>
            <a:ext cx="11585976" cy="2902226"/>
          </a:xfrm>
          <a:prstGeom prst="rect">
            <a:avLst/>
          </a:prstGeom>
          <a:noFill/>
        </p:spPr>
        <p:txBody>
          <a:bodyPr wrap="square" lIns="0" tIns="0" rIns="0" bIns="0" rtlCol="0">
            <a:noAutofit/>
          </a:bodyPr>
          <a:lstStyle/>
          <a:p>
            <a:pPr algn="ctr">
              <a:lnSpc>
                <a:spcPct val="150000"/>
              </a:lnSpc>
            </a:pPr>
            <a:r>
              <a:rPr lang="en-AU" sz="3600" dirty="0"/>
              <a:t>Draw an empty number line starting at 0 and ending at 1.</a:t>
            </a:r>
          </a:p>
          <a:p>
            <a:pPr algn="ctr">
              <a:lnSpc>
                <a:spcPct val="150000"/>
              </a:lnSpc>
            </a:pPr>
            <a:r>
              <a:rPr lang="en-AU" sz="3600" dirty="0"/>
              <a:t>Mark the following </a:t>
            </a:r>
            <a:r>
              <a:rPr lang="en-AU" sz="3600" b="1" dirty="0"/>
              <a:t>benchmark numbers </a:t>
            </a:r>
            <a:r>
              <a:rPr lang="en-AU" sz="3600" dirty="0"/>
              <a:t>on the number line: 0.25, 0.5 and 0.75.</a:t>
            </a:r>
          </a:p>
          <a:p>
            <a:pPr algn="ctr">
              <a:lnSpc>
                <a:spcPct val="150000"/>
              </a:lnSpc>
            </a:pPr>
            <a:endParaRPr lang="en-AU" sz="3200" dirty="0"/>
          </a:p>
          <a:p>
            <a:pPr algn="ctr">
              <a:lnSpc>
                <a:spcPct val="150000"/>
              </a:lnSpc>
            </a:pPr>
            <a:endParaRPr lang="en-AU" sz="3200" b="1" dirty="0"/>
          </a:p>
          <a:p>
            <a:pPr algn="ctr">
              <a:lnSpc>
                <a:spcPct val="150000"/>
              </a:lnSpc>
            </a:pPr>
            <a:r>
              <a:rPr lang="en-AU" sz="4400" b="1" dirty="0"/>
              <a:t>Communicate</a:t>
            </a:r>
            <a:r>
              <a:rPr lang="en-AU" sz="4400" dirty="0"/>
              <a:t> your </a:t>
            </a:r>
            <a:r>
              <a:rPr lang="en-AU" sz="4400" b="1" dirty="0"/>
              <a:t>reasoning</a:t>
            </a:r>
            <a:r>
              <a:rPr lang="en-AU" sz="4400" dirty="0"/>
              <a:t>. </a:t>
            </a:r>
          </a:p>
          <a:p>
            <a:pPr algn="ctr">
              <a:lnSpc>
                <a:spcPct val="150000"/>
              </a:lnSpc>
            </a:pPr>
            <a:endParaRPr lang="en-AU" sz="3200" dirty="0"/>
          </a:p>
        </p:txBody>
      </p:sp>
      <p:sp>
        <p:nvSpPr>
          <p:cNvPr id="2" name="Slide Number Placeholder 1">
            <a:extLst>
              <a:ext uri="{FF2B5EF4-FFF2-40B4-BE49-F238E27FC236}">
                <a16:creationId xmlns:a16="http://schemas.microsoft.com/office/drawing/2014/main" id="{7272EA4F-3F06-6846-819D-1E1E70AD9111}"/>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49</a:t>
            </a:fld>
            <a:endParaRPr lang="en-AU"/>
          </a:p>
        </p:txBody>
      </p:sp>
      <p:pic>
        <p:nvPicPr>
          <p:cNvPr id="9" name="Picture 8">
            <a:extLst>
              <a:ext uri="{FF2B5EF4-FFF2-40B4-BE49-F238E27FC236}">
                <a16:creationId xmlns:a16="http://schemas.microsoft.com/office/drawing/2014/main" id="{51B9224D-5B8F-6DD3-4436-83C966618431}"/>
              </a:ext>
            </a:extLst>
          </p:cNvPr>
          <p:cNvPicPr>
            <a:picLocks noChangeAspect="1"/>
          </p:cNvPicPr>
          <p:nvPr/>
        </p:nvPicPr>
        <p:blipFill>
          <a:blip r:embed="rId4"/>
          <a:stretch>
            <a:fillRect/>
          </a:stretch>
        </p:blipFill>
        <p:spPr>
          <a:xfrm>
            <a:off x="1472797" y="4372585"/>
            <a:ext cx="9360381" cy="977950"/>
          </a:xfrm>
          <a:prstGeom prst="rect">
            <a:avLst/>
          </a:prstGeom>
        </p:spPr>
      </p:pic>
    </p:spTree>
    <p:extLst>
      <p:ext uri="{BB962C8B-B14F-4D97-AF65-F5344CB8AC3E}">
        <p14:creationId xmlns:p14="http://schemas.microsoft.com/office/powerpoint/2010/main" val="41103705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3EE59B-9BEF-7D49-551E-3074A6DFFA74}"/>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00379C9-D3D6-8DF3-10D6-65CC2C3BA62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(27)</a:t>
            </a:r>
          </a:p>
        </p:txBody>
      </p:sp>
      <p:pic>
        <p:nvPicPr>
          <p:cNvPr id="3" name="Picture 2" descr="image of a clipboard with a pencil recording short answer responses">
            <a:extLst>
              <a:ext uri="{FF2B5EF4-FFF2-40B4-BE49-F238E27FC236}">
                <a16:creationId xmlns:a16="http://schemas.microsoft.com/office/drawing/2014/main" id="{6F1984CA-3815-83E6-2CEF-D3AC5609C15C}"/>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Box 4">
            <a:extLst>
              <a:ext uri="{FF2B5EF4-FFF2-40B4-BE49-F238E27FC236}">
                <a16:creationId xmlns:a16="http://schemas.microsoft.com/office/drawing/2014/main" id="{DF5300CE-256D-49A3-FBBA-57F11059A9E4}"/>
              </a:ext>
            </a:extLst>
          </p:cNvPr>
          <p:cNvSpPr txBox="1"/>
          <p:nvPr/>
        </p:nvSpPr>
        <p:spPr>
          <a:xfrm>
            <a:off x="951542" y="1616939"/>
            <a:ext cx="10694504" cy="769441"/>
          </a:xfrm>
          <a:prstGeom prst="rect">
            <a:avLst/>
          </a:prstGeom>
          <a:noFill/>
        </p:spPr>
        <p:txBody>
          <a:bodyPr wrap="square">
            <a:spAutoFit/>
          </a:bodyPr>
          <a:lstStyle/>
          <a:p>
            <a:pPr algn="ctr"/>
            <a:r>
              <a:rPr lang="en-AU" sz="4400" dirty="0">
                <a:effectLst/>
                <a:latin typeface="Arial" panose="020B0604020202020204" pitchFamily="34" charset="0"/>
                <a:ea typeface="Calibri" panose="020F0502020204030204" pitchFamily="34" charset="0"/>
              </a:rPr>
              <a:t>Use a </a:t>
            </a:r>
            <a:r>
              <a:rPr lang="en-AU" sz="4400" b="1" dirty="0">
                <a:effectLst/>
                <a:latin typeface="Arial" panose="020B0604020202020204" pitchFamily="34" charset="0"/>
                <a:ea typeface="Calibri" panose="020F0502020204030204" pitchFamily="34" charset="0"/>
              </a:rPr>
              <a:t>number line </a:t>
            </a:r>
            <a:r>
              <a:rPr lang="en-AU" sz="4400" dirty="0">
                <a:effectLst/>
                <a:latin typeface="Arial" panose="020B0604020202020204" pitchFamily="34" charset="0"/>
                <a:ea typeface="Calibri" panose="020F0502020204030204" pitchFamily="34" charset="0"/>
              </a:rPr>
              <a:t>to record the solution.</a:t>
            </a:r>
            <a:endParaRPr lang="en-AU" sz="4400" dirty="0"/>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9442004D-FE8F-ADAA-4258-3A0DDF071321}"/>
                  </a:ext>
                </a:extLst>
              </p:cNvPr>
              <p:cNvSpPr txBox="1"/>
              <p:nvPr/>
            </p:nvSpPr>
            <p:spPr>
              <a:xfrm>
                <a:off x="5045976" y="3262471"/>
                <a:ext cx="2876024" cy="1533433"/>
              </a:xfrm>
              <a:prstGeom prst="rect">
                <a:avLst/>
              </a:prstGeom>
              <a:noFill/>
            </p:spPr>
            <p:txBody>
              <a:bodyPr wrap="square">
                <a:spAutoFit/>
              </a:bodyPr>
              <a:lstStyle/>
              <a:p>
                <a14:m>
                  <m:oMath xmlns:m="http://schemas.openxmlformats.org/officeDocument/2006/math">
                    <m:f>
                      <m:fPr>
                        <m:ctrlPr>
                          <a:rPr lang="en-AU" sz="6600" i="1" smtClean="0">
                            <a:latin typeface="Cambria Math" panose="02040503050406030204" pitchFamily="18" charset="0"/>
                          </a:rPr>
                        </m:ctrlPr>
                      </m:fPr>
                      <m:num>
                        <m:r>
                          <a:rPr lang="en-AU" sz="6600" b="0" i="1" smtClean="0">
                            <a:latin typeface="Cambria Math" panose="02040503050406030204" pitchFamily="18" charset="0"/>
                          </a:rPr>
                          <m:t>2</m:t>
                        </m:r>
                      </m:num>
                      <m:den>
                        <m:r>
                          <a:rPr lang="en-AU" sz="6600" i="1">
                            <a:latin typeface="Cambria Math" panose="02040503050406030204" pitchFamily="18" charset="0"/>
                          </a:rPr>
                          <m:t>4</m:t>
                        </m:r>
                      </m:den>
                    </m:f>
                  </m:oMath>
                </a14:m>
                <a:r>
                  <a:rPr lang="en-AU" sz="6600" dirty="0"/>
                  <a:t> + </a:t>
                </a:r>
                <a14:m>
                  <m:oMath xmlns:m="http://schemas.openxmlformats.org/officeDocument/2006/math">
                    <m:f>
                      <m:fPr>
                        <m:ctrlPr>
                          <a:rPr lang="en-AU" sz="6600" i="1">
                            <a:latin typeface="Cambria Math" panose="02040503050406030204" pitchFamily="18" charset="0"/>
                          </a:rPr>
                        </m:ctrlPr>
                      </m:fPr>
                      <m:num>
                        <m:r>
                          <a:rPr lang="en-AU" sz="6600" b="0" i="1" smtClean="0">
                            <a:latin typeface="Cambria Math" panose="02040503050406030204" pitchFamily="18" charset="0"/>
                          </a:rPr>
                          <m:t>1</m:t>
                        </m:r>
                      </m:num>
                      <m:den>
                        <m:r>
                          <a:rPr lang="en-AU" sz="6600" i="1">
                            <a:latin typeface="Cambria Math" panose="02040503050406030204" pitchFamily="18" charset="0"/>
                          </a:rPr>
                          <m:t>8</m:t>
                        </m:r>
                      </m:den>
                    </m:f>
                  </m:oMath>
                </a14:m>
                <a:r>
                  <a:rPr lang="en-AU" sz="6600" dirty="0"/>
                  <a:t> =</a:t>
                </a:r>
              </a:p>
            </p:txBody>
          </p:sp>
        </mc:Choice>
        <mc:Fallback xmlns="">
          <p:sp>
            <p:nvSpPr>
              <p:cNvPr id="4" name="TextBox 3">
                <a:extLst>
                  <a:ext uri="{FF2B5EF4-FFF2-40B4-BE49-F238E27FC236}">
                    <a16:creationId xmlns:a16="http://schemas.microsoft.com/office/drawing/2014/main" id="{9442004D-FE8F-ADAA-4258-3A0DDF071321}"/>
                  </a:ext>
                </a:extLst>
              </p:cNvPr>
              <p:cNvSpPr txBox="1">
                <a:spLocks noRot="1" noChangeAspect="1" noMove="1" noResize="1" noEditPoints="1" noAdjustHandles="1" noChangeArrowheads="1" noChangeShapeType="1" noTextEdit="1"/>
              </p:cNvSpPr>
              <p:nvPr/>
            </p:nvSpPr>
            <p:spPr>
              <a:xfrm>
                <a:off x="5045976" y="3262471"/>
                <a:ext cx="2876024" cy="1533433"/>
              </a:xfrm>
              <a:prstGeom prst="rect">
                <a:avLst/>
              </a:prstGeom>
              <a:blipFill>
                <a:blip r:embed="rId4"/>
                <a:stretch>
                  <a:fillRect t="-1984" r="-3814" b="-13492"/>
                </a:stretch>
              </a:blipFill>
            </p:spPr>
            <p:txBody>
              <a:bodyPr/>
              <a:lstStyle/>
              <a:p>
                <a:r>
                  <a:rPr lang="en-AU">
                    <a:noFill/>
                  </a:rPr>
                  <a:t> </a:t>
                </a:r>
              </a:p>
            </p:txBody>
          </p:sp>
        </mc:Fallback>
      </mc:AlternateContent>
      <p:sp>
        <p:nvSpPr>
          <p:cNvPr id="2" name="Slide Number Placeholder 1">
            <a:extLst>
              <a:ext uri="{FF2B5EF4-FFF2-40B4-BE49-F238E27FC236}">
                <a16:creationId xmlns:a16="http://schemas.microsoft.com/office/drawing/2014/main" id="{E2D3DA14-23C1-BEF3-C7DE-42D4326F460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50</a:t>
            </a:fld>
            <a:endParaRPr lang="en-AU"/>
          </a:p>
        </p:txBody>
      </p:sp>
    </p:spTree>
    <p:extLst>
      <p:ext uri="{BB962C8B-B14F-4D97-AF65-F5344CB8AC3E}">
        <p14:creationId xmlns:p14="http://schemas.microsoft.com/office/powerpoint/2010/main" val="36848639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55659C-52F1-8E74-099C-EE67C3721A0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E4A8999-8A41-AC47-3114-D0B5AAC2A64C}"/>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(28)</a:t>
            </a:r>
          </a:p>
        </p:txBody>
      </p:sp>
      <p:pic>
        <p:nvPicPr>
          <p:cNvPr id="3" name="Picture 2" descr="image of a clipboard with a pencil recording short answer responses">
            <a:extLst>
              <a:ext uri="{FF2B5EF4-FFF2-40B4-BE49-F238E27FC236}">
                <a16:creationId xmlns:a16="http://schemas.microsoft.com/office/drawing/2014/main" id="{981E4643-C0C9-5325-74DA-A071DDDC65A8}"/>
              </a:ext>
            </a:extLst>
          </p:cNvPr>
          <p:cNvPicPr>
            <a:picLocks noChangeAspect="1"/>
          </p:cNvPicPr>
          <p:nvPr/>
        </p:nvPicPr>
        <p:blipFill>
          <a:blip r:embed="rId3"/>
          <a:stretch>
            <a:fillRect/>
          </a:stretch>
        </p:blipFill>
        <p:spPr>
          <a:xfrm>
            <a:off x="11030476" y="268723"/>
            <a:ext cx="915500" cy="915500"/>
          </a:xfrm>
          <a:prstGeom prst="rect">
            <a:avLst/>
          </a:prstGeom>
        </p:spPr>
      </p:pic>
      <p:sp>
        <p:nvSpPr>
          <p:cNvPr id="10" name="TextBox 9">
            <a:extLst>
              <a:ext uri="{FF2B5EF4-FFF2-40B4-BE49-F238E27FC236}">
                <a16:creationId xmlns:a16="http://schemas.microsoft.com/office/drawing/2014/main" id="{FB8D127B-6DF6-DFA1-20B2-09952C8E190D}"/>
              </a:ext>
            </a:extLst>
          </p:cNvPr>
          <p:cNvSpPr txBox="1"/>
          <p:nvPr/>
        </p:nvSpPr>
        <p:spPr>
          <a:xfrm>
            <a:off x="360000" y="1026768"/>
            <a:ext cx="4399722" cy="4596617"/>
          </a:xfrm>
          <a:prstGeom prst="rect">
            <a:avLst/>
          </a:prstGeom>
          <a:noFill/>
        </p:spPr>
        <p:txBody>
          <a:bodyPr wrap="square" lIns="0" tIns="0" rIns="0" bIns="0" rtlCol="0">
            <a:noAutofit/>
          </a:bodyPr>
          <a:lstStyle/>
          <a:p>
            <a:pPr algn="ctr">
              <a:lnSpc>
                <a:spcPct val="150000"/>
              </a:lnSpc>
            </a:pPr>
            <a:r>
              <a:rPr lang="en-AU" sz="3600" dirty="0"/>
              <a:t>Calculate the </a:t>
            </a:r>
            <a:r>
              <a:rPr lang="en-AU" sz="3600" b="1" dirty="0"/>
              <a:t>perimeter</a:t>
            </a:r>
            <a:r>
              <a:rPr lang="en-AU" sz="3600" dirty="0"/>
              <a:t> of this rectangle drawn onto 1 cm × 1 cm grid paper. </a:t>
            </a:r>
            <a:r>
              <a:rPr lang="en-AU" sz="3600" b="1" dirty="0"/>
              <a:t>Communicate</a:t>
            </a:r>
            <a:r>
              <a:rPr lang="en-AU" sz="3600" dirty="0"/>
              <a:t> your </a:t>
            </a:r>
            <a:r>
              <a:rPr lang="en-AU" sz="3600" b="1" dirty="0"/>
              <a:t>reasoning. </a:t>
            </a:r>
            <a:endParaRPr lang="en-AU" sz="3600" dirty="0"/>
          </a:p>
          <a:p>
            <a:pPr algn="ctr">
              <a:lnSpc>
                <a:spcPct val="150000"/>
              </a:lnSpc>
            </a:pPr>
            <a:endParaRPr lang="en-AU" sz="3600" dirty="0"/>
          </a:p>
        </p:txBody>
      </p:sp>
      <p:grpSp>
        <p:nvGrpSpPr>
          <p:cNvPr id="4" name="Group 3" descr="A blue rectangle on 1 cm x 1 cm grid paper. The perimeter of the rectangle is: 36 cm.">
            <a:extLst>
              <a:ext uri="{FF2B5EF4-FFF2-40B4-BE49-F238E27FC236}">
                <a16:creationId xmlns:a16="http://schemas.microsoft.com/office/drawing/2014/main" id="{57A176DD-B690-62F7-E15A-B145BED6FE9F}"/>
              </a:ext>
            </a:extLst>
          </p:cNvPr>
          <p:cNvGrpSpPr/>
          <p:nvPr/>
        </p:nvGrpSpPr>
        <p:grpSpPr>
          <a:xfrm>
            <a:off x="5193792" y="730453"/>
            <a:ext cx="5836683" cy="5487467"/>
            <a:chOff x="857425" y="1194583"/>
            <a:chExt cx="4895617" cy="4693673"/>
          </a:xfrm>
          <a:effectLst>
            <a:outerShdw blurRad="50800" dist="38100" dir="2700000" algn="tl" rotWithShape="0">
              <a:prstClr val="black">
                <a:alpha val="40000"/>
              </a:prstClr>
            </a:outerShdw>
          </a:effectLst>
        </p:grpSpPr>
        <p:sp>
          <p:nvSpPr>
            <p:cNvPr id="5" name="Freeform 2">
              <a:extLst>
                <a:ext uri="{FF2B5EF4-FFF2-40B4-BE49-F238E27FC236}">
                  <a16:creationId xmlns:a16="http://schemas.microsoft.com/office/drawing/2014/main" id="{02245117-DF55-CD31-8455-59BABEA1997D}"/>
                </a:ext>
              </a:extLst>
            </p:cNvPr>
            <p:cNvSpPr/>
            <p:nvPr/>
          </p:nvSpPr>
          <p:spPr>
            <a:xfrm>
              <a:off x="857425" y="1194583"/>
              <a:ext cx="4895617" cy="4693673"/>
            </a:xfrm>
            <a:custGeom>
              <a:avLst/>
              <a:gdLst/>
              <a:ahLst/>
              <a:cxnLst/>
              <a:rect l="l" t="t" r="r" b="b"/>
              <a:pathLst>
                <a:path w="4895617" h="4693673">
                  <a:moveTo>
                    <a:pt x="0" y="0"/>
                  </a:moveTo>
                  <a:lnTo>
                    <a:pt x="4895617" y="0"/>
                  </a:lnTo>
                  <a:lnTo>
                    <a:pt x="4895617" y="4693673"/>
                  </a:lnTo>
                  <a:lnTo>
                    <a:pt x="0" y="469367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AU" dirty="0"/>
            </a:p>
          </p:txBody>
        </p:sp>
        <p:grpSp>
          <p:nvGrpSpPr>
            <p:cNvPr id="7" name="Group 3">
              <a:extLst>
                <a:ext uri="{FF2B5EF4-FFF2-40B4-BE49-F238E27FC236}">
                  <a16:creationId xmlns:a16="http://schemas.microsoft.com/office/drawing/2014/main" id="{70A50F1D-539E-E05B-8AB7-15127CCA9F9D}"/>
                </a:ext>
              </a:extLst>
            </p:cNvPr>
            <p:cNvGrpSpPr/>
            <p:nvPr/>
          </p:nvGrpSpPr>
          <p:grpSpPr>
            <a:xfrm>
              <a:off x="1523223" y="1936260"/>
              <a:ext cx="3606763" cy="2955241"/>
              <a:chOff x="0" y="-28575"/>
              <a:chExt cx="1292583" cy="1059091"/>
            </a:xfrm>
          </p:grpSpPr>
          <p:sp>
            <p:nvSpPr>
              <p:cNvPr id="8" name="Freeform 4">
                <a:extLst>
                  <a:ext uri="{FF2B5EF4-FFF2-40B4-BE49-F238E27FC236}">
                    <a16:creationId xmlns:a16="http://schemas.microsoft.com/office/drawing/2014/main" id="{272F2F62-3CD9-8CE7-522D-84F22433F8E9}"/>
                  </a:ext>
                </a:extLst>
              </p:cNvPr>
              <p:cNvSpPr/>
              <p:nvPr/>
            </p:nvSpPr>
            <p:spPr>
              <a:xfrm>
                <a:off x="0" y="0"/>
                <a:ext cx="1287750" cy="1030516"/>
              </a:xfrm>
              <a:custGeom>
                <a:avLst/>
                <a:gdLst/>
                <a:ahLst/>
                <a:cxnLst/>
                <a:rect l="l" t="t" r="r" b="b"/>
                <a:pathLst>
                  <a:path w="1292583" h="1030516">
                    <a:moveTo>
                      <a:pt x="0" y="0"/>
                    </a:moveTo>
                    <a:lnTo>
                      <a:pt x="1292583" y="0"/>
                    </a:lnTo>
                    <a:lnTo>
                      <a:pt x="1292583" y="1030516"/>
                    </a:lnTo>
                    <a:lnTo>
                      <a:pt x="0" y="1030516"/>
                    </a:lnTo>
                    <a:close/>
                  </a:path>
                </a:pathLst>
              </a:custGeom>
              <a:solidFill>
                <a:srgbClr val="146CFD"/>
              </a:solidFill>
              <a:ln w="9525" cap="sq">
                <a:solidFill>
                  <a:srgbClr val="000000"/>
                </a:solidFill>
                <a:prstDash val="solid"/>
                <a:miter/>
              </a:ln>
            </p:spPr>
            <p:txBody>
              <a:bodyPr/>
              <a:lstStyle/>
              <a:p>
                <a:endParaRPr lang="en-AU" dirty="0"/>
              </a:p>
            </p:txBody>
          </p:sp>
          <p:sp>
            <p:nvSpPr>
              <p:cNvPr id="9" name="TextBox 5">
                <a:extLst>
                  <a:ext uri="{FF2B5EF4-FFF2-40B4-BE49-F238E27FC236}">
                    <a16:creationId xmlns:a16="http://schemas.microsoft.com/office/drawing/2014/main" id="{535F62F9-E954-3662-6EED-5519DC653753}"/>
                  </a:ext>
                </a:extLst>
              </p:cNvPr>
              <p:cNvSpPr txBox="1"/>
              <p:nvPr/>
            </p:nvSpPr>
            <p:spPr>
              <a:xfrm>
                <a:off x="0" y="-28575"/>
                <a:ext cx="1292583" cy="1059091"/>
              </a:xfrm>
              <a:prstGeom prst="rect">
                <a:avLst/>
              </a:prstGeom>
            </p:spPr>
            <p:txBody>
              <a:bodyPr lIns="50800" tIns="50800" rIns="50800" bIns="50800" rtlCol="0" anchor="ctr"/>
              <a:lstStyle/>
              <a:p>
                <a:pPr algn="ctr">
                  <a:lnSpc>
                    <a:spcPts val="1960"/>
                  </a:lnSpc>
                </a:pPr>
                <a:endParaRPr/>
              </a:p>
            </p:txBody>
          </p:sp>
        </p:grpSp>
      </p:grpSp>
      <p:sp>
        <p:nvSpPr>
          <p:cNvPr id="2" name="Slide Number Placeholder 1">
            <a:extLst>
              <a:ext uri="{FF2B5EF4-FFF2-40B4-BE49-F238E27FC236}">
                <a16:creationId xmlns:a16="http://schemas.microsoft.com/office/drawing/2014/main" id="{23B0E339-1A21-2647-20E6-CEB4EE6B71A4}"/>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51</a:t>
            </a:fld>
            <a:endParaRPr lang="en-AU"/>
          </a:p>
        </p:txBody>
      </p:sp>
    </p:spTree>
    <p:extLst>
      <p:ext uri="{BB962C8B-B14F-4D97-AF65-F5344CB8AC3E}">
        <p14:creationId xmlns:p14="http://schemas.microsoft.com/office/powerpoint/2010/main" val="3997562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9FF0DA-B2BE-8F8C-8ED1-71AD29C1DD9A}"/>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DC14F34-167C-56D8-3CA3-124A3E6153BF}"/>
              </a:ext>
            </a:extLst>
          </p:cNvPr>
          <p:cNvSpPr>
            <a:spLocks noGrp="1"/>
          </p:cNvSpPr>
          <p:nvPr>
            <p:ph type="title"/>
          </p:nvPr>
        </p:nvSpPr>
        <p:spPr>
          <a:xfrm>
            <a:off x="360000" y="360000"/>
            <a:ext cx="10367268" cy="545601"/>
          </a:xfrm>
        </p:spPr>
        <p:txBody>
          <a:bodyPr/>
          <a:lstStyle/>
          <a:p>
            <a:r>
              <a:rPr lang="en-AU"/>
              <a:t>Activity 7 – efficient addition strategies</a:t>
            </a:r>
          </a:p>
        </p:txBody>
      </p:sp>
      <p:pic>
        <p:nvPicPr>
          <p:cNvPr id="4" name="Picture 3" descr="image of a head with cogs turning inside">
            <a:extLst>
              <a:ext uri="{FF2B5EF4-FFF2-40B4-BE49-F238E27FC236}">
                <a16:creationId xmlns:a16="http://schemas.microsoft.com/office/drawing/2014/main" id="{862A61D7-0DAF-1BF8-46D6-A2E9DEA92CB9}"/>
              </a:ext>
            </a:extLst>
          </p:cNvPr>
          <p:cNvPicPr>
            <a:picLocks noChangeAspect="1"/>
          </p:cNvPicPr>
          <p:nvPr/>
        </p:nvPicPr>
        <p:blipFill>
          <a:blip r:embed="rId3"/>
          <a:stretch>
            <a:fillRect/>
          </a:stretch>
        </p:blipFill>
        <p:spPr>
          <a:xfrm>
            <a:off x="11107003" y="240894"/>
            <a:ext cx="720000" cy="856364"/>
          </a:xfrm>
          <a:prstGeom prst="rect">
            <a:avLst/>
          </a:prstGeom>
        </p:spPr>
      </p:pic>
      <p:pic>
        <p:nvPicPr>
          <p:cNvPr id="3" name="Picture 2" descr="Aerial photo of a truck parking lot with lots of trucks.">
            <a:extLst>
              <a:ext uri="{FF2B5EF4-FFF2-40B4-BE49-F238E27FC236}">
                <a16:creationId xmlns:a16="http://schemas.microsoft.com/office/drawing/2014/main" id="{39FFBB08-BA05-2919-10B5-AF5EBDB7F054}"/>
              </a:ext>
            </a:extLst>
          </p:cNvPr>
          <p:cNvPicPr>
            <a:picLocks noChangeAspect="1"/>
          </p:cNvPicPr>
          <p:nvPr/>
        </p:nvPicPr>
        <p:blipFill>
          <a:blip r:embed="rId4"/>
          <a:stretch>
            <a:fillRect/>
          </a:stretch>
        </p:blipFill>
        <p:spPr>
          <a:xfrm>
            <a:off x="1724637" y="1097258"/>
            <a:ext cx="8340055" cy="4470991"/>
          </a:xfrm>
          <a:prstGeom prst="rect">
            <a:avLst/>
          </a:prstGeom>
          <a:effectLst>
            <a:outerShdw blurRad="50800" dist="38100" dir="2700000" algn="tl" rotWithShape="0">
              <a:prstClr val="black">
                <a:alpha val="40000"/>
              </a:prstClr>
            </a:outerShdw>
          </a:effectLst>
        </p:spPr>
      </p:pic>
      <p:sp>
        <p:nvSpPr>
          <p:cNvPr id="5" name="TextBox 4">
            <a:extLst>
              <a:ext uri="{FF2B5EF4-FFF2-40B4-BE49-F238E27FC236}">
                <a16:creationId xmlns:a16="http://schemas.microsoft.com/office/drawing/2014/main" id="{43AA8CC6-B714-BBB8-FD72-85C8A78D8B25}"/>
              </a:ext>
            </a:extLst>
          </p:cNvPr>
          <p:cNvSpPr txBox="1"/>
          <p:nvPr/>
        </p:nvSpPr>
        <p:spPr>
          <a:xfrm>
            <a:off x="673107" y="5856738"/>
            <a:ext cx="10793896" cy="659262"/>
          </a:xfrm>
          <a:prstGeom prst="rect">
            <a:avLst/>
          </a:prstGeom>
          <a:noFill/>
        </p:spPr>
        <p:txBody>
          <a:bodyPr wrap="square" lIns="0" tIns="0" rIns="0" bIns="0" rtlCol="0">
            <a:noAutofit/>
          </a:bodyPr>
          <a:lstStyle/>
          <a:p>
            <a:pPr algn="ctr"/>
            <a:r>
              <a:rPr lang="en-AU" sz="3600">
                <a:latin typeface="Arial" panose="020B0604020202020204" pitchFamily="34" charset="0"/>
                <a:cs typeface="Arial" panose="020B0604020202020204" pitchFamily="34" charset="0"/>
              </a:rPr>
              <a:t>How many trucks can be seen in this collection?</a:t>
            </a:r>
          </a:p>
        </p:txBody>
      </p:sp>
      <p:sp>
        <p:nvSpPr>
          <p:cNvPr id="2" name="Slide Number Placeholder 1">
            <a:extLst>
              <a:ext uri="{FF2B5EF4-FFF2-40B4-BE49-F238E27FC236}">
                <a16:creationId xmlns:a16="http://schemas.microsoft.com/office/drawing/2014/main" id="{94C6EA6A-6671-77F5-F9DD-DDF1F66E758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52</a:t>
            </a:fld>
            <a:endParaRPr lang="en-AU"/>
          </a:p>
        </p:txBody>
      </p:sp>
    </p:spTree>
    <p:extLst>
      <p:ext uri="{BB962C8B-B14F-4D97-AF65-F5344CB8AC3E}">
        <p14:creationId xmlns:p14="http://schemas.microsoft.com/office/powerpoint/2010/main" val="34947003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361EC6-FF83-C9C5-49C3-C8B210104C1B}"/>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99249DAA-DB7D-DBE7-72E4-BE3464E5EE01}"/>
              </a:ext>
            </a:extLst>
          </p:cNvPr>
          <p:cNvSpPr>
            <a:spLocks noGrp="1"/>
          </p:cNvSpPr>
          <p:nvPr>
            <p:ph type="ctrTitle"/>
          </p:nvPr>
        </p:nvSpPr>
        <p:spPr/>
        <p:txBody>
          <a:bodyPr/>
          <a:lstStyle/>
          <a:p>
            <a:r>
              <a:rPr lang="en-AU">
                <a:latin typeface="+mj-lt"/>
              </a:rPr>
              <a:t>Review of learning 8</a:t>
            </a:r>
          </a:p>
        </p:txBody>
      </p:sp>
    </p:spTree>
    <p:extLst>
      <p:ext uri="{BB962C8B-B14F-4D97-AF65-F5344CB8AC3E}">
        <p14:creationId xmlns:p14="http://schemas.microsoft.com/office/powerpoint/2010/main" val="10905130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4D6ED3-12E6-92D4-2D70-B9D66967E94C}"/>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EC611A7C-D422-1D96-3A9E-D440F242FEF1}"/>
              </a:ext>
            </a:extLst>
          </p:cNvPr>
          <p:cNvSpPr>
            <a:spLocks noGrp="1"/>
          </p:cNvSpPr>
          <p:nvPr>
            <p:ph type="title"/>
          </p:nvPr>
        </p:nvSpPr>
        <p:spPr/>
        <p:txBody>
          <a:bodyPr/>
          <a:lstStyle/>
          <a:p>
            <a:r>
              <a:rPr lang="en-US"/>
              <a:t>True or false </a:t>
            </a:r>
            <a:r>
              <a:rPr lang="en-US">
                <a:solidFill>
                  <a:schemeClr val="bg1"/>
                </a:solidFill>
              </a:rPr>
              <a:t>(4)</a:t>
            </a:r>
          </a:p>
        </p:txBody>
      </p:sp>
      <p:pic>
        <p:nvPicPr>
          <p:cNvPr id="4" name="Picture 3" descr="image of a finger selecting an option for a multiple choice or true and false">
            <a:extLst>
              <a:ext uri="{FF2B5EF4-FFF2-40B4-BE49-F238E27FC236}">
                <a16:creationId xmlns:a16="http://schemas.microsoft.com/office/drawing/2014/main" id="{64B989F8-67C4-FE7B-CC90-5BE7E2CD867D}"/>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6" name="Text Placeholder 5">
            <a:extLst>
              <a:ext uri="{FF2B5EF4-FFF2-40B4-BE49-F238E27FC236}">
                <a16:creationId xmlns:a16="http://schemas.microsoft.com/office/drawing/2014/main" id="{C7D683F9-6194-51C3-10DE-058E032E33CF}"/>
              </a:ext>
            </a:extLst>
          </p:cNvPr>
          <p:cNvSpPr>
            <a:spLocks noGrp="1"/>
          </p:cNvSpPr>
          <p:nvPr>
            <p:ph type="body" sz="quarter" idx="22"/>
          </p:nvPr>
        </p:nvSpPr>
        <p:spPr>
          <a:xfrm>
            <a:off x="360000" y="1377771"/>
            <a:ext cx="11243037" cy="893226"/>
          </a:xfrm>
        </p:spPr>
        <p:txBody>
          <a:bodyPr/>
          <a:lstStyle/>
          <a:p>
            <a:pPr algn="ctr"/>
            <a:r>
              <a:rPr lang="en-AU" sz="4400" dirty="0"/>
              <a:t>This is a reasonable </a:t>
            </a:r>
            <a:r>
              <a:rPr lang="en-AU" sz="4400" b="1" dirty="0"/>
              <a:t>estimate</a:t>
            </a:r>
            <a:r>
              <a:rPr lang="en-AU" sz="4400" dirty="0"/>
              <a:t>:</a:t>
            </a:r>
          </a:p>
          <a:p>
            <a:pPr algn="ctr"/>
            <a:r>
              <a:rPr lang="en-AU" sz="5400" dirty="0"/>
              <a:t>4500 – 650 = 3200</a:t>
            </a:r>
          </a:p>
          <a:p>
            <a:endParaRPr lang="en-AU" sz="4400" dirty="0"/>
          </a:p>
        </p:txBody>
      </p:sp>
      <p:graphicFrame>
        <p:nvGraphicFramePr>
          <p:cNvPr id="12" name="Table 11">
            <a:extLst>
              <a:ext uri="{FF2B5EF4-FFF2-40B4-BE49-F238E27FC236}">
                <a16:creationId xmlns:a16="http://schemas.microsoft.com/office/drawing/2014/main" id="{3F8CBB11-5402-CF1C-E0D6-3FC912DFC86F}"/>
              </a:ext>
            </a:extLst>
          </p:cNvPr>
          <p:cNvGraphicFramePr>
            <a:graphicFrameLocks noGrp="1"/>
          </p:cNvGraphicFramePr>
          <p:nvPr>
            <p:extLst>
              <p:ext uri="{D42A27DB-BD31-4B8C-83A1-F6EECF244321}">
                <p14:modId xmlns:p14="http://schemas.microsoft.com/office/powerpoint/2010/main" val="2193851145"/>
              </p:ext>
            </p:extLst>
          </p:nvPr>
        </p:nvGraphicFramePr>
        <p:xfrm>
          <a:off x="2557462" y="4390924"/>
          <a:ext cx="7077076" cy="76200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400" b="1" kern="120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400" b="1" kern="1200">
                          <a:solidFill>
                            <a:srgbClr val="146CFD"/>
                          </a:solidFill>
                          <a:latin typeface="+mn-lt"/>
                          <a:ea typeface="+mn-ea"/>
                          <a:cs typeface="Arial"/>
                        </a:rPr>
                        <a:t>False</a:t>
                      </a:r>
                      <a:endParaRPr lang="en-US" sz="4400" b="1" kern="1200" dirty="0">
                        <a:solidFill>
                          <a:srgbClr val="146CFD"/>
                        </a:solidFill>
                        <a:latin typeface="+mn-lt"/>
                        <a:ea typeface="+mn-ea"/>
                        <a:cs typeface="Arial"/>
                      </a:endParaRP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sp>
        <p:nvSpPr>
          <p:cNvPr id="7" name="TextBox 6">
            <a:extLst>
              <a:ext uri="{FF2B5EF4-FFF2-40B4-BE49-F238E27FC236}">
                <a16:creationId xmlns:a16="http://schemas.microsoft.com/office/drawing/2014/main" id="{A014FCA5-88A1-5D8A-4A02-AD3CC7F90997}"/>
              </a:ext>
            </a:extLst>
          </p:cNvPr>
          <p:cNvSpPr txBox="1"/>
          <p:nvPr/>
        </p:nvSpPr>
        <p:spPr>
          <a:xfrm>
            <a:off x="2058000" y="5756320"/>
            <a:ext cx="8076000" cy="741680"/>
          </a:xfrm>
          <a:prstGeom prst="rect">
            <a:avLst/>
          </a:prstGeom>
          <a:noFill/>
        </p:spPr>
        <p:txBody>
          <a:bodyPr wrap="square" lIns="0" tIns="0" rIns="0" bIns="0" rtlCol="0">
            <a:noAutofit/>
          </a:bodyPr>
          <a:lstStyle/>
          <a:p>
            <a:pPr algn="ctr"/>
            <a:r>
              <a:rPr lang="en-AU" sz="4400" b="1" dirty="0"/>
              <a:t>Communicate</a:t>
            </a:r>
            <a:r>
              <a:rPr lang="en-AU" sz="4400" dirty="0"/>
              <a:t> your </a:t>
            </a:r>
            <a:r>
              <a:rPr lang="en-AU" sz="4400" b="1" dirty="0"/>
              <a:t>reasoning</a:t>
            </a:r>
            <a:r>
              <a:rPr lang="en-AU" sz="4400" dirty="0"/>
              <a:t>.</a:t>
            </a:r>
          </a:p>
        </p:txBody>
      </p:sp>
      <p:sp>
        <p:nvSpPr>
          <p:cNvPr id="2" name="Slide Number Placeholder 1">
            <a:extLst>
              <a:ext uri="{FF2B5EF4-FFF2-40B4-BE49-F238E27FC236}">
                <a16:creationId xmlns:a16="http://schemas.microsoft.com/office/drawing/2014/main" id="{9D3A219B-EA44-A8FA-5624-110943E229E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54</a:t>
            </a:fld>
            <a:endParaRPr lang="en-AU"/>
          </a:p>
        </p:txBody>
      </p:sp>
    </p:spTree>
    <p:extLst>
      <p:ext uri="{BB962C8B-B14F-4D97-AF65-F5344CB8AC3E}">
        <p14:creationId xmlns:p14="http://schemas.microsoft.com/office/powerpoint/2010/main" val="23140087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3A94A0-1585-B5DE-F663-2CC0EB52E35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A9928648-20AD-4C71-4F25-32B0522F5B9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(29)</a:t>
            </a:r>
          </a:p>
        </p:txBody>
      </p:sp>
      <p:pic>
        <p:nvPicPr>
          <p:cNvPr id="3" name="Picture 2" descr="image of a clipboard with a pencil recording short answer responses">
            <a:extLst>
              <a:ext uri="{FF2B5EF4-FFF2-40B4-BE49-F238E27FC236}">
                <a16:creationId xmlns:a16="http://schemas.microsoft.com/office/drawing/2014/main" id="{4A6BDB97-E652-19FE-8B5C-2AD4CC92796D}"/>
              </a:ext>
            </a:extLst>
          </p:cNvPr>
          <p:cNvPicPr>
            <a:picLocks noChangeAspect="1"/>
          </p:cNvPicPr>
          <p:nvPr/>
        </p:nvPicPr>
        <p:blipFill>
          <a:blip r:embed="rId3"/>
          <a:stretch>
            <a:fillRect/>
          </a:stretch>
        </p:blipFill>
        <p:spPr>
          <a:xfrm>
            <a:off x="11030476" y="268723"/>
            <a:ext cx="915500" cy="915500"/>
          </a:xfrm>
          <a:prstGeom prst="rect">
            <a:avLst/>
          </a:prstGeom>
        </p:spPr>
      </p:pic>
      <p:sp>
        <p:nvSpPr>
          <p:cNvPr id="8" name="TextBox 7">
            <a:extLst>
              <a:ext uri="{FF2B5EF4-FFF2-40B4-BE49-F238E27FC236}">
                <a16:creationId xmlns:a16="http://schemas.microsoft.com/office/drawing/2014/main" id="{8C486DDF-D6D1-B81B-26EA-DBA6F44EFD8E}"/>
              </a:ext>
            </a:extLst>
          </p:cNvPr>
          <p:cNvSpPr txBox="1"/>
          <p:nvPr/>
        </p:nvSpPr>
        <p:spPr>
          <a:xfrm>
            <a:off x="550562" y="905601"/>
            <a:ext cx="10764000" cy="4039738"/>
          </a:xfrm>
          <a:prstGeom prst="rect">
            <a:avLst/>
          </a:prstGeom>
          <a:noFill/>
        </p:spPr>
        <p:txBody>
          <a:bodyPr wrap="square" lIns="0" tIns="0" rIns="0" bIns="0" rtlCol="0">
            <a:noAutofit/>
          </a:bodyPr>
          <a:lstStyle/>
          <a:p>
            <a:pPr algn="ctr">
              <a:lnSpc>
                <a:spcPct val="150000"/>
              </a:lnSpc>
            </a:pPr>
            <a:r>
              <a:rPr lang="en-AU" sz="4400" dirty="0"/>
              <a:t>A giant dominoes set is on sale for </a:t>
            </a:r>
            <a:r>
              <a:rPr lang="en-AU" sz="4400" b="1" dirty="0"/>
              <a:t>20% off </a:t>
            </a:r>
            <a:r>
              <a:rPr lang="en-AU" sz="4400" dirty="0"/>
              <a:t>the original price of $75. A foam javelin set is on sale for </a:t>
            </a:r>
            <a:r>
              <a:rPr lang="en-AU" sz="4400" b="1" dirty="0"/>
              <a:t>$12 off </a:t>
            </a:r>
            <a:r>
              <a:rPr lang="en-AU" sz="4400" dirty="0"/>
              <a:t>the original price of $68. Which item has the biggest </a:t>
            </a:r>
            <a:r>
              <a:rPr lang="en-AU" sz="4400" b="1" dirty="0"/>
              <a:t>discount</a:t>
            </a:r>
            <a:r>
              <a:rPr lang="en-AU" sz="4400" dirty="0"/>
              <a:t>? </a:t>
            </a:r>
          </a:p>
          <a:p>
            <a:pPr algn="ctr">
              <a:lnSpc>
                <a:spcPct val="150000"/>
              </a:lnSpc>
            </a:pPr>
            <a:r>
              <a:rPr lang="en-AU" sz="4400" b="1" dirty="0"/>
              <a:t>Communicate</a:t>
            </a:r>
            <a:r>
              <a:rPr lang="en-AU" sz="4400" dirty="0"/>
              <a:t> your </a:t>
            </a:r>
            <a:r>
              <a:rPr lang="en-AU" sz="4400" b="1" dirty="0"/>
              <a:t>reasoning</a:t>
            </a:r>
            <a:r>
              <a:rPr lang="en-AU" sz="4400" dirty="0"/>
              <a:t>.</a:t>
            </a:r>
          </a:p>
        </p:txBody>
      </p:sp>
      <p:sp>
        <p:nvSpPr>
          <p:cNvPr id="2" name="Slide Number Placeholder 1">
            <a:extLst>
              <a:ext uri="{FF2B5EF4-FFF2-40B4-BE49-F238E27FC236}">
                <a16:creationId xmlns:a16="http://schemas.microsoft.com/office/drawing/2014/main" id="{2E6FBF1D-90A0-E2F9-37E9-7676EDC470DA}"/>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55</a:t>
            </a:fld>
            <a:endParaRPr lang="en-AU"/>
          </a:p>
        </p:txBody>
      </p:sp>
    </p:spTree>
    <p:extLst>
      <p:ext uri="{BB962C8B-B14F-4D97-AF65-F5344CB8AC3E}">
        <p14:creationId xmlns:p14="http://schemas.microsoft.com/office/powerpoint/2010/main" val="15071450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053CCB-181C-6291-FC2D-548E34B4A094}"/>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E187202-6628-8726-E165-5E95BD2A2CDA}"/>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(30)</a:t>
            </a:r>
          </a:p>
        </p:txBody>
      </p:sp>
      <p:pic>
        <p:nvPicPr>
          <p:cNvPr id="3" name="Picture 2" descr="image of a clipboard with a pencil recording short answer responses">
            <a:extLst>
              <a:ext uri="{FF2B5EF4-FFF2-40B4-BE49-F238E27FC236}">
                <a16:creationId xmlns:a16="http://schemas.microsoft.com/office/drawing/2014/main" id="{D48B7122-4823-634E-9085-7F5757ED1862}"/>
              </a:ext>
            </a:extLst>
          </p:cNvPr>
          <p:cNvPicPr>
            <a:picLocks noChangeAspect="1"/>
          </p:cNvPicPr>
          <p:nvPr/>
        </p:nvPicPr>
        <p:blipFill>
          <a:blip r:embed="rId3"/>
          <a:stretch>
            <a:fillRect/>
          </a:stretch>
        </p:blipFill>
        <p:spPr>
          <a:xfrm>
            <a:off x="11124000" y="23200"/>
            <a:ext cx="915500" cy="915500"/>
          </a:xfrm>
          <a:prstGeom prst="rect">
            <a:avLst/>
          </a:prstGeom>
        </p:spPr>
      </p:pic>
      <p:sp>
        <p:nvSpPr>
          <p:cNvPr id="8" name="TextBox 7">
            <a:extLst>
              <a:ext uri="{FF2B5EF4-FFF2-40B4-BE49-F238E27FC236}">
                <a16:creationId xmlns:a16="http://schemas.microsoft.com/office/drawing/2014/main" id="{F1F9F7FC-CED1-D95D-0FD5-FD4AC0133D08}"/>
              </a:ext>
            </a:extLst>
          </p:cNvPr>
          <p:cNvSpPr txBox="1"/>
          <p:nvPr/>
        </p:nvSpPr>
        <p:spPr>
          <a:xfrm>
            <a:off x="85726" y="1366159"/>
            <a:ext cx="5585931" cy="4594912"/>
          </a:xfrm>
          <a:prstGeom prst="rect">
            <a:avLst/>
          </a:prstGeom>
          <a:noFill/>
        </p:spPr>
        <p:txBody>
          <a:bodyPr wrap="square">
            <a:spAutoFit/>
          </a:bodyPr>
          <a:lstStyle/>
          <a:p>
            <a:pPr algn="ctr">
              <a:lnSpc>
                <a:spcPct val="150000"/>
              </a:lnSpc>
            </a:pPr>
            <a:r>
              <a:rPr lang="en-AU" sz="4000" dirty="0">
                <a:latin typeface="Arial" panose="020B0604020202020204" pitchFamily="34" charset="0"/>
                <a:cs typeface="Arial" panose="020B0604020202020204" pitchFamily="34" charset="0"/>
              </a:rPr>
              <a:t>Which states and/or territories have </a:t>
            </a:r>
            <a:r>
              <a:rPr lang="en-AU" sz="4000" b="1" dirty="0">
                <a:latin typeface="Arial" panose="020B0604020202020204" pitchFamily="34" charset="0"/>
                <a:cs typeface="Arial" panose="020B0604020202020204" pitchFamily="34" charset="0"/>
              </a:rPr>
              <a:t>between 100 000 and 150 000</a:t>
            </a:r>
            <a:r>
              <a:rPr lang="en-AU" sz="4000" dirty="0">
                <a:latin typeface="Arial" panose="020B0604020202020204" pitchFamily="34" charset="0"/>
                <a:cs typeface="Arial" panose="020B0604020202020204" pitchFamily="34" charset="0"/>
              </a:rPr>
              <a:t> short-term visitor arrivals?</a:t>
            </a:r>
          </a:p>
        </p:txBody>
      </p:sp>
      <p:pic>
        <p:nvPicPr>
          <p:cNvPr id="19" name="Picture 18" descr="The title is Short-term visitor arrivals, state or territory of stay May 2023. &#10;A map of Australia with each state or territory a different colour. The key explaining each colour shows: &#10;Colour 1: 0 to less than 50000. &#10;Colour 2: 50000 to less than 100000 &#10;Colour 3: 100000 to than 150000 &#10;Colour 4: 150000 to less than 200000 &#10;Colour 5: 200000 to than 250000 &#10;Colour 6: Not available &#10;Left to right on the map: &#10;Western Australia (labelled WA) is shaded colour 2. Northern Territory (labelled NT) is shaded colour 1. South Australia (labelled SA) is shaded colour 1. Queensland (labelled QLD) is shaded colour 3. New South Wales (labelled NSW) is shaded colour 5. Australian Capital Territory (labelled ACT) is shaded colour 1. Victoria (labelled VIC) is shaded colour 3. Tasmania (labelled TAS) is shaded colour 1. &#10;">
            <a:extLst>
              <a:ext uri="{FF2B5EF4-FFF2-40B4-BE49-F238E27FC236}">
                <a16:creationId xmlns:a16="http://schemas.microsoft.com/office/drawing/2014/main" id="{BC694F02-A995-1A56-6757-586DD5FE2D32}"/>
              </a:ext>
            </a:extLst>
          </p:cNvPr>
          <p:cNvPicPr>
            <a:picLocks noChangeAspect="1"/>
          </p:cNvPicPr>
          <p:nvPr/>
        </p:nvPicPr>
        <p:blipFill>
          <a:blip r:embed="rId4"/>
          <a:stretch>
            <a:fillRect/>
          </a:stretch>
        </p:blipFill>
        <p:spPr>
          <a:xfrm>
            <a:off x="6029228" y="895758"/>
            <a:ext cx="5585930" cy="5592726"/>
          </a:xfrm>
          <a:prstGeom prst="rect">
            <a:avLst/>
          </a:prstGeom>
        </p:spPr>
      </p:pic>
      <p:sp>
        <p:nvSpPr>
          <p:cNvPr id="7" name="TextBox 6">
            <a:extLst>
              <a:ext uri="{FF2B5EF4-FFF2-40B4-BE49-F238E27FC236}">
                <a16:creationId xmlns:a16="http://schemas.microsoft.com/office/drawing/2014/main" id="{22D460A2-DC11-0058-78B0-EE2510D65148}"/>
              </a:ext>
            </a:extLst>
          </p:cNvPr>
          <p:cNvSpPr txBox="1"/>
          <p:nvPr/>
        </p:nvSpPr>
        <p:spPr>
          <a:xfrm>
            <a:off x="6290836" y="6465325"/>
            <a:ext cx="6097904" cy="274370"/>
          </a:xfrm>
          <a:prstGeom prst="rect">
            <a:avLst/>
          </a:prstGeom>
          <a:noFill/>
        </p:spPr>
        <p:txBody>
          <a:bodyPr wrap="square">
            <a:spAutoFit/>
          </a:bodyPr>
          <a:lstStyle/>
          <a:p>
            <a:pPr>
              <a:lnSpc>
                <a:spcPct val="150000"/>
              </a:lnSpc>
              <a:spcBef>
                <a:spcPts val="1200"/>
              </a:spcBef>
              <a:buNone/>
            </a:pPr>
            <a:r>
              <a:rPr lang="en-AU" sz="900" dirty="0">
                <a:effectLst/>
                <a:latin typeface="Arial" panose="020B0604020202020204" pitchFamily="34" charset="0"/>
                <a:ea typeface="Calibri" panose="020F0502020204030204" pitchFamily="34" charset="0"/>
              </a:rPr>
              <a:t>Source: Adapted from Australian Bureau of Statistics (2023).</a:t>
            </a:r>
          </a:p>
        </p:txBody>
      </p:sp>
      <p:sp>
        <p:nvSpPr>
          <p:cNvPr id="2" name="Slide Number Placeholder 1">
            <a:extLst>
              <a:ext uri="{FF2B5EF4-FFF2-40B4-BE49-F238E27FC236}">
                <a16:creationId xmlns:a16="http://schemas.microsoft.com/office/drawing/2014/main" id="{6721F6AC-7871-D576-6F10-6FB969DD520E}"/>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56</a:t>
            </a:fld>
            <a:endParaRPr lang="en-AU" dirty="0"/>
          </a:p>
        </p:txBody>
      </p:sp>
    </p:spTree>
    <p:extLst>
      <p:ext uri="{BB962C8B-B14F-4D97-AF65-F5344CB8AC3E}">
        <p14:creationId xmlns:p14="http://schemas.microsoft.com/office/powerpoint/2010/main" val="34900878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A5ABA3-4748-8E7D-DDC9-C9DF4C47111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C47F77AF-C187-96CF-9F9A-FA65AF1CE19E}"/>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(31)</a:t>
            </a:r>
          </a:p>
        </p:txBody>
      </p:sp>
      <p:pic>
        <p:nvPicPr>
          <p:cNvPr id="3" name="Picture 2" descr="image of a clipboard with a pencil recording short answer responses">
            <a:extLst>
              <a:ext uri="{FF2B5EF4-FFF2-40B4-BE49-F238E27FC236}">
                <a16:creationId xmlns:a16="http://schemas.microsoft.com/office/drawing/2014/main" id="{77944112-784D-22C3-1462-ED0056915B97}"/>
              </a:ext>
            </a:extLst>
          </p:cNvPr>
          <p:cNvPicPr>
            <a:picLocks noChangeAspect="1"/>
          </p:cNvPicPr>
          <p:nvPr/>
        </p:nvPicPr>
        <p:blipFill>
          <a:blip r:embed="rId3"/>
          <a:stretch>
            <a:fillRect/>
          </a:stretch>
        </p:blipFill>
        <p:spPr>
          <a:xfrm>
            <a:off x="11030476" y="268723"/>
            <a:ext cx="915500" cy="915500"/>
          </a:xfrm>
          <a:prstGeom prst="rect">
            <a:avLst/>
          </a:prstGeom>
        </p:spPr>
      </p:pic>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D00DF468-BB62-7B9D-6C4E-839F5ADDD8A0}"/>
                  </a:ext>
                </a:extLst>
              </p:cNvPr>
              <p:cNvSpPr txBox="1"/>
              <p:nvPr/>
            </p:nvSpPr>
            <p:spPr>
              <a:xfrm>
                <a:off x="360001" y="905601"/>
                <a:ext cx="11249614" cy="3975652"/>
              </a:xfrm>
              <a:prstGeom prst="rect">
                <a:avLst/>
              </a:prstGeom>
              <a:noFill/>
            </p:spPr>
            <p:txBody>
              <a:bodyPr wrap="square" lIns="0" tIns="0" rIns="0" bIns="0" rtlCol="0">
                <a:noAutofit/>
              </a:bodyPr>
              <a:lstStyle/>
              <a:p>
                <a:pPr algn="ctr">
                  <a:lnSpc>
                    <a:spcPct val="150000"/>
                  </a:lnSpc>
                </a:pPr>
                <a:r>
                  <a:rPr lang="en-AU" sz="4000">
                    <a:latin typeface="+mj-lt"/>
                  </a:rPr>
                  <a:t>Ang planted grass in  </a:t>
                </a:r>
                <a14:m>
                  <m:oMath xmlns:m="http://schemas.openxmlformats.org/officeDocument/2006/math">
                    <m:f>
                      <m:fPr>
                        <m:ctrlPr>
                          <a:rPr lang="en-AU" sz="4000" b="1" i="1">
                            <a:latin typeface="Cambria Math" panose="02040503050406030204" pitchFamily="18" charset="0"/>
                          </a:rPr>
                        </m:ctrlPr>
                      </m:fPr>
                      <m:num>
                        <m:r>
                          <a:rPr lang="en-AU" sz="4000" b="1" i="1">
                            <a:latin typeface="Cambria Math" panose="02040503050406030204" pitchFamily="18" charset="0"/>
                          </a:rPr>
                          <m:t>𝟑</m:t>
                        </m:r>
                      </m:num>
                      <m:den>
                        <m:r>
                          <a:rPr lang="en-AU" sz="4000" b="1" i="1">
                            <a:latin typeface="Cambria Math" panose="02040503050406030204" pitchFamily="18" charset="0"/>
                          </a:rPr>
                          <m:t>𝟔</m:t>
                        </m:r>
                      </m:den>
                    </m:f>
                  </m:oMath>
                </a14:m>
                <a:r>
                  <a:rPr lang="en-AU" sz="4000" b="1">
                    <a:latin typeface="+mj-lt"/>
                  </a:rPr>
                  <a:t> </a:t>
                </a:r>
                <a:r>
                  <a:rPr lang="en-AU" sz="4000">
                    <a:latin typeface="+mj-lt"/>
                  </a:rPr>
                  <a:t>of his garden on Monday and </a:t>
                </a:r>
                <a14:m>
                  <m:oMath xmlns:m="http://schemas.openxmlformats.org/officeDocument/2006/math">
                    <m:r>
                      <a:rPr lang="en-AU" sz="4000" b="0" i="0" smtClean="0">
                        <a:latin typeface="Cambria Math" panose="02040503050406030204" pitchFamily="18" charset="0"/>
                      </a:rPr>
                      <m:t> </m:t>
                    </m:r>
                    <m:f>
                      <m:fPr>
                        <m:ctrlPr>
                          <a:rPr lang="en-AU" sz="4000" b="1" i="1">
                            <a:latin typeface="Cambria Math" panose="02040503050406030204" pitchFamily="18" charset="0"/>
                          </a:rPr>
                        </m:ctrlPr>
                      </m:fPr>
                      <m:num>
                        <m:r>
                          <a:rPr lang="en-AU" sz="4000" b="1" i="1">
                            <a:latin typeface="Cambria Math" panose="02040503050406030204" pitchFamily="18" charset="0"/>
                          </a:rPr>
                          <m:t>𝟏</m:t>
                        </m:r>
                      </m:num>
                      <m:den>
                        <m:r>
                          <a:rPr lang="en-AU" sz="4000" b="1" i="1">
                            <a:latin typeface="Cambria Math" panose="02040503050406030204" pitchFamily="18" charset="0"/>
                          </a:rPr>
                          <m:t>𝟑</m:t>
                        </m:r>
                      </m:den>
                    </m:f>
                  </m:oMath>
                </a14:m>
                <a:r>
                  <a:rPr lang="en-AU" sz="4000" b="1">
                    <a:latin typeface="+mj-lt"/>
                  </a:rPr>
                  <a:t> </a:t>
                </a:r>
                <a:r>
                  <a:rPr lang="en-AU" sz="4000">
                    <a:latin typeface="+mj-lt"/>
                  </a:rPr>
                  <a:t>on Tuesday. What fraction of Ang’s garden is left </a:t>
                </a:r>
                <a:r>
                  <a:rPr lang="en-AU" sz="4000" b="1">
                    <a:latin typeface="+mj-lt"/>
                  </a:rPr>
                  <a:t>without grass</a:t>
                </a:r>
                <a:r>
                  <a:rPr lang="en-AU" sz="4000">
                    <a:latin typeface="+mj-lt"/>
                  </a:rPr>
                  <a:t>?</a:t>
                </a:r>
              </a:p>
              <a:p>
                <a:pPr algn="ctr">
                  <a:lnSpc>
                    <a:spcPct val="150000"/>
                  </a:lnSpc>
                </a:pPr>
                <a:r>
                  <a:rPr lang="en-AU" sz="4000"/>
                  <a:t>Draw a </a:t>
                </a:r>
                <a:r>
                  <a:rPr lang="en-AU" sz="4000" b="1"/>
                  <a:t>bar model or number line </a:t>
                </a:r>
                <a:r>
                  <a:rPr lang="en-AU" sz="4000"/>
                  <a:t>to </a:t>
                </a:r>
                <a:r>
                  <a:rPr lang="en-AU" sz="4000" b="1"/>
                  <a:t>represent</a:t>
                </a:r>
                <a:r>
                  <a:rPr lang="en-AU" sz="4000"/>
                  <a:t> your </a:t>
                </a:r>
                <a:r>
                  <a:rPr lang="en-AU" sz="4000" b="1"/>
                  <a:t>thinking</a:t>
                </a:r>
                <a:r>
                  <a:rPr lang="en-AU" sz="4000"/>
                  <a:t>.</a:t>
                </a:r>
              </a:p>
            </p:txBody>
          </p:sp>
        </mc:Choice>
        <mc:Fallback xmlns="">
          <p:sp>
            <p:nvSpPr>
              <p:cNvPr id="4" name="TextBox 3">
                <a:extLst>
                  <a:ext uri="{FF2B5EF4-FFF2-40B4-BE49-F238E27FC236}">
                    <a16:creationId xmlns:a16="http://schemas.microsoft.com/office/drawing/2014/main" id="{D00DF468-BB62-7B9D-6C4E-839F5ADDD8A0}"/>
                  </a:ext>
                </a:extLst>
              </p:cNvPr>
              <p:cNvSpPr txBox="1">
                <a:spLocks noRot="1" noChangeAspect="1" noMove="1" noResize="1" noEditPoints="1" noAdjustHandles="1" noChangeArrowheads="1" noChangeShapeType="1" noTextEdit="1"/>
              </p:cNvSpPr>
              <p:nvPr/>
            </p:nvSpPr>
            <p:spPr>
              <a:xfrm>
                <a:off x="360001" y="905601"/>
                <a:ext cx="11249614" cy="3975652"/>
              </a:xfrm>
              <a:prstGeom prst="rect">
                <a:avLst/>
              </a:prstGeom>
              <a:blipFill>
                <a:blip r:embed="rId4"/>
                <a:stretch>
                  <a:fillRect l="-1572" r="-2927" b="-40337"/>
                </a:stretch>
              </a:blipFill>
            </p:spPr>
            <p:txBody>
              <a:bodyPr/>
              <a:lstStyle/>
              <a:p>
                <a:r>
                  <a:rPr lang="en-AU">
                    <a:noFill/>
                  </a:rPr>
                  <a:t> </a:t>
                </a:r>
              </a:p>
            </p:txBody>
          </p:sp>
        </mc:Fallback>
      </mc:AlternateContent>
      <p:sp>
        <p:nvSpPr>
          <p:cNvPr id="2" name="Slide Number Placeholder 1">
            <a:extLst>
              <a:ext uri="{FF2B5EF4-FFF2-40B4-BE49-F238E27FC236}">
                <a16:creationId xmlns:a16="http://schemas.microsoft.com/office/drawing/2014/main" id="{B7478634-1FD3-F6F8-9B44-323C87C83B41}"/>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57</a:t>
            </a:fld>
            <a:endParaRPr lang="en-AU"/>
          </a:p>
        </p:txBody>
      </p:sp>
    </p:spTree>
    <p:extLst>
      <p:ext uri="{BB962C8B-B14F-4D97-AF65-F5344CB8AC3E}">
        <p14:creationId xmlns:p14="http://schemas.microsoft.com/office/powerpoint/2010/main" val="28984562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057432-9B72-74D4-70AE-7786B368DBE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CE62588C-05BB-B2C0-C849-14E973555613}"/>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(32)</a:t>
            </a:r>
          </a:p>
        </p:txBody>
      </p:sp>
      <p:pic>
        <p:nvPicPr>
          <p:cNvPr id="3" name="Picture 2" descr="image of a clipboard with a pencil recording short answer responses">
            <a:extLst>
              <a:ext uri="{FF2B5EF4-FFF2-40B4-BE49-F238E27FC236}">
                <a16:creationId xmlns:a16="http://schemas.microsoft.com/office/drawing/2014/main" id="{850D1A9D-F8AF-AA84-34F9-CCDC3026C740}"/>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Box 4">
            <a:extLst>
              <a:ext uri="{FF2B5EF4-FFF2-40B4-BE49-F238E27FC236}">
                <a16:creationId xmlns:a16="http://schemas.microsoft.com/office/drawing/2014/main" id="{AEBE5002-ADF4-165B-CC5E-078859CCAD10}"/>
              </a:ext>
            </a:extLst>
          </p:cNvPr>
          <p:cNvSpPr txBox="1"/>
          <p:nvPr/>
        </p:nvSpPr>
        <p:spPr>
          <a:xfrm>
            <a:off x="196396" y="832587"/>
            <a:ext cx="4569190" cy="5192826"/>
          </a:xfrm>
          <a:prstGeom prst="rect">
            <a:avLst/>
          </a:prstGeom>
          <a:noFill/>
        </p:spPr>
        <p:txBody>
          <a:bodyPr wrap="square" lIns="0" tIns="0" rIns="0" bIns="0" rtlCol="0">
            <a:noAutofit/>
          </a:bodyPr>
          <a:lstStyle/>
          <a:p>
            <a:pPr algn="l">
              <a:lnSpc>
                <a:spcPct val="150000"/>
              </a:lnSpc>
              <a:spcAft>
                <a:spcPts val="1200"/>
              </a:spcAft>
            </a:pPr>
            <a:r>
              <a:rPr lang="en-AU" sz="2200" dirty="0"/>
              <a:t>Use the partial </a:t>
            </a:r>
            <a:r>
              <a:rPr lang="en-AU" sz="2200" b="1" dirty="0"/>
              <a:t>timetable</a:t>
            </a:r>
            <a:r>
              <a:rPr lang="en-AU" sz="2200" dirty="0"/>
              <a:t> to answer:</a:t>
            </a:r>
          </a:p>
          <a:p>
            <a:pPr marL="285750" indent="-285750" algn="l">
              <a:lnSpc>
                <a:spcPct val="150000"/>
              </a:lnSpc>
              <a:spcAft>
                <a:spcPts val="1200"/>
              </a:spcAft>
              <a:buFont typeface="Arial" panose="020B0604020202020204" pitchFamily="34" charset="0"/>
              <a:buChar char="•"/>
            </a:pPr>
            <a:r>
              <a:rPr lang="en-AU" dirty="0"/>
              <a:t>On </a:t>
            </a:r>
            <a:r>
              <a:rPr lang="en-AU" b="1" dirty="0"/>
              <a:t>Monday</a:t>
            </a:r>
            <a:r>
              <a:rPr lang="en-AU" dirty="0"/>
              <a:t>, Simone was 20 minutes </a:t>
            </a:r>
            <a:r>
              <a:rPr lang="en-AU" b="1" dirty="0"/>
              <a:t>late</a:t>
            </a:r>
            <a:r>
              <a:rPr lang="en-AU" dirty="0"/>
              <a:t> to HSIE after lunch. How much time did she </a:t>
            </a:r>
            <a:r>
              <a:rPr lang="en-AU" b="1" dirty="0"/>
              <a:t>spend in the lesson</a:t>
            </a:r>
            <a:r>
              <a:rPr lang="en-AU" dirty="0"/>
              <a:t>?</a:t>
            </a:r>
          </a:p>
          <a:p>
            <a:pPr marL="285750" indent="-285750" algn="l">
              <a:lnSpc>
                <a:spcPct val="150000"/>
              </a:lnSpc>
              <a:spcAft>
                <a:spcPts val="1200"/>
              </a:spcAft>
              <a:buFont typeface="Arial" panose="020B0604020202020204" pitchFamily="34" charset="0"/>
              <a:buChar char="•"/>
            </a:pPr>
            <a:r>
              <a:rPr lang="en-AU" dirty="0"/>
              <a:t>On </a:t>
            </a:r>
            <a:r>
              <a:rPr lang="en-AU" b="1" dirty="0"/>
              <a:t>Thursday</a:t>
            </a:r>
            <a:r>
              <a:rPr lang="en-AU" dirty="0"/>
              <a:t>, Sam went to Creative arts 45 minutes </a:t>
            </a:r>
            <a:r>
              <a:rPr lang="en-AU" b="1" dirty="0"/>
              <a:t>after lunch ended</a:t>
            </a:r>
            <a:r>
              <a:rPr lang="en-AU" dirty="0"/>
              <a:t>. What time did Sam</a:t>
            </a:r>
            <a:r>
              <a:rPr lang="en-AU" b="1" dirty="0"/>
              <a:t> arrive</a:t>
            </a:r>
            <a:r>
              <a:rPr lang="en-AU" dirty="0"/>
              <a:t>? Record your answer in </a:t>
            </a:r>
            <a:r>
              <a:rPr lang="en-AU" b="1" dirty="0"/>
              <a:t>24-hour time.</a:t>
            </a:r>
          </a:p>
          <a:p>
            <a:pPr marL="285750" indent="-285750" algn="l">
              <a:lnSpc>
                <a:spcPct val="150000"/>
              </a:lnSpc>
              <a:buFont typeface="Arial" panose="020B0604020202020204" pitchFamily="34" charset="0"/>
              <a:buChar char="•"/>
            </a:pPr>
            <a:endParaRPr lang="en-AU" sz="1800" dirty="0"/>
          </a:p>
        </p:txBody>
      </p:sp>
      <p:graphicFrame>
        <p:nvGraphicFramePr>
          <p:cNvPr id="4" name="Table 3">
            <a:extLst>
              <a:ext uri="{FF2B5EF4-FFF2-40B4-BE49-F238E27FC236}">
                <a16:creationId xmlns:a16="http://schemas.microsoft.com/office/drawing/2014/main" id="{BABA6AAE-E431-CAEB-A27C-DAE11E4FA847}"/>
              </a:ext>
            </a:extLst>
          </p:cNvPr>
          <p:cNvGraphicFramePr>
            <a:graphicFrameLocks noGrp="1"/>
          </p:cNvGraphicFramePr>
          <p:nvPr>
            <p:extLst>
              <p:ext uri="{D42A27DB-BD31-4B8C-83A1-F6EECF244321}">
                <p14:modId xmlns:p14="http://schemas.microsoft.com/office/powerpoint/2010/main" val="3845074341"/>
              </p:ext>
            </p:extLst>
          </p:nvPr>
        </p:nvGraphicFramePr>
        <p:xfrm>
          <a:off x="4815214" y="1172412"/>
          <a:ext cx="7180390" cy="5316011"/>
        </p:xfrm>
        <a:graphic>
          <a:graphicData uri="http://schemas.openxmlformats.org/drawingml/2006/table">
            <a:tbl>
              <a:tblPr firstRow="1" firstCol="1" bandRow="1">
                <a:tableStyleId>{5A111915-BE36-4E01-A7E5-04B1672EAD32}</a:tableStyleId>
              </a:tblPr>
              <a:tblGrid>
                <a:gridCol w="1025770">
                  <a:extLst>
                    <a:ext uri="{9D8B030D-6E8A-4147-A177-3AD203B41FA5}">
                      <a16:colId xmlns:a16="http://schemas.microsoft.com/office/drawing/2014/main" val="29307049"/>
                    </a:ext>
                  </a:extLst>
                </a:gridCol>
                <a:gridCol w="670780">
                  <a:extLst>
                    <a:ext uri="{9D8B030D-6E8A-4147-A177-3AD203B41FA5}">
                      <a16:colId xmlns:a16="http://schemas.microsoft.com/office/drawing/2014/main" val="208633900"/>
                    </a:ext>
                  </a:extLst>
                </a:gridCol>
                <a:gridCol w="1096768">
                  <a:extLst>
                    <a:ext uri="{9D8B030D-6E8A-4147-A177-3AD203B41FA5}">
                      <a16:colId xmlns:a16="http://schemas.microsoft.com/office/drawing/2014/main" val="1962169720"/>
                    </a:ext>
                  </a:extLst>
                </a:gridCol>
                <a:gridCol w="1096768">
                  <a:extLst>
                    <a:ext uri="{9D8B030D-6E8A-4147-A177-3AD203B41FA5}">
                      <a16:colId xmlns:a16="http://schemas.microsoft.com/office/drawing/2014/main" val="1234926016"/>
                    </a:ext>
                  </a:extLst>
                </a:gridCol>
                <a:gridCol w="1096768">
                  <a:extLst>
                    <a:ext uri="{9D8B030D-6E8A-4147-A177-3AD203B41FA5}">
                      <a16:colId xmlns:a16="http://schemas.microsoft.com/office/drawing/2014/main" val="3064611444"/>
                    </a:ext>
                  </a:extLst>
                </a:gridCol>
                <a:gridCol w="1096768">
                  <a:extLst>
                    <a:ext uri="{9D8B030D-6E8A-4147-A177-3AD203B41FA5}">
                      <a16:colId xmlns:a16="http://schemas.microsoft.com/office/drawing/2014/main" val="2531748055"/>
                    </a:ext>
                  </a:extLst>
                </a:gridCol>
                <a:gridCol w="1096768">
                  <a:extLst>
                    <a:ext uri="{9D8B030D-6E8A-4147-A177-3AD203B41FA5}">
                      <a16:colId xmlns:a16="http://schemas.microsoft.com/office/drawing/2014/main" val="1673444829"/>
                    </a:ext>
                  </a:extLst>
                </a:gridCol>
              </a:tblGrid>
              <a:tr h="0">
                <a:tc>
                  <a:txBody>
                    <a:bodyPr/>
                    <a:lstStyle/>
                    <a:p>
                      <a:pPr algn="ctr">
                        <a:lnSpc>
                          <a:spcPct val="150000"/>
                        </a:lnSpc>
                        <a:spcBef>
                          <a:spcPts val="1200"/>
                        </a:spcBef>
                        <a:spcAft>
                          <a:spcPts val="600"/>
                        </a:spcAft>
                        <a:buNone/>
                      </a:pPr>
                      <a:r>
                        <a:rPr lang="en-AU" sz="1300">
                          <a:effectLst/>
                        </a:rPr>
                        <a:t>12-hour</a:t>
                      </a:r>
                      <a:endParaRPr lang="en-AU" sz="1300">
                        <a:effectLst/>
                        <a:latin typeface="Arial" panose="020B0604020202020204" pitchFamily="34" charset="0"/>
                        <a:ea typeface="Times New Roman" panose="02020603050405020304" pitchFamily="18" charset="0"/>
                        <a:cs typeface="Calibri" panose="020F0502020204030204" pitchFamily="34" charset="0"/>
                      </a:endParaRPr>
                    </a:p>
                  </a:txBody>
                  <a:tcPr marL="43039" marR="4303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2060"/>
                    </a:solidFill>
                  </a:tcPr>
                </a:tc>
                <a:tc>
                  <a:txBody>
                    <a:bodyPr/>
                    <a:lstStyle/>
                    <a:p>
                      <a:pPr algn="ctr">
                        <a:lnSpc>
                          <a:spcPct val="150000"/>
                        </a:lnSpc>
                        <a:spcBef>
                          <a:spcPts val="1200"/>
                        </a:spcBef>
                        <a:spcAft>
                          <a:spcPts val="600"/>
                        </a:spcAft>
                        <a:buNone/>
                      </a:pPr>
                      <a:r>
                        <a:rPr lang="en-AU" sz="1300">
                          <a:effectLst/>
                        </a:rPr>
                        <a:t>24-hour</a:t>
                      </a:r>
                      <a:endParaRPr lang="en-AU" sz="1300">
                        <a:effectLst/>
                        <a:latin typeface="Arial" panose="020B0604020202020204" pitchFamily="34" charset="0"/>
                        <a:ea typeface="Times New Roman" panose="02020603050405020304" pitchFamily="18" charset="0"/>
                        <a:cs typeface="Calibri" panose="020F0502020204030204" pitchFamily="34" charset="0"/>
                      </a:endParaRPr>
                    </a:p>
                  </a:txBody>
                  <a:tcPr marL="43039" marR="4303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2060"/>
                    </a:solidFill>
                  </a:tcPr>
                </a:tc>
                <a:tc>
                  <a:txBody>
                    <a:bodyPr/>
                    <a:lstStyle/>
                    <a:p>
                      <a:pPr algn="ctr">
                        <a:lnSpc>
                          <a:spcPct val="150000"/>
                        </a:lnSpc>
                        <a:spcBef>
                          <a:spcPts val="1200"/>
                        </a:spcBef>
                        <a:spcAft>
                          <a:spcPts val="600"/>
                        </a:spcAft>
                        <a:buNone/>
                      </a:pPr>
                      <a:r>
                        <a:rPr lang="en-AU" sz="1300">
                          <a:effectLst/>
                        </a:rPr>
                        <a:t>Monday</a:t>
                      </a:r>
                      <a:endParaRPr lang="en-AU" sz="1300">
                        <a:effectLst/>
                        <a:latin typeface="Arial" panose="020B0604020202020204" pitchFamily="34" charset="0"/>
                        <a:ea typeface="Times New Roman" panose="02020603050405020304" pitchFamily="18" charset="0"/>
                        <a:cs typeface="Calibri" panose="020F0502020204030204" pitchFamily="34" charset="0"/>
                      </a:endParaRPr>
                    </a:p>
                  </a:txBody>
                  <a:tcPr marL="43039" marR="4303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2060"/>
                    </a:solidFill>
                  </a:tcPr>
                </a:tc>
                <a:tc>
                  <a:txBody>
                    <a:bodyPr/>
                    <a:lstStyle/>
                    <a:p>
                      <a:pPr algn="ctr">
                        <a:lnSpc>
                          <a:spcPct val="150000"/>
                        </a:lnSpc>
                        <a:spcBef>
                          <a:spcPts val="1200"/>
                        </a:spcBef>
                        <a:spcAft>
                          <a:spcPts val="600"/>
                        </a:spcAft>
                        <a:buNone/>
                      </a:pPr>
                      <a:r>
                        <a:rPr lang="en-AU" sz="1300">
                          <a:effectLst/>
                        </a:rPr>
                        <a:t>Tuesday</a:t>
                      </a:r>
                      <a:endParaRPr lang="en-AU" sz="1300">
                        <a:effectLst/>
                        <a:latin typeface="Arial" panose="020B0604020202020204" pitchFamily="34" charset="0"/>
                        <a:ea typeface="Times New Roman" panose="02020603050405020304" pitchFamily="18" charset="0"/>
                        <a:cs typeface="Calibri" panose="020F0502020204030204" pitchFamily="34" charset="0"/>
                      </a:endParaRPr>
                    </a:p>
                  </a:txBody>
                  <a:tcPr marL="43039" marR="4303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2060"/>
                    </a:solidFill>
                  </a:tcPr>
                </a:tc>
                <a:tc>
                  <a:txBody>
                    <a:bodyPr/>
                    <a:lstStyle/>
                    <a:p>
                      <a:pPr algn="ctr">
                        <a:lnSpc>
                          <a:spcPct val="150000"/>
                        </a:lnSpc>
                        <a:spcBef>
                          <a:spcPts val="1200"/>
                        </a:spcBef>
                        <a:spcAft>
                          <a:spcPts val="600"/>
                        </a:spcAft>
                        <a:buNone/>
                      </a:pPr>
                      <a:r>
                        <a:rPr lang="en-AU" sz="1300">
                          <a:effectLst/>
                        </a:rPr>
                        <a:t>Wednesday</a:t>
                      </a:r>
                      <a:endParaRPr lang="en-AU" sz="1300">
                        <a:effectLst/>
                        <a:latin typeface="Arial" panose="020B0604020202020204" pitchFamily="34" charset="0"/>
                        <a:ea typeface="Times New Roman" panose="02020603050405020304" pitchFamily="18" charset="0"/>
                        <a:cs typeface="Calibri" panose="020F0502020204030204" pitchFamily="34" charset="0"/>
                      </a:endParaRPr>
                    </a:p>
                  </a:txBody>
                  <a:tcPr marL="43039" marR="4303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2060"/>
                    </a:solidFill>
                  </a:tcPr>
                </a:tc>
                <a:tc>
                  <a:txBody>
                    <a:bodyPr/>
                    <a:lstStyle/>
                    <a:p>
                      <a:pPr algn="ctr">
                        <a:lnSpc>
                          <a:spcPct val="150000"/>
                        </a:lnSpc>
                        <a:spcBef>
                          <a:spcPts val="1200"/>
                        </a:spcBef>
                        <a:spcAft>
                          <a:spcPts val="600"/>
                        </a:spcAft>
                        <a:buNone/>
                      </a:pPr>
                      <a:r>
                        <a:rPr lang="en-AU" sz="1300">
                          <a:effectLst/>
                        </a:rPr>
                        <a:t>Thursday</a:t>
                      </a:r>
                      <a:endParaRPr lang="en-AU" sz="1300">
                        <a:effectLst/>
                        <a:latin typeface="Arial" panose="020B0604020202020204" pitchFamily="34" charset="0"/>
                        <a:ea typeface="Times New Roman" panose="02020603050405020304" pitchFamily="18" charset="0"/>
                        <a:cs typeface="Calibri" panose="020F0502020204030204" pitchFamily="34" charset="0"/>
                      </a:endParaRPr>
                    </a:p>
                  </a:txBody>
                  <a:tcPr marL="43039" marR="4303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2060"/>
                    </a:solidFill>
                  </a:tcPr>
                </a:tc>
                <a:tc>
                  <a:txBody>
                    <a:bodyPr/>
                    <a:lstStyle/>
                    <a:p>
                      <a:pPr algn="ctr">
                        <a:lnSpc>
                          <a:spcPct val="150000"/>
                        </a:lnSpc>
                        <a:spcBef>
                          <a:spcPts val="1200"/>
                        </a:spcBef>
                        <a:spcAft>
                          <a:spcPts val="600"/>
                        </a:spcAft>
                        <a:buNone/>
                      </a:pPr>
                      <a:r>
                        <a:rPr lang="en-AU" sz="1300">
                          <a:effectLst/>
                        </a:rPr>
                        <a:t>Friday</a:t>
                      </a:r>
                      <a:endParaRPr lang="en-AU" sz="1300">
                        <a:effectLst/>
                        <a:latin typeface="Arial" panose="020B0604020202020204" pitchFamily="34" charset="0"/>
                        <a:ea typeface="Times New Roman" panose="02020603050405020304" pitchFamily="18" charset="0"/>
                        <a:cs typeface="Calibri" panose="020F0502020204030204" pitchFamily="34" charset="0"/>
                      </a:endParaRPr>
                    </a:p>
                  </a:txBody>
                  <a:tcPr marL="43039" marR="4303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2060"/>
                    </a:solidFill>
                  </a:tcPr>
                </a:tc>
                <a:extLst>
                  <a:ext uri="{0D108BD9-81ED-4DB2-BD59-A6C34878D82A}">
                    <a16:rowId xmlns:a16="http://schemas.microsoft.com/office/drawing/2014/main" val="1115314540"/>
                  </a:ext>
                </a:extLst>
              </a:tr>
              <a:tr h="793059">
                <a:tc>
                  <a:txBody>
                    <a:bodyPr/>
                    <a:lstStyle/>
                    <a:p>
                      <a:pPr algn="ctr">
                        <a:lnSpc>
                          <a:spcPct val="150000"/>
                        </a:lnSpc>
                        <a:spcBef>
                          <a:spcPts val="1200"/>
                        </a:spcBef>
                        <a:spcAft>
                          <a:spcPts val="600"/>
                        </a:spcAft>
                        <a:buNone/>
                      </a:pPr>
                      <a:r>
                        <a:rPr lang="en-AU" sz="1600" b="1">
                          <a:solidFill>
                            <a:srgbClr val="000000"/>
                          </a:solidFill>
                          <a:effectLst/>
                          <a:latin typeface="Arial" panose="020B0604020202020204" pitchFamily="34" charset="0"/>
                          <a:ea typeface="Times New Roman" panose="02020603050405020304" pitchFamily="18" charset="0"/>
                          <a:cs typeface="Calibri" panose="020F0502020204030204" pitchFamily="34" charset="0"/>
                        </a:rPr>
                        <a:t>12:30 pm</a:t>
                      </a:r>
                      <a:endParaRPr lang="en-AU" sz="1600">
                        <a:effectLst/>
                        <a:latin typeface="Arial" panose="020B0604020202020204" pitchFamily="34" charset="0"/>
                        <a:ea typeface="Times New Roman" panose="02020603050405020304" pitchFamily="18" charset="0"/>
                        <a:cs typeface="Calibri" panose="020F050202020403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a:lnSpc>
                          <a:spcPct val="150000"/>
                        </a:lnSpc>
                        <a:spcBef>
                          <a:spcPts val="1200"/>
                        </a:spcBef>
                        <a:spcAft>
                          <a:spcPts val="600"/>
                        </a:spcAft>
                        <a:buNone/>
                      </a:pPr>
                      <a:r>
                        <a:rPr lang="en-AU" sz="1600" b="1">
                          <a:solidFill>
                            <a:srgbClr val="000000"/>
                          </a:solidFill>
                          <a:effectLst/>
                          <a:latin typeface="Arial" panose="020B0604020202020204" pitchFamily="34" charset="0"/>
                          <a:ea typeface="Times New Roman" panose="02020603050405020304" pitchFamily="18" charset="0"/>
                          <a:cs typeface="Calibri" panose="020F0502020204030204" pitchFamily="34" charset="0"/>
                        </a:rPr>
                        <a:t>12:30</a:t>
                      </a:r>
                      <a:endParaRPr lang="en-AU" sz="1600">
                        <a:effectLst/>
                        <a:latin typeface="Arial" panose="020B0604020202020204" pitchFamily="34" charset="0"/>
                        <a:ea typeface="Times New Roman" panose="02020603050405020304" pitchFamily="18" charset="0"/>
                        <a:cs typeface="Calibri" panose="020F050202020403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a:lnSpc>
                          <a:spcPct val="150000"/>
                        </a:lnSpc>
                        <a:spcBef>
                          <a:spcPts val="1200"/>
                        </a:spcBef>
                        <a:spcAft>
                          <a:spcPts val="600"/>
                        </a:spcAft>
                        <a:buNone/>
                      </a:pPr>
                      <a:r>
                        <a:rPr lang="en-AU" sz="1600">
                          <a:solidFill>
                            <a:srgbClr val="000000"/>
                          </a:solidFill>
                          <a:effectLst/>
                          <a:latin typeface="Arial" panose="020B0604020202020204" pitchFamily="34" charset="0"/>
                          <a:ea typeface="Times New Roman" panose="02020603050405020304" pitchFamily="18" charset="0"/>
                          <a:cs typeface="Calibri" panose="020F0502020204030204" pitchFamily="34" charset="0"/>
                        </a:rPr>
                        <a:t>Maths</a:t>
                      </a:r>
                      <a:endParaRPr lang="en-AU" sz="1600">
                        <a:effectLst/>
                        <a:latin typeface="Arial" panose="020B0604020202020204" pitchFamily="34" charset="0"/>
                        <a:ea typeface="Times New Roman" panose="02020603050405020304" pitchFamily="18" charset="0"/>
                        <a:cs typeface="Calibri" panose="020F050202020403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solidFill>
                  </a:tcPr>
                </a:tc>
                <a:tc>
                  <a:txBody>
                    <a:bodyPr/>
                    <a:lstStyle/>
                    <a:p>
                      <a:pPr algn="ctr">
                        <a:lnSpc>
                          <a:spcPct val="150000"/>
                        </a:lnSpc>
                        <a:spcBef>
                          <a:spcPts val="1200"/>
                        </a:spcBef>
                        <a:spcAft>
                          <a:spcPts val="600"/>
                        </a:spcAft>
                        <a:buNone/>
                      </a:pPr>
                      <a:r>
                        <a:rPr lang="en-AU" sz="1600">
                          <a:solidFill>
                            <a:srgbClr val="000000"/>
                          </a:solidFill>
                          <a:effectLst/>
                          <a:latin typeface="Arial" panose="020B0604020202020204" pitchFamily="34" charset="0"/>
                          <a:ea typeface="Times New Roman" panose="02020603050405020304" pitchFamily="18" charset="0"/>
                          <a:cs typeface="Calibri" panose="020F0502020204030204" pitchFamily="34" charset="0"/>
                        </a:rPr>
                        <a:t>Maths</a:t>
                      </a:r>
                      <a:endParaRPr lang="en-AU" sz="1600">
                        <a:effectLst/>
                        <a:latin typeface="Arial" panose="020B0604020202020204" pitchFamily="34" charset="0"/>
                        <a:ea typeface="Times New Roman" panose="02020603050405020304" pitchFamily="18" charset="0"/>
                        <a:cs typeface="Calibri" panose="020F050202020403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solidFill>
                  </a:tcPr>
                </a:tc>
                <a:tc>
                  <a:txBody>
                    <a:bodyPr/>
                    <a:lstStyle/>
                    <a:p>
                      <a:pPr algn="ctr">
                        <a:lnSpc>
                          <a:spcPct val="150000"/>
                        </a:lnSpc>
                        <a:spcBef>
                          <a:spcPts val="1200"/>
                        </a:spcBef>
                        <a:spcAft>
                          <a:spcPts val="600"/>
                        </a:spcAft>
                        <a:buNone/>
                      </a:pPr>
                      <a:r>
                        <a:rPr lang="en-AU" sz="1600">
                          <a:solidFill>
                            <a:srgbClr val="000000"/>
                          </a:solidFill>
                          <a:effectLst/>
                          <a:latin typeface="Arial" panose="020B0604020202020204" pitchFamily="34" charset="0"/>
                          <a:ea typeface="Times New Roman" panose="02020603050405020304" pitchFamily="18" charset="0"/>
                          <a:cs typeface="Calibri" panose="020F0502020204030204" pitchFamily="34" charset="0"/>
                        </a:rPr>
                        <a:t>Maths</a:t>
                      </a:r>
                      <a:endParaRPr lang="en-AU" sz="1600">
                        <a:effectLst/>
                        <a:latin typeface="Arial" panose="020B0604020202020204" pitchFamily="34" charset="0"/>
                        <a:ea typeface="Times New Roman" panose="02020603050405020304" pitchFamily="18" charset="0"/>
                        <a:cs typeface="Calibri" panose="020F050202020403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solidFill>
                  </a:tcPr>
                </a:tc>
                <a:tc>
                  <a:txBody>
                    <a:bodyPr/>
                    <a:lstStyle/>
                    <a:p>
                      <a:pPr algn="ctr">
                        <a:lnSpc>
                          <a:spcPct val="150000"/>
                        </a:lnSpc>
                        <a:spcBef>
                          <a:spcPts val="1200"/>
                        </a:spcBef>
                        <a:spcAft>
                          <a:spcPts val="600"/>
                        </a:spcAft>
                        <a:buNone/>
                      </a:pPr>
                      <a:r>
                        <a:rPr lang="en-AU" sz="1600">
                          <a:solidFill>
                            <a:srgbClr val="000000"/>
                          </a:solidFill>
                          <a:effectLst/>
                          <a:latin typeface="Arial" panose="020B0604020202020204" pitchFamily="34" charset="0"/>
                          <a:ea typeface="Times New Roman" panose="02020603050405020304" pitchFamily="18" charset="0"/>
                          <a:cs typeface="Calibri" panose="020F0502020204030204" pitchFamily="34" charset="0"/>
                        </a:rPr>
                        <a:t>Maths</a:t>
                      </a:r>
                      <a:endParaRPr lang="en-AU" sz="1600">
                        <a:effectLst/>
                        <a:latin typeface="Arial" panose="020B0604020202020204" pitchFamily="34" charset="0"/>
                        <a:ea typeface="Times New Roman" panose="02020603050405020304" pitchFamily="18" charset="0"/>
                        <a:cs typeface="Calibri" panose="020F050202020403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solidFill>
                  </a:tcPr>
                </a:tc>
                <a:tc>
                  <a:txBody>
                    <a:bodyPr/>
                    <a:lstStyle/>
                    <a:p>
                      <a:pPr algn="ctr">
                        <a:lnSpc>
                          <a:spcPct val="150000"/>
                        </a:lnSpc>
                        <a:spcBef>
                          <a:spcPts val="1200"/>
                        </a:spcBef>
                        <a:spcAft>
                          <a:spcPts val="600"/>
                        </a:spcAft>
                        <a:buNone/>
                      </a:pPr>
                      <a:r>
                        <a:rPr lang="en-AU" sz="1600">
                          <a:solidFill>
                            <a:srgbClr val="000000"/>
                          </a:solidFill>
                          <a:effectLst/>
                          <a:latin typeface="Arial" panose="020B0604020202020204" pitchFamily="34" charset="0"/>
                          <a:ea typeface="Times New Roman" panose="02020603050405020304" pitchFamily="18" charset="0"/>
                          <a:cs typeface="Calibri" panose="020F0502020204030204" pitchFamily="34" charset="0"/>
                        </a:rPr>
                        <a:t>Maths</a:t>
                      </a:r>
                      <a:endParaRPr lang="en-AU" sz="1600">
                        <a:effectLst/>
                        <a:latin typeface="Arial" panose="020B0604020202020204" pitchFamily="34" charset="0"/>
                        <a:ea typeface="Times New Roman" panose="02020603050405020304" pitchFamily="18" charset="0"/>
                        <a:cs typeface="Calibri" panose="020F050202020403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solidFill>
                  </a:tcPr>
                </a:tc>
                <a:extLst>
                  <a:ext uri="{0D108BD9-81ED-4DB2-BD59-A6C34878D82A}">
                    <a16:rowId xmlns:a16="http://schemas.microsoft.com/office/drawing/2014/main" val="2382684389"/>
                  </a:ext>
                </a:extLst>
              </a:tr>
              <a:tr h="793059">
                <a:tc>
                  <a:txBody>
                    <a:bodyPr/>
                    <a:lstStyle/>
                    <a:p>
                      <a:pPr algn="ctr">
                        <a:lnSpc>
                          <a:spcPct val="150000"/>
                        </a:lnSpc>
                        <a:spcBef>
                          <a:spcPts val="1200"/>
                        </a:spcBef>
                        <a:spcAft>
                          <a:spcPts val="600"/>
                        </a:spcAft>
                        <a:buNone/>
                      </a:pPr>
                      <a:r>
                        <a:rPr lang="en-AU" sz="1600" b="1">
                          <a:solidFill>
                            <a:srgbClr val="000000"/>
                          </a:solidFill>
                          <a:effectLst/>
                          <a:latin typeface="Arial" panose="020B0604020202020204" pitchFamily="34" charset="0"/>
                          <a:ea typeface="Times New Roman" panose="02020603050405020304" pitchFamily="18" charset="0"/>
                          <a:cs typeface="Calibri" panose="020F0502020204030204" pitchFamily="34" charset="0"/>
                        </a:rPr>
                        <a:t>1:00 pm</a:t>
                      </a:r>
                      <a:endParaRPr lang="en-AU" sz="1600">
                        <a:effectLst/>
                        <a:latin typeface="Arial" panose="020B0604020202020204" pitchFamily="34" charset="0"/>
                        <a:ea typeface="Times New Roman" panose="02020603050405020304" pitchFamily="18" charset="0"/>
                        <a:cs typeface="Calibri" panose="020F050202020403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a:lnSpc>
                          <a:spcPct val="150000"/>
                        </a:lnSpc>
                        <a:spcBef>
                          <a:spcPts val="1200"/>
                        </a:spcBef>
                        <a:spcAft>
                          <a:spcPts val="600"/>
                        </a:spcAft>
                        <a:buNone/>
                      </a:pPr>
                      <a:r>
                        <a:rPr lang="en-AU" sz="1600" b="1">
                          <a:solidFill>
                            <a:srgbClr val="000000"/>
                          </a:solidFill>
                          <a:effectLst/>
                          <a:latin typeface="Arial" panose="020B0604020202020204" pitchFamily="34" charset="0"/>
                          <a:ea typeface="Times New Roman" panose="02020603050405020304" pitchFamily="18" charset="0"/>
                          <a:cs typeface="Calibri" panose="020F0502020204030204" pitchFamily="34" charset="0"/>
                        </a:rPr>
                        <a:t>13:00</a:t>
                      </a:r>
                      <a:endParaRPr lang="en-AU" sz="1600">
                        <a:effectLst/>
                        <a:latin typeface="Arial" panose="020B0604020202020204" pitchFamily="34" charset="0"/>
                        <a:ea typeface="Times New Roman" panose="02020603050405020304" pitchFamily="18" charset="0"/>
                        <a:cs typeface="Calibri" panose="020F050202020403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a:lnSpc>
                          <a:spcPct val="150000"/>
                        </a:lnSpc>
                        <a:spcBef>
                          <a:spcPts val="1200"/>
                        </a:spcBef>
                        <a:spcAft>
                          <a:spcPts val="600"/>
                        </a:spcAft>
                        <a:buNone/>
                      </a:pPr>
                      <a:r>
                        <a:rPr lang="en-AU" sz="1600">
                          <a:solidFill>
                            <a:srgbClr val="000000"/>
                          </a:solidFill>
                          <a:effectLst/>
                          <a:latin typeface="Arial" panose="020B0604020202020204" pitchFamily="34" charset="0"/>
                          <a:ea typeface="Times New Roman" panose="02020603050405020304" pitchFamily="18" charset="0"/>
                          <a:cs typeface="Calibri" panose="020F0502020204030204" pitchFamily="34" charset="0"/>
                        </a:rPr>
                        <a:t>Lunch</a:t>
                      </a:r>
                      <a:endParaRPr lang="en-AU" sz="1600">
                        <a:effectLst/>
                        <a:latin typeface="Arial" panose="020B0604020202020204" pitchFamily="34" charset="0"/>
                        <a:ea typeface="Times New Roman" panose="02020603050405020304" pitchFamily="18" charset="0"/>
                        <a:cs typeface="Calibri" panose="020F050202020403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lnSpc>
                          <a:spcPct val="150000"/>
                        </a:lnSpc>
                        <a:spcBef>
                          <a:spcPts val="1200"/>
                        </a:spcBef>
                        <a:spcAft>
                          <a:spcPts val="600"/>
                        </a:spcAft>
                        <a:buNone/>
                      </a:pPr>
                      <a:r>
                        <a:rPr lang="en-AU" sz="1600">
                          <a:solidFill>
                            <a:srgbClr val="000000"/>
                          </a:solidFill>
                          <a:effectLst/>
                          <a:latin typeface="Arial" panose="020B0604020202020204" pitchFamily="34" charset="0"/>
                          <a:ea typeface="Times New Roman" panose="02020603050405020304" pitchFamily="18" charset="0"/>
                          <a:cs typeface="Calibri" panose="020F0502020204030204" pitchFamily="34" charset="0"/>
                        </a:rPr>
                        <a:t>Lunch</a:t>
                      </a:r>
                      <a:endParaRPr lang="en-AU" sz="1600">
                        <a:effectLst/>
                        <a:latin typeface="Arial" panose="020B0604020202020204" pitchFamily="34" charset="0"/>
                        <a:ea typeface="Times New Roman" panose="02020603050405020304" pitchFamily="18" charset="0"/>
                        <a:cs typeface="Calibri" panose="020F050202020403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lnSpc>
                          <a:spcPct val="150000"/>
                        </a:lnSpc>
                        <a:spcBef>
                          <a:spcPts val="1200"/>
                        </a:spcBef>
                        <a:spcAft>
                          <a:spcPts val="600"/>
                        </a:spcAft>
                        <a:buNone/>
                      </a:pPr>
                      <a:r>
                        <a:rPr lang="en-AU" sz="1600" dirty="0">
                          <a:solidFill>
                            <a:srgbClr val="000000"/>
                          </a:solidFill>
                          <a:effectLst/>
                          <a:latin typeface="Arial" panose="020B0604020202020204" pitchFamily="34" charset="0"/>
                          <a:ea typeface="Times New Roman" panose="02020603050405020304" pitchFamily="18" charset="0"/>
                          <a:cs typeface="Calibri" panose="020F0502020204030204" pitchFamily="34" charset="0"/>
                        </a:rPr>
                        <a:t>Lunch</a:t>
                      </a:r>
                      <a:endParaRPr lang="en-AU" sz="1600" dirty="0">
                        <a:effectLst/>
                        <a:latin typeface="Arial" panose="020B0604020202020204" pitchFamily="34" charset="0"/>
                        <a:ea typeface="Times New Roman" panose="02020603050405020304" pitchFamily="18" charset="0"/>
                        <a:cs typeface="Calibri" panose="020F050202020403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lnSpc>
                          <a:spcPct val="150000"/>
                        </a:lnSpc>
                        <a:spcBef>
                          <a:spcPts val="1200"/>
                        </a:spcBef>
                        <a:spcAft>
                          <a:spcPts val="600"/>
                        </a:spcAft>
                        <a:buNone/>
                      </a:pPr>
                      <a:r>
                        <a:rPr lang="en-AU" sz="1600">
                          <a:solidFill>
                            <a:srgbClr val="000000"/>
                          </a:solidFill>
                          <a:effectLst/>
                          <a:latin typeface="Arial" panose="020B0604020202020204" pitchFamily="34" charset="0"/>
                          <a:ea typeface="Times New Roman" panose="02020603050405020304" pitchFamily="18" charset="0"/>
                          <a:cs typeface="Calibri" panose="020F0502020204030204" pitchFamily="34" charset="0"/>
                        </a:rPr>
                        <a:t>Lunch</a:t>
                      </a:r>
                      <a:endParaRPr lang="en-AU" sz="1600">
                        <a:effectLst/>
                        <a:latin typeface="Arial" panose="020B0604020202020204" pitchFamily="34" charset="0"/>
                        <a:ea typeface="Times New Roman" panose="02020603050405020304" pitchFamily="18" charset="0"/>
                        <a:cs typeface="Calibri" panose="020F050202020403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lnSpc>
                          <a:spcPct val="150000"/>
                        </a:lnSpc>
                        <a:spcBef>
                          <a:spcPts val="1200"/>
                        </a:spcBef>
                        <a:spcAft>
                          <a:spcPts val="600"/>
                        </a:spcAft>
                        <a:buNone/>
                      </a:pPr>
                      <a:r>
                        <a:rPr lang="en-AU" sz="1600">
                          <a:solidFill>
                            <a:srgbClr val="000000"/>
                          </a:solidFill>
                          <a:effectLst/>
                          <a:latin typeface="Arial" panose="020B0604020202020204" pitchFamily="34" charset="0"/>
                          <a:ea typeface="Times New Roman" panose="02020603050405020304" pitchFamily="18" charset="0"/>
                          <a:cs typeface="Calibri" panose="020F0502020204030204" pitchFamily="34" charset="0"/>
                        </a:rPr>
                        <a:t>Lunch</a:t>
                      </a:r>
                      <a:endParaRPr lang="en-AU" sz="1600">
                        <a:effectLst/>
                        <a:latin typeface="Arial" panose="020B0604020202020204" pitchFamily="34" charset="0"/>
                        <a:ea typeface="Times New Roman" panose="02020603050405020304" pitchFamily="18" charset="0"/>
                        <a:cs typeface="Calibri" panose="020F050202020403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1884259983"/>
                  </a:ext>
                </a:extLst>
              </a:tr>
              <a:tr h="793059">
                <a:tc>
                  <a:txBody>
                    <a:bodyPr/>
                    <a:lstStyle/>
                    <a:p>
                      <a:pPr algn="ctr">
                        <a:lnSpc>
                          <a:spcPct val="150000"/>
                        </a:lnSpc>
                        <a:spcBef>
                          <a:spcPts val="1200"/>
                        </a:spcBef>
                        <a:spcAft>
                          <a:spcPts val="600"/>
                        </a:spcAft>
                        <a:buNone/>
                      </a:pPr>
                      <a:r>
                        <a:rPr lang="en-AU" sz="1600" b="1">
                          <a:solidFill>
                            <a:srgbClr val="000000"/>
                          </a:solidFill>
                          <a:effectLst/>
                          <a:latin typeface="Arial" panose="020B0604020202020204" pitchFamily="34" charset="0"/>
                          <a:ea typeface="Times New Roman" panose="02020603050405020304" pitchFamily="18" charset="0"/>
                          <a:cs typeface="Calibri" panose="020F0502020204030204" pitchFamily="34" charset="0"/>
                        </a:rPr>
                        <a:t>1:30 pm</a:t>
                      </a:r>
                      <a:endParaRPr lang="en-AU" sz="1600">
                        <a:effectLst/>
                        <a:latin typeface="Arial" panose="020B0604020202020204" pitchFamily="34" charset="0"/>
                        <a:ea typeface="Times New Roman" panose="02020603050405020304" pitchFamily="18" charset="0"/>
                        <a:cs typeface="Calibri" panose="020F050202020403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a:lnSpc>
                          <a:spcPct val="150000"/>
                        </a:lnSpc>
                        <a:spcBef>
                          <a:spcPts val="1200"/>
                        </a:spcBef>
                        <a:spcAft>
                          <a:spcPts val="600"/>
                        </a:spcAft>
                        <a:buNone/>
                      </a:pPr>
                      <a:r>
                        <a:rPr lang="en-AU" sz="1600" b="1">
                          <a:solidFill>
                            <a:srgbClr val="000000"/>
                          </a:solidFill>
                          <a:effectLst/>
                          <a:latin typeface="Arial" panose="020B0604020202020204" pitchFamily="34" charset="0"/>
                          <a:ea typeface="Times New Roman" panose="02020603050405020304" pitchFamily="18" charset="0"/>
                          <a:cs typeface="Calibri" panose="020F0502020204030204" pitchFamily="34" charset="0"/>
                        </a:rPr>
                        <a:t>13:30</a:t>
                      </a:r>
                      <a:endParaRPr lang="en-AU" sz="1600">
                        <a:effectLst/>
                        <a:latin typeface="Arial" panose="020B0604020202020204" pitchFamily="34" charset="0"/>
                        <a:ea typeface="Times New Roman" panose="02020603050405020304" pitchFamily="18" charset="0"/>
                        <a:cs typeface="Calibri" panose="020F050202020403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a:lnSpc>
                          <a:spcPct val="150000"/>
                        </a:lnSpc>
                        <a:spcBef>
                          <a:spcPts val="1200"/>
                        </a:spcBef>
                        <a:spcAft>
                          <a:spcPts val="600"/>
                        </a:spcAft>
                        <a:buNone/>
                      </a:pPr>
                      <a:r>
                        <a:rPr lang="en-AU" sz="1600">
                          <a:solidFill>
                            <a:srgbClr val="000000"/>
                          </a:solidFill>
                          <a:effectLst/>
                          <a:latin typeface="Arial" panose="020B0604020202020204" pitchFamily="34" charset="0"/>
                          <a:ea typeface="Times New Roman" panose="02020603050405020304" pitchFamily="18" charset="0"/>
                          <a:cs typeface="Calibri" panose="020F0502020204030204" pitchFamily="34" charset="0"/>
                        </a:rPr>
                        <a:t>HSIE</a:t>
                      </a:r>
                      <a:endParaRPr lang="en-AU" sz="1600">
                        <a:effectLst/>
                        <a:latin typeface="Arial" panose="020B0604020202020204" pitchFamily="34" charset="0"/>
                        <a:ea typeface="Times New Roman" panose="02020603050405020304" pitchFamily="18" charset="0"/>
                        <a:cs typeface="Calibri" panose="020F050202020403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tc>
                  <a:txBody>
                    <a:bodyPr/>
                    <a:lstStyle/>
                    <a:p>
                      <a:pPr algn="ctr">
                        <a:lnSpc>
                          <a:spcPct val="150000"/>
                        </a:lnSpc>
                        <a:spcBef>
                          <a:spcPts val="1200"/>
                        </a:spcBef>
                        <a:spcAft>
                          <a:spcPts val="600"/>
                        </a:spcAft>
                        <a:buNone/>
                      </a:pPr>
                      <a:r>
                        <a:rPr lang="en-AU" sz="1600">
                          <a:solidFill>
                            <a:srgbClr val="000000"/>
                          </a:solidFill>
                          <a:effectLst/>
                          <a:latin typeface="Arial" panose="020B0604020202020204" pitchFamily="34" charset="0"/>
                          <a:ea typeface="Times New Roman" panose="02020603050405020304" pitchFamily="18" charset="0"/>
                          <a:cs typeface="Calibri" panose="020F0502020204030204" pitchFamily="34" charset="0"/>
                        </a:rPr>
                        <a:t>HSIE</a:t>
                      </a:r>
                      <a:endParaRPr lang="en-AU" sz="1600">
                        <a:effectLst/>
                        <a:latin typeface="Arial" panose="020B0604020202020204" pitchFamily="34" charset="0"/>
                        <a:ea typeface="Times New Roman" panose="02020603050405020304" pitchFamily="18" charset="0"/>
                        <a:cs typeface="Calibri" panose="020F050202020403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tc>
                  <a:txBody>
                    <a:bodyPr/>
                    <a:lstStyle/>
                    <a:p>
                      <a:pPr algn="ctr">
                        <a:lnSpc>
                          <a:spcPct val="150000"/>
                        </a:lnSpc>
                        <a:spcBef>
                          <a:spcPts val="1200"/>
                        </a:spcBef>
                        <a:spcAft>
                          <a:spcPts val="600"/>
                        </a:spcAft>
                        <a:buNone/>
                      </a:pPr>
                      <a:r>
                        <a:rPr lang="en-AU" sz="1600">
                          <a:solidFill>
                            <a:srgbClr val="000000"/>
                          </a:solidFill>
                          <a:effectLst/>
                          <a:latin typeface="Arial" panose="020B0604020202020204" pitchFamily="34" charset="0"/>
                          <a:ea typeface="Times New Roman" panose="02020603050405020304" pitchFamily="18" charset="0"/>
                          <a:cs typeface="Calibri" panose="020F0502020204030204" pitchFamily="34" charset="0"/>
                        </a:rPr>
                        <a:t>Creative arts</a:t>
                      </a:r>
                      <a:endParaRPr lang="en-AU" sz="1600">
                        <a:effectLst/>
                        <a:latin typeface="Arial" panose="020B0604020202020204" pitchFamily="34" charset="0"/>
                        <a:ea typeface="Times New Roman" panose="02020603050405020304" pitchFamily="18" charset="0"/>
                        <a:cs typeface="Calibri" panose="020F050202020403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solidFill>
                  </a:tcPr>
                </a:tc>
                <a:tc>
                  <a:txBody>
                    <a:bodyPr/>
                    <a:lstStyle/>
                    <a:p>
                      <a:pPr algn="ctr">
                        <a:lnSpc>
                          <a:spcPct val="150000"/>
                        </a:lnSpc>
                        <a:spcBef>
                          <a:spcPts val="1200"/>
                        </a:spcBef>
                        <a:spcAft>
                          <a:spcPts val="600"/>
                        </a:spcAft>
                        <a:buNone/>
                      </a:pPr>
                      <a:r>
                        <a:rPr lang="en-AU" sz="1600">
                          <a:solidFill>
                            <a:srgbClr val="000000"/>
                          </a:solidFill>
                          <a:effectLst/>
                          <a:latin typeface="Arial" panose="020B0604020202020204" pitchFamily="34" charset="0"/>
                          <a:ea typeface="Times New Roman" panose="02020603050405020304" pitchFamily="18" charset="0"/>
                          <a:cs typeface="Calibri" panose="020F0502020204030204" pitchFamily="34" charset="0"/>
                        </a:rPr>
                        <a:t>Creative arts</a:t>
                      </a:r>
                      <a:endParaRPr lang="en-AU" sz="1600">
                        <a:effectLst/>
                        <a:latin typeface="Arial" panose="020B0604020202020204" pitchFamily="34" charset="0"/>
                        <a:ea typeface="Times New Roman" panose="02020603050405020304" pitchFamily="18" charset="0"/>
                        <a:cs typeface="Calibri" panose="020F050202020403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solidFill>
                  </a:tcPr>
                </a:tc>
                <a:tc>
                  <a:txBody>
                    <a:bodyPr/>
                    <a:lstStyle/>
                    <a:p>
                      <a:pPr algn="ctr">
                        <a:lnSpc>
                          <a:spcPct val="150000"/>
                        </a:lnSpc>
                        <a:spcBef>
                          <a:spcPts val="1200"/>
                        </a:spcBef>
                        <a:spcAft>
                          <a:spcPts val="600"/>
                        </a:spcAft>
                        <a:buNone/>
                      </a:pPr>
                      <a:r>
                        <a:rPr lang="en-AU" sz="1600">
                          <a:solidFill>
                            <a:srgbClr val="000000"/>
                          </a:solidFill>
                          <a:effectLst/>
                          <a:latin typeface="Arial" panose="020B0604020202020204" pitchFamily="34" charset="0"/>
                          <a:ea typeface="Times New Roman" panose="02020603050405020304" pitchFamily="18" charset="0"/>
                          <a:cs typeface="Calibri" panose="020F0502020204030204" pitchFamily="34" charset="0"/>
                        </a:rPr>
                        <a:t>Science</a:t>
                      </a:r>
                      <a:endParaRPr lang="en-AU" sz="1600">
                        <a:effectLst/>
                        <a:latin typeface="Arial" panose="020B0604020202020204" pitchFamily="34" charset="0"/>
                        <a:ea typeface="Times New Roman" panose="02020603050405020304" pitchFamily="18" charset="0"/>
                        <a:cs typeface="Calibri" panose="020F050202020403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solidFill>
                  </a:tcPr>
                </a:tc>
                <a:extLst>
                  <a:ext uri="{0D108BD9-81ED-4DB2-BD59-A6C34878D82A}">
                    <a16:rowId xmlns:a16="http://schemas.microsoft.com/office/drawing/2014/main" val="1909313678"/>
                  </a:ext>
                </a:extLst>
              </a:tr>
              <a:tr h="793059">
                <a:tc>
                  <a:txBody>
                    <a:bodyPr/>
                    <a:lstStyle/>
                    <a:p>
                      <a:pPr algn="ctr">
                        <a:lnSpc>
                          <a:spcPct val="150000"/>
                        </a:lnSpc>
                        <a:spcBef>
                          <a:spcPts val="1200"/>
                        </a:spcBef>
                        <a:spcAft>
                          <a:spcPts val="600"/>
                        </a:spcAft>
                        <a:buNone/>
                      </a:pPr>
                      <a:r>
                        <a:rPr lang="en-AU" sz="1600" b="1">
                          <a:solidFill>
                            <a:srgbClr val="000000"/>
                          </a:solidFill>
                          <a:effectLst/>
                          <a:latin typeface="Arial" panose="020B0604020202020204" pitchFamily="34" charset="0"/>
                          <a:ea typeface="Times New Roman" panose="02020603050405020304" pitchFamily="18" charset="0"/>
                          <a:cs typeface="Calibri" panose="020F0502020204030204" pitchFamily="34" charset="0"/>
                        </a:rPr>
                        <a:t>2:00 pm</a:t>
                      </a:r>
                      <a:endParaRPr lang="en-AU" sz="1600">
                        <a:effectLst/>
                        <a:latin typeface="Arial" panose="020B0604020202020204" pitchFamily="34" charset="0"/>
                        <a:ea typeface="Times New Roman" panose="02020603050405020304" pitchFamily="18" charset="0"/>
                        <a:cs typeface="Calibri" panose="020F050202020403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a:lnSpc>
                          <a:spcPct val="150000"/>
                        </a:lnSpc>
                        <a:spcBef>
                          <a:spcPts val="1200"/>
                        </a:spcBef>
                        <a:spcAft>
                          <a:spcPts val="600"/>
                        </a:spcAft>
                        <a:buNone/>
                      </a:pPr>
                      <a:r>
                        <a:rPr lang="en-AU" sz="1600" b="1">
                          <a:solidFill>
                            <a:srgbClr val="000000"/>
                          </a:solidFill>
                          <a:effectLst/>
                          <a:latin typeface="Arial" panose="020B0604020202020204" pitchFamily="34" charset="0"/>
                          <a:ea typeface="Times New Roman" panose="02020603050405020304" pitchFamily="18" charset="0"/>
                          <a:cs typeface="Calibri" panose="020F0502020204030204" pitchFamily="34" charset="0"/>
                        </a:rPr>
                        <a:t>14:00</a:t>
                      </a:r>
                      <a:endParaRPr lang="en-AU" sz="1600">
                        <a:effectLst/>
                        <a:latin typeface="Arial" panose="020B0604020202020204" pitchFamily="34" charset="0"/>
                        <a:ea typeface="Times New Roman" panose="02020603050405020304" pitchFamily="18" charset="0"/>
                        <a:cs typeface="Calibri" panose="020F050202020403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a:lnSpc>
                          <a:spcPct val="150000"/>
                        </a:lnSpc>
                        <a:spcBef>
                          <a:spcPts val="1200"/>
                        </a:spcBef>
                        <a:spcAft>
                          <a:spcPts val="600"/>
                        </a:spcAft>
                        <a:buNone/>
                      </a:pPr>
                      <a:r>
                        <a:rPr lang="en-AU" sz="1600">
                          <a:solidFill>
                            <a:srgbClr val="000000"/>
                          </a:solidFill>
                          <a:effectLst/>
                          <a:latin typeface="Arial" panose="020B0604020202020204" pitchFamily="34" charset="0"/>
                          <a:ea typeface="Times New Roman" panose="02020603050405020304" pitchFamily="18" charset="0"/>
                          <a:cs typeface="Calibri" panose="020F0502020204030204" pitchFamily="34" charset="0"/>
                        </a:rPr>
                        <a:t>HSIE</a:t>
                      </a:r>
                      <a:endParaRPr lang="en-AU" sz="1600">
                        <a:effectLst/>
                        <a:latin typeface="Arial" panose="020B0604020202020204" pitchFamily="34" charset="0"/>
                        <a:ea typeface="Times New Roman" panose="02020603050405020304" pitchFamily="18" charset="0"/>
                        <a:cs typeface="Calibri" panose="020F050202020403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tc>
                  <a:txBody>
                    <a:bodyPr/>
                    <a:lstStyle/>
                    <a:p>
                      <a:pPr algn="ctr">
                        <a:lnSpc>
                          <a:spcPct val="150000"/>
                        </a:lnSpc>
                        <a:spcBef>
                          <a:spcPts val="1200"/>
                        </a:spcBef>
                        <a:spcAft>
                          <a:spcPts val="600"/>
                        </a:spcAft>
                        <a:buNone/>
                      </a:pPr>
                      <a:r>
                        <a:rPr lang="en-AU" sz="1600">
                          <a:solidFill>
                            <a:srgbClr val="000000"/>
                          </a:solidFill>
                          <a:effectLst/>
                          <a:latin typeface="Arial" panose="020B0604020202020204" pitchFamily="34" charset="0"/>
                          <a:ea typeface="Times New Roman" panose="02020603050405020304" pitchFamily="18" charset="0"/>
                          <a:cs typeface="Calibri" panose="020F0502020204030204" pitchFamily="34" charset="0"/>
                        </a:rPr>
                        <a:t>Library</a:t>
                      </a:r>
                      <a:endParaRPr lang="en-AU" sz="1600">
                        <a:effectLst/>
                        <a:latin typeface="Arial" panose="020B0604020202020204" pitchFamily="34" charset="0"/>
                        <a:ea typeface="Times New Roman" panose="02020603050405020304" pitchFamily="18" charset="0"/>
                        <a:cs typeface="Calibri" panose="020F050202020403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DF9E0"/>
                    </a:solidFill>
                  </a:tcPr>
                </a:tc>
                <a:tc>
                  <a:txBody>
                    <a:bodyPr/>
                    <a:lstStyle/>
                    <a:p>
                      <a:pPr algn="ctr">
                        <a:lnSpc>
                          <a:spcPct val="150000"/>
                        </a:lnSpc>
                        <a:spcBef>
                          <a:spcPts val="1200"/>
                        </a:spcBef>
                        <a:spcAft>
                          <a:spcPts val="600"/>
                        </a:spcAft>
                        <a:buNone/>
                      </a:pPr>
                      <a:r>
                        <a:rPr lang="en-AU" sz="1600">
                          <a:solidFill>
                            <a:srgbClr val="000000"/>
                          </a:solidFill>
                          <a:effectLst/>
                          <a:latin typeface="Arial" panose="020B0604020202020204" pitchFamily="34" charset="0"/>
                          <a:ea typeface="Times New Roman" panose="02020603050405020304" pitchFamily="18" charset="0"/>
                          <a:cs typeface="Calibri" panose="020F0502020204030204" pitchFamily="34" charset="0"/>
                        </a:rPr>
                        <a:t>PDHPE</a:t>
                      </a:r>
                      <a:endParaRPr lang="en-AU" sz="1600">
                        <a:effectLst/>
                        <a:latin typeface="Arial" panose="020B0604020202020204" pitchFamily="34" charset="0"/>
                        <a:ea typeface="Times New Roman" panose="02020603050405020304" pitchFamily="18" charset="0"/>
                        <a:cs typeface="Calibri" panose="020F050202020403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8D028"/>
                    </a:solidFill>
                  </a:tcPr>
                </a:tc>
                <a:tc>
                  <a:txBody>
                    <a:bodyPr/>
                    <a:lstStyle/>
                    <a:p>
                      <a:pPr algn="ctr">
                        <a:lnSpc>
                          <a:spcPct val="150000"/>
                        </a:lnSpc>
                        <a:spcBef>
                          <a:spcPts val="1200"/>
                        </a:spcBef>
                        <a:spcAft>
                          <a:spcPts val="600"/>
                        </a:spcAft>
                        <a:buNone/>
                      </a:pPr>
                      <a:r>
                        <a:rPr lang="en-AU" sz="1600">
                          <a:solidFill>
                            <a:srgbClr val="000000"/>
                          </a:solidFill>
                          <a:effectLst/>
                          <a:latin typeface="Arial" panose="020B0604020202020204" pitchFamily="34" charset="0"/>
                          <a:ea typeface="Times New Roman" panose="02020603050405020304" pitchFamily="18" charset="0"/>
                          <a:cs typeface="Calibri" panose="020F0502020204030204" pitchFamily="34" charset="0"/>
                        </a:rPr>
                        <a:t>Creative arts</a:t>
                      </a:r>
                      <a:endParaRPr lang="en-AU" sz="1600">
                        <a:effectLst/>
                        <a:latin typeface="Arial" panose="020B0604020202020204" pitchFamily="34" charset="0"/>
                        <a:ea typeface="Times New Roman" panose="02020603050405020304" pitchFamily="18" charset="0"/>
                        <a:cs typeface="Calibri" panose="020F050202020403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solidFill>
                  </a:tcPr>
                </a:tc>
                <a:tc>
                  <a:txBody>
                    <a:bodyPr/>
                    <a:lstStyle/>
                    <a:p>
                      <a:pPr algn="ctr">
                        <a:lnSpc>
                          <a:spcPct val="150000"/>
                        </a:lnSpc>
                        <a:spcBef>
                          <a:spcPts val="1200"/>
                        </a:spcBef>
                        <a:spcAft>
                          <a:spcPts val="600"/>
                        </a:spcAft>
                        <a:buNone/>
                      </a:pPr>
                      <a:r>
                        <a:rPr lang="en-AU" sz="1600">
                          <a:solidFill>
                            <a:srgbClr val="000000"/>
                          </a:solidFill>
                          <a:effectLst/>
                          <a:latin typeface="Arial" panose="020B0604020202020204" pitchFamily="34" charset="0"/>
                          <a:ea typeface="Times New Roman" panose="02020603050405020304" pitchFamily="18" charset="0"/>
                          <a:cs typeface="Calibri" panose="020F0502020204030204" pitchFamily="34" charset="0"/>
                        </a:rPr>
                        <a:t>Science</a:t>
                      </a:r>
                      <a:endParaRPr lang="en-AU" sz="1600">
                        <a:effectLst/>
                        <a:latin typeface="Arial" panose="020B0604020202020204" pitchFamily="34" charset="0"/>
                        <a:ea typeface="Times New Roman" panose="02020603050405020304" pitchFamily="18" charset="0"/>
                        <a:cs typeface="Calibri" panose="020F050202020403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solidFill>
                  </a:tcPr>
                </a:tc>
                <a:extLst>
                  <a:ext uri="{0D108BD9-81ED-4DB2-BD59-A6C34878D82A}">
                    <a16:rowId xmlns:a16="http://schemas.microsoft.com/office/drawing/2014/main" val="1971868762"/>
                  </a:ext>
                </a:extLst>
              </a:tr>
              <a:tr h="793059">
                <a:tc>
                  <a:txBody>
                    <a:bodyPr/>
                    <a:lstStyle/>
                    <a:p>
                      <a:pPr algn="ctr">
                        <a:lnSpc>
                          <a:spcPct val="150000"/>
                        </a:lnSpc>
                        <a:spcBef>
                          <a:spcPts val="1200"/>
                        </a:spcBef>
                        <a:spcAft>
                          <a:spcPts val="600"/>
                        </a:spcAft>
                        <a:buNone/>
                      </a:pPr>
                      <a:r>
                        <a:rPr lang="en-AU" sz="1600" b="1">
                          <a:solidFill>
                            <a:srgbClr val="000000"/>
                          </a:solidFill>
                          <a:effectLst/>
                          <a:latin typeface="Arial" panose="020B0604020202020204" pitchFamily="34" charset="0"/>
                          <a:ea typeface="Times New Roman" panose="02020603050405020304" pitchFamily="18" charset="0"/>
                          <a:cs typeface="Calibri" panose="020F0502020204030204" pitchFamily="34" charset="0"/>
                        </a:rPr>
                        <a:t>2:30 pm</a:t>
                      </a:r>
                      <a:endParaRPr lang="en-AU" sz="1600">
                        <a:effectLst/>
                        <a:latin typeface="Arial" panose="020B0604020202020204" pitchFamily="34" charset="0"/>
                        <a:ea typeface="Times New Roman" panose="02020603050405020304" pitchFamily="18" charset="0"/>
                        <a:cs typeface="Calibri" panose="020F050202020403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a:lnSpc>
                          <a:spcPct val="150000"/>
                        </a:lnSpc>
                        <a:spcBef>
                          <a:spcPts val="1200"/>
                        </a:spcBef>
                        <a:spcAft>
                          <a:spcPts val="600"/>
                        </a:spcAft>
                        <a:buNone/>
                      </a:pPr>
                      <a:r>
                        <a:rPr lang="en-AU" sz="1600" b="1">
                          <a:solidFill>
                            <a:srgbClr val="000000"/>
                          </a:solidFill>
                          <a:effectLst/>
                          <a:latin typeface="Arial" panose="020B0604020202020204" pitchFamily="34" charset="0"/>
                          <a:ea typeface="Times New Roman" panose="02020603050405020304" pitchFamily="18" charset="0"/>
                          <a:cs typeface="Calibri" panose="020F0502020204030204" pitchFamily="34" charset="0"/>
                        </a:rPr>
                        <a:t>14:30</a:t>
                      </a:r>
                      <a:endParaRPr lang="en-AU" sz="1600">
                        <a:effectLst/>
                        <a:latin typeface="Arial" panose="020B0604020202020204" pitchFamily="34" charset="0"/>
                        <a:ea typeface="Times New Roman" panose="02020603050405020304" pitchFamily="18" charset="0"/>
                        <a:cs typeface="Calibri" panose="020F050202020403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a:lnSpc>
                          <a:spcPct val="150000"/>
                        </a:lnSpc>
                        <a:spcBef>
                          <a:spcPts val="1200"/>
                        </a:spcBef>
                        <a:spcAft>
                          <a:spcPts val="600"/>
                        </a:spcAft>
                        <a:buNone/>
                      </a:pPr>
                      <a:r>
                        <a:rPr lang="en-AU" sz="1600">
                          <a:solidFill>
                            <a:srgbClr val="000000"/>
                          </a:solidFill>
                          <a:effectLst/>
                          <a:latin typeface="Arial" panose="020B0604020202020204" pitchFamily="34" charset="0"/>
                          <a:ea typeface="Times New Roman" panose="02020603050405020304" pitchFamily="18" charset="0"/>
                          <a:cs typeface="Calibri" panose="020F0502020204030204" pitchFamily="34" charset="0"/>
                        </a:rPr>
                        <a:t>HSIE</a:t>
                      </a:r>
                      <a:endParaRPr lang="en-AU" sz="1600">
                        <a:effectLst/>
                        <a:latin typeface="Arial" panose="020B0604020202020204" pitchFamily="34" charset="0"/>
                        <a:ea typeface="Times New Roman" panose="02020603050405020304" pitchFamily="18" charset="0"/>
                        <a:cs typeface="Calibri" panose="020F050202020403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tc>
                  <a:txBody>
                    <a:bodyPr/>
                    <a:lstStyle/>
                    <a:p>
                      <a:pPr algn="ctr">
                        <a:lnSpc>
                          <a:spcPct val="150000"/>
                        </a:lnSpc>
                        <a:spcBef>
                          <a:spcPts val="1200"/>
                        </a:spcBef>
                        <a:spcAft>
                          <a:spcPts val="600"/>
                        </a:spcAft>
                        <a:buNone/>
                      </a:pPr>
                      <a:r>
                        <a:rPr lang="en-AU" sz="1600">
                          <a:solidFill>
                            <a:srgbClr val="000000"/>
                          </a:solidFill>
                          <a:effectLst/>
                          <a:latin typeface="Arial" panose="020B0604020202020204" pitchFamily="34" charset="0"/>
                          <a:ea typeface="Times New Roman" panose="02020603050405020304" pitchFamily="18" charset="0"/>
                          <a:cs typeface="Calibri" panose="020F0502020204030204" pitchFamily="34" charset="0"/>
                        </a:rPr>
                        <a:t>Assembly</a:t>
                      </a:r>
                      <a:endParaRPr lang="en-AU" sz="1600">
                        <a:effectLst/>
                        <a:latin typeface="Arial" panose="020B0604020202020204" pitchFamily="34" charset="0"/>
                        <a:ea typeface="Times New Roman" panose="02020603050405020304" pitchFamily="18" charset="0"/>
                        <a:cs typeface="Calibri" panose="020F050202020403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DF9E0"/>
                    </a:solidFill>
                  </a:tcPr>
                </a:tc>
                <a:tc>
                  <a:txBody>
                    <a:bodyPr/>
                    <a:lstStyle/>
                    <a:p>
                      <a:pPr algn="ctr">
                        <a:lnSpc>
                          <a:spcPct val="150000"/>
                        </a:lnSpc>
                        <a:spcBef>
                          <a:spcPts val="1200"/>
                        </a:spcBef>
                        <a:spcAft>
                          <a:spcPts val="600"/>
                        </a:spcAft>
                        <a:buNone/>
                      </a:pPr>
                      <a:r>
                        <a:rPr lang="en-AU" sz="1600">
                          <a:solidFill>
                            <a:srgbClr val="000000"/>
                          </a:solidFill>
                          <a:effectLst/>
                          <a:latin typeface="Arial" panose="020B0604020202020204" pitchFamily="34" charset="0"/>
                          <a:ea typeface="Times New Roman" panose="02020603050405020304" pitchFamily="18" charset="0"/>
                          <a:cs typeface="Calibri" panose="020F0502020204030204" pitchFamily="34" charset="0"/>
                        </a:rPr>
                        <a:t>PDHPE</a:t>
                      </a:r>
                      <a:endParaRPr lang="en-AU" sz="1600">
                        <a:effectLst/>
                        <a:latin typeface="Arial" panose="020B0604020202020204" pitchFamily="34" charset="0"/>
                        <a:ea typeface="Times New Roman" panose="02020603050405020304" pitchFamily="18" charset="0"/>
                        <a:cs typeface="Calibri" panose="020F050202020403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8D028"/>
                    </a:solidFill>
                  </a:tcPr>
                </a:tc>
                <a:tc>
                  <a:txBody>
                    <a:bodyPr/>
                    <a:lstStyle/>
                    <a:p>
                      <a:pPr algn="ctr">
                        <a:lnSpc>
                          <a:spcPct val="150000"/>
                        </a:lnSpc>
                        <a:spcBef>
                          <a:spcPts val="1200"/>
                        </a:spcBef>
                        <a:spcAft>
                          <a:spcPts val="600"/>
                        </a:spcAft>
                        <a:buNone/>
                      </a:pPr>
                      <a:r>
                        <a:rPr lang="en-AU" sz="1600">
                          <a:solidFill>
                            <a:srgbClr val="000000"/>
                          </a:solidFill>
                          <a:effectLst/>
                          <a:latin typeface="Arial" panose="020B0604020202020204" pitchFamily="34" charset="0"/>
                          <a:ea typeface="Times New Roman" panose="02020603050405020304" pitchFamily="18" charset="0"/>
                          <a:cs typeface="Calibri" panose="020F0502020204030204" pitchFamily="34" charset="0"/>
                        </a:rPr>
                        <a:t>Creative arts</a:t>
                      </a:r>
                      <a:endParaRPr lang="en-AU" sz="1600">
                        <a:effectLst/>
                        <a:latin typeface="Arial" panose="020B0604020202020204" pitchFamily="34" charset="0"/>
                        <a:ea typeface="Times New Roman" panose="02020603050405020304" pitchFamily="18" charset="0"/>
                        <a:cs typeface="Calibri" panose="020F050202020403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solidFill>
                  </a:tcPr>
                </a:tc>
                <a:tc>
                  <a:txBody>
                    <a:bodyPr/>
                    <a:lstStyle/>
                    <a:p>
                      <a:pPr algn="ctr">
                        <a:lnSpc>
                          <a:spcPct val="150000"/>
                        </a:lnSpc>
                        <a:spcBef>
                          <a:spcPts val="1200"/>
                        </a:spcBef>
                        <a:spcAft>
                          <a:spcPts val="600"/>
                        </a:spcAft>
                        <a:buNone/>
                      </a:pPr>
                      <a:r>
                        <a:rPr lang="en-AU" sz="1600">
                          <a:solidFill>
                            <a:srgbClr val="000000"/>
                          </a:solidFill>
                          <a:effectLst/>
                          <a:latin typeface="Arial" panose="020B0604020202020204" pitchFamily="34" charset="0"/>
                          <a:ea typeface="Times New Roman" panose="02020603050405020304" pitchFamily="18" charset="0"/>
                          <a:cs typeface="Calibri" panose="020F0502020204030204" pitchFamily="34" charset="0"/>
                        </a:rPr>
                        <a:t>Science</a:t>
                      </a:r>
                      <a:endParaRPr lang="en-AU" sz="1600">
                        <a:effectLst/>
                        <a:latin typeface="Arial" panose="020B0604020202020204" pitchFamily="34" charset="0"/>
                        <a:ea typeface="Times New Roman" panose="02020603050405020304" pitchFamily="18" charset="0"/>
                        <a:cs typeface="Calibri" panose="020F050202020403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solidFill>
                  </a:tcPr>
                </a:tc>
                <a:extLst>
                  <a:ext uri="{0D108BD9-81ED-4DB2-BD59-A6C34878D82A}">
                    <a16:rowId xmlns:a16="http://schemas.microsoft.com/office/drawing/2014/main" val="2902454854"/>
                  </a:ext>
                </a:extLst>
              </a:tr>
              <a:tr h="793059">
                <a:tc>
                  <a:txBody>
                    <a:bodyPr/>
                    <a:lstStyle/>
                    <a:p>
                      <a:pPr algn="ctr">
                        <a:lnSpc>
                          <a:spcPct val="150000"/>
                        </a:lnSpc>
                        <a:spcBef>
                          <a:spcPts val="1200"/>
                        </a:spcBef>
                        <a:spcAft>
                          <a:spcPts val="600"/>
                        </a:spcAft>
                        <a:buNone/>
                      </a:pPr>
                      <a:r>
                        <a:rPr lang="en-AU" sz="1600" b="1">
                          <a:solidFill>
                            <a:srgbClr val="000000"/>
                          </a:solidFill>
                          <a:effectLst/>
                          <a:latin typeface="Arial" panose="020B0604020202020204" pitchFamily="34" charset="0"/>
                          <a:ea typeface="Times New Roman" panose="02020603050405020304" pitchFamily="18" charset="0"/>
                          <a:cs typeface="Calibri" panose="020F0502020204030204" pitchFamily="34" charset="0"/>
                        </a:rPr>
                        <a:t>3:00 pm</a:t>
                      </a:r>
                      <a:endParaRPr lang="en-AU" sz="1600">
                        <a:effectLst/>
                        <a:latin typeface="Arial" panose="020B0604020202020204" pitchFamily="34" charset="0"/>
                        <a:ea typeface="Times New Roman" panose="02020603050405020304" pitchFamily="18" charset="0"/>
                        <a:cs typeface="Calibri" panose="020F050202020403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a:lnSpc>
                          <a:spcPct val="150000"/>
                        </a:lnSpc>
                        <a:spcBef>
                          <a:spcPts val="1200"/>
                        </a:spcBef>
                        <a:spcAft>
                          <a:spcPts val="600"/>
                        </a:spcAft>
                        <a:buNone/>
                      </a:pPr>
                      <a:r>
                        <a:rPr lang="en-AU" sz="1600" b="1">
                          <a:solidFill>
                            <a:srgbClr val="000000"/>
                          </a:solidFill>
                          <a:effectLst/>
                          <a:latin typeface="Arial" panose="020B0604020202020204" pitchFamily="34" charset="0"/>
                          <a:ea typeface="Times New Roman" panose="02020603050405020304" pitchFamily="18" charset="0"/>
                          <a:cs typeface="Calibri" panose="020F0502020204030204" pitchFamily="34" charset="0"/>
                        </a:rPr>
                        <a:t>15:00</a:t>
                      </a:r>
                      <a:endParaRPr lang="en-AU" sz="1600">
                        <a:effectLst/>
                        <a:latin typeface="Arial" panose="020B0604020202020204" pitchFamily="34" charset="0"/>
                        <a:ea typeface="Times New Roman" panose="02020603050405020304" pitchFamily="18" charset="0"/>
                        <a:cs typeface="Calibri" panose="020F050202020403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a:lnSpc>
                          <a:spcPct val="150000"/>
                        </a:lnSpc>
                        <a:spcBef>
                          <a:spcPts val="1200"/>
                        </a:spcBef>
                        <a:spcAft>
                          <a:spcPts val="600"/>
                        </a:spcAft>
                        <a:buNone/>
                      </a:pPr>
                      <a:r>
                        <a:rPr lang="en-AU" sz="1600">
                          <a:effectLst/>
                          <a:latin typeface="Arial" panose="020B0604020202020204" pitchFamily="34" charset="0"/>
                          <a:ea typeface="Times New Roman" panose="02020603050405020304" pitchFamily="18" charset="0"/>
                          <a:cs typeface="Calibri" panose="020F0502020204030204" pitchFamily="34" charset="0"/>
                        </a:rPr>
                        <a:t>End of school</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marL="0" marR="0" lvl="0" indent="0" algn="ctr" defTabSz="914377" rtl="0" eaLnBrk="1" fontAlgn="auto" latinLnBrk="0" hangingPunct="1">
                        <a:lnSpc>
                          <a:spcPct val="150000"/>
                        </a:lnSpc>
                        <a:spcBef>
                          <a:spcPts val="1200"/>
                        </a:spcBef>
                        <a:spcAft>
                          <a:spcPts val="600"/>
                        </a:spcAft>
                        <a:buClrTx/>
                        <a:buSzTx/>
                        <a:buFontTx/>
                        <a:buNone/>
                        <a:tabLst/>
                        <a:defRPr/>
                      </a:pPr>
                      <a:r>
                        <a:rPr lang="en-AU" sz="1600">
                          <a:effectLst/>
                          <a:latin typeface="Arial" panose="020B0604020202020204" pitchFamily="34" charset="0"/>
                          <a:ea typeface="Times New Roman" panose="02020603050405020304" pitchFamily="18" charset="0"/>
                          <a:cs typeface="Calibri" panose="020F0502020204030204" pitchFamily="34" charset="0"/>
                        </a:rPr>
                        <a:t>End of school</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marL="0" marR="0" lvl="0" indent="0" algn="ctr" defTabSz="914377" rtl="0" eaLnBrk="1" fontAlgn="auto" latinLnBrk="0" hangingPunct="1">
                        <a:lnSpc>
                          <a:spcPct val="150000"/>
                        </a:lnSpc>
                        <a:spcBef>
                          <a:spcPts val="1200"/>
                        </a:spcBef>
                        <a:spcAft>
                          <a:spcPts val="600"/>
                        </a:spcAft>
                        <a:buClrTx/>
                        <a:buSzTx/>
                        <a:buFontTx/>
                        <a:buNone/>
                        <a:tabLst/>
                        <a:defRPr/>
                      </a:pPr>
                      <a:r>
                        <a:rPr lang="en-AU" sz="1600">
                          <a:effectLst/>
                          <a:latin typeface="Arial" panose="020B0604020202020204" pitchFamily="34" charset="0"/>
                          <a:ea typeface="Times New Roman" panose="02020603050405020304" pitchFamily="18" charset="0"/>
                          <a:cs typeface="Calibri" panose="020F0502020204030204" pitchFamily="34" charset="0"/>
                        </a:rPr>
                        <a:t>End of school</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marL="0" marR="0" lvl="0" indent="0" algn="ctr" defTabSz="914377" rtl="0" eaLnBrk="1" fontAlgn="auto" latinLnBrk="0" hangingPunct="1">
                        <a:lnSpc>
                          <a:spcPct val="150000"/>
                        </a:lnSpc>
                        <a:spcBef>
                          <a:spcPts val="1200"/>
                        </a:spcBef>
                        <a:spcAft>
                          <a:spcPts val="600"/>
                        </a:spcAft>
                        <a:buClrTx/>
                        <a:buSzTx/>
                        <a:buFontTx/>
                        <a:buNone/>
                        <a:tabLst/>
                        <a:defRPr/>
                      </a:pPr>
                      <a:r>
                        <a:rPr lang="en-AU" sz="1600">
                          <a:effectLst/>
                          <a:latin typeface="Arial" panose="020B0604020202020204" pitchFamily="34" charset="0"/>
                          <a:ea typeface="Times New Roman" panose="02020603050405020304" pitchFamily="18" charset="0"/>
                          <a:cs typeface="Calibri" panose="020F0502020204030204" pitchFamily="34" charset="0"/>
                        </a:rPr>
                        <a:t>End of school</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marL="0" marR="0" lvl="0" indent="0" algn="ctr" defTabSz="914377" rtl="0" eaLnBrk="1" fontAlgn="auto" latinLnBrk="0" hangingPunct="1">
                        <a:lnSpc>
                          <a:spcPct val="150000"/>
                        </a:lnSpc>
                        <a:spcBef>
                          <a:spcPts val="1200"/>
                        </a:spcBef>
                        <a:spcAft>
                          <a:spcPts val="600"/>
                        </a:spcAft>
                        <a:buClrTx/>
                        <a:buSzTx/>
                        <a:buFontTx/>
                        <a:buNone/>
                        <a:tabLst/>
                        <a:defRPr/>
                      </a:pPr>
                      <a:r>
                        <a:rPr lang="en-AU" sz="1600" dirty="0">
                          <a:effectLst/>
                          <a:latin typeface="Arial" panose="020B0604020202020204" pitchFamily="34" charset="0"/>
                          <a:ea typeface="Times New Roman" panose="02020603050405020304" pitchFamily="18" charset="0"/>
                          <a:cs typeface="Calibri" panose="020F0502020204030204" pitchFamily="34" charset="0"/>
                        </a:rPr>
                        <a:t>End of school</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4021841354"/>
                  </a:ext>
                </a:extLst>
              </a:tr>
            </a:tbl>
          </a:graphicData>
        </a:graphic>
      </p:graphicFrame>
      <p:sp>
        <p:nvSpPr>
          <p:cNvPr id="2" name="Slide Number Placeholder 1">
            <a:extLst>
              <a:ext uri="{FF2B5EF4-FFF2-40B4-BE49-F238E27FC236}">
                <a16:creationId xmlns:a16="http://schemas.microsoft.com/office/drawing/2014/main" id="{0CDA8BC4-AEAB-FF2A-DCCC-487AC0BDC1A8}"/>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58</a:t>
            </a:fld>
            <a:endParaRPr lang="en-AU"/>
          </a:p>
        </p:txBody>
      </p:sp>
    </p:spTree>
    <p:extLst>
      <p:ext uri="{BB962C8B-B14F-4D97-AF65-F5344CB8AC3E}">
        <p14:creationId xmlns:p14="http://schemas.microsoft.com/office/powerpoint/2010/main" val="37902397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3C354E-6F66-3F0A-34EA-C1D6B7F7C3F1}"/>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EB1EB96-2EB7-2FE9-A90B-2CE5990B0C1D}"/>
              </a:ext>
            </a:extLst>
          </p:cNvPr>
          <p:cNvSpPr>
            <a:spLocks noGrp="1"/>
          </p:cNvSpPr>
          <p:nvPr>
            <p:ph type="title"/>
          </p:nvPr>
        </p:nvSpPr>
        <p:spPr>
          <a:xfrm>
            <a:off x="360000" y="360000"/>
            <a:ext cx="10367268" cy="545601"/>
          </a:xfrm>
        </p:spPr>
        <p:txBody>
          <a:bodyPr/>
          <a:lstStyle/>
          <a:p>
            <a:r>
              <a:rPr lang="en-AU"/>
              <a:t>Activity 8 – reasonableness of solutions 2</a:t>
            </a:r>
          </a:p>
        </p:txBody>
      </p:sp>
      <p:pic>
        <p:nvPicPr>
          <p:cNvPr id="4" name="Picture 3" descr="image of a head with cogs turning inside">
            <a:extLst>
              <a:ext uri="{FF2B5EF4-FFF2-40B4-BE49-F238E27FC236}">
                <a16:creationId xmlns:a16="http://schemas.microsoft.com/office/drawing/2014/main" id="{2307795C-5521-91B9-C866-EC547ED62852}"/>
              </a:ext>
            </a:extLst>
          </p:cNvPr>
          <p:cNvPicPr>
            <a:picLocks noChangeAspect="1"/>
          </p:cNvPicPr>
          <p:nvPr/>
        </p:nvPicPr>
        <p:blipFill>
          <a:blip r:embed="rId3"/>
          <a:stretch>
            <a:fillRect/>
          </a:stretch>
        </p:blipFill>
        <p:spPr>
          <a:xfrm>
            <a:off x="11107003" y="240894"/>
            <a:ext cx="720000" cy="856364"/>
          </a:xfrm>
          <a:prstGeom prst="rect">
            <a:avLst/>
          </a:prstGeom>
        </p:spPr>
      </p:pic>
      <p:pic>
        <p:nvPicPr>
          <p:cNvPr id="8" name="Picture 7" descr=" A table designed to evaluate the reasonableness of estimated calculations. Across the top is a dark blue header row with three column headings: 'Is this reasonable?', 'Yes/no', and 'Why? How did you estimate your answer to determine its reasonableness?'&#10;Below the headings are three rows. &#10;Below the ‘Is this reasonable’ heading, the 3 rows have the following: &#10;The first row shows the calculation 104 − 16 = 130. &#10;The second row shows 5000 − 298 = 398.&#10;The third row shows 235 + 343 = 600.&#10;The rows under the other two headings are left blank to add responses.&#10;">
            <a:extLst>
              <a:ext uri="{FF2B5EF4-FFF2-40B4-BE49-F238E27FC236}">
                <a16:creationId xmlns:a16="http://schemas.microsoft.com/office/drawing/2014/main" id="{B80EFEDD-1A38-5DE6-B5E0-6B3A1F45E573}"/>
              </a:ext>
            </a:extLst>
          </p:cNvPr>
          <p:cNvPicPr>
            <a:picLocks noChangeAspect="1"/>
          </p:cNvPicPr>
          <p:nvPr/>
        </p:nvPicPr>
        <p:blipFill>
          <a:blip r:embed="rId4"/>
          <a:stretch>
            <a:fillRect/>
          </a:stretch>
        </p:blipFill>
        <p:spPr>
          <a:xfrm>
            <a:off x="277731" y="1388586"/>
            <a:ext cx="11544339" cy="4109243"/>
          </a:xfrm>
          <a:prstGeom prst="rect">
            <a:avLst/>
          </a:prstGeom>
        </p:spPr>
      </p:pic>
      <p:sp>
        <p:nvSpPr>
          <p:cNvPr id="2" name="Slide Number Placeholder 1">
            <a:extLst>
              <a:ext uri="{FF2B5EF4-FFF2-40B4-BE49-F238E27FC236}">
                <a16:creationId xmlns:a16="http://schemas.microsoft.com/office/drawing/2014/main" id="{6A9323DD-7508-20BE-AA13-86EA01A4DD44}"/>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59</a:t>
            </a:fld>
            <a:endParaRPr lang="en-AU"/>
          </a:p>
        </p:txBody>
      </p:sp>
    </p:spTree>
    <p:extLst>
      <p:ext uri="{BB962C8B-B14F-4D97-AF65-F5344CB8AC3E}">
        <p14:creationId xmlns:p14="http://schemas.microsoft.com/office/powerpoint/2010/main" val="32819739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876AE76-8B26-8127-65E4-49BED9A52CBB}"/>
              </a:ext>
            </a:extLst>
          </p:cNvPr>
          <p:cNvSpPr>
            <a:spLocks noGrp="1"/>
          </p:cNvSpPr>
          <p:nvPr>
            <p:ph type="title"/>
          </p:nvPr>
        </p:nvSpPr>
        <p:spPr/>
        <p:txBody>
          <a:bodyPr/>
          <a:lstStyle/>
          <a:p>
            <a:r>
              <a:rPr lang="en-AU">
                <a:latin typeface="+mj-lt"/>
              </a:rPr>
              <a:t>Double Venn diagram</a:t>
            </a:r>
          </a:p>
        </p:txBody>
      </p:sp>
      <p:grpSp>
        <p:nvGrpSpPr>
          <p:cNvPr id="4" name="Group 3" descr="Object 1">
            <a:extLst>
              <a:ext uri="{FF2B5EF4-FFF2-40B4-BE49-F238E27FC236}">
                <a16:creationId xmlns:a16="http://schemas.microsoft.com/office/drawing/2014/main" id="{95D9560F-6B51-6AF3-CD5C-741454253462}"/>
              </a:ext>
            </a:extLst>
          </p:cNvPr>
          <p:cNvGrpSpPr/>
          <p:nvPr/>
        </p:nvGrpSpPr>
        <p:grpSpPr>
          <a:xfrm>
            <a:off x="1653639" y="1123760"/>
            <a:ext cx="5471315" cy="5247059"/>
            <a:chOff x="1653639" y="1123760"/>
            <a:chExt cx="5471315" cy="5247059"/>
          </a:xfrm>
        </p:grpSpPr>
        <p:sp>
          <p:nvSpPr>
            <p:cNvPr id="5" name="Google Shape;79;p15" descr="Venn object 1">
              <a:extLst>
                <a:ext uri="{FF2B5EF4-FFF2-40B4-BE49-F238E27FC236}">
                  <a16:creationId xmlns:a16="http://schemas.microsoft.com/office/drawing/2014/main" id="{4D104F2E-A9D0-AF8D-33D2-97F0566C71B0}"/>
                </a:ext>
              </a:extLst>
            </p:cNvPr>
            <p:cNvSpPr/>
            <p:nvPr/>
          </p:nvSpPr>
          <p:spPr>
            <a:xfrm>
              <a:off x="1653639" y="1284852"/>
              <a:ext cx="5471315" cy="5085967"/>
            </a:xfrm>
            <a:prstGeom prst="ellipse">
              <a:avLst/>
            </a:prstGeom>
            <a:noFill/>
            <a:ln w="57150" cap="flat" cmpd="sng">
              <a:solidFill>
                <a:srgbClr val="00ACC2"/>
              </a:solidFill>
              <a:prstDash val="solid"/>
              <a:miter lim="800000"/>
              <a:headEnd type="none" w="sm" len="sm"/>
              <a:tailEnd type="none" w="sm" len="sm"/>
            </a:ln>
            <a:effectLst/>
          </p:spPr>
          <p:txBody>
            <a:bodyPr spcFirstLastPara="1" wrap="square" lIns="105500" tIns="52733" rIns="105500" bIns="52733" anchor="ctr" anchorCtr="0">
              <a:noAutofit/>
            </a:bodyPr>
            <a:lstStyle/>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p:txBody>
        </p:sp>
        <p:sp>
          <p:nvSpPr>
            <p:cNvPr id="9" name="Rectangle: Rounded Corners 8">
              <a:extLst>
                <a:ext uri="{FF2B5EF4-FFF2-40B4-BE49-F238E27FC236}">
                  <a16:creationId xmlns:a16="http://schemas.microsoft.com/office/drawing/2014/main" id="{6985327D-BA76-9959-01EB-1FAF158AA50C}"/>
                </a:ext>
              </a:extLst>
            </p:cNvPr>
            <p:cNvSpPr/>
            <p:nvPr/>
          </p:nvSpPr>
          <p:spPr>
            <a:xfrm>
              <a:off x="3468608" y="1123760"/>
              <a:ext cx="1841375" cy="544512"/>
            </a:xfrm>
            <a:prstGeom prst="roundRect">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r>
                <a:rPr lang="en-AU" sz="1800" b="1">
                  <a:solidFill>
                    <a:srgbClr val="000000"/>
                  </a:solidFill>
                  <a:latin typeface="+mj-lt"/>
                  <a:cs typeface="Arial" panose="020B0604020202020204" pitchFamily="34" charset="0"/>
                </a:rPr>
                <a:t>Object 1</a:t>
              </a:r>
            </a:p>
          </p:txBody>
        </p:sp>
      </p:grpSp>
      <p:grpSp>
        <p:nvGrpSpPr>
          <p:cNvPr id="12" name="Group 11" descr="Object 2">
            <a:extLst>
              <a:ext uri="{FF2B5EF4-FFF2-40B4-BE49-F238E27FC236}">
                <a16:creationId xmlns:a16="http://schemas.microsoft.com/office/drawing/2014/main" id="{C5AED732-DC57-3916-DBAC-438AE2CFC8ED}"/>
              </a:ext>
            </a:extLst>
          </p:cNvPr>
          <p:cNvGrpSpPr/>
          <p:nvPr/>
        </p:nvGrpSpPr>
        <p:grpSpPr>
          <a:xfrm>
            <a:off x="5012233" y="1123760"/>
            <a:ext cx="5471315" cy="5247059"/>
            <a:chOff x="5012233" y="1123760"/>
            <a:chExt cx="5471315" cy="5247059"/>
          </a:xfrm>
        </p:grpSpPr>
        <p:sp>
          <p:nvSpPr>
            <p:cNvPr id="10" name="Google Shape;79;p15" descr="Venn object 1">
              <a:extLst>
                <a:ext uri="{FF2B5EF4-FFF2-40B4-BE49-F238E27FC236}">
                  <a16:creationId xmlns:a16="http://schemas.microsoft.com/office/drawing/2014/main" id="{7F9AEF08-D20A-7C6A-BBCD-E7251FAFEF5D}"/>
                </a:ext>
              </a:extLst>
            </p:cNvPr>
            <p:cNvSpPr/>
            <p:nvPr/>
          </p:nvSpPr>
          <p:spPr>
            <a:xfrm>
              <a:off x="5012233" y="1284852"/>
              <a:ext cx="5471315" cy="5085967"/>
            </a:xfrm>
            <a:prstGeom prst="ellipse">
              <a:avLst/>
            </a:prstGeom>
            <a:noFill/>
            <a:ln w="57150" cap="flat" cmpd="sng">
              <a:solidFill>
                <a:srgbClr val="C81B62"/>
              </a:solidFill>
              <a:prstDash val="solid"/>
              <a:miter lim="800000"/>
              <a:headEnd type="none" w="sm" len="sm"/>
              <a:tailEnd type="none" w="sm" len="sm"/>
            </a:ln>
            <a:effectLst/>
          </p:spPr>
          <p:txBody>
            <a:bodyPr spcFirstLastPara="1" wrap="square" lIns="105500" tIns="52733" rIns="105500" bIns="52733" anchor="ctr" anchorCtr="0">
              <a:noAutofit/>
            </a:bodyPr>
            <a:lstStyle/>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p:txBody>
        </p:sp>
        <p:sp>
          <p:nvSpPr>
            <p:cNvPr id="11" name="Rectangle: Rounded Corners 10">
              <a:extLst>
                <a:ext uri="{FF2B5EF4-FFF2-40B4-BE49-F238E27FC236}">
                  <a16:creationId xmlns:a16="http://schemas.microsoft.com/office/drawing/2014/main" id="{97CF7C23-ED1B-E42A-3AFD-251B65522A3A}"/>
                </a:ext>
              </a:extLst>
            </p:cNvPr>
            <p:cNvSpPr/>
            <p:nvPr/>
          </p:nvSpPr>
          <p:spPr>
            <a:xfrm>
              <a:off x="6827203" y="1123760"/>
              <a:ext cx="1841375" cy="544512"/>
            </a:xfrm>
            <a:prstGeom prst="roundRect">
              <a:avLst/>
            </a:prstGeom>
            <a:solidFill>
              <a:srgbClr val="FBDBE7"/>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r>
                <a:rPr lang="en-AU" sz="1800" b="1">
                  <a:solidFill>
                    <a:srgbClr val="000000"/>
                  </a:solidFill>
                  <a:latin typeface="+mj-lt"/>
                  <a:cs typeface="Arial" panose="020B0604020202020204" pitchFamily="34" charset="0"/>
                </a:rPr>
                <a:t>Object 2</a:t>
              </a:r>
            </a:p>
          </p:txBody>
        </p:sp>
      </p:grpSp>
      <p:sp>
        <p:nvSpPr>
          <p:cNvPr id="6" name="Google Shape;83;p15">
            <a:extLst>
              <a:ext uri="{FF2B5EF4-FFF2-40B4-BE49-F238E27FC236}">
                <a16:creationId xmlns:a16="http://schemas.microsoft.com/office/drawing/2014/main" id="{7929AC78-7E3C-08A6-D26C-E99CB41BAD96}"/>
              </a:ext>
            </a:extLst>
          </p:cNvPr>
          <p:cNvSpPr txBox="1"/>
          <p:nvPr/>
        </p:nvSpPr>
        <p:spPr>
          <a:xfrm>
            <a:off x="2172233" y="3587341"/>
            <a:ext cx="2840000" cy="480987"/>
          </a:xfrm>
          <a:prstGeom prst="rect">
            <a:avLst/>
          </a:prstGeom>
          <a:noFill/>
          <a:ln>
            <a:noFill/>
          </a:ln>
        </p:spPr>
        <p:txBody>
          <a:bodyPr spcFirstLastPara="1" wrap="square" lIns="121900" tIns="121900" rIns="121900" bIns="121900" anchor="t" anchorCtr="0">
            <a:noAutofit/>
          </a:bodyPr>
          <a:lstStyle/>
          <a:p>
            <a:pPr defTabSz="1219170">
              <a:buClr>
                <a:srgbClr val="000000"/>
              </a:buClr>
              <a:buSzPts val="1200"/>
            </a:pPr>
            <a:r>
              <a:rPr lang="en" sz="1600" kern="0">
                <a:solidFill>
                  <a:srgbClr val="000000"/>
                </a:solidFill>
                <a:ea typeface="Montserrat"/>
                <a:cs typeface="Arial" panose="020B0604020202020204" pitchFamily="34" charset="0"/>
                <a:sym typeface="Montserrat"/>
              </a:rPr>
              <a:t>Features of object 1</a:t>
            </a:r>
            <a:endParaRPr sz="1600" kern="0">
              <a:solidFill>
                <a:srgbClr val="000000"/>
              </a:solidFill>
              <a:ea typeface="Montserrat"/>
              <a:cs typeface="Arial" panose="020B0604020202020204" pitchFamily="34" charset="0"/>
              <a:sym typeface="Montserrat"/>
            </a:endParaRPr>
          </a:p>
        </p:txBody>
      </p:sp>
      <p:sp>
        <p:nvSpPr>
          <p:cNvPr id="8" name="Google Shape;85;p15">
            <a:extLst>
              <a:ext uri="{FF2B5EF4-FFF2-40B4-BE49-F238E27FC236}">
                <a16:creationId xmlns:a16="http://schemas.microsoft.com/office/drawing/2014/main" id="{F6A59A3B-162F-EA43-AD23-33BEF8DA5A86}"/>
              </a:ext>
            </a:extLst>
          </p:cNvPr>
          <p:cNvSpPr txBox="1"/>
          <p:nvPr/>
        </p:nvSpPr>
        <p:spPr>
          <a:xfrm>
            <a:off x="5475522" y="3317591"/>
            <a:ext cx="1504400" cy="1020486"/>
          </a:xfrm>
          <a:prstGeom prst="rect">
            <a:avLst/>
          </a:prstGeom>
          <a:noFill/>
          <a:ln>
            <a:noFill/>
          </a:ln>
        </p:spPr>
        <p:txBody>
          <a:bodyPr spcFirstLastPara="1" wrap="square" lIns="121900" tIns="121900" rIns="121900" bIns="121900" anchor="t" anchorCtr="0">
            <a:noAutofit/>
          </a:bodyPr>
          <a:lstStyle/>
          <a:p>
            <a:pPr defTabSz="1219170">
              <a:buClr>
                <a:srgbClr val="000000"/>
              </a:buClr>
              <a:buSzPts val="1200"/>
            </a:pPr>
            <a:r>
              <a:rPr lang="en" sz="1600" kern="0">
                <a:solidFill>
                  <a:srgbClr val="000000"/>
                </a:solidFill>
                <a:ea typeface="Montserrat"/>
                <a:cs typeface="Arial" panose="020B0604020202020204" pitchFamily="34" charset="0"/>
                <a:sym typeface="Montserrat"/>
              </a:rPr>
              <a:t>Features similar to both objects</a:t>
            </a:r>
            <a:endParaRPr sz="1600" kern="0">
              <a:solidFill>
                <a:srgbClr val="000000"/>
              </a:solidFill>
              <a:ea typeface="Montserrat"/>
              <a:cs typeface="Arial" panose="020B0604020202020204" pitchFamily="34" charset="0"/>
              <a:sym typeface="Montserrat"/>
            </a:endParaRPr>
          </a:p>
        </p:txBody>
      </p:sp>
      <p:sp>
        <p:nvSpPr>
          <p:cNvPr id="2" name="Slide Number Placeholder 1">
            <a:extLst>
              <a:ext uri="{FF2B5EF4-FFF2-40B4-BE49-F238E27FC236}">
                <a16:creationId xmlns:a16="http://schemas.microsoft.com/office/drawing/2014/main" id="{9E573A6F-C19D-9FA9-6524-4645FC66BA07}"/>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latin typeface="Arial" panose="020B0604020202020204" pitchFamily="34" charset="0"/>
                <a:cs typeface="Arial" panose="020B0604020202020204" pitchFamily="34" charset="0"/>
              </a:rPr>
              <a:t>60</a:t>
            </a:fld>
            <a:endParaRPr lang="en-AU">
              <a:latin typeface="Arial" panose="020B0604020202020204" pitchFamily="34" charset="0"/>
              <a:cs typeface="Arial" panose="020B0604020202020204" pitchFamily="34" charset="0"/>
            </a:endParaRPr>
          </a:p>
        </p:txBody>
      </p:sp>
      <p:sp>
        <p:nvSpPr>
          <p:cNvPr id="7" name="Google Shape;84;p15">
            <a:extLst>
              <a:ext uri="{FF2B5EF4-FFF2-40B4-BE49-F238E27FC236}">
                <a16:creationId xmlns:a16="http://schemas.microsoft.com/office/drawing/2014/main" id="{20C12809-0B2D-4F6C-1E45-A032BCB4FC87}"/>
              </a:ext>
            </a:extLst>
          </p:cNvPr>
          <p:cNvSpPr txBox="1"/>
          <p:nvPr/>
        </p:nvSpPr>
        <p:spPr>
          <a:xfrm>
            <a:off x="7659220" y="3548595"/>
            <a:ext cx="2290061" cy="480987"/>
          </a:xfrm>
          <a:prstGeom prst="rect">
            <a:avLst/>
          </a:prstGeom>
          <a:noFill/>
          <a:ln>
            <a:noFill/>
          </a:ln>
        </p:spPr>
        <p:txBody>
          <a:bodyPr spcFirstLastPara="1" wrap="square" lIns="121900" tIns="121900" rIns="121900" bIns="121900" anchor="t" anchorCtr="0">
            <a:noAutofit/>
          </a:bodyPr>
          <a:lstStyle/>
          <a:p>
            <a:pPr defTabSz="1219170">
              <a:buClr>
                <a:srgbClr val="000000"/>
              </a:buClr>
              <a:buSzPts val="1200"/>
            </a:pPr>
            <a:r>
              <a:rPr lang="en" sz="1600" kern="0">
                <a:solidFill>
                  <a:srgbClr val="000000"/>
                </a:solidFill>
                <a:ea typeface="Montserrat"/>
                <a:cs typeface="Arial" panose="020B0604020202020204" pitchFamily="34" charset="0"/>
                <a:sym typeface="Montserrat"/>
              </a:rPr>
              <a:t>Features of object 2</a:t>
            </a:r>
            <a:endParaRPr sz="1600" kern="0">
              <a:solidFill>
                <a:srgbClr val="000000"/>
              </a:solidFill>
              <a:ea typeface="Montserrat"/>
              <a:cs typeface="Arial" panose="020B0604020202020204" pitchFamily="34" charset="0"/>
              <a:sym typeface="Montserrat"/>
            </a:endParaRPr>
          </a:p>
        </p:txBody>
      </p:sp>
    </p:spTree>
    <p:extLst>
      <p:ext uri="{BB962C8B-B14F-4D97-AF65-F5344CB8AC3E}">
        <p14:creationId xmlns:p14="http://schemas.microsoft.com/office/powerpoint/2010/main" val="25970346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6D91289-EFA1-2A0B-F525-10593DC34D0E}"/>
              </a:ext>
            </a:extLst>
          </p:cNvPr>
          <p:cNvSpPr>
            <a:spLocks noGrp="1"/>
          </p:cNvSpPr>
          <p:nvPr>
            <p:ph type="title"/>
          </p:nvPr>
        </p:nvSpPr>
        <p:spPr/>
        <p:txBody>
          <a:bodyPr/>
          <a:lstStyle/>
          <a:p>
            <a:r>
              <a:rPr lang="en-AU">
                <a:latin typeface="+mj-lt"/>
              </a:rPr>
              <a:t>Frayer</a:t>
            </a:r>
          </a:p>
        </p:txBody>
      </p:sp>
      <p:sp>
        <p:nvSpPr>
          <p:cNvPr id="5" name="Google Shape;72;p15">
            <a:extLst>
              <a:ext uri="{FF2B5EF4-FFF2-40B4-BE49-F238E27FC236}">
                <a16:creationId xmlns:a16="http://schemas.microsoft.com/office/drawing/2014/main" id="{B9D6B4E5-9E93-B797-C630-047A8AA7C573}"/>
              </a:ext>
              <a:ext uri="{C183D7F6-B498-43B3-948B-1728B52AA6E4}">
                <adec:decorative xmlns:adec="http://schemas.microsoft.com/office/drawing/2017/decorative" val="1"/>
              </a:ext>
            </a:extLst>
          </p:cNvPr>
          <p:cNvSpPr/>
          <p:nvPr/>
        </p:nvSpPr>
        <p:spPr>
          <a:xfrm rot="16200000">
            <a:off x="2509649" y="61201"/>
            <a:ext cx="2525626" cy="4551266"/>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a:latin typeface="Arial" panose="020B0604020202020204" pitchFamily="34" charset="0"/>
              <a:cs typeface="Arial" panose="020B0604020202020204" pitchFamily="34" charset="0"/>
            </a:endParaRPr>
          </a:p>
        </p:txBody>
      </p:sp>
      <p:sp>
        <p:nvSpPr>
          <p:cNvPr id="6" name="Google Shape;73;p15">
            <a:extLst>
              <a:ext uri="{FF2B5EF4-FFF2-40B4-BE49-F238E27FC236}">
                <a16:creationId xmlns:a16="http://schemas.microsoft.com/office/drawing/2014/main" id="{155B17CE-58EE-4032-EBBD-41AA0AD38601}"/>
              </a:ext>
            </a:extLst>
          </p:cNvPr>
          <p:cNvSpPr txBox="1"/>
          <p:nvPr/>
        </p:nvSpPr>
        <p:spPr>
          <a:xfrm>
            <a:off x="1496829" y="1074256"/>
            <a:ext cx="4551266" cy="2022942"/>
          </a:xfrm>
          <a:prstGeom prst="rect">
            <a:avLst/>
          </a:prstGeom>
          <a:noFill/>
          <a:ln>
            <a:noFill/>
          </a:ln>
        </p:spPr>
        <p:txBody>
          <a:bodyPr spcFirstLastPara="1" wrap="square" lIns="151700" tIns="360000" rIns="151700" bIns="151700" anchor="t" anchorCtr="0">
            <a:noAutofit/>
          </a:bodyPr>
          <a:lstStyle/>
          <a:p>
            <a:pPr marL="479988">
              <a:lnSpc>
                <a:spcPct val="90000"/>
              </a:lnSpc>
              <a:buClr>
                <a:srgbClr val="1E4E79"/>
              </a:buClr>
              <a:buSzPts val="1600"/>
            </a:pPr>
            <a:r>
              <a:rPr lang="en" sz="2000" b="1">
                <a:latin typeface="+mj-lt"/>
                <a:ea typeface="Calibri"/>
                <a:cs typeface="Arial" panose="020B0604020202020204" pitchFamily="34" charset="0"/>
                <a:sym typeface="Calibri"/>
              </a:rPr>
              <a:t>Definition </a:t>
            </a:r>
            <a:endParaRPr sz="2000">
              <a:latin typeface="+mj-lt"/>
              <a:cs typeface="Arial" panose="020B0604020202020204" pitchFamily="34" charset="0"/>
            </a:endParaRPr>
          </a:p>
        </p:txBody>
      </p:sp>
      <p:sp>
        <p:nvSpPr>
          <p:cNvPr id="7" name="Google Shape;74;p15">
            <a:extLst>
              <a:ext uri="{FF2B5EF4-FFF2-40B4-BE49-F238E27FC236}">
                <a16:creationId xmlns:a16="http://schemas.microsoft.com/office/drawing/2014/main" id="{ACE9AFB6-504F-E966-D3E6-0982C9D9B403}"/>
              </a:ext>
              <a:ext uri="{C183D7F6-B498-43B3-948B-1728B52AA6E4}">
                <adec:decorative xmlns:adec="http://schemas.microsoft.com/office/drawing/2017/decorative" val="1"/>
              </a:ext>
            </a:extLst>
          </p:cNvPr>
          <p:cNvSpPr/>
          <p:nvPr/>
        </p:nvSpPr>
        <p:spPr>
          <a:xfrm>
            <a:off x="6198194" y="1059232"/>
            <a:ext cx="4497303" cy="2527829"/>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a:latin typeface="Arial" panose="020B0604020202020204" pitchFamily="34" charset="0"/>
              <a:cs typeface="Arial" panose="020B0604020202020204" pitchFamily="34" charset="0"/>
              <a:sym typeface="Calibri"/>
            </a:endParaRPr>
          </a:p>
        </p:txBody>
      </p:sp>
      <p:sp>
        <p:nvSpPr>
          <p:cNvPr id="8" name="Google Shape;75;p15">
            <a:extLst>
              <a:ext uri="{FF2B5EF4-FFF2-40B4-BE49-F238E27FC236}">
                <a16:creationId xmlns:a16="http://schemas.microsoft.com/office/drawing/2014/main" id="{EAA24362-2F3E-5787-7000-91A7ADFA07E0}"/>
              </a:ext>
            </a:extLst>
          </p:cNvPr>
          <p:cNvSpPr txBox="1"/>
          <p:nvPr/>
        </p:nvSpPr>
        <p:spPr>
          <a:xfrm>
            <a:off x="6198194" y="1059232"/>
            <a:ext cx="4497303" cy="2080650"/>
          </a:xfrm>
          <a:prstGeom prst="rect">
            <a:avLst/>
          </a:prstGeom>
          <a:noFill/>
          <a:ln>
            <a:noFill/>
          </a:ln>
        </p:spPr>
        <p:txBody>
          <a:bodyPr spcFirstLastPara="1" wrap="square" lIns="0" tIns="360000" rIns="170667" bIns="170667" anchor="t" anchorCtr="0">
            <a:noAutofit/>
          </a:bodyPr>
          <a:lstStyle/>
          <a:p>
            <a:pPr marL="479988">
              <a:lnSpc>
                <a:spcPct val="90000"/>
              </a:lnSpc>
              <a:buClr>
                <a:srgbClr val="1E4E79"/>
              </a:buClr>
              <a:buSzPts val="1800"/>
            </a:pPr>
            <a:r>
              <a:rPr lang="en" sz="2000" b="1">
                <a:latin typeface="+mj-lt"/>
                <a:ea typeface="Calibri"/>
                <a:cs typeface="Arial" panose="020B0604020202020204" pitchFamily="34" charset="0"/>
                <a:sym typeface="Calibri"/>
              </a:rPr>
              <a:t>Facts/Characteristics</a:t>
            </a:r>
            <a:endParaRPr sz="2000">
              <a:latin typeface="+mj-lt"/>
              <a:ea typeface="Calibri"/>
              <a:cs typeface="Arial" panose="020B0604020202020204" pitchFamily="34" charset="0"/>
              <a:sym typeface="Calibri"/>
            </a:endParaRPr>
          </a:p>
        </p:txBody>
      </p:sp>
      <p:sp>
        <p:nvSpPr>
          <p:cNvPr id="9" name="Google Shape;76;p15">
            <a:extLst>
              <a:ext uri="{FF2B5EF4-FFF2-40B4-BE49-F238E27FC236}">
                <a16:creationId xmlns:a16="http://schemas.microsoft.com/office/drawing/2014/main" id="{654479C0-7B02-5005-0AF7-67C0EE900317}"/>
              </a:ext>
              <a:ext uri="{C183D7F6-B498-43B3-948B-1728B52AA6E4}">
                <adec:decorative xmlns:adec="http://schemas.microsoft.com/office/drawing/2017/decorative" val="1"/>
              </a:ext>
            </a:extLst>
          </p:cNvPr>
          <p:cNvSpPr/>
          <p:nvPr/>
        </p:nvSpPr>
        <p:spPr>
          <a:xfrm rot="10800000">
            <a:off x="1496502" y="3693916"/>
            <a:ext cx="4551266" cy="2632084"/>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a:latin typeface="Arial" panose="020B0604020202020204" pitchFamily="34" charset="0"/>
              <a:cs typeface="Arial" panose="020B0604020202020204" pitchFamily="34" charset="0"/>
            </a:endParaRPr>
          </a:p>
        </p:txBody>
      </p:sp>
      <p:sp>
        <p:nvSpPr>
          <p:cNvPr id="10" name="Google Shape;77;p15">
            <a:extLst>
              <a:ext uri="{FF2B5EF4-FFF2-40B4-BE49-F238E27FC236}">
                <a16:creationId xmlns:a16="http://schemas.microsoft.com/office/drawing/2014/main" id="{2CCF9001-759D-8324-2DF9-1254DE857686}"/>
              </a:ext>
            </a:extLst>
          </p:cNvPr>
          <p:cNvSpPr txBox="1"/>
          <p:nvPr/>
        </p:nvSpPr>
        <p:spPr>
          <a:xfrm>
            <a:off x="1496829" y="3690082"/>
            <a:ext cx="4551266" cy="2635516"/>
          </a:xfrm>
          <a:prstGeom prst="rect">
            <a:avLst/>
          </a:prstGeom>
          <a:noFill/>
          <a:ln>
            <a:noFill/>
          </a:ln>
        </p:spPr>
        <p:txBody>
          <a:bodyPr spcFirstLastPara="1" wrap="square" lIns="151700" tIns="720000" rIns="151700" bIns="151700" anchor="t" anchorCtr="0">
            <a:noAutofit/>
          </a:bodyPr>
          <a:lstStyle/>
          <a:p>
            <a:pPr marL="479988">
              <a:buClr>
                <a:srgbClr val="1E4E79"/>
              </a:buClr>
              <a:buSzPts val="1600"/>
            </a:pPr>
            <a:r>
              <a:rPr lang="en" sz="2000" b="1">
                <a:latin typeface="+mj-lt"/>
                <a:ea typeface="Calibri"/>
                <a:cs typeface="Arial" panose="020B0604020202020204" pitchFamily="34" charset="0"/>
                <a:sym typeface="Calibri"/>
              </a:rPr>
              <a:t>Examples</a:t>
            </a:r>
            <a:br>
              <a:rPr lang="en" sz="2000" b="1">
                <a:latin typeface="+mj-lt"/>
                <a:ea typeface="Calibri"/>
                <a:cs typeface="Arial" panose="020B0604020202020204" pitchFamily="34" charset="0"/>
                <a:sym typeface="Calibri"/>
              </a:rPr>
            </a:br>
            <a:endParaRPr sz="2000">
              <a:latin typeface="+mj-lt"/>
              <a:ea typeface="Calibri"/>
              <a:cs typeface="Arial" panose="020B0604020202020204" pitchFamily="34" charset="0"/>
              <a:sym typeface="Calibri"/>
            </a:endParaRPr>
          </a:p>
        </p:txBody>
      </p:sp>
      <p:sp>
        <p:nvSpPr>
          <p:cNvPr id="11" name="Google Shape;78;p15">
            <a:extLst>
              <a:ext uri="{FF2B5EF4-FFF2-40B4-BE49-F238E27FC236}">
                <a16:creationId xmlns:a16="http://schemas.microsoft.com/office/drawing/2014/main" id="{A70112CF-B458-EE21-D197-F749A960826E}"/>
              </a:ext>
              <a:ext uri="{C183D7F6-B498-43B3-948B-1728B52AA6E4}">
                <adec:decorative xmlns:adec="http://schemas.microsoft.com/office/drawing/2017/decorative" val="1"/>
              </a:ext>
            </a:extLst>
          </p:cNvPr>
          <p:cNvSpPr/>
          <p:nvPr/>
        </p:nvSpPr>
        <p:spPr>
          <a:xfrm rot="5400000">
            <a:off x="7132622" y="2768367"/>
            <a:ext cx="2628413" cy="4483354"/>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a:latin typeface="Arial" panose="020B0604020202020204" pitchFamily="34" charset="0"/>
              <a:cs typeface="Arial" panose="020B0604020202020204" pitchFamily="34" charset="0"/>
            </a:endParaRPr>
          </a:p>
        </p:txBody>
      </p:sp>
      <p:sp>
        <p:nvSpPr>
          <p:cNvPr id="12" name="Google Shape;79;p15">
            <a:extLst>
              <a:ext uri="{FF2B5EF4-FFF2-40B4-BE49-F238E27FC236}">
                <a16:creationId xmlns:a16="http://schemas.microsoft.com/office/drawing/2014/main" id="{33005813-EAC2-1551-6AB4-22EBA739B63E}"/>
              </a:ext>
            </a:extLst>
          </p:cNvPr>
          <p:cNvSpPr txBox="1"/>
          <p:nvPr/>
        </p:nvSpPr>
        <p:spPr>
          <a:xfrm>
            <a:off x="6205065" y="3691806"/>
            <a:ext cx="4483354" cy="2632085"/>
          </a:xfrm>
          <a:prstGeom prst="rect">
            <a:avLst/>
          </a:prstGeom>
          <a:noFill/>
          <a:ln>
            <a:noFill/>
          </a:ln>
        </p:spPr>
        <p:txBody>
          <a:bodyPr spcFirstLastPara="1" wrap="square" lIns="0" tIns="720000" rIns="151700" bIns="151700" anchor="t" anchorCtr="0">
            <a:noAutofit/>
          </a:bodyPr>
          <a:lstStyle/>
          <a:p>
            <a:pPr marL="479988">
              <a:lnSpc>
                <a:spcPct val="90000"/>
              </a:lnSpc>
              <a:buClr>
                <a:srgbClr val="1E4E79"/>
              </a:buClr>
              <a:buSzPts val="1600"/>
            </a:pPr>
            <a:r>
              <a:rPr lang="en" sz="2000" b="1">
                <a:latin typeface="+mj-lt"/>
                <a:ea typeface="Calibri"/>
                <a:cs typeface="Arial" panose="020B0604020202020204" pitchFamily="34" charset="0"/>
                <a:sym typeface="Calibri"/>
              </a:rPr>
              <a:t>Non-examples</a:t>
            </a:r>
            <a:br>
              <a:rPr lang="en" sz="2000" b="1">
                <a:latin typeface="+mj-lt"/>
                <a:ea typeface="Calibri"/>
                <a:cs typeface="Arial" panose="020B0604020202020204" pitchFamily="34" charset="0"/>
                <a:sym typeface="Calibri"/>
              </a:rPr>
            </a:br>
            <a:endParaRPr sz="2000">
              <a:latin typeface="+mj-lt"/>
              <a:ea typeface="Calibri"/>
              <a:cs typeface="Arial" panose="020B0604020202020204" pitchFamily="34" charset="0"/>
              <a:sym typeface="Calibri"/>
            </a:endParaRPr>
          </a:p>
        </p:txBody>
      </p:sp>
      <p:sp>
        <p:nvSpPr>
          <p:cNvPr id="13" name="Google Shape;80;p15">
            <a:extLst>
              <a:ext uri="{FF2B5EF4-FFF2-40B4-BE49-F238E27FC236}">
                <a16:creationId xmlns:a16="http://schemas.microsoft.com/office/drawing/2014/main" id="{A62C944F-23E5-C8E7-9836-BD34D0F59ABD}"/>
              </a:ext>
              <a:ext uri="{C183D7F6-B498-43B3-948B-1728B52AA6E4}">
                <adec:decorative xmlns:adec="http://schemas.microsoft.com/office/drawing/2017/decorative" val="1"/>
              </a:ext>
            </a:extLst>
          </p:cNvPr>
          <p:cNvSpPr/>
          <p:nvPr/>
        </p:nvSpPr>
        <p:spPr>
          <a:xfrm>
            <a:off x="4813068" y="3140242"/>
            <a:ext cx="2594640" cy="1039985"/>
          </a:xfrm>
          <a:prstGeom prst="roundRect">
            <a:avLst>
              <a:gd name="adj" fmla="val 16667"/>
            </a:avLst>
          </a:prstGeom>
          <a:solidFill>
            <a:schemeClr val="bg1"/>
          </a:solidFill>
          <a:ln w="38100" cap="flat" cmpd="sng">
            <a:solidFill>
              <a:schemeClr val="tx1"/>
            </a:solidFill>
            <a:prstDash val="solid"/>
            <a:miter lim="800000"/>
            <a:headEnd type="none" w="sm" len="sm"/>
            <a:tailEnd type="none" w="sm" len="sm"/>
          </a:ln>
        </p:spPr>
        <p:txBody>
          <a:bodyPr spcFirstLastPara="1" wrap="square" lIns="79125" tIns="39550" rIns="79125" bIns="39550" anchor="ctr" anchorCtr="0">
            <a:noAutofit/>
          </a:bodyPr>
          <a:lstStyle/>
          <a:p>
            <a:pPr algn="ctr">
              <a:buClr>
                <a:srgbClr val="000000"/>
              </a:buClr>
            </a:pPr>
            <a:endParaRPr sz="2000" b="1">
              <a:latin typeface="Arial" panose="020B0604020202020204" pitchFamily="34" charset="0"/>
              <a:cs typeface="Arial" panose="020B0604020202020204" pitchFamily="34" charset="0"/>
            </a:endParaRPr>
          </a:p>
        </p:txBody>
      </p:sp>
      <p:sp>
        <p:nvSpPr>
          <p:cNvPr id="14" name="Google Shape;81;p15">
            <a:extLst>
              <a:ext uri="{FF2B5EF4-FFF2-40B4-BE49-F238E27FC236}">
                <a16:creationId xmlns:a16="http://schemas.microsoft.com/office/drawing/2014/main" id="{5839A77F-3456-77D9-817C-2DE6B6AB4595}"/>
              </a:ext>
            </a:extLst>
          </p:cNvPr>
          <p:cNvSpPr txBox="1"/>
          <p:nvPr/>
        </p:nvSpPr>
        <p:spPr>
          <a:xfrm>
            <a:off x="4863817" y="3191467"/>
            <a:ext cx="2492955" cy="937932"/>
          </a:xfrm>
          <a:prstGeom prst="rect">
            <a:avLst/>
          </a:prstGeom>
          <a:noFill/>
          <a:ln>
            <a:noFill/>
          </a:ln>
        </p:spPr>
        <p:txBody>
          <a:bodyPr spcFirstLastPara="1" wrap="square" lIns="101600" tIns="101600" rIns="101600" bIns="101600" anchor="ctr" anchorCtr="0">
            <a:noAutofit/>
          </a:bodyPr>
          <a:lstStyle/>
          <a:p>
            <a:pPr algn="ctr">
              <a:buClr>
                <a:srgbClr val="1E4E79"/>
              </a:buClr>
              <a:buSzPts val="2000"/>
            </a:pPr>
            <a:r>
              <a:rPr lang="en" b="1">
                <a:latin typeface="+mj-lt"/>
                <a:ea typeface="Calibri"/>
                <a:cs typeface="Arial" panose="020B0604020202020204" pitchFamily="34" charset="0"/>
                <a:sym typeface="Calibri"/>
              </a:rPr>
              <a:t>Word, term, concept</a:t>
            </a:r>
            <a:endParaRPr>
              <a:latin typeface="+mj-lt"/>
              <a:cs typeface="Arial" panose="020B0604020202020204" pitchFamily="34" charset="0"/>
            </a:endParaRPr>
          </a:p>
        </p:txBody>
      </p:sp>
      <p:sp>
        <p:nvSpPr>
          <p:cNvPr id="2" name="Slide Number Placeholder 1">
            <a:extLst>
              <a:ext uri="{FF2B5EF4-FFF2-40B4-BE49-F238E27FC236}">
                <a16:creationId xmlns:a16="http://schemas.microsoft.com/office/drawing/2014/main" id="{A4070155-F260-7BBF-5A58-0C4E16363B7B}"/>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latin typeface="Arial" panose="020B0604020202020204" pitchFamily="34" charset="0"/>
                <a:cs typeface="Arial" panose="020B0604020202020204" pitchFamily="34" charset="0"/>
              </a:rPr>
              <a:t>61</a:t>
            </a:fld>
            <a:endParaRPr lang="en-AU">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14206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Google Shape;125;p17">
            <a:extLst>
              <a:ext uri="{FF2B5EF4-FFF2-40B4-BE49-F238E27FC236}">
                <a16:creationId xmlns:a16="http://schemas.microsoft.com/office/drawing/2014/main" id="{3E705808-C767-CFA5-5BCC-DD7546162A49}"/>
              </a:ext>
              <a:ext uri="{C183D7F6-B498-43B3-948B-1728B52AA6E4}">
                <adec:decorative xmlns:adec="http://schemas.microsoft.com/office/drawing/2017/decorative" val="1"/>
              </a:ext>
            </a:extLst>
          </p:cNvPr>
          <p:cNvCxnSpPr/>
          <p:nvPr/>
        </p:nvCxnSpPr>
        <p:spPr>
          <a:xfrm>
            <a:off x="3501647" y="3588700"/>
            <a:ext cx="1674541" cy="0"/>
          </a:xfrm>
          <a:prstGeom prst="straightConnector1">
            <a:avLst/>
          </a:prstGeom>
          <a:noFill/>
          <a:ln w="19050" cap="flat" cmpd="sng">
            <a:solidFill>
              <a:srgbClr val="007A8A"/>
            </a:solidFill>
            <a:prstDash val="solid"/>
            <a:round/>
            <a:headEnd type="none" w="med" len="med"/>
            <a:tailEnd type="none" w="med" len="med"/>
          </a:ln>
        </p:spPr>
      </p:cxnSp>
      <p:cxnSp>
        <p:nvCxnSpPr>
          <p:cNvPr id="33" name="Google Shape;126;p17">
            <a:extLst>
              <a:ext uri="{FF2B5EF4-FFF2-40B4-BE49-F238E27FC236}">
                <a16:creationId xmlns:a16="http://schemas.microsoft.com/office/drawing/2014/main" id="{4D593D99-85C5-3753-C35F-70804D33E897}"/>
              </a:ext>
              <a:ext uri="{C183D7F6-B498-43B3-948B-1728B52AA6E4}">
                <adec:decorative xmlns:adec="http://schemas.microsoft.com/office/drawing/2017/decorative" val="1"/>
              </a:ext>
            </a:extLst>
          </p:cNvPr>
          <p:cNvCxnSpPr/>
          <p:nvPr/>
        </p:nvCxnSpPr>
        <p:spPr>
          <a:xfrm rot="10800000" flipH="1">
            <a:off x="7016136" y="3588822"/>
            <a:ext cx="1674177" cy="9471"/>
          </a:xfrm>
          <a:prstGeom prst="straightConnector1">
            <a:avLst/>
          </a:prstGeom>
          <a:noFill/>
          <a:ln w="19050" cap="flat" cmpd="sng">
            <a:solidFill>
              <a:srgbClr val="007A8A"/>
            </a:solidFill>
            <a:prstDash val="solid"/>
            <a:round/>
            <a:headEnd type="none" w="med" len="med"/>
            <a:tailEnd type="none" w="med" len="med"/>
          </a:ln>
        </p:spPr>
      </p:cxnSp>
      <p:cxnSp>
        <p:nvCxnSpPr>
          <p:cNvPr id="34" name="Google Shape;127;p17">
            <a:extLst>
              <a:ext uri="{FF2B5EF4-FFF2-40B4-BE49-F238E27FC236}">
                <a16:creationId xmlns:a16="http://schemas.microsoft.com/office/drawing/2014/main" id="{6241178A-8250-2EB4-990C-5E5C190B57EF}"/>
              </a:ext>
              <a:ext uri="{C183D7F6-B498-43B3-948B-1728B52AA6E4}">
                <adec:decorative xmlns:adec="http://schemas.microsoft.com/office/drawing/2017/decorative" val="1"/>
              </a:ext>
            </a:extLst>
          </p:cNvPr>
          <p:cNvCxnSpPr>
            <a:stCxn id="4" idx="4"/>
          </p:cNvCxnSpPr>
          <p:nvPr/>
        </p:nvCxnSpPr>
        <p:spPr>
          <a:xfrm>
            <a:off x="6096119" y="4336165"/>
            <a:ext cx="0" cy="1049092"/>
          </a:xfrm>
          <a:prstGeom prst="straightConnector1">
            <a:avLst/>
          </a:prstGeom>
          <a:noFill/>
          <a:ln w="19050" cap="flat" cmpd="sng">
            <a:solidFill>
              <a:srgbClr val="007A8A"/>
            </a:solidFill>
            <a:prstDash val="solid"/>
            <a:round/>
            <a:headEnd type="none" w="med" len="med"/>
            <a:tailEnd type="none" w="med" len="med"/>
          </a:ln>
        </p:spPr>
      </p:cxnSp>
      <p:cxnSp>
        <p:nvCxnSpPr>
          <p:cNvPr id="35" name="Google Shape;128;p17">
            <a:extLst>
              <a:ext uri="{FF2B5EF4-FFF2-40B4-BE49-F238E27FC236}">
                <a16:creationId xmlns:a16="http://schemas.microsoft.com/office/drawing/2014/main" id="{F5AEAD7C-EBDE-0F6D-747A-69E22D2A29DE}"/>
              </a:ext>
              <a:ext uri="{C183D7F6-B498-43B3-948B-1728B52AA6E4}">
                <adec:decorative xmlns:adec="http://schemas.microsoft.com/office/drawing/2017/decorative" val="1"/>
              </a:ext>
            </a:extLst>
          </p:cNvPr>
          <p:cNvCxnSpPr>
            <a:stCxn id="4" idx="0"/>
            <a:endCxn id="42" idx="4"/>
          </p:cNvCxnSpPr>
          <p:nvPr/>
        </p:nvCxnSpPr>
        <p:spPr>
          <a:xfrm rot="10800000">
            <a:off x="6076813" y="1814701"/>
            <a:ext cx="19306" cy="1026508"/>
          </a:xfrm>
          <a:prstGeom prst="straightConnector1">
            <a:avLst/>
          </a:prstGeom>
          <a:noFill/>
          <a:ln w="19050" cap="flat" cmpd="sng">
            <a:solidFill>
              <a:srgbClr val="007A8A"/>
            </a:solidFill>
            <a:prstDash val="solid"/>
            <a:round/>
            <a:headEnd type="none" w="med" len="med"/>
            <a:tailEnd type="none" w="med" len="med"/>
          </a:ln>
        </p:spPr>
      </p:cxnSp>
      <p:cxnSp>
        <p:nvCxnSpPr>
          <p:cNvPr id="36" name="Google Shape;130;p17">
            <a:extLst>
              <a:ext uri="{FF2B5EF4-FFF2-40B4-BE49-F238E27FC236}">
                <a16:creationId xmlns:a16="http://schemas.microsoft.com/office/drawing/2014/main" id="{785A2CF1-95F1-A338-3D65-77D8DE66BE5A}"/>
              </a:ext>
              <a:ext uri="{C183D7F6-B498-43B3-948B-1728B52AA6E4}">
                <adec:decorative xmlns:adec="http://schemas.microsoft.com/office/drawing/2017/decorative" val="1"/>
              </a:ext>
            </a:extLst>
          </p:cNvPr>
          <p:cNvCxnSpPr>
            <a:endCxn id="46" idx="7"/>
          </p:cNvCxnSpPr>
          <p:nvPr/>
        </p:nvCxnSpPr>
        <p:spPr>
          <a:xfrm flipH="1">
            <a:off x="4063742" y="4117156"/>
            <a:ext cx="1363820" cy="595579"/>
          </a:xfrm>
          <a:prstGeom prst="straightConnector1">
            <a:avLst/>
          </a:prstGeom>
          <a:noFill/>
          <a:ln w="19050" cap="flat" cmpd="sng">
            <a:solidFill>
              <a:srgbClr val="007A8A"/>
            </a:solidFill>
            <a:prstDash val="solid"/>
            <a:round/>
            <a:headEnd type="none" w="med" len="med"/>
            <a:tailEnd type="none" w="med" len="med"/>
          </a:ln>
        </p:spPr>
      </p:cxnSp>
      <p:cxnSp>
        <p:nvCxnSpPr>
          <p:cNvPr id="37" name="Google Shape;132;p17">
            <a:extLst>
              <a:ext uri="{FF2B5EF4-FFF2-40B4-BE49-F238E27FC236}">
                <a16:creationId xmlns:a16="http://schemas.microsoft.com/office/drawing/2014/main" id="{66A531BB-70E7-53AD-650E-EC53ED879874}"/>
              </a:ext>
              <a:ext uri="{C183D7F6-B498-43B3-948B-1728B52AA6E4}">
                <adec:decorative xmlns:adec="http://schemas.microsoft.com/office/drawing/2017/decorative" val="1"/>
              </a:ext>
            </a:extLst>
          </p:cNvPr>
          <p:cNvCxnSpPr>
            <a:stCxn id="4" idx="1"/>
            <a:endCxn id="40" idx="5"/>
          </p:cNvCxnSpPr>
          <p:nvPr/>
        </p:nvCxnSpPr>
        <p:spPr>
          <a:xfrm rot="10800000">
            <a:off x="4059932" y="2423399"/>
            <a:ext cx="1385676" cy="636741"/>
          </a:xfrm>
          <a:prstGeom prst="straightConnector1">
            <a:avLst/>
          </a:prstGeom>
          <a:noFill/>
          <a:ln w="19050" cap="flat" cmpd="sng">
            <a:solidFill>
              <a:srgbClr val="007A8A"/>
            </a:solidFill>
            <a:prstDash val="solid"/>
            <a:round/>
            <a:headEnd type="none" w="med" len="med"/>
            <a:tailEnd type="none" w="med" len="med"/>
          </a:ln>
        </p:spPr>
      </p:cxnSp>
      <p:cxnSp>
        <p:nvCxnSpPr>
          <p:cNvPr id="38" name="Google Shape;134;p17">
            <a:extLst>
              <a:ext uri="{FF2B5EF4-FFF2-40B4-BE49-F238E27FC236}">
                <a16:creationId xmlns:a16="http://schemas.microsoft.com/office/drawing/2014/main" id="{BB967329-4667-DDED-F05E-5823A1F34685}"/>
              </a:ext>
              <a:ext uri="{C183D7F6-B498-43B3-948B-1728B52AA6E4}">
                <adec:decorative xmlns:adec="http://schemas.microsoft.com/office/drawing/2017/decorative" val="1"/>
              </a:ext>
            </a:extLst>
          </p:cNvPr>
          <p:cNvCxnSpPr>
            <a:endCxn id="47" idx="1"/>
          </p:cNvCxnSpPr>
          <p:nvPr/>
        </p:nvCxnSpPr>
        <p:spPr>
          <a:xfrm>
            <a:off x="6764984" y="4105838"/>
            <a:ext cx="1385676" cy="772977"/>
          </a:xfrm>
          <a:prstGeom prst="straightConnector1">
            <a:avLst/>
          </a:prstGeom>
          <a:noFill/>
          <a:ln w="19050" cap="flat" cmpd="sng">
            <a:solidFill>
              <a:srgbClr val="007A8A"/>
            </a:solidFill>
            <a:prstDash val="solid"/>
            <a:round/>
            <a:headEnd type="none" w="med" len="med"/>
            <a:tailEnd type="none" w="med" len="med"/>
          </a:ln>
        </p:spPr>
      </p:cxnSp>
      <p:cxnSp>
        <p:nvCxnSpPr>
          <p:cNvPr id="39" name="Google Shape;136;p17">
            <a:extLst>
              <a:ext uri="{FF2B5EF4-FFF2-40B4-BE49-F238E27FC236}">
                <a16:creationId xmlns:a16="http://schemas.microsoft.com/office/drawing/2014/main" id="{C6252BA3-DB91-FDA2-FA30-142CEADB096E}"/>
              </a:ext>
              <a:ext uri="{C183D7F6-B498-43B3-948B-1728B52AA6E4}">
                <adec:decorative xmlns:adec="http://schemas.microsoft.com/office/drawing/2017/decorative" val="1"/>
              </a:ext>
            </a:extLst>
          </p:cNvPr>
          <p:cNvCxnSpPr>
            <a:endCxn id="43" idx="3"/>
          </p:cNvCxnSpPr>
          <p:nvPr/>
        </p:nvCxnSpPr>
        <p:spPr>
          <a:xfrm rot="10800000" flipH="1">
            <a:off x="6807967" y="2423263"/>
            <a:ext cx="1342693" cy="704495"/>
          </a:xfrm>
          <a:prstGeom prst="straightConnector1">
            <a:avLst/>
          </a:prstGeom>
          <a:noFill/>
          <a:ln w="19050" cap="flat" cmpd="sng">
            <a:solidFill>
              <a:srgbClr val="007A8A"/>
            </a:solidFill>
            <a:prstDash val="solid"/>
            <a:round/>
            <a:headEnd type="none" w="med" len="med"/>
            <a:tailEnd type="none" w="med" len="med"/>
          </a:ln>
        </p:spPr>
      </p:cxnSp>
      <p:sp>
        <p:nvSpPr>
          <p:cNvPr id="3" name="Title 2">
            <a:extLst>
              <a:ext uri="{FF2B5EF4-FFF2-40B4-BE49-F238E27FC236}">
                <a16:creationId xmlns:a16="http://schemas.microsoft.com/office/drawing/2014/main" id="{A043208B-6BF2-C65E-D4AF-ECD978662E75}"/>
              </a:ext>
            </a:extLst>
          </p:cNvPr>
          <p:cNvSpPr>
            <a:spLocks noGrp="1"/>
          </p:cNvSpPr>
          <p:nvPr>
            <p:ph type="title"/>
          </p:nvPr>
        </p:nvSpPr>
        <p:spPr/>
        <p:txBody>
          <a:bodyPr/>
          <a:lstStyle/>
          <a:p>
            <a:r>
              <a:rPr lang="en-AU">
                <a:latin typeface="+mj-lt"/>
              </a:rPr>
              <a:t>Spider map</a:t>
            </a:r>
          </a:p>
        </p:txBody>
      </p:sp>
      <p:sp>
        <p:nvSpPr>
          <p:cNvPr id="4" name="Google Shape;124;p17" descr="Subject ">
            <a:extLst>
              <a:ext uri="{FF2B5EF4-FFF2-40B4-BE49-F238E27FC236}">
                <a16:creationId xmlns:a16="http://schemas.microsoft.com/office/drawing/2014/main" id="{B2F3C6A1-3F2E-1BE6-7182-F224BC265587}"/>
              </a:ext>
            </a:extLst>
          </p:cNvPr>
          <p:cNvSpPr/>
          <p:nvPr/>
        </p:nvSpPr>
        <p:spPr>
          <a:xfrm>
            <a:off x="5176159" y="2841208"/>
            <a:ext cx="1839919" cy="1494957"/>
          </a:xfrm>
          <a:prstGeom prst="ellipse">
            <a:avLst/>
          </a:prstGeom>
          <a:solidFill>
            <a:schemeClr val="bg1"/>
          </a:solidFill>
          <a:ln w="38100" cap="flat" cmpd="sng">
            <a:solidFill>
              <a:schemeClr val="tx1"/>
            </a:solidFill>
            <a:prstDash val="solid"/>
            <a:miter lim="800000"/>
            <a:headEnd type="none" w="sm" len="sm"/>
            <a:tailEnd type="none" w="sm" len="sm"/>
          </a:ln>
        </p:spPr>
        <p:txBody>
          <a:bodyPr spcFirstLastPara="1" wrap="square" lIns="79125" tIns="39550" rIns="79125" bIns="39550" anchor="ctr" anchorCtr="0">
            <a:noAutofit/>
          </a:bodyPr>
          <a:lstStyle/>
          <a:p>
            <a:pPr algn="ctr">
              <a:buClr>
                <a:srgbClr val="000000"/>
              </a:buClr>
            </a:pPr>
            <a:r>
              <a:rPr lang="en" sz="2000" b="1">
                <a:latin typeface="+mj-lt"/>
                <a:cs typeface="Arial" panose="020B0604020202020204" pitchFamily="34" charset="0"/>
                <a:sym typeface="Montserrat"/>
              </a:rPr>
              <a:t>Subject</a:t>
            </a:r>
            <a:endParaRPr sz="2000" b="1">
              <a:latin typeface="+mj-lt"/>
              <a:cs typeface="Arial" panose="020B0604020202020204" pitchFamily="34" charset="0"/>
              <a:sym typeface="Montserrat"/>
            </a:endParaRPr>
          </a:p>
        </p:txBody>
      </p:sp>
      <p:sp>
        <p:nvSpPr>
          <p:cNvPr id="40" name="Google Shape;133;p17" descr="Idea bubble">
            <a:extLst>
              <a:ext uri="{FF2B5EF4-FFF2-40B4-BE49-F238E27FC236}">
                <a16:creationId xmlns:a16="http://schemas.microsoft.com/office/drawing/2014/main" id="{407D636A-5897-673F-FD31-EE27AAB7F3C7}"/>
              </a:ext>
            </a:extLst>
          </p:cNvPr>
          <p:cNvSpPr/>
          <p:nvPr/>
        </p:nvSpPr>
        <p:spPr>
          <a:xfrm>
            <a:off x="2538932" y="1810124"/>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r>
              <a:rPr lang="en" sz="1400">
                <a:solidFill>
                  <a:srgbClr val="000000"/>
                </a:solidFill>
                <a:cs typeface="Arial" panose="020B0604020202020204" pitchFamily="34" charset="0"/>
                <a:sym typeface="Montserrat Medium"/>
              </a:rPr>
              <a:t>Idea</a:t>
            </a:r>
            <a:endParaRPr sz="1400">
              <a:solidFill>
                <a:srgbClr val="000000"/>
              </a:solidFill>
              <a:cs typeface="Arial" panose="020B0604020202020204" pitchFamily="34" charset="0"/>
              <a:sym typeface="Montserrat Medium"/>
            </a:endParaRPr>
          </a:p>
        </p:txBody>
      </p:sp>
      <p:sp>
        <p:nvSpPr>
          <p:cNvPr id="42" name="Google Shape;129;p17">
            <a:extLst>
              <a:ext uri="{FF2B5EF4-FFF2-40B4-BE49-F238E27FC236}">
                <a16:creationId xmlns:a16="http://schemas.microsoft.com/office/drawing/2014/main" id="{59AED9FD-CCFB-691A-4DC8-14C28EBD4FF2}"/>
              </a:ext>
              <a:ext uri="{C183D7F6-B498-43B3-948B-1728B52AA6E4}">
                <adec:decorative xmlns:adec="http://schemas.microsoft.com/office/drawing/2017/decorative" val="1"/>
              </a:ext>
            </a:extLst>
          </p:cNvPr>
          <p:cNvSpPr/>
          <p:nvPr/>
        </p:nvSpPr>
        <p:spPr>
          <a:xfrm>
            <a:off x="5185729" y="1096513"/>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3" name="Google Shape;137;p17">
            <a:extLst>
              <a:ext uri="{FF2B5EF4-FFF2-40B4-BE49-F238E27FC236}">
                <a16:creationId xmlns:a16="http://schemas.microsoft.com/office/drawing/2014/main" id="{E609B3AC-51FA-4119-9DF1-EB907D2C5202}"/>
              </a:ext>
              <a:ext uri="{C183D7F6-B498-43B3-948B-1728B52AA6E4}">
                <adec:decorative xmlns:adec="http://schemas.microsoft.com/office/drawing/2017/decorative" val="1"/>
              </a:ext>
            </a:extLst>
          </p:cNvPr>
          <p:cNvSpPr/>
          <p:nvPr/>
        </p:nvSpPr>
        <p:spPr>
          <a:xfrm>
            <a:off x="7889692" y="1810124"/>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5" name="Google Shape;140;p17">
            <a:extLst>
              <a:ext uri="{FF2B5EF4-FFF2-40B4-BE49-F238E27FC236}">
                <a16:creationId xmlns:a16="http://schemas.microsoft.com/office/drawing/2014/main" id="{4E7E4470-2CA2-CE8A-1DDF-D2BB3C297511}"/>
              </a:ext>
              <a:ext uri="{C183D7F6-B498-43B3-948B-1728B52AA6E4}">
                <adec:decorative xmlns:adec="http://schemas.microsoft.com/office/drawing/2017/decorative" val="1"/>
              </a:ext>
            </a:extLst>
          </p:cNvPr>
          <p:cNvSpPr/>
          <p:nvPr/>
        </p:nvSpPr>
        <p:spPr>
          <a:xfrm>
            <a:off x="8690174" y="3222279"/>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7" name="Google Shape;135;p17">
            <a:extLst>
              <a:ext uri="{FF2B5EF4-FFF2-40B4-BE49-F238E27FC236}">
                <a16:creationId xmlns:a16="http://schemas.microsoft.com/office/drawing/2014/main" id="{C6846BAD-BA65-4B96-1B01-D9ADAEF0604F}"/>
              </a:ext>
              <a:ext uri="{C183D7F6-B498-43B3-948B-1728B52AA6E4}">
                <adec:decorative xmlns:adec="http://schemas.microsoft.com/office/drawing/2017/decorative" val="1"/>
              </a:ext>
            </a:extLst>
          </p:cNvPr>
          <p:cNvSpPr/>
          <p:nvPr/>
        </p:nvSpPr>
        <p:spPr>
          <a:xfrm>
            <a:off x="7889692" y="4773618"/>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4" name="Google Shape;139;p17">
            <a:extLst>
              <a:ext uri="{FF2B5EF4-FFF2-40B4-BE49-F238E27FC236}">
                <a16:creationId xmlns:a16="http://schemas.microsoft.com/office/drawing/2014/main" id="{2996E804-9D77-BAC1-44A7-255922CD1500}"/>
              </a:ext>
              <a:ext uri="{C183D7F6-B498-43B3-948B-1728B52AA6E4}">
                <adec:decorative xmlns:adec="http://schemas.microsoft.com/office/drawing/2017/decorative" val="1"/>
              </a:ext>
            </a:extLst>
          </p:cNvPr>
          <p:cNvSpPr/>
          <p:nvPr/>
        </p:nvSpPr>
        <p:spPr>
          <a:xfrm>
            <a:off x="5205237" y="5385283"/>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6" name="Google Shape;131;p17">
            <a:extLst>
              <a:ext uri="{FF2B5EF4-FFF2-40B4-BE49-F238E27FC236}">
                <a16:creationId xmlns:a16="http://schemas.microsoft.com/office/drawing/2014/main" id="{08CFCCC7-A9C6-E2D1-6D1B-5EE82E902EC5}"/>
              </a:ext>
              <a:ext uri="{C183D7F6-B498-43B3-948B-1728B52AA6E4}">
                <adec:decorative xmlns:adec="http://schemas.microsoft.com/office/drawing/2017/decorative" val="1"/>
              </a:ext>
            </a:extLst>
          </p:cNvPr>
          <p:cNvSpPr/>
          <p:nvPr/>
        </p:nvSpPr>
        <p:spPr>
          <a:xfrm>
            <a:off x="2542710" y="4607537"/>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1" name="Google Shape;138;p17">
            <a:extLst>
              <a:ext uri="{FF2B5EF4-FFF2-40B4-BE49-F238E27FC236}">
                <a16:creationId xmlns:a16="http://schemas.microsoft.com/office/drawing/2014/main" id="{09149727-8C6F-7285-D2A2-89762FD2C111}"/>
              </a:ext>
              <a:ext uri="{C183D7F6-B498-43B3-948B-1728B52AA6E4}">
                <adec:decorative xmlns:adec="http://schemas.microsoft.com/office/drawing/2017/decorative" val="1"/>
              </a:ext>
            </a:extLst>
          </p:cNvPr>
          <p:cNvSpPr/>
          <p:nvPr/>
        </p:nvSpPr>
        <p:spPr>
          <a:xfrm>
            <a:off x="1719825" y="3239082"/>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2" name="Slide Number Placeholder 1">
            <a:extLst>
              <a:ext uri="{FF2B5EF4-FFF2-40B4-BE49-F238E27FC236}">
                <a16:creationId xmlns:a16="http://schemas.microsoft.com/office/drawing/2014/main" id="{442089B0-B9B7-B171-D833-3B55372D4ADB}"/>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62</a:t>
            </a:fld>
            <a:endParaRPr lang="en-AU"/>
          </a:p>
        </p:txBody>
      </p:sp>
    </p:spTree>
    <p:extLst>
      <p:ext uri="{BB962C8B-B14F-4D97-AF65-F5344CB8AC3E}">
        <p14:creationId xmlns:p14="http://schemas.microsoft.com/office/powerpoint/2010/main" val="14475282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CAE960D-9C2D-2ABE-4C84-4B30CC887790}"/>
              </a:ext>
            </a:extLst>
          </p:cNvPr>
          <p:cNvSpPr>
            <a:spLocks noGrp="1"/>
          </p:cNvSpPr>
          <p:nvPr>
            <p:ph type="title"/>
          </p:nvPr>
        </p:nvSpPr>
        <p:spPr/>
        <p:txBody>
          <a:bodyPr/>
          <a:lstStyle/>
          <a:p>
            <a:r>
              <a:rPr lang="en-AU">
                <a:latin typeface="+mj-lt"/>
              </a:rPr>
              <a:t>Cline</a:t>
            </a:r>
          </a:p>
        </p:txBody>
      </p:sp>
      <p:sp>
        <p:nvSpPr>
          <p:cNvPr id="5" name="Google Shape;157;p17">
            <a:extLst>
              <a:ext uri="{FF2B5EF4-FFF2-40B4-BE49-F238E27FC236}">
                <a16:creationId xmlns:a16="http://schemas.microsoft.com/office/drawing/2014/main" id="{99DB61E7-8AA7-ACF0-4D64-75BA648AB9A3}"/>
              </a:ext>
              <a:ext uri="{C183D7F6-B498-43B3-948B-1728B52AA6E4}">
                <adec:decorative xmlns:adec="http://schemas.microsoft.com/office/drawing/2017/decorative" val="1"/>
              </a:ext>
            </a:extLst>
          </p:cNvPr>
          <p:cNvSpPr/>
          <p:nvPr/>
        </p:nvSpPr>
        <p:spPr>
          <a:xfrm>
            <a:off x="360000" y="2166818"/>
            <a:ext cx="11425200" cy="1227200"/>
          </a:xfrm>
          <a:prstGeom prst="leftRightArrow">
            <a:avLst>
              <a:gd name="adj1" fmla="val 47499"/>
              <a:gd name="adj2" fmla="val 36248"/>
            </a:avLst>
          </a:prstGeom>
          <a:gradFill flip="none" rotWithShape="1">
            <a:gsLst>
              <a:gs pos="53000">
                <a:srgbClr val="7030A0"/>
              </a:gs>
              <a:gs pos="0">
                <a:srgbClr val="00ACC2"/>
              </a:gs>
              <a:gs pos="100000">
                <a:srgbClr val="B51458"/>
              </a:gs>
            </a:gsLst>
            <a:lin ang="0" scaled="1"/>
            <a:tileRect/>
          </a:gradFill>
          <a:ln>
            <a:noFill/>
          </a:ln>
        </p:spPr>
        <p:txBody>
          <a:bodyPr spcFirstLastPara="1" wrap="square" lIns="121900" tIns="60933" rIns="121900" bIns="60933" anchor="ctr" anchorCtr="0">
            <a:noAutofit/>
          </a:bodyPr>
          <a:lstStyle/>
          <a:p>
            <a:pPr algn="ctr"/>
            <a:endParaRPr sz="1867">
              <a:solidFill>
                <a:schemeClr val="lt1"/>
              </a:solidFill>
              <a:latin typeface="Calibri"/>
              <a:ea typeface="Calibri"/>
              <a:cs typeface="Calibri"/>
              <a:sym typeface="Calibri"/>
            </a:endParaRPr>
          </a:p>
        </p:txBody>
      </p:sp>
      <p:sp>
        <p:nvSpPr>
          <p:cNvPr id="6" name="Google Shape;159;p17">
            <a:extLst>
              <a:ext uri="{FF2B5EF4-FFF2-40B4-BE49-F238E27FC236}">
                <a16:creationId xmlns:a16="http://schemas.microsoft.com/office/drawing/2014/main" id="{7F1EB844-4665-02DA-BFAA-08669BB4D4C1}"/>
              </a:ext>
            </a:extLst>
          </p:cNvPr>
          <p:cNvSpPr txBox="1"/>
          <p:nvPr/>
        </p:nvSpPr>
        <p:spPr>
          <a:xfrm>
            <a:off x="817723" y="2567903"/>
            <a:ext cx="1609595" cy="416338"/>
          </a:xfrm>
          <a:prstGeom prst="rect">
            <a:avLst/>
          </a:prstGeom>
          <a:solidFill>
            <a:srgbClr val="E5F7FC"/>
          </a:solidFill>
          <a:ln w="19050" cap="flat" cmpd="sng">
            <a:noFill/>
            <a:prstDash val="solid"/>
            <a:miter lim="800000"/>
            <a:headEnd type="none" w="sm" len="sm"/>
            <a:tailEnd type="none" w="sm" len="sm"/>
          </a:ln>
          <a:effectLst/>
        </p:spPr>
        <p:txBody>
          <a:bodyPr spcFirstLastPara="1" wrap="square" lIns="79125" tIns="39550" rIns="79125" bIns="39550" anchor="ctr" anchorCtr="0">
            <a:noAutofit/>
          </a:bodyPr>
          <a:lstStyle>
            <a:defPPr>
              <a:defRPr lang="en-US"/>
            </a:defPPr>
            <a:lvl1pPr algn="ctr">
              <a:buClr>
                <a:srgbClr val="000000"/>
              </a:buClr>
              <a:buFont typeface="Arial"/>
              <a:defRPr sz="1800" b="1">
                <a:solidFill>
                  <a:srgbClr val="000000"/>
                </a:solidFill>
                <a:latin typeface="Arial" panose="020B0604020202020204" pitchFamily="34" charset="0"/>
                <a:cs typeface="Arial" panose="020B0604020202020204" pitchFamily="34" charset="0"/>
              </a:defRPr>
            </a:lvl1pPr>
          </a:lstStyle>
          <a:p>
            <a:r>
              <a:rPr lang="en-US">
                <a:latin typeface="+mj-lt"/>
                <a:sym typeface="Calibri"/>
              </a:rPr>
              <a:t>Concept 1</a:t>
            </a:r>
            <a:endParaRPr>
              <a:latin typeface="+mj-lt"/>
            </a:endParaRPr>
          </a:p>
        </p:txBody>
      </p:sp>
      <p:sp>
        <p:nvSpPr>
          <p:cNvPr id="8" name="Google Shape;150;p17">
            <a:extLst>
              <a:ext uri="{FF2B5EF4-FFF2-40B4-BE49-F238E27FC236}">
                <a16:creationId xmlns:a16="http://schemas.microsoft.com/office/drawing/2014/main" id="{234BDE74-7DD4-C755-F683-2C37F4D2F388}"/>
              </a:ext>
            </a:extLst>
          </p:cNvPr>
          <p:cNvSpPr/>
          <p:nvPr/>
        </p:nvSpPr>
        <p:spPr>
          <a:xfrm>
            <a:off x="360000" y="3970718"/>
            <a:ext cx="1487200" cy="474400"/>
          </a:xfrm>
          <a:prstGeom prst="roundRect">
            <a:avLst>
              <a:gd name="adj" fmla="val 10628"/>
            </a:avLst>
          </a:prstGeom>
          <a:noFill/>
          <a:ln w="19050" cap="flat" cmpd="sng">
            <a:solidFill>
              <a:srgbClr val="0E9DBE"/>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5" name="Google Shape;150;p17">
            <a:extLst>
              <a:ext uri="{FF2B5EF4-FFF2-40B4-BE49-F238E27FC236}">
                <a16:creationId xmlns:a16="http://schemas.microsoft.com/office/drawing/2014/main" id="{2C8D5980-E31C-D116-C526-1E9BD2B1A7E5}"/>
              </a:ext>
            </a:extLst>
          </p:cNvPr>
          <p:cNvSpPr/>
          <p:nvPr/>
        </p:nvSpPr>
        <p:spPr>
          <a:xfrm>
            <a:off x="1355372" y="4751748"/>
            <a:ext cx="1487200" cy="474400"/>
          </a:xfrm>
          <a:prstGeom prst="roundRect">
            <a:avLst>
              <a:gd name="adj" fmla="val 10628"/>
            </a:avLst>
          </a:prstGeom>
          <a:noFill/>
          <a:ln w="19050" cap="flat" cmpd="sng">
            <a:solidFill>
              <a:srgbClr val="2088B8"/>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4" name="Google Shape;150;p17">
            <a:extLst>
              <a:ext uri="{FF2B5EF4-FFF2-40B4-BE49-F238E27FC236}">
                <a16:creationId xmlns:a16="http://schemas.microsoft.com/office/drawing/2014/main" id="{87964B53-2E38-3E11-BE23-36598CC6123F}"/>
              </a:ext>
            </a:extLst>
          </p:cNvPr>
          <p:cNvSpPr/>
          <p:nvPr/>
        </p:nvSpPr>
        <p:spPr>
          <a:xfrm>
            <a:off x="2347600" y="3970718"/>
            <a:ext cx="1487200" cy="474400"/>
          </a:xfrm>
          <a:prstGeom prst="roundRect">
            <a:avLst>
              <a:gd name="adj" fmla="val 10628"/>
            </a:avLst>
          </a:prstGeom>
          <a:noFill/>
          <a:ln w="19050" cap="flat" cmpd="sng">
            <a:solidFill>
              <a:srgbClr val="3274B3"/>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6" name="Google Shape;150;p17">
            <a:extLst>
              <a:ext uri="{FF2B5EF4-FFF2-40B4-BE49-F238E27FC236}">
                <a16:creationId xmlns:a16="http://schemas.microsoft.com/office/drawing/2014/main" id="{24C79FC4-C263-5F73-A14A-DCD403846F10}"/>
              </a:ext>
            </a:extLst>
          </p:cNvPr>
          <p:cNvSpPr/>
          <p:nvPr/>
        </p:nvSpPr>
        <p:spPr>
          <a:xfrm>
            <a:off x="3339704" y="4751748"/>
            <a:ext cx="1487200" cy="474400"/>
          </a:xfrm>
          <a:prstGeom prst="roundRect">
            <a:avLst>
              <a:gd name="adj" fmla="val 10628"/>
            </a:avLst>
          </a:prstGeom>
          <a:noFill/>
          <a:ln w="19050" cap="flat" cmpd="sng">
            <a:solidFill>
              <a:srgbClr val="4560AD"/>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3" name="Google Shape;150;p17">
            <a:extLst>
              <a:ext uri="{FF2B5EF4-FFF2-40B4-BE49-F238E27FC236}">
                <a16:creationId xmlns:a16="http://schemas.microsoft.com/office/drawing/2014/main" id="{859882BF-8E8C-13EE-6E19-3CA8744A567B}"/>
              </a:ext>
            </a:extLst>
          </p:cNvPr>
          <p:cNvSpPr/>
          <p:nvPr/>
        </p:nvSpPr>
        <p:spPr>
          <a:xfrm>
            <a:off x="4335200" y="3970718"/>
            <a:ext cx="1487200" cy="474400"/>
          </a:xfrm>
          <a:prstGeom prst="roundRect">
            <a:avLst>
              <a:gd name="adj" fmla="val 10628"/>
            </a:avLst>
          </a:prstGeom>
          <a:noFill/>
          <a:ln w="19050" cap="flat" cmpd="sng">
            <a:solidFill>
              <a:srgbClr val="574BA7"/>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7" name="Google Shape;150;p17">
            <a:extLst>
              <a:ext uri="{FF2B5EF4-FFF2-40B4-BE49-F238E27FC236}">
                <a16:creationId xmlns:a16="http://schemas.microsoft.com/office/drawing/2014/main" id="{52A0090A-7B72-4B94-D8D5-8C494E77D834}"/>
              </a:ext>
            </a:extLst>
          </p:cNvPr>
          <p:cNvSpPr/>
          <p:nvPr/>
        </p:nvSpPr>
        <p:spPr>
          <a:xfrm>
            <a:off x="5324036" y="4751748"/>
            <a:ext cx="1487200" cy="474400"/>
          </a:xfrm>
          <a:prstGeom prst="roundRect">
            <a:avLst>
              <a:gd name="adj" fmla="val 10628"/>
            </a:avLst>
          </a:prstGeom>
          <a:noFill/>
          <a:ln w="19050" cap="flat" cmpd="sng">
            <a:solidFill>
              <a:srgbClr val="6A37A2"/>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2" name="Google Shape;150;p17">
            <a:extLst>
              <a:ext uri="{FF2B5EF4-FFF2-40B4-BE49-F238E27FC236}">
                <a16:creationId xmlns:a16="http://schemas.microsoft.com/office/drawing/2014/main" id="{7757179D-2318-0202-844F-FDD1F4E647B7}"/>
              </a:ext>
            </a:extLst>
          </p:cNvPr>
          <p:cNvSpPr/>
          <p:nvPr/>
        </p:nvSpPr>
        <p:spPr>
          <a:xfrm>
            <a:off x="6322800" y="3970718"/>
            <a:ext cx="1487200" cy="474400"/>
          </a:xfrm>
          <a:prstGeom prst="roundRect">
            <a:avLst>
              <a:gd name="adj" fmla="val 10628"/>
            </a:avLst>
          </a:prstGeom>
          <a:noFill/>
          <a:ln w="19050" cap="flat" cmpd="sng">
            <a:solidFill>
              <a:srgbClr val="782D97"/>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8" name="Google Shape;150;p17">
            <a:extLst>
              <a:ext uri="{FF2B5EF4-FFF2-40B4-BE49-F238E27FC236}">
                <a16:creationId xmlns:a16="http://schemas.microsoft.com/office/drawing/2014/main" id="{897CA775-E96A-5087-90AA-AD1E8962328F}"/>
              </a:ext>
            </a:extLst>
          </p:cNvPr>
          <p:cNvSpPr/>
          <p:nvPr/>
        </p:nvSpPr>
        <p:spPr>
          <a:xfrm>
            <a:off x="7308368" y="4751748"/>
            <a:ext cx="1487200" cy="474400"/>
          </a:xfrm>
          <a:prstGeom prst="roundRect">
            <a:avLst>
              <a:gd name="adj" fmla="val 10628"/>
            </a:avLst>
          </a:prstGeom>
          <a:noFill/>
          <a:ln w="19050" cap="flat" cmpd="sng">
            <a:solidFill>
              <a:srgbClr val="85278A"/>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1" name="Google Shape;150;p17">
            <a:extLst>
              <a:ext uri="{FF2B5EF4-FFF2-40B4-BE49-F238E27FC236}">
                <a16:creationId xmlns:a16="http://schemas.microsoft.com/office/drawing/2014/main" id="{3EE05D73-B371-2EFF-C6AF-F2E7494886E7}"/>
              </a:ext>
            </a:extLst>
          </p:cNvPr>
          <p:cNvSpPr/>
          <p:nvPr/>
        </p:nvSpPr>
        <p:spPr>
          <a:xfrm>
            <a:off x="8310400" y="3970718"/>
            <a:ext cx="1487200" cy="474400"/>
          </a:xfrm>
          <a:prstGeom prst="roundRect">
            <a:avLst>
              <a:gd name="adj" fmla="val 10628"/>
            </a:avLst>
          </a:prstGeom>
          <a:noFill/>
          <a:ln w="19050" cap="flat" cmpd="sng">
            <a:solidFill>
              <a:srgbClr val="92227D"/>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9" name="Google Shape;150;p17">
            <a:extLst>
              <a:ext uri="{FF2B5EF4-FFF2-40B4-BE49-F238E27FC236}">
                <a16:creationId xmlns:a16="http://schemas.microsoft.com/office/drawing/2014/main" id="{82718AA7-663D-43F6-0B00-AECAE20F87E3}"/>
              </a:ext>
            </a:extLst>
          </p:cNvPr>
          <p:cNvSpPr/>
          <p:nvPr/>
        </p:nvSpPr>
        <p:spPr>
          <a:xfrm>
            <a:off x="9292701" y="4751748"/>
            <a:ext cx="1487200" cy="474400"/>
          </a:xfrm>
          <a:prstGeom prst="roundRect">
            <a:avLst>
              <a:gd name="adj" fmla="val 10628"/>
            </a:avLst>
          </a:prstGeom>
          <a:noFill/>
          <a:ln w="19050" cap="flat" cmpd="sng">
            <a:solidFill>
              <a:srgbClr val="9E1D70"/>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0" name="Google Shape;150;p17">
            <a:extLst>
              <a:ext uri="{FF2B5EF4-FFF2-40B4-BE49-F238E27FC236}">
                <a16:creationId xmlns:a16="http://schemas.microsoft.com/office/drawing/2014/main" id="{44268CD6-EF93-44FB-A19C-DFABBA4D507B}"/>
              </a:ext>
            </a:extLst>
          </p:cNvPr>
          <p:cNvSpPr/>
          <p:nvPr/>
        </p:nvSpPr>
        <p:spPr>
          <a:xfrm>
            <a:off x="10298000" y="3970718"/>
            <a:ext cx="1487200" cy="474400"/>
          </a:xfrm>
          <a:prstGeom prst="roundRect">
            <a:avLst>
              <a:gd name="adj" fmla="val 10628"/>
            </a:avLst>
          </a:prstGeom>
          <a:noFill/>
          <a:ln w="19050" cap="flat" cmpd="sng">
            <a:solidFill>
              <a:srgbClr val="AB1862"/>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cxnSp>
        <p:nvCxnSpPr>
          <p:cNvPr id="41" name="Straight Connector 40">
            <a:extLst>
              <a:ext uri="{FF2B5EF4-FFF2-40B4-BE49-F238E27FC236}">
                <a16:creationId xmlns:a16="http://schemas.microsoft.com/office/drawing/2014/main" id="{5C705940-5DA3-4CCF-20E1-1974290A6F40}"/>
              </a:ext>
              <a:ext uri="{C183D7F6-B498-43B3-948B-1728B52AA6E4}">
                <adec:decorative xmlns:adec="http://schemas.microsoft.com/office/drawing/2017/decorative" val="1"/>
              </a:ext>
            </a:extLst>
          </p:cNvPr>
          <p:cNvCxnSpPr>
            <a:cxnSpLocks/>
          </p:cNvCxnSpPr>
          <p:nvPr/>
        </p:nvCxnSpPr>
        <p:spPr>
          <a:xfrm>
            <a:off x="1103600" y="3070860"/>
            <a:ext cx="0" cy="899858"/>
          </a:xfrm>
          <a:prstGeom prst="line">
            <a:avLst/>
          </a:prstGeom>
          <a:noFill/>
          <a:ln w="19050" cap="flat" cmpd="sng">
            <a:solidFill>
              <a:srgbClr val="0E9DBE"/>
            </a:solidFill>
            <a:prstDash val="solid"/>
            <a:round/>
            <a:headEnd type="none" w="med" len="med"/>
            <a:tailEnd type="none" w="med" len="med"/>
          </a:ln>
        </p:spPr>
      </p:cxnSp>
      <p:cxnSp>
        <p:nvCxnSpPr>
          <p:cNvPr id="43" name="Straight Connector 42">
            <a:extLst>
              <a:ext uri="{FF2B5EF4-FFF2-40B4-BE49-F238E27FC236}">
                <a16:creationId xmlns:a16="http://schemas.microsoft.com/office/drawing/2014/main" id="{EA1B2EBF-C936-8ED3-1FEC-2A5062F21443}"/>
              </a:ext>
              <a:ext uri="{C183D7F6-B498-43B3-948B-1728B52AA6E4}">
                <adec:decorative xmlns:adec="http://schemas.microsoft.com/office/drawing/2017/decorative" val="1"/>
              </a:ext>
            </a:extLst>
          </p:cNvPr>
          <p:cNvCxnSpPr>
            <a:cxnSpLocks/>
          </p:cNvCxnSpPr>
          <p:nvPr/>
        </p:nvCxnSpPr>
        <p:spPr>
          <a:xfrm>
            <a:off x="3089208" y="3062108"/>
            <a:ext cx="0" cy="899858"/>
          </a:xfrm>
          <a:prstGeom prst="line">
            <a:avLst/>
          </a:prstGeom>
          <a:noFill/>
          <a:ln w="19050" cap="flat" cmpd="sng">
            <a:solidFill>
              <a:srgbClr val="3274B3"/>
            </a:solidFill>
            <a:prstDash val="solid"/>
            <a:round/>
            <a:headEnd type="none" w="med" len="med"/>
            <a:tailEnd type="none" w="med" len="med"/>
          </a:ln>
        </p:spPr>
      </p:cxnSp>
      <p:cxnSp>
        <p:nvCxnSpPr>
          <p:cNvPr id="44" name="Straight Connector 43">
            <a:extLst>
              <a:ext uri="{FF2B5EF4-FFF2-40B4-BE49-F238E27FC236}">
                <a16:creationId xmlns:a16="http://schemas.microsoft.com/office/drawing/2014/main" id="{4D504782-E17D-4247-6DEF-607613663E13}"/>
              </a:ext>
              <a:ext uri="{C183D7F6-B498-43B3-948B-1728B52AA6E4}">
                <adec:decorative xmlns:adec="http://schemas.microsoft.com/office/drawing/2017/decorative" val="1"/>
              </a:ext>
            </a:extLst>
          </p:cNvPr>
          <p:cNvCxnSpPr>
            <a:cxnSpLocks/>
          </p:cNvCxnSpPr>
          <p:nvPr/>
        </p:nvCxnSpPr>
        <p:spPr>
          <a:xfrm>
            <a:off x="5074816" y="3070860"/>
            <a:ext cx="0" cy="899858"/>
          </a:xfrm>
          <a:prstGeom prst="line">
            <a:avLst/>
          </a:prstGeom>
          <a:noFill/>
          <a:ln w="19050" cap="flat" cmpd="sng">
            <a:solidFill>
              <a:srgbClr val="574BA7"/>
            </a:solidFill>
            <a:prstDash val="solid"/>
            <a:round/>
            <a:headEnd type="none" w="med" len="med"/>
            <a:tailEnd type="none" w="med" len="med"/>
          </a:ln>
        </p:spPr>
      </p:cxnSp>
      <p:cxnSp>
        <p:nvCxnSpPr>
          <p:cNvPr id="45" name="Straight Connector 44">
            <a:extLst>
              <a:ext uri="{FF2B5EF4-FFF2-40B4-BE49-F238E27FC236}">
                <a16:creationId xmlns:a16="http://schemas.microsoft.com/office/drawing/2014/main" id="{D048D39B-ACB7-E88A-C258-0EBBA09AA163}"/>
              </a:ext>
              <a:ext uri="{C183D7F6-B498-43B3-948B-1728B52AA6E4}">
                <adec:decorative xmlns:adec="http://schemas.microsoft.com/office/drawing/2017/decorative" val="1"/>
              </a:ext>
            </a:extLst>
          </p:cNvPr>
          <p:cNvCxnSpPr>
            <a:cxnSpLocks/>
          </p:cNvCxnSpPr>
          <p:nvPr/>
        </p:nvCxnSpPr>
        <p:spPr>
          <a:xfrm>
            <a:off x="7060424" y="3070860"/>
            <a:ext cx="0" cy="899858"/>
          </a:xfrm>
          <a:prstGeom prst="line">
            <a:avLst/>
          </a:prstGeom>
          <a:noFill/>
          <a:ln w="19050" cap="flat" cmpd="sng">
            <a:solidFill>
              <a:srgbClr val="782D97"/>
            </a:solidFill>
            <a:prstDash val="solid"/>
            <a:round/>
            <a:headEnd type="none" w="med" len="med"/>
            <a:tailEnd type="none" w="med" len="med"/>
          </a:ln>
        </p:spPr>
      </p:cxnSp>
      <p:cxnSp>
        <p:nvCxnSpPr>
          <p:cNvPr id="46" name="Straight Connector 45">
            <a:extLst>
              <a:ext uri="{FF2B5EF4-FFF2-40B4-BE49-F238E27FC236}">
                <a16:creationId xmlns:a16="http://schemas.microsoft.com/office/drawing/2014/main" id="{E134792E-AB91-324D-C639-768AB3FFDE1B}"/>
              </a:ext>
              <a:ext uri="{C183D7F6-B498-43B3-948B-1728B52AA6E4}">
                <adec:decorative xmlns:adec="http://schemas.microsoft.com/office/drawing/2017/decorative" val="1"/>
              </a:ext>
            </a:extLst>
          </p:cNvPr>
          <p:cNvCxnSpPr>
            <a:cxnSpLocks/>
          </p:cNvCxnSpPr>
          <p:nvPr/>
        </p:nvCxnSpPr>
        <p:spPr>
          <a:xfrm>
            <a:off x="9046032" y="3070860"/>
            <a:ext cx="0" cy="899858"/>
          </a:xfrm>
          <a:prstGeom prst="line">
            <a:avLst/>
          </a:prstGeom>
          <a:noFill/>
          <a:ln w="19050" cap="flat" cmpd="sng">
            <a:solidFill>
              <a:srgbClr val="92227D"/>
            </a:solidFill>
            <a:prstDash val="solid"/>
            <a:round/>
            <a:headEnd type="none" w="med" len="med"/>
            <a:tailEnd type="none" w="med" len="med"/>
          </a:ln>
        </p:spPr>
      </p:cxnSp>
      <p:cxnSp>
        <p:nvCxnSpPr>
          <p:cNvPr id="47" name="Straight Connector 46">
            <a:extLst>
              <a:ext uri="{FF2B5EF4-FFF2-40B4-BE49-F238E27FC236}">
                <a16:creationId xmlns:a16="http://schemas.microsoft.com/office/drawing/2014/main" id="{E20DF637-B3E1-F115-5DF5-7491960661C3}"/>
              </a:ext>
              <a:ext uri="{C183D7F6-B498-43B3-948B-1728B52AA6E4}">
                <adec:decorative xmlns:adec="http://schemas.microsoft.com/office/drawing/2017/decorative" val="1"/>
              </a:ext>
            </a:extLst>
          </p:cNvPr>
          <p:cNvCxnSpPr>
            <a:cxnSpLocks/>
          </p:cNvCxnSpPr>
          <p:nvPr/>
        </p:nvCxnSpPr>
        <p:spPr>
          <a:xfrm>
            <a:off x="11031642" y="3070860"/>
            <a:ext cx="0" cy="899858"/>
          </a:xfrm>
          <a:prstGeom prst="line">
            <a:avLst/>
          </a:prstGeom>
          <a:noFill/>
          <a:ln w="19050" cap="flat" cmpd="sng">
            <a:solidFill>
              <a:srgbClr val="AB1862"/>
            </a:solidFill>
            <a:prstDash val="solid"/>
            <a:round/>
            <a:headEnd type="none" w="med" len="med"/>
            <a:tailEnd type="none" w="med" len="med"/>
          </a:ln>
        </p:spPr>
      </p:cxnSp>
      <p:cxnSp>
        <p:nvCxnSpPr>
          <p:cNvPr id="48" name="Straight Connector 47">
            <a:extLst>
              <a:ext uri="{FF2B5EF4-FFF2-40B4-BE49-F238E27FC236}">
                <a16:creationId xmlns:a16="http://schemas.microsoft.com/office/drawing/2014/main" id="{01A9A4E2-2672-096C-711E-54ED66A32AE6}"/>
              </a:ext>
              <a:ext uri="{C183D7F6-B498-43B3-948B-1728B52AA6E4}">
                <adec:decorative xmlns:adec="http://schemas.microsoft.com/office/drawing/2017/decorative" val="1"/>
              </a:ext>
            </a:extLst>
          </p:cNvPr>
          <p:cNvCxnSpPr>
            <a:cxnSpLocks/>
          </p:cNvCxnSpPr>
          <p:nvPr/>
        </p:nvCxnSpPr>
        <p:spPr>
          <a:xfrm>
            <a:off x="2096404" y="3073978"/>
            <a:ext cx="0" cy="1677770"/>
          </a:xfrm>
          <a:prstGeom prst="line">
            <a:avLst/>
          </a:prstGeom>
          <a:noFill/>
          <a:ln w="19050" cap="flat" cmpd="sng">
            <a:solidFill>
              <a:srgbClr val="2088B8"/>
            </a:solidFill>
            <a:prstDash val="solid"/>
            <a:round/>
            <a:headEnd type="none" w="med" len="med"/>
            <a:tailEnd type="none" w="med" len="med"/>
          </a:ln>
        </p:spPr>
      </p:cxnSp>
      <p:cxnSp>
        <p:nvCxnSpPr>
          <p:cNvPr id="50" name="Straight Connector 49">
            <a:extLst>
              <a:ext uri="{FF2B5EF4-FFF2-40B4-BE49-F238E27FC236}">
                <a16:creationId xmlns:a16="http://schemas.microsoft.com/office/drawing/2014/main" id="{A0D9E4C2-4E4F-7ADE-E43C-6578BB5CCB22}"/>
              </a:ext>
              <a:ext uri="{C183D7F6-B498-43B3-948B-1728B52AA6E4}">
                <adec:decorative xmlns:adec="http://schemas.microsoft.com/office/drawing/2017/decorative" val="1"/>
              </a:ext>
            </a:extLst>
          </p:cNvPr>
          <p:cNvCxnSpPr>
            <a:cxnSpLocks/>
          </p:cNvCxnSpPr>
          <p:nvPr/>
        </p:nvCxnSpPr>
        <p:spPr>
          <a:xfrm>
            <a:off x="10038837" y="3067468"/>
            <a:ext cx="0" cy="1677770"/>
          </a:xfrm>
          <a:prstGeom prst="line">
            <a:avLst/>
          </a:prstGeom>
          <a:noFill/>
          <a:ln w="19050" cap="flat" cmpd="sng">
            <a:solidFill>
              <a:srgbClr val="9E1D70"/>
            </a:solidFill>
            <a:prstDash val="solid"/>
            <a:round/>
            <a:headEnd type="none" w="med" len="med"/>
            <a:tailEnd type="none" w="med" len="med"/>
          </a:ln>
        </p:spPr>
      </p:cxnSp>
      <p:cxnSp>
        <p:nvCxnSpPr>
          <p:cNvPr id="51" name="Straight Connector 50">
            <a:extLst>
              <a:ext uri="{FF2B5EF4-FFF2-40B4-BE49-F238E27FC236}">
                <a16:creationId xmlns:a16="http://schemas.microsoft.com/office/drawing/2014/main" id="{E7058378-3163-6275-23B4-BC778702C830}"/>
              </a:ext>
              <a:ext uri="{C183D7F6-B498-43B3-948B-1728B52AA6E4}">
                <adec:decorative xmlns:adec="http://schemas.microsoft.com/office/drawing/2017/decorative" val="1"/>
              </a:ext>
            </a:extLst>
          </p:cNvPr>
          <p:cNvCxnSpPr>
            <a:cxnSpLocks/>
          </p:cNvCxnSpPr>
          <p:nvPr/>
        </p:nvCxnSpPr>
        <p:spPr>
          <a:xfrm>
            <a:off x="4082012" y="3073978"/>
            <a:ext cx="0" cy="1677770"/>
          </a:xfrm>
          <a:prstGeom prst="line">
            <a:avLst/>
          </a:prstGeom>
          <a:noFill/>
          <a:ln w="19050" cap="flat" cmpd="sng">
            <a:solidFill>
              <a:srgbClr val="4560AD"/>
            </a:solidFill>
            <a:prstDash val="solid"/>
            <a:round/>
            <a:headEnd type="none" w="med" len="med"/>
            <a:tailEnd type="none" w="med" len="med"/>
          </a:ln>
        </p:spPr>
      </p:cxnSp>
      <p:cxnSp>
        <p:nvCxnSpPr>
          <p:cNvPr id="52" name="Straight Connector 51">
            <a:extLst>
              <a:ext uri="{FF2B5EF4-FFF2-40B4-BE49-F238E27FC236}">
                <a16:creationId xmlns:a16="http://schemas.microsoft.com/office/drawing/2014/main" id="{799951D6-C396-497D-17A7-EF7D59083970}"/>
              </a:ext>
              <a:ext uri="{C183D7F6-B498-43B3-948B-1728B52AA6E4}">
                <adec:decorative xmlns:adec="http://schemas.microsoft.com/office/drawing/2017/decorative" val="1"/>
              </a:ext>
            </a:extLst>
          </p:cNvPr>
          <p:cNvCxnSpPr>
            <a:cxnSpLocks/>
          </p:cNvCxnSpPr>
          <p:nvPr/>
        </p:nvCxnSpPr>
        <p:spPr>
          <a:xfrm>
            <a:off x="6067620" y="3064448"/>
            <a:ext cx="0" cy="1677770"/>
          </a:xfrm>
          <a:prstGeom prst="line">
            <a:avLst/>
          </a:prstGeom>
          <a:noFill/>
          <a:ln w="19050" cap="flat" cmpd="sng">
            <a:solidFill>
              <a:srgbClr val="6A37A2"/>
            </a:solidFill>
            <a:prstDash val="solid"/>
            <a:round/>
            <a:headEnd type="none" w="med" len="med"/>
            <a:tailEnd type="none" w="med" len="med"/>
          </a:ln>
        </p:spPr>
      </p:cxnSp>
      <p:cxnSp>
        <p:nvCxnSpPr>
          <p:cNvPr id="53" name="Straight Connector 52">
            <a:extLst>
              <a:ext uri="{FF2B5EF4-FFF2-40B4-BE49-F238E27FC236}">
                <a16:creationId xmlns:a16="http://schemas.microsoft.com/office/drawing/2014/main" id="{E5240C6D-C529-CFAC-E423-A1441290840E}"/>
              </a:ext>
              <a:ext uri="{C183D7F6-B498-43B3-948B-1728B52AA6E4}">
                <adec:decorative xmlns:adec="http://schemas.microsoft.com/office/drawing/2017/decorative" val="1"/>
              </a:ext>
            </a:extLst>
          </p:cNvPr>
          <p:cNvCxnSpPr>
            <a:cxnSpLocks/>
          </p:cNvCxnSpPr>
          <p:nvPr/>
        </p:nvCxnSpPr>
        <p:spPr>
          <a:xfrm>
            <a:off x="8053228" y="3073978"/>
            <a:ext cx="0" cy="1677770"/>
          </a:xfrm>
          <a:prstGeom prst="line">
            <a:avLst/>
          </a:prstGeom>
          <a:noFill/>
          <a:ln w="19050" cap="flat" cmpd="sng">
            <a:solidFill>
              <a:srgbClr val="85278A"/>
            </a:solidFill>
            <a:prstDash val="solid"/>
            <a:round/>
            <a:headEnd type="none" w="med" len="med"/>
            <a:tailEnd type="none" w="med" len="med"/>
          </a:ln>
        </p:spPr>
      </p:cxnSp>
      <p:sp>
        <p:nvSpPr>
          <p:cNvPr id="54" name="Google Shape;159;p17">
            <a:extLst>
              <a:ext uri="{FF2B5EF4-FFF2-40B4-BE49-F238E27FC236}">
                <a16:creationId xmlns:a16="http://schemas.microsoft.com/office/drawing/2014/main" id="{32D4B2C4-C319-BC2D-5FDC-EC18B2446EB0}"/>
              </a:ext>
            </a:extLst>
          </p:cNvPr>
          <p:cNvSpPr txBox="1"/>
          <p:nvPr/>
        </p:nvSpPr>
        <p:spPr>
          <a:xfrm>
            <a:off x="9733613" y="2570961"/>
            <a:ext cx="1609595" cy="416338"/>
          </a:xfrm>
          <a:prstGeom prst="rect">
            <a:avLst/>
          </a:prstGeom>
          <a:solidFill>
            <a:srgbClr val="FBDBE7"/>
          </a:solidFill>
          <a:ln w="19050" cap="flat" cmpd="sng">
            <a:noFill/>
            <a:prstDash val="solid"/>
            <a:miter lim="800000"/>
            <a:headEnd type="none" w="sm" len="sm"/>
            <a:tailEnd type="none" w="sm" len="sm"/>
          </a:ln>
          <a:effectLst/>
        </p:spPr>
        <p:txBody>
          <a:bodyPr spcFirstLastPara="1" wrap="square" lIns="79125" tIns="39550" rIns="79125" bIns="39550" anchor="ctr" anchorCtr="0">
            <a:noAutofit/>
          </a:bodyPr>
          <a:lstStyle>
            <a:defPPr>
              <a:defRPr lang="en-US"/>
            </a:defPPr>
            <a:lvl1pPr algn="ctr">
              <a:buClr>
                <a:srgbClr val="000000"/>
              </a:buClr>
              <a:buFont typeface="Arial"/>
              <a:defRPr sz="1800" b="1">
                <a:solidFill>
                  <a:srgbClr val="000000"/>
                </a:solidFill>
                <a:latin typeface="Arial" panose="020B0604020202020204" pitchFamily="34" charset="0"/>
                <a:cs typeface="Arial" panose="020B0604020202020204" pitchFamily="34" charset="0"/>
              </a:defRPr>
            </a:lvl1pPr>
          </a:lstStyle>
          <a:p>
            <a:r>
              <a:rPr lang="en-US">
                <a:latin typeface="+mj-lt"/>
                <a:sym typeface="Calibri"/>
              </a:rPr>
              <a:t>Concept 2</a:t>
            </a:r>
            <a:endParaRPr>
              <a:latin typeface="+mj-lt"/>
            </a:endParaRPr>
          </a:p>
        </p:txBody>
      </p:sp>
      <p:sp>
        <p:nvSpPr>
          <p:cNvPr id="2" name="Slide Number Placeholder 1">
            <a:extLst>
              <a:ext uri="{FF2B5EF4-FFF2-40B4-BE49-F238E27FC236}">
                <a16:creationId xmlns:a16="http://schemas.microsoft.com/office/drawing/2014/main" id="{DEEC3785-2D83-C31F-CCD2-1FEB61AE3982}"/>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63</a:t>
            </a:fld>
            <a:endParaRPr lang="en-AU"/>
          </a:p>
        </p:txBody>
      </p:sp>
    </p:spTree>
    <p:extLst>
      <p:ext uri="{BB962C8B-B14F-4D97-AF65-F5344CB8AC3E}">
        <p14:creationId xmlns:p14="http://schemas.microsoft.com/office/powerpoint/2010/main" val="33688901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B602AB6-51FA-CA01-0AB7-6FA19E95AC04}"/>
              </a:ext>
            </a:extLst>
          </p:cNvPr>
          <p:cNvSpPr>
            <a:spLocks noGrp="1"/>
          </p:cNvSpPr>
          <p:nvPr>
            <p:ph type="title"/>
          </p:nvPr>
        </p:nvSpPr>
        <p:spPr/>
        <p:txBody>
          <a:bodyPr/>
          <a:lstStyle/>
          <a:p>
            <a:r>
              <a:rPr lang="en-AU">
                <a:latin typeface="+mj-lt"/>
              </a:rPr>
              <a:t>Compare and contrast</a:t>
            </a:r>
          </a:p>
        </p:txBody>
      </p:sp>
      <p:sp>
        <p:nvSpPr>
          <p:cNvPr id="6" name="Graphic 5" descr="Button to go to the previous related slide">
            <a:hlinkClick r:id="rId3" action="ppaction://hlinksldjump"/>
            <a:extLst>
              <a:ext uri="{FF2B5EF4-FFF2-40B4-BE49-F238E27FC236}">
                <a16:creationId xmlns:a16="http://schemas.microsoft.com/office/drawing/2014/main" id="{168971B4-E59C-47FA-AAE6-BA93396F91A7}"/>
              </a:ext>
            </a:extLst>
          </p:cNvPr>
          <p:cNvSpPr/>
          <p:nvPr/>
        </p:nvSpPr>
        <p:spPr>
          <a:xfrm flipH="1">
            <a:off x="10164832" y="5786716"/>
            <a:ext cx="546734" cy="704850"/>
          </a:xfrm>
          <a:custGeom>
            <a:avLst/>
            <a:gdLst>
              <a:gd name="connsiteX0" fmla="*/ 0 w 546734"/>
              <a:gd name="connsiteY0" fmla="*/ 0 h 704850"/>
              <a:gd name="connsiteX1" fmla="*/ 546735 w 546734"/>
              <a:gd name="connsiteY1" fmla="*/ 352425 h 704850"/>
              <a:gd name="connsiteX2" fmla="*/ 0 w 546734"/>
              <a:gd name="connsiteY2" fmla="*/ 704850 h 704850"/>
            </a:gdLst>
            <a:ahLst/>
            <a:cxnLst>
              <a:cxn ang="0">
                <a:pos x="connsiteX0" y="connsiteY0"/>
              </a:cxn>
              <a:cxn ang="0">
                <a:pos x="connsiteX1" y="connsiteY1"/>
              </a:cxn>
              <a:cxn ang="0">
                <a:pos x="connsiteX2" y="connsiteY2"/>
              </a:cxn>
            </a:cxnLst>
            <a:rect l="l" t="t" r="r" b="b"/>
            <a:pathLst>
              <a:path w="546734" h="704850">
                <a:moveTo>
                  <a:pt x="0" y="0"/>
                </a:moveTo>
                <a:lnTo>
                  <a:pt x="546735" y="352425"/>
                </a:lnTo>
                <a:lnTo>
                  <a:pt x="0" y="704850"/>
                </a:lnTo>
                <a:close/>
              </a:path>
            </a:pathLst>
          </a:custGeom>
          <a:solidFill>
            <a:srgbClr val="000000"/>
          </a:solidFill>
          <a:ln w="9525" cap="flat">
            <a:noFill/>
            <a:prstDash val="solid"/>
            <a:miter/>
          </a:ln>
        </p:spPr>
        <p:txBody>
          <a:bodyPr rtlCol="0" anchor="ctr"/>
          <a:lstStyle/>
          <a:p>
            <a:endParaRPr lang="en-AU"/>
          </a:p>
        </p:txBody>
      </p:sp>
      <p:pic>
        <p:nvPicPr>
          <p:cNvPr id="5" name="Graphic 4" descr="Button to go to the next related slide">
            <a:hlinkClick r:id="rId4" action="ppaction://hlinksldjump"/>
            <a:extLst>
              <a:ext uri="{FF2B5EF4-FFF2-40B4-BE49-F238E27FC236}">
                <a16:creationId xmlns:a16="http://schemas.microsoft.com/office/drawing/2014/main" id="{B8B0DB6C-ED58-20DB-0EE1-4BC1C6B79DBD}"/>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666800" y="5681941"/>
            <a:ext cx="914400" cy="914400"/>
          </a:xfrm>
          <a:prstGeom prst="rect">
            <a:avLst/>
          </a:prstGeom>
        </p:spPr>
      </p:pic>
      <p:sp>
        <p:nvSpPr>
          <p:cNvPr id="2" name="Slide Number Placeholder 1">
            <a:extLst>
              <a:ext uri="{FF2B5EF4-FFF2-40B4-BE49-F238E27FC236}">
                <a16:creationId xmlns:a16="http://schemas.microsoft.com/office/drawing/2014/main" id="{102B8C52-7ED1-A945-9861-F8D6B99B3D9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64</a:t>
            </a:fld>
            <a:endParaRPr lang="en-AU"/>
          </a:p>
        </p:txBody>
      </p:sp>
    </p:spTree>
    <p:extLst>
      <p:ext uri="{BB962C8B-B14F-4D97-AF65-F5344CB8AC3E}">
        <p14:creationId xmlns:p14="http://schemas.microsoft.com/office/powerpoint/2010/main" val="9592397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9B1D917-5F10-1C03-2F91-16B7D7CFBF35}"/>
              </a:ext>
            </a:extLst>
          </p:cNvPr>
          <p:cNvSpPr>
            <a:spLocks noGrp="1"/>
          </p:cNvSpPr>
          <p:nvPr>
            <p:ph type="title"/>
          </p:nvPr>
        </p:nvSpPr>
        <p:spPr/>
        <p:txBody>
          <a:bodyPr/>
          <a:lstStyle/>
          <a:p>
            <a:r>
              <a:rPr lang="en-US"/>
              <a:t>Multiple choice </a:t>
            </a:r>
            <a:r>
              <a:rPr lang="en-US">
                <a:solidFill>
                  <a:schemeClr val="bg1"/>
                </a:solidFill>
              </a:rPr>
              <a:t>(5)</a:t>
            </a:r>
          </a:p>
        </p:txBody>
      </p:sp>
      <p:sp>
        <p:nvSpPr>
          <p:cNvPr id="18" name="Text Placeholder 17">
            <a:extLst>
              <a:ext uri="{FF2B5EF4-FFF2-40B4-BE49-F238E27FC236}">
                <a16:creationId xmlns:a16="http://schemas.microsoft.com/office/drawing/2014/main" id="{E8FE2C2C-AE76-908D-8B08-A054EB3D8479}"/>
              </a:ext>
            </a:extLst>
          </p:cNvPr>
          <p:cNvSpPr>
            <a:spLocks noGrp="1"/>
          </p:cNvSpPr>
          <p:nvPr>
            <p:ph type="body" sz="quarter" idx="24"/>
          </p:nvPr>
        </p:nvSpPr>
        <p:spPr/>
        <p:txBody>
          <a:bodyPr/>
          <a:lstStyle/>
          <a:p>
            <a:endParaRPr lang="en-US"/>
          </a:p>
        </p:txBody>
      </p:sp>
      <p:sp>
        <p:nvSpPr>
          <p:cNvPr id="14" name="Picture Placeholder 13">
            <a:extLst>
              <a:ext uri="{FF2B5EF4-FFF2-40B4-BE49-F238E27FC236}">
                <a16:creationId xmlns:a16="http://schemas.microsoft.com/office/drawing/2014/main" id="{4FA186F1-8869-12E5-B876-921846416E5E}"/>
              </a:ext>
            </a:extLst>
          </p:cNvPr>
          <p:cNvSpPr>
            <a:spLocks noGrp="1"/>
          </p:cNvSpPr>
          <p:nvPr>
            <p:ph type="pic" sz="quarter" idx="20"/>
          </p:nvPr>
        </p:nvSpPr>
        <p:spPr/>
        <p:txBody>
          <a:bodyPr/>
          <a:lstStyle/>
          <a:p>
            <a:endParaRPr lang="en-AU"/>
          </a:p>
        </p:txBody>
      </p:sp>
      <p:sp>
        <p:nvSpPr>
          <p:cNvPr id="15" name="Picture Placeholder 14">
            <a:extLst>
              <a:ext uri="{FF2B5EF4-FFF2-40B4-BE49-F238E27FC236}">
                <a16:creationId xmlns:a16="http://schemas.microsoft.com/office/drawing/2014/main" id="{DB800E16-CD9D-162D-C6C8-704C32626305}"/>
              </a:ext>
            </a:extLst>
          </p:cNvPr>
          <p:cNvSpPr>
            <a:spLocks noGrp="1"/>
          </p:cNvSpPr>
          <p:nvPr>
            <p:ph type="pic" sz="quarter" idx="21"/>
          </p:nvPr>
        </p:nvSpPr>
        <p:spPr/>
        <p:txBody>
          <a:bodyPr/>
          <a:lstStyle/>
          <a:p>
            <a:endParaRPr lang="en-AU"/>
          </a:p>
        </p:txBody>
      </p:sp>
      <p:sp>
        <p:nvSpPr>
          <p:cNvPr id="16" name="Picture Placeholder 15">
            <a:extLst>
              <a:ext uri="{FF2B5EF4-FFF2-40B4-BE49-F238E27FC236}">
                <a16:creationId xmlns:a16="http://schemas.microsoft.com/office/drawing/2014/main" id="{63A3BB78-AEDF-9AFC-ED52-CA2DCA61D2C9}"/>
              </a:ext>
            </a:extLst>
          </p:cNvPr>
          <p:cNvSpPr>
            <a:spLocks noGrp="1"/>
          </p:cNvSpPr>
          <p:nvPr>
            <p:ph type="pic" sz="quarter" idx="22"/>
          </p:nvPr>
        </p:nvSpPr>
        <p:spPr/>
        <p:txBody>
          <a:bodyPr/>
          <a:lstStyle/>
          <a:p>
            <a:endParaRPr lang="en-AU"/>
          </a:p>
        </p:txBody>
      </p:sp>
      <p:sp>
        <p:nvSpPr>
          <p:cNvPr id="17" name="Picture Placeholder 16">
            <a:extLst>
              <a:ext uri="{FF2B5EF4-FFF2-40B4-BE49-F238E27FC236}">
                <a16:creationId xmlns:a16="http://schemas.microsoft.com/office/drawing/2014/main" id="{288C0556-FCBE-941B-2BA2-8C65E6E874CA}"/>
              </a:ext>
            </a:extLst>
          </p:cNvPr>
          <p:cNvSpPr>
            <a:spLocks noGrp="1"/>
          </p:cNvSpPr>
          <p:nvPr>
            <p:ph type="pic" sz="quarter" idx="23"/>
          </p:nvPr>
        </p:nvSpPr>
        <p:spPr/>
        <p:txBody>
          <a:bodyPr/>
          <a:lstStyle/>
          <a:p>
            <a:endParaRPr lang="en-AU"/>
          </a:p>
        </p:txBody>
      </p:sp>
      <p:sp>
        <p:nvSpPr>
          <p:cNvPr id="9" name="TextBox 8">
            <a:extLst>
              <a:ext uri="{FF2B5EF4-FFF2-40B4-BE49-F238E27FC236}">
                <a16:creationId xmlns:a16="http://schemas.microsoft.com/office/drawing/2014/main" id="{40925CB5-DA36-8590-C133-CAA805E3F6B0}"/>
              </a:ext>
            </a:extLst>
          </p:cNvPr>
          <p:cNvSpPr txBox="1"/>
          <p:nvPr/>
        </p:nvSpPr>
        <p:spPr>
          <a:xfrm>
            <a:off x="1215766"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dirty="0"/>
              <a:t>A</a:t>
            </a:r>
          </a:p>
        </p:txBody>
      </p:sp>
      <p:sp>
        <p:nvSpPr>
          <p:cNvPr id="10" name="TextBox 9">
            <a:extLst>
              <a:ext uri="{FF2B5EF4-FFF2-40B4-BE49-F238E27FC236}">
                <a16:creationId xmlns:a16="http://schemas.microsoft.com/office/drawing/2014/main" id="{4FA85E5F-0765-ABDF-E173-0F271C718E84}"/>
              </a:ext>
            </a:extLst>
          </p:cNvPr>
          <p:cNvSpPr txBox="1"/>
          <p:nvPr/>
        </p:nvSpPr>
        <p:spPr>
          <a:xfrm>
            <a:off x="4219739"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12" name="TextBox 11">
            <a:extLst>
              <a:ext uri="{FF2B5EF4-FFF2-40B4-BE49-F238E27FC236}">
                <a16:creationId xmlns:a16="http://schemas.microsoft.com/office/drawing/2014/main" id="{3BF7E817-ED87-F068-6991-9872B9D8A1D9}"/>
              </a:ext>
            </a:extLst>
          </p:cNvPr>
          <p:cNvSpPr txBox="1"/>
          <p:nvPr/>
        </p:nvSpPr>
        <p:spPr>
          <a:xfrm>
            <a:off x="7223712"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
        <p:nvSpPr>
          <p:cNvPr id="11" name="TextBox 10">
            <a:extLst>
              <a:ext uri="{FF2B5EF4-FFF2-40B4-BE49-F238E27FC236}">
                <a16:creationId xmlns:a16="http://schemas.microsoft.com/office/drawing/2014/main" id="{5B5ACF4E-5C00-647E-137E-A741C1139CAB}"/>
              </a:ext>
            </a:extLst>
          </p:cNvPr>
          <p:cNvSpPr txBox="1"/>
          <p:nvPr/>
        </p:nvSpPr>
        <p:spPr>
          <a:xfrm>
            <a:off x="10227686"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2" name="Slide Number Placeholder 1">
            <a:extLst>
              <a:ext uri="{FF2B5EF4-FFF2-40B4-BE49-F238E27FC236}">
                <a16:creationId xmlns:a16="http://schemas.microsoft.com/office/drawing/2014/main" id="{F98F811F-90F9-6EF5-D718-C527F19B166A}"/>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65</a:t>
            </a:fld>
            <a:endParaRPr lang="en-AU"/>
          </a:p>
        </p:txBody>
      </p:sp>
    </p:spTree>
    <p:extLst>
      <p:ext uri="{BB962C8B-B14F-4D97-AF65-F5344CB8AC3E}">
        <p14:creationId xmlns:p14="http://schemas.microsoft.com/office/powerpoint/2010/main" val="25540829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F8A56D-828E-BDF9-63DD-03FD19E99135}"/>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29288D3B-561A-789B-48D4-AC81732C3788}"/>
              </a:ext>
            </a:extLst>
          </p:cNvPr>
          <p:cNvSpPr>
            <a:spLocks noGrp="1"/>
          </p:cNvSpPr>
          <p:nvPr>
            <p:ph type="title"/>
          </p:nvPr>
        </p:nvSpPr>
        <p:spPr>
          <a:xfrm>
            <a:off x="360000" y="360000"/>
            <a:ext cx="9901600" cy="545601"/>
          </a:xfrm>
        </p:spPr>
        <p:txBody>
          <a:bodyPr/>
          <a:lstStyle/>
          <a:p>
            <a:r>
              <a:rPr lang="en-US"/>
              <a:t>Multiple choice</a:t>
            </a:r>
          </a:p>
        </p:txBody>
      </p:sp>
      <p:sp>
        <p:nvSpPr>
          <p:cNvPr id="15" name="Text Placeholder">
            <a:extLst>
              <a:ext uri="{FF2B5EF4-FFF2-40B4-BE49-F238E27FC236}">
                <a16:creationId xmlns:a16="http://schemas.microsoft.com/office/drawing/2014/main" id="{95B984CE-6EF0-3287-0E68-8E22D0F7ACF9}"/>
              </a:ext>
            </a:extLst>
          </p:cNvPr>
          <p:cNvSpPr>
            <a:spLocks noGrp="1"/>
          </p:cNvSpPr>
          <p:nvPr>
            <p:ph type="body" sz="quarter" idx="28"/>
          </p:nvPr>
        </p:nvSpPr>
        <p:spPr>
          <a:xfrm>
            <a:off x="360000" y="1625945"/>
            <a:ext cx="11243037" cy="754243"/>
          </a:xfrm>
        </p:spPr>
        <p:txBody>
          <a:bodyPr/>
          <a:lstStyle/>
          <a:p>
            <a:endParaRPr lang="en-US" sz="4400" dirty="0"/>
          </a:p>
        </p:txBody>
      </p:sp>
      <p:sp>
        <p:nvSpPr>
          <p:cNvPr id="9" name="B">
            <a:extLst>
              <a:ext uri="{FF2B5EF4-FFF2-40B4-BE49-F238E27FC236}">
                <a16:creationId xmlns:a16="http://schemas.microsoft.com/office/drawing/2014/main" id="{E3EC21E2-0509-A43A-3D96-4BA7B8759C9D}"/>
              </a:ext>
            </a:extLst>
          </p:cNvPr>
          <p:cNvSpPr txBox="1"/>
          <p:nvPr/>
        </p:nvSpPr>
        <p:spPr>
          <a:xfrm>
            <a:off x="670560" y="2829070"/>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18" name="A text">
            <a:extLst>
              <a:ext uri="{FF2B5EF4-FFF2-40B4-BE49-F238E27FC236}">
                <a16:creationId xmlns:a16="http://schemas.microsoft.com/office/drawing/2014/main" id="{BE47A701-5710-8E61-D174-0644C878A18D}"/>
              </a:ext>
            </a:extLst>
          </p:cNvPr>
          <p:cNvSpPr>
            <a:spLocks noGrp="1"/>
          </p:cNvSpPr>
          <p:nvPr>
            <p:ph type="body" sz="quarter" idx="31"/>
          </p:nvPr>
        </p:nvSpPr>
        <p:spPr>
          <a:xfrm>
            <a:off x="1345520" y="2877704"/>
            <a:ext cx="10175920" cy="641396"/>
          </a:xfrm>
        </p:spPr>
        <p:txBody>
          <a:bodyPr anchor="ctr"/>
          <a:lstStyle/>
          <a:p>
            <a:endParaRPr lang="en-US" sz="3600" dirty="0"/>
          </a:p>
        </p:txBody>
      </p:sp>
      <p:sp>
        <p:nvSpPr>
          <p:cNvPr id="10" name="B">
            <a:extLst>
              <a:ext uri="{FF2B5EF4-FFF2-40B4-BE49-F238E27FC236}">
                <a16:creationId xmlns:a16="http://schemas.microsoft.com/office/drawing/2014/main" id="{149F7EA5-34AE-0E46-E398-CFE99509B828}"/>
              </a:ext>
            </a:extLst>
          </p:cNvPr>
          <p:cNvSpPr txBox="1"/>
          <p:nvPr/>
        </p:nvSpPr>
        <p:spPr>
          <a:xfrm>
            <a:off x="670559" y="3676983"/>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17" name="B text">
            <a:extLst>
              <a:ext uri="{FF2B5EF4-FFF2-40B4-BE49-F238E27FC236}">
                <a16:creationId xmlns:a16="http://schemas.microsoft.com/office/drawing/2014/main" id="{AAEFF739-9514-8C0A-0CED-58E56F017B82}"/>
              </a:ext>
            </a:extLst>
          </p:cNvPr>
          <p:cNvSpPr>
            <a:spLocks noGrp="1"/>
          </p:cNvSpPr>
          <p:nvPr>
            <p:ph type="body" sz="quarter" idx="30"/>
          </p:nvPr>
        </p:nvSpPr>
        <p:spPr>
          <a:xfrm>
            <a:off x="1345520" y="3725617"/>
            <a:ext cx="10175920" cy="641396"/>
          </a:xfrm>
        </p:spPr>
        <p:txBody>
          <a:bodyPr anchor="ctr"/>
          <a:lstStyle/>
          <a:p>
            <a:endParaRPr lang="en-US" sz="3600"/>
          </a:p>
        </p:txBody>
      </p:sp>
      <p:sp>
        <p:nvSpPr>
          <p:cNvPr id="12" name="C">
            <a:extLst>
              <a:ext uri="{FF2B5EF4-FFF2-40B4-BE49-F238E27FC236}">
                <a16:creationId xmlns:a16="http://schemas.microsoft.com/office/drawing/2014/main" id="{EE1A6F2C-C53D-023F-5109-2D99038A2CC4}"/>
              </a:ext>
            </a:extLst>
          </p:cNvPr>
          <p:cNvSpPr txBox="1"/>
          <p:nvPr/>
        </p:nvSpPr>
        <p:spPr>
          <a:xfrm>
            <a:off x="670558" y="452703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
        <p:nvSpPr>
          <p:cNvPr id="16" name="C text">
            <a:extLst>
              <a:ext uri="{FF2B5EF4-FFF2-40B4-BE49-F238E27FC236}">
                <a16:creationId xmlns:a16="http://schemas.microsoft.com/office/drawing/2014/main" id="{0DD20211-8861-B73C-132C-D9E5D672E845}"/>
              </a:ext>
            </a:extLst>
          </p:cNvPr>
          <p:cNvSpPr>
            <a:spLocks noGrp="1"/>
          </p:cNvSpPr>
          <p:nvPr>
            <p:ph type="body" sz="quarter" idx="29"/>
          </p:nvPr>
        </p:nvSpPr>
        <p:spPr>
          <a:xfrm>
            <a:off x="1345520" y="4575670"/>
            <a:ext cx="10175920" cy="641396"/>
          </a:xfrm>
        </p:spPr>
        <p:txBody>
          <a:bodyPr anchor="ctr"/>
          <a:lstStyle/>
          <a:p>
            <a:endParaRPr lang="en-US" sz="3600"/>
          </a:p>
        </p:txBody>
      </p:sp>
      <p:sp>
        <p:nvSpPr>
          <p:cNvPr id="11" name="D">
            <a:extLst>
              <a:ext uri="{FF2B5EF4-FFF2-40B4-BE49-F238E27FC236}">
                <a16:creationId xmlns:a16="http://schemas.microsoft.com/office/drawing/2014/main" id="{C10C17A9-F508-D7A2-A9D3-C88910EF4F53}"/>
              </a:ext>
            </a:extLst>
          </p:cNvPr>
          <p:cNvSpPr txBox="1"/>
          <p:nvPr/>
        </p:nvSpPr>
        <p:spPr>
          <a:xfrm>
            <a:off x="670557" y="5377089"/>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14" name="D text">
            <a:extLst>
              <a:ext uri="{FF2B5EF4-FFF2-40B4-BE49-F238E27FC236}">
                <a16:creationId xmlns:a16="http://schemas.microsoft.com/office/drawing/2014/main" id="{9190A628-3E35-4C7E-1B15-3396BD525BBD}"/>
              </a:ext>
            </a:extLst>
          </p:cNvPr>
          <p:cNvSpPr>
            <a:spLocks noGrp="1"/>
          </p:cNvSpPr>
          <p:nvPr>
            <p:ph type="body" sz="quarter" idx="27"/>
          </p:nvPr>
        </p:nvSpPr>
        <p:spPr>
          <a:xfrm>
            <a:off x="1345520" y="5425723"/>
            <a:ext cx="10175920" cy="641396"/>
          </a:xfrm>
        </p:spPr>
        <p:txBody>
          <a:bodyPr anchor="ctr"/>
          <a:lstStyle/>
          <a:p>
            <a:endParaRPr lang="en-US" sz="3600"/>
          </a:p>
        </p:txBody>
      </p:sp>
      <p:sp>
        <p:nvSpPr>
          <p:cNvPr id="2" name="Slide Number Placeholder 1">
            <a:extLst>
              <a:ext uri="{FF2B5EF4-FFF2-40B4-BE49-F238E27FC236}">
                <a16:creationId xmlns:a16="http://schemas.microsoft.com/office/drawing/2014/main" id="{E49832F8-1137-BC27-B013-8CE31E74C151}"/>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66</a:t>
            </a:fld>
            <a:endParaRPr lang="en-AU"/>
          </a:p>
        </p:txBody>
      </p:sp>
    </p:spTree>
    <p:extLst>
      <p:ext uri="{BB962C8B-B14F-4D97-AF65-F5344CB8AC3E}">
        <p14:creationId xmlns:p14="http://schemas.microsoft.com/office/powerpoint/2010/main" val="10328535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A8966FD-9600-3EC7-EF10-06492353388E}"/>
              </a:ext>
            </a:extLst>
          </p:cNvPr>
          <p:cNvSpPr>
            <a:spLocks noGrp="1"/>
          </p:cNvSpPr>
          <p:nvPr>
            <p:ph type="title"/>
          </p:nvPr>
        </p:nvSpPr>
        <p:spPr/>
        <p:txBody>
          <a:bodyPr/>
          <a:lstStyle/>
          <a:p>
            <a:r>
              <a:rPr lang="en-AU">
                <a:latin typeface="+mj-lt"/>
              </a:rPr>
              <a:t>References </a:t>
            </a:r>
            <a:r>
              <a:rPr lang="en-AU">
                <a:solidFill>
                  <a:schemeClr val="accent4"/>
                </a:solidFill>
                <a:latin typeface="+mj-lt"/>
              </a:rPr>
              <a:t>(1)</a:t>
            </a:r>
          </a:p>
        </p:txBody>
      </p:sp>
      <p:sp>
        <p:nvSpPr>
          <p:cNvPr id="6" name="TextBox 5">
            <a:extLst>
              <a:ext uri="{FF2B5EF4-FFF2-40B4-BE49-F238E27FC236}">
                <a16:creationId xmlns:a16="http://schemas.microsoft.com/office/drawing/2014/main" id="{EABCE76F-41B1-7EE2-14F1-DC744150DE0C}"/>
              </a:ext>
            </a:extLst>
          </p:cNvPr>
          <p:cNvSpPr txBox="1"/>
          <p:nvPr/>
        </p:nvSpPr>
        <p:spPr>
          <a:xfrm>
            <a:off x="335826" y="1397263"/>
            <a:ext cx="11471999" cy="1597297"/>
          </a:xfrm>
          <a:prstGeom prst="rect">
            <a:avLst/>
          </a:prstGeom>
          <a:noFill/>
        </p:spPr>
        <p:txBody>
          <a:bodyPr wrap="square">
            <a:spAutoFit/>
          </a:bodyPr>
          <a:lstStyle/>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ea typeface="+mn-ea"/>
                <a:cs typeface="+mn-cs"/>
              </a:rPr>
              <a:t>This presentation contains NSW Curriculum and syllabus content. The NSW Curriculum is developed by the NSW Education Standards Authority. This content is prepared by NESA for and on behalf of the Crown in the right of the State of New South Wales. The material is protected by Crown copyright.</a:t>
            </a:r>
          </a:p>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ea typeface="+mn-ea"/>
                <a:cs typeface="+mn-cs"/>
              </a:rPr>
              <a:t>Please refer to the NESA Copyright Disclaimer for more information </a:t>
            </a:r>
            <a:r>
              <a:rPr kumimoji="0" lang="en-AU" sz="1200" b="0" i="0" u="none" strike="noStrike" kern="1200" cap="none" spc="0" normalizeH="0" baseline="0" noProof="0">
                <a:ln>
                  <a:noFill/>
                </a:ln>
                <a:solidFill>
                  <a:srgbClr val="CBEDFD"/>
                </a:solidFill>
                <a:effectLst/>
                <a:uLnTx/>
                <a:uFillTx/>
                <a:ea typeface="+mn-ea"/>
                <a:cs typeface="+mn-cs"/>
                <a:hlinkClick r:id="rId3">
                  <a:extLst>
                    <a:ext uri="{A12FA001-AC4F-418D-AE19-62706E023703}">
                      <ahyp:hlinkClr xmlns:ahyp="http://schemas.microsoft.com/office/drawing/2018/hyperlinkcolor" val="tx"/>
                    </a:ext>
                  </a:extLst>
                </a:hlinkClick>
              </a:rPr>
              <a:t>https://educationstandards.nsw.edu.au/wps/portal/nesa/mini-footer/copyright</a:t>
            </a:r>
            <a:r>
              <a:rPr kumimoji="0" lang="en-AU" sz="1200" b="0" i="0" u="none" strike="noStrike" kern="1200" cap="none" spc="0" normalizeH="0" baseline="0" noProof="0">
                <a:ln>
                  <a:noFill/>
                </a:ln>
                <a:solidFill>
                  <a:srgbClr val="FFFFFF"/>
                </a:solidFill>
                <a:effectLst/>
                <a:uLnTx/>
                <a:uFillTx/>
                <a:ea typeface="+mn-ea"/>
                <a:cs typeface="+mn-cs"/>
              </a:rPr>
              <a:t>. </a:t>
            </a:r>
          </a:p>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ea typeface="+mn-ea"/>
                <a:cs typeface="+mn-cs"/>
              </a:rPr>
              <a:t>NESA holds the only official and up-to-date versions of the NSW Curriculum and syllabus documents. Please visit the NSW Education Standards Authority (NESA) website </a:t>
            </a:r>
            <a:r>
              <a:rPr kumimoji="0" lang="en-AU" sz="1200" b="0" i="0" u="none" strike="noStrike" kern="1200" cap="none" spc="0" normalizeH="0" baseline="0" noProof="0">
                <a:ln>
                  <a:noFill/>
                </a:ln>
                <a:solidFill>
                  <a:srgbClr val="CBEDFD"/>
                </a:solidFill>
                <a:effectLst/>
                <a:uLnTx/>
                <a:uFillTx/>
                <a:ea typeface="+mn-ea"/>
                <a:cs typeface="+mn-cs"/>
                <a:hlinkClick r:id="rId4">
                  <a:extLst>
                    <a:ext uri="{A12FA001-AC4F-418D-AE19-62706E023703}">
                      <ahyp:hlinkClr xmlns:ahyp="http://schemas.microsoft.com/office/drawing/2018/hyperlinkcolor" val="tx"/>
                    </a:ext>
                  </a:extLst>
                </a:hlinkClick>
              </a:rPr>
              <a:t>https://educationstandards.nsw.edu.au/wps/portal/nesa/home</a:t>
            </a:r>
            <a:r>
              <a:rPr kumimoji="0" lang="en-AU" sz="1200" b="0" i="0" u="none" strike="noStrike" kern="1200" cap="none" spc="0" normalizeH="0" baseline="0" noProof="0">
                <a:ln>
                  <a:noFill/>
                </a:ln>
                <a:solidFill>
                  <a:srgbClr val="CBEDFD"/>
                </a:solidFill>
                <a:effectLst/>
                <a:uLnTx/>
                <a:uFillTx/>
                <a:ea typeface="+mn-ea"/>
                <a:cs typeface="+mn-cs"/>
              </a:rPr>
              <a:t> </a:t>
            </a:r>
            <a:r>
              <a:rPr kumimoji="0" lang="en-AU" sz="1200" b="0" i="0" u="none" strike="noStrike" kern="1200" cap="none" spc="0" normalizeH="0" baseline="0" noProof="0">
                <a:ln>
                  <a:noFill/>
                </a:ln>
                <a:solidFill>
                  <a:srgbClr val="FFFFFF"/>
                </a:solidFill>
                <a:effectLst/>
                <a:uLnTx/>
                <a:uFillTx/>
                <a:ea typeface="+mn-ea"/>
                <a:cs typeface="+mn-cs"/>
              </a:rPr>
              <a:t>and the NSW Curriculum website </a:t>
            </a:r>
            <a:r>
              <a:rPr kumimoji="0" lang="en-AU" sz="1200" b="0" i="0" u="none" strike="noStrike" kern="1200" cap="none" spc="0" normalizeH="0" baseline="0" noProof="0">
                <a:ln>
                  <a:noFill/>
                </a:ln>
                <a:solidFill>
                  <a:srgbClr val="CBEDFD"/>
                </a:solidFill>
                <a:effectLst/>
                <a:uLnTx/>
                <a:uFillTx/>
                <a:ea typeface="+mn-ea"/>
                <a:cs typeface="+mn-cs"/>
                <a:hlinkClick r:id="rId5">
                  <a:extLst>
                    <a:ext uri="{A12FA001-AC4F-418D-AE19-62706E023703}">
                      <ahyp:hlinkClr xmlns:ahyp="http://schemas.microsoft.com/office/drawing/2018/hyperlinkcolor" val="tx"/>
                    </a:ext>
                  </a:extLst>
                </a:hlinkClick>
              </a:rPr>
              <a:t>https://curriculum.nsw.edu.au</a:t>
            </a:r>
            <a:r>
              <a:rPr kumimoji="0" lang="en-AU" sz="1200" b="0" i="0" u="none" strike="noStrike" kern="1200" cap="none" spc="0" normalizeH="0" baseline="0" noProof="0">
                <a:ln>
                  <a:noFill/>
                </a:ln>
                <a:solidFill>
                  <a:srgbClr val="FFFFFF"/>
                </a:solidFill>
                <a:effectLst/>
                <a:uLnTx/>
                <a:uFillTx/>
                <a:ea typeface="+mn-ea"/>
                <a:cs typeface="+mn-cs"/>
              </a:rPr>
              <a:t>.</a:t>
            </a:r>
          </a:p>
        </p:txBody>
      </p:sp>
      <p:sp>
        <p:nvSpPr>
          <p:cNvPr id="4" name="Content Placeholder 3">
            <a:extLst>
              <a:ext uri="{FF2B5EF4-FFF2-40B4-BE49-F238E27FC236}">
                <a16:creationId xmlns:a16="http://schemas.microsoft.com/office/drawing/2014/main" id="{B7C07B50-96D9-2E35-E2CE-3139F6377F08}"/>
              </a:ext>
            </a:extLst>
          </p:cNvPr>
          <p:cNvSpPr>
            <a:spLocks noGrp="1"/>
          </p:cNvSpPr>
          <p:nvPr>
            <p:ph idx="1"/>
          </p:nvPr>
        </p:nvSpPr>
        <p:spPr/>
        <p:txBody>
          <a:bodyPr vert="horz" lIns="0" tIns="0" rIns="0" bIns="0" rtlCol="0" anchor="t">
            <a:noAutofit/>
          </a:bodyPr>
          <a:lstStyle/>
          <a:p>
            <a:r>
              <a:rPr lang="en-AU" u="sng" dirty="0">
                <a:hlinkClick r:id="rId6"/>
              </a:rPr>
              <a:t>Mathematics K–10 Syllabus</a:t>
            </a:r>
            <a:r>
              <a:rPr lang="en-AU" dirty="0"/>
              <a:t> © NSW Education Standards Authority (NESA) for and on behalf of the Crown in right of the State of New South Wales, 2022.</a:t>
            </a:r>
          </a:p>
          <a:p>
            <a:r>
              <a:rPr lang="en-AU" u="sng" dirty="0">
                <a:hlinkClick r:id="rId7"/>
              </a:rPr>
              <a:t>National Numeracy Learning Progression</a:t>
            </a:r>
            <a:r>
              <a:rPr lang="en-AU" dirty="0"/>
              <a:t> © Australian Curriculum, Assessment and Reporting Authority (ACARA) 2010 to present, unless otherwise indicated. This material was downloaded from the </a:t>
            </a:r>
            <a:r>
              <a:rPr lang="en-AU" u="sng" dirty="0">
                <a:hlinkClick r:id="rId8"/>
              </a:rPr>
              <a:t>Australian Curriculum</a:t>
            </a:r>
            <a:r>
              <a:rPr lang="en-AU" dirty="0"/>
              <a:t> website (National Numeracy Learning Progression) (accessed 4 April 2024) and was not modified.</a:t>
            </a:r>
          </a:p>
          <a:p>
            <a:r>
              <a:rPr lang="en-AU" dirty="0"/>
              <a:t>Chin A (2015) </a:t>
            </a:r>
            <a:r>
              <a:rPr lang="en-AU" i="1" u="sng" dirty="0">
                <a:hlinkClick r:id="rId9"/>
              </a:rPr>
              <a:t>Make 100, 1000, 10, 1: Adding and subtracting using place value</a:t>
            </a:r>
            <a:r>
              <a:rPr lang="en-AU" u="sng" dirty="0">
                <a:hlinkClick r:id="rId9"/>
              </a:rPr>
              <a:t> [PDF 1.12 MB]</a:t>
            </a:r>
            <a:r>
              <a:rPr lang="en-AU" dirty="0"/>
              <a:t>, Anita Chin Mathematics Consultancy, accessed 28 June 2023.</a:t>
            </a:r>
          </a:p>
          <a:p>
            <a:r>
              <a:rPr lang="en-AU" dirty="0"/>
              <a:t>Frykholm, J. (2010) ‘Greater Than? Less than? The Same?’, </a:t>
            </a:r>
            <a:r>
              <a:rPr lang="en-AU" i="1" dirty="0"/>
              <a:t>Learning to Think Mathematically with the Number Line: A Resource for Teachers, A Tool for Young Children</a:t>
            </a:r>
            <a:r>
              <a:rPr lang="en-AU" dirty="0"/>
              <a:t> [PDF 1.1 MB], </a:t>
            </a:r>
            <a:r>
              <a:rPr lang="en-AU" u="sng" dirty="0">
                <a:hlinkClick r:id="rId10"/>
              </a:rPr>
              <a:t>The Math Learning </a:t>
            </a:r>
            <a:r>
              <a:rPr lang="en-AU" u="sng" dirty="0" err="1">
                <a:hlinkClick r:id="rId10"/>
              </a:rPr>
              <a:t>Center</a:t>
            </a:r>
            <a:r>
              <a:rPr lang="en-AU" dirty="0"/>
              <a:t>, accessed 25 September 2025.</a:t>
            </a:r>
          </a:p>
          <a:p>
            <a:r>
              <a:rPr lang="en-AU" dirty="0"/>
              <a:t>University of Cambridge (n.d.) </a:t>
            </a:r>
            <a:r>
              <a:rPr lang="en-AU" i="1" u="sng" dirty="0">
                <a:hlinkClick r:id="rId11"/>
              </a:rPr>
              <a:t>Reach 100</a:t>
            </a:r>
            <a:r>
              <a:rPr lang="en-AU" dirty="0"/>
              <a:t>, NRICH website, accessed 28 November 2024.</a:t>
            </a:r>
          </a:p>
          <a:p>
            <a:r>
              <a:rPr lang="en-AU" dirty="0"/>
              <a:t>Mathematical Association of Victoria (2020) ‘Task 4 – Double Hat Trick’, </a:t>
            </a:r>
            <a:r>
              <a:rPr lang="en-AU" i="1" dirty="0"/>
              <a:t>3-6 Remote Maths – Edition 8</a:t>
            </a:r>
            <a:r>
              <a:rPr lang="en-AU" dirty="0"/>
              <a:t> [PDF 542 KB], </a:t>
            </a:r>
            <a:r>
              <a:rPr lang="en-AU" u="sng" dirty="0">
                <a:hlinkClick r:id="rId12"/>
              </a:rPr>
              <a:t>Mathematical Association of Victoria</a:t>
            </a:r>
            <a:r>
              <a:rPr lang="en-AU" u="sng" dirty="0"/>
              <a:t>,</a:t>
            </a:r>
            <a:r>
              <a:rPr lang="en-AU" dirty="0"/>
              <a:t> accessed 25 September 2025.</a:t>
            </a:r>
          </a:p>
        </p:txBody>
      </p:sp>
      <p:sp>
        <p:nvSpPr>
          <p:cNvPr id="2" name="Slide Number Placeholder 1">
            <a:extLst>
              <a:ext uri="{FF2B5EF4-FFF2-40B4-BE49-F238E27FC236}">
                <a16:creationId xmlns:a16="http://schemas.microsoft.com/office/drawing/2014/main" id="{48223418-AC99-D403-B6BA-7F5E5111A87A}"/>
              </a:ext>
              <a:ext uri="{C183D7F6-B498-43B3-948B-1728B52AA6E4}">
                <adec:decorative xmlns:adec="http://schemas.microsoft.com/office/drawing/2017/decorative" val="1"/>
              </a:ext>
            </a:extLst>
          </p:cNvPr>
          <p:cNvSpPr>
            <a:spLocks noGrp="1"/>
          </p:cNvSpPr>
          <p:nvPr>
            <p:ph type="sldNum" sz="quarter" idx="10"/>
          </p:nvPr>
        </p:nvSpPr>
        <p:spPr/>
        <p:txBody>
          <a:bodyPr/>
          <a:lstStyle/>
          <a:p>
            <a:fld id="{10A01DC5-1685-4615-8240-15192985C6A2}" type="slidenum">
              <a:rPr lang="en-AU" smtClean="0"/>
              <a:pPr/>
              <a:t>67</a:t>
            </a:fld>
            <a:endParaRPr lang="en-AU"/>
          </a:p>
        </p:txBody>
      </p:sp>
    </p:spTree>
    <p:extLst>
      <p:ext uri="{BB962C8B-B14F-4D97-AF65-F5344CB8AC3E}">
        <p14:creationId xmlns:p14="http://schemas.microsoft.com/office/powerpoint/2010/main" val="11810145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5C0222-FC52-16CE-0144-D1A706352ED0}"/>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E6B5B3A3-7251-B054-5288-388DC55545D0}"/>
              </a:ext>
            </a:extLst>
          </p:cNvPr>
          <p:cNvSpPr>
            <a:spLocks noGrp="1"/>
          </p:cNvSpPr>
          <p:nvPr>
            <p:ph type="title"/>
          </p:nvPr>
        </p:nvSpPr>
        <p:spPr/>
        <p:txBody>
          <a:bodyPr/>
          <a:lstStyle/>
          <a:p>
            <a:r>
              <a:rPr lang="en-AU">
                <a:latin typeface="+mj-lt"/>
              </a:rPr>
              <a:t>References </a:t>
            </a:r>
            <a:r>
              <a:rPr lang="en-AU">
                <a:solidFill>
                  <a:schemeClr val="accent4"/>
                </a:solidFill>
                <a:latin typeface="+mj-lt"/>
              </a:rPr>
              <a:t>(2)</a:t>
            </a:r>
          </a:p>
        </p:txBody>
      </p:sp>
      <p:sp>
        <p:nvSpPr>
          <p:cNvPr id="6" name="TextBox 5">
            <a:extLst>
              <a:ext uri="{FF2B5EF4-FFF2-40B4-BE49-F238E27FC236}">
                <a16:creationId xmlns:a16="http://schemas.microsoft.com/office/drawing/2014/main" id="{0806A545-CBD0-81F3-AF82-A20D1ACEEFD8}"/>
              </a:ext>
            </a:extLst>
          </p:cNvPr>
          <p:cNvSpPr txBox="1"/>
          <p:nvPr/>
        </p:nvSpPr>
        <p:spPr>
          <a:xfrm>
            <a:off x="335826" y="1397263"/>
            <a:ext cx="11471999" cy="1597297"/>
          </a:xfrm>
          <a:prstGeom prst="rect">
            <a:avLst/>
          </a:prstGeom>
          <a:noFill/>
        </p:spPr>
        <p:txBody>
          <a:bodyPr wrap="square">
            <a:spAutoFit/>
          </a:bodyPr>
          <a:lstStyle/>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ea typeface="+mn-ea"/>
                <a:cs typeface="+mn-cs"/>
              </a:rPr>
              <a:t>This presentation contains NSW Curriculum and syllabus content. The NSW Curriculum is developed by the NSW Education Standards Authority. This content is prepared by NESA for and on behalf of the Crown in the right of the State of New South Wales. The material is protected by Crown copyright.</a:t>
            </a:r>
          </a:p>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ea typeface="+mn-ea"/>
                <a:cs typeface="+mn-cs"/>
              </a:rPr>
              <a:t>Please refer to the NESA Copyright Disclaimer for more information </a:t>
            </a:r>
            <a:r>
              <a:rPr kumimoji="0" lang="en-AU" sz="1200" b="0" i="0" u="none" strike="noStrike" kern="1200" cap="none" spc="0" normalizeH="0" baseline="0" noProof="0">
                <a:ln>
                  <a:noFill/>
                </a:ln>
                <a:solidFill>
                  <a:srgbClr val="CBEDFD"/>
                </a:solidFill>
                <a:effectLst/>
                <a:uLnTx/>
                <a:uFillTx/>
                <a:ea typeface="+mn-ea"/>
                <a:cs typeface="+mn-cs"/>
                <a:hlinkClick r:id="rId3">
                  <a:extLst>
                    <a:ext uri="{A12FA001-AC4F-418D-AE19-62706E023703}">
                      <ahyp:hlinkClr xmlns:ahyp="http://schemas.microsoft.com/office/drawing/2018/hyperlinkcolor" val="tx"/>
                    </a:ext>
                  </a:extLst>
                </a:hlinkClick>
              </a:rPr>
              <a:t>https://educationstandards.nsw.edu.au/wps/portal/nesa/mini-footer/copyright</a:t>
            </a:r>
            <a:r>
              <a:rPr kumimoji="0" lang="en-AU" sz="1200" b="0" i="0" u="none" strike="noStrike" kern="1200" cap="none" spc="0" normalizeH="0" baseline="0" noProof="0">
                <a:ln>
                  <a:noFill/>
                </a:ln>
                <a:solidFill>
                  <a:srgbClr val="FFFFFF"/>
                </a:solidFill>
                <a:effectLst/>
                <a:uLnTx/>
                <a:uFillTx/>
                <a:ea typeface="+mn-ea"/>
                <a:cs typeface="+mn-cs"/>
              </a:rPr>
              <a:t>. </a:t>
            </a:r>
          </a:p>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ea typeface="+mn-ea"/>
                <a:cs typeface="+mn-cs"/>
              </a:rPr>
              <a:t>NESA holds the only official and up-to-date versions of the NSW Curriculum and syllabus documents. Please visit the NSW Education Standards Authority (NESA) website </a:t>
            </a:r>
            <a:r>
              <a:rPr kumimoji="0" lang="en-AU" sz="1200" b="0" i="0" u="none" strike="noStrike" kern="1200" cap="none" spc="0" normalizeH="0" baseline="0" noProof="0">
                <a:ln>
                  <a:noFill/>
                </a:ln>
                <a:solidFill>
                  <a:srgbClr val="CBEDFD"/>
                </a:solidFill>
                <a:effectLst/>
                <a:uLnTx/>
                <a:uFillTx/>
                <a:ea typeface="+mn-ea"/>
                <a:cs typeface="+mn-cs"/>
                <a:hlinkClick r:id="rId4">
                  <a:extLst>
                    <a:ext uri="{A12FA001-AC4F-418D-AE19-62706E023703}">
                      <ahyp:hlinkClr xmlns:ahyp="http://schemas.microsoft.com/office/drawing/2018/hyperlinkcolor" val="tx"/>
                    </a:ext>
                  </a:extLst>
                </a:hlinkClick>
              </a:rPr>
              <a:t>https://educationstandards.nsw.edu.au/wps/portal/nesa/home</a:t>
            </a:r>
            <a:r>
              <a:rPr kumimoji="0" lang="en-AU" sz="1200" b="0" i="0" u="none" strike="noStrike" kern="1200" cap="none" spc="0" normalizeH="0" baseline="0" noProof="0">
                <a:ln>
                  <a:noFill/>
                </a:ln>
                <a:solidFill>
                  <a:srgbClr val="CBEDFD"/>
                </a:solidFill>
                <a:effectLst/>
                <a:uLnTx/>
                <a:uFillTx/>
                <a:ea typeface="+mn-ea"/>
                <a:cs typeface="+mn-cs"/>
              </a:rPr>
              <a:t> </a:t>
            </a:r>
            <a:r>
              <a:rPr kumimoji="0" lang="en-AU" sz="1200" b="0" i="0" u="none" strike="noStrike" kern="1200" cap="none" spc="0" normalizeH="0" baseline="0" noProof="0">
                <a:ln>
                  <a:noFill/>
                </a:ln>
                <a:solidFill>
                  <a:srgbClr val="FFFFFF"/>
                </a:solidFill>
                <a:effectLst/>
                <a:uLnTx/>
                <a:uFillTx/>
                <a:ea typeface="+mn-ea"/>
                <a:cs typeface="+mn-cs"/>
              </a:rPr>
              <a:t>and the NSW Curriculum website </a:t>
            </a:r>
            <a:r>
              <a:rPr kumimoji="0" lang="en-AU" sz="1200" b="0" i="0" u="none" strike="noStrike" kern="1200" cap="none" spc="0" normalizeH="0" baseline="0" noProof="0">
                <a:ln>
                  <a:noFill/>
                </a:ln>
                <a:solidFill>
                  <a:srgbClr val="CBEDFD"/>
                </a:solidFill>
                <a:effectLst/>
                <a:uLnTx/>
                <a:uFillTx/>
                <a:ea typeface="+mn-ea"/>
                <a:cs typeface="+mn-cs"/>
                <a:hlinkClick r:id="rId5">
                  <a:extLst>
                    <a:ext uri="{A12FA001-AC4F-418D-AE19-62706E023703}">
                      <ahyp:hlinkClr xmlns:ahyp="http://schemas.microsoft.com/office/drawing/2018/hyperlinkcolor" val="tx"/>
                    </a:ext>
                  </a:extLst>
                </a:hlinkClick>
              </a:rPr>
              <a:t>https://curriculum.nsw.edu.au</a:t>
            </a:r>
            <a:r>
              <a:rPr kumimoji="0" lang="en-AU" sz="1200" b="0" i="0" u="none" strike="noStrike" kern="1200" cap="none" spc="0" normalizeH="0" baseline="0" noProof="0">
                <a:ln>
                  <a:noFill/>
                </a:ln>
                <a:solidFill>
                  <a:srgbClr val="FFFFFF"/>
                </a:solidFill>
                <a:effectLst/>
                <a:uLnTx/>
                <a:uFillTx/>
                <a:ea typeface="+mn-ea"/>
                <a:cs typeface="+mn-cs"/>
              </a:rPr>
              <a:t>.</a:t>
            </a:r>
          </a:p>
        </p:txBody>
      </p:sp>
      <p:sp>
        <p:nvSpPr>
          <p:cNvPr id="4" name="Content Placeholder 3">
            <a:extLst>
              <a:ext uri="{FF2B5EF4-FFF2-40B4-BE49-F238E27FC236}">
                <a16:creationId xmlns:a16="http://schemas.microsoft.com/office/drawing/2014/main" id="{8D7DD89C-FE08-5D9E-6217-114A06DB23B2}"/>
              </a:ext>
            </a:extLst>
          </p:cNvPr>
          <p:cNvSpPr>
            <a:spLocks noGrp="1"/>
          </p:cNvSpPr>
          <p:nvPr>
            <p:ph idx="1"/>
          </p:nvPr>
        </p:nvSpPr>
        <p:spPr>
          <a:xfrm>
            <a:off x="360000" y="3291604"/>
            <a:ext cx="11484000" cy="2927351"/>
          </a:xfrm>
        </p:spPr>
        <p:txBody>
          <a:bodyPr vert="horz" lIns="0" tIns="0" rIns="0" bIns="0" rtlCol="0" anchor="t">
            <a:noAutofit/>
          </a:bodyPr>
          <a:lstStyle/>
          <a:p>
            <a:r>
              <a:rPr lang="en-AU"/>
              <a:t>State of New South Wales (Department of Education) (2023) ‘</a:t>
            </a:r>
            <a:r>
              <a:rPr lang="en-AU" u="sng" err="1">
                <a:hlinkClick r:id="rId6"/>
              </a:rPr>
              <a:t>Decimats</a:t>
            </a:r>
            <a:r>
              <a:rPr lang="en-AU" u="sng">
                <a:hlinkClick r:id="rId6"/>
              </a:rPr>
              <a:t> (understanding fractions)</a:t>
            </a:r>
            <a:r>
              <a:rPr lang="en-AU"/>
              <a:t>, </a:t>
            </a:r>
            <a:r>
              <a:rPr lang="en-AU" i="1"/>
              <a:t>Thinking mathematically resources</a:t>
            </a:r>
            <a:r>
              <a:rPr lang="en-AU"/>
              <a:t>, NSW Department of Education website, accessed 18 May 2023.</a:t>
            </a:r>
          </a:p>
          <a:p>
            <a:r>
              <a:rPr lang="en-AU"/>
              <a:t>State of New South Wales (Department of Education) (n.d.) </a:t>
            </a:r>
            <a:r>
              <a:rPr lang="en-AU" i="1" u="sng">
                <a:hlinkClick r:id="rId7"/>
              </a:rPr>
              <a:t>Identifies, represents and compares decimals</a:t>
            </a:r>
            <a:r>
              <a:rPr lang="en-AU"/>
              <a:t> (DOCX), NSW Department of Education, accessed 25 September 2025.</a:t>
            </a:r>
          </a:p>
          <a:p>
            <a:r>
              <a:rPr lang="en-AU"/>
              <a:t>NESA (NSW Education Standards Authority) (2022b) </a:t>
            </a:r>
            <a:r>
              <a:rPr lang="en-AU" u="sng">
                <a:hlinkClick r:id="rId8"/>
              </a:rPr>
              <a:t>‘Teaching advice for Represents numbers A’</a:t>
            </a:r>
            <a:r>
              <a:rPr lang="en-AU"/>
              <a:t>, Stage 3, accessed 25 September 2025.</a:t>
            </a:r>
          </a:p>
          <a:p>
            <a:r>
              <a:rPr lang="en-AU"/>
              <a:t>NESA (NSW Education Standards Authority) (2022c) </a:t>
            </a:r>
            <a:r>
              <a:rPr lang="en-AU" u="sng">
                <a:hlinkClick r:id="rId8"/>
              </a:rPr>
              <a:t>‘Teaching advice for Represents numbers B’</a:t>
            </a:r>
            <a:r>
              <a:rPr lang="en-AU"/>
              <a:t>, Stage 3, accessed 25 September 2025.</a:t>
            </a:r>
          </a:p>
          <a:p>
            <a:r>
              <a:rPr lang="en-AU"/>
              <a:t>NESA (NSW Education Standards Authority) (2022d) </a:t>
            </a:r>
            <a:r>
              <a:rPr lang="en-AU" u="sng">
                <a:hlinkClick r:id="rId8"/>
              </a:rPr>
              <a:t>‘Teaching advice for Representing numbers using place value B’</a:t>
            </a:r>
            <a:r>
              <a:rPr lang="en-AU"/>
              <a:t>, Stage 3, accessed 25 September 2025.</a:t>
            </a:r>
          </a:p>
          <a:p>
            <a:r>
              <a:rPr lang="en-AU"/>
              <a:t>NESA (NSW Education Standards Authority) (2022e) </a:t>
            </a:r>
            <a:r>
              <a:rPr lang="en-AU" u="sng">
                <a:hlinkClick r:id="rId9"/>
              </a:rPr>
              <a:t>‘Teaching advice for Stage 2 Representing numbers using place value B’</a:t>
            </a:r>
            <a:r>
              <a:rPr lang="en-AU"/>
              <a:t>, Stage 2, accessed 25 September 2025.</a:t>
            </a:r>
          </a:p>
          <a:p>
            <a:r>
              <a:rPr lang="en-AU"/>
              <a:t>NESA (NSW Education Standards Authority) (2022f) </a:t>
            </a:r>
            <a:r>
              <a:rPr lang="en-AU" u="sng">
                <a:hlinkClick r:id="rId10"/>
              </a:rPr>
              <a:t>‘Teaching advice for Additive relations B’</a:t>
            </a:r>
            <a:r>
              <a:rPr lang="en-AU"/>
              <a:t>, Stage 2, accessed 25 September 2025.</a:t>
            </a:r>
          </a:p>
          <a:p>
            <a:endParaRPr lang="en-AU"/>
          </a:p>
        </p:txBody>
      </p:sp>
      <p:sp>
        <p:nvSpPr>
          <p:cNvPr id="2" name="Slide Number Placeholder 1">
            <a:extLst>
              <a:ext uri="{FF2B5EF4-FFF2-40B4-BE49-F238E27FC236}">
                <a16:creationId xmlns:a16="http://schemas.microsoft.com/office/drawing/2014/main" id="{D24BB9A6-18C3-F93F-5E5B-D27774777387}"/>
              </a:ext>
              <a:ext uri="{C183D7F6-B498-43B3-948B-1728B52AA6E4}">
                <adec:decorative xmlns:adec="http://schemas.microsoft.com/office/drawing/2017/decorative" val="1"/>
              </a:ext>
            </a:extLst>
          </p:cNvPr>
          <p:cNvSpPr>
            <a:spLocks noGrp="1"/>
          </p:cNvSpPr>
          <p:nvPr>
            <p:ph type="sldNum" sz="quarter" idx="10"/>
          </p:nvPr>
        </p:nvSpPr>
        <p:spPr/>
        <p:txBody>
          <a:bodyPr/>
          <a:lstStyle/>
          <a:p>
            <a:fld id="{10A01DC5-1685-4615-8240-15192985C6A2}" type="slidenum">
              <a:rPr lang="en-AU" smtClean="0"/>
              <a:pPr/>
              <a:t>68</a:t>
            </a:fld>
            <a:endParaRPr lang="en-AU"/>
          </a:p>
        </p:txBody>
      </p:sp>
    </p:spTree>
    <p:extLst>
      <p:ext uri="{BB962C8B-B14F-4D97-AF65-F5344CB8AC3E}">
        <p14:creationId xmlns:p14="http://schemas.microsoft.com/office/powerpoint/2010/main" val="3475351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2146F84-0A22-2DEF-978C-013AB2B0CDA6}"/>
              </a:ext>
            </a:extLst>
          </p:cNvPr>
          <p:cNvSpPr>
            <a:spLocks noGrp="1"/>
          </p:cNvSpPr>
          <p:nvPr>
            <p:ph type="title"/>
          </p:nvPr>
        </p:nvSpPr>
        <p:spPr>
          <a:xfrm>
            <a:off x="360000" y="360000"/>
            <a:ext cx="10080000" cy="537467"/>
          </a:xfrm>
        </p:spPr>
        <p:txBody>
          <a:bodyPr/>
          <a:lstStyle/>
          <a:p>
            <a:r>
              <a:rPr lang="en-AU">
                <a:latin typeface="+mj-lt"/>
              </a:rPr>
              <a:t>Copyright</a:t>
            </a:r>
          </a:p>
        </p:txBody>
      </p:sp>
      <p:sp>
        <p:nvSpPr>
          <p:cNvPr id="7" name="Text Placeholder 6">
            <a:extLst>
              <a:ext uri="{FF2B5EF4-FFF2-40B4-BE49-F238E27FC236}">
                <a16:creationId xmlns:a16="http://schemas.microsoft.com/office/drawing/2014/main" id="{E762E711-B51D-9854-C2DD-A164FE59F882}"/>
              </a:ext>
            </a:extLst>
          </p:cNvPr>
          <p:cNvSpPr>
            <a:spLocks noGrp="1"/>
          </p:cNvSpPr>
          <p:nvPr>
            <p:ph type="body" sz="quarter" idx="18"/>
          </p:nvPr>
        </p:nvSpPr>
        <p:spPr/>
        <p:txBody>
          <a:bodyPr/>
          <a:lstStyle/>
          <a:p>
            <a:r>
              <a:rPr lang="en-AU">
                <a:latin typeface="+mj-lt"/>
              </a:rPr>
              <a:t>© State of New South Wales (Department of Education), 2025</a:t>
            </a:r>
          </a:p>
        </p:txBody>
      </p:sp>
      <p:sp>
        <p:nvSpPr>
          <p:cNvPr id="8" name="TextBox 7">
            <a:extLst>
              <a:ext uri="{FF2B5EF4-FFF2-40B4-BE49-F238E27FC236}">
                <a16:creationId xmlns:a16="http://schemas.microsoft.com/office/drawing/2014/main" id="{F70BB973-8437-BE43-4C71-6089E7F934FA}"/>
              </a:ext>
            </a:extLst>
          </p:cNvPr>
          <p:cNvSpPr txBox="1"/>
          <p:nvPr/>
        </p:nvSpPr>
        <p:spPr>
          <a:xfrm>
            <a:off x="360000" y="1453575"/>
            <a:ext cx="11484338" cy="5067724"/>
          </a:xfrm>
          <a:prstGeom prst="rect">
            <a:avLst/>
          </a:prstGeom>
          <a:noFill/>
        </p:spPr>
        <p:txBody>
          <a:bodyPr wrap="square" lIns="0" tIns="0" rIns="0" bIns="0" rtlCol="0">
            <a:noAutofit/>
          </a:bodyPr>
          <a:lstStyle/>
          <a:p>
            <a:pPr algn="l">
              <a:lnSpc>
                <a:spcPct val="150000"/>
              </a:lnSpc>
              <a:spcAft>
                <a:spcPts val="600"/>
              </a:spcAft>
            </a:pPr>
            <a:r>
              <a:rPr lang="en-AU" sz="1200">
                <a:solidFill>
                  <a:schemeClr val="bg1"/>
                </a:solidFill>
              </a:rPr>
              <a:t>The copyright material published in this resource is subject to the </a:t>
            </a:r>
            <a:r>
              <a:rPr lang="en-AU" sz="1200" i="1">
                <a:solidFill>
                  <a:schemeClr val="bg1"/>
                </a:solidFill>
              </a:rPr>
              <a:t>Copyright Act 1968</a:t>
            </a:r>
            <a:r>
              <a:rPr lang="en-AU" sz="1200">
                <a:solidFill>
                  <a:schemeClr val="bg1"/>
                </a:solidFill>
              </a:rPr>
              <a:t> (</a:t>
            </a:r>
            <a:r>
              <a:rPr lang="en-AU" sz="1200" err="1">
                <a:solidFill>
                  <a:schemeClr val="bg1"/>
                </a:solidFill>
              </a:rPr>
              <a:t>Cth</a:t>
            </a:r>
            <a:r>
              <a:rPr lang="en-AU" sz="1200">
                <a:solidFill>
                  <a:schemeClr val="bg1"/>
                </a:solidFill>
              </a:rPr>
              <a:t>) and is owned by the NSW Department of Education or, where indicated, by a party other than the NSW Department of Education (third-party material).</a:t>
            </a:r>
          </a:p>
          <a:p>
            <a:pPr algn="l">
              <a:lnSpc>
                <a:spcPct val="150000"/>
              </a:lnSpc>
              <a:spcAft>
                <a:spcPts val="600"/>
              </a:spcAft>
            </a:pPr>
            <a:r>
              <a:rPr lang="en-AU" sz="1200">
                <a:solidFill>
                  <a:schemeClr val="bg1"/>
                </a:solidFill>
              </a:rPr>
              <a:t>Copyright material available in this resource and owned by the NSW Department of Education is licensed under a </a:t>
            </a:r>
            <a:r>
              <a:rPr lang="en-AU" sz="1200">
                <a:solidFill>
                  <a:schemeClr val="accent4"/>
                </a:solidFill>
                <a:hlinkClick r:id="rId3">
                  <a:extLst>
                    <a:ext uri="{A12FA001-AC4F-418D-AE19-62706E023703}">
                      <ahyp:hlinkClr xmlns:ahyp="http://schemas.microsoft.com/office/drawing/2018/hyperlinkcolor" val="tx"/>
                    </a:ext>
                  </a:extLst>
                </a:hlinkClick>
              </a:rPr>
              <a:t>Creative Commons Attribution 4.0 International (CC BY 4.0) license</a:t>
            </a:r>
            <a:r>
              <a:rPr lang="en-AU" sz="1200">
                <a:solidFill>
                  <a:schemeClr val="bg1"/>
                </a:solidFill>
              </a:rPr>
              <a:t>.</a:t>
            </a:r>
          </a:p>
          <a:p>
            <a:pPr algn="l">
              <a:lnSpc>
                <a:spcPct val="150000"/>
              </a:lnSpc>
              <a:spcAft>
                <a:spcPts val="600"/>
              </a:spcAft>
            </a:pPr>
            <a:r>
              <a:rPr lang="en-AU" sz="1200">
                <a:solidFill>
                  <a:schemeClr val="bg1"/>
                </a:solidFill>
              </a:rPr>
              <a:t>This license allows you to share and adapt the material for any purpose, even commercially.</a:t>
            </a:r>
          </a:p>
          <a:p>
            <a:pPr algn="l">
              <a:lnSpc>
                <a:spcPct val="150000"/>
              </a:lnSpc>
              <a:spcAft>
                <a:spcPts val="600"/>
              </a:spcAft>
            </a:pPr>
            <a:r>
              <a:rPr lang="en-AU" sz="1200">
                <a:solidFill>
                  <a:schemeClr val="bg1"/>
                </a:solidFill>
              </a:rPr>
              <a:t>Attribution should be given to © State of New South Wales (Department of Education), 2025.</a:t>
            </a:r>
          </a:p>
          <a:p>
            <a:pPr algn="l">
              <a:lnSpc>
                <a:spcPct val="150000"/>
              </a:lnSpc>
            </a:pPr>
            <a:r>
              <a:rPr lang="en-AU" sz="1200">
                <a:solidFill>
                  <a:schemeClr val="bg1"/>
                </a:solidFill>
              </a:rPr>
              <a:t>Material in this resource not available under a Creative Commons license:</a:t>
            </a:r>
          </a:p>
          <a:p>
            <a:pPr marL="171450" indent="-171450" algn="l">
              <a:lnSpc>
                <a:spcPct val="150000"/>
              </a:lnSpc>
              <a:buFont typeface="Arial" panose="020B0604020202020204" pitchFamily="34" charset="0"/>
              <a:buChar char="•"/>
            </a:pPr>
            <a:r>
              <a:rPr lang="en-AU" sz="1200">
                <a:solidFill>
                  <a:schemeClr val="bg1"/>
                </a:solidFill>
              </a:rPr>
              <a:t>the NSW Department of Education logo, other logos and trademark-protected material</a:t>
            </a:r>
          </a:p>
          <a:p>
            <a:pPr marL="171450" indent="-171450" algn="l">
              <a:lnSpc>
                <a:spcPct val="150000"/>
              </a:lnSpc>
              <a:buFont typeface="Arial" panose="020B0604020202020204" pitchFamily="34" charset="0"/>
              <a:buChar char="•"/>
            </a:pPr>
            <a:r>
              <a:rPr lang="en-AU" sz="1200">
                <a:solidFill>
                  <a:schemeClr val="bg1"/>
                </a:solidFill>
              </a:rPr>
              <a:t>Material owned by a third party that has been reproduced with permission. You will need to obtain permission from the third party to reuse its material. </a:t>
            </a:r>
          </a:p>
          <a:p>
            <a:pPr algn="l">
              <a:lnSpc>
                <a:spcPct val="150000"/>
              </a:lnSpc>
              <a:spcBef>
                <a:spcPts val="1200"/>
              </a:spcBef>
              <a:spcAft>
                <a:spcPts val="600"/>
              </a:spcAft>
            </a:pPr>
            <a:r>
              <a:rPr lang="en-AU" sz="1200" b="1">
                <a:solidFill>
                  <a:schemeClr val="bg1"/>
                </a:solidFill>
                <a:latin typeface="+mj-lt"/>
              </a:rPr>
              <a:t>Links to third-party material and websites</a:t>
            </a:r>
          </a:p>
          <a:p>
            <a:pPr algn="l">
              <a:lnSpc>
                <a:spcPct val="150000"/>
              </a:lnSpc>
              <a:spcAft>
                <a:spcPts val="600"/>
              </a:spcAft>
            </a:pPr>
            <a:r>
              <a:rPr lang="en-AU" sz="1200">
                <a:solidFill>
                  <a:schemeClr val="bg1"/>
                </a:solidFill>
              </a:rPr>
              <a:t>Please note that the provided (reading/viewing material/list/links/texts) are a suggestion only and implies no endorsement, by the New South Wales Department of Education, of any author, publisher, or book title. School principals and teachers are best placed to assess the suitability of resources that would complement the curriculum and reflect the needs and interests of their students.</a:t>
            </a:r>
          </a:p>
          <a:p>
            <a:pPr algn="l">
              <a:lnSpc>
                <a:spcPct val="150000"/>
              </a:lnSpc>
              <a:spcAft>
                <a:spcPts val="600"/>
              </a:spcAft>
            </a:pPr>
            <a:r>
              <a:rPr lang="en-AU" sz="1200">
                <a:solidFill>
                  <a:schemeClr val="bg1"/>
                </a:solidFill>
              </a:rPr>
              <a:t>If you use the links provided in this document to access a third party’s website, you acknowledge that the terms of use, including licence terms set out on the third-party’s website apply to the use which may be made of the materials on that third-party website or where permitted by the </a:t>
            </a:r>
            <a:r>
              <a:rPr lang="en-AU" sz="1200" i="1">
                <a:solidFill>
                  <a:schemeClr val="bg1"/>
                </a:solidFill>
              </a:rPr>
              <a:t>Copyright Act 1968 </a:t>
            </a:r>
            <a:r>
              <a:rPr lang="en-AU" sz="1200">
                <a:solidFill>
                  <a:schemeClr val="bg1"/>
                </a:solidFill>
              </a:rPr>
              <a:t>(</a:t>
            </a:r>
            <a:r>
              <a:rPr lang="en-AU" sz="1200" err="1">
                <a:solidFill>
                  <a:schemeClr val="bg1"/>
                </a:solidFill>
              </a:rPr>
              <a:t>Cth</a:t>
            </a:r>
            <a:r>
              <a:rPr lang="en-AU" sz="1200">
                <a:solidFill>
                  <a:schemeClr val="bg1"/>
                </a:solidFill>
              </a:rPr>
              <a:t>). The department accepts no responsibility for content on third-party websites. </a:t>
            </a:r>
          </a:p>
        </p:txBody>
      </p:sp>
    </p:spTree>
    <p:extLst>
      <p:ext uri="{BB962C8B-B14F-4D97-AF65-F5344CB8AC3E}">
        <p14:creationId xmlns:p14="http://schemas.microsoft.com/office/powerpoint/2010/main" val="38204117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NSWG Corporate">
  <a:themeElements>
    <a:clrScheme name="Custom 14">
      <a:dk1>
        <a:srgbClr val="22272B"/>
      </a:dk1>
      <a:lt1>
        <a:srgbClr val="FFFFFF"/>
      </a:lt1>
      <a:dk2>
        <a:srgbClr val="D7153A"/>
      </a:dk2>
      <a:lt2>
        <a:srgbClr val="EBEBEB"/>
      </a:lt2>
      <a:accent1>
        <a:srgbClr val="002664"/>
      </a:accent1>
      <a:accent2>
        <a:srgbClr val="146CFD"/>
      </a:accent2>
      <a:accent3>
        <a:srgbClr val="8CE0FF"/>
      </a:accent3>
      <a:accent4>
        <a:srgbClr val="CBEDFD"/>
      </a:accent4>
      <a:accent5>
        <a:srgbClr val="495054"/>
      </a:accent5>
      <a:accent6>
        <a:srgbClr val="FFE6EA"/>
      </a:accent6>
      <a:hlink>
        <a:srgbClr val="146CFD"/>
      </a:hlink>
      <a:folHlink>
        <a:srgbClr val="146CFD"/>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lIns="0" tIns="0" rIns="0" bIns="0" rtlCol="0">
        <a:noAutofit/>
      </a:bodyPr>
      <a:lstStyle>
        <a:defPPr algn="l">
          <a:defRPr sz="1800" dirty="0"/>
        </a:defPPr>
      </a:lstStyle>
    </a:txDef>
  </a:objectDefaults>
  <a:extraClrSchemeLst/>
  <a:extLst>
    <a:ext uri="{05A4C25C-085E-4340-85A3-A5531E510DB2}">
      <thm15:themeFamily xmlns:thm15="http://schemas.microsoft.com/office/thememl/2012/main" name="Review of learning template" id="{8077A738-7D06-4B54-972E-94806C6B7F6D}" vid="{415614B2-02FF-41DC-B617-EAE1A180D53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1225CD7B5461E64DBD81A4688FEB92F3" ma:contentTypeVersion="12" ma:contentTypeDescription="Create a new document." ma:contentTypeScope="" ma:versionID="32399663726c23a2f642d658b0aca0e5">
  <xsd:schema xmlns:xsd="http://www.w3.org/2001/XMLSchema" xmlns:xs="http://www.w3.org/2001/XMLSchema" xmlns:p="http://schemas.microsoft.com/office/2006/metadata/properties" xmlns:ns2="9983aa10-8768-4afe-b503-cad2303d02b1" xmlns:ns3="33c4fa9b-9104-422a-9d36-2aa3be9e17bc" targetNamespace="http://schemas.microsoft.com/office/2006/metadata/properties" ma:root="true" ma:fieldsID="94f9f2d3303c22dd8eead538cc2519f2" ns2:_="" ns3:_="">
    <xsd:import namespace="9983aa10-8768-4afe-b503-cad2303d02b1"/>
    <xsd:import namespace="33c4fa9b-9104-422a-9d36-2aa3be9e17bc"/>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DateTaken" minOccurs="0"/>
                <xsd:element ref="ns2:lcf76f155ced4ddcb4097134ff3c332f" minOccurs="0"/>
                <xsd:element ref="ns3:TaxCatchAll" minOccurs="0"/>
                <xsd:element ref="ns2:MediaServiceGenerationTime" minOccurs="0"/>
                <xsd:element ref="ns2:MediaServiceEventHashCode" minOccurs="0"/>
                <xsd:element ref="ns2:MediaServiceOCR"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983aa10-8768-4afe-b503-cad2303d02b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lcf76f155ced4ddcb4097134ff3c332f" ma:index="14" nillable="true" ma:taxonomy="true" ma:internalName="lcf76f155ced4ddcb4097134ff3c332f" ma:taxonomyFieldName="MediaServiceImageTags" ma:displayName="Image Tags" ma:readOnly="false" ma:fieldId="{5cf76f15-5ced-4ddc-b409-7134ff3c332f}" ma:taxonomyMulti="true" ma:sspId="51f47cd6-212f-4ea2-b6af-f1d1e47bdbaf" ma:termSetId="09814cd3-568e-fe90-9814-8d621ff8fb84" ma:anchorId="fba54fb3-c3e1-fe81-a776-ca4b69148c4d" ma:open="true" ma:isKeyword="false">
      <xsd:complexType>
        <xsd:sequence>
          <xsd:element ref="pc:Terms" minOccurs="0" maxOccurs="1"/>
        </xsd:sequence>
      </xsd:complex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LengthInSeconds" ma:index="19"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33c4fa9b-9104-422a-9d36-2aa3be9e17bc" elementFormDefault="qualified">
    <xsd:import namespace="http://schemas.microsoft.com/office/2006/documentManagement/types"/>
    <xsd:import namespace="http://schemas.microsoft.com/office/infopath/2007/PartnerControls"/>
    <xsd:element name="TaxCatchAll" ma:index="15" nillable="true" ma:displayName="Taxonomy Catch All Column" ma:hidden="true" ma:list="{b1e7c5dc-00dd-4604-80db-069fb80082d9}" ma:internalName="TaxCatchAll" ma:showField="CatchAllData" ma:web="33c4fa9b-9104-422a-9d36-2aa3be9e17b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9983aa10-8768-4afe-b503-cad2303d02b1">
      <Terms xmlns="http://schemas.microsoft.com/office/infopath/2007/PartnerControls"/>
    </lcf76f155ced4ddcb4097134ff3c332f>
    <TaxCatchAll xmlns="33c4fa9b-9104-422a-9d36-2aa3be9e17bc"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C65E27CA-2AA4-4304-9E1C-62E481E07B83}"/>
</file>

<file path=customXml/itemProps2.xml><?xml version="1.0" encoding="utf-8"?>
<ds:datastoreItem xmlns:ds="http://schemas.openxmlformats.org/officeDocument/2006/customXml" ds:itemID="{CE555570-2BD4-426B-AA32-0A79CB6508A8}">
  <ds:schemaRefs>
    <ds:schemaRef ds:uri="http://purl.org/dc/dcmitype/"/>
    <ds:schemaRef ds:uri="http://schemas.openxmlformats.org/package/2006/metadata/core-properties"/>
    <ds:schemaRef ds:uri="60129b06-f64b-40a8-96e2-c5b2f86112b1"/>
    <ds:schemaRef ds:uri="http://purl.org/dc/terms/"/>
    <ds:schemaRef ds:uri="http://purl.org/dc/elements/1.1/"/>
    <ds:schemaRef ds:uri="7e763d47-3c66-4c58-9425-1477fd3ccd1e"/>
    <ds:schemaRef ds:uri="http://schemas.microsoft.com/office/2006/documentManagement/types"/>
    <ds:schemaRef ds:uri="http://schemas.microsoft.com/office/2006/metadata/properties"/>
    <ds:schemaRef ds:uri="http://schemas.microsoft.com/office/infopath/2007/PartnerControls"/>
    <ds:schemaRef ds:uri="http://www.w3.org/XML/1998/namespace"/>
  </ds:schemaRefs>
</ds:datastoreItem>
</file>

<file path=customXml/itemProps3.xml><?xml version="1.0" encoding="utf-8"?>
<ds:datastoreItem xmlns:ds="http://schemas.openxmlformats.org/officeDocument/2006/customXml" ds:itemID="{1BBF1075-4992-4DA3-A5BC-433A425AD955}">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Review of learning template (1)</Template>
  <TotalTime>252</TotalTime>
  <Words>6261</Words>
  <Application>Microsoft Office PowerPoint</Application>
  <PresentationFormat>Widescreen</PresentationFormat>
  <Paragraphs>874</Paragraphs>
  <Slides>69</Slides>
  <Notes>69</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69</vt:i4>
      </vt:variant>
    </vt:vector>
  </HeadingPairs>
  <TitlesOfParts>
    <vt:vector size="81" baseType="lpstr">
      <vt:lpstr>Calibri</vt:lpstr>
      <vt:lpstr>Public Sans</vt:lpstr>
      <vt:lpstr>Arial</vt:lpstr>
      <vt:lpstr>Sniglet</vt:lpstr>
      <vt:lpstr>Times New Roman</vt:lpstr>
      <vt:lpstr>Public Sans Light</vt:lpstr>
      <vt:lpstr>Canva Student Font</vt:lpstr>
      <vt:lpstr>Roboto</vt:lpstr>
      <vt:lpstr>Montserrat</vt:lpstr>
      <vt:lpstr>Cambria Math</vt:lpstr>
      <vt:lpstr>Wingdings</vt:lpstr>
      <vt:lpstr>NSWG Corporate</vt:lpstr>
      <vt:lpstr>Instructions for use</vt:lpstr>
      <vt:lpstr>Review of Learning</vt:lpstr>
      <vt:lpstr>Lessons</vt:lpstr>
      <vt:lpstr>Review of learning 1</vt:lpstr>
      <vt:lpstr>Multiple choice (1)</vt:lpstr>
      <vt:lpstr>Short response (1)</vt:lpstr>
      <vt:lpstr>Short response (2)</vt:lpstr>
      <vt:lpstr>Short response (3)</vt:lpstr>
      <vt:lpstr>Short response (4)</vt:lpstr>
      <vt:lpstr>Activity 1 – four piles</vt:lpstr>
      <vt:lpstr>Review of learning 2</vt:lpstr>
      <vt:lpstr>True or false (1)</vt:lpstr>
      <vt:lpstr>Short response (5)</vt:lpstr>
      <vt:lpstr>Short response (6)</vt:lpstr>
      <vt:lpstr>Short response (7)</vt:lpstr>
      <vt:lpstr>Short response (8)</vt:lpstr>
      <vt:lpstr>Activity 2 – representing addition</vt:lpstr>
      <vt:lpstr>Review of learning 3</vt:lpstr>
      <vt:lpstr>Multiple choice (2)</vt:lpstr>
      <vt:lpstr>Short response (9)</vt:lpstr>
      <vt:lpstr>Short response (10)</vt:lpstr>
      <vt:lpstr>Short response (11)</vt:lpstr>
      <vt:lpstr>Short response (12)</vt:lpstr>
      <vt:lpstr>Activity 3 – Which number doesn’t belong?</vt:lpstr>
      <vt:lpstr>Review of learning 4</vt:lpstr>
      <vt:lpstr>True or false (2)</vt:lpstr>
      <vt:lpstr>Short response (13)</vt:lpstr>
      <vt:lpstr>Short response (14)</vt:lpstr>
      <vt:lpstr>Short response (15)</vt:lpstr>
      <vt:lpstr>Short response (16)</vt:lpstr>
      <vt:lpstr>Activity 4 – efficient addition strategies</vt:lpstr>
      <vt:lpstr>Review of learning 5</vt:lpstr>
      <vt:lpstr>Multiple choice (4)</vt:lpstr>
      <vt:lpstr>Short response (17)</vt:lpstr>
      <vt:lpstr>Short response (18)</vt:lpstr>
      <vt:lpstr>Short response (19)</vt:lpstr>
      <vt:lpstr>Short response (20)</vt:lpstr>
      <vt:lpstr>Activity 5 – estimating totals</vt:lpstr>
      <vt:lpstr>Review of learning 6</vt:lpstr>
      <vt:lpstr>True or false (3)</vt:lpstr>
      <vt:lpstr>Short response (21)</vt:lpstr>
      <vt:lpstr>Short response (22)</vt:lpstr>
      <vt:lpstr>Short response (23)</vt:lpstr>
      <vt:lpstr>Short response (24)</vt:lpstr>
      <vt:lpstr>Activity 6 – reasonableness of solutions 1</vt:lpstr>
      <vt:lpstr>Review of learning 7</vt:lpstr>
      <vt:lpstr>Multiple choice (3)</vt:lpstr>
      <vt:lpstr>Short response (25)</vt:lpstr>
      <vt:lpstr>Short response (26)</vt:lpstr>
      <vt:lpstr>Short response (27)</vt:lpstr>
      <vt:lpstr>Short response (28)</vt:lpstr>
      <vt:lpstr>Activity 7 – efficient addition strategies</vt:lpstr>
      <vt:lpstr>Review of learning 8</vt:lpstr>
      <vt:lpstr>True or false (4)</vt:lpstr>
      <vt:lpstr>Short response (29)</vt:lpstr>
      <vt:lpstr>Short response (30)</vt:lpstr>
      <vt:lpstr>Short response (31)</vt:lpstr>
      <vt:lpstr>Short response (32)</vt:lpstr>
      <vt:lpstr>Activity 8 – reasonableness of solutions 2</vt:lpstr>
      <vt:lpstr>Double Venn diagram</vt:lpstr>
      <vt:lpstr>Frayer</vt:lpstr>
      <vt:lpstr>Spider map</vt:lpstr>
      <vt:lpstr>Cline</vt:lpstr>
      <vt:lpstr>Compare and contrast</vt:lpstr>
      <vt:lpstr>Multiple choice (5)</vt:lpstr>
      <vt:lpstr>Multiple choice</vt:lpstr>
      <vt:lpstr>References (1)</vt:lpstr>
      <vt:lpstr>References (2)</vt:lpstr>
      <vt:lpstr>Copyright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Nat Hawkins</dc:creator>
  <cp:keywords/>
  <dc:description/>
  <cp:lastModifiedBy>Daniel Archer</cp:lastModifiedBy>
  <cp:revision>2</cp:revision>
  <dcterms:created xsi:type="dcterms:W3CDTF">2025-10-28T21:34:25Z</dcterms:created>
  <dcterms:modified xsi:type="dcterms:W3CDTF">2026-02-08T20:56:00Z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b603dfd7-d93a-4381-a340-2995d8282205_Enabled">
    <vt:lpwstr>true</vt:lpwstr>
  </property>
  <property fmtid="{D5CDD505-2E9C-101B-9397-08002B2CF9AE}" pid="3" name="MSIP_Label_b603dfd7-d93a-4381-a340-2995d8282205_SetDate">
    <vt:lpwstr>2024-07-31T04:53:06Z</vt:lpwstr>
  </property>
  <property fmtid="{D5CDD505-2E9C-101B-9397-08002B2CF9AE}" pid="4" name="MSIP_Label_b603dfd7-d93a-4381-a340-2995d8282205_Method">
    <vt:lpwstr>Standard</vt:lpwstr>
  </property>
  <property fmtid="{D5CDD505-2E9C-101B-9397-08002B2CF9AE}" pid="5" name="MSIP_Label_b603dfd7-d93a-4381-a340-2995d8282205_Name">
    <vt:lpwstr>OFFICIAL</vt:lpwstr>
  </property>
  <property fmtid="{D5CDD505-2E9C-101B-9397-08002B2CF9AE}" pid="6" name="MSIP_Label_b603dfd7-d93a-4381-a340-2995d8282205_SiteId">
    <vt:lpwstr>05a0e69a-418a-47c1-9c25-9387261bf991</vt:lpwstr>
  </property>
  <property fmtid="{D5CDD505-2E9C-101B-9397-08002B2CF9AE}" pid="7" name="MSIP_Label_b603dfd7-d93a-4381-a340-2995d8282205_ActionId">
    <vt:lpwstr>52ebee92-659e-4fb8-a3b1-217e00faeb50</vt:lpwstr>
  </property>
  <property fmtid="{D5CDD505-2E9C-101B-9397-08002B2CF9AE}" pid="8" name="MSIP_Label_b603dfd7-d93a-4381-a340-2995d8282205_ContentBits">
    <vt:lpwstr>0</vt:lpwstr>
  </property>
  <property fmtid="{D5CDD505-2E9C-101B-9397-08002B2CF9AE}" pid="9" name="ContentTypeId">
    <vt:lpwstr>0x0101001225CD7B5461E64DBD81A4688FEB92F3</vt:lpwstr>
  </property>
  <property fmtid="{D5CDD505-2E9C-101B-9397-08002B2CF9AE}" pid="10" name="MediaServiceImageTags">
    <vt:lpwstr/>
  </property>
</Properties>
</file>