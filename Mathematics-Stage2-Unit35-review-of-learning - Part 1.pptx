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36"/>
  </p:notesMasterIdLst>
  <p:handoutMasterIdLst>
    <p:handoutMasterId r:id="rId37"/>
  </p:handoutMasterIdLst>
  <p:sldIdLst>
    <p:sldId id="365" r:id="rId5"/>
    <p:sldId id="26505" r:id="rId6"/>
    <p:sldId id="26359" r:id="rId7"/>
    <p:sldId id="271" r:id="rId8"/>
    <p:sldId id="26646" r:id="rId9"/>
    <p:sldId id="358" r:id="rId10"/>
    <p:sldId id="26580" r:id="rId11"/>
    <p:sldId id="26581" r:id="rId12"/>
    <p:sldId id="26582" r:id="rId13"/>
    <p:sldId id="26576" r:id="rId14"/>
    <p:sldId id="26583" r:id="rId15"/>
    <p:sldId id="26586" r:id="rId16"/>
    <p:sldId id="26587" r:id="rId17"/>
    <p:sldId id="26657" r:id="rId18"/>
    <p:sldId id="26589" r:id="rId19"/>
    <p:sldId id="26590" r:id="rId20"/>
    <p:sldId id="26591" r:id="rId21"/>
    <p:sldId id="26592" r:id="rId22"/>
    <p:sldId id="26594" r:id="rId23"/>
    <p:sldId id="26596" r:id="rId24"/>
    <p:sldId id="26655" r:id="rId25"/>
    <p:sldId id="26598" r:id="rId26"/>
    <p:sldId id="26599" r:id="rId27"/>
    <p:sldId id="26600" r:id="rId28"/>
    <p:sldId id="26601" r:id="rId29"/>
    <p:sldId id="26604" r:id="rId30"/>
    <p:sldId id="26605" r:id="rId31"/>
    <p:sldId id="26606" r:id="rId32"/>
    <p:sldId id="26607" r:id="rId33"/>
    <p:sldId id="26608" r:id="rId34"/>
    <p:sldId id="26609" r:id="rId35"/>
  </p:sldIdLst>
  <p:sldSz cx="12192000" cy="6858000"/>
  <p:notesSz cx="6858000" cy="9144000"/>
  <p:embeddedFontLst>
    <p:embeddedFont>
      <p:font typeface="Public Sans" panose="020B0604020202020204" charset="0"/>
      <p:regular r:id="rId38"/>
      <p:bold r:id="rId39"/>
      <p:italic r:id="rId40"/>
      <p:boldItalic r:id="rId41"/>
    </p:embeddedFont>
    <p:embeddedFont>
      <p:font typeface="Public Sans Light" panose="020B0604020202020204" charset="0"/>
      <p:regular r:id="rId42"/>
      <p:italic r:id="rId43"/>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46"/>
            <p14:sldId id="358"/>
            <p14:sldId id="26580"/>
            <p14:sldId id="26581"/>
            <p14:sldId id="26582"/>
            <p14:sldId id="26576"/>
          </p14:sldIdLst>
        </p14:section>
        <p14:section name="Review of learning 2" id="{0AC6BBCB-7E49-46CE-B777-EFCDD4B60F91}">
          <p14:sldIdLst>
            <p14:sldId id="26583"/>
            <p14:sldId id="26586"/>
            <p14:sldId id="26587"/>
            <p14:sldId id="26657"/>
            <p14:sldId id="26589"/>
            <p14:sldId id="26590"/>
            <p14:sldId id="26591"/>
          </p14:sldIdLst>
        </p14:section>
        <p14:section name="Review of learning 3" id="{6F5E1C19-5255-4FF7-A3CD-4549F7EF69B2}">
          <p14:sldIdLst>
            <p14:sldId id="26592"/>
            <p14:sldId id="26594"/>
            <p14:sldId id="26596"/>
            <p14:sldId id="26655"/>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ection>
        <p14:section name="Review of learning 6" id="{6721D3DC-F7BB-49CA-9E61-8454C104591D}">
          <p14:sldIdLst/>
        </p14:section>
        <p14:section name="Review of learning 7" id="{CF63834E-0BE9-495B-9761-037C836F185E}">
          <p14:sldIdLst/>
        </p14:section>
        <p14:section name="Review of learning 8" id="{6FF8F7EC-803E-4F84-BA41-6B3ED673D597}">
          <p14:sldIdLst/>
        </p14:section>
        <p14:section name="Assets" id="{ACCADEBA-79DB-4F18-8F19-E4DF86159DFB}">
          <p14:sldIdLst/>
        </p14:section>
        <p14:section name="References &amp; copyright" id="{DBC31484-F5F8-4CB1-8DB4-A562A9780899}">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177351D-0273-191D-F776-806FD0E72AD9}" name="Sundren Naicker" initials="SN" userId="S::Sundren.Naicker@det.nsw.edu.au::a553bd6d-fc4b-4438-a461-744bbb36d97b" providerId="AD"/>
  <p188:author id="{8EAAFC52-5D86-6FE7-9D47-1FD3C7D0804D}" name="Lisa Kew" initials="LK" userId="S::LISA.JONES13@det.nsw.edu.au::687d7c21-e1c8-437d-b64b-4b01e8e7487e" providerId="AD"/>
  <p188:author id="{95D16B7D-CADB-F2BF-AC29-D680545C75EE}" name="Carrie Webeck" initials="CW" userId="S::CARRIE-ANN.WEBECK@det.nsw.edu.au::e5c4b697-ca15-4f3a-a906-1289ddc2fc07" providerId="AD"/>
  <p188:author id="{CC2CF4BE-5B9A-35CA-4C1B-CB063A10B965}" name="Sundren Naicker" initials="SN" userId="S::sundren.naicker@det.nsw.edu.au::a553bd6d-fc4b-4438-a461-744bbb36d97b" providerId="AD"/>
  <p188:author id="{FD7747EE-57F8-CAC5-7CAF-C637FBE93789}" name="Ayesha Ali Khan" initials=""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FFA500"/>
    <a:srgbClr val="FFA600"/>
    <a:srgbClr val="EA9B0C"/>
    <a:srgbClr val="007A8A"/>
    <a:srgbClr val="9B6808"/>
    <a:srgbClr val="427B2D"/>
    <a:srgbClr val="B51458"/>
    <a:srgbClr val="00ACC2"/>
    <a:srgbClr val="64BB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498" autoAdjust="0"/>
  </p:normalViewPr>
  <p:slideViewPr>
    <p:cSldViewPr snapToGrid="0">
      <p:cViewPr varScale="1">
        <p:scale>
          <a:sx n="64" d="100"/>
          <a:sy n="64" d="100"/>
        </p:scale>
        <p:origin x="1397" y="58"/>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Fretwell" userId="236faa51-3e25-42ea-818b-3df7392b3740" providerId="ADAL" clId="{E13908BB-FCA8-48D3-AC32-E0FE8851F1D6}"/>
    <pc:docChg chg="delSld modSection">
      <pc:chgData name="Jason Fretwell" userId="236faa51-3e25-42ea-818b-3df7392b3740" providerId="ADAL" clId="{E13908BB-FCA8-48D3-AC32-E0FE8851F1D6}" dt="2026-10-20T08:02:09.008" v="0" actId="47"/>
      <pc:docMkLst>
        <pc:docMk/>
      </pc:docMkLst>
      <pc:sldChg chg="del">
        <pc:chgData name="Jason Fretwell" userId="236faa51-3e25-42ea-818b-3df7392b3740" providerId="ADAL" clId="{E13908BB-FCA8-48D3-AC32-E0FE8851F1D6}" dt="2026-10-20T08:02:09.008" v="0" actId="47"/>
        <pc:sldMkLst>
          <pc:docMk/>
          <pc:sldMk cId="1181014578" sldId="360"/>
        </pc:sldMkLst>
      </pc:sldChg>
      <pc:sldChg chg="del">
        <pc:chgData name="Jason Fretwell" userId="236faa51-3e25-42ea-818b-3df7392b3740" providerId="ADAL" clId="{E13908BB-FCA8-48D3-AC32-E0FE8851F1D6}" dt="2026-10-20T08:02:09.008" v="0" actId="47"/>
        <pc:sldMkLst>
          <pc:docMk/>
          <pc:sldMk cId="3820411759" sldId="361"/>
        </pc:sldMkLst>
      </pc:sldChg>
      <pc:sldChg chg="del">
        <pc:chgData name="Jason Fretwell" userId="236faa51-3e25-42ea-818b-3df7392b3740" providerId="ADAL" clId="{E13908BB-FCA8-48D3-AC32-E0FE8851F1D6}" dt="2026-10-20T08:02:09.008" v="0" actId="47"/>
        <pc:sldMkLst>
          <pc:docMk/>
          <pc:sldMk cId="61420684" sldId="26387"/>
        </pc:sldMkLst>
      </pc:sldChg>
      <pc:sldChg chg="del">
        <pc:chgData name="Jason Fretwell" userId="236faa51-3e25-42ea-818b-3df7392b3740" providerId="ADAL" clId="{E13908BB-FCA8-48D3-AC32-E0FE8851F1D6}" dt="2026-10-20T08:02:09.008" v="0" actId="47"/>
        <pc:sldMkLst>
          <pc:docMk/>
          <pc:sldMk cId="3368890121" sldId="26391"/>
        </pc:sldMkLst>
      </pc:sldChg>
      <pc:sldChg chg="del">
        <pc:chgData name="Jason Fretwell" userId="236faa51-3e25-42ea-818b-3df7392b3740" providerId="ADAL" clId="{E13908BB-FCA8-48D3-AC32-E0FE8851F1D6}" dt="2026-10-20T08:02:09.008" v="0" actId="47"/>
        <pc:sldMkLst>
          <pc:docMk/>
          <pc:sldMk cId="2597034678" sldId="26393"/>
        </pc:sldMkLst>
      </pc:sldChg>
      <pc:sldChg chg="del">
        <pc:chgData name="Jason Fretwell" userId="236faa51-3e25-42ea-818b-3df7392b3740" providerId="ADAL" clId="{E13908BB-FCA8-48D3-AC32-E0FE8851F1D6}" dt="2026-10-20T08:02:09.008" v="0" actId="47"/>
        <pc:sldMkLst>
          <pc:docMk/>
          <pc:sldMk cId="1447528204" sldId="26395"/>
        </pc:sldMkLst>
      </pc:sldChg>
      <pc:sldChg chg="del">
        <pc:chgData name="Jason Fretwell" userId="236faa51-3e25-42ea-818b-3df7392b3740" providerId="ADAL" clId="{E13908BB-FCA8-48D3-AC32-E0FE8851F1D6}" dt="2026-10-20T08:02:09.008" v="0" actId="47"/>
        <pc:sldMkLst>
          <pc:docMk/>
          <pc:sldMk cId="959239761" sldId="26402"/>
        </pc:sldMkLst>
      </pc:sldChg>
      <pc:sldChg chg="del">
        <pc:chgData name="Jason Fretwell" userId="236faa51-3e25-42ea-818b-3df7392b3740" providerId="ADAL" clId="{E13908BB-FCA8-48D3-AC32-E0FE8851F1D6}" dt="2026-10-20T08:02:09.008" v="0" actId="47"/>
        <pc:sldMkLst>
          <pc:docMk/>
          <pc:sldMk cId="2554082966" sldId="26507"/>
        </pc:sldMkLst>
      </pc:sldChg>
      <pc:sldChg chg="del">
        <pc:chgData name="Jason Fretwell" userId="236faa51-3e25-42ea-818b-3df7392b3740" providerId="ADAL" clId="{E13908BB-FCA8-48D3-AC32-E0FE8851F1D6}" dt="2026-10-20T08:02:09.008" v="0" actId="47"/>
        <pc:sldMkLst>
          <pc:docMk/>
          <pc:sldMk cId="411931579" sldId="26610"/>
        </pc:sldMkLst>
      </pc:sldChg>
      <pc:sldChg chg="del">
        <pc:chgData name="Jason Fretwell" userId="236faa51-3e25-42ea-818b-3df7392b3740" providerId="ADAL" clId="{E13908BB-FCA8-48D3-AC32-E0FE8851F1D6}" dt="2026-10-20T08:02:09.008" v="0" actId="47"/>
        <pc:sldMkLst>
          <pc:docMk/>
          <pc:sldMk cId="3754241694" sldId="26611"/>
        </pc:sldMkLst>
      </pc:sldChg>
      <pc:sldChg chg="del">
        <pc:chgData name="Jason Fretwell" userId="236faa51-3e25-42ea-818b-3df7392b3740" providerId="ADAL" clId="{E13908BB-FCA8-48D3-AC32-E0FE8851F1D6}" dt="2026-10-20T08:02:09.008" v="0" actId="47"/>
        <pc:sldMkLst>
          <pc:docMk/>
          <pc:sldMk cId="1873457686" sldId="26614"/>
        </pc:sldMkLst>
      </pc:sldChg>
      <pc:sldChg chg="del">
        <pc:chgData name="Jason Fretwell" userId="236faa51-3e25-42ea-818b-3df7392b3740" providerId="ADAL" clId="{E13908BB-FCA8-48D3-AC32-E0FE8851F1D6}" dt="2026-10-20T08:02:09.008" v="0" actId="47"/>
        <pc:sldMkLst>
          <pc:docMk/>
          <pc:sldMk cId="4118180498" sldId="26616"/>
        </pc:sldMkLst>
      </pc:sldChg>
      <pc:sldChg chg="del">
        <pc:chgData name="Jason Fretwell" userId="236faa51-3e25-42ea-818b-3df7392b3740" providerId="ADAL" clId="{E13908BB-FCA8-48D3-AC32-E0FE8851F1D6}" dt="2026-10-20T08:02:09.008" v="0" actId="47"/>
        <pc:sldMkLst>
          <pc:docMk/>
          <pc:sldMk cId="1795020167" sldId="26617"/>
        </pc:sldMkLst>
      </pc:sldChg>
      <pc:sldChg chg="del">
        <pc:chgData name="Jason Fretwell" userId="236faa51-3e25-42ea-818b-3df7392b3740" providerId="ADAL" clId="{E13908BB-FCA8-48D3-AC32-E0FE8851F1D6}" dt="2026-10-20T08:02:09.008" v="0" actId="47"/>
        <pc:sldMkLst>
          <pc:docMk/>
          <pc:sldMk cId="1229437456" sldId="26618"/>
        </pc:sldMkLst>
      </pc:sldChg>
      <pc:sldChg chg="del">
        <pc:chgData name="Jason Fretwell" userId="236faa51-3e25-42ea-818b-3df7392b3740" providerId="ADAL" clId="{E13908BB-FCA8-48D3-AC32-E0FE8851F1D6}" dt="2026-10-20T08:02:09.008" v="0" actId="47"/>
        <pc:sldMkLst>
          <pc:docMk/>
          <pc:sldMk cId="310334952" sldId="26619"/>
        </pc:sldMkLst>
      </pc:sldChg>
      <pc:sldChg chg="del">
        <pc:chgData name="Jason Fretwell" userId="236faa51-3e25-42ea-818b-3df7392b3740" providerId="ADAL" clId="{E13908BB-FCA8-48D3-AC32-E0FE8851F1D6}" dt="2026-10-20T08:02:09.008" v="0" actId="47"/>
        <pc:sldMkLst>
          <pc:docMk/>
          <pc:sldMk cId="3859804777" sldId="26622"/>
        </pc:sldMkLst>
      </pc:sldChg>
      <pc:sldChg chg="del">
        <pc:chgData name="Jason Fretwell" userId="236faa51-3e25-42ea-818b-3df7392b3740" providerId="ADAL" clId="{E13908BB-FCA8-48D3-AC32-E0FE8851F1D6}" dt="2026-10-20T08:02:09.008" v="0" actId="47"/>
        <pc:sldMkLst>
          <pc:docMk/>
          <pc:sldMk cId="3348219911" sldId="26623"/>
        </pc:sldMkLst>
      </pc:sldChg>
      <pc:sldChg chg="del">
        <pc:chgData name="Jason Fretwell" userId="236faa51-3e25-42ea-818b-3df7392b3740" providerId="ADAL" clId="{E13908BB-FCA8-48D3-AC32-E0FE8851F1D6}" dt="2026-10-20T08:02:09.008" v="0" actId="47"/>
        <pc:sldMkLst>
          <pc:docMk/>
          <pc:sldMk cId="2926051858" sldId="26624"/>
        </pc:sldMkLst>
      </pc:sldChg>
      <pc:sldChg chg="del">
        <pc:chgData name="Jason Fretwell" userId="236faa51-3e25-42ea-818b-3df7392b3740" providerId="ADAL" clId="{E13908BB-FCA8-48D3-AC32-E0FE8851F1D6}" dt="2026-10-20T08:02:09.008" v="0" actId="47"/>
        <pc:sldMkLst>
          <pc:docMk/>
          <pc:sldMk cId="888287525" sldId="26625"/>
        </pc:sldMkLst>
      </pc:sldChg>
      <pc:sldChg chg="del">
        <pc:chgData name="Jason Fretwell" userId="236faa51-3e25-42ea-818b-3df7392b3740" providerId="ADAL" clId="{E13908BB-FCA8-48D3-AC32-E0FE8851F1D6}" dt="2026-10-20T08:02:09.008" v="0" actId="47"/>
        <pc:sldMkLst>
          <pc:docMk/>
          <pc:sldMk cId="3173481444" sldId="26626"/>
        </pc:sldMkLst>
      </pc:sldChg>
      <pc:sldChg chg="del">
        <pc:chgData name="Jason Fretwell" userId="236faa51-3e25-42ea-818b-3df7392b3740" providerId="ADAL" clId="{E13908BB-FCA8-48D3-AC32-E0FE8851F1D6}" dt="2026-10-20T08:02:09.008" v="0" actId="47"/>
        <pc:sldMkLst>
          <pc:docMk/>
          <pc:sldMk cId="3712722947" sldId="26627"/>
        </pc:sldMkLst>
      </pc:sldChg>
      <pc:sldChg chg="del">
        <pc:chgData name="Jason Fretwell" userId="236faa51-3e25-42ea-818b-3df7392b3740" providerId="ADAL" clId="{E13908BB-FCA8-48D3-AC32-E0FE8851F1D6}" dt="2026-10-20T08:02:09.008" v="0" actId="47"/>
        <pc:sldMkLst>
          <pc:docMk/>
          <pc:sldMk cId="1216313872" sldId="26628"/>
        </pc:sldMkLst>
      </pc:sldChg>
      <pc:sldChg chg="del">
        <pc:chgData name="Jason Fretwell" userId="236faa51-3e25-42ea-818b-3df7392b3740" providerId="ADAL" clId="{E13908BB-FCA8-48D3-AC32-E0FE8851F1D6}" dt="2026-10-20T08:02:09.008" v="0" actId="47"/>
        <pc:sldMkLst>
          <pc:docMk/>
          <pc:sldMk cId="3421045716" sldId="26632"/>
        </pc:sldMkLst>
      </pc:sldChg>
      <pc:sldChg chg="del">
        <pc:chgData name="Jason Fretwell" userId="236faa51-3e25-42ea-818b-3df7392b3740" providerId="ADAL" clId="{E13908BB-FCA8-48D3-AC32-E0FE8851F1D6}" dt="2026-10-20T08:02:09.008" v="0" actId="47"/>
        <pc:sldMkLst>
          <pc:docMk/>
          <pc:sldMk cId="4110370595" sldId="26633"/>
        </pc:sldMkLst>
      </pc:sldChg>
      <pc:sldChg chg="del">
        <pc:chgData name="Jason Fretwell" userId="236faa51-3e25-42ea-818b-3df7392b3740" providerId="ADAL" clId="{E13908BB-FCA8-48D3-AC32-E0FE8851F1D6}" dt="2026-10-20T08:02:09.008" v="0" actId="47"/>
        <pc:sldMkLst>
          <pc:docMk/>
          <pc:sldMk cId="3684863915" sldId="26634"/>
        </pc:sldMkLst>
      </pc:sldChg>
      <pc:sldChg chg="del">
        <pc:chgData name="Jason Fretwell" userId="236faa51-3e25-42ea-818b-3df7392b3740" providerId="ADAL" clId="{E13908BB-FCA8-48D3-AC32-E0FE8851F1D6}" dt="2026-10-20T08:02:09.008" v="0" actId="47"/>
        <pc:sldMkLst>
          <pc:docMk/>
          <pc:sldMk cId="399756235" sldId="26635"/>
        </pc:sldMkLst>
      </pc:sldChg>
      <pc:sldChg chg="del">
        <pc:chgData name="Jason Fretwell" userId="236faa51-3e25-42ea-818b-3df7392b3740" providerId="ADAL" clId="{E13908BB-FCA8-48D3-AC32-E0FE8851F1D6}" dt="2026-10-20T08:02:09.008" v="0" actId="47"/>
        <pc:sldMkLst>
          <pc:docMk/>
          <pc:sldMk cId="3494700365" sldId="26636"/>
        </pc:sldMkLst>
      </pc:sldChg>
      <pc:sldChg chg="del">
        <pc:chgData name="Jason Fretwell" userId="236faa51-3e25-42ea-818b-3df7392b3740" providerId="ADAL" clId="{E13908BB-FCA8-48D3-AC32-E0FE8851F1D6}" dt="2026-10-20T08:02:09.008" v="0" actId="47"/>
        <pc:sldMkLst>
          <pc:docMk/>
          <pc:sldMk cId="1090513017" sldId="26637"/>
        </pc:sldMkLst>
      </pc:sldChg>
      <pc:sldChg chg="del">
        <pc:chgData name="Jason Fretwell" userId="236faa51-3e25-42ea-818b-3df7392b3740" providerId="ADAL" clId="{E13908BB-FCA8-48D3-AC32-E0FE8851F1D6}" dt="2026-10-20T08:02:09.008" v="0" actId="47"/>
        <pc:sldMkLst>
          <pc:docMk/>
          <pc:sldMk cId="2314008795" sldId="26640"/>
        </pc:sldMkLst>
      </pc:sldChg>
      <pc:sldChg chg="del">
        <pc:chgData name="Jason Fretwell" userId="236faa51-3e25-42ea-818b-3df7392b3740" providerId="ADAL" clId="{E13908BB-FCA8-48D3-AC32-E0FE8851F1D6}" dt="2026-10-20T08:02:09.008" v="0" actId="47"/>
        <pc:sldMkLst>
          <pc:docMk/>
          <pc:sldMk cId="1507145016" sldId="26641"/>
        </pc:sldMkLst>
      </pc:sldChg>
      <pc:sldChg chg="del">
        <pc:chgData name="Jason Fretwell" userId="236faa51-3e25-42ea-818b-3df7392b3740" providerId="ADAL" clId="{E13908BB-FCA8-48D3-AC32-E0FE8851F1D6}" dt="2026-10-20T08:02:09.008" v="0" actId="47"/>
        <pc:sldMkLst>
          <pc:docMk/>
          <pc:sldMk cId="3490087876" sldId="26642"/>
        </pc:sldMkLst>
      </pc:sldChg>
      <pc:sldChg chg="del">
        <pc:chgData name="Jason Fretwell" userId="236faa51-3e25-42ea-818b-3df7392b3740" providerId="ADAL" clId="{E13908BB-FCA8-48D3-AC32-E0FE8851F1D6}" dt="2026-10-20T08:02:09.008" v="0" actId="47"/>
        <pc:sldMkLst>
          <pc:docMk/>
          <pc:sldMk cId="2898456297" sldId="26643"/>
        </pc:sldMkLst>
      </pc:sldChg>
      <pc:sldChg chg="del">
        <pc:chgData name="Jason Fretwell" userId="236faa51-3e25-42ea-818b-3df7392b3740" providerId="ADAL" clId="{E13908BB-FCA8-48D3-AC32-E0FE8851F1D6}" dt="2026-10-20T08:02:09.008" v="0" actId="47"/>
        <pc:sldMkLst>
          <pc:docMk/>
          <pc:sldMk cId="3790239775" sldId="26644"/>
        </pc:sldMkLst>
      </pc:sldChg>
      <pc:sldChg chg="del">
        <pc:chgData name="Jason Fretwell" userId="236faa51-3e25-42ea-818b-3df7392b3740" providerId="ADAL" clId="{E13908BB-FCA8-48D3-AC32-E0FE8851F1D6}" dt="2026-10-20T08:02:09.008" v="0" actId="47"/>
        <pc:sldMkLst>
          <pc:docMk/>
          <pc:sldMk cId="3281973943" sldId="26645"/>
        </pc:sldMkLst>
      </pc:sldChg>
      <pc:sldChg chg="del">
        <pc:chgData name="Jason Fretwell" userId="236faa51-3e25-42ea-818b-3df7392b3740" providerId="ADAL" clId="{E13908BB-FCA8-48D3-AC32-E0FE8851F1D6}" dt="2026-10-20T08:02:09.008" v="0" actId="47"/>
        <pc:sldMkLst>
          <pc:docMk/>
          <pc:sldMk cId="2836781606" sldId="26648"/>
        </pc:sldMkLst>
      </pc:sldChg>
      <pc:sldChg chg="del">
        <pc:chgData name="Jason Fretwell" userId="236faa51-3e25-42ea-818b-3df7392b3740" providerId="ADAL" clId="{E13908BB-FCA8-48D3-AC32-E0FE8851F1D6}" dt="2026-10-20T08:02:09.008" v="0" actId="47"/>
        <pc:sldMkLst>
          <pc:docMk/>
          <pc:sldMk cId="1032853554" sldId="26649"/>
        </pc:sldMkLst>
      </pc:sldChg>
      <pc:sldChg chg="del">
        <pc:chgData name="Jason Fretwell" userId="236faa51-3e25-42ea-818b-3df7392b3740" providerId="ADAL" clId="{E13908BB-FCA8-48D3-AC32-E0FE8851F1D6}" dt="2026-10-20T08:02:09.008" v="0" actId="47"/>
        <pc:sldMkLst>
          <pc:docMk/>
          <pc:sldMk cId="595248627" sldId="26650"/>
        </pc:sldMkLst>
      </pc:sldChg>
      <pc:sldChg chg="del">
        <pc:chgData name="Jason Fretwell" userId="236faa51-3e25-42ea-818b-3df7392b3740" providerId="ADAL" clId="{E13908BB-FCA8-48D3-AC32-E0FE8851F1D6}" dt="2026-10-20T08:02:09.008" v="0" actId="47"/>
        <pc:sldMkLst>
          <pc:docMk/>
          <pc:sldMk cId="1105098779" sldId="26652"/>
        </pc:sldMkLst>
      </pc:sldChg>
      <pc:sldChg chg="del">
        <pc:chgData name="Jason Fretwell" userId="236faa51-3e25-42ea-818b-3df7392b3740" providerId="ADAL" clId="{E13908BB-FCA8-48D3-AC32-E0FE8851F1D6}" dt="2026-10-20T08:02:09.008" v="0" actId="47"/>
        <pc:sldMkLst>
          <pc:docMk/>
          <pc:sldMk cId="2378322298" sldId="26653"/>
        </pc:sldMkLst>
      </pc:sldChg>
      <pc:sldMasterChg chg="delSldLayout">
        <pc:chgData name="Jason Fretwell" userId="236faa51-3e25-42ea-818b-3df7392b3740" providerId="ADAL" clId="{E13908BB-FCA8-48D3-AC32-E0FE8851F1D6}" dt="2026-10-20T08:02:09.008" v="0" actId="47"/>
        <pc:sldMasterMkLst>
          <pc:docMk/>
          <pc:sldMasterMk cId="4123316428" sldId="2147483660"/>
        </pc:sldMasterMkLst>
        <pc:sldLayoutChg chg="del">
          <pc:chgData name="Jason Fretwell" userId="236faa51-3e25-42ea-818b-3df7392b3740" providerId="ADAL" clId="{E13908BB-FCA8-48D3-AC32-E0FE8851F1D6}" dt="2026-10-20T08:02:09.008" v="0" actId="47"/>
          <pc:sldLayoutMkLst>
            <pc:docMk/>
            <pc:sldMasterMk cId="4123316428" sldId="2147483660"/>
            <pc:sldLayoutMk cId="130593015" sldId="2147483743"/>
          </pc:sldLayoutMkLst>
        </pc:sldLayoutChg>
        <pc:sldLayoutChg chg="del">
          <pc:chgData name="Jason Fretwell" userId="236faa51-3e25-42ea-818b-3df7392b3740" providerId="ADAL" clId="{E13908BB-FCA8-48D3-AC32-E0FE8851F1D6}" dt="2026-10-20T08:02:09.008" v="0" actId="47"/>
          <pc:sldLayoutMkLst>
            <pc:docMk/>
            <pc:sldMasterMk cId="4123316428" sldId="2147483660"/>
            <pc:sldLayoutMk cId="3076037537" sldId="214748374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20/10/2026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35</a:t>
            </a:r>
          </a:p>
          <a:p>
            <a:pPr marL="285750" indent="-285750">
              <a:buFont typeface="Arial" panose="020B0604020202020204" pitchFamily="34" charset="0"/>
              <a:buChar char="•"/>
            </a:pPr>
            <a:r>
              <a:rPr lang="en-AU"/>
              <a:t>Stage 2 Year B Unit 34</a:t>
            </a:r>
          </a:p>
          <a:p>
            <a:pPr marL="285750" indent="-285750">
              <a:buFont typeface="Arial" panose="020B0604020202020204" pitchFamily="34" charset="0"/>
              <a:buChar char="•"/>
            </a:pPr>
            <a:r>
              <a:rPr lang="en-AU"/>
              <a:t>Stage 2 Year B Unit 33</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Finding unknown quantities</a:t>
            </a:r>
          </a:p>
          <a:p>
            <a:endParaRPr lang="en-AU" b="1"/>
          </a:p>
          <a:p>
            <a:pPr marL="342900" lvl="0" indent="-342900">
              <a:lnSpc>
                <a:spcPct val="150000"/>
              </a:lnSpc>
              <a:spcBef>
                <a:spcPts val="1200"/>
              </a:spcBef>
              <a:spcAft>
                <a:spcPts val="600"/>
              </a:spcAft>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Students solve the number sentences to find the missing number and record their answers on an individual whiteboard.</a:t>
            </a:r>
            <a:endParaRPr lang="en-AU" sz="16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Encourage students to show and explain the strategies they applied.</a:t>
            </a:r>
          </a:p>
          <a:p>
            <a:pPr marL="342900" lvl="0" indent="-34290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Discuss the strategies used to solve the problems.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929E0-3644-16AF-6C27-9FB108EFC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3914B-63DA-512B-D8AF-E47481B9E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9263E-5642-A3E8-2C05-2C339B32431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Non-spatial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B758394-4392-D809-0FDD-8139C3EF1E9D}"/>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3186765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latin typeface="Arial"/>
                <a:cs typeface="Arial"/>
              </a:rPr>
              <a:t>Syllabus focus area:</a:t>
            </a:r>
          </a:p>
          <a:p>
            <a:r>
              <a:rPr lang="en-AU">
                <a:latin typeface="Arial"/>
                <a:cs typeface="Arial"/>
              </a:rPr>
              <a:t>Multiplicative relations B</a:t>
            </a:r>
          </a:p>
          <a:p>
            <a:endParaRPr lang="en-AU" b="1">
              <a:latin typeface="Arial"/>
              <a:cs typeface="Arial"/>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kumimoji="0" lang="en-AU" sz="3600" b="1" i="0" u="none" strike="noStrike" kern="1200" cap="none" spc="0" normalizeH="0" baseline="0" noProof="0">
                <a:ln>
                  <a:noFill/>
                </a:ln>
                <a:solidFill>
                  <a:srgbClr val="002664"/>
                </a:solidFill>
                <a:effectLst/>
                <a:uLnTx/>
                <a:uFillTx/>
                <a:latin typeface="Arial" panose="020B0604020202020204" pitchFamily="34" charset="0"/>
                <a:ea typeface="+mj-ea"/>
                <a:cs typeface="Arial" panose="020B0604020202020204" pitchFamily="34" charset="0"/>
              </a:rPr>
              <a:t>Finding unknown quantities in equivalent number sentences</a:t>
            </a:r>
            <a:endParaRPr lang="en-AU" b="1"/>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record and solve the number sentences.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show and explain the strategies they used. </a:t>
            </a:r>
          </a:p>
          <a:p>
            <a:pPr marL="285750" lvl="0" indent="-285750">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Ask students whether their strategies were efficient based on how many steps they used to solve the problem.</a:t>
            </a:r>
            <a:r>
              <a:rPr lang="en-AU" sz="1600" kern="1200">
                <a:solidFill>
                  <a:schemeClr val="tx1"/>
                </a:solidFill>
                <a:effectLst/>
                <a:latin typeface="Arial" panose="020B0604020202020204" pitchFamily="34" charset="0"/>
                <a:ea typeface="+mn-ea"/>
                <a:cs typeface="Arial" panose="020B0604020202020204" pitchFamily="34" charset="0"/>
              </a:rPr>
              <a:t>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15F1-86C7-C174-0500-EB2F00490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D0ABC-5881-26C8-6C2A-0B2352E61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2C262-9CD5-3EF4-F191-06B32C392E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71114BD-76FF-7CCB-7BF6-FA024EA18250}"/>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776917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Solving addition problems using regrouping and place value</a:t>
            </a:r>
          </a:p>
          <a:p>
            <a:endParaRPr lang="en-AU" b="1"/>
          </a:p>
          <a:p>
            <a:pPr marL="342900" lvl="0" indent="-34290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On an individual whiteboard, students use regrouping to solve the addition problem.</a:t>
            </a:r>
          </a:p>
          <a:p>
            <a:pPr marL="342900" lvl="0" indent="-34290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Students repeat, this time by separating the numbers by place value: 538 = 500 (hundreds) + 30 (tens) + 8 (ones) </a:t>
            </a:r>
            <a:r>
              <a:rPr lang="en-AU" sz="1600" i="1">
                <a:effectLst/>
                <a:latin typeface="Arial" panose="020B0604020202020204" pitchFamily="34" charset="0"/>
                <a:ea typeface="Calibri" panose="020F0502020204030204" pitchFamily="34" charset="0"/>
              </a:rPr>
              <a:t>+</a:t>
            </a:r>
            <a:r>
              <a:rPr lang="en-AU" sz="1600">
                <a:effectLst/>
                <a:latin typeface="Arial" panose="020B0604020202020204" pitchFamily="34" charset="0"/>
                <a:ea typeface="Calibri" panose="020F0502020204030204" pitchFamily="34" charset="0"/>
              </a:rPr>
              <a:t> 74 = 70 (tens) + 4 (ones)</a:t>
            </a:r>
          </a:p>
          <a:p>
            <a:pPr marL="342900" lvl="0" indent="-34290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Students then selecting another flexible strategy by referring to the class anchor chart.</a:t>
            </a:r>
          </a:p>
          <a:p>
            <a:pPr marL="285750" indent="-285750">
              <a:buFont typeface="Arial" panose="020B0604020202020204" pitchFamily="34" charset="0"/>
              <a:buChar char="•"/>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 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B</a:t>
            </a:r>
          </a:p>
          <a:p>
            <a:endParaRPr lang="en-AU" dirty="0"/>
          </a:p>
          <a:p>
            <a:r>
              <a:rPr lang="en-AU" b="1" dirty="0"/>
              <a:t>Solving subtraction problems using regrouping and place value</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On an individual whiteboard, students use regrouping to solve the subtraction problem.</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repeat, this time solve by separating by place value: 538 = 500 (hundreds) + 30 (tens) + 8 (ones) </a:t>
            </a:r>
            <a:r>
              <a:rPr lang="en-AU" sz="1600" i="1" kern="1200" dirty="0">
                <a:solidFill>
                  <a:schemeClr val="tx1"/>
                </a:solidFill>
                <a:effectLst/>
                <a:latin typeface="Arial" panose="020B0604020202020204" pitchFamily="34" charset="0"/>
                <a:ea typeface="+mn-ea"/>
                <a:cs typeface="Arial" panose="020B0604020202020204" pitchFamily="34" charset="0"/>
              </a:rPr>
              <a:t>minus</a:t>
            </a:r>
            <a:r>
              <a:rPr lang="en-AU" sz="1600" kern="1200" dirty="0">
                <a:solidFill>
                  <a:schemeClr val="tx1"/>
                </a:solidFill>
                <a:effectLst/>
                <a:latin typeface="Arial" panose="020B0604020202020204" pitchFamily="34" charset="0"/>
                <a:ea typeface="+mn-ea"/>
                <a:cs typeface="Arial" panose="020B0604020202020204" pitchFamily="34" charset="0"/>
              </a:rPr>
              <a:t> 74 = 70 (tens) + 4 (ones)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then select another flexible strategy by referring to the class anchor chart.</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50"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4" Type="http://schemas.openxmlformats.org/officeDocument/2006/relationships/slide" Target="slide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aligns to the learning in Stage 2 Year B Unit 35 and revisits content from earlier sample units.</a:t>
            </a: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35</a:t>
            </a:r>
          </a:p>
        </p:txBody>
      </p:sp>
      <p:pic>
        <p:nvPicPr>
          <p:cNvPr id="5" name="Picture Placeholder 4" descr="A group of dice on an orange surface">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 action="ppaction://noaction"/>
                </a:rPr>
                <a:t>Review of learning </a:t>
              </a:r>
              <a:r>
                <a:rPr lang="en-AU">
                  <a:solidFill>
                    <a:schemeClr val="accent1"/>
                  </a:solidFill>
                  <a:latin typeface="+mj-lt"/>
                  <a:hlinkClick r:id="" action="ppaction://noaction"/>
                </a:rPr>
                <a:t>5</a:t>
              </a:r>
              <a:endParaRPr lang="en-AU">
                <a:solidFill>
                  <a:schemeClr val="accent1"/>
                </a:solidFill>
              </a:endParaRPr>
            </a:p>
          </p:txBody>
        </p:sp>
        <p:sp>
          <p:nvSpPr>
            <p:cNvPr id="19" name="Oval 18">
              <a:hlinkClick r:id="" action="ppaction://noaction"/>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 action="ppaction://noaction"/>
                </a:rPr>
                <a:t>Review of learning </a:t>
              </a:r>
              <a:r>
                <a:rPr lang="en-AU">
                  <a:solidFill>
                    <a:schemeClr val="accent1"/>
                  </a:solidFill>
                  <a:latin typeface="+mj-lt"/>
                  <a:hlinkClick r:id="" action="ppaction://noaction"/>
                </a:rPr>
                <a:t>6</a:t>
              </a:r>
              <a:endParaRPr lang="en-AU">
                <a:solidFill>
                  <a:schemeClr val="accent1"/>
                </a:solidFill>
              </a:endParaRPr>
            </a:p>
          </p:txBody>
        </p:sp>
        <p:sp>
          <p:nvSpPr>
            <p:cNvPr id="45" name="Oval 44">
              <a:hlinkClick r:id="" action="ppaction://noaction"/>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 action="ppaction://noaction"/>
                </a:rPr>
                <a:t>Review of learning </a:t>
              </a:r>
              <a:r>
                <a:rPr lang="en-AU">
                  <a:solidFill>
                    <a:schemeClr val="accent1"/>
                  </a:solidFill>
                  <a:latin typeface="+mj-lt"/>
                  <a:hlinkClick r:id="" action="ppaction://noaction"/>
                </a:rPr>
                <a:t>7</a:t>
              </a:r>
              <a:endParaRPr lang="en-AU">
                <a:solidFill>
                  <a:schemeClr val="accent1"/>
                </a:solidFill>
              </a:endParaRPr>
            </a:p>
          </p:txBody>
        </p:sp>
        <p:sp>
          <p:nvSpPr>
            <p:cNvPr id="42" name="Oval 41">
              <a:hlinkClick r:id="" action="ppaction://noaction"/>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 action="ppaction://noaction"/>
                </a:rPr>
                <a:t>Review of learning </a:t>
              </a:r>
              <a:r>
                <a:rPr lang="en-AU">
                  <a:solidFill>
                    <a:schemeClr val="accent1"/>
                  </a:solidFill>
                  <a:latin typeface="+mj-lt"/>
                  <a:hlinkClick r:id="" action="ppaction://noaction"/>
                </a:rPr>
                <a:t>8</a:t>
              </a:r>
              <a:endParaRPr lang="en-AU">
                <a:solidFill>
                  <a:schemeClr val="accent1"/>
                </a:solidFill>
              </a:endParaRPr>
            </a:p>
          </p:txBody>
        </p:sp>
        <p:sp>
          <p:nvSpPr>
            <p:cNvPr id="39" name="Oval 38">
              <a:hlinkClick r:id="" action="ppaction://noaction"/>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474480" y="1114253"/>
            <a:ext cx="11243037" cy="754243"/>
          </a:xfrm>
        </p:spPr>
        <p:txBody>
          <a:bodyPr/>
          <a:lstStyle/>
          <a:p>
            <a:pPr marL="0" marR="0" lvl="0" indent="0" algn="ctr" defTabSz="914377" rtl="0" eaLnBrk="1" fontAlgn="auto" latinLnBrk="0" hangingPunct="1">
              <a:lnSpc>
                <a:spcPct val="150000"/>
              </a:lnSpc>
              <a:spcBef>
                <a:spcPts val="0"/>
              </a:spcBef>
              <a:spcAft>
                <a:spcPts val="600"/>
              </a:spcAft>
              <a:buClrTx/>
              <a:buSzTx/>
              <a:buFont typeface="Arial" panose="020B0604020202020204" pitchFamily="34" charset="0"/>
              <a:buNone/>
              <a:tabLst/>
              <a:defRPr/>
            </a:pPr>
            <a:r>
              <a:rPr kumimoji="0" lang="en-US" sz="5400" b="0" i="0" u="none" strike="noStrike" kern="1200" cap="none" spc="0" normalizeH="0" baseline="0" noProof="0" dirty="0">
                <a:ln>
                  <a:noFill/>
                </a:ln>
                <a:solidFill>
                  <a:schemeClr val="accent2"/>
                </a:solidFill>
                <a:effectLst/>
                <a:uLnTx/>
                <a:uFillTx/>
                <a:latin typeface="Arial" panose="020B0604020202020204" pitchFamily="34" charset="0"/>
                <a:ea typeface="+mn-ea"/>
                <a:cs typeface="Arial" panose="020B0604020202020204" pitchFamily="34" charset="0"/>
              </a:rPr>
              <a:t>94 </a:t>
            </a:r>
            <a:r>
              <a:rPr kumimoji="0" lang="en-AU" sz="5400" b="0" i="0" u="none" strike="noStrike" kern="1200" cap="none" spc="0" normalizeH="0" baseline="0" noProof="0" dirty="0">
                <a:ln>
                  <a:noFill/>
                </a:ln>
                <a:solidFill>
                  <a:schemeClr val="accent2"/>
                </a:solidFill>
                <a:effectLst/>
                <a:uLnTx/>
                <a:uFillTx/>
                <a:latin typeface="Arial" panose="020B0604020202020204" pitchFamily="34" charset="0"/>
                <a:ea typeface="Calibri" panose="020F0502020204030204" pitchFamily="34" charset="0"/>
                <a:cs typeface="Arial" panose="020B0604020202020204" pitchFamily="34" charset="0"/>
              </a:rPr>
              <a:t>−      = 67</a:t>
            </a:r>
            <a:r>
              <a:rPr kumimoji="0" lang="en-US" sz="5400" b="0" i="0" u="none" strike="noStrike" kern="1200" cap="none" spc="0" normalizeH="0" baseline="0" noProof="0" dirty="0">
                <a:ln>
                  <a:noFill/>
                </a:ln>
                <a:solidFill>
                  <a:schemeClr val="accent2"/>
                </a:solidFill>
                <a:effectLst/>
                <a:uLnTx/>
                <a:uFillTx/>
                <a:latin typeface="Arial" panose="020B0604020202020204" pitchFamily="34" charset="0"/>
                <a:ea typeface="+mn-ea"/>
                <a:cs typeface="Arial" panose="020B0604020202020204" pitchFamily="34" charset="0"/>
              </a:rPr>
              <a:t> </a:t>
            </a:r>
          </a:p>
          <a:p>
            <a:endParaRPr lang="en-US" sz="4400" dirty="0"/>
          </a:p>
        </p:txBody>
      </p:sp>
      <p:sp>
        <p:nvSpPr>
          <p:cNvPr id="9" name="B">
            <a:extLst>
              <a:ext uri="{FF2B5EF4-FFF2-40B4-BE49-F238E27FC236}">
                <a16:creationId xmlns:a16="http://schemas.microsoft.com/office/drawing/2014/main" id="{2579E796-78E6-099B-1516-BE205CC4FACD}"/>
              </a:ext>
            </a:extLst>
          </p:cNvPr>
          <p:cNvSpPr txBox="1"/>
          <p:nvPr/>
        </p:nvSpPr>
        <p:spPr>
          <a:xfrm>
            <a:off x="670555" y="251329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08080" y="2449386"/>
            <a:ext cx="10175920" cy="641396"/>
          </a:xfrm>
        </p:spPr>
        <p:txBody>
          <a:bodyPr anchor="ctr"/>
          <a:lstStyle/>
          <a:p>
            <a:r>
              <a:rPr lang="en-US" sz="4400" dirty="0"/>
              <a:t>24</a:t>
            </a:r>
          </a:p>
        </p:txBody>
      </p:sp>
      <p:sp>
        <p:nvSpPr>
          <p:cNvPr id="10" name="B">
            <a:extLst>
              <a:ext uri="{FF2B5EF4-FFF2-40B4-BE49-F238E27FC236}">
                <a16:creationId xmlns:a16="http://schemas.microsoft.com/office/drawing/2014/main" id="{04CBC687-138E-8135-BF08-A76285D998BD}"/>
              </a:ext>
            </a:extLst>
          </p:cNvPr>
          <p:cNvSpPr txBox="1"/>
          <p:nvPr/>
        </p:nvSpPr>
        <p:spPr>
          <a:xfrm>
            <a:off x="670559" y="356832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3498319"/>
            <a:ext cx="10175920" cy="641396"/>
          </a:xfrm>
        </p:spPr>
        <p:txBody>
          <a:bodyPr anchor="ctr"/>
          <a:lstStyle/>
          <a:p>
            <a:r>
              <a:rPr lang="en-US" sz="4400" dirty="0"/>
              <a:t>27</a:t>
            </a:r>
          </a:p>
        </p:txBody>
      </p:sp>
      <p:sp>
        <p:nvSpPr>
          <p:cNvPr id="12" name="C">
            <a:extLst>
              <a:ext uri="{FF2B5EF4-FFF2-40B4-BE49-F238E27FC236}">
                <a16:creationId xmlns:a16="http://schemas.microsoft.com/office/drawing/2014/main" id="{C605E3A9-768F-B21E-1E87-27B06AEB3AF5}"/>
              </a:ext>
            </a:extLst>
          </p:cNvPr>
          <p:cNvSpPr txBox="1"/>
          <p:nvPr/>
        </p:nvSpPr>
        <p:spPr>
          <a:xfrm>
            <a:off x="670558" y="46233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547252"/>
            <a:ext cx="10175920" cy="641396"/>
          </a:xfrm>
        </p:spPr>
        <p:txBody>
          <a:bodyPr anchor="ctr"/>
          <a:lstStyle/>
          <a:p>
            <a:r>
              <a:rPr lang="en-US" sz="4400"/>
              <a:t>37</a:t>
            </a:r>
          </a:p>
        </p:txBody>
      </p:sp>
      <p:sp>
        <p:nvSpPr>
          <p:cNvPr id="11" name="D">
            <a:extLst>
              <a:ext uri="{FF2B5EF4-FFF2-40B4-BE49-F238E27FC236}">
                <a16:creationId xmlns:a16="http://schemas.microsoft.com/office/drawing/2014/main" id="{8EADE37E-99CA-3A50-524F-30E28DF3B7C4}"/>
              </a:ext>
            </a:extLst>
          </p:cNvPr>
          <p:cNvSpPr txBox="1"/>
          <p:nvPr/>
        </p:nvSpPr>
        <p:spPr>
          <a:xfrm>
            <a:off x="670556" y="56783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596186"/>
            <a:ext cx="10175920" cy="641396"/>
          </a:xfrm>
        </p:spPr>
        <p:txBody>
          <a:bodyPr anchor="ctr"/>
          <a:lstStyle/>
          <a:p>
            <a:r>
              <a:rPr lang="en-US" sz="4400" dirty="0"/>
              <a:t>34</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pic>
        <p:nvPicPr>
          <p:cNvPr id="5" name="Picture 4">
            <a:extLst>
              <a:ext uri="{FF2B5EF4-FFF2-40B4-BE49-F238E27FC236}">
                <a16:creationId xmlns:a16="http://schemas.microsoft.com/office/drawing/2014/main" id="{DF241F11-652E-2F27-D0E5-4D8DFD996E7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524684" y="1441253"/>
            <a:ext cx="1142627" cy="854485"/>
          </a:xfrm>
          <a:prstGeom prst="rect">
            <a:avLst/>
          </a:prstGeom>
          <a:ln>
            <a:solidFill>
              <a:schemeClr val="accent2"/>
            </a:solidFill>
          </a:ln>
        </p:spPr>
      </p:pic>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91768A5-204E-5169-7F42-0FFD5A4AFB4D}"/>
              </a:ext>
            </a:extLst>
          </p:cNvPr>
          <p:cNvSpPr txBox="1"/>
          <p:nvPr/>
        </p:nvSpPr>
        <p:spPr>
          <a:xfrm>
            <a:off x="867145" y="1817557"/>
            <a:ext cx="10163331" cy="1611443"/>
          </a:xfrm>
          <a:prstGeom prst="rect">
            <a:avLst/>
          </a:prstGeom>
          <a:noFill/>
        </p:spPr>
        <p:txBody>
          <a:bodyPr wrap="none" lIns="0" tIns="0" rIns="0" bIns="0" rtlCol="0">
            <a:noAutofit/>
          </a:bodyPr>
          <a:lstStyle/>
          <a:p>
            <a:pPr algn="ctr">
              <a:lnSpc>
                <a:spcPct val="150000"/>
              </a:lnSpc>
            </a:pPr>
            <a:r>
              <a:rPr lang="en-AU" sz="5400" dirty="0">
                <a:solidFill>
                  <a:srgbClr val="146CFD"/>
                </a:solidFill>
              </a:rPr>
              <a:t>79</a:t>
            </a:r>
            <a:r>
              <a:rPr lang="en-AU" sz="5400" dirty="0">
                <a:solidFill>
                  <a:srgbClr val="146CFD"/>
                </a:solidFill>
                <a:ea typeface="Calibri" panose="020F0502020204030204" pitchFamily="34" charset="0"/>
              </a:rPr>
              <a:t> –</a:t>
            </a:r>
            <a:r>
              <a:rPr lang="en-AU" sz="5400" dirty="0">
                <a:solidFill>
                  <a:srgbClr val="146CFD"/>
                </a:solidFill>
              </a:rPr>
              <a:t> 15 = </a:t>
            </a:r>
            <a:r>
              <a:rPr lang="en-AU" sz="5400" dirty="0">
                <a:solidFill>
                  <a:srgbClr val="146CFD"/>
                </a:solidFill>
                <a:sym typeface="Wingdings" panose="05000000000000000000" pitchFamily="2" charset="2"/>
              </a:rPr>
              <a:t> </a:t>
            </a:r>
            <a:r>
              <a:rPr lang="en-AU" sz="5400" dirty="0">
                <a:solidFill>
                  <a:srgbClr val="146CFD"/>
                </a:solidFill>
                <a:ea typeface="Calibri" panose="020F0502020204030204" pitchFamily="34" charset="0"/>
              </a:rPr>
              <a:t>– </a:t>
            </a:r>
            <a:r>
              <a:rPr lang="en-AU" sz="5400" dirty="0">
                <a:solidFill>
                  <a:srgbClr val="146CFD"/>
                </a:solidFill>
                <a:sym typeface="Wingdings" panose="05000000000000000000" pitchFamily="2" charset="2"/>
              </a:rPr>
              <a:t></a:t>
            </a:r>
            <a:r>
              <a:rPr lang="en-AU" sz="5400" dirty="0">
                <a:solidFill>
                  <a:srgbClr val="146CFD"/>
                </a:solidFill>
                <a:ea typeface="Calibri" panose="020F0502020204030204" pitchFamily="34" charset="0"/>
              </a:rPr>
              <a:t>    </a:t>
            </a:r>
            <a:endParaRPr lang="en-AU" sz="5400" dirty="0">
              <a:solidFill>
                <a:srgbClr val="146CFD"/>
              </a:solidFill>
            </a:endParaRPr>
          </a:p>
          <a:p>
            <a:pPr algn="ctr">
              <a:lnSpc>
                <a:spcPct val="150000"/>
              </a:lnSpc>
            </a:pPr>
            <a:r>
              <a:rPr lang="en-AU" sz="4000" dirty="0"/>
              <a:t>	   </a:t>
            </a:r>
          </a:p>
          <a:p>
            <a:pPr algn="ctr">
              <a:lnSpc>
                <a:spcPct val="150000"/>
              </a:lnSpc>
            </a:pPr>
            <a:r>
              <a:rPr lang="en-AU" sz="4400" b="1" dirty="0"/>
              <a:t>   Communicate </a:t>
            </a:r>
            <a:r>
              <a:rPr lang="en-AU" sz="4400" dirty="0"/>
              <a:t>your </a:t>
            </a:r>
            <a:r>
              <a:rPr lang="en-AU" sz="4400" b="1" dirty="0"/>
              <a:t>reasoning</a:t>
            </a:r>
            <a:r>
              <a:rPr lang="en-AU" sz="4400" dirty="0"/>
              <a:t>.</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69B806A6-5CFE-00C2-1FD2-AD4E6B242AD9}"/>
              </a:ext>
            </a:extLst>
          </p:cNvPr>
          <p:cNvSpPr txBox="1"/>
          <p:nvPr/>
        </p:nvSpPr>
        <p:spPr>
          <a:xfrm>
            <a:off x="-320937" y="1020266"/>
            <a:ext cx="12833873" cy="1701606"/>
          </a:xfrm>
          <a:prstGeom prst="rect">
            <a:avLst/>
          </a:prstGeom>
          <a:noFill/>
        </p:spPr>
        <p:txBody>
          <a:bodyPr wrap="none" lIns="0" tIns="0" rIns="0" bIns="0" rtlCol="0">
            <a:noAutofit/>
          </a:bodyPr>
          <a:lstStyle/>
          <a:p>
            <a:pPr algn="ctr">
              <a:lnSpc>
                <a:spcPct val="150000"/>
              </a:lnSpc>
            </a:pPr>
            <a:r>
              <a:rPr lang="en-AU" sz="4000" b="1" dirty="0"/>
              <a:t>Record</a:t>
            </a:r>
            <a:r>
              <a:rPr lang="en-AU" sz="4000" dirty="0"/>
              <a:t> the objects that have a </a:t>
            </a:r>
            <a:r>
              <a:rPr lang="en-AU" sz="4000" b="1" dirty="0"/>
              <a:t>mass</a:t>
            </a:r>
            <a:r>
              <a:rPr lang="en-AU" sz="4000" dirty="0"/>
              <a:t> of </a:t>
            </a:r>
          </a:p>
          <a:p>
            <a:pPr algn="ctr">
              <a:lnSpc>
                <a:spcPct val="150000"/>
              </a:lnSpc>
            </a:pPr>
            <a:r>
              <a:rPr lang="en-AU" sz="4000" b="1" dirty="0"/>
              <a:t>about 1 kilogram</a:t>
            </a:r>
            <a:r>
              <a:rPr lang="en-AU" sz="4000" dirty="0"/>
              <a:t>.</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5" name="Picture 4" descr="Images showing four objects of differnt sizes, labeled A through D: A: a yellow car, B: a green cabbage, C: a red apple, and D: a tray of  24 white eggs. T">
            <a:extLst>
              <a:ext uri="{FF2B5EF4-FFF2-40B4-BE49-F238E27FC236}">
                <a16:creationId xmlns:a16="http://schemas.microsoft.com/office/drawing/2014/main" id="{93917964-762A-0277-159B-45C8191DE4DD}"/>
              </a:ext>
            </a:extLst>
          </p:cNvPr>
          <p:cNvPicPr>
            <a:picLocks noChangeAspect="1"/>
          </p:cNvPicPr>
          <p:nvPr/>
        </p:nvPicPr>
        <p:blipFill>
          <a:blip r:embed="rId4"/>
          <a:srcRect t="34259" r="547" b="14876"/>
          <a:stretch>
            <a:fillRect/>
          </a:stretch>
        </p:blipFill>
        <p:spPr>
          <a:xfrm>
            <a:off x="1020551" y="3025277"/>
            <a:ext cx="10150896" cy="3670723"/>
          </a:xfrm>
          <a:prstGeom prst="rect">
            <a:avLst/>
          </a:prstGeom>
        </p:spPr>
      </p:pic>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0A46893-0991-7A97-5F1C-7A71023E2C1D}"/>
              </a:ext>
            </a:extLst>
          </p:cNvPr>
          <p:cNvSpPr txBox="1"/>
          <p:nvPr/>
        </p:nvSpPr>
        <p:spPr>
          <a:xfrm>
            <a:off x="1390185" y="2666381"/>
            <a:ext cx="9411629" cy="1136185"/>
          </a:xfrm>
          <a:prstGeom prst="rect">
            <a:avLst/>
          </a:prstGeom>
          <a:noFill/>
        </p:spPr>
        <p:txBody>
          <a:bodyPr wrap="square" lIns="0" tIns="0" rIns="0" bIns="0" rtlCol="0">
            <a:noAutofit/>
          </a:bodyPr>
          <a:lstStyle/>
          <a:p>
            <a:pPr algn="ctr">
              <a:lnSpc>
                <a:spcPct val="150000"/>
              </a:lnSpc>
            </a:pPr>
            <a:r>
              <a:rPr lang="en-AU" sz="4400" dirty="0"/>
              <a:t>Record the </a:t>
            </a:r>
            <a:r>
              <a:rPr lang="en-AU" sz="4400" b="1" dirty="0"/>
              <a:t>first ten multiples of 6.</a:t>
            </a:r>
          </a:p>
          <a:p>
            <a:pPr algn="l"/>
            <a:endParaRPr lang="en-AU" sz="2000" dirty="0"/>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F382948-F597-CD30-6E1F-3A5B8BA4305E}"/>
              </a:ext>
            </a:extLst>
          </p:cNvPr>
          <p:cNvSpPr txBox="1"/>
          <p:nvPr/>
        </p:nvSpPr>
        <p:spPr>
          <a:xfrm>
            <a:off x="246024" y="1340445"/>
            <a:ext cx="4961300" cy="3497946"/>
          </a:xfrm>
          <a:prstGeom prst="rect">
            <a:avLst/>
          </a:prstGeom>
          <a:noFill/>
        </p:spPr>
        <p:txBody>
          <a:bodyPr wrap="square" lIns="0" tIns="0" rIns="0" bIns="0" rtlCol="0">
            <a:noAutofit/>
          </a:bodyPr>
          <a:lstStyle/>
          <a:p>
            <a:pPr marL="285750" indent="-285750">
              <a:lnSpc>
                <a:spcPct val="150000"/>
              </a:lnSpc>
              <a:spcBef>
                <a:spcPts val="1200"/>
              </a:spcBef>
              <a:spcAft>
                <a:spcPts val="600"/>
              </a:spcAft>
              <a:buFont typeface="Arial" panose="020B0604020202020204" pitchFamily="34" charset="0"/>
              <a:buChar char="•"/>
            </a:pPr>
            <a:r>
              <a:rPr lang="en-AU" sz="3000" b="1" dirty="0"/>
              <a:t>Start </a:t>
            </a:r>
            <a:r>
              <a:rPr lang="en-AU" sz="3000" dirty="0"/>
              <a:t>at the </a:t>
            </a:r>
            <a:r>
              <a:rPr lang="en-AU" sz="3000" b="1" dirty="0"/>
              <a:t>school office</a:t>
            </a:r>
            <a:r>
              <a:rPr lang="en-AU" sz="3000" dirty="0"/>
              <a:t>.</a:t>
            </a:r>
          </a:p>
          <a:p>
            <a:pPr marL="285750" indent="-285750">
              <a:lnSpc>
                <a:spcPct val="150000"/>
              </a:lnSpc>
              <a:spcBef>
                <a:spcPts val="1200"/>
              </a:spcBef>
              <a:spcAft>
                <a:spcPts val="600"/>
              </a:spcAft>
              <a:buFont typeface="Arial" panose="020B0604020202020204" pitchFamily="34" charset="0"/>
              <a:buChar char="•"/>
            </a:pPr>
            <a:r>
              <a:rPr lang="en-AU" sz="3000" dirty="0"/>
              <a:t>Go </a:t>
            </a:r>
            <a:r>
              <a:rPr lang="en-AU" sz="3000" b="1" dirty="0"/>
              <a:t>east past the canteen</a:t>
            </a:r>
            <a:r>
              <a:rPr lang="en-AU" sz="3000" dirty="0"/>
              <a:t>. </a:t>
            </a:r>
          </a:p>
          <a:p>
            <a:pPr marL="285750" indent="-285750">
              <a:lnSpc>
                <a:spcPct val="150000"/>
              </a:lnSpc>
              <a:spcBef>
                <a:spcPts val="1200"/>
              </a:spcBef>
              <a:spcAft>
                <a:spcPts val="600"/>
              </a:spcAft>
              <a:buFont typeface="Arial" panose="020B0604020202020204" pitchFamily="34" charset="0"/>
              <a:buChar char="•"/>
            </a:pPr>
            <a:r>
              <a:rPr lang="en-AU" sz="3000" dirty="0"/>
              <a:t>Head </a:t>
            </a:r>
            <a:r>
              <a:rPr lang="en-AU" sz="3000" b="1" dirty="0"/>
              <a:t>south</a:t>
            </a:r>
            <a:r>
              <a:rPr lang="en-AU" sz="3000" dirty="0"/>
              <a:t> when you reach the </a:t>
            </a:r>
            <a:r>
              <a:rPr lang="en-AU" sz="3000" b="1" dirty="0"/>
              <a:t>long jump pit</a:t>
            </a:r>
            <a:r>
              <a:rPr lang="en-AU" sz="3000" dirty="0"/>
              <a:t>.</a:t>
            </a:r>
          </a:p>
          <a:p>
            <a:pPr marL="285750" indent="-285750">
              <a:lnSpc>
                <a:spcPct val="150000"/>
              </a:lnSpc>
              <a:spcBef>
                <a:spcPts val="1200"/>
              </a:spcBef>
              <a:spcAft>
                <a:spcPts val="600"/>
              </a:spcAft>
              <a:buFont typeface="Arial" panose="020B0604020202020204" pitchFamily="34" charset="0"/>
              <a:buChar char="•"/>
            </a:pPr>
            <a:r>
              <a:rPr lang="en-AU" sz="3000" dirty="0"/>
              <a:t>What </a:t>
            </a:r>
            <a:r>
              <a:rPr lang="en-AU" sz="3000" b="1" dirty="0"/>
              <a:t>area </a:t>
            </a:r>
            <a:r>
              <a:rPr lang="en-AU" sz="3000" dirty="0"/>
              <a:t>can you see when you look </a:t>
            </a:r>
            <a:r>
              <a:rPr lang="en-AU" sz="3000" b="1" dirty="0"/>
              <a:t>east</a:t>
            </a:r>
            <a:r>
              <a:rPr lang="en-AU" sz="3000" dirty="0"/>
              <a:t>?</a:t>
            </a:r>
            <a:endParaRPr lang="en-AU" sz="3000" b="1" dirty="0"/>
          </a:p>
        </p:txBody>
      </p:sp>
      <p:pic>
        <p:nvPicPr>
          <p:cNvPr id="5" name="Picture 4" descr="A map of a school, showing labelled blocks, play areas, and facilities arranged within a grid marked by letters A-J and numbers 1-7. Key features include a playground, soccer field, basketball and handball courts, covered play area, library, office, canteen, and a car park, with roads bordering the top and bottom edges.&#10;&#10;">
            <a:extLst>
              <a:ext uri="{FF2B5EF4-FFF2-40B4-BE49-F238E27FC236}">
                <a16:creationId xmlns:a16="http://schemas.microsoft.com/office/drawing/2014/main" id="{B0EBC494-0309-D390-686C-93D228B0C0B9}"/>
              </a:ext>
            </a:extLst>
          </p:cNvPr>
          <p:cNvPicPr>
            <a:picLocks noChangeAspect="1"/>
          </p:cNvPicPr>
          <p:nvPr/>
        </p:nvPicPr>
        <p:blipFill>
          <a:blip r:embed="rId4">
            <a:extLst>
              <a:ext uri="{28A0092B-C50C-407E-A947-70E740481C1C}">
                <a14:useLocalDpi xmlns:a14="http://schemas.microsoft.com/office/drawing/2010/main" val="0"/>
              </a:ext>
            </a:extLst>
          </a:blip>
          <a:srcRect l="6469" t="5249" r="6561" b="4987"/>
          <a:stretch>
            <a:fillRect/>
          </a:stretch>
        </p:blipFill>
        <p:spPr>
          <a:xfrm>
            <a:off x="5545459" y="1566613"/>
            <a:ext cx="6400517" cy="4670765"/>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finding unknown quantities</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D798AEF1-8C87-05AA-6A01-F549DC713E09}"/>
              </a:ext>
            </a:extLst>
          </p:cNvPr>
          <p:cNvSpPr txBox="1"/>
          <p:nvPr/>
        </p:nvSpPr>
        <p:spPr>
          <a:xfrm>
            <a:off x="581208" y="980977"/>
            <a:ext cx="10885795" cy="1391728"/>
          </a:xfrm>
          <a:prstGeom prst="rect">
            <a:avLst/>
          </a:prstGeom>
          <a:noFill/>
        </p:spPr>
        <p:txBody>
          <a:bodyPr wrap="square">
            <a:spAutoFit/>
          </a:bodyPr>
          <a:lstStyle/>
          <a:p>
            <a:pPr algn="ctr">
              <a:lnSpc>
                <a:spcPct val="150000"/>
              </a:lnSpc>
            </a:pPr>
            <a:r>
              <a:rPr lang="en-AU" sz="3000"/>
              <a:t>Find the </a:t>
            </a:r>
            <a:r>
              <a:rPr lang="en-AU" sz="3000" b="1"/>
              <a:t>missing numbers </a:t>
            </a:r>
            <a:r>
              <a:rPr lang="en-AU" sz="3000"/>
              <a:t>that make </a:t>
            </a:r>
            <a:r>
              <a:rPr lang="en-AU" sz="3000" b="1"/>
              <a:t>both sides </a:t>
            </a:r>
            <a:r>
              <a:rPr lang="en-AU" sz="3000"/>
              <a:t>of a number sentence </a:t>
            </a:r>
            <a:r>
              <a:rPr lang="en-AU" sz="3000" b="1"/>
              <a:t>equal</a:t>
            </a:r>
            <a:r>
              <a:rPr lang="en-AU" sz="3000"/>
              <a:t>. </a:t>
            </a:r>
          </a:p>
        </p:txBody>
      </p:sp>
      <p:sp>
        <p:nvSpPr>
          <p:cNvPr id="8" name="TextBox 7">
            <a:extLst>
              <a:ext uri="{FF2B5EF4-FFF2-40B4-BE49-F238E27FC236}">
                <a16:creationId xmlns:a16="http://schemas.microsoft.com/office/drawing/2014/main" id="{0F3F4248-935E-E982-0A60-FEA449B6C2E7}"/>
              </a:ext>
            </a:extLst>
          </p:cNvPr>
          <p:cNvSpPr txBox="1"/>
          <p:nvPr/>
        </p:nvSpPr>
        <p:spPr>
          <a:xfrm>
            <a:off x="2375732" y="2438512"/>
            <a:ext cx="2814616" cy="4167488"/>
          </a:xfrm>
          <a:prstGeom prst="rect">
            <a:avLst/>
          </a:prstGeom>
          <a:noFill/>
        </p:spPr>
        <p:txBody>
          <a:bodyPr wrap="square">
            <a:spAutoFit/>
          </a:bodyPr>
          <a:lstStyle/>
          <a:p>
            <a:pPr lvl="0">
              <a:lnSpc>
                <a:spcPct val="150000"/>
              </a:lnSpc>
              <a:spcBef>
                <a:spcPts val="1200"/>
              </a:spcBef>
              <a:spcAft>
                <a:spcPts val="600"/>
              </a:spcAft>
              <a:defRPr/>
            </a:pPr>
            <a:r>
              <a:rPr lang="en-AU"/>
              <a:t>__ </a:t>
            </a: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 − 15 = 19</a:t>
            </a:r>
          </a:p>
          <a:p>
            <a:pPr lvl="0">
              <a:lnSpc>
                <a:spcPct val="150000"/>
              </a:lnSpc>
              <a:spcBef>
                <a:spcPts val="1200"/>
              </a:spcBef>
              <a:spcAft>
                <a:spcPts val="600"/>
              </a:spcAft>
              <a:defRPr/>
            </a:pPr>
            <a:r>
              <a:rPr lang="en-AU"/>
              <a:t>__ </a:t>
            </a: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 + 9 = 17</a:t>
            </a:r>
          </a:p>
          <a:p>
            <a:pPr lvl="0">
              <a:lnSpc>
                <a:spcPct val="150000"/>
              </a:lnSpc>
              <a:spcBef>
                <a:spcPts val="1200"/>
              </a:spcBef>
              <a:spcAft>
                <a:spcPts val="600"/>
              </a:spcAft>
              <a:defRPr/>
            </a:pP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32 − </a:t>
            </a:r>
            <a:r>
              <a:rPr lang="en-AU"/>
              <a:t>__ </a:t>
            </a: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 = 19</a:t>
            </a:r>
          </a:p>
          <a:p>
            <a:pPr lvl="0">
              <a:lnSpc>
                <a:spcPct val="150000"/>
              </a:lnSpc>
              <a:spcBef>
                <a:spcPts val="1200"/>
              </a:spcBef>
              <a:spcAft>
                <a:spcPts val="600"/>
              </a:spcAft>
              <a:defRPr/>
            </a:pP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25 + </a:t>
            </a:r>
            <a:r>
              <a:rPr lang="en-AU"/>
              <a:t>__ </a:t>
            </a: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 = 48</a:t>
            </a:r>
          </a:p>
          <a:p>
            <a:pPr lvl="0">
              <a:lnSpc>
                <a:spcPct val="150000"/>
              </a:lnSpc>
              <a:spcBef>
                <a:spcPts val="1200"/>
              </a:spcBef>
              <a:spcAft>
                <a:spcPts val="600"/>
              </a:spcAft>
              <a:defRPr/>
            </a:pPr>
            <a:r>
              <a:rPr lang="en-AU"/>
              <a:t>__ </a:t>
            </a: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 − 14 = 6</a:t>
            </a:r>
          </a:p>
        </p:txBody>
      </p:sp>
      <p:sp>
        <p:nvSpPr>
          <p:cNvPr id="10" name="TextBox 9">
            <a:extLst>
              <a:ext uri="{FF2B5EF4-FFF2-40B4-BE49-F238E27FC236}">
                <a16:creationId xmlns:a16="http://schemas.microsoft.com/office/drawing/2014/main" id="{04809AA1-C3F4-1073-3861-92A96EA22D03}"/>
              </a:ext>
            </a:extLst>
          </p:cNvPr>
          <p:cNvSpPr txBox="1"/>
          <p:nvPr/>
        </p:nvSpPr>
        <p:spPr>
          <a:xfrm>
            <a:off x="6910050" y="2438512"/>
            <a:ext cx="2351028" cy="4167488"/>
          </a:xfrm>
          <a:prstGeom prst="rect">
            <a:avLst/>
          </a:prstGeom>
          <a:noFill/>
        </p:spPr>
        <p:txBody>
          <a:bodyPr wrap="square">
            <a:spAutoFit/>
          </a:bodyPr>
          <a:lstStyle/>
          <a:p>
            <a:pPr lvl="0">
              <a:lnSpc>
                <a:spcPct val="150000"/>
              </a:lnSpc>
              <a:spcBef>
                <a:spcPts val="1200"/>
              </a:spcBef>
              <a:spcAft>
                <a:spcPts val="600"/>
              </a:spcAft>
              <a:defRPr/>
            </a:pP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56 = </a:t>
            </a:r>
            <a:r>
              <a:rPr lang="en-AU"/>
              <a:t>__ </a:t>
            </a: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+ 27</a:t>
            </a:r>
          </a:p>
          <a:p>
            <a:pPr lvl="0">
              <a:lnSpc>
                <a:spcPct val="150000"/>
              </a:lnSpc>
              <a:spcBef>
                <a:spcPts val="1200"/>
              </a:spcBef>
              <a:spcAft>
                <a:spcPts val="600"/>
              </a:spcAft>
              <a:defRPr/>
            </a:pP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78 −  </a:t>
            </a:r>
            <a:r>
              <a:rPr lang="en-AU"/>
              <a:t>__ </a:t>
            </a: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 = 42</a:t>
            </a:r>
          </a:p>
          <a:p>
            <a:pPr lvl="0">
              <a:lnSpc>
                <a:spcPct val="150000"/>
              </a:lnSpc>
              <a:spcBef>
                <a:spcPts val="1200"/>
              </a:spcBef>
              <a:spcAft>
                <a:spcPts val="600"/>
              </a:spcAft>
              <a:defRPr/>
            </a:pPr>
            <a:r>
              <a:rPr lang="en-AU"/>
              <a:t>__ </a:t>
            </a: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 + 16 = 35</a:t>
            </a:r>
          </a:p>
          <a:p>
            <a:pPr lvl="0">
              <a:lnSpc>
                <a:spcPct val="150000"/>
              </a:lnSpc>
              <a:spcBef>
                <a:spcPts val="1200"/>
              </a:spcBef>
              <a:spcAft>
                <a:spcPts val="600"/>
              </a:spcAft>
              <a:defRPr/>
            </a:pP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49 = 37 + </a:t>
            </a:r>
            <a:r>
              <a:rPr lang="en-AU"/>
              <a:t>__ </a:t>
            </a:r>
            <a:endPar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endParaRPr>
          </a:p>
          <a:p>
            <a:pPr lvl="0">
              <a:lnSpc>
                <a:spcPct val="150000"/>
              </a:lnSpc>
              <a:spcBef>
                <a:spcPts val="1200"/>
              </a:spcBef>
              <a:spcAft>
                <a:spcPts val="600"/>
              </a:spcAft>
              <a:defRPr/>
            </a:pPr>
            <a:r>
              <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83 = 55 + </a:t>
            </a:r>
            <a:r>
              <a:rPr lang="en-AU"/>
              <a:t>__ </a:t>
            </a:r>
            <a:endParaRPr kumimoji="0" lang="en-AU" sz="28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endParaRP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79" y="1112787"/>
            <a:ext cx="11243037" cy="1414966"/>
          </a:xfrm>
        </p:spPr>
        <p:txBody>
          <a:bodyPr/>
          <a:lstStyle/>
          <a:p>
            <a:pPr algn="ctr"/>
            <a:r>
              <a:rPr lang="en-AU" sz="4400" dirty="0"/>
              <a:t>The </a:t>
            </a:r>
            <a:r>
              <a:rPr lang="en-AU" sz="4400" b="1" dirty="0"/>
              <a:t>missing number </a:t>
            </a:r>
            <a:r>
              <a:rPr lang="en-AU" sz="4400" dirty="0"/>
              <a:t>is </a:t>
            </a:r>
            <a:r>
              <a:rPr lang="en-AU" sz="4400" b="1" dirty="0"/>
              <a:t>21</a:t>
            </a:r>
            <a:r>
              <a:rPr lang="en-AU" sz="6000" dirty="0"/>
              <a:t>: </a:t>
            </a:r>
          </a:p>
          <a:p>
            <a:pPr algn="ctr"/>
            <a:r>
              <a:rPr lang="en-AU" sz="5400" dirty="0"/>
              <a:t>54 + 17 = 98 </a:t>
            </a:r>
            <a:r>
              <a:rPr lang="en-AU" sz="5400" dirty="0">
                <a:solidFill>
                  <a:srgbClr val="22272B"/>
                </a:solidFill>
                <a:ea typeface="Calibri" panose="020F0502020204030204" pitchFamily="34" charset="0"/>
              </a:rPr>
              <a:t>− </a:t>
            </a:r>
            <a:endParaRPr lang="en-AU" sz="5400" dirty="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633189728"/>
              </p:ext>
            </p:extLst>
          </p:nvPr>
        </p:nvGraphicFramePr>
        <p:xfrm>
          <a:off x="2557460" y="4515120"/>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endParaRPr lang="en-US" sz="4400" b="1" kern="1200" dirty="0">
                        <a:solidFill>
                          <a:srgbClr val="146CFD"/>
                        </a:solidFill>
                        <a:latin typeface="+mn-lt"/>
                        <a:ea typeface="+mn-ea"/>
                        <a:cs typeface="Arial"/>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7" name="TextBox 6">
            <a:extLst>
              <a:ext uri="{FF2B5EF4-FFF2-40B4-BE49-F238E27FC236}">
                <a16:creationId xmlns:a16="http://schemas.microsoft.com/office/drawing/2014/main" id="{E08828EE-4531-C4B0-55E2-686D98DB1437}"/>
              </a:ext>
            </a:extLst>
          </p:cNvPr>
          <p:cNvSpPr txBox="1"/>
          <p:nvPr/>
        </p:nvSpPr>
        <p:spPr>
          <a:xfrm>
            <a:off x="1858192" y="5623487"/>
            <a:ext cx="8949716" cy="982513"/>
          </a:xfrm>
          <a:prstGeom prst="rect">
            <a:avLst/>
          </a:prstGeom>
          <a:noFill/>
        </p:spPr>
        <p:txBody>
          <a:bodyPr wrap="square">
            <a:spAutoFit/>
          </a:bodyPr>
          <a:lstStyle/>
          <a:p>
            <a:pPr algn="ctr">
              <a:lnSpc>
                <a:spcPct val="150000"/>
              </a:lnSpc>
            </a:pPr>
            <a:r>
              <a:rPr lang="en-AU" sz="4400" b="1" dirty="0"/>
              <a:t>Communicate</a:t>
            </a:r>
            <a:r>
              <a:rPr lang="en-AU" sz="4400" dirty="0"/>
              <a:t> your </a:t>
            </a:r>
            <a:r>
              <a:rPr lang="en-AU" sz="4400" b="1" dirty="0"/>
              <a:t>reasoning</a:t>
            </a:r>
            <a:r>
              <a:rPr lang="en-AU" sz="4400" dirty="0"/>
              <a:t>.</a:t>
            </a:r>
          </a:p>
        </p:txBody>
      </p:sp>
      <p:sp>
        <p:nvSpPr>
          <p:cNvPr id="8" name="Rectangle 7">
            <a:extLst>
              <a:ext uri="{FF2B5EF4-FFF2-40B4-BE49-F238E27FC236}">
                <a16:creationId xmlns:a16="http://schemas.microsoft.com/office/drawing/2014/main" id="{B3EAF159-54A9-50EE-45AA-225F4FFAD18D}"/>
              </a:ext>
            </a:extLst>
          </p:cNvPr>
          <p:cNvSpPr/>
          <p:nvPr/>
        </p:nvSpPr>
        <p:spPr>
          <a:xfrm>
            <a:off x="8432964" y="2935219"/>
            <a:ext cx="655280" cy="662018"/>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2FB2A22-C2C5-C761-4B9B-07236DEC6ED2}"/>
              </a:ext>
            </a:extLst>
          </p:cNvPr>
          <p:cNvSpPr txBox="1"/>
          <p:nvPr/>
        </p:nvSpPr>
        <p:spPr>
          <a:xfrm>
            <a:off x="99060" y="1184223"/>
            <a:ext cx="11744940" cy="4221314"/>
          </a:xfrm>
          <a:prstGeom prst="rect">
            <a:avLst/>
          </a:prstGeom>
          <a:noFill/>
        </p:spPr>
        <p:txBody>
          <a:bodyPr wrap="none" lIns="0" tIns="0" rIns="0" bIns="0" rtlCol="0">
            <a:noAutofit/>
          </a:bodyPr>
          <a:lstStyle/>
          <a:p>
            <a:pPr algn="ctr">
              <a:lnSpc>
                <a:spcPct val="150000"/>
              </a:lnSpc>
            </a:pPr>
            <a:r>
              <a:rPr lang="en-AU" sz="4400" dirty="0"/>
              <a:t>Find the </a:t>
            </a:r>
            <a:r>
              <a:rPr lang="en-AU" sz="4400" b="1" dirty="0"/>
              <a:t>missing number</a:t>
            </a:r>
            <a:r>
              <a:rPr lang="en-AU" sz="4400" dirty="0"/>
              <a:t>: </a:t>
            </a:r>
          </a:p>
          <a:p>
            <a:pPr algn="ctr">
              <a:lnSpc>
                <a:spcPct val="150000"/>
              </a:lnSpc>
            </a:pPr>
            <a:endParaRPr lang="en-AU" sz="4400" dirty="0"/>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5" name="TextBox 4">
            <a:extLst>
              <a:ext uri="{FF2B5EF4-FFF2-40B4-BE49-F238E27FC236}">
                <a16:creationId xmlns:a16="http://schemas.microsoft.com/office/drawing/2014/main" id="{A1F0A1B7-F9C3-3EC4-C19A-DF4FA921BB94}"/>
              </a:ext>
            </a:extLst>
          </p:cNvPr>
          <p:cNvSpPr txBox="1"/>
          <p:nvPr/>
        </p:nvSpPr>
        <p:spPr>
          <a:xfrm>
            <a:off x="1388960" y="5245970"/>
            <a:ext cx="8949716" cy="982513"/>
          </a:xfrm>
          <a:prstGeom prst="rect">
            <a:avLst/>
          </a:prstGeom>
          <a:noFill/>
        </p:spPr>
        <p:txBody>
          <a:bodyPr wrap="square">
            <a:spAutoFit/>
          </a:bodyPr>
          <a:lstStyle/>
          <a:p>
            <a:pPr algn="ctr">
              <a:lnSpc>
                <a:spcPct val="150000"/>
              </a:lnSpc>
            </a:pPr>
            <a:r>
              <a:rPr lang="en-AU" sz="4400" b="1" dirty="0"/>
              <a:t>Communicate</a:t>
            </a:r>
            <a:r>
              <a:rPr lang="en-AU" sz="4400" dirty="0"/>
              <a:t> your </a:t>
            </a:r>
            <a:r>
              <a:rPr lang="en-AU" sz="4400" b="1" dirty="0"/>
              <a:t>reasoning</a:t>
            </a:r>
            <a:r>
              <a:rPr lang="en-AU" sz="4400" dirty="0"/>
              <a:t>.</a:t>
            </a:r>
          </a:p>
        </p:txBody>
      </p:sp>
      <p:pic>
        <p:nvPicPr>
          <p:cNvPr id="9" name="Picture 8" descr=" A balance scale showing 27 + 8 on the left side and □ + 15 on the right side. The scales are balanced so right = left.">
            <a:extLst>
              <a:ext uri="{FF2B5EF4-FFF2-40B4-BE49-F238E27FC236}">
                <a16:creationId xmlns:a16="http://schemas.microsoft.com/office/drawing/2014/main" id="{D749A994-9A9A-B319-88F4-66FB748F2146}"/>
              </a:ext>
            </a:extLst>
          </p:cNvPr>
          <p:cNvPicPr>
            <a:picLocks noChangeAspect="1"/>
          </p:cNvPicPr>
          <p:nvPr/>
        </p:nvPicPr>
        <p:blipFill>
          <a:blip r:embed="rId4"/>
          <a:srcRect l="3812" t="25791" r="3919" b="25739"/>
          <a:stretch>
            <a:fillRect/>
          </a:stretch>
        </p:blipFill>
        <p:spPr>
          <a:xfrm>
            <a:off x="2034884" y="2433743"/>
            <a:ext cx="7873292" cy="2924272"/>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DE8FF-2A2E-221B-6EB5-09D512D7D2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61C499E-DE16-54F0-1FD7-6EBB68209D29}"/>
              </a:ext>
            </a:extLst>
          </p:cNvPr>
          <p:cNvSpPr>
            <a:spLocks noGrp="1"/>
          </p:cNvSpPr>
          <p:nvPr>
            <p:ph type="title"/>
          </p:nvPr>
        </p:nvSpPr>
        <p:spPr>
          <a:xfrm>
            <a:off x="360000" y="360000"/>
            <a:ext cx="5126400"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7C3C3080-271D-AC8F-5A86-48532788B25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descr="An image of a kitchen scale with a weight labelled 1/2 kg placed on the weighing platform. &#10;">
            <a:extLst>
              <a:ext uri="{FF2B5EF4-FFF2-40B4-BE49-F238E27FC236}">
                <a16:creationId xmlns:a16="http://schemas.microsoft.com/office/drawing/2014/main" id="{0015341C-A445-34B9-3CFA-0074CDAC5285}"/>
              </a:ext>
            </a:extLst>
          </p:cNvPr>
          <p:cNvSpPr txBox="1"/>
          <p:nvPr/>
        </p:nvSpPr>
        <p:spPr>
          <a:xfrm>
            <a:off x="3063049" y="902746"/>
            <a:ext cx="6887407" cy="707886"/>
          </a:xfrm>
          <a:prstGeom prst="rect">
            <a:avLst/>
          </a:prstGeom>
          <a:noFill/>
        </p:spPr>
        <p:txBody>
          <a:bodyPr wrap="square">
            <a:spAutoFit/>
          </a:bodyPr>
          <a:lstStyle/>
          <a:p>
            <a:r>
              <a:rPr lang="en-AU" sz="4000" b="1" dirty="0"/>
              <a:t>Record</a:t>
            </a:r>
            <a:r>
              <a:rPr lang="en-AU" sz="4000" dirty="0"/>
              <a:t> the </a:t>
            </a:r>
            <a:r>
              <a:rPr lang="en-AU" sz="4000" b="1" dirty="0"/>
              <a:t>mass </a:t>
            </a:r>
            <a:r>
              <a:rPr lang="en-AU" sz="4000" dirty="0"/>
              <a:t>in </a:t>
            </a:r>
            <a:r>
              <a:rPr lang="en-AU" sz="4000" b="1" dirty="0"/>
              <a:t>grams.​</a:t>
            </a:r>
          </a:p>
        </p:txBody>
      </p:sp>
      <p:sp>
        <p:nvSpPr>
          <p:cNvPr id="2" name="Slide Number Placeholder 1">
            <a:extLst>
              <a:ext uri="{FF2B5EF4-FFF2-40B4-BE49-F238E27FC236}">
                <a16:creationId xmlns:a16="http://schemas.microsoft.com/office/drawing/2014/main" id="{DFE5B703-7E78-6A81-3052-771CD1D3D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13" name="Picture 12" descr="An image of a kitchen scale with a weight labelled 1/2 kg placed on the weighing platform.&#10;">
            <a:extLst>
              <a:ext uri="{FF2B5EF4-FFF2-40B4-BE49-F238E27FC236}">
                <a16:creationId xmlns:a16="http://schemas.microsoft.com/office/drawing/2014/main" id="{F52DC475-A3A5-F466-2FED-780D846E46E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063048" y="1610632"/>
            <a:ext cx="5828181" cy="4120756"/>
          </a:xfrm>
          <a:prstGeom prst="rect">
            <a:avLst/>
          </a:prstGeom>
        </p:spPr>
      </p:pic>
      <p:sp>
        <p:nvSpPr>
          <p:cNvPr id="15" name="TextBox 14">
            <a:extLst>
              <a:ext uri="{FF2B5EF4-FFF2-40B4-BE49-F238E27FC236}">
                <a16:creationId xmlns:a16="http://schemas.microsoft.com/office/drawing/2014/main" id="{5DF831FB-D5A4-2F86-2E73-587F9E541F25}"/>
              </a:ext>
            </a:extLst>
          </p:cNvPr>
          <p:cNvSpPr txBox="1"/>
          <p:nvPr/>
        </p:nvSpPr>
        <p:spPr>
          <a:xfrm>
            <a:off x="1840782" y="5515487"/>
            <a:ext cx="8949716" cy="982513"/>
          </a:xfrm>
          <a:prstGeom prst="rect">
            <a:avLst/>
          </a:prstGeom>
          <a:noFill/>
        </p:spPr>
        <p:txBody>
          <a:bodyPr wrap="square">
            <a:spAutoFit/>
          </a:bodyPr>
          <a:lstStyle/>
          <a:p>
            <a:pPr algn="ctr">
              <a:lnSpc>
                <a:spcPct val="150000"/>
              </a:lnSpc>
            </a:pPr>
            <a:r>
              <a:rPr lang="en-AU" sz="4400" b="1" dirty="0"/>
              <a:t>Communicate</a:t>
            </a:r>
            <a:r>
              <a:rPr lang="en-AU" sz="4400" dirty="0"/>
              <a:t> your </a:t>
            </a:r>
            <a:r>
              <a:rPr lang="en-AU" sz="4400" b="1" dirty="0"/>
              <a:t>reasoning</a:t>
            </a:r>
            <a:r>
              <a:rPr lang="en-AU" sz="4400" dirty="0"/>
              <a:t>.</a:t>
            </a:r>
          </a:p>
        </p:txBody>
      </p:sp>
    </p:spTree>
    <p:extLst>
      <p:ext uri="{BB962C8B-B14F-4D97-AF65-F5344CB8AC3E}">
        <p14:creationId xmlns:p14="http://schemas.microsoft.com/office/powerpoint/2010/main" val="3669260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D574015-4AF3-3512-2B3B-804A364BF80C}"/>
              </a:ext>
            </a:extLst>
          </p:cNvPr>
          <p:cNvSpPr txBox="1"/>
          <p:nvPr/>
        </p:nvSpPr>
        <p:spPr>
          <a:xfrm>
            <a:off x="534000" y="1992811"/>
            <a:ext cx="11124000" cy="2277036"/>
          </a:xfrm>
          <a:prstGeom prst="rect">
            <a:avLst/>
          </a:prstGeom>
          <a:noFill/>
        </p:spPr>
        <p:txBody>
          <a:bodyPr wrap="none" lIns="0" tIns="0" rIns="0" bIns="0" rtlCol="0">
            <a:noAutofit/>
          </a:bodyPr>
          <a:lstStyle/>
          <a:p>
            <a:pPr algn="ctr"/>
            <a:r>
              <a:rPr lang="en-AU" sz="4400" b="0" i="0" dirty="0">
                <a:solidFill>
                  <a:srgbClr val="000000"/>
                </a:solidFill>
                <a:effectLst/>
                <a:latin typeface="Arial" panose="020B0604020202020204" pitchFamily="34" charset="0"/>
              </a:rPr>
              <a:t>​</a:t>
            </a:r>
            <a:endParaRPr lang="en-AU" sz="4400" dirty="0"/>
          </a:p>
        </p:txBody>
      </p:sp>
      <p:sp>
        <p:nvSpPr>
          <p:cNvPr id="5" name="TextBox 4">
            <a:extLst>
              <a:ext uri="{FF2B5EF4-FFF2-40B4-BE49-F238E27FC236}">
                <a16:creationId xmlns:a16="http://schemas.microsoft.com/office/drawing/2014/main" id="{58818364-1055-F3CB-76FF-A990975558C3}"/>
              </a:ext>
            </a:extLst>
          </p:cNvPr>
          <p:cNvSpPr txBox="1"/>
          <p:nvPr/>
        </p:nvSpPr>
        <p:spPr>
          <a:xfrm>
            <a:off x="1999822" y="2216929"/>
            <a:ext cx="8192356" cy="914400"/>
          </a:xfrm>
          <a:prstGeom prst="rect">
            <a:avLst/>
          </a:prstGeom>
          <a:noFill/>
        </p:spPr>
        <p:txBody>
          <a:bodyPr wrap="square" lIns="0" tIns="0" rIns="0" bIns="0" rtlCol="0">
            <a:noAutofit/>
          </a:bodyPr>
          <a:lstStyle/>
          <a:p>
            <a:pPr algn="ctr">
              <a:lnSpc>
                <a:spcPct val="150000"/>
              </a:lnSpc>
              <a:spcBef>
                <a:spcPts val="600"/>
              </a:spcBef>
              <a:spcAft>
                <a:spcPts val="600"/>
              </a:spcAft>
            </a:pPr>
            <a:r>
              <a:rPr lang="en-AU" sz="4400" dirty="0"/>
              <a:t>Use the </a:t>
            </a:r>
            <a:r>
              <a:rPr lang="en-AU" sz="4400" b="1" dirty="0"/>
              <a:t>distributive property </a:t>
            </a:r>
            <a:r>
              <a:rPr lang="en-AU" sz="4400" dirty="0"/>
              <a:t>to solve </a:t>
            </a:r>
            <a:r>
              <a:rPr lang="en-AU" sz="4400" b="1" dirty="0"/>
              <a:t>7 </a:t>
            </a:r>
            <a:r>
              <a:rPr lang="en-AU" sz="4400" b="1" dirty="0">
                <a:solidFill>
                  <a:srgbClr val="000000"/>
                </a:solidFill>
                <a:latin typeface="Arial" panose="020B0604020202020204" pitchFamily="34" charset="0"/>
              </a:rPr>
              <a:t>×</a:t>
            </a:r>
            <a:r>
              <a:rPr lang="en-AU" sz="4400" b="1" dirty="0"/>
              <a:t> 8</a:t>
            </a:r>
            <a:r>
              <a:rPr lang="en-AU" sz="4400" dirty="0"/>
              <a:t>.​</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83643C8-A3A1-9563-1CAE-2D9E3AC64EEB}"/>
              </a:ext>
            </a:extLst>
          </p:cNvPr>
          <p:cNvSpPr txBox="1"/>
          <p:nvPr/>
        </p:nvSpPr>
        <p:spPr>
          <a:xfrm>
            <a:off x="360000" y="1003017"/>
            <a:ext cx="5637146" cy="5186993"/>
          </a:xfrm>
          <a:prstGeom prst="rect">
            <a:avLst/>
          </a:prstGeom>
          <a:noFill/>
        </p:spPr>
        <p:txBody>
          <a:bodyPr wrap="square" lIns="0" tIns="0" rIns="0" bIns="0" rtlCol="0">
            <a:noAutofit/>
          </a:bodyPr>
          <a:lstStyle/>
          <a:p>
            <a:pPr algn="ctr">
              <a:lnSpc>
                <a:spcPct val="150000"/>
              </a:lnSpc>
            </a:pPr>
            <a:r>
              <a:rPr lang="en-AU" sz="3600" dirty="0"/>
              <a:t>Use the words </a:t>
            </a:r>
            <a:r>
              <a:rPr lang="en-AU" sz="3600" b="1" dirty="0"/>
              <a:t>less than</a:t>
            </a:r>
            <a:r>
              <a:rPr lang="en-AU" sz="3600" dirty="0"/>
              <a:t>, </a:t>
            </a:r>
            <a:r>
              <a:rPr lang="en-AU" sz="3600" b="1" dirty="0"/>
              <a:t>greater than</a:t>
            </a:r>
            <a:r>
              <a:rPr lang="en-AU" sz="3600" dirty="0"/>
              <a:t>, </a:t>
            </a:r>
            <a:r>
              <a:rPr lang="en-AU" sz="3600" b="1" dirty="0"/>
              <a:t>equal to </a:t>
            </a:r>
            <a:r>
              <a:rPr lang="en-AU" sz="3600" dirty="0"/>
              <a:t>or </a:t>
            </a:r>
            <a:r>
              <a:rPr lang="en-AU" sz="3600" b="1" dirty="0"/>
              <a:t>about the same </a:t>
            </a:r>
            <a:r>
              <a:rPr lang="en-AU" sz="3600" dirty="0"/>
              <a:t>to </a:t>
            </a:r>
            <a:r>
              <a:rPr lang="en-AU" sz="3600" b="1" dirty="0"/>
              <a:t>compare </a:t>
            </a:r>
            <a:r>
              <a:rPr lang="en-AU" sz="3600" dirty="0"/>
              <a:t>these angles to a</a:t>
            </a:r>
            <a:r>
              <a:rPr lang="en-AU" sz="3600" b="1" dirty="0"/>
              <a:t> </a:t>
            </a:r>
            <a:r>
              <a:rPr lang="en-AU" sz="3600" b="1" dirty="0">
                <a:solidFill>
                  <a:schemeClr val="accent2"/>
                </a:solidFill>
              </a:rPr>
              <a:t>right angle</a:t>
            </a:r>
            <a:r>
              <a:rPr lang="en-AU" sz="3600" b="1" dirty="0"/>
              <a:t>. </a:t>
            </a:r>
            <a:endParaRPr lang="en-AU" sz="3600" dirty="0"/>
          </a:p>
          <a:p>
            <a:pPr algn="l"/>
            <a:endParaRPr lang="en-AU" sz="1800" dirty="0"/>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5" name="Picture 4" descr="This is a blue right angle to compare the other angles to.">
            <a:extLst>
              <a:ext uri="{FF2B5EF4-FFF2-40B4-BE49-F238E27FC236}">
                <a16:creationId xmlns:a16="http://schemas.microsoft.com/office/drawing/2014/main" id="{EFB76BD4-7760-8804-CD1F-59E42B9A53A4}"/>
              </a:ext>
            </a:extLst>
          </p:cNvPr>
          <p:cNvPicPr>
            <a:picLocks noChangeAspect="1"/>
          </p:cNvPicPr>
          <p:nvPr/>
        </p:nvPicPr>
        <p:blipFill>
          <a:blip r:embed="rId4"/>
          <a:srcRect l="34500" t="57089" r="30522"/>
          <a:stretch>
            <a:fillRect/>
          </a:stretch>
        </p:blipFill>
        <p:spPr>
          <a:xfrm>
            <a:off x="2577107" y="5294193"/>
            <a:ext cx="1408671" cy="1221807"/>
          </a:xfrm>
          <a:prstGeom prst="rect">
            <a:avLst/>
          </a:prstGeom>
        </p:spPr>
      </p:pic>
      <p:pic>
        <p:nvPicPr>
          <p:cNvPr id="12" name="Picture 11" descr="Images of a variety of angles. There are 4 black angles. Angles A and C are acute angles while angles B and D are obtuse angles. ">
            <a:extLst>
              <a:ext uri="{FF2B5EF4-FFF2-40B4-BE49-F238E27FC236}">
                <a16:creationId xmlns:a16="http://schemas.microsoft.com/office/drawing/2014/main" id="{0E2B8E9F-5867-EF7E-1B4F-B7F35E32314E}"/>
              </a:ext>
            </a:extLst>
          </p:cNvPr>
          <p:cNvPicPr>
            <a:picLocks noChangeAspect="1"/>
          </p:cNvPicPr>
          <p:nvPr/>
        </p:nvPicPr>
        <p:blipFill>
          <a:blip r:embed="rId5"/>
          <a:stretch>
            <a:fillRect/>
          </a:stretch>
        </p:blipFill>
        <p:spPr>
          <a:xfrm>
            <a:off x="6096000" y="1833301"/>
            <a:ext cx="5758932" cy="4071795"/>
          </a:xfrm>
          <a:prstGeom prst="rect">
            <a:avLst/>
          </a:prstGeom>
        </p:spPr>
      </p:pic>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489970" cy="950185"/>
          </a:xfrm>
        </p:spPr>
        <p:txBody>
          <a:bodyPr/>
          <a:lstStyle/>
          <a:p>
            <a:r>
              <a:rPr lang="en-AU"/>
              <a:t>Activity 2 – finding unknown quantities in equivalent    </a:t>
            </a:r>
            <a:br>
              <a:rPr lang="en-AU"/>
            </a:br>
            <a:r>
              <a:rPr lang="en-AU"/>
              <a:t>number sentences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6556180B-4355-9EB9-8721-31FD1B3DC667}"/>
              </a:ext>
            </a:extLst>
          </p:cNvPr>
          <p:cNvSpPr txBox="1"/>
          <p:nvPr/>
        </p:nvSpPr>
        <p:spPr>
          <a:xfrm>
            <a:off x="736657" y="1871041"/>
            <a:ext cx="4341716" cy="3478839"/>
          </a:xfrm>
          <a:prstGeom prst="rect">
            <a:avLst/>
          </a:prstGeom>
          <a:noFill/>
        </p:spPr>
        <p:txBody>
          <a:bodyPr wrap="square" lIns="0" tIns="0" rIns="0" bIns="0" rtlCol="0">
            <a:noAutofit/>
          </a:bodyPr>
          <a:lstStyle/>
          <a:p>
            <a:pPr marL="457200" indent="-457200">
              <a:lnSpc>
                <a:spcPct val="150000"/>
              </a:lnSpc>
              <a:spcBef>
                <a:spcPts val="1200"/>
              </a:spcBef>
              <a:spcAft>
                <a:spcPts val="600"/>
              </a:spcAft>
              <a:buFont typeface="Arial" panose="020B0604020202020204" pitchFamily="34" charset="0"/>
              <a:buChar char="•"/>
            </a:pPr>
            <a:r>
              <a:rPr lang="en-AU" sz="3200"/>
              <a:t>__</a:t>
            </a:r>
            <a:r>
              <a:rPr lang="en-AU" sz="3600">
                <a:solidFill>
                  <a:srgbClr val="22272B"/>
                </a:solidFill>
                <a:ea typeface="Calibri" panose="020F0502020204030204" pitchFamily="34" charset="0"/>
              </a:rPr>
              <a:t> + 7 = 23 + 12</a:t>
            </a:r>
          </a:p>
          <a:p>
            <a:pPr marL="457200" indent="-457200">
              <a:lnSpc>
                <a:spcPct val="150000"/>
              </a:lnSpc>
              <a:spcBef>
                <a:spcPts val="1200"/>
              </a:spcBef>
              <a:spcAft>
                <a:spcPts val="600"/>
              </a:spcAft>
              <a:buFont typeface="Arial" panose="020B0604020202020204" pitchFamily="34" charset="0"/>
              <a:buChar char="•"/>
            </a:pPr>
            <a:r>
              <a:rPr lang="en-AU" sz="3600">
                <a:solidFill>
                  <a:srgbClr val="22272B"/>
                </a:solidFill>
                <a:ea typeface="Calibri" panose="020F0502020204030204" pitchFamily="34" charset="0"/>
              </a:rPr>
              <a:t>23 – 8 = </a:t>
            </a:r>
            <a:r>
              <a:rPr lang="en-AU" sz="3200"/>
              <a:t>__</a:t>
            </a:r>
            <a:r>
              <a:rPr lang="en-AU" sz="3600">
                <a:solidFill>
                  <a:srgbClr val="22272B"/>
                </a:solidFill>
                <a:ea typeface="Calibri" panose="020F0502020204030204" pitchFamily="34" charset="0"/>
              </a:rPr>
              <a:t> − 3</a:t>
            </a:r>
          </a:p>
          <a:p>
            <a:pPr marL="457200" indent="-457200">
              <a:lnSpc>
                <a:spcPct val="150000"/>
              </a:lnSpc>
              <a:spcBef>
                <a:spcPts val="1200"/>
              </a:spcBef>
              <a:spcAft>
                <a:spcPts val="600"/>
              </a:spcAft>
              <a:buFont typeface="Arial" panose="020B0604020202020204" pitchFamily="34" charset="0"/>
              <a:buChar char="•"/>
            </a:pPr>
            <a:r>
              <a:rPr lang="en-AU" sz="3200"/>
              <a:t>__</a:t>
            </a:r>
            <a:r>
              <a:rPr lang="en-AU" sz="3600">
                <a:solidFill>
                  <a:srgbClr val="22272B"/>
                </a:solidFill>
                <a:ea typeface="Calibri" panose="020F0502020204030204" pitchFamily="34" charset="0"/>
              </a:rPr>
              <a:t> + 15 = 35 − 4</a:t>
            </a:r>
          </a:p>
          <a:p>
            <a:pPr marL="457200" indent="-457200">
              <a:lnSpc>
                <a:spcPct val="150000"/>
              </a:lnSpc>
              <a:spcBef>
                <a:spcPts val="1200"/>
              </a:spcBef>
              <a:spcAft>
                <a:spcPts val="600"/>
              </a:spcAft>
              <a:buFont typeface="Arial" panose="020B0604020202020204" pitchFamily="34" charset="0"/>
              <a:buChar char="•"/>
            </a:pPr>
            <a:r>
              <a:rPr lang="en-AU" sz="3200"/>
              <a:t>__</a:t>
            </a:r>
            <a:r>
              <a:rPr lang="en-AU" sz="3600">
                <a:solidFill>
                  <a:srgbClr val="22272B"/>
                </a:solidFill>
                <a:ea typeface="Calibri" panose="020F0502020204030204" pitchFamily="34" charset="0"/>
              </a:rPr>
              <a:t> + 16 = 54 − 22</a:t>
            </a:r>
          </a:p>
          <a:p>
            <a:endParaRPr lang="en-AU" sz="3600">
              <a:solidFill>
                <a:srgbClr val="22272B"/>
              </a:solidFill>
              <a:cs typeface="Arial" panose="020B0604020202020204" pitchFamily="34" charset="0"/>
            </a:endParaRPr>
          </a:p>
        </p:txBody>
      </p:sp>
      <p:sp>
        <p:nvSpPr>
          <p:cNvPr id="5" name="TextBox 4">
            <a:extLst>
              <a:ext uri="{FF2B5EF4-FFF2-40B4-BE49-F238E27FC236}">
                <a16:creationId xmlns:a16="http://schemas.microsoft.com/office/drawing/2014/main" id="{F0224D2F-43A2-88C1-6B5E-01EE5D1920F0}"/>
              </a:ext>
            </a:extLst>
          </p:cNvPr>
          <p:cNvSpPr txBox="1"/>
          <p:nvPr/>
        </p:nvSpPr>
        <p:spPr>
          <a:xfrm>
            <a:off x="6659738" y="1871041"/>
            <a:ext cx="4795605" cy="3622141"/>
          </a:xfrm>
          <a:prstGeom prst="rect">
            <a:avLst/>
          </a:prstGeom>
          <a:noFill/>
        </p:spPr>
        <p:txBody>
          <a:bodyPr wrap="square" lIns="0" tIns="0" rIns="0" bIns="0" rtlCol="0">
            <a:noAutofit/>
          </a:bodyPr>
          <a:lstStyle/>
          <a:p>
            <a:pPr marL="457200" indent="-457200">
              <a:lnSpc>
                <a:spcPct val="150000"/>
              </a:lnSpc>
              <a:spcBef>
                <a:spcPts val="1200"/>
              </a:spcBef>
              <a:spcAft>
                <a:spcPts val="600"/>
              </a:spcAft>
              <a:buFont typeface="Arial" panose="020B0604020202020204" pitchFamily="34" charset="0"/>
              <a:buChar char="•"/>
            </a:pPr>
            <a:r>
              <a:rPr lang="en-AU" sz="3600">
                <a:solidFill>
                  <a:srgbClr val="22272B"/>
                </a:solidFill>
                <a:ea typeface="Calibri" panose="020F0502020204030204" pitchFamily="34" charset="0"/>
              </a:rPr>
              <a:t>54 – 16 = </a:t>
            </a:r>
            <a:r>
              <a:rPr lang="en-AU" sz="3600"/>
              <a:t>__</a:t>
            </a:r>
            <a:r>
              <a:rPr lang="en-AU" sz="3600">
                <a:solidFill>
                  <a:srgbClr val="22272B"/>
                </a:solidFill>
                <a:ea typeface="Calibri" panose="020F0502020204030204" pitchFamily="34" charset="0"/>
              </a:rPr>
              <a:t> + 29</a:t>
            </a:r>
          </a:p>
          <a:p>
            <a:pPr marL="457200" indent="-457200">
              <a:lnSpc>
                <a:spcPct val="150000"/>
              </a:lnSpc>
              <a:spcBef>
                <a:spcPts val="1200"/>
              </a:spcBef>
              <a:spcAft>
                <a:spcPts val="600"/>
              </a:spcAft>
              <a:buFont typeface="Arial" panose="020B0604020202020204" pitchFamily="34" charset="0"/>
              <a:buChar char="•"/>
            </a:pPr>
            <a:r>
              <a:rPr lang="en-AU" sz="3600"/>
              <a:t>__</a:t>
            </a:r>
            <a:r>
              <a:rPr lang="en-AU" sz="3600">
                <a:solidFill>
                  <a:srgbClr val="22272B"/>
                </a:solidFill>
                <a:ea typeface="Calibri" panose="020F0502020204030204" pitchFamily="34" charset="0"/>
              </a:rPr>
              <a:t> + 20 = 75 − 27</a:t>
            </a:r>
          </a:p>
          <a:p>
            <a:pPr marL="457200" indent="-457200">
              <a:lnSpc>
                <a:spcPct val="150000"/>
              </a:lnSpc>
              <a:spcBef>
                <a:spcPts val="1200"/>
              </a:spcBef>
              <a:spcAft>
                <a:spcPts val="600"/>
              </a:spcAft>
              <a:buFont typeface="Arial" panose="020B0604020202020204" pitchFamily="34" charset="0"/>
              <a:buChar char="•"/>
            </a:pPr>
            <a:r>
              <a:rPr lang="en-AU" sz="3600">
                <a:solidFill>
                  <a:srgbClr val="22272B"/>
                </a:solidFill>
                <a:ea typeface="Calibri" panose="020F0502020204030204" pitchFamily="34" charset="0"/>
              </a:rPr>
              <a:t>103 + </a:t>
            </a:r>
            <a:r>
              <a:rPr lang="en-AU" sz="3600"/>
              <a:t>__</a:t>
            </a:r>
            <a:r>
              <a:rPr lang="en-AU" sz="3600">
                <a:solidFill>
                  <a:srgbClr val="22272B"/>
                </a:solidFill>
                <a:ea typeface="Calibri" panose="020F0502020204030204" pitchFamily="34" charset="0"/>
              </a:rPr>
              <a:t> = </a:t>
            </a:r>
            <a:r>
              <a:rPr lang="en-AU" sz="3600"/>
              <a:t>__</a:t>
            </a:r>
            <a:r>
              <a:rPr lang="en-AU" sz="3600">
                <a:solidFill>
                  <a:srgbClr val="22272B"/>
                </a:solidFill>
                <a:ea typeface="Calibri" panose="020F0502020204030204" pitchFamily="34" charset="0"/>
              </a:rPr>
              <a:t> − 18</a:t>
            </a:r>
          </a:p>
          <a:p>
            <a:pPr marL="457200" indent="-457200">
              <a:lnSpc>
                <a:spcPct val="150000"/>
              </a:lnSpc>
              <a:spcBef>
                <a:spcPts val="1200"/>
              </a:spcBef>
              <a:spcAft>
                <a:spcPts val="600"/>
              </a:spcAft>
              <a:buFont typeface="Arial" panose="020B0604020202020204" pitchFamily="34" charset="0"/>
              <a:buChar char="•"/>
            </a:pPr>
            <a:r>
              <a:rPr lang="en-AU" sz="3600"/>
              <a:t>__</a:t>
            </a:r>
            <a:r>
              <a:rPr lang="en-AU" sz="3600">
                <a:solidFill>
                  <a:srgbClr val="22272B"/>
                </a:solidFill>
                <a:ea typeface="Calibri" panose="020F0502020204030204" pitchFamily="34" charset="0"/>
              </a:rPr>
              <a:t> – 24 = 155 − </a:t>
            </a:r>
            <a:r>
              <a:rPr lang="en-AU" sz="3600"/>
              <a:t>__</a:t>
            </a:r>
            <a:endParaRPr lang="en-AU" sz="3600">
              <a:solidFill>
                <a:srgbClr val="22272B"/>
              </a:solidFill>
              <a:ea typeface="Calibri" panose="020F0502020204030204" pitchFamily="34" charset="0"/>
            </a:endParaRPr>
          </a:p>
          <a:p>
            <a:endParaRPr lang="en-AU" sz="3600">
              <a:solidFill>
                <a:srgbClr val="22272B"/>
              </a:solidFill>
              <a:cs typeface="Arial" panose="020B0604020202020204" pitchFamily="34" charset="0"/>
            </a:endParaRP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889975"/>
            <a:ext cx="11243037" cy="1556346"/>
          </a:xfrm>
        </p:spPr>
        <p:txBody>
          <a:bodyPr/>
          <a:lstStyle/>
          <a:p>
            <a:pPr algn="ctr"/>
            <a:r>
              <a:rPr lang="en-US" sz="4000" dirty="0"/>
              <a:t>Which is the </a:t>
            </a:r>
            <a:r>
              <a:rPr lang="en-US" sz="4000" b="1" dirty="0"/>
              <a:t>most efficient way </a:t>
            </a:r>
            <a:r>
              <a:rPr lang="en-US" sz="4000" dirty="0"/>
              <a:t>to regroup when solving </a:t>
            </a:r>
            <a:r>
              <a:rPr lang="en-US" sz="4000" b="1" dirty="0"/>
              <a:t>527 + 83</a:t>
            </a:r>
            <a:r>
              <a:rPr lang="en-US" sz="4000" dirty="0"/>
              <a:t>?</a:t>
            </a:r>
          </a:p>
          <a:p>
            <a:pPr algn="ctr"/>
            <a:endParaRPr lang="en-US" sz="4400" dirty="0"/>
          </a:p>
          <a:p>
            <a:pPr algn="ctr"/>
            <a:endParaRPr lang="en-US" sz="4400" dirty="0"/>
          </a:p>
          <a:p>
            <a:pPr algn="ctr"/>
            <a:endParaRPr lang="en-US" sz="4400" dirty="0"/>
          </a:p>
          <a:p>
            <a:pPr algn="ctr"/>
            <a:endParaRPr lang="en-US" sz="4400" dirty="0"/>
          </a:p>
        </p:txBody>
      </p:sp>
      <p:sp>
        <p:nvSpPr>
          <p:cNvPr id="9" name="B">
            <a:extLst>
              <a:ext uri="{FF2B5EF4-FFF2-40B4-BE49-F238E27FC236}">
                <a16:creationId xmlns:a16="http://schemas.microsoft.com/office/drawing/2014/main" id="{F91A42F4-D8C9-20A3-82EB-86FAD4D776A8}"/>
              </a:ext>
            </a:extLst>
          </p:cNvPr>
          <p:cNvSpPr txBox="1"/>
          <p:nvPr/>
        </p:nvSpPr>
        <p:spPr>
          <a:xfrm>
            <a:off x="670553" y="30016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950759"/>
            <a:ext cx="10175920" cy="641396"/>
          </a:xfrm>
        </p:spPr>
        <p:txBody>
          <a:bodyPr anchor="ctr"/>
          <a:lstStyle/>
          <a:p>
            <a:r>
              <a:rPr lang="en-US" sz="4400" dirty="0"/>
              <a:t>527 + 80 + 3</a:t>
            </a:r>
          </a:p>
        </p:txBody>
      </p:sp>
      <p:sp>
        <p:nvSpPr>
          <p:cNvPr id="10" name="B">
            <a:extLst>
              <a:ext uri="{FF2B5EF4-FFF2-40B4-BE49-F238E27FC236}">
                <a16:creationId xmlns:a16="http://schemas.microsoft.com/office/drawing/2014/main" id="{CA9D5B15-A13C-EE8B-176F-3B4E3454A1A2}"/>
              </a:ext>
            </a:extLst>
          </p:cNvPr>
          <p:cNvSpPr txBox="1"/>
          <p:nvPr/>
        </p:nvSpPr>
        <p:spPr>
          <a:xfrm>
            <a:off x="670555" y="39868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932714"/>
            <a:ext cx="10175920" cy="641396"/>
          </a:xfrm>
        </p:spPr>
        <p:txBody>
          <a:bodyPr anchor="ctr"/>
          <a:lstStyle/>
          <a:p>
            <a:r>
              <a:rPr lang="en-US" sz="4400" dirty="0"/>
              <a:t>520 + 7 + 80 + 3</a:t>
            </a:r>
          </a:p>
        </p:txBody>
      </p:sp>
      <p:sp>
        <p:nvSpPr>
          <p:cNvPr id="12" name="C">
            <a:extLst>
              <a:ext uri="{FF2B5EF4-FFF2-40B4-BE49-F238E27FC236}">
                <a16:creationId xmlns:a16="http://schemas.microsoft.com/office/drawing/2014/main" id="{B4746450-E4E2-359C-DFCA-0532E811BD1E}"/>
              </a:ext>
            </a:extLst>
          </p:cNvPr>
          <p:cNvSpPr txBox="1"/>
          <p:nvPr/>
        </p:nvSpPr>
        <p:spPr>
          <a:xfrm>
            <a:off x="670554" y="497209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957917"/>
            <a:ext cx="10175920" cy="641396"/>
          </a:xfrm>
        </p:spPr>
        <p:txBody>
          <a:bodyPr anchor="ctr"/>
          <a:lstStyle/>
          <a:p>
            <a:r>
              <a:rPr lang="en-US" sz="4400" dirty="0"/>
              <a:t>500 + 27 + 83</a:t>
            </a:r>
          </a:p>
        </p:txBody>
      </p:sp>
      <p:sp>
        <p:nvSpPr>
          <p:cNvPr id="11" name="D">
            <a:extLst>
              <a:ext uri="{FF2B5EF4-FFF2-40B4-BE49-F238E27FC236}">
                <a16:creationId xmlns:a16="http://schemas.microsoft.com/office/drawing/2014/main" id="{9B8955CE-78C1-2F30-7505-4CA44A86BDFF}"/>
              </a:ext>
            </a:extLst>
          </p:cNvPr>
          <p:cNvSpPr txBox="1"/>
          <p:nvPr/>
        </p:nvSpPr>
        <p:spPr>
          <a:xfrm>
            <a:off x="670553" y="5957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779629"/>
            <a:ext cx="10175920" cy="738664"/>
          </a:xfrm>
        </p:spPr>
        <p:txBody>
          <a:bodyPr anchor="ctr"/>
          <a:lstStyle/>
          <a:p>
            <a:r>
              <a:rPr lang="en-US" sz="4400" dirty="0"/>
              <a:t>500 + 27 + 80 +3</a:t>
            </a:r>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9D6A3BC-A17F-0F1E-1946-4E1566E5697B}"/>
              </a:ext>
            </a:extLst>
          </p:cNvPr>
          <p:cNvSpPr txBox="1"/>
          <p:nvPr/>
        </p:nvSpPr>
        <p:spPr>
          <a:xfrm>
            <a:off x="964748" y="990892"/>
            <a:ext cx="10159252" cy="1768288"/>
          </a:xfrm>
          <a:prstGeom prst="rect">
            <a:avLst/>
          </a:prstGeom>
          <a:noFill/>
        </p:spPr>
        <p:txBody>
          <a:bodyPr wrap="square" lIns="0" tIns="0" rIns="0" bIns="0" rtlCol="0">
            <a:noAutofit/>
          </a:bodyPr>
          <a:lstStyle/>
          <a:p>
            <a:pPr algn="ctr">
              <a:lnSpc>
                <a:spcPct val="150000"/>
              </a:lnSpc>
            </a:pPr>
            <a:r>
              <a:rPr lang="en-AU" sz="4000" b="1" dirty="0"/>
              <a:t>Regroup</a:t>
            </a:r>
            <a:r>
              <a:rPr lang="en-AU" sz="4000" dirty="0"/>
              <a:t> each number </a:t>
            </a:r>
            <a:r>
              <a:rPr lang="en-AU" sz="4000" b="1" dirty="0"/>
              <a:t>using place value </a:t>
            </a:r>
            <a:r>
              <a:rPr lang="en-AU" sz="4000" dirty="0"/>
              <a:t>and </a:t>
            </a:r>
            <a:r>
              <a:rPr lang="en-AU" sz="4000" b="1" dirty="0"/>
              <a:t>complete the calculation</a:t>
            </a:r>
            <a:r>
              <a:rPr lang="en-AU" sz="4000" dirty="0"/>
              <a:t>.</a:t>
            </a:r>
          </a:p>
        </p:txBody>
      </p:sp>
      <p:pic>
        <p:nvPicPr>
          <p:cNvPr id="9" name="Picture 8" descr="86 - 54 shown to solve. 86 has 2 boxes below to show place value of each digit and the same is for 54. There are also another 2 boxes for the regrouped terms below this.">
            <a:extLst>
              <a:ext uri="{FF2B5EF4-FFF2-40B4-BE49-F238E27FC236}">
                <a16:creationId xmlns:a16="http://schemas.microsoft.com/office/drawing/2014/main" id="{FE1431A0-74C7-C0A4-3F31-663CC5D1BFA8}"/>
              </a:ext>
            </a:extLst>
          </p:cNvPr>
          <p:cNvPicPr>
            <a:picLocks noChangeAspect="1"/>
          </p:cNvPicPr>
          <p:nvPr/>
        </p:nvPicPr>
        <p:blipFill>
          <a:blip r:embed="rId4"/>
          <a:srcRect l="29301" t="29661" r="29711" b="26281"/>
          <a:stretch>
            <a:fillRect/>
          </a:stretch>
        </p:blipFill>
        <p:spPr>
          <a:xfrm>
            <a:off x="3596308" y="2937948"/>
            <a:ext cx="4999383" cy="379953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AEBE7-1B5A-E7D7-CB1B-A6989B44D0F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29AAD9B-EDA5-873B-E73A-B2F694D3FC66}"/>
              </a:ext>
            </a:extLst>
          </p:cNvPr>
          <p:cNvSpPr>
            <a:spLocks noGrp="1"/>
          </p:cNvSpPr>
          <p:nvPr>
            <p:ph type="title"/>
          </p:nvPr>
        </p:nvSpPr>
        <p:spPr>
          <a:xfrm>
            <a:off x="360000" y="360000"/>
            <a:ext cx="5126400"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3D076AB8-0BED-43C7-28BF-63DC0A67071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121DD3F1-9D54-744E-BCC8-976ABFC1E9A5}"/>
              </a:ext>
            </a:extLst>
          </p:cNvPr>
          <p:cNvSpPr txBox="1"/>
          <p:nvPr/>
        </p:nvSpPr>
        <p:spPr>
          <a:xfrm>
            <a:off x="128734" y="1184223"/>
            <a:ext cx="10995265" cy="4345269"/>
          </a:xfrm>
          <a:prstGeom prst="rect">
            <a:avLst/>
          </a:prstGeom>
          <a:noFill/>
        </p:spPr>
        <p:txBody>
          <a:bodyPr wrap="none" lIns="0" tIns="0" rIns="0" bIns="0" rtlCol="0">
            <a:noAutofit/>
          </a:bodyPr>
          <a:lstStyle/>
          <a:p>
            <a:pPr algn="ctr">
              <a:lnSpc>
                <a:spcPct val="150000"/>
              </a:lnSpc>
            </a:pPr>
            <a:r>
              <a:rPr lang="en-AU" sz="4000"/>
              <a:t> </a:t>
            </a:r>
          </a:p>
        </p:txBody>
      </p:sp>
      <p:sp>
        <p:nvSpPr>
          <p:cNvPr id="10" name="TextBox 9">
            <a:extLst>
              <a:ext uri="{FF2B5EF4-FFF2-40B4-BE49-F238E27FC236}">
                <a16:creationId xmlns:a16="http://schemas.microsoft.com/office/drawing/2014/main" id="{4C6EB378-0FEB-C748-EA2E-B08F25659BCB}"/>
              </a:ext>
            </a:extLst>
          </p:cNvPr>
          <p:cNvSpPr txBox="1"/>
          <p:nvPr/>
        </p:nvSpPr>
        <p:spPr>
          <a:xfrm>
            <a:off x="1091822" y="1184223"/>
            <a:ext cx="10556543" cy="707886"/>
          </a:xfrm>
          <a:prstGeom prst="rect">
            <a:avLst/>
          </a:prstGeom>
          <a:noFill/>
        </p:spPr>
        <p:txBody>
          <a:bodyPr wrap="square">
            <a:spAutoFit/>
          </a:bodyPr>
          <a:lstStyle/>
          <a:p>
            <a:r>
              <a:rPr lang="en-AU" sz="4000" b="1"/>
              <a:t>Record</a:t>
            </a:r>
            <a:r>
              <a:rPr lang="en-AU" sz="4000"/>
              <a:t> the mass of the objects in </a:t>
            </a:r>
            <a:r>
              <a:rPr lang="en-AU" sz="4000" b="1"/>
              <a:t>grams.​</a:t>
            </a:r>
          </a:p>
        </p:txBody>
      </p:sp>
      <p:pic>
        <p:nvPicPr>
          <p:cNvPr id="5" name="Picture 4" descr="Images of three items on digital scales showing their weights: a bag of marbles weighing 2 kg 250 g, a sack of sugar weighing 3 kg 500 g, and a rock weighing 1 kg 750 g. ">
            <a:extLst>
              <a:ext uri="{FF2B5EF4-FFF2-40B4-BE49-F238E27FC236}">
                <a16:creationId xmlns:a16="http://schemas.microsoft.com/office/drawing/2014/main" id="{1F0221E6-C1BF-70C2-9224-59B170C00A65}"/>
              </a:ext>
            </a:extLst>
          </p:cNvPr>
          <p:cNvPicPr>
            <a:picLocks noChangeAspect="1"/>
          </p:cNvPicPr>
          <p:nvPr/>
        </p:nvPicPr>
        <p:blipFill>
          <a:blip r:embed="rId4"/>
          <a:srcRect t="8205" b="28850"/>
          <a:stretch>
            <a:fillRect/>
          </a:stretch>
        </p:blipFill>
        <p:spPr>
          <a:xfrm>
            <a:off x="2175676" y="2170731"/>
            <a:ext cx="7733074" cy="3441581"/>
          </a:xfrm>
          <a:prstGeom prst="rect">
            <a:avLst/>
          </a:prstGeom>
        </p:spPr>
      </p:pic>
      <p:sp>
        <p:nvSpPr>
          <p:cNvPr id="12" name="TextBox 11">
            <a:extLst>
              <a:ext uri="{FF2B5EF4-FFF2-40B4-BE49-F238E27FC236}">
                <a16:creationId xmlns:a16="http://schemas.microsoft.com/office/drawing/2014/main" id="{1F1EBC12-B608-16E9-1872-116F686746B5}"/>
              </a:ext>
            </a:extLst>
          </p:cNvPr>
          <p:cNvSpPr txBox="1"/>
          <p:nvPr/>
        </p:nvSpPr>
        <p:spPr>
          <a:xfrm>
            <a:off x="3299791" y="5468549"/>
            <a:ext cx="516835" cy="914400"/>
          </a:xfrm>
          <a:prstGeom prst="rect">
            <a:avLst/>
          </a:prstGeom>
          <a:noFill/>
        </p:spPr>
        <p:txBody>
          <a:bodyPr wrap="none" lIns="0" tIns="0" rIns="0" bIns="0" rtlCol="0">
            <a:noAutofit/>
          </a:bodyPr>
          <a:lstStyle/>
          <a:p>
            <a:pPr algn="l"/>
            <a:r>
              <a:rPr lang="en-AU" sz="4800"/>
              <a:t>A</a:t>
            </a:r>
          </a:p>
        </p:txBody>
      </p:sp>
      <p:sp>
        <p:nvSpPr>
          <p:cNvPr id="14" name="TextBox 13">
            <a:extLst>
              <a:ext uri="{FF2B5EF4-FFF2-40B4-BE49-F238E27FC236}">
                <a16:creationId xmlns:a16="http://schemas.microsoft.com/office/drawing/2014/main" id="{67C8832F-5737-D78F-6139-333449E9EA16}"/>
              </a:ext>
            </a:extLst>
          </p:cNvPr>
          <p:cNvSpPr txBox="1"/>
          <p:nvPr/>
        </p:nvSpPr>
        <p:spPr>
          <a:xfrm>
            <a:off x="5765200" y="5460365"/>
            <a:ext cx="516835" cy="830997"/>
          </a:xfrm>
          <a:prstGeom prst="rect">
            <a:avLst/>
          </a:prstGeom>
          <a:noFill/>
        </p:spPr>
        <p:txBody>
          <a:bodyPr wrap="square">
            <a:spAutoFit/>
          </a:bodyPr>
          <a:lstStyle/>
          <a:p>
            <a:r>
              <a:rPr lang="en-AU" sz="4800"/>
              <a:t>B</a:t>
            </a:r>
          </a:p>
        </p:txBody>
      </p:sp>
      <p:sp>
        <p:nvSpPr>
          <p:cNvPr id="18" name="TextBox 17">
            <a:extLst>
              <a:ext uri="{FF2B5EF4-FFF2-40B4-BE49-F238E27FC236}">
                <a16:creationId xmlns:a16="http://schemas.microsoft.com/office/drawing/2014/main" id="{D4CC2015-792D-C2CA-E782-0F5C020EDFAD}"/>
              </a:ext>
            </a:extLst>
          </p:cNvPr>
          <p:cNvSpPr txBox="1"/>
          <p:nvPr/>
        </p:nvSpPr>
        <p:spPr>
          <a:xfrm>
            <a:off x="8267711" y="5460364"/>
            <a:ext cx="813036" cy="830997"/>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AU" sz="4800">
                <a:solidFill>
                  <a:srgbClr val="22272B"/>
                </a:solidFill>
                <a:latin typeface="Arial" panose="020B0604020202020204"/>
              </a:rPr>
              <a:t>C</a:t>
            </a:r>
            <a:endParaRPr kumimoji="0" lang="en-AU" sz="48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2" name="Slide Number Placeholder 1">
            <a:extLst>
              <a:ext uri="{FF2B5EF4-FFF2-40B4-BE49-F238E27FC236}">
                <a16:creationId xmlns:a16="http://schemas.microsoft.com/office/drawing/2014/main" id="{92CF0020-48EA-7795-C722-C49733CD9B7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599780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61FA2EF-D766-06AB-AEB7-24CFA37B2F66}"/>
              </a:ext>
            </a:extLst>
          </p:cNvPr>
          <p:cNvSpPr txBox="1"/>
          <p:nvPr/>
        </p:nvSpPr>
        <p:spPr>
          <a:xfrm>
            <a:off x="360000" y="1247659"/>
            <a:ext cx="6029783" cy="4957590"/>
          </a:xfrm>
          <a:prstGeom prst="rect">
            <a:avLst/>
          </a:prstGeom>
          <a:noFill/>
        </p:spPr>
        <p:txBody>
          <a:bodyPr wrap="square" lIns="0" tIns="0" rIns="0" bIns="0" rtlCol="0">
            <a:noAutofit/>
          </a:bodyPr>
          <a:lstStyle/>
          <a:p>
            <a:pPr algn="ctr">
              <a:lnSpc>
                <a:spcPct val="150000"/>
              </a:lnSpc>
            </a:pPr>
            <a:r>
              <a:rPr lang="en-AU" sz="4000" dirty="0"/>
              <a:t>This array is </a:t>
            </a:r>
            <a:r>
              <a:rPr lang="en-AU" sz="4000" b="1" dirty="0"/>
              <a:t>partially hidden</a:t>
            </a:r>
            <a:r>
              <a:rPr lang="en-AU" sz="4000" dirty="0"/>
              <a:t>. </a:t>
            </a:r>
          </a:p>
          <a:p>
            <a:pPr algn="ctr">
              <a:lnSpc>
                <a:spcPct val="150000"/>
              </a:lnSpc>
            </a:pPr>
            <a:r>
              <a:rPr lang="en-AU" sz="4000" b="1" dirty="0"/>
              <a:t>How many counters </a:t>
            </a:r>
            <a:r>
              <a:rPr lang="en-AU" sz="4000" dirty="0"/>
              <a:t>are there in the </a:t>
            </a:r>
          </a:p>
          <a:p>
            <a:pPr algn="ctr">
              <a:lnSpc>
                <a:spcPct val="150000"/>
              </a:lnSpc>
            </a:pPr>
            <a:r>
              <a:rPr lang="en-AU" sz="4000" b="1" dirty="0"/>
              <a:t>entire array</a:t>
            </a:r>
            <a:r>
              <a:rPr lang="en-AU" sz="4000" dirty="0"/>
              <a:t>?</a:t>
            </a:r>
          </a:p>
          <a:p>
            <a:pPr algn="l"/>
            <a:endParaRPr lang="en-AU" sz="1800" dirty="0"/>
          </a:p>
        </p:txBody>
      </p:sp>
      <p:pic>
        <p:nvPicPr>
          <p:cNvPr id="5" name="Picture 4" descr="Partially covered array showing a top row of 6 and a column of 4.">
            <a:extLst>
              <a:ext uri="{FF2B5EF4-FFF2-40B4-BE49-F238E27FC236}">
                <a16:creationId xmlns:a16="http://schemas.microsoft.com/office/drawing/2014/main" id="{329D6C10-81A5-7ECE-545C-337FB7DD30A1}"/>
              </a:ext>
            </a:extLst>
          </p:cNvPr>
          <p:cNvPicPr>
            <a:picLocks noChangeAspect="1"/>
          </p:cNvPicPr>
          <p:nvPr/>
        </p:nvPicPr>
        <p:blipFill>
          <a:blip r:embed="rId4"/>
          <a:srcRect l="31606" t="26079" r="33656" b="25070"/>
          <a:stretch>
            <a:fillRect/>
          </a:stretch>
        </p:blipFill>
        <p:spPr>
          <a:xfrm>
            <a:off x="6389783" y="1914336"/>
            <a:ext cx="5290125" cy="4184550"/>
          </a:xfrm>
          <a:prstGeom prst="rect">
            <a:avLst/>
          </a:prstGeom>
          <a:effectLst/>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7E4F251-4C85-34E5-0AD2-A2BA7900FE65}"/>
              </a:ext>
            </a:extLst>
          </p:cNvPr>
          <p:cNvSpPr txBox="1"/>
          <p:nvPr/>
        </p:nvSpPr>
        <p:spPr>
          <a:xfrm>
            <a:off x="462707" y="1166223"/>
            <a:ext cx="5398265" cy="5331777"/>
          </a:xfrm>
          <a:prstGeom prst="rect">
            <a:avLst/>
          </a:prstGeom>
          <a:noFill/>
        </p:spPr>
        <p:txBody>
          <a:bodyPr wrap="square" lIns="0" tIns="0" rIns="0" bIns="0" rtlCol="0">
            <a:noAutofit/>
          </a:bodyPr>
          <a:lstStyle/>
          <a:p>
            <a:pPr algn="ctr">
              <a:lnSpc>
                <a:spcPct val="150000"/>
              </a:lnSpc>
            </a:pPr>
            <a:r>
              <a:rPr lang="en-AU" sz="4400" dirty="0"/>
              <a:t>Use the</a:t>
            </a:r>
          </a:p>
          <a:p>
            <a:pPr algn="ctr">
              <a:lnSpc>
                <a:spcPct val="150000"/>
              </a:lnSpc>
            </a:pPr>
            <a:r>
              <a:rPr lang="en-AU" sz="4400" dirty="0"/>
              <a:t>square-centimetre </a:t>
            </a:r>
          </a:p>
          <a:p>
            <a:pPr algn="ctr">
              <a:lnSpc>
                <a:spcPct val="150000"/>
              </a:lnSpc>
            </a:pPr>
            <a:r>
              <a:rPr lang="en-AU" sz="4400" dirty="0"/>
              <a:t>grid to </a:t>
            </a:r>
            <a:r>
              <a:rPr lang="en-AU" sz="4400" b="1" dirty="0"/>
              <a:t>estimate the area </a:t>
            </a:r>
            <a:r>
              <a:rPr lang="en-AU" sz="4400" dirty="0"/>
              <a:t>of this rock.</a:t>
            </a:r>
          </a:p>
          <a:p>
            <a:pPr algn="l"/>
            <a:endParaRPr lang="en-AU" sz="2000" dirty="0"/>
          </a:p>
        </p:txBody>
      </p:sp>
      <p:pic>
        <p:nvPicPr>
          <p:cNvPr id="5" name="Picture 4" descr="Photograph of an irregularly shaped grey rock with a black grid consisting of 7 columns and 5 rows over it. ">
            <a:extLst>
              <a:ext uri="{FF2B5EF4-FFF2-40B4-BE49-F238E27FC236}">
                <a16:creationId xmlns:a16="http://schemas.microsoft.com/office/drawing/2014/main" id="{9CB50032-2F43-069A-E425-4C5CC1C1605A}"/>
              </a:ext>
            </a:extLst>
          </p:cNvPr>
          <p:cNvPicPr>
            <a:picLocks noChangeAspect="1"/>
          </p:cNvPicPr>
          <p:nvPr/>
        </p:nvPicPr>
        <p:blipFill>
          <a:blip r:embed="rId4">
            <a:extLst>
              <a:ext uri="{28A0092B-C50C-407E-A947-70E740481C1C}">
                <a14:useLocalDpi xmlns:a14="http://schemas.microsoft.com/office/drawing/2010/main" val="0"/>
              </a:ext>
            </a:extLst>
          </a:blip>
          <a:srcRect l="20014" t="11373" r="16953" b="22745"/>
          <a:stretch>
            <a:fillRect/>
          </a:stretch>
        </p:blipFill>
        <p:spPr>
          <a:xfrm>
            <a:off x="6189712" y="1674563"/>
            <a:ext cx="5642288" cy="4169668"/>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59999" y="360000"/>
            <a:ext cx="10747003" cy="963833"/>
          </a:xfrm>
        </p:spPr>
        <p:txBody>
          <a:bodyPr/>
          <a:lstStyle/>
          <a:p>
            <a:r>
              <a:rPr lang="en-AU"/>
              <a:t>Activity 3 – </a:t>
            </a:r>
            <a:r>
              <a:rPr lang="en-AU" sz="3600">
                <a:effectLst/>
                <a:latin typeface="Arial" panose="020B0604020202020204" pitchFamily="34" charset="0"/>
                <a:ea typeface="Calibri" panose="020F0502020204030204" pitchFamily="34" charset="0"/>
              </a:rPr>
              <a:t>solving addition problems using  </a:t>
            </a:r>
            <a:br>
              <a:rPr lang="en-AU" sz="3600">
                <a:effectLst/>
                <a:latin typeface="Arial" panose="020B0604020202020204" pitchFamily="34" charset="0"/>
                <a:ea typeface="Calibri" panose="020F0502020204030204" pitchFamily="34" charset="0"/>
              </a:rPr>
            </a:br>
            <a:r>
              <a:rPr lang="en-AU" sz="3600">
                <a:effectLst/>
                <a:latin typeface="Arial" panose="020B0604020202020204" pitchFamily="34" charset="0"/>
                <a:ea typeface="Calibri" panose="020F0502020204030204" pitchFamily="34" charset="0"/>
              </a:rPr>
              <a:t>regrouping and place value</a:t>
            </a:r>
            <a:endParaRPr lang="en-AU"/>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89553F44-A9DB-11D1-2FC5-7E7A899ED972}"/>
              </a:ext>
            </a:extLst>
          </p:cNvPr>
          <p:cNvSpPr txBox="1"/>
          <p:nvPr/>
        </p:nvSpPr>
        <p:spPr>
          <a:xfrm>
            <a:off x="4184460" y="2607040"/>
            <a:ext cx="3823079" cy="1200329"/>
          </a:xfrm>
          <a:prstGeom prst="rect">
            <a:avLst/>
          </a:prstGeom>
          <a:noFill/>
        </p:spPr>
        <p:txBody>
          <a:bodyPr wrap="square">
            <a:spAutoFit/>
          </a:bodyPr>
          <a:lstStyle/>
          <a:p>
            <a:r>
              <a:rPr lang="en-AU" sz="7200">
                <a:effectLst/>
                <a:latin typeface="Arial" panose="020B0604020202020204" pitchFamily="34" charset="0"/>
                <a:ea typeface="Calibri" panose="020F0502020204030204" pitchFamily="34" charset="0"/>
              </a:rPr>
              <a:t>538 + 74</a:t>
            </a:r>
            <a:endParaRPr lang="en-AU" sz="7200"/>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a:xfrm>
            <a:off x="360000" y="360000"/>
            <a:ext cx="10447908" cy="545601"/>
          </a:xfrm>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600963" y="1747130"/>
            <a:ext cx="11243037" cy="1941713"/>
          </a:xfrm>
        </p:spPr>
        <p:txBody>
          <a:bodyPr/>
          <a:lstStyle/>
          <a:p>
            <a:pPr algn="ctr"/>
            <a:r>
              <a:rPr lang="en-AU" sz="4400" b="1" dirty="0"/>
              <a:t>65 </a:t>
            </a:r>
            <a:r>
              <a:rPr lang="en-AU" sz="4400" b="1" dirty="0">
                <a:solidFill>
                  <a:srgbClr val="22272B"/>
                </a:solidFill>
                <a:ea typeface="Calibri" panose="020F0502020204030204" pitchFamily="34" charset="0"/>
              </a:rPr>
              <a:t>– 43 </a:t>
            </a:r>
            <a:r>
              <a:rPr lang="en-AU" sz="4400" dirty="0">
                <a:solidFill>
                  <a:srgbClr val="22272B"/>
                </a:solidFill>
                <a:ea typeface="Calibri" panose="020F0502020204030204" pitchFamily="34" charset="0"/>
              </a:rPr>
              <a:t>can be </a:t>
            </a:r>
            <a:r>
              <a:rPr lang="en-AU" sz="4400" b="1" dirty="0">
                <a:solidFill>
                  <a:srgbClr val="22272B"/>
                </a:solidFill>
                <a:ea typeface="Calibri" panose="020F0502020204030204" pitchFamily="34" charset="0"/>
              </a:rPr>
              <a:t>regrouped</a:t>
            </a:r>
            <a:r>
              <a:rPr lang="en-AU" sz="4400" dirty="0">
                <a:solidFill>
                  <a:srgbClr val="22272B"/>
                </a:solidFill>
                <a:ea typeface="Calibri" panose="020F0502020204030204" pitchFamily="34" charset="0"/>
              </a:rPr>
              <a:t> as </a:t>
            </a:r>
            <a:r>
              <a:rPr lang="en-AU" sz="4400" b="1" dirty="0">
                <a:solidFill>
                  <a:srgbClr val="22272B"/>
                </a:solidFill>
                <a:ea typeface="Calibri" panose="020F0502020204030204" pitchFamily="34" charset="0"/>
              </a:rPr>
              <a:t>6 tens </a:t>
            </a:r>
            <a:r>
              <a:rPr lang="en-AU" sz="4400" dirty="0">
                <a:solidFill>
                  <a:srgbClr val="22272B"/>
                </a:solidFill>
                <a:ea typeface="Calibri" panose="020F0502020204030204" pitchFamily="34" charset="0"/>
              </a:rPr>
              <a:t>and </a:t>
            </a:r>
            <a:r>
              <a:rPr lang="en-AU" sz="4400" b="1" dirty="0">
                <a:solidFill>
                  <a:srgbClr val="22272B"/>
                </a:solidFill>
                <a:ea typeface="Calibri" panose="020F0502020204030204" pitchFamily="34" charset="0"/>
              </a:rPr>
              <a:t>5 ones</a:t>
            </a:r>
            <a:r>
              <a:rPr lang="en-AU" sz="4400" dirty="0">
                <a:solidFill>
                  <a:srgbClr val="22272B"/>
                </a:solidFill>
                <a:ea typeface="Calibri" panose="020F0502020204030204" pitchFamily="34" charset="0"/>
              </a:rPr>
              <a:t> minus </a:t>
            </a:r>
            <a:r>
              <a:rPr lang="en-AU" sz="4400" b="1" dirty="0">
                <a:solidFill>
                  <a:srgbClr val="22272B"/>
                </a:solidFill>
                <a:ea typeface="Calibri" panose="020F0502020204030204" pitchFamily="34" charset="0"/>
              </a:rPr>
              <a:t>4 tens </a:t>
            </a:r>
            <a:r>
              <a:rPr lang="en-AU" sz="4400" dirty="0">
                <a:solidFill>
                  <a:srgbClr val="22272B"/>
                </a:solidFill>
                <a:ea typeface="Calibri" panose="020F0502020204030204" pitchFamily="34" charset="0"/>
              </a:rPr>
              <a:t>and </a:t>
            </a:r>
            <a:r>
              <a:rPr lang="en-AU" sz="4400" b="1" dirty="0">
                <a:solidFill>
                  <a:srgbClr val="22272B"/>
                </a:solidFill>
                <a:ea typeface="Calibri" panose="020F0502020204030204" pitchFamily="34" charset="0"/>
              </a:rPr>
              <a:t>3 ones</a:t>
            </a:r>
            <a:r>
              <a:rPr lang="en-AU" sz="4400" dirty="0">
                <a:solidFill>
                  <a:srgbClr val="22272B"/>
                </a:solidFill>
                <a:ea typeface="Calibri" panose="020F0502020204030204" pitchFamily="34" charset="0"/>
              </a:rPr>
              <a:t>.</a:t>
            </a:r>
            <a:r>
              <a:rPr lang="en-AU" sz="4400" dirty="0"/>
              <a:t> </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270461785"/>
              </p:ext>
            </p:extLst>
          </p:nvPr>
        </p:nvGraphicFramePr>
        <p:xfrm>
          <a:off x="2557462" y="4897555"/>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4AF37F6D-D8A5-1347-6A79-098FE79FA181}"/>
              </a:ext>
            </a:extLst>
          </p:cNvPr>
          <p:cNvSpPr txBox="1"/>
          <p:nvPr/>
        </p:nvSpPr>
        <p:spPr>
          <a:xfrm>
            <a:off x="1025577" y="1184223"/>
            <a:ext cx="10140846" cy="5375767"/>
          </a:xfrm>
          <a:prstGeom prst="rect">
            <a:avLst/>
          </a:prstGeom>
          <a:noFill/>
        </p:spPr>
        <p:txBody>
          <a:bodyPr wrap="square">
            <a:spAutoFit/>
          </a:bodyPr>
          <a:lstStyle/>
          <a:p>
            <a:r>
              <a:rPr kumimoji="0" lang="en-AU" sz="3600" b="0" i="0" u="none" strike="noStrike" kern="1200" cap="none" spc="0" normalizeH="0" baseline="0" noProof="0" dirty="0">
                <a:ln>
                  <a:noFill/>
                </a:ln>
                <a:solidFill>
                  <a:srgbClr val="146CFD"/>
                </a:solidFill>
                <a:effectLst/>
                <a:uLnTx/>
                <a:uFillTx/>
                <a:latin typeface="Arial" panose="020B0604020202020204"/>
                <a:ea typeface="+mn-ea"/>
                <a:cs typeface="+mn-cs"/>
              </a:rPr>
              <a:t>                               </a:t>
            </a:r>
            <a:r>
              <a:rPr lang="en-AU" sz="4400" dirty="0">
                <a:solidFill>
                  <a:srgbClr val="146CFD"/>
                </a:solidFill>
                <a:ea typeface="Calibri" panose="020F0502020204030204" pitchFamily="34" charset="0"/>
              </a:rPr>
              <a:t>– </a:t>
            </a:r>
            <a:r>
              <a:rPr kumimoji="0" lang="en-AU" sz="4400" b="0" i="0" u="none" strike="noStrike" kern="1200" cap="none" spc="0" normalizeH="0" baseline="0" noProof="0" dirty="0">
                <a:ln>
                  <a:noFill/>
                </a:ln>
                <a:solidFill>
                  <a:srgbClr val="146CFD"/>
                </a:solidFill>
                <a:effectLst/>
                <a:uLnTx/>
                <a:uFillTx/>
                <a:latin typeface="Arial" panose="020B0604020202020204"/>
                <a:ea typeface="+mn-ea"/>
                <a:cs typeface="+mn-cs"/>
              </a:rPr>
              <a:t>15 = 19</a:t>
            </a:r>
          </a:p>
          <a:p>
            <a:endParaRPr lang="en-AU" sz="3600" dirty="0">
              <a:solidFill>
                <a:srgbClr val="22272B"/>
              </a:solidFill>
              <a:latin typeface="Arial" panose="020B0604020202020204"/>
            </a:endParaRPr>
          </a:p>
          <a:p>
            <a:pPr algn="ctr">
              <a:lnSpc>
                <a:spcPct val="150000"/>
              </a:lnSpc>
            </a:pPr>
            <a:r>
              <a:rPr lang="en-AU" sz="3600" dirty="0">
                <a:solidFill>
                  <a:srgbClr val="22272B"/>
                </a:solidFill>
                <a:latin typeface="Arial" panose="020B0604020202020204"/>
              </a:rPr>
              <a:t>Jacob chose to use </a:t>
            </a:r>
            <a:r>
              <a:rPr lang="en-AU" sz="3600" b="1" dirty="0">
                <a:solidFill>
                  <a:srgbClr val="22272B"/>
                </a:solidFill>
                <a:latin typeface="Arial" panose="020B0604020202020204"/>
              </a:rPr>
              <a:t>trial and error </a:t>
            </a:r>
            <a:r>
              <a:rPr lang="en-AU" sz="3600" dirty="0">
                <a:solidFill>
                  <a:srgbClr val="22272B"/>
                </a:solidFill>
                <a:latin typeface="Arial" panose="020B0604020202020204"/>
              </a:rPr>
              <a:t>to solve the problem. Sophie wanted to use an </a:t>
            </a:r>
            <a:r>
              <a:rPr lang="en-AU" sz="3600" b="1" dirty="0">
                <a:solidFill>
                  <a:srgbClr val="22272B"/>
                </a:solidFill>
                <a:latin typeface="Arial" panose="020B0604020202020204"/>
              </a:rPr>
              <a:t>inverse operation</a:t>
            </a:r>
            <a:r>
              <a:rPr lang="en-AU" sz="3600" dirty="0">
                <a:solidFill>
                  <a:srgbClr val="22272B"/>
                </a:solidFill>
                <a:latin typeface="Arial" panose="020B0604020202020204"/>
              </a:rPr>
              <a:t>. Which </a:t>
            </a:r>
            <a:r>
              <a:rPr lang="en-AU" sz="3600" b="1" dirty="0">
                <a:solidFill>
                  <a:srgbClr val="22272B"/>
                </a:solidFill>
                <a:latin typeface="Arial" panose="020B0604020202020204"/>
              </a:rPr>
              <a:t>strategy</a:t>
            </a:r>
            <a:r>
              <a:rPr lang="en-AU" sz="3600" dirty="0">
                <a:solidFill>
                  <a:srgbClr val="22272B"/>
                </a:solidFill>
                <a:latin typeface="Arial" panose="020B0604020202020204"/>
              </a:rPr>
              <a:t> is </a:t>
            </a:r>
            <a:r>
              <a:rPr lang="en-AU" sz="3600" b="1" dirty="0">
                <a:solidFill>
                  <a:srgbClr val="22272B"/>
                </a:solidFill>
                <a:latin typeface="Arial" panose="020B0604020202020204"/>
              </a:rPr>
              <a:t>more efficient</a:t>
            </a:r>
            <a:r>
              <a:rPr lang="en-AU" sz="3600" dirty="0">
                <a:solidFill>
                  <a:srgbClr val="22272B"/>
                </a:solidFill>
                <a:latin typeface="Arial" panose="020B0604020202020204"/>
              </a:rPr>
              <a:t>?</a:t>
            </a:r>
          </a:p>
          <a:p>
            <a:pPr algn="ctr">
              <a:lnSpc>
                <a:spcPct val="150000"/>
              </a:lnSpc>
            </a:pPr>
            <a:endParaRPr lang="en-AU" sz="3600" b="1" dirty="0">
              <a:solidFill>
                <a:srgbClr val="22272B"/>
              </a:solidFill>
              <a:latin typeface="Arial" panose="020B0604020202020204"/>
            </a:endParaRPr>
          </a:p>
          <a:p>
            <a:pPr algn="ctr">
              <a:lnSpc>
                <a:spcPct val="150000"/>
              </a:lnSpc>
            </a:pPr>
            <a:r>
              <a:rPr lang="en-AU" sz="3600" b="1" dirty="0">
                <a:solidFill>
                  <a:srgbClr val="22272B"/>
                </a:solidFill>
                <a:latin typeface="Arial" panose="020B0604020202020204"/>
              </a:rPr>
              <a:t>Communicate</a:t>
            </a:r>
            <a:r>
              <a:rPr lang="en-AU" sz="3600" dirty="0">
                <a:solidFill>
                  <a:srgbClr val="22272B"/>
                </a:solidFill>
                <a:latin typeface="Arial" panose="020B0604020202020204"/>
              </a:rPr>
              <a:t> your </a:t>
            </a:r>
            <a:r>
              <a:rPr lang="en-AU" sz="3600" b="1" dirty="0">
                <a:solidFill>
                  <a:srgbClr val="22272B"/>
                </a:solidFill>
                <a:latin typeface="Arial" panose="020B0604020202020204"/>
              </a:rPr>
              <a:t>reasoning</a:t>
            </a:r>
            <a:r>
              <a:rPr lang="en-AU" sz="3600" dirty="0">
                <a:solidFill>
                  <a:srgbClr val="22272B"/>
                </a:solidFill>
                <a:latin typeface="Arial" panose="020B0604020202020204"/>
              </a:rPr>
              <a:t>.</a:t>
            </a:r>
            <a:r>
              <a:rPr kumimoji="0" lang="en-AU" sz="3600" b="0" i="0" u="none" strike="noStrike" kern="1200" cap="none" spc="0" normalizeH="0" baseline="0" noProof="0" dirty="0">
                <a:ln>
                  <a:noFill/>
                </a:ln>
                <a:solidFill>
                  <a:srgbClr val="22272B"/>
                </a:solidFill>
                <a:effectLst/>
                <a:uLnTx/>
                <a:uFillTx/>
                <a:latin typeface="Arial" panose="020B0604020202020204"/>
                <a:ea typeface="+mn-ea"/>
                <a:cs typeface="+mn-cs"/>
              </a:rPr>
              <a:t>		</a:t>
            </a:r>
            <a:endParaRPr lang="en-AU" dirty="0"/>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4" name="Rectangle 3">
            <a:extLst>
              <a:ext uri="{FF2B5EF4-FFF2-40B4-BE49-F238E27FC236}">
                <a16:creationId xmlns:a16="http://schemas.microsoft.com/office/drawing/2014/main" id="{26DFCC69-E609-CD39-92A9-9A4E7D1E544D}"/>
              </a:ext>
            </a:extLst>
          </p:cNvPr>
          <p:cNvSpPr/>
          <p:nvPr/>
        </p:nvSpPr>
        <p:spPr>
          <a:xfrm>
            <a:off x="4176215" y="1323833"/>
            <a:ext cx="586854" cy="497268"/>
          </a:xfrm>
          <a:prstGeom prst="rect">
            <a:avLst/>
          </a:prstGeom>
          <a:solidFill>
            <a:schemeClr val="bg1"/>
          </a:solidFill>
          <a:ln w="28575">
            <a:solidFill>
              <a:srgbClr val="146C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E047E19-94EE-4561-7AF8-8EB7DFE26157}"/>
              </a:ext>
            </a:extLst>
          </p:cNvPr>
          <p:cNvSpPr txBox="1"/>
          <p:nvPr/>
        </p:nvSpPr>
        <p:spPr>
          <a:xfrm>
            <a:off x="1210234" y="911019"/>
            <a:ext cx="9341223" cy="1676400"/>
          </a:xfrm>
          <a:prstGeom prst="rect">
            <a:avLst/>
          </a:prstGeom>
          <a:noFill/>
        </p:spPr>
        <p:txBody>
          <a:bodyPr wrap="none" lIns="0" tIns="0" rIns="0" bIns="0" rtlCol="0">
            <a:noAutofit/>
          </a:bodyPr>
          <a:lstStyle/>
          <a:p>
            <a:pPr algn="ctr">
              <a:lnSpc>
                <a:spcPct val="150000"/>
              </a:lnSpc>
            </a:pPr>
            <a:r>
              <a:rPr lang="en-AU" sz="4000" b="1" dirty="0"/>
              <a:t>Record</a:t>
            </a:r>
            <a:r>
              <a:rPr lang="en-AU" sz="4000" dirty="0"/>
              <a:t> the mass of the objects</a:t>
            </a:r>
          </a:p>
          <a:p>
            <a:pPr algn="ctr">
              <a:lnSpc>
                <a:spcPct val="150000"/>
              </a:lnSpc>
            </a:pPr>
            <a:r>
              <a:rPr lang="en-AU" sz="4000" dirty="0"/>
              <a:t> in </a:t>
            </a:r>
            <a:r>
              <a:rPr lang="en-AU" sz="4000" b="1" dirty="0"/>
              <a:t>kilograms</a:t>
            </a:r>
            <a:r>
              <a:rPr lang="en-AU" sz="4000" dirty="0"/>
              <a:t> and </a:t>
            </a:r>
            <a:r>
              <a:rPr lang="en-AU" sz="4000" b="1" dirty="0"/>
              <a:t>grams</a:t>
            </a:r>
            <a:r>
              <a:rPr lang="en-AU" sz="4000" dirty="0"/>
              <a:t>.</a:t>
            </a:r>
          </a:p>
        </p:txBody>
      </p:sp>
      <p:pic>
        <p:nvPicPr>
          <p:cNvPr id="7" name="Picture 6" descr="Image showing three objects: a laptop with a blue screen, a sack filled with potatoes, and an orange pumpkin with a green stem. The laptop has a mass of 1815 g, the potatoes 5250 g and the pumpkin is 7899 g.">
            <a:extLst>
              <a:ext uri="{FF2B5EF4-FFF2-40B4-BE49-F238E27FC236}">
                <a16:creationId xmlns:a16="http://schemas.microsoft.com/office/drawing/2014/main" id="{0202A283-1161-C527-6AD0-8BAC31BADA46}"/>
              </a:ext>
            </a:extLst>
          </p:cNvPr>
          <p:cNvPicPr>
            <a:picLocks noChangeAspect="1"/>
          </p:cNvPicPr>
          <p:nvPr/>
        </p:nvPicPr>
        <p:blipFill>
          <a:blip r:embed="rId4"/>
          <a:srcRect l="2253" t="9162" r="1442" b="47189"/>
          <a:stretch>
            <a:fillRect/>
          </a:stretch>
        </p:blipFill>
        <p:spPr>
          <a:xfrm>
            <a:off x="1505195" y="2882788"/>
            <a:ext cx="9046262" cy="2898812"/>
          </a:xfrm>
          <a:prstGeom prst="rect">
            <a:avLst/>
          </a:prstGeom>
          <a:effectLst/>
        </p:spPr>
      </p:pic>
      <p:sp>
        <p:nvSpPr>
          <p:cNvPr id="8" name="TextBox 7">
            <a:extLst>
              <a:ext uri="{FF2B5EF4-FFF2-40B4-BE49-F238E27FC236}">
                <a16:creationId xmlns:a16="http://schemas.microsoft.com/office/drawing/2014/main" id="{164B8194-A868-AD3F-3533-A20C39C8E155}"/>
              </a:ext>
            </a:extLst>
          </p:cNvPr>
          <p:cNvSpPr txBox="1"/>
          <p:nvPr/>
        </p:nvSpPr>
        <p:spPr>
          <a:xfrm>
            <a:off x="1724669" y="5781600"/>
            <a:ext cx="9095731" cy="914400"/>
          </a:xfrm>
          <a:prstGeom prst="rect">
            <a:avLst/>
          </a:prstGeom>
          <a:noFill/>
        </p:spPr>
        <p:txBody>
          <a:bodyPr wrap="none" lIns="0" tIns="0" rIns="0" bIns="0" rtlCol="0">
            <a:noAutofit/>
          </a:bodyPr>
          <a:lstStyle/>
          <a:p>
            <a:pPr algn="l"/>
            <a:r>
              <a:rPr lang="en-AU" sz="4000" dirty="0"/>
              <a:t>   1115 g			3250 g		    4899 g</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3D9C4E3-2AA0-CDE1-095F-D8EE1DA4BF66}"/>
              </a:ext>
            </a:extLst>
          </p:cNvPr>
          <p:cNvSpPr txBox="1"/>
          <p:nvPr/>
        </p:nvSpPr>
        <p:spPr>
          <a:xfrm>
            <a:off x="246024" y="1411457"/>
            <a:ext cx="5697576" cy="5194543"/>
          </a:xfrm>
          <a:prstGeom prst="rect">
            <a:avLst/>
          </a:prstGeom>
          <a:noFill/>
        </p:spPr>
        <p:txBody>
          <a:bodyPr wrap="square" lIns="0" tIns="0" rIns="0" bIns="0" rtlCol="0">
            <a:noAutofit/>
          </a:bodyPr>
          <a:lstStyle/>
          <a:p>
            <a:pPr algn="ctr">
              <a:lnSpc>
                <a:spcPct val="150000"/>
              </a:lnSpc>
            </a:pPr>
            <a:r>
              <a:rPr lang="en-AU" sz="3200" dirty="0"/>
              <a:t>This area model is covered with paint. </a:t>
            </a:r>
          </a:p>
          <a:p>
            <a:pPr algn="ctr">
              <a:lnSpc>
                <a:spcPct val="150000"/>
              </a:lnSpc>
            </a:pPr>
            <a:r>
              <a:rPr lang="en-AU" sz="3200" dirty="0"/>
              <a:t>Record the </a:t>
            </a:r>
            <a:r>
              <a:rPr lang="en-AU" sz="3200" b="1" dirty="0"/>
              <a:t>multiplication </a:t>
            </a:r>
          </a:p>
          <a:p>
            <a:pPr algn="ctr">
              <a:lnSpc>
                <a:spcPct val="150000"/>
              </a:lnSpc>
            </a:pPr>
            <a:r>
              <a:rPr lang="en-AU" sz="3200" b="1" dirty="0"/>
              <a:t>sentence </a:t>
            </a:r>
            <a:r>
              <a:rPr lang="en-AU" sz="3200" dirty="0"/>
              <a:t>to show the total number of squares </a:t>
            </a:r>
          </a:p>
          <a:p>
            <a:pPr algn="ctr">
              <a:lnSpc>
                <a:spcPct val="150000"/>
              </a:lnSpc>
            </a:pPr>
            <a:r>
              <a:rPr lang="en-AU" sz="3200" dirty="0"/>
              <a:t>in the entire grid.</a:t>
            </a:r>
          </a:p>
        </p:txBody>
      </p:sp>
      <p:pic>
        <p:nvPicPr>
          <p:cNvPr id="5" name="Picture 4" descr="Image of an grid with paint splashed over it. A row of 6 squares and a column of 5 squares can be identified.">
            <a:extLst>
              <a:ext uri="{FF2B5EF4-FFF2-40B4-BE49-F238E27FC236}">
                <a16:creationId xmlns:a16="http://schemas.microsoft.com/office/drawing/2014/main" id="{8EF86C39-B861-A7E1-3D49-BD5BB069C5C9}"/>
              </a:ext>
            </a:extLst>
          </p:cNvPr>
          <p:cNvPicPr>
            <a:picLocks noChangeAspect="1"/>
          </p:cNvPicPr>
          <p:nvPr/>
        </p:nvPicPr>
        <p:blipFill>
          <a:blip r:embed="rId4"/>
          <a:srcRect l="22937" t="8204" r="24181" b="-1613"/>
          <a:stretch>
            <a:fillRect/>
          </a:stretch>
        </p:blipFill>
        <p:spPr>
          <a:xfrm>
            <a:off x="6248400" y="1184223"/>
            <a:ext cx="5697576" cy="5143988"/>
          </a:xfrm>
          <a:prstGeom prst="rect">
            <a:avLst/>
          </a:prstGeom>
          <a:effectLst/>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1" name="Picture 10" descr="Two identical right-angle triangles and a rectangle of the same height as the triangles.">
            <a:extLst>
              <a:ext uri="{FF2B5EF4-FFF2-40B4-BE49-F238E27FC236}">
                <a16:creationId xmlns:a16="http://schemas.microsoft.com/office/drawing/2014/main" id="{5ECEB299-F6FE-0CF7-2E47-F23034C68EA9}"/>
              </a:ext>
            </a:extLst>
          </p:cNvPr>
          <p:cNvPicPr>
            <a:picLocks noChangeAspect="1"/>
          </p:cNvPicPr>
          <p:nvPr/>
        </p:nvPicPr>
        <p:blipFill>
          <a:blip r:embed="rId4"/>
          <a:srcRect l="8734" t="6877" r="29712" b="63711"/>
          <a:stretch>
            <a:fillRect/>
          </a:stretch>
        </p:blipFill>
        <p:spPr>
          <a:xfrm>
            <a:off x="3443001" y="979436"/>
            <a:ext cx="5131373" cy="1733573"/>
          </a:xfrm>
          <a:prstGeom prst="rect">
            <a:avLst/>
          </a:prstGeom>
          <a:effectLst/>
        </p:spPr>
      </p:pic>
      <p:sp>
        <p:nvSpPr>
          <p:cNvPr id="18" name="TextBox 17">
            <a:extLst>
              <a:ext uri="{FF2B5EF4-FFF2-40B4-BE49-F238E27FC236}">
                <a16:creationId xmlns:a16="http://schemas.microsoft.com/office/drawing/2014/main" id="{48940C9F-F655-1BF1-8EE3-6CCA6BD98F9D}"/>
              </a:ext>
            </a:extLst>
          </p:cNvPr>
          <p:cNvSpPr txBox="1"/>
          <p:nvPr/>
        </p:nvSpPr>
        <p:spPr>
          <a:xfrm>
            <a:off x="360000" y="2971800"/>
            <a:ext cx="8912535" cy="914400"/>
          </a:xfrm>
          <a:prstGeom prst="rect">
            <a:avLst/>
          </a:prstGeom>
          <a:noFill/>
        </p:spPr>
        <p:txBody>
          <a:bodyPr wrap="none" lIns="0" tIns="0" rIns="0" bIns="0" rtlCol="0">
            <a:noAutofit/>
          </a:bodyPr>
          <a:lstStyle/>
          <a:p>
            <a:pPr algn="l">
              <a:lnSpc>
                <a:spcPct val="150000"/>
              </a:lnSpc>
            </a:pPr>
            <a:r>
              <a:rPr lang="en-AU" sz="3200" dirty="0"/>
              <a:t>If you </a:t>
            </a:r>
            <a:r>
              <a:rPr lang="en-AU" sz="3200" b="1" dirty="0"/>
              <a:t>combine</a:t>
            </a:r>
            <a:r>
              <a:rPr lang="en-AU" sz="3200" dirty="0"/>
              <a:t> the </a:t>
            </a:r>
            <a:r>
              <a:rPr lang="en-AU" sz="3200" b="1" dirty="0"/>
              <a:t>3 shapes </a:t>
            </a:r>
            <a:r>
              <a:rPr lang="en-AU" sz="3200" dirty="0"/>
              <a:t>above, which shape can they form?</a:t>
            </a:r>
          </a:p>
        </p:txBody>
      </p:sp>
      <p:pic>
        <p:nvPicPr>
          <p:cNvPr id="9" name="Picture 8" descr="Diagram showing three quadrilaterals labeled A, B, and C, representing a: rhombus, b: parallelogram, and c: square.">
            <a:extLst>
              <a:ext uri="{FF2B5EF4-FFF2-40B4-BE49-F238E27FC236}">
                <a16:creationId xmlns:a16="http://schemas.microsoft.com/office/drawing/2014/main" id="{665EC965-5B69-C357-4D66-AAB1B058A90F}"/>
              </a:ext>
            </a:extLst>
          </p:cNvPr>
          <p:cNvPicPr>
            <a:picLocks noChangeAspect="1"/>
          </p:cNvPicPr>
          <p:nvPr/>
        </p:nvPicPr>
        <p:blipFill>
          <a:blip r:embed="rId5"/>
          <a:srcRect l="-1" t="35272" r="-1301"/>
          <a:stretch>
            <a:fillRect/>
          </a:stretch>
        </p:blipFill>
        <p:spPr>
          <a:xfrm>
            <a:off x="2796336" y="3873926"/>
            <a:ext cx="6599327" cy="2984074"/>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solving subtraction problems using regrouping and place value</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03B3C5B2-7530-3039-FF3B-35D6A08CEC6E}"/>
              </a:ext>
            </a:extLst>
          </p:cNvPr>
          <p:cNvSpPr txBox="1"/>
          <p:nvPr/>
        </p:nvSpPr>
        <p:spPr>
          <a:xfrm>
            <a:off x="4102574" y="2828835"/>
            <a:ext cx="3986852" cy="1200329"/>
          </a:xfrm>
          <a:prstGeom prst="rect">
            <a:avLst/>
          </a:prstGeom>
          <a:noFill/>
        </p:spPr>
        <p:txBody>
          <a:bodyPr wrap="square">
            <a:spAutoFit/>
          </a:bodyPr>
          <a:lstStyle/>
          <a:p>
            <a:r>
              <a:rPr lang="en-AU" sz="7200"/>
              <a:t>538 − 74 </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CE555570-2BD4-426B-AA32-0A79CB6508A8}">
  <ds:schemaRefs>
    <ds:schemaRef ds:uri="http://schemas.microsoft.com/office/2006/documentManagement/types"/>
    <ds:schemaRef ds:uri="http://schemas.microsoft.com/office/infopath/2007/PartnerControls"/>
    <ds:schemaRef ds:uri="http://purl.org/dc/elements/1.1/"/>
    <ds:schemaRef ds:uri="http://purl.org/dc/dcmitype/"/>
    <ds:schemaRef ds:uri="http://www.w3.org/XML/1998/namespace"/>
    <ds:schemaRef ds:uri="7e763d47-3c66-4c58-9425-1477fd3ccd1e"/>
    <ds:schemaRef ds:uri="http://schemas.microsoft.com/office/2006/metadata/properties"/>
    <ds:schemaRef ds:uri="http://purl.org/dc/terms/"/>
    <ds:schemaRef ds:uri="http://schemas.openxmlformats.org/package/2006/metadata/core-properties"/>
    <ds:schemaRef ds:uri="60129b06-f64b-40a8-96e2-c5b2f86112b1"/>
    <ds:schemaRef ds:uri="http://schemas.microsoft.com/sharepoint/v3"/>
    <ds:schemaRef ds:uri="9983aa10-8768-4afe-b503-cad2303d02b1"/>
    <ds:schemaRef ds:uri="33c4fa9b-9104-422a-9d36-2aa3be9e17bc"/>
  </ds:schemaRefs>
</ds:datastoreItem>
</file>

<file path=customXml/itemProps3.xml><?xml version="1.0" encoding="utf-8"?>
<ds:datastoreItem xmlns:ds="http://schemas.openxmlformats.org/officeDocument/2006/customXml" ds:itemID="{2FA1A382-1E16-473D-A475-5F2B880135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83aa10-8768-4afe-b503-cad2303d02b1"/>
    <ds:schemaRef ds:uri="33c4fa9b-9104-422a-9d36-2aa3be9e17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11</TotalTime>
  <Words>2441</Words>
  <Application>Microsoft Office PowerPoint</Application>
  <PresentationFormat>Widescreen</PresentationFormat>
  <Paragraphs>377</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Public Sans</vt:lpstr>
      <vt:lpstr>Public Sans Light</vt:lpstr>
      <vt:lpstr>Calibri</vt:lpstr>
      <vt:lpstr>Times New Roman</vt:lpstr>
      <vt:lpstr>Wingdings</vt:lpstr>
      <vt:lpstr>Arial</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finding unknown quantities</vt:lpstr>
      <vt:lpstr>Review of learning 2</vt:lpstr>
      <vt:lpstr>True or false (1)</vt:lpstr>
      <vt:lpstr>Short response (5)</vt:lpstr>
      <vt:lpstr>Short response (6)</vt:lpstr>
      <vt:lpstr>Short response (7)</vt:lpstr>
      <vt:lpstr>Short response (8)</vt:lpstr>
      <vt:lpstr>Activity 2 – finding unknown quantities in equivalent     number sentences</vt:lpstr>
      <vt:lpstr>Review of learning 3</vt:lpstr>
      <vt:lpstr>Multiple choice (2)</vt:lpstr>
      <vt:lpstr>Short response (9)</vt:lpstr>
      <vt:lpstr>Short response (6)</vt:lpstr>
      <vt:lpstr>Short response (11)</vt:lpstr>
      <vt:lpstr>Short response (12)</vt:lpstr>
      <vt:lpstr>Activity 3 – solving addition problems using   regrouping and place value</vt:lpstr>
      <vt:lpstr>Review of learning 4</vt:lpstr>
      <vt:lpstr>True or false (2)</vt:lpstr>
      <vt:lpstr>Short response (13)</vt:lpstr>
      <vt:lpstr>Short response (14)</vt:lpstr>
      <vt:lpstr>Short response (15)</vt:lpstr>
      <vt:lpstr>Short response (16)</vt:lpstr>
      <vt:lpstr>Activity 4 – solving subtraction problems using regrouping and place value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Jason Fretwell</cp:lastModifiedBy>
  <cp:revision>2</cp:revision>
  <dcterms:created xsi:type="dcterms:W3CDTF">2025-10-28T21:34:25Z</dcterms:created>
  <dcterms:modified xsi:type="dcterms:W3CDTF">2026-10-20T08:02:16Z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